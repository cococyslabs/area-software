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5" d="100"/>
          <a:sy n="25" d="100"/>
        </p:scale>
        <p:origin x="19" y="11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157315-766F-C24B-11B2-262BA4B4A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499DA1-9AD8-229E-5C1C-5BCEC6707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C8ED63-B85B-4195-1319-C3E0FC455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AA27-C74C-45D0-9A56-7E7507E0E86C}" type="datetimeFigureOut">
              <a:rPr lang="es-GT" smtClean="0"/>
              <a:t>19/09/2025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E0174B-C5D1-9CDF-6111-760665700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73E82F-51DA-983E-E920-DBBF91841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6504-5E67-4A83-AD01-DA06D947D2C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831019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24F17-DC36-71D8-A4D0-2F7D3E938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CD91DD-6A09-A9FB-B029-9CC02E722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00CE5B-FAB3-3377-CFFF-12E8FB4A0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AA27-C74C-45D0-9A56-7E7507E0E86C}" type="datetimeFigureOut">
              <a:rPr lang="es-GT" smtClean="0"/>
              <a:t>19/09/2025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BD1662-8C32-A615-A23E-BEDF5D2FE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E01850-BDCE-7525-DC0D-0748CC6BC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6504-5E67-4A83-AD01-DA06D947D2C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70914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F51B8F-C000-C9EE-F6A3-63A087CEA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FA475E-2A89-40CA-A92E-56DF2FEED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50B96A-DCFA-3B56-28DA-972743D0E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AA27-C74C-45D0-9A56-7E7507E0E86C}" type="datetimeFigureOut">
              <a:rPr lang="es-GT" smtClean="0"/>
              <a:t>19/09/2025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9839FC-FE37-B9BD-837F-533936C75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E1F832-698A-C2C0-99FE-8415677A6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6504-5E67-4A83-AD01-DA06D947D2C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12871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D6742-89D7-14CE-2678-BD79482CC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819BA9-3F98-4BEF-DAE1-05566F99C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D1F3C2-7D96-7DE1-D6F4-54D67C355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49D674-0594-9D7B-5B85-75DB2F961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AA27-C74C-45D0-9A56-7E7507E0E86C}" type="datetimeFigureOut">
              <a:rPr lang="es-GT" smtClean="0"/>
              <a:t>19/09/2025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8FB90F-CEAB-6A7A-9E7B-6454F1A9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4708BE-DE96-BF6D-E69A-096ECF0DF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6504-5E67-4A83-AD01-DA06D947D2C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762211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EAAE45-62D4-18E5-5F4E-AEE351A03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7CDF4E-9DE6-94B5-5328-0DB484FAC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9C90486-879B-B46B-1909-6831962F8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75406CA-6D28-34E2-DFA0-68EF3B76C9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6B6D9E3-B043-F065-6BEF-59D2D20F3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287B216-5707-B627-2779-E75765723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AA27-C74C-45D0-9A56-7E7507E0E86C}" type="datetimeFigureOut">
              <a:rPr lang="es-GT" smtClean="0"/>
              <a:t>19/09/2025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68DE0DD-FBCC-9F9A-3D5D-57A2B6570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040D684-A6ED-B0DD-71EE-F29A1BE64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6504-5E67-4A83-AD01-DA06D947D2C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84117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5E5CFA-5DA7-E6A1-73D4-2B4B54C7A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1468D00-1297-9D68-9E9D-7377C4A10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AA27-C74C-45D0-9A56-7E7507E0E86C}" type="datetimeFigureOut">
              <a:rPr lang="es-GT" smtClean="0"/>
              <a:t>19/09/2025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9D6772-8DE8-CC0D-0DA5-630CCDAEA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AD694B5-9B44-F229-0260-40DBA636F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6504-5E67-4A83-AD01-DA06D947D2C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73423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3BFE577-D89E-E482-4E60-648E95EAD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AA27-C74C-45D0-9A56-7E7507E0E86C}" type="datetimeFigureOut">
              <a:rPr lang="es-GT" smtClean="0"/>
              <a:t>19/09/2025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AAFF67-FAD6-7AB4-EE05-5D3156C0C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072435-2CB5-DE1D-9FBE-9D19F28B3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6504-5E67-4A83-AD01-DA06D947D2C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978697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FA53A-6689-EF00-138E-E53731A04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F2B971-C15C-D5CD-4809-2333CE7E1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3E80A5-B5DC-5531-2B47-810ABD54C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A8F727-0F3A-DC7C-21B3-FD6A66BD8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AA27-C74C-45D0-9A56-7E7507E0E86C}" type="datetimeFigureOut">
              <a:rPr lang="es-GT" smtClean="0"/>
              <a:t>19/09/2025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D1830C-F8F1-EC29-625E-B45980B0C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FA8A72-CDCA-6637-782C-A12C90F73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6504-5E67-4A83-AD01-DA06D947D2C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211446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A54C7A-085E-FF30-F697-565C31964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E9D21B9-0076-E76E-BE83-E0F0E12EC0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8C8DF89-1368-8FB7-C844-B9A051819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A8DE37-6608-75D3-60B7-C520F31A4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AA27-C74C-45D0-9A56-7E7507E0E86C}" type="datetimeFigureOut">
              <a:rPr lang="es-GT" smtClean="0"/>
              <a:t>19/09/2025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FE1FE5-3A70-8F48-BDAB-A3E6D8809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B9DE82-11DF-FCF1-9318-3A1FD3AAF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6504-5E67-4A83-AD01-DA06D947D2C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98771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2F81B-E9DA-C345-D8BE-363EB35D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73E4AAA-735F-DF75-7E5A-62C3321F6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BA2BEB-7E01-EB65-5243-56B8EEE8B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AA27-C74C-45D0-9A56-7E7507E0E86C}" type="datetimeFigureOut">
              <a:rPr lang="es-GT" smtClean="0"/>
              <a:t>19/09/2025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49B646-03E6-AAA7-F151-D98F978CE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FE32B4-6274-991A-6522-50B167F2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6504-5E67-4A83-AD01-DA06D947D2C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807102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E9C4080-D96C-59D7-5125-44138D2CF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617F29F-A5AF-B107-BA81-63DE5C203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21DA18-3B78-3C01-2CE2-1FACF0880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AA27-C74C-45D0-9A56-7E7507E0E86C}" type="datetimeFigureOut">
              <a:rPr lang="es-GT" smtClean="0"/>
              <a:t>19/09/2025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4CD16C-F626-3D58-80F7-C813CBE74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89D14E-7981-DD96-6ABF-7DC1A722E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6504-5E67-4A83-AD01-DA06D947D2C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438881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D2658E8-709E-C306-0D14-1AC50F2AE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04EDFE-DA58-98FC-BA8F-B1BC41F18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B0A72B-93EA-6BEF-1A02-76FB54680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BBAA27-C74C-45D0-9A56-7E7507E0E86C}" type="datetimeFigureOut">
              <a:rPr lang="es-GT" smtClean="0"/>
              <a:t>19/09/2025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9DE992-8BEE-1607-5D35-D7EE7FC10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8A3287-5CB3-6013-01DF-57AC13EFE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E6504-5E67-4A83-AD01-DA06D947D2C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560353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898DC5-AC8E-3749-5B65-0AFD4ECE98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1D759D-9D2F-A034-BEB0-FDAE2ED38A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E37322E-786C-5B74-EEE6-2A9D4F231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2663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Andrés Agosto</dc:creator>
  <cp:lastModifiedBy>Andrés Agosto</cp:lastModifiedBy>
  <cp:revision>1</cp:revision>
  <dcterms:created xsi:type="dcterms:W3CDTF">2025-09-19T18:21:08Z</dcterms:created>
  <dcterms:modified xsi:type="dcterms:W3CDTF">2025-09-19T18:21:46Z</dcterms:modified>
</cp:coreProperties>
</file>