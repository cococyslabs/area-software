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10287000" cx="18288000"/>
  <p:notesSz cx="18288000" cy="10287000"/>
  <p:embeddedFontLst>
    <p:embeddedFont>
      <p:font typeface="Tahoma"/>
      <p:regular r:id="rId24"/>
      <p:bold r:id="rId25"/>
    </p:embeddedFont>
    <p:embeddedFont>
      <p:font typeface="Arial Black"/>
      <p:regular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27" roundtripDataSignature="AMtx7miwfU0JLCV5NKf8Hysln4DjKjHACQ=="/>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COCOCYS ECYS"/>
  <p:cmAuthor clrIdx="1" id="1" initials="" lastIdx="1" name="SHARON ESTEFANY TAGUAL GODOY"/>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Tahoma-regular.fntdata"/><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font" Target="fonts/ArialBlack-regular.fntdata"/><Relationship Id="rId25" Type="http://schemas.openxmlformats.org/officeDocument/2006/relationships/font" Target="fonts/Tahoma-bold.fntdata"/><Relationship Id="rId27"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5-31T23:11:56.713">
    <p:pos x="1626" y="2488"/>
    <p:text>Las competencias estan definidas en el documento de diseño curricular. Favor actualizar este espacio con relacion a lo indicado en ese archivo</p:text>
    <p:extLst>
      <p:ext uri="{C676402C-5697-4E1C-873F-D02D1690AC5C}">
        <p15:threadingInfo timeZoneBias="0"/>
      </p:ext>
      <p:ext uri="http://customooxmlschemas.google.com/">
        <go:slidesCustomData xmlns:go="http://customooxmlschemas.google.com/" commentPostId="AAABkZ1WYSE"/>
      </p:ext>
    </p:extLst>
  </p:cm>
  <p:cm authorId="1" idx="1" dt="2025-05-31T23:11:56.713">
    <p:pos x="1626" y="2488"/>
    <p:text>listo ya se modificó, gracias</p:text>
    <p:extLst>
      <p:ext uri="{C676402C-5697-4E1C-873F-D02D1690AC5C}">
        <p15:threadingInfo timeZoneBias="0">
          <p15:parentCm authorId="0" idx="1"/>
        </p15:threadingInfo>
      </p:ext>
      <p:ext uri="http://customooxmlschemas.google.com/">
        <go:slidesCustomData xmlns:go="http://customooxmlschemas.google.com/" commentPostId="AAABkZ1WYSI"/>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1: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1: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3: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4: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4: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5: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5: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6: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6: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7: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8: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8: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9: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9: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0: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0: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1: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2: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2: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4: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4: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5: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5: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6: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6: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7: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7: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8: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8: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20"/>
          <p:cNvSpPr txBox="1"/>
          <p:nvPr>
            <p:ph type="title"/>
          </p:nvPr>
        </p:nvSpPr>
        <p:spPr>
          <a:xfrm>
            <a:off x="2434589" y="22034"/>
            <a:ext cx="13001625" cy="305689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6900">
                <a:solidFill>
                  <a:srgbClr val="131416"/>
                </a:solidFill>
                <a:latin typeface="Impact"/>
                <a:ea typeface="Impact"/>
                <a:cs typeface="Impact"/>
                <a:sym typeface="Impac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0"/>
          <p:cNvSpPr txBox="1"/>
          <p:nvPr>
            <p:ph idx="1" type="body"/>
          </p:nvPr>
        </p:nvSpPr>
        <p:spPr>
          <a:xfrm>
            <a:off x="2113894" y="3314591"/>
            <a:ext cx="14444980" cy="406019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1" i="0" sz="3150">
                <a:solidFill>
                  <a:srgbClr val="131416"/>
                </a:solidFill>
                <a:latin typeface="Arial"/>
                <a:ea typeface="Arial"/>
                <a:cs typeface="Arial"/>
                <a:sym typeface="Aria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 name="Google Shape;15;p20"/>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0"/>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0"/>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solidFill>
          <a:schemeClr val="lt1"/>
        </a:solidFill>
      </p:bgPr>
    </p:bg>
    <p:spTree>
      <p:nvGrpSpPr>
        <p:cNvPr id="18" name="Shape 18"/>
        <p:cNvGrpSpPr/>
        <p:nvPr/>
      </p:nvGrpSpPr>
      <p:grpSpPr>
        <a:xfrm>
          <a:off x="0" y="0"/>
          <a:ext cx="0" cy="0"/>
          <a:chOff x="0" y="0"/>
          <a:chExt cx="0" cy="0"/>
        </a:xfrm>
      </p:grpSpPr>
      <p:sp>
        <p:nvSpPr>
          <p:cNvPr id="19" name="Google Shape;19;p21"/>
          <p:cNvSpPr/>
          <p:nvPr/>
        </p:nvSpPr>
        <p:spPr>
          <a:xfrm>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solidFill>
            <a:srgbClr val="F6F3E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0" name="Google Shape;20;p21"/>
          <p:cNvSpPr/>
          <p:nvPr/>
        </p:nvSpPr>
        <p:spPr>
          <a:xfrm>
            <a:off x="95250" y="9420225"/>
            <a:ext cx="7105650" cy="19050"/>
          </a:xfrm>
          <a:custGeom>
            <a:rect b="b" l="l" r="r" t="t"/>
            <a:pathLst>
              <a:path extrusionOk="0" h="19050" w="7105650">
                <a:moveTo>
                  <a:pt x="0" y="0"/>
                </a:moveTo>
                <a:lnTo>
                  <a:pt x="7105650" y="19050"/>
                </a:lnTo>
              </a:path>
            </a:pathLst>
          </a:custGeom>
          <a:noFill/>
          <a:ln cap="flat" cmpd="sng" w="114300">
            <a:solidFill>
              <a:srgbClr val="9FC3D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1" name="Google Shape;21;p21"/>
          <p:cNvSpPr/>
          <p:nvPr/>
        </p:nvSpPr>
        <p:spPr>
          <a:xfrm>
            <a:off x="13765409" y="6216258"/>
            <a:ext cx="4523105" cy="2468880"/>
          </a:xfrm>
          <a:custGeom>
            <a:rect b="b" l="l" r="r" t="t"/>
            <a:pathLst>
              <a:path extrusionOk="0" h="2468879" w="4523105">
                <a:moveTo>
                  <a:pt x="2119916" y="23405"/>
                </a:moveTo>
                <a:lnTo>
                  <a:pt x="2118071" y="23405"/>
                </a:lnTo>
                <a:lnTo>
                  <a:pt x="2117306" y="24169"/>
                </a:lnTo>
                <a:lnTo>
                  <a:pt x="2117306" y="26010"/>
                </a:lnTo>
                <a:lnTo>
                  <a:pt x="2118071" y="26774"/>
                </a:lnTo>
                <a:lnTo>
                  <a:pt x="2119916" y="26774"/>
                </a:lnTo>
                <a:lnTo>
                  <a:pt x="2120681" y="26010"/>
                </a:lnTo>
                <a:lnTo>
                  <a:pt x="2120681" y="24169"/>
                </a:lnTo>
                <a:lnTo>
                  <a:pt x="2119916" y="23405"/>
                </a:lnTo>
                <a:close/>
              </a:path>
              <a:path extrusionOk="0" h="2468879" w="4523105">
                <a:moveTo>
                  <a:pt x="2424353" y="20080"/>
                </a:moveTo>
                <a:lnTo>
                  <a:pt x="2418819" y="20080"/>
                </a:lnTo>
                <a:lnTo>
                  <a:pt x="2416570" y="22372"/>
                </a:lnTo>
                <a:lnTo>
                  <a:pt x="2416570" y="27897"/>
                </a:lnTo>
                <a:lnTo>
                  <a:pt x="2418819" y="30143"/>
                </a:lnTo>
                <a:lnTo>
                  <a:pt x="2424353" y="30143"/>
                </a:lnTo>
                <a:lnTo>
                  <a:pt x="2426602" y="27897"/>
                </a:lnTo>
                <a:lnTo>
                  <a:pt x="2426602" y="22372"/>
                </a:lnTo>
                <a:lnTo>
                  <a:pt x="2424353" y="20080"/>
                </a:lnTo>
                <a:close/>
              </a:path>
              <a:path extrusionOk="0" h="2468879" w="4523105">
                <a:moveTo>
                  <a:pt x="2728835" y="16756"/>
                </a:moveTo>
                <a:lnTo>
                  <a:pt x="2719522" y="16756"/>
                </a:lnTo>
                <a:lnTo>
                  <a:pt x="2715788" y="20485"/>
                </a:lnTo>
                <a:lnTo>
                  <a:pt x="2715788" y="29739"/>
                </a:lnTo>
                <a:lnTo>
                  <a:pt x="2719522" y="33513"/>
                </a:lnTo>
                <a:lnTo>
                  <a:pt x="2728835" y="33513"/>
                </a:lnTo>
                <a:lnTo>
                  <a:pt x="2732569" y="29739"/>
                </a:lnTo>
                <a:lnTo>
                  <a:pt x="2732569" y="20485"/>
                </a:lnTo>
                <a:lnTo>
                  <a:pt x="2728835" y="16756"/>
                </a:lnTo>
                <a:close/>
              </a:path>
              <a:path extrusionOk="0" h="2468879" w="4523105">
                <a:moveTo>
                  <a:pt x="3033272" y="13387"/>
                </a:moveTo>
                <a:lnTo>
                  <a:pt x="3020270" y="13387"/>
                </a:lnTo>
                <a:lnTo>
                  <a:pt x="3015007" y="18643"/>
                </a:lnTo>
                <a:lnTo>
                  <a:pt x="3015007" y="31626"/>
                </a:lnTo>
                <a:lnTo>
                  <a:pt x="3020270" y="36882"/>
                </a:lnTo>
                <a:lnTo>
                  <a:pt x="3033272" y="36882"/>
                </a:lnTo>
                <a:lnTo>
                  <a:pt x="3038536" y="31626"/>
                </a:lnTo>
                <a:lnTo>
                  <a:pt x="3038536" y="18643"/>
                </a:lnTo>
                <a:lnTo>
                  <a:pt x="3033272" y="13387"/>
                </a:lnTo>
                <a:close/>
              </a:path>
              <a:path extrusionOk="0" h="2468879" w="4523105">
                <a:moveTo>
                  <a:pt x="3337709" y="10062"/>
                </a:moveTo>
                <a:lnTo>
                  <a:pt x="3321018" y="10062"/>
                </a:lnTo>
                <a:lnTo>
                  <a:pt x="3314270" y="16801"/>
                </a:lnTo>
                <a:lnTo>
                  <a:pt x="3314270" y="33468"/>
                </a:lnTo>
                <a:lnTo>
                  <a:pt x="3321018" y="40206"/>
                </a:lnTo>
                <a:lnTo>
                  <a:pt x="3337709" y="40206"/>
                </a:lnTo>
                <a:lnTo>
                  <a:pt x="3344457" y="33468"/>
                </a:lnTo>
                <a:lnTo>
                  <a:pt x="3344457" y="16801"/>
                </a:lnTo>
                <a:lnTo>
                  <a:pt x="3337709" y="10062"/>
                </a:lnTo>
                <a:close/>
              </a:path>
              <a:path extrusionOk="0" h="2468879" w="4523105">
                <a:moveTo>
                  <a:pt x="3631934" y="6693"/>
                </a:moveTo>
                <a:lnTo>
                  <a:pt x="3624762" y="8144"/>
                </a:lnTo>
                <a:lnTo>
                  <a:pt x="3618898" y="12101"/>
                </a:lnTo>
                <a:lnTo>
                  <a:pt x="3614941" y="17970"/>
                </a:lnTo>
                <a:lnTo>
                  <a:pt x="3613488" y="25157"/>
                </a:lnTo>
                <a:lnTo>
                  <a:pt x="3614941" y="32318"/>
                </a:lnTo>
                <a:lnTo>
                  <a:pt x="3618898" y="38174"/>
                </a:lnTo>
                <a:lnTo>
                  <a:pt x="3624762" y="42125"/>
                </a:lnTo>
                <a:lnTo>
                  <a:pt x="3631934" y="43576"/>
                </a:lnTo>
                <a:lnTo>
                  <a:pt x="3639131" y="42125"/>
                </a:lnTo>
                <a:lnTo>
                  <a:pt x="3645008" y="38174"/>
                </a:lnTo>
                <a:lnTo>
                  <a:pt x="3648971" y="32318"/>
                </a:lnTo>
                <a:lnTo>
                  <a:pt x="3650424" y="25157"/>
                </a:lnTo>
                <a:lnTo>
                  <a:pt x="3648971" y="17970"/>
                </a:lnTo>
                <a:lnTo>
                  <a:pt x="3645008" y="12101"/>
                </a:lnTo>
                <a:lnTo>
                  <a:pt x="3639131" y="8144"/>
                </a:lnTo>
                <a:lnTo>
                  <a:pt x="3631934" y="6693"/>
                </a:lnTo>
                <a:close/>
              </a:path>
              <a:path extrusionOk="0" h="2468879" w="4523105">
                <a:moveTo>
                  <a:pt x="3934526" y="2515"/>
                </a:moveTo>
                <a:lnTo>
                  <a:pt x="3925714" y="4290"/>
                </a:lnTo>
                <a:lnTo>
                  <a:pt x="3918521" y="9136"/>
                </a:lnTo>
                <a:lnTo>
                  <a:pt x="3913674" y="16331"/>
                </a:lnTo>
                <a:lnTo>
                  <a:pt x="3911897" y="25157"/>
                </a:lnTo>
                <a:lnTo>
                  <a:pt x="3913674" y="33963"/>
                </a:lnTo>
                <a:lnTo>
                  <a:pt x="3918521" y="41161"/>
                </a:lnTo>
                <a:lnTo>
                  <a:pt x="3925714" y="46017"/>
                </a:lnTo>
                <a:lnTo>
                  <a:pt x="3934526" y="47798"/>
                </a:lnTo>
                <a:lnTo>
                  <a:pt x="3943364" y="46017"/>
                </a:lnTo>
                <a:lnTo>
                  <a:pt x="3950570" y="41161"/>
                </a:lnTo>
                <a:lnTo>
                  <a:pt x="3955423" y="33963"/>
                </a:lnTo>
                <a:lnTo>
                  <a:pt x="3957200" y="25157"/>
                </a:lnTo>
                <a:lnTo>
                  <a:pt x="3955423" y="16331"/>
                </a:lnTo>
                <a:lnTo>
                  <a:pt x="3950570" y="9136"/>
                </a:lnTo>
                <a:lnTo>
                  <a:pt x="3943364" y="4290"/>
                </a:lnTo>
                <a:lnTo>
                  <a:pt x="3934526" y="2515"/>
                </a:lnTo>
                <a:close/>
              </a:path>
              <a:path extrusionOk="0" h="2468879" w="4523105">
                <a:moveTo>
                  <a:pt x="4237119" y="0"/>
                </a:moveTo>
                <a:lnTo>
                  <a:pt x="4227331" y="1978"/>
                </a:lnTo>
                <a:lnTo>
                  <a:pt x="4219354" y="7373"/>
                </a:lnTo>
                <a:lnTo>
                  <a:pt x="4213983" y="15370"/>
                </a:lnTo>
                <a:lnTo>
                  <a:pt x="4212015" y="25157"/>
                </a:lnTo>
                <a:lnTo>
                  <a:pt x="4213983" y="34944"/>
                </a:lnTo>
                <a:lnTo>
                  <a:pt x="4219354" y="42941"/>
                </a:lnTo>
                <a:lnTo>
                  <a:pt x="4227332" y="48335"/>
                </a:lnTo>
                <a:lnTo>
                  <a:pt x="4237119" y="50314"/>
                </a:lnTo>
                <a:lnTo>
                  <a:pt x="4246920" y="48335"/>
                </a:lnTo>
                <a:lnTo>
                  <a:pt x="4254928" y="42941"/>
                </a:lnTo>
                <a:lnTo>
                  <a:pt x="4260331" y="34944"/>
                </a:lnTo>
                <a:lnTo>
                  <a:pt x="4262312" y="25157"/>
                </a:lnTo>
                <a:lnTo>
                  <a:pt x="4260331" y="15370"/>
                </a:lnTo>
                <a:lnTo>
                  <a:pt x="4254928" y="7373"/>
                </a:lnTo>
                <a:lnTo>
                  <a:pt x="4246920" y="1978"/>
                </a:lnTo>
                <a:lnTo>
                  <a:pt x="4237119" y="0"/>
                </a:lnTo>
                <a:close/>
              </a:path>
              <a:path extrusionOk="0" h="2468879" w="4523105">
                <a:moveTo>
                  <a:pt x="4522590" y="4950"/>
                </a:moveTo>
                <a:lnTo>
                  <a:pt x="4520754" y="6188"/>
                </a:lnTo>
                <a:lnTo>
                  <a:pt x="4515006" y="14712"/>
                </a:lnTo>
                <a:lnTo>
                  <a:pt x="4512898" y="25157"/>
                </a:lnTo>
                <a:lnTo>
                  <a:pt x="4515006" y="35602"/>
                </a:lnTo>
                <a:lnTo>
                  <a:pt x="4520754" y="44126"/>
                </a:lnTo>
                <a:lnTo>
                  <a:pt x="4522590" y="45364"/>
                </a:lnTo>
                <a:lnTo>
                  <a:pt x="4522590" y="4950"/>
                </a:lnTo>
                <a:close/>
              </a:path>
              <a:path extrusionOk="0" h="2468879" w="4523105">
                <a:moveTo>
                  <a:pt x="909996" y="324979"/>
                </a:moveTo>
                <a:lnTo>
                  <a:pt x="907206" y="324979"/>
                </a:lnTo>
                <a:lnTo>
                  <a:pt x="906082" y="326102"/>
                </a:lnTo>
                <a:lnTo>
                  <a:pt x="906082" y="328887"/>
                </a:lnTo>
                <a:lnTo>
                  <a:pt x="907206" y="330010"/>
                </a:lnTo>
                <a:lnTo>
                  <a:pt x="909996" y="330010"/>
                </a:lnTo>
                <a:lnTo>
                  <a:pt x="911120" y="328887"/>
                </a:lnTo>
                <a:lnTo>
                  <a:pt x="911120" y="326102"/>
                </a:lnTo>
                <a:lnTo>
                  <a:pt x="909996" y="324979"/>
                </a:lnTo>
                <a:close/>
              </a:path>
              <a:path extrusionOk="0" h="2468879" w="4523105">
                <a:moveTo>
                  <a:pt x="1215378" y="319947"/>
                </a:moveTo>
                <a:lnTo>
                  <a:pt x="1207055" y="319947"/>
                </a:lnTo>
                <a:lnTo>
                  <a:pt x="1203681" y="323316"/>
                </a:lnTo>
                <a:lnTo>
                  <a:pt x="1203681" y="331672"/>
                </a:lnTo>
                <a:lnTo>
                  <a:pt x="1207055" y="335042"/>
                </a:lnTo>
                <a:lnTo>
                  <a:pt x="1215378" y="335042"/>
                </a:lnTo>
                <a:lnTo>
                  <a:pt x="1218752" y="331672"/>
                </a:lnTo>
                <a:lnTo>
                  <a:pt x="1218752" y="323316"/>
                </a:lnTo>
                <a:lnTo>
                  <a:pt x="1215378" y="319947"/>
                </a:lnTo>
                <a:close/>
              </a:path>
              <a:path extrusionOk="0" h="2468879" w="4523105">
                <a:moveTo>
                  <a:pt x="1520759" y="314916"/>
                </a:moveTo>
                <a:lnTo>
                  <a:pt x="1506858" y="314916"/>
                </a:lnTo>
                <a:lnTo>
                  <a:pt x="1501234" y="320531"/>
                </a:lnTo>
                <a:lnTo>
                  <a:pt x="1501234" y="334413"/>
                </a:lnTo>
                <a:lnTo>
                  <a:pt x="1506858" y="340073"/>
                </a:lnTo>
                <a:lnTo>
                  <a:pt x="1520759" y="340073"/>
                </a:lnTo>
                <a:lnTo>
                  <a:pt x="1526383" y="334413"/>
                </a:lnTo>
                <a:lnTo>
                  <a:pt x="1526383" y="320531"/>
                </a:lnTo>
                <a:lnTo>
                  <a:pt x="1520759" y="314916"/>
                </a:lnTo>
                <a:close/>
              </a:path>
              <a:path extrusionOk="0" h="2468879" w="4523105">
                <a:moveTo>
                  <a:pt x="1826141" y="309884"/>
                </a:moveTo>
                <a:lnTo>
                  <a:pt x="1806661" y="309884"/>
                </a:lnTo>
                <a:lnTo>
                  <a:pt x="1798788" y="317746"/>
                </a:lnTo>
                <a:lnTo>
                  <a:pt x="1798788" y="337198"/>
                </a:lnTo>
                <a:lnTo>
                  <a:pt x="1806661" y="345060"/>
                </a:lnTo>
                <a:lnTo>
                  <a:pt x="1826141" y="345060"/>
                </a:lnTo>
                <a:lnTo>
                  <a:pt x="1834014" y="337198"/>
                </a:lnTo>
                <a:lnTo>
                  <a:pt x="1834014" y="317746"/>
                </a:lnTo>
                <a:lnTo>
                  <a:pt x="1826141" y="309884"/>
                </a:lnTo>
                <a:close/>
              </a:path>
              <a:path extrusionOk="0" h="2468879" w="4523105">
                <a:moveTo>
                  <a:pt x="2118971" y="304808"/>
                </a:moveTo>
                <a:lnTo>
                  <a:pt x="2110159" y="306589"/>
                </a:lnTo>
                <a:lnTo>
                  <a:pt x="2102967" y="311445"/>
                </a:lnTo>
                <a:lnTo>
                  <a:pt x="2098119" y="318643"/>
                </a:lnTo>
                <a:lnTo>
                  <a:pt x="2096342" y="327449"/>
                </a:lnTo>
                <a:lnTo>
                  <a:pt x="2098119" y="336275"/>
                </a:lnTo>
                <a:lnTo>
                  <a:pt x="2102967" y="343470"/>
                </a:lnTo>
                <a:lnTo>
                  <a:pt x="2110159" y="348316"/>
                </a:lnTo>
                <a:lnTo>
                  <a:pt x="2118971" y="350091"/>
                </a:lnTo>
                <a:lnTo>
                  <a:pt x="2127809" y="348316"/>
                </a:lnTo>
                <a:lnTo>
                  <a:pt x="2135015" y="343470"/>
                </a:lnTo>
                <a:lnTo>
                  <a:pt x="2139868" y="336275"/>
                </a:lnTo>
                <a:lnTo>
                  <a:pt x="2141645" y="327449"/>
                </a:lnTo>
                <a:lnTo>
                  <a:pt x="2139868" y="318643"/>
                </a:lnTo>
                <a:lnTo>
                  <a:pt x="2135015" y="311445"/>
                </a:lnTo>
                <a:lnTo>
                  <a:pt x="2127809" y="306589"/>
                </a:lnTo>
                <a:lnTo>
                  <a:pt x="2118971" y="304808"/>
                </a:lnTo>
                <a:close/>
              </a:path>
              <a:path extrusionOk="0" h="2468879" w="4523105">
                <a:moveTo>
                  <a:pt x="2421609" y="301483"/>
                </a:moveTo>
                <a:lnTo>
                  <a:pt x="2411465" y="303526"/>
                </a:lnTo>
                <a:lnTo>
                  <a:pt x="2403186" y="309098"/>
                </a:lnTo>
                <a:lnTo>
                  <a:pt x="2397606" y="317365"/>
                </a:lnTo>
                <a:lnTo>
                  <a:pt x="2395560" y="327494"/>
                </a:lnTo>
                <a:lnTo>
                  <a:pt x="2397606" y="337597"/>
                </a:lnTo>
                <a:lnTo>
                  <a:pt x="2403186" y="345851"/>
                </a:lnTo>
                <a:lnTo>
                  <a:pt x="2411465" y="351418"/>
                </a:lnTo>
                <a:lnTo>
                  <a:pt x="2421609" y="353460"/>
                </a:lnTo>
                <a:lnTo>
                  <a:pt x="2431726" y="351418"/>
                </a:lnTo>
                <a:lnTo>
                  <a:pt x="2439992" y="345851"/>
                </a:lnTo>
                <a:lnTo>
                  <a:pt x="2445567" y="337597"/>
                </a:lnTo>
                <a:lnTo>
                  <a:pt x="2447612" y="327494"/>
                </a:lnTo>
                <a:lnTo>
                  <a:pt x="2445567" y="317365"/>
                </a:lnTo>
                <a:lnTo>
                  <a:pt x="2439992" y="309098"/>
                </a:lnTo>
                <a:lnTo>
                  <a:pt x="2431726" y="303526"/>
                </a:lnTo>
                <a:lnTo>
                  <a:pt x="2421609" y="301483"/>
                </a:lnTo>
                <a:close/>
              </a:path>
              <a:path extrusionOk="0" h="2468879" w="4523105">
                <a:moveTo>
                  <a:pt x="2724201" y="298114"/>
                </a:moveTo>
                <a:lnTo>
                  <a:pt x="2712759" y="300424"/>
                </a:lnTo>
                <a:lnTo>
                  <a:pt x="2703422" y="306723"/>
                </a:lnTo>
                <a:lnTo>
                  <a:pt x="2697130" y="316062"/>
                </a:lnTo>
                <a:lnTo>
                  <a:pt x="2694824" y="327494"/>
                </a:lnTo>
                <a:lnTo>
                  <a:pt x="2697130" y="338901"/>
                </a:lnTo>
                <a:lnTo>
                  <a:pt x="2703422" y="348227"/>
                </a:lnTo>
                <a:lnTo>
                  <a:pt x="2712759" y="354520"/>
                </a:lnTo>
                <a:lnTo>
                  <a:pt x="2724201" y="356830"/>
                </a:lnTo>
                <a:lnTo>
                  <a:pt x="2735617" y="354520"/>
                </a:lnTo>
                <a:lnTo>
                  <a:pt x="2744941" y="348227"/>
                </a:lnTo>
                <a:lnTo>
                  <a:pt x="2751228" y="338901"/>
                </a:lnTo>
                <a:lnTo>
                  <a:pt x="2753534" y="327494"/>
                </a:lnTo>
                <a:lnTo>
                  <a:pt x="2751228" y="316062"/>
                </a:lnTo>
                <a:lnTo>
                  <a:pt x="2744941" y="306723"/>
                </a:lnTo>
                <a:lnTo>
                  <a:pt x="2735617" y="300424"/>
                </a:lnTo>
                <a:lnTo>
                  <a:pt x="2724201" y="298114"/>
                </a:lnTo>
                <a:close/>
              </a:path>
              <a:path extrusionOk="0" h="2468879" w="4523105">
                <a:moveTo>
                  <a:pt x="3026794" y="294790"/>
                </a:moveTo>
                <a:lnTo>
                  <a:pt x="3014046" y="297360"/>
                </a:lnTo>
                <a:lnTo>
                  <a:pt x="3003636" y="304370"/>
                </a:lnTo>
                <a:lnTo>
                  <a:pt x="2996616" y="314765"/>
                </a:lnTo>
                <a:lnTo>
                  <a:pt x="2994042" y="327494"/>
                </a:lnTo>
                <a:lnTo>
                  <a:pt x="2996616" y="340223"/>
                </a:lnTo>
                <a:lnTo>
                  <a:pt x="3003636" y="350619"/>
                </a:lnTo>
                <a:lnTo>
                  <a:pt x="3014047" y="357628"/>
                </a:lnTo>
                <a:lnTo>
                  <a:pt x="3026794" y="360199"/>
                </a:lnTo>
                <a:lnTo>
                  <a:pt x="3039515" y="357628"/>
                </a:lnTo>
                <a:lnTo>
                  <a:pt x="3049912" y="350619"/>
                </a:lnTo>
                <a:lnTo>
                  <a:pt x="3056927" y="340223"/>
                </a:lnTo>
                <a:lnTo>
                  <a:pt x="3059500" y="327494"/>
                </a:lnTo>
                <a:lnTo>
                  <a:pt x="3056927" y="314765"/>
                </a:lnTo>
                <a:lnTo>
                  <a:pt x="3049912" y="304370"/>
                </a:lnTo>
                <a:lnTo>
                  <a:pt x="3039515" y="297360"/>
                </a:lnTo>
                <a:lnTo>
                  <a:pt x="3026794" y="294790"/>
                </a:lnTo>
                <a:close/>
              </a:path>
              <a:path extrusionOk="0" h="2468879" w="4523105">
                <a:moveTo>
                  <a:pt x="3329386" y="292274"/>
                </a:moveTo>
                <a:lnTo>
                  <a:pt x="3315657" y="295042"/>
                </a:lnTo>
                <a:lnTo>
                  <a:pt x="3304446" y="302590"/>
                </a:lnTo>
                <a:lnTo>
                  <a:pt x="3296887" y="313785"/>
                </a:lnTo>
                <a:lnTo>
                  <a:pt x="3294115" y="327494"/>
                </a:lnTo>
                <a:lnTo>
                  <a:pt x="3296887" y="341204"/>
                </a:lnTo>
                <a:lnTo>
                  <a:pt x="3304446" y="352399"/>
                </a:lnTo>
                <a:lnTo>
                  <a:pt x="3315657" y="359947"/>
                </a:lnTo>
                <a:lnTo>
                  <a:pt x="3329386" y="362715"/>
                </a:lnTo>
                <a:lnTo>
                  <a:pt x="3343089" y="359947"/>
                </a:lnTo>
                <a:lnTo>
                  <a:pt x="3354287" y="352399"/>
                </a:lnTo>
                <a:lnTo>
                  <a:pt x="3361841" y="341204"/>
                </a:lnTo>
                <a:lnTo>
                  <a:pt x="3364612" y="327494"/>
                </a:lnTo>
                <a:lnTo>
                  <a:pt x="3361841" y="313785"/>
                </a:lnTo>
                <a:lnTo>
                  <a:pt x="3354287" y="302590"/>
                </a:lnTo>
                <a:lnTo>
                  <a:pt x="3343089" y="295042"/>
                </a:lnTo>
                <a:lnTo>
                  <a:pt x="3329386" y="292274"/>
                </a:lnTo>
                <a:close/>
              </a:path>
              <a:path extrusionOk="0" h="2468879" w="4523105">
                <a:moveTo>
                  <a:pt x="3631934" y="289758"/>
                </a:moveTo>
                <a:lnTo>
                  <a:pt x="3617248" y="292723"/>
                </a:lnTo>
                <a:lnTo>
                  <a:pt x="3605250" y="300810"/>
                </a:lnTo>
                <a:lnTo>
                  <a:pt x="3597157" y="312804"/>
                </a:lnTo>
                <a:lnTo>
                  <a:pt x="3594188" y="327494"/>
                </a:lnTo>
                <a:lnTo>
                  <a:pt x="3597157" y="342184"/>
                </a:lnTo>
                <a:lnTo>
                  <a:pt x="3605250" y="354179"/>
                </a:lnTo>
                <a:lnTo>
                  <a:pt x="3617249" y="362265"/>
                </a:lnTo>
                <a:lnTo>
                  <a:pt x="3631934" y="365230"/>
                </a:lnTo>
                <a:lnTo>
                  <a:pt x="3646645" y="362265"/>
                </a:lnTo>
                <a:lnTo>
                  <a:pt x="3658657" y="354179"/>
                </a:lnTo>
                <a:lnTo>
                  <a:pt x="3666755" y="342184"/>
                </a:lnTo>
                <a:lnTo>
                  <a:pt x="3669724" y="327494"/>
                </a:lnTo>
                <a:lnTo>
                  <a:pt x="3666755" y="312804"/>
                </a:lnTo>
                <a:lnTo>
                  <a:pt x="3658657" y="300810"/>
                </a:lnTo>
                <a:lnTo>
                  <a:pt x="3646645" y="292723"/>
                </a:lnTo>
                <a:lnTo>
                  <a:pt x="3631934" y="289758"/>
                </a:lnTo>
                <a:close/>
              </a:path>
              <a:path extrusionOk="0" h="2468879" w="4523105">
                <a:moveTo>
                  <a:pt x="3934526" y="286389"/>
                </a:moveTo>
                <a:lnTo>
                  <a:pt x="3918543" y="289621"/>
                </a:lnTo>
                <a:lnTo>
                  <a:pt x="3905486" y="298434"/>
                </a:lnTo>
                <a:lnTo>
                  <a:pt x="3896681" y="311501"/>
                </a:lnTo>
                <a:lnTo>
                  <a:pt x="3893452" y="327494"/>
                </a:lnTo>
                <a:lnTo>
                  <a:pt x="3896681" y="343488"/>
                </a:lnTo>
                <a:lnTo>
                  <a:pt x="3905486" y="356554"/>
                </a:lnTo>
                <a:lnTo>
                  <a:pt x="3918543" y="365367"/>
                </a:lnTo>
                <a:lnTo>
                  <a:pt x="3934526" y="368600"/>
                </a:lnTo>
                <a:lnTo>
                  <a:pt x="3950543" y="365367"/>
                </a:lnTo>
                <a:lnTo>
                  <a:pt x="3963628" y="356554"/>
                </a:lnTo>
                <a:lnTo>
                  <a:pt x="3972454" y="343488"/>
                </a:lnTo>
                <a:lnTo>
                  <a:pt x="3975691" y="327494"/>
                </a:lnTo>
                <a:lnTo>
                  <a:pt x="3972454" y="311501"/>
                </a:lnTo>
                <a:lnTo>
                  <a:pt x="3963628" y="298434"/>
                </a:lnTo>
                <a:lnTo>
                  <a:pt x="3950543" y="289621"/>
                </a:lnTo>
                <a:lnTo>
                  <a:pt x="3934526" y="286389"/>
                </a:lnTo>
                <a:close/>
              </a:path>
              <a:path extrusionOk="0" h="2468879" w="4523105">
                <a:moveTo>
                  <a:pt x="4237119" y="283918"/>
                </a:moveTo>
                <a:lnTo>
                  <a:pt x="4220153" y="287347"/>
                </a:lnTo>
                <a:lnTo>
                  <a:pt x="4206296" y="296693"/>
                </a:lnTo>
                <a:lnTo>
                  <a:pt x="4196952" y="310546"/>
                </a:lnTo>
                <a:lnTo>
                  <a:pt x="4193525" y="327494"/>
                </a:lnTo>
                <a:lnTo>
                  <a:pt x="4196952" y="344469"/>
                </a:lnTo>
                <a:lnTo>
                  <a:pt x="4206296" y="358335"/>
                </a:lnTo>
                <a:lnTo>
                  <a:pt x="4220153" y="367686"/>
                </a:lnTo>
                <a:lnTo>
                  <a:pt x="4237119" y="371115"/>
                </a:lnTo>
                <a:lnTo>
                  <a:pt x="4254110" y="367686"/>
                </a:lnTo>
                <a:lnTo>
                  <a:pt x="4267981" y="358335"/>
                </a:lnTo>
                <a:lnTo>
                  <a:pt x="4277330" y="344469"/>
                </a:lnTo>
                <a:lnTo>
                  <a:pt x="4280758" y="327494"/>
                </a:lnTo>
                <a:lnTo>
                  <a:pt x="4277330" y="310546"/>
                </a:lnTo>
                <a:lnTo>
                  <a:pt x="4267981" y="296693"/>
                </a:lnTo>
                <a:lnTo>
                  <a:pt x="4254110" y="287347"/>
                </a:lnTo>
                <a:lnTo>
                  <a:pt x="4237119" y="283918"/>
                </a:lnTo>
                <a:close/>
              </a:path>
              <a:path extrusionOk="0" h="2468879" w="4523105">
                <a:moveTo>
                  <a:pt x="4522590" y="284862"/>
                </a:moveTo>
                <a:lnTo>
                  <a:pt x="4521764" y="285029"/>
                </a:lnTo>
                <a:lnTo>
                  <a:pt x="4507106" y="294913"/>
                </a:lnTo>
                <a:lnTo>
                  <a:pt x="4497222" y="309565"/>
                </a:lnTo>
                <a:lnTo>
                  <a:pt x="4493598" y="327494"/>
                </a:lnTo>
                <a:lnTo>
                  <a:pt x="4497222" y="345449"/>
                </a:lnTo>
                <a:lnTo>
                  <a:pt x="4507106" y="360115"/>
                </a:lnTo>
                <a:lnTo>
                  <a:pt x="4521764" y="370004"/>
                </a:lnTo>
                <a:lnTo>
                  <a:pt x="4522590" y="370171"/>
                </a:lnTo>
                <a:lnTo>
                  <a:pt x="4522590" y="284862"/>
                </a:lnTo>
                <a:close/>
              </a:path>
              <a:path extrusionOk="0" h="2468879" w="4523105">
                <a:moveTo>
                  <a:pt x="304357" y="628170"/>
                </a:moveTo>
                <a:lnTo>
                  <a:pt x="302507" y="628170"/>
                </a:lnTo>
                <a:lnTo>
                  <a:pt x="301752" y="628933"/>
                </a:lnTo>
                <a:lnTo>
                  <a:pt x="301752" y="630775"/>
                </a:lnTo>
                <a:lnTo>
                  <a:pt x="302507" y="631539"/>
                </a:lnTo>
                <a:lnTo>
                  <a:pt x="304357" y="631539"/>
                </a:lnTo>
                <a:lnTo>
                  <a:pt x="305112" y="630775"/>
                </a:lnTo>
                <a:lnTo>
                  <a:pt x="305112" y="628933"/>
                </a:lnTo>
                <a:lnTo>
                  <a:pt x="304357" y="628170"/>
                </a:lnTo>
                <a:close/>
              </a:path>
              <a:path extrusionOk="0" h="2468879" w="4523105">
                <a:moveTo>
                  <a:pt x="609293" y="624037"/>
                </a:moveTo>
                <a:lnTo>
                  <a:pt x="602770" y="624037"/>
                </a:lnTo>
                <a:lnTo>
                  <a:pt x="600160" y="626642"/>
                </a:lnTo>
                <a:lnTo>
                  <a:pt x="600160" y="633111"/>
                </a:lnTo>
                <a:lnTo>
                  <a:pt x="602770" y="635762"/>
                </a:lnTo>
                <a:lnTo>
                  <a:pt x="609293" y="635762"/>
                </a:lnTo>
                <a:lnTo>
                  <a:pt x="611902" y="633111"/>
                </a:lnTo>
                <a:lnTo>
                  <a:pt x="611902" y="626642"/>
                </a:lnTo>
                <a:lnTo>
                  <a:pt x="609293" y="624037"/>
                </a:lnTo>
                <a:close/>
              </a:path>
              <a:path extrusionOk="0" h="2468879" w="4523105">
                <a:moveTo>
                  <a:pt x="914180" y="619814"/>
                </a:moveTo>
                <a:lnTo>
                  <a:pt x="903068" y="619814"/>
                </a:lnTo>
                <a:lnTo>
                  <a:pt x="898569" y="624306"/>
                </a:lnTo>
                <a:lnTo>
                  <a:pt x="898569" y="635447"/>
                </a:lnTo>
                <a:lnTo>
                  <a:pt x="903068" y="639940"/>
                </a:lnTo>
                <a:lnTo>
                  <a:pt x="914180" y="639940"/>
                </a:lnTo>
                <a:lnTo>
                  <a:pt x="918679" y="635447"/>
                </a:lnTo>
                <a:lnTo>
                  <a:pt x="918679" y="624306"/>
                </a:lnTo>
                <a:lnTo>
                  <a:pt x="914180" y="619814"/>
                </a:lnTo>
                <a:close/>
              </a:path>
              <a:path extrusionOk="0" h="2468879" w="4523105">
                <a:moveTo>
                  <a:pt x="1218617" y="616444"/>
                </a:moveTo>
                <a:lnTo>
                  <a:pt x="1203816" y="616444"/>
                </a:lnTo>
                <a:lnTo>
                  <a:pt x="1197787" y="622464"/>
                </a:lnTo>
                <a:lnTo>
                  <a:pt x="1197787" y="637289"/>
                </a:lnTo>
                <a:lnTo>
                  <a:pt x="1203816" y="643309"/>
                </a:lnTo>
                <a:lnTo>
                  <a:pt x="1218617" y="643309"/>
                </a:lnTo>
                <a:lnTo>
                  <a:pt x="1224645" y="637289"/>
                </a:lnTo>
                <a:lnTo>
                  <a:pt x="1224645" y="622464"/>
                </a:lnTo>
                <a:lnTo>
                  <a:pt x="1218617" y="616444"/>
                </a:lnTo>
                <a:close/>
              </a:path>
              <a:path extrusionOk="0" h="2468879" w="4523105">
                <a:moveTo>
                  <a:pt x="1523054" y="613120"/>
                </a:moveTo>
                <a:lnTo>
                  <a:pt x="1504564" y="613120"/>
                </a:lnTo>
                <a:lnTo>
                  <a:pt x="1497051" y="620667"/>
                </a:lnTo>
                <a:lnTo>
                  <a:pt x="1497051" y="639176"/>
                </a:lnTo>
                <a:lnTo>
                  <a:pt x="1504564" y="646678"/>
                </a:lnTo>
                <a:lnTo>
                  <a:pt x="1523054" y="646678"/>
                </a:lnTo>
                <a:lnTo>
                  <a:pt x="1530567" y="639176"/>
                </a:lnTo>
                <a:lnTo>
                  <a:pt x="1530567" y="620667"/>
                </a:lnTo>
                <a:lnTo>
                  <a:pt x="1523054" y="613120"/>
                </a:lnTo>
                <a:close/>
              </a:path>
              <a:path extrusionOk="0" h="2468879" w="4523105">
                <a:moveTo>
                  <a:pt x="1816379" y="609796"/>
                </a:moveTo>
                <a:lnTo>
                  <a:pt x="1808549" y="611374"/>
                </a:lnTo>
                <a:lnTo>
                  <a:pt x="1802157" y="615681"/>
                </a:lnTo>
                <a:lnTo>
                  <a:pt x="1797848" y="622077"/>
                </a:lnTo>
                <a:lnTo>
                  <a:pt x="1796269" y="629922"/>
                </a:lnTo>
                <a:lnTo>
                  <a:pt x="1797848" y="637740"/>
                </a:lnTo>
                <a:lnTo>
                  <a:pt x="1802157" y="644123"/>
                </a:lnTo>
                <a:lnTo>
                  <a:pt x="1808549" y="648425"/>
                </a:lnTo>
                <a:lnTo>
                  <a:pt x="1816379" y="650003"/>
                </a:lnTo>
                <a:lnTo>
                  <a:pt x="1824235" y="648425"/>
                </a:lnTo>
                <a:lnTo>
                  <a:pt x="1830640" y="644123"/>
                </a:lnTo>
                <a:lnTo>
                  <a:pt x="1834953" y="637740"/>
                </a:lnTo>
                <a:lnTo>
                  <a:pt x="1836534" y="629922"/>
                </a:lnTo>
                <a:lnTo>
                  <a:pt x="1834953" y="622077"/>
                </a:lnTo>
                <a:lnTo>
                  <a:pt x="1830640" y="615681"/>
                </a:lnTo>
                <a:lnTo>
                  <a:pt x="1824235" y="611374"/>
                </a:lnTo>
                <a:lnTo>
                  <a:pt x="1816379" y="609796"/>
                </a:lnTo>
                <a:close/>
              </a:path>
              <a:path extrusionOk="0" h="2468879" w="4523105">
                <a:moveTo>
                  <a:pt x="2118971" y="606426"/>
                </a:moveTo>
                <a:lnTo>
                  <a:pt x="2109836" y="608272"/>
                </a:lnTo>
                <a:lnTo>
                  <a:pt x="2102371" y="613305"/>
                </a:lnTo>
                <a:lnTo>
                  <a:pt x="2097335" y="620773"/>
                </a:lnTo>
                <a:lnTo>
                  <a:pt x="2095487" y="629922"/>
                </a:lnTo>
                <a:lnTo>
                  <a:pt x="2097335" y="639044"/>
                </a:lnTo>
                <a:lnTo>
                  <a:pt x="2102371" y="646499"/>
                </a:lnTo>
                <a:lnTo>
                  <a:pt x="2109836" y="651527"/>
                </a:lnTo>
                <a:lnTo>
                  <a:pt x="2118971" y="653372"/>
                </a:lnTo>
                <a:lnTo>
                  <a:pt x="2128133" y="651527"/>
                </a:lnTo>
                <a:lnTo>
                  <a:pt x="2135611" y="646499"/>
                </a:lnTo>
                <a:lnTo>
                  <a:pt x="2140652" y="639044"/>
                </a:lnTo>
                <a:lnTo>
                  <a:pt x="2142500" y="629922"/>
                </a:lnTo>
                <a:lnTo>
                  <a:pt x="2140652" y="620773"/>
                </a:lnTo>
                <a:lnTo>
                  <a:pt x="2135611" y="613305"/>
                </a:lnTo>
                <a:lnTo>
                  <a:pt x="2128133" y="608272"/>
                </a:lnTo>
                <a:lnTo>
                  <a:pt x="2118971" y="606426"/>
                </a:lnTo>
                <a:close/>
              </a:path>
              <a:path extrusionOk="0" h="2468879" w="4523105">
                <a:moveTo>
                  <a:pt x="2421609" y="603956"/>
                </a:moveTo>
                <a:lnTo>
                  <a:pt x="2411465" y="605998"/>
                </a:lnTo>
                <a:lnTo>
                  <a:pt x="2403186" y="611565"/>
                </a:lnTo>
                <a:lnTo>
                  <a:pt x="2397606" y="619819"/>
                </a:lnTo>
                <a:lnTo>
                  <a:pt x="2395561" y="629922"/>
                </a:lnTo>
                <a:lnTo>
                  <a:pt x="2397606" y="640025"/>
                </a:lnTo>
                <a:lnTo>
                  <a:pt x="2403186" y="648279"/>
                </a:lnTo>
                <a:lnTo>
                  <a:pt x="2411465" y="653846"/>
                </a:lnTo>
                <a:lnTo>
                  <a:pt x="2421609" y="655888"/>
                </a:lnTo>
                <a:lnTo>
                  <a:pt x="2431726" y="653846"/>
                </a:lnTo>
                <a:lnTo>
                  <a:pt x="2439992" y="648279"/>
                </a:lnTo>
                <a:lnTo>
                  <a:pt x="2445567" y="640025"/>
                </a:lnTo>
                <a:lnTo>
                  <a:pt x="2447612" y="629922"/>
                </a:lnTo>
                <a:lnTo>
                  <a:pt x="2445567" y="619819"/>
                </a:lnTo>
                <a:lnTo>
                  <a:pt x="2439992" y="611565"/>
                </a:lnTo>
                <a:lnTo>
                  <a:pt x="2431726" y="605998"/>
                </a:lnTo>
                <a:lnTo>
                  <a:pt x="2421609" y="603956"/>
                </a:lnTo>
                <a:close/>
              </a:path>
              <a:path extrusionOk="0" h="2468879" w="4523105">
                <a:moveTo>
                  <a:pt x="2724201" y="600586"/>
                </a:moveTo>
                <a:lnTo>
                  <a:pt x="2712760" y="602889"/>
                </a:lnTo>
                <a:lnTo>
                  <a:pt x="2703422" y="609172"/>
                </a:lnTo>
                <a:lnTo>
                  <a:pt x="2697130" y="618496"/>
                </a:lnTo>
                <a:lnTo>
                  <a:pt x="2694824" y="629922"/>
                </a:lnTo>
                <a:lnTo>
                  <a:pt x="2697130" y="641347"/>
                </a:lnTo>
                <a:lnTo>
                  <a:pt x="2703422" y="650671"/>
                </a:lnTo>
                <a:lnTo>
                  <a:pt x="2712760" y="656954"/>
                </a:lnTo>
                <a:lnTo>
                  <a:pt x="2724201" y="659257"/>
                </a:lnTo>
                <a:lnTo>
                  <a:pt x="2735617" y="656954"/>
                </a:lnTo>
                <a:lnTo>
                  <a:pt x="2744941" y="650671"/>
                </a:lnTo>
                <a:lnTo>
                  <a:pt x="2751228" y="641347"/>
                </a:lnTo>
                <a:lnTo>
                  <a:pt x="2753534" y="629922"/>
                </a:lnTo>
                <a:lnTo>
                  <a:pt x="2751228" y="618496"/>
                </a:lnTo>
                <a:lnTo>
                  <a:pt x="2744941" y="609172"/>
                </a:lnTo>
                <a:lnTo>
                  <a:pt x="2735617" y="602889"/>
                </a:lnTo>
                <a:lnTo>
                  <a:pt x="2724201" y="600586"/>
                </a:lnTo>
                <a:close/>
              </a:path>
              <a:path extrusionOk="0" h="2468879" w="4523105">
                <a:moveTo>
                  <a:pt x="3026794" y="597217"/>
                </a:moveTo>
                <a:lnTo>
                  <a:pt x="3014047" y="599788"/>
                </a:lnTo>
                <a:lnTo>
                  <a:pt x="3003636" y="606797"/>
                </a:lnTo>
                <a:lnTo>
                  <a:pt x="2996616" y="617193"/>
                </a:lnTo>
                <a:lnTo>
                  <a:pt x="2994042" y="629922"/>
                </a:lnTo>
                <a:lnTo>
                  <a:pt x="2996616" y="642651"/>
                </a:lnTo>
                <a:lnTo>
                  <a:pt x="3003636" y="653046"/>
                </a:lnTo>
                <a:lnTo>
                  <a:pt x="3014047" y="660056"/>
                </a:lnTo>
                <a:lnTo>
                  <a:pt x="3026794" y="662626"/>
                </a:lnTo>
                <a:lnTo>
                  <a:pt x="3039515" y="660056"/>
                </a:lnTo>
                <a:lnTo>
                  <a:pt x="3049912" y="653046"/>
                </a:lnTo>
                <a:lnTo>
                  <a:pt x="3056927" y="642651"/>
                </a:lnTo>
                <a:lnTo>
                  <a:pt x="3059500" y="629922"/>
                </a:lnTo>
                <a:lnTo>
                  <a:pt x="3056927" y="617193"/>
                </a:lnTo>
                <a:lnTo>
                  <a:pt x="3049912" y="606797"/>
                </a:lnTo>
                <a:lnTo>
                  <a:pt x="3039515" y="599788"/>
                </a:lnTo>
                <a:lnTo>
                  <a:pt x="3026794" y="597217"/>
                </a:lnTo>
                <a:close/>
              </a:path>
              <a:path extrusionOk="0" h="2468879" w="4523105">
                <a:moveTo>
                  <a:pt x="3329386" y="594746"/>
                </a:moveTo>
                <a:lnTo>
                  <a:pt x="3315657" y="597513"/>
                </a:lnTo>
                <a:lnTo>
                  <a:pt x="3304446" y="605056"/>
                </a:lnTo>
                <a:lnTo>
                  <a:pt x="3296887" y="616238"/>
                </a:lnTo>
                <a:lnTo>
                  <a:pt x="3294115" y="629922"/>
                </a:lnTo>
                <a:lnTo>
                  <a:pt x="3296887" y="643631"/>
                </a:lnTo>
                <a:lnTo>
                  <a:pt x="3304446" y="654826"/>
                </a:lnTo>
                <a:lnTo>
                  <a:pt x="3315657" y="662374"/>
                </a:lnTo>
                <a:lnTo>
                  <a:pt x="3329386" y="665142"/>
                </a:lnTo>
                <a:lnTo>
                  <a:pt x="3343090" y="662374"/>
                </a:lnTo>
                <a:lnTo>
                  <a:pt x="3354288" y="654826"/>
                </a:lnTo>
                <a:lnTo>
                  <a:pt x="3361841" y="643631"/>
                </a:lnTo>
                <a:lnTo>
                  <a:pt x="3364612" y="629922"/>
                </a:lnTo>
                <a:lnTo>
                  <a:pt x="3361841" y="616238"/>
                </a:lnTo>
                <a:lnTo>
                  <a:pt x="3354287" y="605056"/>
                </a:lnTo>
                <a:lnTo>
                  <a:pt x="3343090" y="597513"/>
                </a:lnTo>
                <a:lnTo>
                  <a:pt x="3329386" y="594746"/>
                </a:lnTo>
                <a:close/>
              </a:path>
              <a:path extrusionOk="0" h="2468879" w="4523105">
                <a:moveTo>
                  <a:pt x="3631934" y="592231"/>
                </a:moveTo>
                <a:lnTo>
                  <a:pt x="3617249" y="595195"/>
                </a:lnTo>
                <a:lnTo>
                  <a:pt x="3605250" y="603276"/>
                </a:lnTo>
                <a:lnTo>
                  <a:pt x="3597157" y="615257"/>
                </a:lnTo>
                <a:lnTo>
                  <a:pt x="3594189" y="629922"/>
                </a:lnTo>
                <a:lnTo>
                  <a:pt x="3597157" y="644612"/>
                </a:lnTo>
                <a:lnTo>
                  <a:pt x="3605250" y="656606"/>
                </a:lnTo>
                <a:lnTo>
                  <a:pt x="3617249" y="664693"/>
                </a:lnTo>
                <a:lnTo>
                  <a:pt x="3631934" y="667658"/>
                </a:lnTo>
                <a:lnTo>
                  <a:pt x="3646645" y="664693"/>
                </a:lnTo>
                <a:lnTo>
                  <a:pt x="3658657" y="656606"/>
                </a:lnTo>
                <a:lnTo>
                  <a:pt x="3666755" y="644612"/>
                </a:lnTo>
                <a:lnTo>
                  <a:pt x="3669724" y="629922"/>
                </a:lnTo>
                <a:lnTo>
                  <a:pt x="3666755" y="615257"/>
                </a:lnTo>
                <a:lnTo>
                  <a:pt x="3658657" y="603276"/>
                </a:lnTo>
                <a:lnTo>
                  <a:pt x="3646645" y="595195"/>
                </a:lnTo>
                <a:lnTo>
                  <a:pt x="3631934" y="592231"/>
                </a:lnTo>
                <a:close/>
              </a:path>
              <a:path extrusionOk="0" h="2468879" w="4523105">
                <a:moveTo>
                  <a:pt x="3934526" y="588861"/>
                </a:moveTo>
                <a:lnTo>
                  <a:pt x="3918543" y="592087"/>
                </a:lnTo>
                <a:lnTo>
                  <a:pt x="3905486" y="600884"/>
                </a:lnTo>
                <a:lnTo>
                  <a:pt x="3896681" y="613935"/>
                </a:lnTo>
                <a:lnTo>
                  <a:pt x="3893452" y="629922"/>
                </a:lnTo>
                <a:lnTo>
                  <a:pt x="3896681" y="645915"/>
                </a:lnTo>
                <a:lnTo>
                  <a:pt x="3905486" y="658982"/>
                </a:lnTo>
                <a:lnTo>
                  <a:pt x="3918543" y="667795"/>
                </a:lnTo>
                <a:lnTo>
                  <a:pt x="3934526" y="671027"/>
                </a:lnTo>
                <a:lnTo>
                  <a:pt x="3950543" y="667795"/>
                </a:lnTo>
                <a:lnTo>
                  <a:pt x="3963628" y="658982"/>
                </a:lnTo>
                <a:lnTo>
                  <a:pt x="3972454" y="645915"/>
                </a:lnTo>
                <a:lnTo>
                  <a:pt x="3975691" y="629922"/>
                </a:lnTo>
                <a:lnTo>
                  <a:pt x="3972454" y="613935"/>
                </a:lnTo>
                <a:lnTo>
                  <a:pt x="3963628" y="600884"/>
                </a:lnTo>
                <a:lnTo>
                  <a:pt x="3950543" y="592087"/>
                </a:lnTo>
                <a:lnTo>
                  <a:pt x="3934526" y="588861"/>
                </a:lnTo>
                <a:close/>
              </a:path>
              <a:path extrusionOk="0" h="2468879" w="4523105">
                <a:moveTo>
                  <a:pt x="4237119" y="586345"/>
                </a:moveTo>
                <a:lnTo>
                  <a:pt x="4220153" y="589775"/>
                </a:lnTo>
                <a:lnTo>
                  <a:pt x="4206296" y="599126"/>
                </a:lnTo>
                <a:lnTo>
                  <a:pt x="4196952" y="612992"/>
                </a:lnTo>
                <a:lnTo>
                  <a:pt x="4193525" y="629967"/>
                </a:lnTo>
                <a:lnTo>
                  <a:pt x="4196952" y="646915"/>
                </a:lnTo>
                <a:lnTo>
                  <a:pt x="4206296" y="660767"/>
                </a:lnTo>
                <a:lnTo>
                  <a:pt x="4220153" y="670114"/>
                </a:lnTo>
                <a:lnTo>
                  <a:pt x="4237119" y="673543"/>
                </a:lnTo>
                <a:lnTo>
                  <a:pt x="4254111" y="670114"/>
                </a:lnTo>
                <a:lnTo>
                  <a:pt x="4267981" y="660767"/>
                </a:lnTo>
                <a:lnTo>
                  <a:pt x="4277330" y="646915"/>
                </a:lnTo>
                <a:lnTo>
                  <a:pt x="4280758" y="629967"/>
                </a:lnTo>
                <a:lnTo>
                  <a:pt x="4277330" y="612992"/>
                </a:lnTo>
                <a:lnTo>
                  <a:pt x="4267981" y="599126"/>
                </a:lnTo>
                <a:lnTo>
                  <a:pt x="4254110" y="589775"/>
                </a:lnTo>
                <a:lnTo>
                  <a:pt x="4237119" y="586345"/>
                </a:lnTo>
                <a:close/>
              </a:path>
              <a:path extrusionOk="0" h="2468879" w="4523105">
                <a:moveTo>
                  <a:pt x="4522590" y="587290"/>
                </a:moveTo>
                <a:lnTo>
                  <a:pt x="4521764" y="587457"/>
                </a:lnTo>
                <a:lnTo>
                  <a:pt x="4507106" y="597346"/>
                </a:lnTo>
                <a:lnTo>
                  <a:pt x="4497223" y="612012"/>
                </a:lnTo>
                <a:lnTo>
                  <a:pt x="4493598" y="629967"/>
                </a:lnTo>
                <a:lnTo>
                  <a:pt x="4497223" y="647914"/>
                </a:lnTo>
                <a:lnTo>
                  <a:pt x="4507106" y="662564"/>
                </a:lnTo>
                <a:lnTo>
                  <a:pt x="4521764" y="672439"/>
                </a:lnTo>
                <a:lnTo>
                  <a:pt x="4522590" y="672605"/>
                </a:lnTo>
                <a:lnTo>
                  <a:pt x="4522590" y="587290"/>
                </a:lnTo>
                <a:close/>
              </a:path>
              <a:path extrusionOk="0" h="2468879" w="4523105">
                <a:moveTo>
                  <a:pt x="1680" y="931855"/>
                </a:moveTo>
                <a:lnTo>
                  <a:pt x="0" y="931855"/>
                </a:lnTo>
                <a:lnTo>
                  <a:pt x="0" y="932798"/>
                </a:lnTo>
                <a:lnTo>
                  <a:pt x="1680" y="932798"/>
                </a:lnTo>
                <a:lnTo>
                  <a:pt x="1680" y="931855"/>
                </a:lnTo>
                <a:close/>
              </a:path>
              <a:path extrusionOk="0" h="2468879" w="4523105">
                <a:moveTo>
                  <a:pt x="305301" y="928980"/>
                </a:moveTo>
                <a:lnTo>
                  <a:pt x="301567" y="928980"/>
                </a:lnTo>
                <a:lnTo>
                  <a:pt x="300069" y="930462"/>
                </a:lnTo>
                <a:lnTo>
                  <a:pt x="300069" y="934191"/>
                </a:lnTo>
                <a:lnTo>
                  <a:pt x="301567" y="935673"/>
                </a:lnTo>
                <a:lnTo>
                  <a:pt x="305283" y="935673"/>
                </a:lnTo>
                <a:lnTo>
                  <a:pt x="306795" y="934191"/>
                </a:lnTo>
                <a:lnTo>
                  <a:pt x="306795" y="930462"/>
                </a:lnTo>
                <a:lnTo>
                  <a:pt x="305301" y="928980"/>
                </a:lnTo>
                <a:close/>
              </a:path>
              <a:path extrusionOk="0" h="2468879" w="4523105">
                <a:moveTo>
                  <a:pt x="609743" y="925655"/>
                </a:moveTo>
                <a:lnTo>
                  <a:pt x="602320" y="925655"/>
                </a:lnTo>
                <a:lnTo>
                  <a:pt x="599306" y="928665"/>
                </a:lnTo>
                <a:lnTo>
                  <a:pt x="599306" y="936033"/>
                </a:lnTo>
                <a:lnTo>
                  <a:pt x="602320" y="939043"/>
                </a:lnTo>
                <a:lnTo>
                  <a:pt x="609743" y="939043"/>
                </a:lnTo>
                <a:lnTo>
                  <a:pt x="612757" y="936033"/>
                </a:lnTo>
                <a:lnTo>
                  <a:pt x="612757" y="928665"/>
                </a:lnTo>
                <a:lnTo>
                  <a:pt x="609743" y="925655"/>
                </a:lnTo>
                <a:close/>
              </a:path>
              <a:path extrusionOk="0" h="2468879" w="4523105">
                <a:moveTo>
                  <a:pt x="914180" y="922286"/>
                </a:moveTo>
                <a:lnTo>
                  <a:pt x="903068" y="922286"/>
                </a:lnTo>
                <a:lnTo>
                  <a:pt x="898569" y="926778"/>
                </a:lnTo>
                <a:lnTo>
                  <a:pt x="898569" y="937919"/>
                </a:lnTo>
                <a:lnTo>
                  <a:pt x="903068" y="942412"/>
                </a:lnTo>
                <a:lnTo>
                  <a:pt x="914180" y="942412"/>
                </a:lnTo>
                <a:lnTo>
                  <a:pt x="918679" y="937919"/>
                </a:lnTo>
                <a:lnTo>
                  <a:pt x="918679" y="926778"/>
                </a:lnTo>
                <a:lnTo>
                  <a:pt x="914180" y="922286"/>
                </a:lnTo>
                <a:close/>
              </a:path>
              <a:path extrusionOk="0" h="2468879" w="4523105">
                <a:moveTo>
                  <a:pt x="1218617" y="918917"/>
                </a:moveTo>
                <a:lnTo>
                  <a:pt x="1203816" y="918917"/>
                </a:lnTo>
                <a:lnTo>
                  <a:pt x="1197787" y="924936"/>
                </a:lnTo>
                <a:lnTo>
                  <a:pt x="1197787" y="939761"/>
                </a:lnTo>
                <a:lnTo>
                  <a:pt x="1203816" y="945781"/>
                </a:lnTo>
                <a:lnTo>
                  <a:pt x="1218617" y="945781"/>
                </a:lnTo>
                <a:lnTo>
                  <a:pt x="1224646" y="939761"/>
                </a:lnTo>
                <a:lnTo>
                  <a:pt x="1224646" y="924936"/>
                </a:lnTo>
                <a:lnTo>
                  <a:pt x="1218617" y="918917"/>
                </a:lnTo>
                <a:close/>
              </a:path>
              <a:path extrusionOk="0" h="2468879" w="4523105">
                <a:moveTo>
                  <a:pt x="1523054" y="915592"/>
                </a:moveTo>
                <a:lnTo>
                  <a:pt x="1504564" y="915592"/>
                </a:lnTo>
                <a:lnTo>
                  <a:pt x="1497051" y="923095"/>
                </a:lnTo>
                <a:lnTo>
                  <a:pt x="1497051" y="941603"/>
                </a:lnTo>
                <a:lnTo>
                  <a:pt x="1504564" y="949106"/>
                </a:lnTo>
                <a:lnTo>
                  <a:pt x="1523054" y="949106"/>
                </a:lnTo>
                <a:lnTo>
                  <a:pt x="1530567" y="941603"/>
                </a:lnTo>
                <a:lnTo>
                  <a:pt x="1530567" y="923095"/>
                </a:lnTo>
                <a:lnTo>
                  <a:pt x="1523054" y="915592"/>
                </a:lnTo>
                <a:close/>
              </a:path>
              <a:path extrusionOk="0" h="2468879" w="4523105">
                <a:moveTo>
                  <a:pt x="1816379" y="912223"/>
                </a:moveTo>
                <a:lnTo>
                  <a:pt x="1808549" y="913807"/>
                </a:lnTo>
                <a:lnTo>
                  <a:pt x="1802157" y="918125"/>
                </a:lnTo>
                <a:lnTo>
                  <a:pt x="1797849" y="924523"/>
                </a:lnTo>
                <a:lnTo>
                  <a:pt x="1796269" y="932349"/>
                </a:lnTo>
                <a:lnTo>
                  <a:pt x="1797849" y="940194"/>
                </a:lnTo>
                <a:lnTo>
                  <a:pt x="1802157" y="946590"/>
                </a:lnTo>
                <a:lnTo>
                  <a:pt x="1808549" y="950897"/>
                </a:lnTo>
                <a:lnTo>
                  <a:pt x="1816379" y="952475"/>
                </a:lnTo>
                <a:lnTo>
                  <a:pt x="1824235" y="950897"/>
                </a:lnTo>
                <a:lnTo>
                  <a:pt x="1830640" y="946590"/>
                </a:lnTo>
                <a:lnTo>
                  <a:pt x="1834954" y="940194"/>
                </a:lnTo>
                <a:lnTo>
                  <a:pt x="1836534" y="932349"/>
                </a:lnTo>
                <a:lnTo>
                  <a:pt x="1834954" y="924523"/>
                </a:lnTo>
                <a:lnTo>
                  <a:pt x="1830640" y="918125"/>
                </a:lnTo>
                <a:lnTo>
                  <a:pt x="1824235" y="913807"/>
                </a:lnTo>
                <a:lnTo>
                  <a:pt x="1816379" y="912223"/>
                </a:lnTo>
                <a:close/>
              </a:path>
              <a:path extrusionOk="0" h="2468879" w="4523105">
                <a:moveTo>
                  <a:pt x="2118971" y="908899"/>
                </a:moveTo>
                <a:lnTo>
                  <a:pt x="2109836" y="910743"/>
                </a:lnTo>
                <a:lnTo>
                  <a:pt x="2102371" y="915772"/>
                </a:lnTo>
                <a:lnTo>
                  <a:pt x="2097335" y="923227"/>
                </a:lnTo>
                <a:lnTo>
                  <a:pt x="2095488" y="932349"/>
                </a:lnTo>
                <a:lnTo>
                  <a:pt x="2097335" y="941497"/>
                </a:lnTo>
                <a:lnTo>
                  <a:pt x="2102371" y="948965"/>
                </a:lnTo>
                <a:lnTo>
                  <a:pt x="2109836" y="953999"/>
                </a:lnTo>
                <a:lnTo>
                  <a:pt x="2118972" y="955844"/>
                </a:lnTo>
                <a:lnTo>
                  <a:pt x="2128133" y="953999"/>
                </a:lnTo>
                <a:lnTo>
                  <a:pt x="2135612" y="948965"/>
                </a:lnTo>
                <a:lnTo>
                  <a:pt x="2140652" y="941497"/>
                </a:lnTo>
                <a:lnTo>
                  <a:pt x="2142500" y="932349"/>
                </a:lnTo>
                <a:lnTo>
                  <a:pt x="2140652" y="923227"/>
                </a:lnTo>
                <a:lnTo>
                  <a:pt x="2135612" y="915772"/>
                </a:lnTo>
                <a:lnTo>
                  <a:pt x="2128133" y="910743"/>
                </a:lnTo>
                <a:lnTo>
                  <a:pt x="2118971" y="908899"/>
                </a:lnTo>
                <a:close/>
              </a:path>
              <a:path extrusionOk="0" h="2468879" w="4523105">
                <a:moveTo>
                  <a:pt x="2421609" y="906383"/>
                </a:moveTo>
                <a:lnTo>
                  <a:pt x="2411466" y="908426"/>
                </a:lnTo>
                <a:lnTo>
                  <a:pt x="2403186" y="913998"/>
                </a:lnTo>
                <a:lnTo>
                  <a:pt x="2397606" y="922265"/>
                </a:lnTo>
                <a:lnTo>
                  <a:pt x="2395561" y="932394"/>
                </a:lnTo>
                <a:lnTo>
                  <a:pt x="2397606" y="942497"/>
                </a:lnTo>
                <a:lnTo>
                  <a:pt x="2403186" y="950751"/>
                </a:lnTo>
                <a:lnTo>
                  <a:pt x="2411466" y="956318"/>
                </a:lnTo>
                <a:lnTo>
                  <a:pt x="2421609" y="958360"/>
                </a:lnTo>
                <a:lnTo>
                  <a:pt x="2431727" y="956318"/>
                </a:lnTo>
                <a:lnTo>
                  <a:pt x="2439992" y="950751"/>
                </a:lnTo>
                <a:lnTo>
                  <a:pt x="2445567" y="942497"/>
                </a:lnTo>
                <a:lnTo>
                  <a:pt x="2447612" y="932394"/>
                </a:lnTo>
                <a:lnTo>
                  <a:pt x="2445567" y="922265"/>
                </a:lnTo>
                <a:lnTo>
                  <a:pt x="2439992" y="913998"/>
                </a:lnTo>
                <a:lnTo>
                  <a:pt x="2431726" y="908426"/>
                </a:lnTo>
                <a:lnTo>
                  <a:pt x="2421609" y="906383"/>
                </a:lnTo>
                <a:close/>
              </a:path>
              <a:path extrusionOk="0" h="2468879" w="4523105">
                <a:moveTo>
                  <a:pt x="2724202" y="903014"/>
                </a:moveTo>
                <a:lnTo>
                  <a:pt x="2712760" y="905324"/>
                </a:lnTo>
                <a:lnTo>
                  <a:pt x="2703422" y="911622"/>
                </a:lnTo>
                <a:lnTo>
                  <a:pt x="2697130" y="920961"/>
                </a:lnTo>
                <a:lnTo>
                  <a:pt x="2694824" y="932394"/>
                </a:lnTo>
                <a:lnTo>
                  <a:pt x="2697130" y="943800"/>
                </a:lnTo>
                <a:lnTo>
                  <a:pt x="2703422" y="953126"/>
                </a:lnTo>
                <a:lnTo>
                  <a:pt x="2712760" y="959420"/>
                </a:lnTo>
                <a:lnTo>
                  <a:pt x="2724202" y="961729"/>
                </a:lnTo>
                <a:lnTo>
                  <a:pt x="2735617" y="959420"/>
                </a:lnTo>
                <a:lnTo>
                  <a:pt x="2744941" y="953126"/>
                </a:lnTo>
                <a:lnTo>
                  <a:pt x="2751228" y="943800"/>
                </a:lnTo>
                <a:lnTo>
                  <a:pt x="2753534" y="932394"/>
                </a:lnTo>
                <a:lnTo>
                  <a:pt x="2751228" y="920961"/>
                </a:lnTo>
                <a:lnTo>
                  <a:pt x="2744941" y="911622"/>
                </a:lnTo>
                <a:lnTo>
                  <a:pt x="2735617" y="905324"/>
                </a:lnTo>
                <a:lnTo>
                  <a:pt x="2724202" y="903014"/>
                </a:lnTo>
                <a:close/>
              </a:path>
              <a:path extrusionOk="0" h="2468879" w="4523105">
                <a:moveTo>
                  <a:pt x="3026794" y="899689"/>
                </a:moveTo>
                <a:lnTo>
                  <a:pt x="3014047" y="902260"/>
                </a:lnTo>
                <a:lnTo>
                  <a:pt x="3003636" y="909269"/>
                </a:lnTo>
                <a:lnTo>
                  <a:pt x="2996617" y="919665"/>
                </a:lnTo>
                <a:lnTo>
                  <a:pt x="2994042" y="932394"/>
                </a:lnTo>
                <a:lnTo>
                  <a:pt x="2996617" y="945123"/>
                </a:lnTo>
                <a:lnTo>
                  <a:pt x="3003636" y="955518"/>
                </a:lnTo>
                <a:lnTo>
                  <a:pt x="3014047" y="962528"/>
                </a:lnTo>
                <a:lnTo>
                  <a:pt x="3026794" y="965098"/>
                </a:lnTo>
                <a:lnTo>
                  <a:pt x="3039515" y="962528"/>
                </a:lnTo>
                <a:lnTo>
                  <a:pt x="3049913" y="955518"/>
                </a:lnTo>
                <a:lnTo>
                  <a:pt x="3056927" y="945123"/>
                </a:lnTo>
                <a:lnTo>
                  <a:pt x="3059501" y="932394"/>
                </a:lnTo>
                <a:lnTo>
                  <a:pt x="3056927" y="919665"/>
                </a:lnTo>
                <a:lnTo>
                  <a:pt x="3049912" y="909269"/>
                </a:lnTo>
                <a:lnTo>
                  <a:pt x="3039515" y="902260"/>
                </a:lnTo>
                <a:lnTo>
                  <a:pt x="3026794" y="899689"/>
                </a:lnTo>
                <a:close/>
              </a:path>
              <a:path extrusionOk="0" h="2468879" w="4523105">
                <a:moveTo>
                  <a:pt x="3329387" y="897174"/>
                </a:moveTo>
                <a:lnTo>
                  <a:pt x="3315657" y="899941"/>
                </a:lnTo>
                <a:lnTo>
                  <a:pt x="3304446" y="907489"/>
                </a:lnTo>
                <a:lnTo>
                  <a:pt x="3296887" y="918684"/>
                </a:lnTo>
                <a:lnTo>
                  <a:pt x="3294116" y="932394"/>
                </a:lnTo>
                <a:lnTo>
                  <a:pt x="3296887" y="946103"/>
                </a:lnTo>
                <a:lnTo>
                  <a:pt x="3304446" y="957299"/>
                </a:lnTo>
                <a:lnTo>
                  <a:pt x="3315657" y="964846"/>
                </a:lnTo>
                <a:lnTo>
                  <a:pt x="3329387" y="967614"/>
                </a:lnTo>
                <a:lnTo>
                  <a:pt x="3343090" y="964846"/>
                </a:lnTo>
                <a:lnTo>
                  <a:pt x="3354288" y="957299"/>
                </a:lnTo>
                <a:lnTo>
                  <a:pt x="3361842" y="946103"/>
                </a:lnTo>
                <a:lnTo>
                  <a:pt x="3364613" y="932394"/>
                </a:lnTo>
                <a:lnTo>
                  <a:pt x="3361842" y="918684"/>
                </a:lnTo>
                <a:lnTo>
                  <a:pt x="3354288" y="907489"/>
                </a:lnTo>
                <a:lnTo>
                  <a:pt x="3343090" y="899941"/>
                </a:lnTo>
                <a:lnTo>
                  <a:pt x="3329387" y="897174"/>
                </a:lnTo>
                <a:close/>
              </a:path>
              <a:path extrusionOk="0" h="2468879" w="4523105">
                <a:moveTo>
                  <a:pt x="3631934" y="894658"/>
                </a:moveTo>
                <a:lnTo>
                  <a:pt x="3617249" y="897623"/>
                </a:lnTo>
                <a:lnTo>
                  <a:pt x="3605250" y="905709"/>
                </a:lnTo>
                <a:lnTo>
                  <a:pt x="3597157" y="917704"/>
                </a:lnTo>
                <a:lnTo>
                  <a:pt x="3594189" y="932394"/>
                </a:lnTo>
                <a:lnTo>
                  <a:pt x="3597157" y="947084"/>
                </a:lnTo>
                <a:lnTo>
                  <a:pt x="3605250" y="959079"/>
                </a:lnTo>
                <a:lnTo>
                  <a:pt x="3617249" y="967165"/>
                </a:lnTo>
                <a:lnTo>
                  <a:pt x="3631934" y="970130"/>
                </a:lnTo>
                <a:lnTo>
                  <a:pt x="3646645" y="967165"/>
                </a:lnTo>
                <a:lnTo>
                  <a:pt x="3658657" y="959079"/>
                </a:lnTo>
                <a:lnTo>
                  <a:pt x="3666755" y="947084"/>
                </a:lnTo>
                <a:lnTo>
                  <a:pt x="3669724" y="932394"/>
                </a:lnTo>
                <a:lnTo>
                  <a:pt x="3666755" y="917704"/>
                </a:lnTo>
                <a:lnTo>
                  <a:pt x="3658657" y="905709"/>
                </a:lnTo>
                <a:lnTo>
                  <a:pt x="3646645" y="897623"/>
                </a:lnTo>
                <a:lnTo>
                  <a:pt x="3631934" y="894658"/>
                </a:lnTo>
                <a:close/>
              </a:path>
              <a:path extrusionOk="0" h="2468879" w="4523105">
                <a:moveTo>
                  <a:pt x="3934527" y="891289"/>
                </a:moveTo>
                <a:lnTo>
                  <a:pt x="3918543" y="894521"/>
                </a:lnTo>
                <a:lnTo>
                  <a:pt x="3905487" y="903334"/>
                </a:lnTo>
                <a:lnTo>
                  <a:pt x="3896681" y="916400"/>
                </a:lnTo>
                <a:lnTo>
                  <a:pt x="3893452" y="932394"/>
                </a:lnTo>
                <a:lnTo>
                  <a:pt x="3896681" y="948387"/>
                </a:lnTo>
                <a:lnTo>
                  <a:pt x="3905487" y="961454"/>
                </a:lnTo>
                <a:lnTo>
                  <a:pt x="3918543" y="970267"/>
                </a:lnTo>
                <a:lnTo>
                  <a:pt x="3934527" y="973499"/>
                </a:lnTo>
                <a:lnTo>
                  <a:pt x="3950543" y="970267"/>
                </a:lnTo>
                <a:lnTo>
                  <a:pt x="3963629" y="961454"/>
                </a:lnTo>
                <a:lnTo>
                  <a:pt x="3972454" y="948387"/>
                </a:lnTo>
                <a:lnTo>
                  <a:pt x="3975691" y="932394"/>
                </a:lnTo>
                <a:lnTo>
                  <a:pt x="3972454" y="916400"/>
                </a:lnTo>
                <a:lnTo>
                  <a:pt x="3963628" y="903334"/>
                </a:lnTo>
                <a:lnTo>
                  <a:pt x="3950543" y="894521"/>
                </a:lnTo>
                <a:lnTo>
                  <a:pt x="3934527" y="891289"/>
                </a:lnTo>
                <a:close/>
              </a:path>
              <a:path extrusionOk="0" h="2468879" w="4523105">
                <a:moveTo>
                  <a:pt x="4237119" y="888818"/>
                </a:moveTo>
                <a:lnTo>
                  <a:pt x="4220154" y="892247"/>
                </a:lnTo>
                <a:lnTo>
                  <a:pt x="4206296" y="901593"/>
                </a:lnTo>
                <a:lnTo>
                  <a:pt x="4196952" y="915446"/>
                </a:lnTo>
                <a:lnTo>
                  <a:pt x="4193525" y="932394"/>
                </a:lnTo>
                <a:lnTo>
                  <a:pt x="4196952" y="949368"/>
                </a:lnTo>
                <a:lnTo>
                  <a:pt x="4206296" y="963234"/>
                </a:lnTo>
                <a:lnTo>
                  <a:pt x="4220154" y="972585"/>
                </a:lnTo>
                <a:lnTo>
                  <a:pt x="4237119" y="976015"/>
                </a:lnTo>
                <a:lnTo>
                  <a:pt x="4254111" y="972585"/>
                </a:lnTo>
                <a:lnTo>
                  <a:pt x="4267981" y="963234"/>
                </a:lnTo>
                <a:lnTo>
                  <a:pt x="4277330" y="949368"/>
                </a:lnTo>
                <a:lnTo>
                  <a:pt x="4280758" y="932394"/>
                </a:lnTo>
                <a:lnTo>
                  <a:pt x="4277330" y="915446"/>
                </a:lnTo>
                <a:lnTo>
                  <a:pt x="4267981" y="901593"/>
                </a:lnTo>
                <a:lnTo>
                  <a:pt x="4254111" y="892247"/>
                </a:lnTo>
                <a:lnTo>
                  <a:pt x="4237119" y="888818"/>
                </a:lnTo>
                <a:close/>
              </a:path>
              <a:path extrusionOk="0" h="2468879" w="4523105">
                <a:moveTo>
                  <a:pt x="4522590" y="889761"/>
                </a:moveTo>
                <a:lnTo>
                  <a:pt x="4521764" y="889928"/>
                </a:lnTo>
                <a:lnTo>
                  <a:pt x="4507106" y="899813"/>
                </a:lnTo>
                <a:lnTo>
                  <a:pt x="4497223" y="914465"/>
                </a:lnTo>
                <a:lnTo>
                  <a:pt x="4493598" y="932394"/>
                </a:lnTo>
                <a:lnTo>
                  <a:pt x="4497223" y="950349"/>
                </a:lnTo>
                <a:lnTo>
                  <a:pt x="4507106" y="965014"/>
                </a:lnTo>
                <a:lnTo>
                  <a:pt x="4521764" y="974904"/>
                </a:lnTo>
                <a:lnTo>
                  <a:pt x="4522590" y="975071"/>
                </a:lnTo>
                <a:lnTo>
                  <a:pt x="4522590" y="889761"/>
                </a:lnTo>
                <a:close/>
              </a:path>
              <a:path extrusionOk="0" h="2468879" w="4523105">
                <a:moveTo>
                  <a:pt x="1681" y="1234327"/>
                </a:moveTo>
                <a:lnTo>
                  <a:pt x="0" y="1234327"/>
                </a:lnTo>
                <a:lnTo>
                  <a:pt x="0" y="1235270"/>
                </a:lnTo>
                <a:lnTo>
                  <a:pt x="1681" y="1235270"/>
                </a:lnTo>
                <a:lnTo>
                  <a:pt x="1681" y="1234327"/>
                </a:lnTo>
                <a:close/>
              </a:path>
              <a:path extrusionOk="0" h="2468879" w="4523105">
                <a:moveTo>
                  <a:pt x="305302" y="1231407"/>
                </a:moveTo>
                <a:lnTo>
                  <a:pt x="301568" y="1231407"/>
                </a:lnTo>
                <a:lnTo>
                  <a:pt x="300069" y="1232934"/>
                </a:lnTo>
                <a:lnTo>
                  <a:pt x="300069" y="1236663"/>
                </a:lnTo>
                <a:lnTo>
                  <a:pt x="301568" y="1238146"/>
                </a:lnTo>
                <a:lnTo>
                  <a:pt x="305284" y="1238146"/>
                </a:lnTo>
                <a:lnTo>
                  <a:pt x="306795" y="1236663"/>
                </a:lnTo>
                <a:lnTo>
                  <a:pt x="306795" y="1232934"/>
                </a:lnTo>
                <a:lnTo>
                  <a:pt x="305302" y="1231407"/>
                </a:lnTo>
                <a:close/>
              </a:path>
              <a:path extrusionOk="0" h="2468879" w="4523105">
                <a:moveTo>
                  <a:pt x="609743" y="1228083"/>
                </a:moveTo>
                <a:lnTo>
                  <a:pt x="602320" y="1228083"/>
                </a:lnTo>
                <a:lnTo>
                  <a:pt x="599306" y="1231092"/>
                </a:lnTo>
                <a:lnTo>
                  <a:pt x="599306" y="1238505"/>
                </a:lnTo>
                <a:lnTo>
                  <a:pt x="602320" y="1241515"/>
                </a:lnTo>
                <a:lnTo>
                  <a:pt x="609743" y="1241515"/>
                </a:lnTo>
                <a:lnTo>
                  <a:pt x="612757" y="1238505"/>
                </a:lnTo>
                <a:lnTo>
                  <a:pt x="612757" y="1231092"/>
                </a:lnTo>
                <a:lnTo>
                  <a:pt x="609743" y="1228083"/>
                </a:lnTo>
                <a:close/>
              </a:path>
              <a:path extrusionOk="0" h="2468879" w="4523105">
                <a:moveTo>
                  <a:pt x="914180" y="1224758"/>
                </a:moveTo>
                <a:lnTo>
                  <a:pt x="903068" y="1224758"/>
                </a:lnTo>
                <a:lnTo>
                  <a:pt x="898569" y="1229251"/>
                </a:lnTo>
                <a:lnTo>
                  <a:pt x="898569" y="1240347"/>
                </a:lnTo>
                <a:lnTo>
                  <a:pt x="903068" y="1244839"/>
                </a:lnTo>
                <a:lnTo>
                  <a:pt x="914180" y="1244839"/>
                </a:lnTo>
                <a:lnTo>
                  <a:pt x="918679" y="1240347"/>
                </a:lnTo>
                <a:lnTo>
                  <a:pt x="918679" y="1229251"/>
                </a:lnTo>
                <a:lnTo>
                  <a:pt x="914180" y="1224758"/>
                </a:lnTo>
                <a:close/>
              </a:path>
              <a:path extrusionOk="0" h="2468879" w="4523105">
                <a:moveTo>
                  <a:pt x="1218617" y="1221389"/>
                </a:moveTo>
                <a:lnTo>
                  <a:pt x="1203816" y="1221389"/>
                </a:lnTo>
                <a:lnTo>
                  <a:pt x="1197788" y="1227409"/>
                </a:lnTo>
                <a:lnTo>
                  <a:pt x="1197788" y="1242189"/>
                </a:lnTo>
                <a:lnTo>
                  <a:pt x="1203816" y="1248208"/>
                </a:lnTo>
                <a:lnTo>
                  <a:pt x="1218617" y="1248208"/>
                </a:lnTo>
                <a:lnTo>
                  <a:pt x="1224646" y="1242189"/>
                </a:lnTo>
                <a:lnTo>
                  <a:pt x="1224646" y="1227409"/>
                </a:lnTo>
                <a:lnTo>
                  <a:pt x="1218617" y="1221389"/>
                </a:lnTo>
                <a:close/>
              </a:path>
              <a:path extrusionOk="0" h="2468879" w="4523105">
                <a:moveTo>
                  <a:pt x="1523054" y="1218065"/>
                </a:moveTo>
                <a:lnTo>
                  <a:pt x="1504564" y="1218065"/>
                </a:lnTo>
                <a:lnTo>
                  <a:pt x="1497051" y="1225567"/>
                </a:lnTo>
                <a:lnTo>
                  <a:pt x="1497051" y="1244075"/>
                </a:lnTo>
                <a:lnTo>
                  <a:pt x="1504564" y="1251578"/>
                </a:lnTo>
                <a:lnTo>
                  <a:pt x="1523054" y="1251578"/>
                </a:lnTo>
                <a:lnTo>
                  <a:pt x="1530567" y="1244075"/>
                </a:lnTo>
                <a:lnTo>
                  <a:pt x="1530567" y="1225567"/>
                </a:lnTo>
                <a:lnTo>
                  <a:pt x="1523054" y="1218065"/>
                </a:lnTo>
                <a:close/>
              </a:path>
              <a:path extrusionOk="0" h="2468879" w="4523105">
                <a:moveTo>
                  <a:pt x="1816379" y="1214695"/>
                </a:moveTo>
                <a:lnTo>
                  <a:pt x="1808549" y="1216273"/>
                </a:lnTo>
                <a:lnTo>
                  <a:pt x="1802157" y="1220580"/>
                </a:lnTo>
                <a:lnTo>
                  <a:pt x="1797849" y="1226976"/>
                </a:lnTo>
                <a:lnTo>
                  <a:pt x="1796269" y="1234821"/>
                </a:lnTo>
                <a:lnTo>
                  <a:pt x="1797849" y="1242647"/>
                </a:lnTo>
                <a:lnTo>
                  <a:pt x="1802157" y="1249045"/>
                </a:lnTo>
                <a:lnTo>
                  <a:pt x="1808549" y="1253363"/>
                </a:lnTo>
                <a:lnTo>
                  <a:pt x="1816379" y="1254947"/>
                </a:lnTo>
                <a:lnTo>
                  <a:pt x="1824235" y="1253363"/>
                </a:lnTo>
                <a:lnTo>
                  <a:pt x="1830641" y="1249045"/>
                </a:lnTo>
                <a:lnTo>
                  <a:pt x="1834954" y="1242647"/>
                </a:lnTo>
                <a:lnTo>
                  <a:pt x="1836534" y="1234821"/>
                </a:lnTo>
                <a:lnTo>
                  <a:pt x="1834954" y="1226976"/>
                </a:lnTo>
                <a:lnTo>
                  <a:pt x="1830641" y="1220580"/>
                </a:lnTo>
                <a:lnTo>
                  <a:pt x="1824235" y="1216273"/>
                </a:lnTo>
                <a:lnTo>
                  <a:pt x="1816379" y="1214695"/>
                </a:lnTo>
                <a:close/>
              </a:path>
              <a:path extrusionOk="0" h="2468879" w="4523105">
                <a:moveTo>
                  <a:pt x="2118972" y="1211326"/>
                </a:moveTo>
                <a:lnTo>
                  <a:pt x="2109836" y="1213171"/>
                </a:lnTo>
                <a:lnTo>
                  <a:pt x="2102371" y="1218205"/>
                </a:lnTo>
                <a:lnTo>
                  <a:pt x="2097335" y="1225673"/>
                </a:lnTo>
                <a:lnTo>
                  <a:pt x="2095488" y="1234821"/>
                </a:lnTo>
                <a:lnTo>
                  <a:pt x="2097335" y="1243969"/>
                </a:lnTo>
                <a:lnTo>
                  <a:pt x="2102371" y="1251437"/>
                </a:lnTo>
                <a:lnTo>
                  <a:pt x="2109836" y="1256471"/>
                </a:lnTo>
                <a:lnTo>
                  <a:pt x="2118972" y="1258316"/>
                </a:lnTo>
                <a:lnTo>
                  <a:pt x="2128133" y="1256471"/>
                </a:lnTo>
                <a:lnTo>
                  <a:pt x="2135612" y="1251437"/>
                </a:lnTo>
                <a:lnTo>
                  <a:pt x="2140653" y="1243969"/>
                </a:lnTo>
                <a:lnTo>
                  <a:pt x="2142501" y="1234821"/>
                </a:lnTo>
                <a:lnTo>
                  <a:pt x="2140653" y="1225673"/>
                </a:lnTo>
                <a:lnTo>
                  <a:pt x="2135612" y="1218205"/>
                </a:lnTo>
                <a:lnTo>
                  <a:pt x="2128133" y="1213171"/>
                </a:lnTo>
                <a:lnTo>
                  <a:pt x="2118972" y="1211326"/>
                </a:lnTo>
                <a:close/>
              </a:path>
              <a:path extrusionOk="0" h="2468879" w="4523105">
                <a:moveTo>
                  <a:pt x="2421609" y="1208855"/>
                </a:moveTo>
                <a:lnTo>
                  <a:pt x="2411466" y="1210897"/>
                </a:lnTo>
                <a:lnTo>
                  <a:pt x="2403186" y="1216464"/>
                </a:lnTo>
                <a:lnTo>
                  <a:pt x="2397606" y="1224718"/>
                </a:lnTo>
                <a:lnTo>
                  <a:pt x="2395561" y="1234821"/>
                </a:lnTo>
                <a:lnTo>
                  <a:pt x="2397606" y="1244950"/>
                </a:lnTo>
                <a:lnTo>
                  <a:pt x="2403186" y="1253217"/>
                </a:lnTo>
                <a:lnTo>
                  <a:pt x="2411466" y="1258789"/>
                </a:lnTo>
                <a:lnTo>
                  <a:pt x="2421609" y="1260832"/>
                </a:lnTo>
                <a:lnTo>
                  <a:pt x="2431727" y="1258789"/>
                </a:lnTo>
                <a:lnTo>
                  <a:pt x="2439993" y="1253217"/>
                </a:lnTo>
                <a:lnTo>
                  <a:pt x="2445568" y="1244950"/>
                </a:lnTo>
                <a:lnTo>
                  <a:pt x="2447613" y="1234821"/>
                </a:lnTo>
                <a:lnTo>
                  <a:pt x="2445568" y="1224718"/>
                </a:lnTo>
                <a:lnTo>
                  <a:pt x="2439993" y="1216464"/>
                </a:lnTo>
                <a:lnTo>
                  <a:pt x="2431727" y="1210897"/>
                </a:lnTo>
                <a:lnTo>
                  <a:pt x="2421609" y="1208855"/>
                </a:lnTo>
                <a:close/>
              </a:path>
              <a:path extrusionOk="0" h="2468879" w="4523105">
                <a:moveTo>
                  <a:pt x="2724202" y="1205486"/>
                </a:moveTo>
                <a:lnTo>
                  <a:pt x="2712760" y="1207789"/>
                </a:lnTo>
                <a:lnTo>
                  <a:pt x="2703423" y="1214072"/>
                </a:lnTo>
                <a:lnTo>
                  <a:pt x="2697131" y="1223396"/>
                </a:lnTo>
                <a:lnTo>
                  <a:pt x="2694824" y="1234821"/>
                </a:lnTo>
                <a:lnTo>
                  <a:pt x="2697131" y="1246247"/>
                </a:lnTo>
                <a:lnTo>
                  <a:pt x="2703423" y="1255570"/>
                </a:lnTo>
                <a:lnTo>
                  <a:pt x="2712760" y="1261853"/>
                </a:lnTo>
                <a:lnTo>
                  <a:pt x="2724202" y="1264156"/>
                </a:lnTo>
                <a:lnTo>
                  <a:pt x="2735618" y="1261853"/>
                </a:lnTo>
                <a:lnTo>
                  <a:pt x="2744941" y="1255570"/>
                </a:lnTo>
                <a:lnTo>
                  <a:pt x="2751229" y="1246247"/>
                </a:lnTo>
                <a:lnTo>
                  <a:pt x="2753534" y="1234821"/>
                </a:lnTo>
                <a:lnTo>
                  <a:pt x="2751229" y="1223396"/>
                </a:lnTo>
                <a:lnTo>
                  <a:pt x="2744941" y="1214072"/>
                </a:lnTo>
                <a:lnTo>
                  <a:pt x="2735618" y="1207789"/>
                </a:lnTo>
                <a:lnTo>
                  <a:pt x="2724202" y="1205486"/>
                </a:lnTo>
                <a:close/>
              </a:path>
              <a:path extrusionOk="0" h="2468879" w="4523105">
                <a:moveTo>
                  <a:pt x="3026794" y="1202117"/>
                </a:moveTo>
                <a:lnTo>
                  <a:pt x="3014047" y="1204687"/>
                </a:lnTo>
                <a:lnTo>
                  <a:pt x="3003636" y="1211697"/>
                </a:lnTo>
                <a:lnTo>
                  <a:pt x="2996617" y="1222092"/>
                </a:lnTo>
                <a:lnTo>
                  <a:pt x="2994043" y="1234821"/>
                </a:lnTo>
                <a:lnTo>
                  <a:pt x="2996617" y="1247550"/>
                </a:lnTo>
                <a:lnTo>
                  <a:pt x="3003636" y="1257946"/>
                </a:lnTo>
                <a:lnTo>
                  <a:pt x="3014047" y="1264955"/>
                </a:lnTo>
                <a:lnTo>
                  <a:pt x="3026794" y="1267526"/>
                </a:lnTo>
                <a:lnTo>
                  <a:pt x="3039515" y="1264955"/>
                </a:lnTo>
                <a:lnTo>
                  <a:pt x="3049913" y="1257946"/>
                </a:lnTo>
                <a:lnTo>
                  <a:pt x="3056927" y="1247550"/>
                </a:lnTo>
                <a:lnTo>
                  <a:pt x="3059501" y="1234821"/>
                </a:lnTo>
                <a:lnTo>
                  <a:pt x="3056927" y="1222092"/>
                </a:lnTo>
                <a:lnTo>
                  <a:pt x="3049913" y="1211697"/>
                </a:lnTo>
                <a:lnTo>
                  <a:pt x="3039515" y="1204687"/>
                </a:lnTo>
                <a:lnTo>
                  <a:pt x="3026794" y="1202117"/>
                </a:lnTo>
                <a:close/>
              </a:path>
              <a:path extrusionOk="0" h="2468879" w="4523105">
                <a:moveTo>
                  <a:pt x="3329387" y="1199646"/>
                </a:moveTo>
                <a:lnTo>
                  <a:pt x="3315657" y="1202414"/>
                </a:lnTo>
                <a:lnTo>
                  <a:pt x="3304446" y="1209961"/>
                </a:lnTo>
                <a:lnTo>
                  <a:pt x="3296887" y="1221157"/>
                </a:lnTo>
                <a:lnTo>
                  <a:pt x="3294116" y="1234866"/>
                </a:lnTo>
                <a:lnTo>
                  <a:pt x="3296887" y="1248550"/>
                </a:lnTo>
                <a:lnTo>
                  <a:pt x="3304446" y="1259731"/>
                </a:lnTo>
                <a:lnTo>
                  <a:pt x="3315658" y="1267274"/>
                </a:lnTo>
                <a:lnTo>
                  <a:pt x="3329387" y="1270041"/>
                </a:lnTo>
                <a:lnTo>
                  <a:pt x="3343090" y="1267274"/>
                </a:lnTo>
                <a:lnTo>
                  <a:pt x="3354288" y="1259731"/>
                </a:lnTo>
                <a:lnTo>
                  <a:pt x="3361842" y="1248550"/>
                </a:lnTo>
                <a:lnTo>
                  <a:pt x="3364613" y="1234866"/>
                </a:lnTo>
                <a:lnTo>
                  <a:pt x="3361842" y="1221157"/>
                </a:lnTo>
                <a:lnTo>
                  <a:pt x="3354288" y="1209961"/>
                </a:lnTo>
                <a:lnTo>
                  <a:pt x="3343090" y="1202414"/>
                </a:lnTo>
                <a:lnTo>
                  <a:pt x="3329387" y="1199646"/>
                </a:lnTo>
                <a:close/>
              </a:path>
              <a:path extrusionOk="0" h="2468879" w="4523105">
                <a:moveTo>
                  <a:pt x="3631934" y="1197130"/>
                </a:moveTo>
                <a:lnTo>
                  <a:pt x="3617249" y="1200095"/>
                </a:lnTo>
                <a:lnTo>
                  <a:pt x="3605250" y="1208181"/>
                </a:lnTo>
                <a:lnTo>
                  <a:pt x="3597157" y="1220176"/>
                </a:lnTo>
                <a:lnTo>
                  <a:pt x="3594189" y="1234866"/>
                </a:lnTo>
                <a:lnTo>
                  <a:pt x="3597157" y="1249530"/>
                </a:lnTo>
                <a:lnTo>
                  <a:pt x="3605250" y="1261512"/>
                </a:lnTo>
                <a:lnTo>
                  <a:pt x="3617249" y="1269593"/>
                </a:lnTo>
                <a:lnTo>
                  <a:pt x="3631934" y="1272557"/>
                </a:lnTo>
                <a:lnTo>
                  <a:pt x="3646645" y="1269593"/>
                </a:lnTo>
                <a:lnTo>
                  <a:pt x="3658657" y="1261512"/>
                </a:lnTo>
                <a:lnTo>
                  <a:pt x="3666755" y="1249530"/>
                </a:lnTo>
                <a:lnTo>
                  <a:pt x="3669725" y="1234866"/>
                </a:lnTo>
                <a:lnTo>
                  <a:pt x="3666755" y="1220176"/>
                </a:lnTo>
                <a:lnTo>
                  <a:pt x="3658657" y="1208181"/>
                </a:lnTo>
                <a:lnTo>
                  <a:pt x="3646645" y="1200095"/>
                </a:lnTo>
                <a:lnTo>
                  <a:pt x="3631934" y="1197130"/>
                </a:lnTo>
                <a:close/>
              </a:path>
              <a:path extrusionOk="0" h="2468879" w="4523105">
                <a:moveTo>
                  <a:pt x="3934527" y="1193761"/>
                </a:moveTo>
                <a:lnTo>
                  <a:pt x="3918543" y="1196993"/>
                </a:lnTo>
                <a:lnTo>
                  <a:pt x="3905487" y="1205806"/>
                </a:lnTo>
                <a:lnTo>
                  <a:pt x="3896682" y="1218872"/>
                </a:lnTo>
                <a:lnTo>
                  <a:pt x="3893452" y="1234866"/>
                </a:lnTo>
                <a:lnTo>
                  <a:pt x="3896682" y="1250853"/>
                </a:lnTo>
                <a:lnTo>
                  <a:pt x="3905487" y="1263904"/>
                </a:lnTo>
                <a:lnTo>
                  <a:pt x="3918543" y="1272701"/>
                </a:lnTo>
                <a:lnTo>
                  <a:pt x="3934527" y="1275926"/>
                </a:lnTo>
                <a:lnTo>
                  <a:pt x="3950543" y="1272701"/>
                </a:lnTo>
                <a:lnTo>
                  <a:pt x="3963629" y="1263904"/>
                </a:lnTo>
                <a:lnTo>
                  <a:pt x="3972454" y="1250853"/>
                </a:lnTo>
                <a:lnTo>
                  <a:pt x="3975691" y="1234866"/>
                </a:lnTo>
                <a:lnTo>
                  <a:pt x="3972454" y="1218872"/>
                </a:lnTo>
                <a:lnTo>
                  <a:pt x="3963629" y="1205806"/>
                </a:lnTo>
                <a:lnTo>
                  <a:pt x="3950543" y="1196993"/>
                </a:lnTo>
                <a:lnTo>
                  <a:pt x="3934527" y="1193761"/>
                </a:lnTo>
                <a:close/>
              </a:path>
              <a:path extrusionOk="0" h="2468879" w="4523105">
                <a:moveTo>
                  <a:pt x="4237119" y="1191290"/>
                </a:moveTo>
                <a:lnTo>
                  <a:pt x="4220154" y="1194713"/>
                </a:lnTo>
                <a:lnTo>
                  <a:pt x="4206297" y="1204048"/>
                </a:lnTo>
                <a:lnTo>
                  <a:pt x="4196952" y="1217899"/>
                </a:lnTo>
                <a:lnTo>
                  <a:pt x="4193525" y="1234866"/>
                </a:lnTo>
                <a:lnTo>
                  <a:pt x="4196952" y="1251833"/>
                </a:lnTo>
                <a:lnTo>
                  <a:pt x="4206297" y="1265684"/>
                </a:lnTo>
                <a:lnTo>
                  <a:pt x="4220154" y="1275020"/>
                </a:lnTo>
                <a:lnTo>
                  <a:pt x="4237119" y="1278442"/>
                </a:lnTo>
                <a:lnTo>
                  <a:pt x="4254111" y="1275020"/>
                </a:lnTo>
                <a:lnTo>
                  <a:pt x="4267981" y="1265684"/>
                </a:lnTo>
                <a:lnTo>
                  <a:pt x="4277331" y="1251833"/>
                </a:lnTo>
                <a:lnTo>
                  <a:pt x="4280758" y="1234866"/>
                </a:lnTo>
                <a:lnTo>
                  <a:pt x="4277331" y="1217899"/>
                </a:lnTo>
                <a:lnTo>
                  <a:pt x="4267981" y="1204048"/>
                </a:lnTo>
                <a:lnTo>
                  <a:pt x="4254111" y="1194713"/>
                </a:lnTo>
                <a:lnTo>
                  <a:pt x="4237119" y="1191290"/>
                </a:lnTo>
                <a:close/>
              </a:path>
              <a:path extrusionOk="0" h="2468879" w="4523105">
                <a:moveTo>
                  <a:pt x="4522590" y="1192227"/>
                </a:moveTo>
                <a:lnTo>
                  <a:pt x="4521764" y="1192394"/>
                </a:lnTo>
                <a:lnTo>
                  <a:pt x="4507106" y="1202268"/>
                </a:lnTo>
                <a:lnTo>
                  <a:pt x="4497223" y="1216918"/>
                </a:lnTo>
                <a:lnTo>
                  <a:pt x="4493599" y="1234866"/>
                </a:lnTo>
                <a:lnTo>
                  <a:pt x="4497223" y="1252814"/>
                </a:lnTo>
                <a:lnTo>
                  <a:pt x="4507106" y="1267464"/>
                </a:lnTo>
                <a:lnTo>
                  <a:pt x="4521764" y="1277338"/>
                </a:lnTo>
                <a:lnTo>
                  <a:pt x="4522590" y="1277505"/>
                </a:lnTo>
                <a:lnTo>
                  <a:pt x="4522590" y="1192227"/>
                </a:lnTo>
                <a:close/>
              </a:path>
              <a:path extrusionOk="0" h="2468879" w="4523105">
                <a:moveTo>
                  <a:pt x="1681" y="1536754"/>
                </a:moveTo>
                <a:lnTo>
                  <a:pt x="0" y="1536754"/>
                </a:lnTo>
                <a:lnTo>
                  <a:pt x="0" y="1537698"/>
                </a:lnTo>
                <a:lnTo>
                  <a:pt x="1681" y="1537698"/>
                </a:lnTo>
                <a:lnTo>
                  <a:pt x="1681" y="1536754"/>
                </a:lnTo>
                <a:close/>
              </a:path>
              <a:path extrusionOk="0" h="2468879" w="4523105">
                <a:moveTo>
                  <a:pt x="305302" y="1533879"/>
                </a:moveTo>
                <a:lnTo>
                  <a:pt x="301568" y="1533879"/>
                </a:lnTo>
                <a:lnTo>
                  <a:pt x="300070" y="1535362"/>
                </a:lnTo>
                <a:lnTo>
                  <a:pt x="300070" y="1539090"/>
                </a:lnTo>
                <a:lnTo>
                  <a:pt x="301568" y="1540618"/>
                </a:lnTo>
                <a:lnTo>
                  <a:pt x="305284" y="1540618"/>
                </a:lnTo>
                <a:lnTo>
                  <a:pt x="306795" y="1539090"/>
                </a:lnTo>
                <a:lnTo>
                  <a:pt x="306795" y="1535362"/>
                </a:lnTo>
                <a:lnTo>
                  <a:pt x="305302" y="1533879"/>
                </a:lnTo>
                <a:close/>
              </a:path>
              <a:path extrusionOk="0" h="2468879" w="4523105">
                <a:moveTo>
                  <a:pt x="609743" y="1530555"/>
                </a:moveTo>
                <a:lnTo>
                  <a:pt x="602320" y="1530555"/>
                </a:lnTo>
                <a:lnTo>
                  <a:pt x="599306" y="1533565"/>
                </a:lnTo>
                <a:lnTo>
                  <a:pt x="599306" y="1540932"/>
                </a:lnTo>
                <a:lnTo>
                  <a:pt x="602320" y="1543942"/>
                </a:lnTo>
                <a:lnTo>
                  <a:pt x="609743" y="1543942"/>
                </a:lnTo>
                <a:lnTo>
                  <a:pt x="612758" y="1540932"/>
                </a:lnTo>
                <a:lnTo>
                  <a:pt x="612758" y="1533565"/>
                </a:lnTo>
                <a:lnTo>
                  <a:pt x="609743" y="1530555"/>
                </a:lnTo>
                <a:close/>
              </a:path>
              <a:path extrusionOk="0" h="2468879" w="4523105">
                <a:moveTo>
                  <a:pt x="914180" y="1527186"/>
                </a:moveTo>
                <a:lnTo>
                  <a:pt x="903068" y="1527186"/>
                </a:lnTo>
                <a:lnTo>
                  <a:pt x="898569" y="1531678"/>
                </a:lnTo>
                <a:lnTo>
                  <a:pt x="898569" y="1542819"/>
                </a:lnTo>
                <a:lnTo>
                  <a:pt x="903068" y="1547311"/>
                </a:lnTo>
                <a:lnTo>
                  <a:pt x="914180" y="1547311"/>
                </a:lnTo>
                <a:lnTo>
                  <a:pt x="918679" y="1542819"/>
                </a:lnTo>
                <a:lnTo>
                  <a:pt x="918679" y="1531678"/>
                </a:lnTo>
                <a:lnTo>
                  <a:pt x="914180" y="1527186"/>
                </a:lnTo>
                <a:close/>
              </a:path>
              <a:path extrusionOk="0" h="2468879" w="4523105">
                <a:moveTo>
                  <a:pt x="1218617" y="1523816"/>
                </a:moveTo>
                <a:lnTo>
                  <a:pt x="1203816" y="1523816"/>
                </a:lnTo>
                <a:lnTo>
                  <a:pt x="1197788" y="1529836"/>
                </a:lnTo>
                <a:lnTo>
                  <a:pt x="1197788" y="1544661"/>
                </a:lnTo>
                <a:lnTo>
                  <a:pt x="1203816" y="1550681"/>
                </a:lnTo>
                <a:lnTo>
                  <a:pt x="1218617" y="1550681"/>
                </a:lnTo>
                <a:lnTo>
                  <a:pt x="1224646" y="1544661"/>
                </a:lnTo>
                <a:lnTo>
                  <a:pt x="1224646" y="1529836"/>
                </a:lnTo>
                <a:lnTo>
                  <a:pt x="1218617" y="1523816"/>
                </a:lnTo>
                <a:close/>
              </a:path>
              <a:path extrusionOk="0" h="2468879" w="4523105">
                <a:moveTo>
                  <a:pt x="1523054" y="1520492"/>
                </a:moveTo>
                <a:lnTo>
                  <a:pt x="1504564" y="1520492"/>
                </a:lnTo>
                <a:lnTo>
                  <a:pt x="1497051" y="1528039"/>
                </a:lnTo>
                <a:lnTo>
                  <a:pt x="1497051" y="1546548"/>
                </a:lnTo>
                <a:lnTo>
                  <a:pt x="1504564" y="1554050"/>
                </a:lnTo>
                <a:lnTo>
                  <a:pt x="1523054" y="1554050"/>
                </a:lnTo>
                <a:lnTo>
                  <a:pt x="1530568" y="1546548"/>
                </a:lnTo>
                <a:lnTo>
                  <a:pt x="1530568" y="1528039"/>
                </a:lnTo>
                <a:lnTo>
                  <a:pt x="1523054" y="1520492"/>
                </a:lnTo>
                <a:close/>
              </a:path>
              <a:path extrusionOk="0" h="2468879" w="4523105">
                <a:moveTo>
                  <a:pt x="1816379" y="1517168"/>
                </a:moveTo>
                <a:lnTo>
                  <a:pt x="1808549" y="1518745"/>
                </a:lnTo>
                <a:lnTo>
                  <a:pt x="1802157" y="1523053"/>
                </a:lnTo>
                <a:lnTo>
                  <a:pt x="1797849" y="1529449"/>
                </a:lnTo>
                <a:lnTo>
                  <a:pt x="1796269" y="1537293"/>
                </a:lnTo>
                <a:lnTo>
                  <a:pt x="1797849" y="1545119"/>
                </a:lnTo>
                <a:lnTo>
                  <a:pt x="1802157" y="1551517"/>
                </a:lnTo>
                <a:lnTo>
                  <a:pt x="1808549" y="1555835"/>
                </a:lnTo>
                <a:lnTo>
                  <a:pt x="1816379" y="1557419"/>
                </a:lnTo>
                <a:lnTo>
                  <a:pt x="1824235" y="1555835"/>
                </a:lnTo>
                <a:lnTo>
                  <a:pt x="1830641" y="1551517"/>
                </a:lnTo>
                <a:lnTo>
                  <a:pt x="1834954" y="1545119"/>
                </a:lnTo>
                <a:lnTo>
                  <a:pt x="1836534" y="1537293"/>
                </a:lnTo>
                <a:lnTo>
                  <a:pt x="1834954" y="1529449"/>
                </a:lnTo>
                <a:lnTo>
                  <a:pt x="1830641" y="1523053"/>
                </a:lnTo>
                <a:lnTo>
                  <a:pt x="1824235" y="1518745"/>
                </a:lnTo>
                <a:lnTo>
                  <a:pt x="1816379" y="1517168"/>
                </a:lnTo>
                <a:close/>
              </a:path>
              <a:path extrusionOk="0" h="2468879" w="4523105">
                <a:moveTo>
                  <a:pt x="2118972" y="1513798"/>
                </a:moveTo>
                <a:lnTo>
                  <a:pt x="2109836" y="1515644"/>
                </a:lnTo>
                <a:lnTo>
                  <a:pt x="2102371" y="1520677"/>
                </a:lnTo>
                <a:lnTo>
                  <a:pt x="2097335" y="1528145"/>
                </a:lnTo>
                <a:lnTo>
                  <a:pt x="2095488" y="1537293"/>
                </a:lnTo>
                <a:lnTo>
                  <a:pt x="2097335" y="1546416"/>
                </a:lnTo>
                <a:lnTo>
                  <a:pt x="2102371" y="1553870"/>
                </a:lnTo>
                <a:lnTo>
                  <a:pt x="2109836" y="1558899"/>
                </a:lnTo>
                <a:lnTo>
                  <a:pt x="2118972" y="1560744"/>
                </a:lnTo>
                <a:lnTo>
                  <a:pt x="2128133" y="1558899"/>
                </a:lnTo>
                <a:lnTo>
                  <a:pt x="2135612" y="1553870"/>
                </a:lnTo>
                <a:lnTo>
                  <a:pt x="2140653" y="1546416"/>
                </a:lnTo>
                <a:lnTo>
                  <a:pt x="2142501" y="1537293"/>
                </a:lnTo>
                <a:lnTo>
                  <a:pt x="2140653" y="1528145"/>
                </a:lnTo>
                <a:lnTo>
                  <a:pt x="2135612" y="1520677"/>
                </a:lnTo>
                <a:lnTo>
                  <a:pt x="2128133" y="1515644"/>
                </a:lnTo>
                <a:lnTo>
                  <a:pt x="2118972" y="1513798"/>
                </a:lnTo>
                <a:close/>
              </a:path>
              <a:path extrusionOk="0" h="2468879" w="4523105">
                <a:moveTo>
                  <a:pt x="2421609" y="1511327"/>
                </a:moveTo>
                <a:lnTo>
                  <a:pt x="2411466" y="1513369"/>
                </a:lnTo>
                <a:lnTo>
                  <a:pt x="2403187" y="1518936"/>
                </a:lnTo>
                <a:lnTo>
                  <a:pt x="2397607" y="1527190"/>
                </a:lnTo>
                <a:lnTo>
                  <a:pt x="2395561" y="1537293"/>
                </a:lnTo>
                <a:lnTo>
                  <a:pt x="2397607" y="1547396"/>
                </a:lnTo>
                <a:lnTo>
                  <a:pt x="2403187" y="1555650"/>
                </a:lnTo>
                <a:lnTo>
                  <a:pt x="2411466" y="1561217"/>
                </a:lnTo>
                <a:lnTo>
                  <a:pt x="2421609" y="1563259"/>
                </a:lnTo>
                <a:lnTo>
                  <a:pt x="2431727" y="1561217"/>
                </a:lnTo>
                <a:lnTo>
                  <a:pt x="2439993" y="1555650"/>
                </a:lnTo>
                <a:lnTo>
                  <a:pt x="2445568" y="1547396"/>
                </a:lnTo>
                <a:lnTo>
                  <a:pt x="2447613" y="1537293"/>
                </a:lnTo>
                <a:lnTo>
                  <a:pt x="2445568" y="1527190"/>
                </a:lnTo>
                <a:lnTo>
                  <a:pt x="2439993" y="1518936"/>
                </a:lnTo>
                <a:lnTo>
                  <a:pt x="2431727" y="1513369"/>
                </a:lnTo>
                <a:lnTo>
                  <a:pt x="2421609" y="1511327"/>
                </a:lnTo>
                <a:close/>
              </a:path>
              <a:path extrusionOk="0" h="2468879" w="4523105">
                <a:moveTo>
                  <a:pt x="2724202" y="1507958"/>
                </a:moveTo>
                <a:lnTo>
                  <a:pt x="2712760" y="1510261"/>
                </a:lnTo>
                <a:lnTo>
                  <a:pt x="2703423" y="1516544"/>
                </a:lnTo>
                <a:lnTo>
                  <a:pt x="2697131" y="1525868"/>
                </a:lnTo>
                <a:lnTo>
                  <a:pt x="2694824" y="1537293"/>
                </a:lnTo>
                <a:lnTo>
                  <a:pt x="2697131" y="1548719"/>
                </a:lnTo>
                <a:lnTo>
                  <a:pt x="2703423" y="1558043"/>
                </a:lnTo>
                <a:lnTo>
                  <a:pt x="2712760" y="1564326"/>
                </a:lnTo>
                <a:lnTo>
                  <a:pt x="2724202" y="1566629"/>
                </a:lnTo>
                <a:lnTo>
                  <a:pt x="2735618" y="1564326"/>
                </a:lnTo>
                <a:lnTo>
                  <a:pt x="2744942" y="1558043"/>
                </a:lnTo>
                <a:lnTo>
                  <a:pt x="2751229" y="1548719"/>
                </a:lnTo>
                <a:lnTo>
                  <a:pt x="2753534" y="1537293"/>
                </a:lnTo>
                <a:lnTo>
                  <a:pt x="2751229" y="1525868"/>
                </a:lnTo>
                <a:lnTo>
                  <a:pt x="2744942" y="1516544"/>
                </a:lnTo>
                <a:lnTo>
                  <a:pt x="2735618" y="1510261"/>
                </a:lnTo>
                <a:lnTo>
                  <a:pt x="2724202" y="1507958"/>
                </a:lnTo>
                <a:close/>
              </a:path>
              <a:path extrusionOk="0" h="2468879" w="4523105">
                <a:moveTo>
                  <a:pt x="3026794" y="1504589"/>
                </a:moveTo>
                <a:lnTo>
                  <a:pt x="3014047" y="1507159"/>
                </a:lnTo>
                <a:lnTo>
                  <a:pt x="3003637" y="1514169"/>
                </a:lnTo>
                <a:lnTo>
                  <a:pt x="2996617" y="1524564"/>
                </a:lnTo>
                <a:lnTo>
                  <a:pt x="2994043" y="1537293"/>
                </a:lnTo>
                <a:lnTo>
                  <a:pt x="2996617" y="1550022"/>
                </a:lnTo>
                <a:lnTo>
                  <a:pt x="3003637" y="1560418"/>
                </a:lnTo>
                <a:lnTo>
                  <a:pt x="3014047" y="1567427"/>
                </a:lnTo>
                <a:lnTo>
                  <a:pt x="3026794" y="1569998"/>
                </a:lnTo>
                <a:lnTo>
                  <a:pt x="3039516" y="1567427"/>
                </a:lnTo>
                <a:lnTo>
                  <a:pt x="3049913" y="1560418"/>
                </a:lnTo>
                <a:lnTo>
                  <a:pt x="3056928" y="1550022"/>
                </a:lnTo>
                <a:lnTo>
                  <a:pt x="3059501" y="1537293"/>
                </a:lnTo>
                <a:lnTo>
                  <a:pt x="3056928" y="1524564"/>
                </a:lnTo>
                <a:lnTo>
                  <a:pt x="3049913" y="1514169"/>
                </a:lnTo>
                <a:lnTo>
                  <a:pt x="3039516" y="1507159"/>
                </a:lnTo>
                <a:lnTo>
                  <a:pt x="3026794" y="1504589"/>
                </a:lnTo>
                <a:close/>
              </a:path>
              <a:path extrusionOk="0" h="2468879" w="4523105">
                <a:moveTo>
                  <a:pt x="3329387" y="1502118"/>
                </a:moveTo>
                <a:lnTo>
                  <a:pt x="3315658" y="1504885"/>
                </a:lnTo>
                <a:lnTo>
                  <a:pt x="3304446" y="1512428"/>
                </a:lnTo>
                <a:lnTo>
                  <a:pt x="3296888" y="1523610"/>
                </a:lnTo>
                <a:lnTo>
                  <a:pt x="3294116" y="1537293"/>
                </a:lnTo>
                <a:lnTo>
                  <a:pt x="3296888" y="1551003"/>
                </a:lnTo>
                <a:lnTo>
                  <a:pt x="3304446" y="1562198"/>
                </a:lnTo>
                <a:lnTo>
                  <a:pt x="3315658" y="1569746"/>
                </a:lnTo>
                <a:lnTo>
                  <a:pt x="3329387" y="1572514"/>
                </a:lnTo>
                <a:lnTo>
                  <a:pt x="3343090" y="1569746"/>
                </a:lnTo>
                <a:lnTo>
                  <a:pt x="3354288" y="1562198"/>
                </a:lnTo>
                <a:lnTo>
                  <a:pt x="3361842" y="1551003"/>
                </a:lnTo>
                <a:lnTo>
                  <a:pt x="3364613" y="1537293"/>
                </a:lnTo>
                <a:lnTo>
                  <a:pt x="3361842" y="1523610"/>
                </a:lnTo>
                <a:lnTo>
                  <a:pt x="3354288" y="1512428"/>
                </a:lnTo>
                <a:lnTo>
                  <a:pt x="3343090" y="1504885"/>
                </a:lnTo>
                <a:lnTo>
                  <a:pt x="3329387" y="1502118"/>
                </a:lnTo>
                <a:close/>
              </a:path>
              <a:path extrusionOk="0" h="2468879" w="4523105">
                <a:moveTo>
                  <a:pt x="3631934" y="1499602"/>
                </a:moveTo>
                <a:lnTo>
                  <a:pt x="3617249" y="1502567"/>
                </a:lnTo>
                <a:lnTo>
                  <a:pt x="3605251" y="1510648"/>
                </a:lnTo>
                <a:lnTo>
                  <a:pt x="3597158" y="1522629"/>
                </a:lnTo>
                <a:lnTo>
                  <a:pt x="3594189" y="1537293"/>
                </a:lnTo>
                <a:lnTo>
                  <a:pt x="3597158" y="1551983"/>
                </a:lnTo>
                <a:lnTo>
                  <a:pt x="3605251" y="1563978"/>
                </a:lnTo>
                <a:lnTo>
                  <a:pt x="3617249" y="1572064"/>
                </a:lnTo>
                <a:lnTo>
                  <a:pt x="3631934" y="1575029"/>
                </a:lnTo>
                <a:lnTo>
                  <a:pt x="3646646" y="1572064"/>
                </a:lnTo>
                <a:lnTo>
                  <a:pt x="3658658" y="1563978"/>
                </a:lnTo>
                <a:lnTo>
                  <a:pt x="3666756" y="1551983"/>
                </a:lnTo>
                <a:lnTo>
                  <a:pt x="3669725" y="1537293"/>
                </a:lnTo>
                <a:lnTo>
                  <a:pt x="3666755" y="1522629"/>
                </a:lnTo>
                <a:lnTo>
                  <a:pt x="3658658" y="1510648"/>
                </a:lnTo>
                <a:lnTo>
                  <a:pt x="3646646" y="1502567"/>
                </a:lnTo>
                <a:lnTo>
                  <a:pt x="3631934" y="1499602"/>
                </a:lnTo>
                <a:close/>
              </a:path>
              <a:path extrusionOk="0" h="2468879" w="4523105">
                <a:moveTo>
                  <a:pt x="3934527" y="1496233"/>
                </a:moveTo>
                <a:lnTo>
                  <a:pt x="3918543" y="1499458"/>
                </a:lnTo>
                <a:lnTo>
                  <a:pt x="3905487" y="1508256"/>
                </a:lnTo>
                <a:lnTo>
                  <a:pt x="3896682" y="1521307"/>
                </a:lnTo>
                <a:lnTo>
                  <a:pt x="3893452" y="1537293"/>
                </a:lnTo>
                <a:lnTo>
                  <a:pt x="3896682" y="1553287"/>
                </a:lnTo>
                <a:lnTo>
                  <a:pt x="3905487" y="1566353"/>
                </a:lnTo>
                <a:lnTo>
                  <a:pt x="3918543" y="1575166"/>
                </a:lnTo>
                <a:lnTo>
                  <a:pt x="3934527" y="1578399"/>
                </a:lnTo>
                <a:lnTo>
                  <a:pt x="3950544" y="1575166"/>
                </a:lnTo>
                <a:lnTo>
                  <a:pt x="3963629" y="1566353"/>
                </a:lnTo>
                <a:lnTo>
                  <a:pt x="3972454" y="1553287"/>
                </a:lnTo>
                <a:lnTo>
                  <a:pt x="3975691" y="1537293"/>
                </a:lnTo>
                <a:lnTo>
                  <a:pt x="3972454" y="1521307"/>
                </a:lnTo>
                <a:lnTo>
                  <a:pt x="3963629" y="1508256"/>
                </a:lnTo>
                <a:lnTo>
                  <a:pt x="3950544" y="1499458"/>
                </a:lnTo>
                <a:lnTo>
                  <a:pt x="3934527" y="1496233"/>
                </a:lnTo>
                <a:close/>
              </a:path>
              <a:path extrusionOk="0" h="2468879" w="4523105">
                <a:moveTo>
                  <a:pt x="4237119" y="1493717"/>
                </a:moveTo>
                <a:lnTo>
                  <a:pt x="4220154" y="1497147"/>
                </a:lnTo>
                <a:lnTo>
                  <a:pt x="4206297" y="1506498"/>
                </a:lnTo>
                <a:lnTo>
                  <a:pt x="4196952" y="1520364"/>
                </a:lnTo>
                <a:lnTo>
                  <a:pt x="4193526" y="1537338"/>
                </a:lnTo>
                <a:lnTo>
                  <a:pt x="4196952" y="1554287"/>
                </a:lnTo>
                <a:lnTo>
                  <a:pt x="4206297" y="1568139"/>
                </a:lnTo>
                <a:lnTo>
                  <a:pt x="4220154" y="1577485"/>
                </a:lnTo>
                <a:lnTo>
                  <a:pt x="4237119" y="1580914"/>
                </a:lnTo>
                <a:lnTo>
                  <a:pt x="4254111" y="1577485"/>
                </a:lnTo>
                <a:lnTo>
                  <a:pt x="4267982" y="1568139"/>
                </a:lnTo>
                <a:lnTo>
                  <a:pt x="4277331" y="1554287"/>
                </a:lnTo>
                <a:lnTo>
                  <a:pt x="4280758" y="1537338"/>
                </a:lnTo>
                <a:lnTo>
                  <a:pt x="4277331" y="1520364"/>
                </a:lnTo>
                <a:lnTo>
                  <a:pt x="4267982" y="1506498"/>
                </a:lnTo>
                <a:lnTo>
                  <a:pt x="4254111" y="1497147"/>
                </a:lnTo>
                <a:lnTo>
                  <a:pt x="4237119" y="1493717"/>
                </a:lnTo>
                <a:close/>
              </a:path>
              <a:path extrusionOk="0" h="2468879" w="4523105">
                <a:moveTo>
                  <a:pt x="4522590" y="1494661"/>
                </a:moveTo>
                <a:lnTo>
                  <a:pt x="4521764" y="1494828"/>
                </a:lnTo>
                <a:lnTo>
                  <a:pt x="4507107" y="1504718"/>
                </a:lnTo>
                <a:lnTo>
                  <a:pt x="4497223" y="1519384"/>
                </a:lnTo>
                <a:lnTo>
                  <a:pt x="4493599" y="1537338"/>
                </a:lnTo>
                <a:lnTo>
                  <a:pt x="4497223" y="1555286"/>
                </a:lnTo>
                <a:lnTo>
                  <a:pt x="4507107" y="1569936"/>
                </a:lnTo>
                <a:lnTo>
                  <a:pt x="4521764" y="1579810"/>
                </a:lnTo>
                <a:lnTo>
                  <a:pt x="4522590" y="1579977"/>
                </a:lnTo>
                <a:lnTo>
                  <a:pt x="4522590" y="1494661"/>
                </a:lnTo>
                <a:close/>
              </a:path>
              <a:path extrusionOk="0" h="2468879" w="4523105">
                <a:moveTo>
                  <a:pt x="304830" y="1837160"/>
                </a:moveTo>
                <a:lnTo>
                  <a:pt x="302040" y="1837160"/>
                </a:lnTo>
                <a:lnTo>
                  <a:pt x="300911" y="1838283"/>
                </a:lnTo>
                <a:lnTo>
                  <a:pt x="300911" y="1841068"/>
                </a:lnTo>
                <a:lnTo>
                  <a:pt x="302040" y="1842192"/>
                </a:lnTo>
                <a:lnTo>
                  <a:pt x="304830" y="1842192"/>
                </a:lnTo>
                <a:lnTo>
                  <a:pt x="305954" y="1841068"/>
                </a:lnTo>
                <a:lnTo>
                  <a:pt x="305954" y="1838283"/>
                </a:lnTo>
                <a:lnTo>
                  <a:pt x="304830" y="1837160"/>
                </a:lnTo>
                <a:close/>
              </a:path>
              <a:path extrusionOk="0" h="2468879" w="4523105">
                <a:moveTo>
                  <a:pt x="609743" y="1832982"/>
                </a:moveTo>
                <a:lnTo>
                  <a:pt x="602320" y="1832982"/>
                </a:lnTo>
                <a:lnTo>
                  <a:pt x="599306" y="1835992"/>
                </a:lnTo>
                <a:lnTo>
                  <a:pt x="599306" y="1843404"/>
                </a:lnTo>
                <a:lnTo>
                  <a:pt x="602320" y="1846414"/>
                </a:lnTo>
                <a:lnTo>
                  <a:pt x="609743" y="1846414"/>
                </a:lnTo>
                <a:lnTo>
                  <a:pt x="612758" y="1843404"/>
                </a:lnTo>
                <a:lnTo>
                  <a:pt x="612758" y="1835992"/>
                </a:lnTo>
                <a:lnTo>
                  <a:pt x="609743" y="1832982"/>
                </a:lnTo>
                <a:close/>
              </a:path>
              <a:path extrusionOk="0" h="2468879" w="4523105">
                <a:moveTo>
                  <a:pt x="914181" y="1829658"/>
                </a:moveTo>
                <a:lnTo>
                  <a:pt x="903068" y="1829658"/>
                </a:lnTo>
                <a:lnTo>
                  <a:pt x="898570" y="1834150"/>
                </a:lnTo>
                <a:lnTo>
                  <a:pt x="898570" y="1845246"/>
                </a:lnTo>
                <a:lnTo>
                  <a:pt x="903068" y="1849739"/>
                </a:lnTo>
                <a:lnTo>
                  <a:pt x="914181" y="1849739"/>
                </a:lnTo>
                <a:lnTo>
                  <a:pt x="918679" y="1845246"/>
                </a:lnTo>
                <a:lnTo>
                  <a:pt x="918679" y="1834150"/>
                </a:lnTo>
                <a:lnTo>
                  <a:pt x="914181" y="1829658"/>
                </a:lnTo>
                <a:close/>
              </a:path>
              <a:path extrusionOk="0" h="2468879" w="4523105">
                <a:moveTo>
                  <a:pt x="1218618" y="1826288"/>
                </a:moveTo>
                <a:lnTo>
                  <a:pt x="1203816" y="1826288"/>
                </a:lnTo>
                <a:lnTo>
                  <a:pt x="1197788" y="1832308"/>
                </a:lnTo>
                <a:lnTo>
                  <a:pt x="1197788" y="1847088"/>
                </a:lnTo>
                <a:lnTo>
                  <a:pt x="1203816" y="1853108"/>
                </a:lnTo>
                <a:lnTo>
                  <a:pt x="1218618" y="1853108"/>
                </a:lnTo>
                <a:lnTo>
                  <a:pt x="1224646" y="1847088"/>
                </a:lnTo>
                <a:lnTo>
                  <a:pt x="1224646" y="1832308"/>
                </a:lnTo>
                <a:lnTo>
                  <a:pt x="1218618" y="1826288"/>
                </a:lnTo>
                <a:close/>
              </a:path>
              <a:path extrusionOk="0" h="2468879" w="4523105">
                <a:moveTo>
                  <a:pt x="1523055" y="1822964"/>
                </a:moveTo>
                <a:lnTo>
                  <a:pt x="1504564" y="1822964"/>
                </a:lnTo>
                <a:lnTo>
                  <a:pt x="1497051" y="1830466"/>
                </a:lnTo>
                <a:lnTo>
                  <a:pt x="1497051" y="1848975"/>
                </a:lnTo>
                <a:lnTo>
                  <a:pt x="1504564" y="1856477"/>
                </a:lnTo>
                <a:lnTo>
                  <a:pt x="1523055" y="1856477"/>
                </a:lnTo>
                <a:lnTo>
                  <a:pt x="1530568" y="1848975"/>
                </a:lnTo>
                <a:lnTo>
                  <a:pt x="1530568" y="1830466"/>
                </a:lnTo>
                <a:lnTo>
                  <a:pt x="1523055" y="1822964"/>
                </a:lnTo>
                <a:close/>
              </a:path>
              <a:path extrusionOk="0" h="2468879" w="4523105">
                <a:moveTo>
                  <a:pt x="1816379" y="1819595"/>
                </a:moveTo>
                <a:lnTo>
                  <a:pt x="1808549" y="1821173"/>
                </a:lnTo>
                <a:lnTo>
                  <a:pt x="1802158" y="1825480"/>
                </a:lnTo>
                <a:lnTo>
                  <a:pt x="1797849" y="1831876"/>
                </a:lnTo>
                <a:lnTo>
                  <a:pt x="1796270" y="1839721"/>
                </a:lnTo>
                <a:lnTo>
                  <a:pt x="1797849" y="1847547"/>
                </a:lnTo>
                <a:lnTo>
                  <a:pt x="1802158" y="1853945"/>
                </a:lnTo>
                <a:lnTo>
                  <a:pt x="1808549" y="1858262"/>
                </a:lnTo>
                <a:lnTo>
                  <a:pt x="1816380" y="1859847"/>
                </a:lnTo>
                <a:lnTo>
                  <a:pt x="1824236" y="1858262"/>
                </a:lnTo>
                <a:lnTo>
                  <a:pt x="1830641" y="1853945"/>
                </a:lnTo>
                <a:lnTo>
                  <a:pt x="1834954" y="1847547"/>
                </a:lnTo>
                <a:lnTo>
                  <a:pt x="1836534" y="1839721"/>
                </a:lnTo>
                <a:lnTo>
                  <a:pt x="1834954" y="1831876"/>
                </a:lnTo>
                <a:lnTo>
                  <a:pt x="1830641" y="1825480"/>
                </a:lnTo>
                <a:lnTo>
                  <a:pt x="1824236" y="1821173"/>
                </a:lnTo>
                <a:lnTo>
                  <a:pt x="1816379" y="1819595"/>
                </a:lnTo>
                <a:close/>
              </a:path>
              <a:path extrusionOk="0" h="2468879" w="4523105">
                <a:moveTo>
                  <a:pt x="2118972" y="1816226"/>
                </a:moveTo>
                <a:lnTo>
                  <a:pt x="2109837" y="1818071"/>
                </a:lnTo>
                <a:lnTo>
                  <a:pt x="2102371" y="1823104"/>
                </a:lnTo>
                <a:lnTo>
                  <a:pt x="2097335" y="1830572"/>
                </a:lnTo>
                <a:lnTo>
                  <a:pt x="2095488" y="1839721"/>
                </a:lnTo>
                <a:lnTo>
                  <a:pt x="2097335" y="1848869"/>
                </a:lnTo>
                <a:lnTo>
                  <a:pt x="2102371" y="1856337"/>
                </a:lnTo>
                <a:lnTo>
                  <a:pt x="2109837" y="1861370"/>
                </a:lnTo>
                <a:lnTo>
                  <a:pt x="2118972" y="1863216"/>
                </a:lnTo>
                <a:lnTo>
                  <a:pt x="2128134" y="1861370"/>
                </a:lnTo>
                <a:lnTo>
                  <a:pt x="2135612" y="1856337"/>
                </a:lnTo>
                <a:lnTo>
                  <a:pt x="2140653" y="1848869"/>
                </a:lnTo>
                <a:lnTo>
                  <a:pt x="2142501" y="1839721"/>
                </a:lnTo>
                <a:lnTo>
                  <a:pt x="2140653" y="1830572"/>
                </a:lnTo>
                <a:lnTo>
                  <a:pt x="2135612" y="1823104"/>
                </a:lnTo>
                <a:lnTo>
                  <a:pt x="2128133" y="1818071"/>
                </a:lnTo>
                <a:lnTo>
                  <a:pt x="2118972" y="1816226"/>
                </a:lnTo>
                <a:close/>
              </a:path>
              <a:path extrusionOk="0" h="2468879" w="4523105">
                <a:moveTo>
                  <a:pt x="2421610" y="1813755"/>
                </a:moveTo>
                <a:lnTo>
                  <a:pt x="2411466" y="1815797"/>
                </a:lnTo>
                <a:lnTo>
                  <a:pt x="2403187" y="1821364"/>
                </a:lnTo>
                <a:lnTo>
                  <a:pt x="2397607" y="1829618"/>
                </a:lnTo>
                <a:lnTo>
                  <a:pt x="2395561" y="1839721"/>
                </a:lnTo>
                <a:lnTo>
                  <a:pt x="2397607" y="1849850"/>
                </a:lnTo>
                <a:lnTo>
                  <a:pt x="2403187" y="1858117"/>
                </a:lnTo>
                <a:lnTo>
                  <a:pt x="2411466" y="1863689"/>
                </a:lnTo>
                <a:lnTo>
                  <a:pt x="2421610" y="1865732"/>
                </a:lnTo>
                <a:lnTo>
                  <a:pt x="2431727" y="1863689"/>
                </a:lnTo>
                <a:lnTo>
                  <a:pt x="2439993" y="1858117"/>
                </a:lnTo>
                <a:lnTo>
                  <a:pt x="2445568" y="1849850"/>
                </a:lnTo>
                <a:lnTo>
                  <a:pt x="2447613" y="1839721"/>
                </a:lnTo>
                <a:lnTo>
                  <a:pt x="2445568" y="1829618"/>
                </a:lnTo>
                <a:lnTo>
                  <a:pt x="2439993" y="1821364"/>
                </a:lnTo>
                <a:lnTo>
                  <a:pt x="2431727" y="1815797"/>
                </a:lnTo>
                <a:lnTo>
                  <a:pt x="2421610" y="1813755"/>
                </a:lnTo>
                <a:close/>
              </a:path>
              <a:path extrusionOk="0" h="2468879" w="4523105">
                <a:moveTo>
                  <a:pt x="2724202" y="1810385"/>
                </a:moveTo>
                <a:lnTo>
                  <a:pt x="2712760" y="1812688"/>
                </a:lnTo>
                <a:lnTo>
                  <a:pt x="2703423" y="1818971"/>
                </a:lnTo>
                <a:lnTo>
                  <a:pt x="2697131" y="1828295"/>
                </a:lnTo>
                <a:lnTo>
                  <a:pt x="2694825" y="1839721"/>
                </a:lnTo>
                <a:lnTo>
                  <a:pt x="2697131" y="1851146"/>
                </a:lnTo>
                <a:lnTo>
                  <a:pt x="2703423" y="1860470"/>
                </a:lnTo>
                <a:lnTo>
                  <a:pt x="2712760" y="1866753"/>
                </a:lnTo>
                <a:lnTo>
                  <a:pt x="2724202" y="1869056"/>
                </a:lnTo>
                <a:lnTo>
                  <a:pt x="2735618" y="1866753"/>
                </a:lnTo>
                <a:lnTo>
                  <a:pt x="2744942" y="1860470"/>
                </a:lnTo>
                <a:lnTo>
                  <a:pt x="2751229" y="1851146"/>
                </a:lnTo>
                <a:lnTo>
                  <a:pt x="2753535" y="1839721"/>
                </a:lnTo>
                <a:lnTo>
                  <a:pt x="2751229" y="1828295"/>
                </a:lnTo>
                <a:lnTo>
                  <a:pt x="2744942" y="1818971"/>
                </a:lnTo>
                <a:lnTo>
                  <a:pt x="2735618" y="1812688"/>
                </a:lnTo>
                <a:lnTo>
                  <a:pt x="2724202" y="1810385"/>
                </a:lnTo>
                <a:close/>
              </a:path>
              <a:path extrusionOk="0" h="2468879" w="4523105">
                <a:moveTo>
                  <a:pt x="3026795" y="1807016"/>
                </a:moveTo>
                <a:lnTo>
                  <a:pt x="3014047" y="1809587"/>
                </a:lnTo>
                <a:lnTo>
                  <a:pt x="3003637" y="1816596"/>
                </a:lnTo>
                <a:lnTo>
                  <a:pt x="2996617" y="1826992"/>
                </a:lnTo>
                <a:lnTo>
                  <a:pt x="2994043" y="1839721"/>
                </a:lnTo>
                <a:lnTo>
                  <a:pt x="2996617" y="1852450"/>
                </a:lnTo>
                <a:lnTo>
                  <a:pt x="3003637" y="1862845"/>
                </a:lnTo>
                <a:lnTo>
                  <a:pt x="3014047" y="1869855"/>
                </a:lnTo>
                <a:lnTo>
                  <a:pt x="3026795" y="1872425"/>
                </a:lnTo>
                <a:lnTo>
                  <a:pt x="3039516" y="1869855"/>
                </a:lnTo>
                <a:lnTo>
                  <a:pt x="3049913" y="1862845"/>
                </a:lnTo>
                <a:lnTo>
                  <a:pt x="3056928" y="1852450"/>
                </a:lnTo>
                <a:lnTo>
                  <a:pt x="3059501" y="1839721"/>
                </a:lnTo>
                <a:lnTo>
                  <a:pt x="3056928" y="1826992"/>
                </a:lnTo>
                <a:lnTo>
                  <a:pt x="3049913" y="1816596"/>
                </a:lnTo>
                <a:lnTo>
                  <a:pt x="3039516" y="1809587"/>
                </a:lnTo>
                <a:lnTo>
                  <a:pt x="3026795" y="1807016"/>
                </a:lnTo>
                <a:close/>
              </a:path>
              <a:path extrusionOk="0" h="2468879" w="4523105">
                <a:moveTo>
                  <a:pt x="3329387" y="1804545"/>
                </a:moveTo>
                <a:lnTo>
                  <a:pt x="3315658" y="1807313"/>
                </a:lnTo>
                <a:lnTo>
                  <a:pt x="3304447" y="1814861"/>
                </a:lnTo>
                <a:lnTo>
                  <a:pt x="3296888" y="1826056"/>
                </a:lnTo>
                <a:lnTo>
                  <a:pt x="3294116" y="1839766"/>
                </a:lnTo>
                <a:lnTo>
                  <a:pt x="3296888" y="1853449"/>
                </a:lnTo>
                <a:lnTo>
                  <a:pt x="3304447" y="1864631"/>
                </a:lnTo>
                <a:lnTo>
                  <a:pt x="3315658" y="1872174"/>
                </a:lnTo>
                <a:lnTo>
                  <a:pt x="3329387" y="1874941"/>
                </a:lnTo>
                <a:lnTo>
                  <a:pt x="3343090" y="1872174"/>
                </a:lnTo>
                <a:lnTo>
                  <a:pt x="3354288" y="1864631"/>
                </a:lnTo>
                <a:lnTo>
                  <a:pt x="3361842" y="1853449"/>
                </a:lnTo>
                <a:lnTo>
                  <a:pt x="3364613" y="1839766"/>
                </a:lnTo>
                <a:lnTo>
                  <a:pt x="3361842" y="1826056"/>
                </a:lnTo>
                <a:lnTo>
                  <a:pt x="3354288" y="1814861"/>
                </a:lnTo>
                <a:lnTo>
                  <a:pt x="3343090" y="1807313"/>
                </a:lnTo>
                <a:lnTo>
                  <a:pt x="3329387" y="1804545"/>
                </a:lnTo>
                <a:close/>
              </a:path>
              <a:path extrusionOk="0" h="2468879" w="4523105">
                <a:moveTo>
                  <a:pt x="3631935" y="1802030"/>
                </a:moveTo>
                <a:lnTo>
                  <a:pt x="3617249" y="1804995"/>
                </a:lnTo>
                <a:lnTo>
                  <a:pt x="3605251" y="1813081"/>
                </a:lnTo>
                <a:lnTo>
                  <a:pt x="3597158" y="1825076"/>
                </a:lnTo>
                <a:lnTo>
                  <a:pt x="3594189" y="1839766"/>
                </a:lnTo>
                <a:lnTo>
                  <a:pt x="3597158" y="1854430"/>
                </a:lnTo>
                <a:lnTo>
                  <a:pt x="3605251" y="1866411"/>
                </a:lnTo>
                <a:lnTo>
                  <a:pt x="3617249" y="1874492"/>
                </a:lnTo>
                <a:lnTo>
                  <a:pt x="3631935" y="1877457"/>
                </a:lnTo>
                <a:lnTo>
                  <a:pt x="3646646" y="1874492"/>
                </a:lnTo>
                <a:lnTo>
                  <a:pt x="3658658" y="1866411"/>
                </a:lnTo>
                <a:lnTo>
                  <a:pt x="3666756" y="1854430"/>
                </a:lnTo>
                <a:lnTo>
                  <a:pt x="3669725" y="1839766"/>
                </a:lnTo>
                <a:lnTo>
                  <a:pt x="3666756" y="1825076"/>
                </a:lnTo>
                <a:lnTo>
                  <a:pt x="3658658" y="1813081"/>
                </a:lnTo>
                <a:lnTo>
                  <a:pt x="3646646" y="1804995"/>
                </a:lnTo>
                <a:lnTo>
                  <a:pt x="3631935" y="1802030"/>
                </a:lnTo>
                <a:close/>
              </a:path>
              <a:path extrusionOk="0" h="2468879" w="4523105">
                <a:moveTo>
                  <a:pt x="3934527" y="1798660"/>
                </a:moveTo>
                <a:lnTo>
                  <a:pt x="3918544" y="1801886"/>
                </a:lnTo>
                <a:lnTo>
                  <a:pt x="3905487" y="1810689"/>
                </a:lnTo>
                <a:lnTo>
                  <a:pt x="3896682" y="1823753"/>
                </a:lnTo>
                <a:lnTo>
                  <a:pt x="3893453" y="1839766"/>
                </a:lnTo>
                <a:lnTo>
                  <a:pt x="3896682" y="1855752"/>
                </a:lnTo>
                <a:lnTo>
                  <a:pt x="3905487" y="1868803"/>
                </a:lnTo>
                <a:lnTo>
                  <a:pt x="3918544" y="1877601"/>
                </a:lnTo>
                <a:lnTo>
                  <a:pt x="3934527" y="1880826"/>
                </a:lnTo>
                <a:lnTo>
                  <a:pt x="3950544" y="1877601"/>
                </a:lnTo>
                <a:lnTo>
                  <a:pt x="3963629" y="1868803"/>
                </a:lnTo>
                <a:lnTo>
                  <a:pt x="3972455" y="1855752"/>
                </a:lnTo>
                <a:lnTo>
                  <a:pt x="3975692" y="1839766"/>
                </a:lnTo>
                <a:lnTo>
                  <a:pt x="3972454" y="1823753"/>
                </a:lnTo>
                <a:lnTo>
                  <a:pt x="3963629" y="1810689"/>
                </a:lnTo>
                <a:lnTo>
                  <a:pt x="3950544" y="1801886"/>
                </a:lnTo>
                <a:lnTo>
                  <a:pt x="3934527" y="1798660"/>
                </a:lnTo>
                <a:close/>
              </a:path>
              <a:path extrusionOk="0" h="2468879" w="4523105">
                <a:moveTo>
                  <a:pt x="4237120" y="1796189"/>
                </a:moveTo>
                <a:lnTo>
                  <a:pt x="4220154" y="1799612"/>
                </a:lnTo>
                <a:lnTo>
                  <a:pt x="4206297" y="1808948"/>
                </a:lnTo>
                <a:lnTo>
                  <a:pt x="4196953" y="1822798"/>
                </a:lnTo>
                <a:lnTo>
                  <a:pt x="4193526" y="1839766"/>
                </a:lnTo>
                <a:lnTo>
                  <a:pt x="4196953" y="1856733"/>
                </a:lnTo>
                <a:lnTo>
                  <a:pt x="4206297" y="1870583"/>
                </a:lnTo>
                <a:lnTo>
                  <a:pt x="4220154" y="1879919"/>
                </a:lnTo>
                <a:lnTo>
                  <a:pt x="4237120" y="1883342"/>
                </a:lnTo>
                <a:lnTo>
                  <a:pt x="4254111" y="1879919"/>
                </a:lnTo>
                <a:lnTo>
                  <a:pt x="4267982" y="1870583"/>
                </a:lnTo>
                <a:lnTo>
                  <a:pt x="4277331" y="1856733"/>
                </a:lnTo>
                <a:lnTo>
                  <a:pt x="4280758" y="1839766"/>
                </a:lnTo>
                <a:lnTo>
                  <a:pt x="4277331" y="1822798"/>
                </a:lnTo>
                <a:lnTo>
                  <a:pt x="4267982" y="1808948"/>
                </a:lnTo>
                <a:lnTo>
                  <a:pt x="4254111" y="1799612"/>
                </a:lnTo>
                <a:lnTo>
                  <a:pt x="4237120" y="1796189"/>
                </a:lnTo>
                <a:close/>
              </a:path>
              <a:path extrusionOk="0" h="2468879" w="4523105">
                <a:moveTo>
                  <a:pt x="4522590" y="1797127"/>
                </a:moveTo>
                <a:lnTo>
                  <a:pt x="4521765" y="1797294"/>
                </a:lnTo>
                <a:lnTo>
                  <a:pt x="4507107" y="1807168"/>
                </a:lnTo>
                <a:lnTo>
                  <a:pt x="4497223" y="1821818"/>
                </a:lnTo>
                <a:lnTo>
                  <a:pt x="4493599" y="1839766"/>
                </a:lnTo>
                <a:lnTo>
                  <a:pt x="4497223" y="1857713"/>
                </a:lnTo>
                <a:lnTo>
                  <a:pt x="4507107" y="1872363"/>
                </a:lnTo>
                <a:lnTo>
                  <a:pt x="4521765" y="1882238"/>
                </a:lnTo>
                <a:lnTo>
                  <a:pt x="4522590" y="1882404"/>
                </a:lnTo>
                <a:lnTo>
                  <a:pt x="4522590" y="1797127"/>
                </a:lnTo>
                <a:close/>
              </a:path>
              <a:path extrusionOk="0" h="2468879" w="4523105">
                <a:moveTo>
                  <a:pt x="607404" y="2139601"/>
                </a:moveTo>
                <a:lnTo>
                  <a:pt x="604615" y="2139601"/>
                </a:lnTo>
                <a:lnTo>
                  <a:pt x="603490" y="2140728"/>
                </a:lnTo>
                <a:lnTo>
                  <a:pt x="603490" y="2143518"/>
                </a:lnTo>
                <a:lnTo>
                  <a:pt x="604615" y="2144641"/>
                </a:lnTo>
                <a:lnTo>
                  <a:pt x="607404" y="2144641"/>
                </a:lnTo>
                <a:lnTo>
                  <a:pt x="608529" y="2143518"/>
                </a:lnTo>
                <a:lnTo>
                  <a:pt x="608529" y="2140728"/>
                </a:lnTo>
                <a:lnTo>
                  <a:pt x="607404" y="2139601"/>
                </a:lnTo>
                <a:close/>
              </a:path>
              <a:path extrusionOk="0" h="2468879" w="4523105">
                <a:moveTo>
                  <a:pt x="912786" y="2134583"/>
                </a:moveTo>
                <a:lnTo>
                  <a:pt x="904463" y="2134583"/>
                </a:lnTo>
                <a:lnTo>
                  <a:pt x="901089" y="2137957"/>
                </a:lnTo>
                <a:lnTo>
                  <a:pt x="901089" y="2146290"/>
                </a:lnTo>
                <a:lnTo>
                  <a:pt x="904463" y="2149664"/>
                </a:lnTo>
                <a:lnTo>
                  <a:pt x="912786" y="2149664"/>
                </a:lnTo>
                <a:lnTo>
                  <a:pt x="916160" y="2146290"/>
                </a:lnTo>
                <a:lnTo>
                  <a:pt x="916160" y="2137957"/>
                </a:lnTo>
                <a:lnTo>
                  <a:pt x="912786" y="2134583"/>
                </a:lnTo>
                <a:close/>
              </a:path>
              <a:path extrusionOk="0" h="2468879" w="4523105">
                <a:moveTo>
                  <a:pt x="1218168" y="2129524"/>
                </a:moveTo>
                <a:lnTo>
                  <a:pt x="1204266" y="2129524"/>
                </a:lnTo>
                <a:lnTo>
                  <a:pt x="1198643" y="2135149"/>
                </a:lnTo>
                <a:lnTo>
                  <a:pt x="1198643" y="2149057"/>
                </a:lnTo>
                <a:lnTo>
                  <a:pt x="1204266" y="2154686"/>
                </a:lnTo>
                <a:lnTo>
                  <a:pt x="1218168" y="2154686"/>
                </a:lnTo>
                <a:lnTo>
                  <a:pt x="1223791" y="2149057"/>
                </a:lnTo>
                <a:lnTo>
                  <a:pt x="1223791" y="2135149"/>
                </a:lnTo>
                <a:lnTo>
                  <a:pt x="1218168" y="2129524"/>
                </a:lnTo>
                <a:close/>
              </a:path>
              <a:path extrusionOk="0" h="2468879" w="4523105">
                <a:moveTo>
                  <a:pt x="1523055" y="2125360"/>
                </a:moveTo>
                <a:lnTo>
                  <a:pt x="1504565" y="2125360"/>
                </a:lnTo>
                <a:lnTo>
                  <a:pt x="1497051" y="2132867"/>
                </a:lnTo>
                <a:lnTo>
                  <a:pt x="1497051" y="2151375"/>
                </a:lnTo>
                <a:lnTo>
                  <a:pt x="1504565" y="2158887"/>
                </a:lnTo>
                <a:lnTo>
                  <a:pt x="1523055" y="2158887"/>
                </a:lnTo>
                <a:lnTo>
                  <a:pt x="1530568" y="2151375"/>
                </a:lnTo>
                <a:lnTo>
                  <a:pt x="1530568" y="2132867"/>
                </a:lnTo>
                <a:lnTo>
                  <a:pt x="1523055" y="2125360"/>
                </a:lnTo>
                <a:close/>
              </a:path>
              <a:path extrusionOk="0" h="2468879" w="4523105">
                <a:moveTo>
                  <a:pt x="1816380" y="2122000"/>
                </a:moveTo>
                <a:lnTo>
                  <a:pt x="1808550" y="2123580"/>
                </a:lnTo>
                <a:lnTo>
                  <a:pt x="1802158" y="2127891"/>
                </a:lnTo>
                <a:lnTo>
                  <a:pt x="1797849" y="2134286"/>
                </a:lnTo>
                <a:lnTo>
                  <a:pt x="1796270" y="2142121"/>
                </a:lnTo>
                <a:lnTo>
                  <a:pt x="1797849" y="2149958"/>
                </a:lnTo>
                <a:lnTo>
                  <a:pt x="1802158" y="2156355"/>
                </a:lnTo>
                <a:lnTo>
                  <a:pt x="1808550" y="2160666"/>
                </a:lnTo>
                <a:lnTo>
                  <a:pt x="1816380" y="2162247"/>
                </a:lnTo>
                <a:lnTo>
                  <a:pt x="1824236" y="2160666"/>
                </a:lnTo>
                <a:lnTo>
                  <a:pt x="1830641" y="2156355"/>
                </a:lnTo>
                <a:lnTo>
                  <a:pt x="1834954" y="2149958"/>
                </a:lnTo>
                <a:lnTo>
                  <a:pt x="1836535" y="2142121"/>
                </a:lnTo>
                <a:lnTo>
                  <a:pt x="1834954" y="2134286"/>
                </a:lnTo>
                <a:lnTo>
                  <a:pt x="1830641" y="2127891"/>
                </a:lnTo>
                <a:lnTo>
                  <a:pt x="1824236" y="2123580"/>
                </a:lnTo>
                <a:lnTo>
                  <a:pt x="1816380" y="2122000"/>
                </a:lnTo>
                <a:close/>
              </a:path>
              <a:path extrusionOk="0" h="2468879" w="4523105">
                <a:moveTo>
                  <a:pt x="2118972" y="2118639"/>
                </a:moveTo>
                <a:lnTo>
                  <a:pt x="2109837" y="2120485"/>
                </a:lnTo>
                <a:lnTo>
                  <a:pt x="2102371" y="2125518"/>
                </a:lnTo>
                <a:lnTo>
                  <a:pt x="2097336" y="2132982"/>
                </a:lnTo>
                <a:lnTo>
                  <a:pt x="2095488" y="2142121"/>
                </a:lnTo>
                <a:lnTo>
                  <a:pt x="2097336" y="2151262"/>
                </a:lnTo>
                <a:lnTo>
                  <a:pt x="2102371" y="2158725"/>
                </a:lnTo>
                <a:lnTo>
                  <a:pt x="2109837" y="2163758"/>
                </a:lnTo>
                <a:lnTo>
                  <a:pt x="2118972" y="2165603"/>
                </a:lnTo>
                <a:lnTo>
                  <a:pt x="2128134" y="2163758"/>
                </a:lnTo>
                <a:lnTo>
                  <a:pt x="2135612" y="2158725"/>
                </a:lnTo>
                <a:lnTo>
                  <a:pt x="2140653" y="2151262"/>
                </a:lnTo>
                <a:lnTo>
                  <a:pt x="2142501" y="2142121"/>
                </a:lnTo>
                <a:lnTo>
                  <a:pt x="2140653" y="2132982"/>
                </a:lnTo>
                <a:lnTo>
                  <a:pt x="2135612" y="2125518"/>
                </a:lnTo>
                <a:lnTo>
                  <a:pt x="2128134" y="2120485"/>
                </a:lnTo>
                <a:lnTo>
                  <a:pt x="2118972" y="2118639"/>
                </a:lnTo>
                <a:close/>
              </a:path>
              <a:path extrusionOk="0" h="2468879" w="4523105">
                <a:moveTo>
                  <a:pt x="2421610" y="2116155"/>
                </a:moveTo>
                <a:lnTo>
                  <a:pt x="2411466" y="2118198"/>
                </a:lnTo>
                <a:lnTo>
                  <a:pt x="2403187" y="2123768"/>
                </a:lnTo>
                <a:lnTo>
                  <a:pt x="2397607" y="2132028"/>
                </a:lnTo>
                <a:lnTo>
                  <a:pt x="2395561" y="2142139"/>
                </a:lnTo>
                <a:lnTo>
                  <a:pt x="2397607" y="2152250"/>
                </a:lnTo>
                <a:lnTo>
                  <a:pt x="2403187" y="2160510"/>
                </a:lnTo>
                <a:lnTo>
                  <a:pt x="2411466" y="2166080"/>
                </a:lnTo>
                <a:lnTo>
                  <a:pt x="2421610" y="2168123"/>
                </a:lnTo>
                <a:lnTo>
                  <a:pt x="2431727" y="2166080"/>
                </a:lnTo>
                <a:lnTo>
                  <a:pt x="2439993" y="2160510"/>
                </a:lnTo>
                <a:lnTo>
                  <a:pt x="2445568" y="2152250"/>
                </a:lnTo>
                <a:lnTo>
                  <a:pt x="2447613" y="2142139"/>
                </a:lnTo>
                <a:lnTo>
                  <a:pt x="2445568" y="2132028"/>
                </a:lnTo>
                <a:lnTo>
                  <a:pt x="2439993" y="2123768"/>
                </a:lnTo>
                <a:lnTo>
                  <a:pt x="2431727" y="2118198"/>
                </a:lnTo>
                <a:lnTo>
                  <a:pt x="2421610" y="2116155"/>
                </a:lnTo>
                <a:close/>
              </a:path>
              <a:path extrusionOk="0" h="2468879" w="4523105">
                <a:moveTo>
                  <a:pt x="2724202" y="2112795"/>
                </a:moveTo>
                <a:lnTo>
                  <a:pt x="2712760" y="2115100"/>
                </a:lnTo>
                <a:lnTo>
                  <a:pt x="2703423" y="2121389"/>
                </a:lnTo>
                <a:lnTo>
                  <a:pt x="2697131" y="2130716"/>
                </a:lnTo>
                <a:lnTo>
                  <a:pt x="2694825" y="2142139"/>
                </a:lnTo>
                <a:lnTo>
                  <a:pt x="2697131" y="2153562"/>
                </a:lnTo>
                <a:lnTo>
                  <a:pt x="2703423" y="2162889"/>
                </a:lnTo>
                <a:lnTo>
                  <a:pt x="2712760" y="2169178"/>
                </a:lnTo>
                <a:lnTo>
                  <a:pt x="2724202" y="2171483"/>
                </a:lnTo>
                <a:lnTo>
                  <a:pt x="2735618" y="2169178"/>
                </a:lnTo>
                <a:lnTo>
                  <a:pt x="2744942" y="2162889"/>
                </a:lnTo>
                <a:lnTo>
                  <a:pt x="2751229" y="2153562"/>
                </a:lnTo>
                <a:lnTo>
                  <a:pt x="2753535" y="2142139"/>
                </a:lnTo>
                <a:lnTo>
                  <a:pt x="2751229" y="2130716"/>
                </a:lnTo>
                <a:lnTo>
                  <a:pt x="2744942" y="2121389"/>
                </a:lnTo>
                <a:lnTo>
                  <a:pt x="2735618" y="2115100"/>
                </a:lnTo>
                <a:lnTo>
                  <a:pt x="2724202" y="2112795"/>
                </a:lnTo>
                <a:close/>
              </a:path>
              <a:path extrusionOk="0" h="2468879" w="4523105">
                <a:moveTo>
                  <a:pt x="3026795" y="2109434"/>
                </a:moveTo>
                <a:lnTo>
                  <a:pt x="3014047" y="2112006"/>
                </a:lnTo>
                <a:lnTo>
                  <a:pt x="3003637" y="2119016"/>
                </a:lnTo>
                <a:lnTo>
                  <a:pt x="2996617" y="2129412"/>
                </a:lnTo>
                <a:lnTo>
                  <a:pt x="2994043" y="2142139"/>
                </a:lnTo>
                <a:lnTo>
                  <a:pt x="2996617" y="2154866"/>
                </a:lnTo>
                <a:lnTo>
                  <a:pt x="3003637" y="2165262"/>
                </a:lnTo>
                <a:lnTo>
                  <a:pt x="3014048" y="2172272"/>
                </a:lnTo>
                <a:lnTo>
                  <a:pt x="3026795" y="2174844"/>
                </a:lnTo>
                <a:lnTo>
                  <a:pt x="3039516" y="2172272"/>
                </a:lnTo>
                <a:lnTo>
                  <a:pt x="3049913" y="2165262"/>
                </a:lnTo>
                <a:lnTo>
                  <a:pt x="3056928" y="2154866"/>
                </a:lnTo>
                <a:lnTo>
                  <a:pt x="3059501" y="2142139"/>
                </a:lnTo>
                <a:lnTo>
                  <a:pt x="3056928" y="2129412"/>
                </a:lnTo>
                <a:lnTo>
                  <a:pt x="3049913" y="2119016"/>
                </a:lnTo>
                <a:lnTo>
                  <a:pt x="3039516" y="2112006"/>
                </a:lnTo>
                <a:lnTo>
                  <a:pt x="3026795" y="2109434"/>
                </a:lnTo>
                <a:close/>
              </a:path>
              <a:path extrusionOk="0" h="2468879" w="4523105">
                <a:moveTo>
                  <a:pt x="3329387" y="2106950"/>
                </a:moveTo>
                <a:lnTo>
                  <a:pt x="3315658" y="2109718"/>
                </a:lnTo>
                <a:lnTo>
                  <a:pt x="3304447" y="2117266"/>
                </a:lnTo>
                <a:lnTo>
                  <a:pt x="3296888" y="2128457"/>
                </a:lnTo>
                <a:lnTo>
                  <a:pt x="3294116" y="2142157"/>
                </a:lnTo>
                <a:lnTo>
                  <a:pt x="3296888" y="2155856"/>
                </a:lnTo>
                <a:lnTo>
                  <a:pt x="3304447" y="2167046"/>
                </a:lnTo>
                <a:lnTo>
                  <a:pt x="3315658" y="2174592"/>
                </a:lnTo>
                <a:lnTo>
                  <a:pt x="3329387" y="2177359"/>
                </a:lnTo>
                <a:lnTo>
                  <a:pt x="3343090" y="2174592"/>
                </a:lnTo>
                <a:lnTo>
                  <a:pt x="3354288" y="2167046"/>
                </a:lnTo>
                <a:lnTo>
                  <a:pt x="3361842" y="2155856"/>
                </a:lnTo>
                <a:lnTo>
                  <a:pt x="3364613" y="2142157"/>
                </a:lnTo>
                <a:lnTo>
                  <a:pt x="3361842" y="2128457"/>
                </a:lnTo>
                <a:lnTo>
                  <a:pt x="3354288" y="2117266"/>
                </a:lnTo>
                <a:lnTo>
                  <a:pt x="3343090" y="2109718"/>
                </a:lnTo>
                <a:lnTo>
                  <a:pt x="3329387" y="2106950"/>
                </a:lnTo>
                <a:close/>
              </a:path>
              <a:path extrusionOk="0" h="2468879" w="4523105">
                <a:moveTo>
                  <a:pt x="3631935" y="2104430"/>
                </a:moveTo>
                <a:lnTo>
                  <a:pt x="3617250" y="2107395"/>
                </a:lnTo>
                <a:lnTo>
                  <a:pt x="3605251" y="2115482"/>
                </a:lnTo>
                <a:lnTo>
                  <a:pt x="3597158" y="2127474"/>
                </a:lnTo>
                <a:lnTo>
                  <a:pt x="3594189" y="2142157"/>
                </a:lnTo>
                <a:lnTo>
                  <a:pt x="3597158" y="2156837"/>
                </a:lnTo>
                <a:lnTo>
                  <a:pt x="3605251" y="2168828"/>
                </a:lnTo>
                <a:lnTo>
                  <a:pt x="3617250" y="2176914"/>
                </a:lnTo>
                <a:lnTo>
                  <a:pt x="3631935" y="2179880"/>
                </a:lnTo>
                <a:lnTo>
                  <a:pt x="3646646" y="2176914"/>
                </a:lnTo>
                <a:lnTo>
                  <a:pt x="3658658" y="2168828"/>
                </a:lnTo>
                <a:lnTo>
                  <a:pt x="3666756" y="2156837"/>
                </a:lnTo>
                <a:lnTo>
                  <a:pt x="3669725" y="2142157"/>
                </a:lnTo>
                <a:lnTo>
                  <a:pt x="3666756" y="2127474"/>
                </a:lnTo>
                <a:lnTo>
                  <a:pt x="3658658" y="2115482"/>
                </a:lnTo>
                <a:lnTo>
                  <a:pt x="3646646" y="2107395"/>
                </a:lnTo>
                <a:lnTo>
                  <a:pt x="3631935" y="2104430"/>
                </a:lnTo>
                <a:close/>
              </a:path>
              <a:path extrusionOk="0" h="2468879" w="4523105">
                <a:moveTo>
                  <a:pt x="3934527" y="2101070"/>
                </a:moveTo>
                <a:lnTo>
                  <a:pt x="3918544" y="2104298"/>
                </a:lnTo>
                <a:lnTo>
                  <a:pt x="3905487" y="2113102"/>
                </a:lnTo>
                <a:lnTo>
                  <a:pt x="3896682" y="2126162"/>
                </a:lnTo>
                <a:lnTo>
                  <a:pt x="3893453" y="2142157"/>
                </a:lnTo>
                <a:lnTo>
                  <a:pt x="3896682" y="2158149"/>
                </a:lnTo>
                <a:lnTo>
                  <a:pt x="3905487" y="2171208"/>
                </a:lnTo>
                <a:lnTo>
                  <a:pt x="3918544" y="2180012"/>
                </a:lnTo>
                <a:lnTo>
                  <a:pt x="3934527" y="2183240"/>
                </a:lnTo>
                <a:lnTo>
                  <a:pt x="3950544" y="2180012"/>
                </a:lnTo>
                <a:lnTo>
                  <a:pt x="3963629" y="2171208"/>
                </a:lnTo>
                <a:lnTo>
                  <a:pt x="3972455" y="2158149"/>
                </a:lnTo>
                <a:lnTo>
                  <a:pt x="3975692" y="2142157"/>
                </a:lnTo>
                <a:lnTo>
                  <a:pt x="3972455" y="2126162"/>
                </a:lnTo>
                <a:lnTo>
                  <a:pt x="3963629" y="2113102"/>
                </a:lnTo>
                <a:lnTo>
                  <a:pt x="3950544" y="2104298"/>
                </a:lnTo>
                <a:lnTo>
                  <a:pt x="3934527" y="2101070"/>
                </a:lnTo>
                <a:close/>
              </a:path>
              <a:path extrusionOk="0" h="2468879" w="4523105">
                <a:moveTo>
                  <a:pt x="4237120" y="2098585"/>
                </a:moveTo>
                <a:lnTo>
                  <a:pt x="4220154" y="2102011"/>
                </a:lnTo>
                <a:lnTo>
                  <a:pt x="4206297" y="2111352"/>
                </a:lnTo>
                <a:lnTo>
                  <a:pt x="4196953" y="2125206"/>
                </a:lnTo>
                <a:lnTo>
                  <a:pt x="4193526" y="2142170"/>
                </a:lnTo>
                <a:lnTo>
                  <a:pt x="4196953" y="2159136"/>
                </a:lnTo>
                <a:lnTo>
                  <a:pt x="4206297" y="2172992"/>
                </a:lnTo>
                <a:lnTo>
                  <a:pt x="4220154" y="2182334"/>
                </a:lnTo>
                <a:lnTo>
                  <a:pt x="4237120" y="2185760"/>
                </a:lnTo>
                <a:lnTo>
                  <a:pt x="4254111" y="2182334"/>
                </a:lnTo>
                <a:lnTo>
                  <a:pt x="4267982" y="2172992"/>
                </a:lnTo>
                <a:lnTo>
                  <a:pt x="4277331" y="2159136"/>
                </a:lnTo>
                <a:lnTo>
                  <a:pt x="4280759" y="2142170"/>
                </a:lnTo>
                <a:lnTo>
                  <a:pt x="4277331" y="2125206"/>
                </a:lnTo>
                <a:lnTo>
                  <a:pt x="4267982" y="2111352"/>
                </a:lnTo>
                <a:lnTo>
                  <a:pt x="4254111" y="2102011"/>
                </a:lnTo>
                <a:lnTo>
                  <a:pt x="4237120" y="2098585"/>
                </a:lnTo>
                <a:close/>
              </a:path>
              <a:path extrusionOk="0" h="2468879" w="4523105">
                <a:moveTo>
                  <a:pt x="4522590" y="2099522"/>
                </a:moveTo>
                <a:lnTo>
                  <a:pt x="4521765" y="2099689"/>
                </a:lnTo>
                <a:lnTo>
                  <a:pt x="4507107" y="2109571"/>
                </a:lnTo>
                <a:lnTo>
                  <a:pt x="4497223" y="2124226"/>
                </a:lnTo>
                <a:lnTo>
                  <a:pt x="4493599" y="2142170"/>
                </a:lnTo>
                <a:lnTo>
                  <a:pt x="4497223" y="2160119"/>
                </a:lnTo>
                <a:lnTo>
                  <a:pt x="4507107" y="2174776"/>
                </a:lnTo>
                <a:lnTo>
                  <a:pt x="4521765" y="2184657"/>
                </a:lnTo>
                <a:lnTo>
                  <a:pt x="4522590" y="2184824"/>
                </a:lnTo>
                <a:lnTo>
                  <a:pt x="4522590" y="2099522"/>
                </a:lnTo>
                <a:close/>
              </a:path>
              <a:path extrusionOk="0" h="2468879" w="4523105">
                <a:moveTo>
                  <a:pt x="1212050" y="2444043"/>
                </a:moveTo>
                <a:lnTo>
                  <a:pt x="1210385" y="2444043"/>
                </a:lnTo>
                <a:lnTo>
                  <a:pt x="1210385" y="2444983"/>
                </a:lnTo>
                <a:lnTo>
                  <a:pt x="1212050" y="2444983"/>
                </a:lnTo>
                <a:lnTo>
                  <a:pt x="1212050" y="2444043"/>
                </a:lnTo>
                <a:close/>
              </a:path>
              <a:path extrusionOk="0" h="2468879" w="4523105">
                <a:moveTo>
                  <a:pt x="1515677" y="2441152"/>
                </a:moveTo>
                <a:lnTo>
                  <a:pt x="1511943" y="2441152"/>
                </a:lnTo>
                <a:lnTo>
                  <a:pt x="1510458" y="2442648"/>
                </a:lnTo>
                <a:lnTo>
                  <a:pt x="1510458" y="2446378"/>
                </a:lnTo>
                <a:lnTo>
                  <a:pt x="1511943" y="2447871"/>
                </a:lnTo>
                <a:lnTo>
                  <a:pt x="1515677" y="2447871"/>
                </a:lnTo>
                <a:lnTo>
                  <a:pt x="1517161" y="2446378"/>
                </a:lnTo>
                <a:lnTo>
                  <a:pt x="1517161" y="2442648"/>
                </a:lnTo>
                <a:lnTo>
                  <a:pt x="1515677" y="2441152"/>
                </a:lnTo>
                <a:close/>
              </a:path>
              <a:path extrusionOk="0" h="2468879" w="4523105">
                <a:moveTo>
                  <a:pt x="1820564" y="2436988"/>
                </a:moveTo>
                <a:lnTo>
                  <a:pt x="1812241" y="2436988"/>
                </a:lnTo>
                <a:lnTo>
                  <a:pt x="1808867" y="2440364"/>
                </a:lnTo>
                <a:lnTo>
                  <a:pt x="1808867" y="2448696"/>
                </a:lnTo>
                <a:lnTo>
                  <a:pt x="1812241" y="2452072"/>
                </a:lnTo>
                <a:lnTo>
                  <a:pt x="1820564" y="2452072"/>
                </a:lnTo>
                <a:lnTo>
                  <a:pt x="1823938" y="2448696"/>
                </a:lnTo>
                <a:lnTo>
                  <a:pt x="1823938" y="2440364"/>
                </a:lnTo>
                <a:lnTo>
                  <a:pt x="1820564" y="2436988"/>
                </a:lnTo>
                <a:close/>
              </a:path>
              <a:path extrusionOk="0" h="2468879" w="4523105">
                <a:moveTo>
                  <a:pt x="2125001" y="2433629"/>
                </a:moveTo>
                <a:lnTo>
                  <a:pt x="2112989" y="2433629"/>
                </a:lnTo>
                <a:lnTo>
                  <a:pt x="2108085" y="2438517"/>
                </a:lnTo>
                <a:lnTo>
                  <a:pt x="2108085" y="2450543"/>
                </a:lnTo>
                <a:lnTo>
                  <a:pt x="2112989" y="2455431"/>
                </a:lnTo>
                <a:lnTo>
                  <a:pt x="2125001" y="2455431"/>
                </a:lnTo>
                <a:lnTo>
                  <a:pt x="2129905" y="2450543"/>
                </a:lnTo>
                <a:lnTo>
                  <a:pt x="2129905" y="2438517"/>
                </a:lnTo>
                <a:lnTo>
                  <a:pt x="2125001" y="2433629"/>
                </a:lnTo>
                <a:close/>
              </a:path>
              <a:path extrusionOk="0" h="2468879" w="4523105">
                <a:moveTo>
                  <a:pt x="2429933" y="2429464"/>
                </a:moveTo>
                <a:lnTo>
                  <a:pt x="2413242" y="2429464"/>
                </a:lnTo>
                <a:lnTo>
                  <a:pt x="2406494" y="2436213"/>
                </a:lnTo>
                <a:lnTo>
                  <a:pt x="2406494" y="2452878"/>
                </a:lnTo>
                <a:lnTo>
                  <a:pt x="2413242" y="2459629"/>
                </a:lnTo>
                <a:lnTo>
                  <a:pt x="2429933" y="2459629"/>
                </a:lnTo>
                <a:lnTo>
                  <a:pt x="2436681" y="2452878"/>
                </a:lnTo>
                <a:lnTo>
                  <a:pt x="2436681" y="2436213"/>
                </a:lnTo>
                <a:lnTo>
                  <a:pt x="2429933" y="2429464"/>
                </a:lnTo>
                <a:close/>
              </a:path>
              <a:path extrusionOk="0" h="2468879" w="4523105">
                <a:moveTo>
                  <a:pt x="2733920" y="2426944"/>
                </a:moveTo>
                <a:lnTo>
                  <a:pt x="2714440" y="2426944"/>
                </a:lnTo>
                <a:lnTo>
                  <a:pt x="2706567" y="2434821"/>
                </a:lnTo>
                <a:lnTo>
                  <a:pt x="2706567" y="2454272"/>
                </a:lnTo>
                <a:lnTo>
                  <a:pt x="2714440" y="2462150"/>
                </a:lnTo>
                <a:lnTo>
                  <a:pt x="2733920" y="2462150"/>
                </a:lnTo>
                <a:lnTo>
                  <a:pt x="2741793" y="2454272"/>
                </a:lnTo>
                <a:lnTo>
                  <a:pt x="2741793" y="2434821"/>
                </a:lnTo>
                <a:lnTo>
                  <a:pt x="2733920" y="2426944"/>
                </a:lnTo>
                <a:close/>
              </a:path>
              <a:path extrusionOk="0" h="2468879" w="4523105">
                <a:moveTo>
                  <a:pt x="3026795" y="2423587"/>
                </a:moveTo>
                <a:lnTo>
                  <a:pt x="3018615" y="2425234"/>
                </a:lnTo>
                <a:lnTo>
                  <a:pt x="3011937" y="2429726"/>
                </a:lnTo>
                <a:lnTo>
                  <a:pt x="3007436" y="2436388"/>
                </a:lnTo>
                <a:lnTo>
                  <a:pt x="3005785" y="2444545"/>
                </a:lnTo>
                <a:lnTo>
                  <a:pt x="3007436" y="2452703"/>
                </a:lnTo>
                <a:lnTo>
                  <a:pt x="3011937" y="2459367"/>
                </a:lnTo>
                <a:lnTo>
                  <a:pt x="3018615" y="2463861"/>
                </a:lnTo>
                <a:lnTo>
                  <a:pt x="3026795" y="2465509"/>
                </a:lnTo>
                <a:lnTo>
                  <a:pt x="3034948" y="2463861"/>
                </a:lnTo>
                <a:lnTo>
                  <a:pt x="3041613" y="2459367"/>
                </a:lnTo>
                <a:lnTo>
                  <a:pt x="3046110" y="2452703"/>
                </a:lnTo>
                <a:lnTo>
                  <a:pt x="3047760" y="2444545"/>
                </a:lnTo>
                <a:lnTo>
                  <a:pt x="3046110" y="2436388"/>
                </a:lnTo>
                <a:lnTo>
                  <a:pt x="3041613" y="2429726"/>
                </a:lnTo>
                <a:lnTo>
                  <a:pt x="3034948" y="2425234"/>
                </a:lnTo>
                <a:lnTo>
                  <a:pt x="3026795" y="2423587"/>
                </a:lnTo>
                <a:close/>
              </a:path>
              <a:path extrusionOk="0" h="2468879" w="4523105">
                <a:moveTo>
                  <a:pt x="3329387" y="2421902"/>
                </a:moveTo>
                <a:lnTo>
                  <a:pt x="3320549" y="2423680"/>
                </a:lnTo>
                <a:lnTo>
                  <a:pt x="3313343" y="2428531"/>
                </a:lnTo>
                <a:lnTo>
                  <a:pt x="3308491" y="2435728"/>
                </a:lnTo>
                <a:lnTo>
                  <a:pt x="3306713" y="2444545"/>
                </a:lnTo>
                <a:lnTo>
                  <a:pt x="3308491" y="2453362"/>
                </a:lnTo>
                <a:lnTo>
                  <a:pt x="3313343" y="2460558"/>
                </a:lnTo>
                <a:lnTo>
                  <a:pt x="3320549" y="2465409"/>
                </a:lnTo>
                <a:lnTo>
                  <a:pt x="3329387" y="2467187"/>
                </a:lnTo>
                <a:lnTo>
                  <a:pt x="3338200" y="2465409"/>
                </a:lnTo>
                <a:lnTo>
                  <a:pt x="3345392" y="2460558"/>
                </a:lnTo>
                <a:lnTo>
                  <a:pt x="3350240" y="2453362"/>
                </a:lnTo>
                <a:lnTo>
                  <a:pt x="3352017" y="2444545"/>
                </a:lnTo>
                <a:lnTo>
                  <a:pt x="3350240" y="2435728"/>
                </a:lnTo>
                <a:lnTo>
                  <a:pt x="3345392" y="2428531"/>
                </a:lnTo>
                <a:lnTo>
                  <a:pt x="3338200" y="2423680"/>
                </a:lnTo>
                <a:lnTo>
                  <a:pt x="3329387" y="2421902"/>
                </a:lnTo>
                <a:close/>
              </a:path>
              <a:path extrusionOk="0" h="2468879" w="4523105">
                <a:moveTo>
                  <a:pt x="3631935" y="2421902"/>
                </a:moveTo>
                <a:lnTo>
                  <a:pt x="3623123" y="2423680"/>
                </a:lnTo>
                <a:lnTo>
                  <a:pt x="3615930" y="2428531"/>
                </a:lnTo>
                <a:lnTo>
                  <a:pt x="3611083" y="2435728"/>
                </a:lnTo>
                <a:lnTo>
                  <a:pt x="3609306" y="2444545"/>
                </a:lnTo>
                <a:lnTo>
                  <a:pt x="3611083" y="2453362"/>
                </a:lnTo>
                <a:lnTo>
                  <a:pt x="3615930" y="2460558"/>
                </a:lnTo>
                <a:lnTo>
                  <a:pt x="3623123" y="2465409"/>
                </a:lnTo>
                <a:lnTo>
                  <a:pt x="3631935" y="2467187"/>
                </a:lnTo>
                <a:lnTo>
                  <a:pt x="3640773" y="2465409"/>
                </a:lnTo>
                <a:lnTo>
                  <a:pt x="3647979" y="2460558"/>
                </a:lnTo>
                <a:lnTo>
                  <a:pt x="3652831" y="2453362"/>
                </a:lnTo>
                <a:lnTo>
                  <a:pt x="3654609" y="2444545"/>
                </a:lnTo>
                <a:lnTo>
                  <a:pt x="3652831" y="2435728"/>
                </a:lnTo>
                <a:lnTo>
                  <a:pt x="3647979" y="2428531"/>
                </a:lnTo>
                <a:lnTo>
                  <a:pt x="3640773" y="2423680"/>
                </a:lnTo>
                <a:lnTo>
                  <a:pt x="3631935" y="2421902"/>
                </a:lnTo>
                <a:close/>
              </a:path>
              <a:path extrusionOk="0" h="2468879" w="4523105">
                <a:moveTo>
                  <a:pt x="3934527" y="2420258"/>
                </a:moveTo>
                <a:lnTo>
                  <a:pt x="3925076" y="2422168"/>
                </a:lnTo>
                <a:lnTo>
                  <a:pt x="3917353" y="2427377"/>
                </a:lnTo>
                <a:lnTo>
                  <a:pt x="3912144" y="2435103"/>
                </a:lnTo>
                <a:lnTo>
                  <a:pt x="3910234" y="2444562"/>
                </a:lnTo>
                <a:lnTo>
                  <a:pt x="3912144" y="2454021"/>
                </a:lnTo>
                <a:lnTo>
                  <a:pt x="3917353" y="2461747"/>
                </a:lnTo>
                <a:lnTo>
                  <a:pt x="3925076" y="2466957"/>
                </a:lnTo>
                <a:lnTo>
                  <a:pt x="3934527" y="2468868"/>
                </a:lnTo>
                <a:lnTo>
                  <a:pt x="3944005" y="2466957"/>
                </a:lnTo>
                <a:lnTo>
                  <a:pt x="3951741" y="2461747"/>
                </a:lnTo>
                <a:lnTo>
                  <a:pt x="3956955" y="2454021"/>
                </a:lnTo>
                <a:lnTo>
                  <a:pt x="3958866" y="2444562"/>
                </a:lnTo>
                <a:lnTo>
                  <a:pt x="3956955" y="2435103"/>
                </a:lnTo>
                <a:lnTo>
                  <a:pt x="3951741" y="2427377"/>
                </a:lnTo>
                <a:lnTo>
                  <a:pt x="3944005" y="2422168"/>
                </a:lnTo>
                <a:lnTo>
                  <a:pt x="3934527" y="2420258"/>
                </a:lnTo>
                <a:close/>
              </a:path>
              <a:path extrusionOk="0" h="2468879" w="4523105">
                <a:moveTo>
                  <a:pt x="4237120" y="2421902"/>
                </a:moveTo>
                <a:lnTo>
                  <a:pt x="4228308" y="2423680"/>
                </a:lnTo>
                <a:lnTo>
                  <a:pt x="4221115" y="2428531"/>
                </a:lnTo>
                <a:lnTo>
                  <a:pt x="4216268" y="2435728"/>
                </a:lnTo>
                <a:lnTo>
                  <a:pt x="4214491" y="2444545"/>
                </a:lnTo>
                <a:lnTo>
                  <a:pt x="4216268" y="2453362"/>
                </a:lnTo>
                <a:lnTo>
                  <a:pt x="4221115" y="2460558"/>
                </a:lnTo>
                <a:lnTo>
                  <a:pt x="4228308" y="2465409"/>
                </a:lnTo>
                <a:lnTo>
                  <a:pt x="4237120" y="2467187"/>
                </a:lnTo>
                <a:lnTo>
                  <a:pt x="4245958" y="2465409"/>
                </a:lnTo>
                <a:lnTo>
                  <a:pt x="4253164" y="2460558"/>
                </a:lnTo>
                <a:lnTo>
                  <a:pt x="4258016" y="2453362"/>
                </a:lnTo>
                <a:lnTo>
                  <a:pt x="4259794" y="2444545"/>
                </a:lnTo>
                <a:lnTo>
                  <a:pt x="4258016" y="2435728"/>
                </a:lnTo>
                <a:lnTo>
                  <a:pt x="4253164" y="2428531"/>
                </a:lnTo>
                <a:lnTo>
                  <a:pt x="4245958" y="2423680"/>
                </a:lnTo>
                <a:lnTo>
                  <a:pt x="4237120" y="2421902"/>
                </a:lnTo>
                <a:close/>
              </a:path>
              <a:path extrusionOk="0" h="2468879" w="4523105">
                <a:moveTo>
                  <a:pt x="4522590" y="2434634"/>
                </a:moveTo>
                <a:lnTo>
                  <a:pt x="4521188" y="2436710"/>
                </a:lnTo>
                <a:lnTo>
                  <a:pt x="4519603" y="2444545"/>
                </a:lnTo>
                <a:lnTo>
                  <a:pt x="4521188" y="2452380"/>
                </a:lnTo>
                <a:lnTo>
                  <a:pt x="4522590" y="2454457"/>
                </a:lnTo>
                <a:lnTo>
                  <a:pt x="4522590" y="2434634"/>
                </a:lnTo>
                <a:close/>
              </a:path>
            </a:pathLst>
          </a:custGeom>
          <a:solidFill>
            <a:srgbClr val="E9C6C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2" name="Google Shape;22;p21"/>
          <p:cNvSpPr/>
          <p:nvPr/>
        </p:nvSpPr>
        <p:spPr>
          <a:xfrm>
            <a:off x="11563350" y="9458325"/>
            <a:ext cx="6724650" cy="18415"/>
          </a:xfrm>
          <a:custGeom>
            <a:rect b="b" l="l" r="r" t="t"/>
            <a:pathLst>
              <a:path extrusionOk="0" h="18415" w="6724650">
                <a:moveTo>
                  <a:pt x="0" y="0"/>
                </a:moveTo>
                <a:lnTo>
                  <a:pt x="6724650" y="18028"/>
                </a:lnTo>
              </a:path>
            </a:pathLst>
          </a:custGeom>
          <a:noFill/>
          <a:ln cap="flat" cmpd="sng" w="114300">
            <a:solidFill>
              <a:srgbClr val="9FC3D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3" name="Google Shape;23;p21"/>
          <p:cNvSpPr/>
          <p:nvPr/>
        </p:nvSpPr>
        <p:spPr>
          <a:xfrm>
            <a:off x="15916275" y="0"/>
            <a:ext cx="1447800" cy="1676400"/>
          </a:xfrm>
          <a:custGeom>
            <a:rect b="b" l="l" r="r" t="t"/>
            <a:pathLst>
              <a:path extrusionOk="0" h="1676400" w="1447800">
                <a:moveTo>
                  <a:pt x="1447800" y="0"/>
                </a:moveTo>
                <a:lnTo>
                  <a:pt x="0" y="0"/>
                </a:lnTo>
                <a:lnTo>
                  <a:pt x="0" y="998093"/>
                </a:lnTo>
                <a:lnTo>
                  <a:pt x="2451" y="1046894"/>
                </a:lnTo>
                <a:lnTo>
                  <a:pt x="8414" y="1094753"/>
                </a:lnTo>
                <a:lnTo>
                  <a:pt x="17766" y="1141553"/>
                </a:lnTo>
                <a:lnTo>
                  <a:pt x="30388" y="1187177"/>
                </a:lnTo>
                <a:lnTo>
                  <a:pt x="46159" y="1231509"/>
                </a:lnTo>
                <a:lnTo>
                  <a:pt x="64958" y="1274430"/>
                </a:lnTo>
                <a:lnTo>
                  <a:pt x="86664" y="1315826"/>
                </a:lnTo>
                <a:lnTo>
                  <a:pt x="111158" y="1355578"/>
                </a:lnTo>
                <a:lnTo>
                  <a:pt x="138318" y="1393570"/>
                </a:lnTo>
                <a:lnTo>
                  <a:pt x="168025" y="1429686"/>
                </a:lnTo>
                <a:lnTo>
                  <a:pt x="200156" y="1463808"/>
                </a:lnTo>
                <a:lnTo>
                  <a:pt x="234592" y="1495820"/>
                </a:lnTo>
                <a:lnTo>
                  <a:pt x="271212" y="1525604"/>
                </a:lnTo>
                <a:lnTo>
                  <a:pt x="309896" y="1553044"/>
                </a:lnTo>
                <a:lnTo>
                  <a:pt x="350522" y="1578024"/>
                </a:lnTo>
                <a:lnTo>
                  <a:pt x="392971" y="1600426"/>
                </a:lnTo>
                <a:lnTo>
                  <a:pt x="437122" y="1620133"/>
                </a:lnTo>
                <a:lnTo>
                  <a:pt x="482853" y="1637029"/>
                </a:lnTo>
                <a:lnTo>
                  <a:pt x="528493" y="1650244"/>
                </a:lnTo>
                <a:lnTo>
                  <a:pt x="576029" y="1661147"/>
                </a:lnTo>
                <a:lnTo>
                  <a:pt x="624887" y="1669381"/>
                </a:lnTo>
                <a:lnTo>
                  <a:pt x="674495" y="1674585"/>
                </a:lnTo>
                <a:lnTo>
                  <a:pt x="724280" y="1676400"/>
                </a:lnTo>
                <a:lnTo>
                  <a:pt x="773571" y="1674823"/>
                </a:lnTo>
                <a:lnTo>
                  <a:pt x="821971" y="1670186"/>
                </a:lnTo>
                <a:lnTo>
                  <a:pt x="869323" y="1662629"/>
                </a:lnTo>
                <a:lnTo>
                  <a:pt x="915467" y="1652292"/>
                </a:lnTo>
                <a:lnTo>
                  <a:pt x="960246" y="1639316"/>
                </a:lnTo>
                <a:lnTo>
                  <a:pt x="961771" y="1638553"/>
                </a:lnTo>
                <a:lnTo>
                  <a:pt x="963421" y="1638553"/>
                </a:lnTo>
                <a:lnTo>
                  <a:pt x="964946" y="1637792"/>
                </a:lnTo>
                <a:lnTo>
                  <a:pt x="1010224" y="1620535"/>
                </a:lnTo>
                <a:lnTo>
                  <a:pt x="1054025" y="1600510"/>
                </a:lnTo>
                <a:lnTo>
                  <a:pt x="1096218" y="1577833"/>
                </a:lnTo>
                <a:lnTo>
                  <a:pt x="1136674" y="1552621"/>
                </a:lnTo>
                <a:lnTo>
                  <a:pt x="1175262" y="1524990"/>
                </a:lnTo>
                <a:lnTo>
                  <a:pt x="1211852" y="1495058"/>
                </a:lnTo>
                <a:lnTo>
                  <a:pt x="1246315" y="1462940"/>
                </a:lnTo>
                <a:lnTo>
                  <a:pt x="1278520" y="1428755"/>
                </a:lnTo>
                <a:lnTo>
                  <a:pt x="1308338" y="1392618"/>
                </a:lnTo>
                <a:lnTo>
                  <a:pt x="1335637" y="1354647"/>
                </a:lnTo>
                <a:lnTo>
                  <a:pt x="1360290" y="1314958"/>
                </a:lnTo>
                <a:lnTo>
                  <a:pt x="1382164" y="1273668"/>
                </a:lnTo>
                <a:lnTo>
                  <a:pt x="1401131" y="1230895"/>
                </a:lnTo>
                <a:lnTo>
                  <a:pt x="1417060" y="1186754"/>
                </a:lnTo>
                <a:lnTo>
                  <a:pt x="1429821" y="1141363"/>
                </a:lnTo>
                <a:lnTo>
                  <a:pt x="1439285" y="1094838"/>
                </a:lnTo>
                <a:lnTo>
                  <a:pt x="1445321" y="1047296"/>
                </a:lnTo>
                <a:lnTo>
                  <a:pt x="1447800" y="998854"/>
                </a:lnTo>
                <a:lnTo>
                  <a:pt x="1447800" y="0"/>
                </a:lnTo>
                <a:close/>
              </a:path>
            </a:pathLst>
          </a:custGeom>
          <a:solidFill>
            <a:srgbClr val="9FC3D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4" name="Google Shape;24;p21"/>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1"/>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21"/>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bg>
      <p:bgPr>
        <a:solidFill>
          <a:schemeClr val="lt1"/>
        </a:solidFill>
      </p:bgPr>
    </p:bg>
    <p:spTree>
      <p:nvGrpSpPr>
        <p:cNvPr id="27" name="Shape 27"/>
        <p:cNvGrpSpPr/>
        <p:nvPr/>
      </p:nvGrpSpPr>
      <p:grpSpPr>
        <a:xfrm>
          <a:off x="0" y="0"/>
          <a:ext cx="0" cy="0"/>
          <a:chOff x="0" y="0"/>
          <a:chExt cx="0" cy="0"/>
        </a:xfrm>
      </p:grpSpPr>
      <p:sp>
        <p:nvSpPr>
          <p:cNvPr id="28" name="Google Shape;28;p22"/>
          <p:cNvSpPr/>
          <p:nvPr/>
        </p:nvSpPr>
        <p:spPr>
          <a:xfrm>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solidFill>
            <a:srgbClr val="F6F3E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9" name="Google Shape;29;p22"/>
          <p:cNvSpPr/>
          <p:nvPr/>
        </p:nvSpPr>
        <p:spPr>
          <a:xfrm>
            <a:off x="95250" y="9420225"/>
            <a:ext cx="7105650" cy="19050"/>
          </a:xfrm>
          <a:custGeom>
            <a:rect b="b" l="l" r="r" t="t"/>
            <a:pathLst>
              <a:path extrusionOk="0" h="19050" w="7105650">
                <a:moveTo>
                  <a:pt x="0" y="0"/>
                </a:moveTo>
                <a:lnTo>
                  <a:pt x="7105650" y="19050"/>
                </a:lnTo>
              </a:path>
            </a:pathLst>
          </a:custGeom>
          <a:noFill/>
          <a:ln cap="flat" cmpd="sng" w="114300">
            <a:solidFill>
              <a:srgbClr val="9FC3D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0" name="Google Shape;30;p22"/>
          <p:cNvSpPr/>
          <p:nvPr/>
        </p:nvSpPr>
        <p:spPr>
          <a:xfrm>
            <a:off x="13765409" y="6216258"/>
            <a:ext cx="4523105" cy="2468880"/>
          </a:xfrm>
          <a:custGeom>
            <a:rect b="b" l="l" r="r" t="t"/>
            <a:pathLst>
              <a:path extrusionOk="0" h="2468879" w="4523105">
                <a:moveTo>
                  <a:pt x="2119916" y="23405"/>
                </a:moveTo>
                <a:lnTo>
                  <a:pt x="2118071" y="23405"/>
                </a:lnTo>
                <a:lnTo>
                  <a:pt x="2117306" y="24169"/>
                </a:lnTo>
                <a:lnTo>
                  <a:pt x="2117306" y="26010"/>
                </a:lnTo>
                <a:lnTo>
                  <a:pt x="2118071" y="26774"/>
                </a:lnTo>
                <a:lnTo>
                  <a:pt x="2119916" y="26774"/>
                </a:lnTo>
                <a:lnTo>
                  <a:pt x="2120681" y="26010"/>
                </a:lnTo>
                <a:lnTo>
                  <a:pt x="2120681" y="24169"/>
                </a:lnTo>
                <a:lnTo>
                  <a:pt x="2119916" y="23405"/>
                </a:lnTo>
                <a:close/>
              </a:path>
              <a:path extrusionOk="0" h="2468879" w="4523105">
                <a:moveTo>
                  <a:pt x="2424353" y="20080"/>
                </a:moveTo>
                <a:lnTo>
                  <a:pt x="2418819" y="20080"/>
                </a:lnTo>
                <a:lnTo>
                  <a:pt x="2416570" y="22372"/>
                </a:lnTo>
                <a:lnTo>
                  <a:pt x="2416570" y="27897"/>
                </a:lnTo>
                <a:lnTo>
                  <a:pt x="2418819" y="30143"/>
                </a:lnTo>
                <a:lnTo>
                  <a:pt x="2424353" y="30143"/>
                </a:lnTo>
                <a:lnTo>
                  <a:pt x="2426602" y="27897"/>
                </a:lnTo>
                <a:lnTo>
                  <a:pt x="2426602" y="22372"/>
                </a:lnTo>
                <a:lnTo>
                  <a:pt x="2424353" y="20080"/>
                </a:lnTo>
                <a:close/>
              </a:path>
              <a:path extrusionOk="0" h="2468879" w="4523105">
                <a:moveTo>
                  <a:pt x="2728835" y="16756"/>
                </a:moveTo>
                <a:lnTo>
                  <a:pt x="2719522" y="16756"/>
                </a:lnTo>
                <a:lnTo>
                  <a:pt x="2715788" y="20485"/>
                </a:lnTo>
                <a:lnTo>
                  <a:pt x="2715788" y="29739"/>
                </a:lnTo>
                <a:lnTo>
                  <a:pt x="2719522" y="33513"/>
                </a:lnTo>
                <a:lnTo>
                  <a:pt x="2728835" y="33513"/>
                </a:lnTo>
                <a:lnTo>
                  <a:pt x="2732569" y="29739"/>
                </a:lnTo>
                <a:lnTo>
                  <a:pt x="2732569" y="20485"/>
                </a:lnTo>
                <a:lnTo>
                  <a:pt x="2728835" y="16756"/>
                </a:lnTo>
                <a:close/>
              </a:path>
              <a:path extrusionOk="0" h="2468879" w="4523105">
                <a:moveTo>
                  <a:pt x="3033272" y="13387"/>
                </a:moveTo>
                <a:lnTo>
                  <a:pt x="3020270" y="13387"/>
                </a:lnTo>
                <a:lnTo>
                  <a:pt x="3015007" y="18643"/>
                </a:lnTo>
                <a:lnTo>
                  <a:pt x="3015007" y="31626"/>
                </a:lnTo>
                <a:lnTo>
                  <a:pt x="3020270" y="36882"/>
                </a:lnTo>
                <a:lnTo>
                  <a:pt x="3033272" y="36882"/>
                </a:lnTo>
                <a:lnTo>
                  <a:pt x="3038536" y="31626"/>
                </a:lnTo>
                <a:lnTo>
                  <a:pt x="3038536" y="18643"/>
                </a:lnTo>
                <a:lnTo>
                  <a:pt x="3033272" y="13387"/>
                </a:lnTo>
                <a:close/>
              </a:path>
              <a:path extrusionOk="0" h="2468879" w="4523105">
                <a:moveTo>
                  <a:pt x="3337709" y="10062"/>
                </a:moveTo>
                <a:lnTo>
                  <a:pt x="3321018" y="10062"/>
                </a:lnTo>
                <a:lnTo>
                  <a:pt x="3314270" y="16801"/>
                </a:lnTo>
                <a:lnTo>
                  <a:pt x="3314270" y="33468"/>
                </a:lnTo>
                <a:lnTo>
                  <a:pt x="3321018" y="40206"/>
                </a:lnTo>
                <a:lnTo>
                  <a:pt x="3337709" y="40206"/>
                </a:lnTo>
                <a:lnTo>
                  <a:pt x="3344457" y="33468"/>
                </a:lnTo>
                <a:lnTo>
                  <a:pt x="3344457" y="16801"/>
                </a:lnTo>
                <a:lnTo>
                  <a:pt x="3337709" y="10062"/>
                </a:lnTo>
                <a:close/>
              </a:path>
              <a:path extrusionOk="0" h="2468879" w="4523105">
                <a:moveTo>
                  <a:pt x="3631934" y="6693"/>
                </a:moveTo>
                <a:lnTo>
                  <a:pt x="3624762" y="8144"/>
                </a:lnTo>
                <a:lnTo>
                  <a:pt x="3618898" y="12101"/>
                </a:lnTo>
                <a:lnTo>
                  <a:pt x="3614941" y="17970"/>
                </a:lnTo>
                <a:lnTo>
                  <a:pt x="3613488" y="25157"/>
                </a:lnTo>
                <a:lnTo>
                  <a:pt x="3614941" y="32318"/>
                </a:lnTo>
                <a:lnTo>
                  <a:pt x="3618898" y="38174"/>
                </a:lnTo>
                <a:lnTo>
                  <a:pt x="3624762" y="42125"/>
                </a:lnTo>
                <a:lnTo>
                  <a:pt x="3631934" y="43576"/>
                </a:lnTo>
                <a:lnTo>
                  <a:pt x="3639131" y="42125"/>
                </a:lnTo>
                <a:lnTo>
                  <a:pt x="3645008" y="38174"/>
                </a:lnTo>
                <a:lnTo>
                  <a:pt x="3648971" y="32318"/>
                </a:lnTo>
                <a:lnTo>
                  <a:pt x="3650424" y="25157"/>
                </a:lnTo>
                <a:lnTo>
                  <a:pt x="3648971" y="17970"/>
                </a:lnTo>
                <a:lnTo>
                  <a:pt x="3645008" y="12101"/>
                </a:lnTo>
                <a:lnTo>
                  <a:pt x="3639131" y="8144"/>
                </a:lnTo>
                <a:lnTo>
                  <a:pt x="3631934" y="6693"/>
                </a:lnTo>
                <a:close/>
              </a:path>
              <a:path extrusionOk="0" h="2468879" w="4523105">
                <a:moveTo>
                  <a:pt x="3934526" y="2515"/>
                </a:moveTo>
                <a:lnTo>
                  <a:pt x="3925714" y="4290"/>
                </a:lnTo>
                <a:lnTo>
                  <a:pt x="3918521" y="9136"/>
                </a:lnTo>
                <a:lnTo>
                  <a:pt x="3913674" y="16331"/>
                </a:lnTo>
                <a:lnTo>
                  <a:pt x="3911897" y="25157"/>
                </a:lnTo>
                <a:lnTo>
                  <a:pt x="3913674" y="33963"/>
                </a:lnTo>
                <a:lnTo>
                  <a:pt x="3918521" y="41161"/>
                </a:lnTo>
                <a:lnTo>
                  <a:pt x="3925714" y="46017"/>
                </a:lnTo>
                <a:lnTo>
                  <a:pt x="3934526" y="47798"/>
                </a:lnTo>
                <a:lnTo>
                  <a:pt x="3943364" y="46017"/>
                </a:lnTo>
                <a:lnTo>
                  <a:pt x="3950570" y="41161"/>
                </a:lnTo>
                <a:lnTo>
                  <a:pt x="3955423" y="33963"/>
                </a:lnTo>
                <a:lnTo>
                  <a:pt x="3957200" y="25157"/>
                </a:lnTo>
                <a:lnTo>
                  <a:pt x="3955423" y="16331"/>
                </a:lnTo>
                <a:lnTo>
                  <a:pt x="3950570" y="9136"/>
                </a:lnTo>
                <a:lnTo>
                  <a:pt x="3943364" y="4290"/>
                </a:lnTo>
                <a:lnTo>
                  <a:pt x="3934526" y="2515"/>
                </a:lnTo>
                <a:close/>
              </a:path>
              <a:path extrusionOk="0" h="2468879" w="4523105">
                <a:moveTo>
                  <a:pt x="4237119" y="0"/>
                </a:moveTo>
                <a:lnTo>
                  <a:pt x="4227331" y="1978"/>
                </a:lnTo>
                <a:lnTo>
                  <a:pt x="4219354" y="7373"/>
                </a:lnTo>
                <a:lnTo>
                  <a:pt x="4213983" y="15370"/>
                </a:lnTo>
                <a:lnTo>
                  <a:pt x="4212015" y="25157"/>
                </a:lnTo>
                <a:lnTo>
                  <a:pt x="4213983" y="34944"/>
                </a:lnTo>
                <a:lnTo>
                  <a:pt x="4219354" y="42941"/>
                </a:lnTo>
                <a:lnTo>
                  <a:pt x="4227332" y="48335"/>
                </a:lnTo>
                <a:lnTo>
                  <a:pt x="4237119" y="50314"/>
                </a:lnTo>
                <a:lnTo>
                  <a:pt x="4246920" y="48335"/>
                </a:lnTo>
                <a:lnTo>
                  <a:pt x="4254928" y="42941"/>
                </a:lnTo>
                <a:lnTo>
                  <a:pt x="4260331" y="34944"/>
                </a:lnTo>
                <a:lnTo>
                  <a:pt x="4262312" y="25157"/>
                </a:lnTo>
                <a:lnTo>
                  <a:pt x="4260331" y="15370"/>
                </a:lnTo>
                <a:lnTo>
                  <a:pt x="4254928" y="7373"/>
                </a:lnTo>
                <a:lnTo>
                  <a:pt x="4246920" y="1978"/>
                </a:lnTo>
                <a:lnTo>
                  <a:pt x="4237119" y="0"/>
                </a:lnTo>
                <a:close/>
              </a:path>
              <a:path extrusionOk="0" h="2468879" w="4523105">
                <a:moveTo>
                  <a:pt x="4522590" y="4950"/>
                </a:moveTo>
                <a:lnTo>
                  <a:pt x="4520754" y="6188"/>
                </a:lnTo>
                <a:lnTo>
                  <a:pt x="4515006" y="14712"/>
                </a:lnTo>
                <a:lnTo>
                  <a:pt x="4512898" y="25157"/>
                </a:lnTo>
                <a:lnTo>
                  <a:pt x="4515006" y="35602"/>
                </a:lnTo>
                <a:lnTo>
                  <a:pt x="4520754" y="44126"/>
                </a:lnTo>
                <a:lnTo>
                  <a:pt x="4522590" y="45364"/>
                </a:lnTo>
                <a:lnTo>
                  <a:pt x="4522590" y="4950"/>
                </a:lnTo>
                <a:close/>
              </a:path>
              <a:path extrusionOk="0" h="2468879" w="4523105">
                <a:moveTo>
                  <a:pt x="909996" y="324979"/>
                </a:moveTo>
                <a:lnTo>
                  <a:pt x="907206" y="324979"/>
                </a:lnTo>
                <a:lnTo>
                  <a:pt x="906082" y="326102"/>
                </a:lnTo>
                <a:lnTo>
                  <a:pt x="906082" y="328887"/>
                </a:lnTo>
                <a:lnTo>
                  <a:pt x="907206" y="330010"/>
                </a:lnTo>
                <a:lnTo>
                  <a:pt x="909996" y="330010"/>
                </a:lnTo>
                <a:lnTo>
                  <a:pt x="911120" y="328887"/>
                </a:lnTo>
                <a:lnTo>
                  <a:pt x="911120" y="326102"/>
                </a:lnTo>
                <a:lnTo>
                  <a:pt x="909996" y="324979"/>
                </a:lnTo>
                <a:close/>
              </a:path>
              <a:path extrusionOk="0" h="2468879" w="4523105">
                <a:moveTo>
                  <a:pt x="1215378" y="319947"/>
                </a:moveTo>
                <a:lnTo>
                  <a:pt x="1207055" y="319947"/>
                </a:lnTo>
                <a:lnTo>
                  <a:pt x="1203681" y="323316"/>
                </a:lnTo>
                <a:lnTo>
                  <a:pt x="1203681" y="331672"/>
                </a:lnTo>
                <a:lnTo>
                  <a:pt x="1207055" y="335042"/>
                </a:lnTo>
                <a:lnTo>
                  <a:pt x="1215378" y="335042"/>
                </a:lnTo>
                <a:lnTo>
                  <a:pt x="1218752" y="331672"/>
                </a:lnTo>
                <a:lnTo>
                  <a:pt x="1218752" y="323316"/>
                </a:lnTo>
                <a:lnTo>
                  <a:pt x="1215378" y="319947"/>
                </a:lnTo>
                <a:close/>
              </a:path>
              <a:path extrusionOk="0" h="2468879" w="4523105">
                <a:moveTo>
                  <a:pt x="1520759" y="314916"/>
                </a:moveTo>
                <a:lnTo>
                  <a:pt x="1506858" y="314916"/>
                </a:lnTo>
                <a:lnTo>
                  <a:pt x="1501234" y="320531"/>
                </a:lnTo>
                <a:lnTo>
                  <a:pt x="1501234" y="334413"/>
                </a:lnTo>
                <a:lnTo>
                  <a:pt x="1506858" y="340073"/>
                </a:lnTo>
                <a:lnTo>
                  <a:pt x="1520759" y="340073"/>
                </a:lnTo>
                <a:lnTo>
                  <a:pt x="1526383" y="334413"/>
                </a:lnTo>
                <a:lnTo>
                  <a:pt x="1526383" y="320531"/>
                </a:lnTo>
                <a:lnTo>
                  <a:pt x="1520759" y="314916"/>
                </a:lnTo>
                <a:close/>
              </a:path>
              <a:path extrusionOk="0" h="2468879" w="4523105">
                <a:moveTo>
                  <a:pt x="1826141" y="309884"/>
                </a:moveTo>
                <a:lnTo>
                  <a:pt x="1806661" y="309884"/>
                </a:lnTo>
                <a:lnTo>
                  <a:pt x="1798788" y="317746"/>
                </a:lnTo>
                <a:lnTo>
                  <a:pt x="1798788" y="337198"/>
                </a:lnTo>
                <a:lnTo>
                  <a:pt x="1806661" y="345060"/>
                </a:lnTo>
                <a:lnTo>
                  <a:pt x="1826141" y="345060"/>
                </a:lnTo>
                <a:lnTo>
                  <a:pt x="1834014" y="337198"/>
                </a:lnTo>
                <a:lnTo>
                  <a:pt x="1834014" y="317746"/>
                </a:lnTo>
                <a:lnTo>
                  <a:pt x="1826141" y="309884"/>
                </a:lnTo>
                <a:close/>
              </a:path>
              <a:path extrusionOk="0" h="2468879" w="4523105">
                <a:moveTo>
                  <a:pt x="2118971" y="304808"/>
                </a:moveTo>
                <a:lnTo>
                  <a:pt x="2110159" y="306589"/>
                </a:lnTo>
                <a:lnTo>
                  <a:pt x="2102967" y="311445"/>
                </a:lnTo>
                <a:lnTo>
                  <a:pt x="2098119" y="318643"/>
                </a:lnTo>
                <a:lnTo>
                  <a:pt x="2096342" y="327449"/>
                </a:lnTo>
                <a:lnTo>
                  <a:pt x="2098119" y="336275"/>
                </a:lnTo>
                <a:lnTo>
                  <a:pt x="2102967" y="343470"/>
                </a:lnTo>
                <a:lnTo>
                  <a:pt x="2110159" y="348316"/>
                </a:lnTo>
                <a:lnTo>
                  <a:pt x="2118971" y="350091"/>
                </a:lnTo>
                <a:lnTo>
                  <a:pt x="2127809" y="348316"/>
                </a:lnTo>
                <a:lnTo>
                  <a:pt x="2135015" y="343470"/>
                </a:lnTo>
                <a:lnTo>
                  <a:pt x="2139868" y="336275"/>
                </a:lnTo>
                <a:lnTo>
                  <a:pt x="2141645" y="327449"/>
                </a:lnTo>
                <a:lnTo>
                  <a:pt x="2139868" y="318643"/>
                </a:lnTo>
                <a:lnTo>
                  <a:pt x="2135015" y="311445"/>
                </a:lnTo>
                <a:lnTo>
                  <a:pt x="2127809" y="306589"/>
                </a:lnTo>
                <a:lnTo>
                  <a:pt x="2118971" y="304808"/>
                </a:lnTo>
                <a:close/>
              </a:path>
              <a:path extrusionOk="0" h="2468879" w="4523105">
                <a:moveTo>
                  <a:pt x="2421609" y="301483"/>
                </a:moveTo>
                <a:lnTo>
                  <a:pt x="2411465" y="303526"/>
                </a:lnTo>
                <a:lnTo>
                  <a:pt x="2403186" y="309098"/>
                </a:lnTo>
                <a:lnTo>
                  <a:pt x="2397606" y="317365"/>
                </a:lnTo>
                <a:lnTo>
                  <a:pt x="2395560" y="327494"/>
                </a:lnTo>
                <a:lnTo>
                  <a:pt x="2397606" y="337597"/>
                </a:lnTo>
                <a:lnTo>
                  <a:pt x="2403186" y="345851"/>
                </a:lnTo>
                <a:lnTo>
                  <a:pt x="2411465" y="351418"/>
                </a:lnTo>
                <a:lnTo>
                  <a:pt x="2421609" y="353460"/>
                </a:lnTo>
                <a:lnTo>
                  <a:pt x="2431726" y="351418"/>
                </a:lnTo>
                <a:lnTo>
                  <a:pt x="2439992" y="345851"/>
                </a:lnTo>
                <a:lnTo>
                  <a:pt x="2445567" y="337597"/>
                </a:lnTo>
                <a:lnTo>
                  <a:pt x="2447612" y="327494"/>
                </a:lnTo>
                <a:lnTo>
                  <a:pt x="2445567" y="317365"/>
                </a:lnTo>
                <a:lnTo>
                  <a:pt x="2439992" y="309098"/>
                </a:lnTo>
                <a:lnTo>
                  <a:pt x="2431726" y="303526"/>
                </a:lnTo>
                <a:lnTo>
                  <a:pt x="2421609" y="301483"/>
                </a:lnTo>
                <a:close/>
              </a:path>
              <a:path extrusionOk="0" h="2468879" w="4523105">
                <a:moveTo>
                  <a:pt x="2724201" y="298114"/>
                </a:moveTo>
                <a:lnTo>
                  <a:pt x="2712759" y="300424"/>
                </a:lnTo>
                <a:lnTo>
                  <a:pt x="2703422" y="306723"/>
                </a:lnTo>
                <a:lnTo>
                  <a:pt x="2697130" y="316062"/>
                </a:lnTo>
                <a:lnTo>
                  <a:pt x="2694824" y="327494"/>
                </a:lnTo>
                <a:lnTo>
                  <a:pt x="2697130" y="338901"/>
                </a:lnTo>
                <a:lnTo>
                  <a:pt x="2703422" y="348227"/>
                </a:lnTo>
                <a:lnTo>
                  <a:pt x="2712759" y="354520"/>
                </a:lnTo>
                <a:lnTo>
                  <a:pt x="2724201" y="356830"/>
                </a:lnTo>
                <a:lnTo>
                  <a:pt x="2735617" y="354520"/>
                </a:lnTo>
                <a:lnTo>
                  <a:pt x="2744941" y="348227"/>
                </a:lnTo>
                <a:lnTo>
                  <a:pt x="2751228" y="338901"/>
                </a:lnTo>
                <a:lnTo>
                  <a:pt x="2753534" y="327494"/>
                </a:lnTo>
                <a:lnTo>
                  <a:pt x="2751228" y="316062"/>
                </a:lnTo>
                <a:lnTo>
                  <a:pt x="2744941" y="306723"/>
                </a:lnTo>
                <a:lnTo>
                  <a:pt x="2735617" y="300424"/>
                </a:lnTo>
                <a:lnTo>
                  <a:pt x="2724201" y="298114"/>
                </a:lnTo>
                <a:close/>
              </a:path>
              <a:path extrusionOk="0" h="2468879" w="4523105">
                <a:moveTo>
                  <a:pt x="3026794" y="294790"/>
                </a:moveTo>
                <a:lnTo>
                  <a:pt x="3014046" y="297360"/>
                </a:lnTo>
                <a:lnTo>
                  <a:pt x="3003636" y="304370"/>
                </a:lnTo>
                <a:lnTo>
                  <a:pt x="2996616" y="314765"/>
                </a:lnTo>
                <a:lnTo>
                  <a:pt x="2994042" y="327494"/>
                </a:lnTo>
                <a:lnTo>
                  <a:pt x="2996616" y="340223"/>
                </a:lnTo>
                <a:lnTo>
                  <a:pt x="3003636" y="350619"/>
                </a:lnTo>
                <a:lnTo>
                  <a:pt x="3014047" y="357628"/>
                </a:lnTo>
                <a:lnTo>
                  <a:pt x="3026794" y="360199"/>
                </a:lnTo>
                <a:lnTo>
                  <a:pt x="3039515" y="357628"/>
                </a:lnTo>
                <a:lnTo>
                  <a:pt x="3049912" y="350619"/>
                </a:lnTo>
                <a:lnTo>
                  <a:pt x="3056927" y="340223"/>
                </a:lnTo>
                <a:lnTo>
                  <a:pt x="3059500" y="327494"/>
                </a:lnTo>
                <a:lnTo>
                  <a:pt x="3056927" y="314765"/>
                </a:lnTo>
                <a:lnTo>
                  <a:pt x="3049912" y="304370"/>
                </a:lnTo>
                <a:lnTo>
                  <a:pt x="3039515" y="297360"/>
                </a:lnTo>
                <a:lnTo>
                  <a:pt x="3026794" y="294790"/>
                </a:lnTo>
                <a:close/>
              </a:path>
              <a:path extrusionOk="0" h="2468879" w="4523105">
                <a:moveTo>
                  <a:pt x="3329386" y="292274"/>
                </a:moveTo>
                <a:lnTo>
                  <a:pt x="3315657" y="295042"/>
                </a:lnTo>
                <a:lnTo>
                  <a:pt x="3304446" y="302590"/>
                </a:lnTo>
                <a:lnTo>
                  <a:pt x="3296887" y="313785"/>
                </a:lnTo>
                <a:lnTo>
                  <a:pt x="3294115" y="327494"/>
                </a:lnTo>
                <a:lnTo>
                  <a:pt x="3296887" y="341204"/>
                </a:lnTo>
                <a:lnTo>
                  <a:pt x="3304446" y="352399"/>
                </a:lnTo>
                <a:lnTo>
                  <a:pt x="3315657" y="359947"/>
                </a:lnTo>
                <a:lnTo>
                  <a:pt x="3329386" y="362715"/>
                </a:lnTo>
                <a:lnTo>
                  <a:pt x="3343089" y="359947"/>
                </a:lnTo>
                <a:lnTo>
                  <a:pt x="3354287" y="352399"/>
                </a:lnTo>
                <a:lnTo>
                  <a:pt x="3361841" y="341204"/>
                </a:lnTo>
                <a:lnTo>
                  <a:pt x="3364612" y="327494"/>
                </a:lnTo>
                <a:lnTo>
                  <a:pt x="3361841" y="313785"/>
                </a:lnTo>
                <a:lnTo>
                  <a:pt x="3354287" y="302590"/>
                </a:lnTo>
                <a:lnTo>
                  <a:pt x="3343089" y="295042"/>
                </a:lnTo>
                <a:lnTo>
                  <a:pt x="3329386" y="292274"/>
                </a:lnTo>
                <a:close/>
              </a:path>
              <a:path extrusionOk="0" h="2468879" w="4523105">
                <a:moveTo>
                  <a:pt x="3631934" y="289758"/>
                </a:moveTo>
                <a:lnTo>
                  <a:pt x="3617248" y="292723"/>
                </a:lnTo>
                <a:lnTo>
                  <a:pt x="3605250" y="300810"/>
                </a:lnTo>
                <a:lnTo>
                  <a:pt x="3597157" y="312804"/>
                </a:lnTo>
                <a:lnTo>
                  <a:pt x="3594188" y="327494"/>
                </a:lnTo>
                <a:lnTo>
                  <a:pt x="3597157" y="342184"/>
                </a:lnTo>
                <a:lnTo>
                  <a:pt x="3605250" y="354179"/>
                </a:lnTo>
                <a:lnTo>
                  <a:pt x="3617249" y="362265"/>
                </a:lnTo>
                <a:lnTo>
                  <a:pt x="3631934" y="365230"/>
                </a:lnTo>
                <a:lnTo>
                  <a:pt x="3646645" y="362265"/>
                </a:lnTo>
                <a:lnTo>
                  <a:pt x="3658657" y="354179"/>
                </a:lnTo>
                <a:lnTo>
                  <a:pt x="3666755" y="342184"/>
                </a:lnTo>
                <a:lnTo>
                  <a:pt x="3669724" y="327494"/>
                </a:lnTo>
                <a:lnTo>
                  <a:pt x="3666755" y="312804"/>
                </a:lnTo>
                <a:lnTo>
                  <a:pt x="3658657" y="300810"/>
                </a:lnTo>
                <a:lnTo>
                  <a:pt x="3646645" y="292723"/>
                </a:lnTo>
                <a:lnTo>
                  <a:pt x="3631934" y="289758"/>
                </a:lnTo>
                <a:close/>
              </a:path>
              <a:path extrusionOk="0" h="2468879" w="4523105">
                <a:moveTo>
                  <a:pt x="3934526" y="286389"/>
                </a:moveTo>
                <a:lnTo>
                  <a:pt x="3918543" y="289621"/>
                </a:lnTo>
                <a:lnTo>
                  <a:pt x="3905486" y="298434"/>
                </a:lnTo>
                <a:lnTo>
                  <a:pt x="3896681" y="311501"/>
                </a:lnTo>
                <a:lnTo>
                  <a:pt x="3893452" y="327494"/>
                </a:lnTo>
                <a:lnTo>
                  <a:pt x="3896681" y="343488"/>
                </a:lnTo>
                <a:lnTo>
                  <a:pt x="3905486" y="356554"/>
                </a:lnTo>
                <a:lnTo>
                  <a:pt x="3918543" y="365367"/>
                </a:lnTo>
                <a:lnTo>
                  <a:pt x="3934526" y="368600"/>
                </a:lnTo>
                <a:lnTo>
                  <a:pt x="3950543" y="365367"/>
                </a:lnTo>
                <a:lnTo>
                  <a:pt x="3963628" y="356554"/>
                </a:lnTo>
                <a:lnTo>
                  <a:pt x="3972454" y="343488"/>
                </a:lnTo>
                <a:lnTo>
                  <a:pt x="3975691" y="327494"/>
                </a:lnTo>
                <a:lnTo>
                  <a:pt x="3972454" y="311501"/>
                </a:lnTo>
                <a:lnTo>
                  <a:pt x="3963628" y="298434"/>
                </a:lnTo>
                <a:lnTo>
                  <a:pt x="3950543" y="289621"/>
                </a:lnTo>
                <a:lnTo>
                  <a:pt x="3934526" y="286389"/>
                </a:lnTo>
                <a:close/>
              </a:path>
              <a:path extrusionOk="0" h="2468879" w="4523105">
                <a:moveTo>
                  <a:pt x="4237119" y="283918"/>
                </a:moveTo>
                <a:lnTo>
                  <a:pt x="4220153" y="287347"/>
                </a:lnTo>
                <a:lnTo>
                  <a:pt x="4206296" y="296693"/>
                </a:lnTo>
                <a:lnTo>
                  <a:pt x="4196952" y="310546"/>
                </a:lnTo>
                <a:lnTo>
                  <a:pt x="4193525" y="327494"/>
                </a:lnTo>
                <a:lnTo>
                  <a:pt x="4196952" y="344469"/>
                </a:lnTo>
                <a:lnTo>
                  <a:pt x="4206296" y="358335"/>
                </a:lnTo>
                <a:lnTo>
                  <a:pt x="4220153" y="367686"/>
                </a:lnTo>
                <a:lnTo>
                  <a:pt x="4237119" y="371115"/>
                </a:lnTo>
                <a:lnTo>
                  <a:pt x="4254110" y="367686"/>
                </a:lnTo>
                <a:lnTo>
                  <a:pt x="4267981" y="358335"/>
                </a:lnTo>
                <a:lnTo>
                  <a:pt x="4277330" y="344469"/>
                </a:lnTo>
                <a:lnTo>
                  <a:pt x="4280758" y="327494"/>
                </a:lnTo>
                <a:lnTo>
                  <a:pt x="4277330" y="310546"/>
                </a:lnTo>
                <a:lnTo>
                  <a:pt x="4267981" y="296693"/>
                </a:lnTo>
                <a:lnTo>
                  <a:pt x="4254110" y="287347"/>
                </a:lnTo>
                <a:lnTo>
                  <a:pt x="4237119" y="283918"/>
                </a:lnTo>
                <a:close/>
              </a:path>
              <a:path extrusionOk="0" h="2468879" w="4523105">
                <a:moveTo>
                  <a:pt x="4522590" y="284862"/>
                </a:moveTo>
                <a:lnTo>
                  <a:pt x="4521764" y="285029"/>
                </a:lnTo>
                <a:lnTo>
                  <a:pt x="4507106" y="294913"/>
                </a:lnTo>
                <a:lnTo>
                  <a:pt x="4497222" y="309565"/>
                </a:lnTo>
                <a:lnTo>
                  <a:pt x="4493598" y="327494"/>
                </a:lnTo>
                <a:lnTo>
                  <a:pt x="4497222" y="345449"/>
                </a:lnTo>
                <a:lnTo>
                  <a:pt x="4507106" y="360115"/>
                </a:lnTo>
                <a:lnTo>
                  <a:pt x="4521764" y="370004"/>
                </a:lnTo>
                <a:lnTo>
                  <a:pt x="4522590" y="370171"/>
                </a:lnTo>
                <a:lnTo>
                  <a:pt x="4522590" y="284862"/>
                </a:lnTo>
                <a:close/>
              </a:path>
              <a:path extrusionOk="0" h="2468879" w="4523105">
                <a:moveTo>
                  <a:pt x="304357" y="628170"/>
                </a:moveTo>
                <a:lnTo>
                  <a:pt x="302507" y="628170"/>
                </a:lnTo>
                <a:lnTo>
                  <a:pt x="301752" y="628933"/>
                </a:lnTo>
                <a:lnTo>
                  <a:pt x="301752" y="630775"/>
                </a:lnTo>
                <a:lnTo>
                  <a:pt x="302507" y="631539"/>
                </a:lnTo>
                <a:lnTo>
                  <a:pt x="304357" y="631539"/>
                </a:lnTo>
                <a:lnTo>
                  <a:pt x="305112" y="630775"/>
                </a:lnTo>
                <a:lnTo>
                  <a:pt x="305112" y="628933"/>
                </a:lnTo>
                <a:lnTo>
                  <a:pt x="304357" y="628170"/>
                </a:lnTo>
                <a:close/>
              </a:path>
              <a:path extrusionOk="0" h="2468879" w="4523105">
                <a:moveTo>
                  <a:pt x="609293" y="624037"/>
                </a:moveTo>
                <a:lnTo>
                  <a:pt x="602770" y="624037"/>
                </a:lnTo>
                <a:lnTo>
                  <a:pt x="600160" y="626642"/>
                </a:lnTo>
                <a:lnTo>
                  <a:pt x="600160" y="633111"/>
                </a:lnTo>
                <a:lnTo>
                  <a:pt x="602770" y="635762"/>
                </a:lnTo>
                <a:lnTo>
                  <a:pt x="609293" y="635762"/>
                </a:lnTo>
                <a:lnTo>
                  <a:pt x="611902" y="633111"/>
                </a:lnTo>
                <a:lnTo>
                  <a:pt x="611902" y="626642"/>
                </a:lnTo>
                <a:lnTo>
                  <a:pt x="609293" y="624037"/>
                </a:lnTo>
                <a:close/>
              </a:path>
              <a:path extrusionOk="0" h="2468879" w="4523105">
                <a:moveTo>
                  <a:pt x="914180" y="619814"/>
                </a:moveTo>
                <a:lnTo>
                  <a:pt x="903068" y="619814"/>
                </a:lnTo>
                <a:lnTo>
                  <a:pt x="898569" y="624306"/>
                </a:lnTo>
                <a:lnTo>
                  <a:pt x="898569" y="635447"/>
                </a:lnTo>
                <a:lnTo>
                  <a:pt x="903068" y="639940"/>
                </a:lnTo>
                <a:lnTo>
                  <a:pt x="914180" y="639940"/>
                </a:lnTo>
                <a:lnTo>
                  <a:pt x="918679" y="635447"/>
                </a:lnTo>
                <a:lnTo>
                  <a:pt x="918679" y="624306"/>
                </a:lnTo>
                <a:lnTo>
                  <a:pt x="914180" y="619814"/>
                </a:lnTo>
                <a:close/>
              </a:path>
              <a:path extrusionOk="0" h="2468879" w="4523105">
                <a:moveTo>
                  <a:pt x="1218617" y="616444"/>
                </a:moveTo>
                <a:lnTo>
                  <a:pt x="1203816" y="616444"/>
                </a:lnTo>
                <a:lnTo>
                  <a:pt x="1197787" y="622464"/>
                </a:lnTo>
                <a:lnTo>
                  <a:pt x="1197787" y="637289"/>
                </a:lnTo>
                <a:lnTo>
                  <a:pt x="1203816" y="643309"/>
                </a:lnTo>
                <a:lnTo>
                  <a:pt x="1218617" y="643309"/>
                </a:lnTo>
                <a:lnTo>
                  <a:pt x="1224645" y="637289"/>
                </a:lnTo>
                <a:lnTo>
                  <a:pt x="1224645" y="622464"/>
                </a:lnTo>
                <a:lnTo>
                  <a:pt x="1218617" y="616444"/>
                </a:lnTo>
                <a:close/>
              </a:path>
              <a:path extrusionOk="0" h="2468879" w="4523105">
                <a:moveTo>
                  <a:pt x="1523054" y="613120"/>
                </a:moveTo>
                <a:lnTo>
                  <a:pt x="1504564" y="613120"/>
                </a:lnTo>
                <a:lnTo>
                  <a:pt x="1497051" y="620667"/>
                </a:lnTo>
                <a:lnTo>
                  <a:pt x="1497051" y="639176"/>
                </a:lnTo>
                <a:lnTo>
                  <a:pt x="1504564" y="646678"/>
                </a:lnTo>
                <a:lnTo>
                  <a:pt x="1523054" y="646678"/>
                </a:lnTo>
                <a:lnTo>
                  <a:pt x="1530567" y="639176"/>
                </a:lnTo>
                <a:lnTo>
                  <a:pt x="1530567" y="620667"/>
                </a:lnTo>
                <a:lnTo>
                  <a:pt x="1523054" y="613120"/>
                </a:lnTo>
                <a:close/>
              </a:path>
              <a:path extrusionOk="0" h="2468879" w="4523105">
                <a:moveTo>
                  <a:pt x="1816379" y="609796"/>
                </a:moveTo>
                <a:lnTo>
                  <a:pt x="1808549" y="611374"/>
                </a:lnTo>
                <a:lnTo>
                  <a:pt x="1802157" y="615681"/>
                </a:lnTo>
                <a:lnTo>
                  <a:pt x="1797848" y="622077"/>
                </a:lnTo>
                <a:lnTo>
                  <a:pt x="1796269" y="629922"/>
                </a:lnTo>
                <a:lnTo>
                  <a:pt x="1797848" y="637740"/>
                </a:lnTo>
                <a:lnTo>
                  <a:pt x="1802157" y="644123"/>
                </a:lnTo>
                <a:lnTo>
                  <a:pt x="1808549" y="648425"/>
                </a:lnTo>
                <a:lnTo>
                  <a:pt x="1816379" y="650003"/>
                </a:lnTo>
                <a:lnTo>
                  <a:pt x="1824235" y="648425"/>
                </a:lnTo>
                <a:lnTo>
                  <a:pt x="1830640" y="644123"/>
                </a:lnTo>
                <a:lnTo>
                  <a:pt x="1834953" y="637740"/>
                </a:lnTo>
                <a:lnTo>
                  <a:pt x="1836534" y="629922"/>
                </a:lnTo>
                <a:lnTo>
                  <a:pt x="1834953" y="622077"/>
                </a:lnTo>
                <a:lnTo>
                  <a:pt x="1830640" y="615681"/>
                </a:lnTo>
                <a:lnTo>
                  <a:pt x="1824235" y="611374"/>
                </a:lnTo>
                <a:lnTo>
                  <a:pt x="1816379" y="609796"/>
                </a:lnTo>
                <a:close/>
              </a:path>
              <a:path extrusionOk="0" h="2468879" w="4523105">
                <a:moveTo>
                  <a:pt x="2118971" y="606426"/>
                </a:moveTo>
                <a:lnTo>
                  <a:pt x="2109836" y="608272"/>
                </a:lnTo>
                <a:lnTo>
                  <a:pt x="2102371" y="613305"/>
                </a:lnTo>
                <a:lnTo>
                  <a:pt x="2097335" y="620773"/>
                </a:lnTo>
                <a:lnTo>
                  <a:pt x="2095487" y="629922"/>
                </a:lnTo>
                <a:lnTo>
                  <a:pt x="2097335" y="639044"/>
                </a:lnTo>
                <a:lnTo>
                  <a:pt x="2102371" y="646499"/>
                </a:lnTo>
                <a:lnTo>
                  <a:pt x="2109836" y="651527"/>
                </a:lnTo>
                <a:lnTo>
                  <a:pt x="2118971" y="653372"/>
                </a:lnTo>
                <a:lnTo>
                  <a:pt x="2128133" y="651527"/>
                </a:lnTo>
                <a:lnTo>
                  <a:pt x="2135611" y="646499"/>
                </a:lnTo>
                <a:lnTo>
                  <a:pt x="2140652" y="639044"/>
                </a:lnTo>
                <a:lnTo>
                  <a:pt x="2142500" y="629922"/>
                </a:lnTo>
                <a:lnTo>
                  <a:pt x="2140652" y="620773"/>
                </a:lnTo>
                <a:lnTo>
                  <a:pt x="2135611" y="613305"/>
                </a:lnTo>
                <a:lnTo>
                  <a:pt x="2128133" y="608272"/>
                </a:lnTo>
                <a:lnTo>
                  <a:pt x="2118971" y="606426"/>
                </a:lnTo>
                <a:close/>
              </a:path>
              <a:path extrusionOk="0" h="2468879" w="4523105">
                <a:moveTo>
                  <a:pt x="2421609" y="603956"/>
                </a:moveTo>
                <a:lnTo>
                  <a:pt x="2411465" y="605998"/>
                </a:lnTo>
                <a:lnTo>
                  <a:pt x="2403186" y="611565"/>
                </a:lnTo>
                <a:lnTo>
                  <a:pt x="2397606" y="619819"/>
                </a:lnTo>
                <a:lnTo>
                  <a:pt x="2395561" y="629922"/>
                </a:lnTo>
                <a:lnTo>
                  <a:pt x="2397606" y="640025"/>
                </a:lnTo>
                <a:lnTo>
                  <a:pt x="2403186" y="648279"/>
                </a:lnTo>
                <a:lnTo>
                  <a:pt x="2411465" y="653846"/>
                </a:lnTo>
                <a:lnTo>
                  <a:pt x="2421609" y="655888"/>
                </a:lnTo>
                <a:lnTo>
                  <a:pt x="2431726" y="653846"/>
                </a:lnTo>
                <a:lnTo>
                  <a:pt x="2439992" y="648279"/>
                </a:lnTo>
                <a:lnTo>
                  <a:pt x="2445567" y="640025"/>
                </a:lnTo>
                <a:lnTo>
                  <a:pt x="2447612" y="629922"/>
                </a:lnTo>
                <a:lnTo>
                  <a:pt x="2445567" y="619819"/>
                </a:lnTo>
                <a:lnTo>
                  <a:pt x="2439992" y="611565"/>
                </a:lnTo>
                <a:lnTo>
                  <a:pt x="2431726" y="605998"/>
                </a:lnTo>
                <a:lnTo>
                  <a:pt x="2421609" y="603956"/>
                </a:lnTo>
                <a:close/>
              </a:path>
              <a:path extrusionOk="0" h="2468879" w="4523105">
                <a:moveTo>
                  <a:pt x="2724201" y="600586"/>
                </a:moveTo>
                <a:lnTo>
                  <a:pt x="2712760" y="602889"/>
                </a:lnTo>
                <a:lnTo>
                  <a:pt x="2703422" y="609172"/>
                </a:lnTo>
                <a:lnTo>
                  <a:pt x="2697130" y="618496"/>
                </a:lnTo>
                <a:lnTo>
                  <a:pt x="2694824" y="629922"/>
                </a:lnTo>
                <a:lnTo>
                  <a:pt x="2697130" y="641347"/>
                </a:lnTo>
                <a:lnTo>
                  <a:pt x="2703422" y="650671"/>
                </a:lnTo>
                <a:lnTo>
                  <a:pt x="2712760" y="656954"/>
                </a:lnTo>
                <a:lnTo>
                  <a:pt x="2724201" y="659257"/>
                </a:lnTo>
                <a:lnTo>
                  <a:pt x="2735617" y="656954"/>
                </a:lnTo>
                <a:lnTo>
                  <a:pt x="2744941" y="650671"/>
                </a:lnTo>
                <a:lnTo>
                  <a:pt x="2751228" y="641347"/>
                </a:lnTo>
                <a:lnTo>
                  <a:pt x="2753534" y="629922"/>
                </a:lnTo>
                <a:lnTo>
                  <a:pt x="2751228" y="618496"/>
                </a:lnTo>
                <a:lnTo>
                  <a:pt x="2744941" y="609172"/>
                </a:lnTo>
                <a:lnTo>
                  <a:pt x="2735617" y="602889"/>
                </a:lnTo>
                <a:lnTo>
                  <a:pt x="2724201" y="600586"/>
                </a:lnTo>
                <a:close/>
              </a:path>
              <a:path extrusionOk="0" h="2468879" w="4523105">
                <a:moveTo>
                  <a:pt x="3026794" y="597217"/>
                </a:moveTo>
                <a:lnTo>
                  <a:pt x="3014047" y="599788"/>
                </a:lnTo>
                <a:lnTo>
                  <a:pt x="3003636" y="606797"/>
                </a:lnTo>
                <a:lnTo>
                  <a:pt x="2996616" y="617193"/>
                </a:lnTo>
                <a:lnTo>
                  <a:pt x="2994042" y="629922"/>
                </a:lnTo>
                <a:lnTo>
                  <a:pt x="2996616" y="642651"/>
                </a:lnTo>
                <a:lnTo>
                  <a:pt x="3003636" y="653046"/>
                </a:lnTo>
                <a:lnTo>
                  <a:pt x="3014047" y="660056"/>
                </a:lnTo>
                <a:lnTo>
                  <a:pt x="3026794" y="662626"/>
                </a:lnTo>
                <a:lnTo>
                  <a:pt x="3039515" y="660056"/>
                </a:lnTo>
                <a:lnTo>
                  <a:pt x="3049912" y="653046"/>
                </a:lnTo>
                <a:lnTo>
                  <a:pt x="3056927" y="642651"/>
                </a:lnTo>
                <a:lnTo>
                  <a:pt x="3059500" y="629922"/>
                </a:lnTo>
                <a:lnTo>
                  <a:pt x="3056927" y="617193"/>
                </a:lnTo>
                <a:lnTo>
                  <a:pt x="3049912" y="606797"/>
                </a:lnTo>
                <a:lnTo>
                  <a:pt x="3039515" y="599788"/>
                </a:lnTo>
                <a:lnTo>
                  <a:pt x="3026794" y="597217"/>
                </a:lnTo>
                <a:close/>
              </a:path>
              <a:path extrusionOk="0" h="2468879" w="4523105">
                <a:moveTo>
                  <a:pt x="3329386" y="594746"/>
                </a:moveTo>
                <a:lnTo>
                  <a:pt x="3315657" y="597513"/>
                </a:lnTo>
                <a:lnTo>
                  <a:pt x="3304446" y="605056"/>
                </a:lnTo>
                <a:lnTo>
                  <a:pt x="3296887" y="616238"/>
                </a:lnTo>
                <a:lnTo>
                  <a:pt x="3294115" y="629922"/>
                </a:lnTo>
                <a:lnTo>
                  <a:pt x="3296887" y="643631"/>
                </a:lnTo>
                <a:lnTo>
                  <a:pt x="3304446" y="654826"/>
                </a:lnTo>
                <a:lnTo>
                  <a:pt x="3315657" y="662374"/>
                </a:lnTo>
                <a:lnTo>
                  <a:pt x="3329386" y="665142"/>
                </a:lnTo>
                <a:lnTo>
                  <a:pt x="3343090" y="662374"/>
                </a:lnTo>
                <a:lnTo>
                  <a:pt x="3354288" y="654826"/>
                </a:lnTo>
                <a:lnTo>
                  <a:pt x="3361841" y="643631"/>
                </a:lnTo>
                <a:lnTo>
                  <a:pt x="3364612" y="629922"/>
                </a:lnTo>
                <a:lnTo>
                  <a:pt x="3361841" y="616238"/>
                </a:lnTo>
                <a:lnTo>
                  <a:pt x="3354287" y="605056"/>
                </a:lnTo>
                <a:lnTo>
                  <a:pt x="3343090" y="597513"/>
                </a:lnTo>
                <a:lnTo>
                  <a:pt x="3329386" y="594746"/>
                </a:lnTo>
                <a:close/>
              </a:path>
              <a:path extrusionOk="0" h="2468879" w="4523105">
                <a:moveTo>
                  <a:pt x="3631934" y="592231"/>
                </a:moveTo>
                <a:lnTo>
                  <a:pt x="3617249" y="595195"/>
                </a:lnTo>
                <a:lnTo>
                  <a:pt x="3605250" y="603276"/>
                </a:lnTo>
                <a:lnTo>
                  <a:pt x="3597157" y="615257"/>
                </a:lnTo>
                <a:lnTo>
                  <a:pt x="3594189" y="629922"/>
                </a:lnTo>
                <a:lnTo>
                  <a:pt x="3597157" y="644612"/>
                </a:lnTo>
                <a:lnTo>
                  <a:pt x="3605250" y="656606"/>
                </a:lnTo>
                <a:lnTo>
                  <a:pt x="3617249" y="664693"/>
                </a:lnTo>
                <a:lnTo>
                  <a:pt x="3631934" y="667658"/>
                </a:lnTo>
                <a:lnTo>
                  <a:pt x="3646645" y="664693"/>
                </a:lnTo>
                <a:lnTo>
                  <a:pt x="3658657" y="656606"/>
                </a:lnTo>
                <a:lnTo>
                  <a:pt x="3666755" y="644612"/>
                </a:lnTo>
                <a:lnTo>
                  <a:pt x="3669724" y="629922"/>
                </a:lnTo>
                <a:lnTo>
                  <a:pt x="3666755" y="615257"/>
                </a:lnTo>
                <a:lnTo>
                  <a:pt x="3658657" y="603276"/>
                </a:lnTo>
                <a:lnTo>
                  <a:pt x="3646645" y="595195"/>
                </a:lnTo>
                <a:lnTo>
                  <a:pt x="3631934" y="592231"/>
                </a:lnTo>
                <a:close/>
              </a:path>
              <a:path extrusionOk="0" h="2468879" w="4523105">
                <a:moveTo>
                  <a:pt x="3934526" y="588861"/>
                </a:moveTo>
                <a:lnTo>
                  <a:pt x="3918543" y="592087"/>
                </a:lnTo>
                <a:lnTo>
                  <a:pt x="3905486" y="600884"/>
                </a:lnTo>
                <a:lnTo>
                  <a:pt x="3896681" y="613935"/>
                </a:lnTo>
                <a:lnTo>
                  <a:pt x="3893452" y="629922"/>
                </a:lnTo>
                <a:lnTo>
                  <a:pt x="3896681" y="645915"/>
                </a:lnTo>
                <a:lnTo>
                  <a:pt x="3905486" y="658982"/>
                </a:lnTo>
                <a:lnTo>
                  <a:pt x="3918543" y="667795"/>
                </a:lnTo>
                <a:lnTo>
                  <a:pt x="3934526" y="671027"/>
                </a:lnTo>
                <a:lnTo>
                  <a:pt x="3950543" y="667795"/>
                </a:lnTo>
                <a:lnTo>
                  <a:pt x="3963628" y="658982"/>
                </a:lnTo>
                <a:lnTo>
                  <a:pt x="3972454" y="645915"/>
                </a:lnTo>
                <a:lnTo>
                  <a:pt x="3975691" y="629922"/>
                </a:lnTo>
                <a:lnTo>
                  <a:pt x="3972454" y="613935"/>
                </a:lnTo>
                <a:lnTo>
                  <a:pt x="3963628" y="600884"/>
                </a:lnTo>
                <a:lnTo>
                  <a:pt x="3950543" y="592087"/>
                </a:lnTo>
                <a:lnTo>
                  <a:pt x="3934526" y="588861"/>
                </a:lnTo>
                <a:close/>
              </a:path>
              <a:path extrusionOk="0" h="2468879" w="4523105">
                <a:moveTo>
                  <a:pt x="4237119" y="586345"/>
                </a:moveTo>
                <a:lnTo>
                  <a:pt x="4220153" y="589775"/>
                </a:lnTo>
                <a:lnTo>
                  <a:pt x="4206296" y="599126"/>
                </a:lnTo>
                <a:lnTo>
                  <a:pt x="4196952" y="612992"/>
                </a:lnTo>
                <a:lnTo>
                  <a:pt x="4193525" y="629967"/>
                </a:lnTo>
                <a:lnTo>
                  <a:pt x="4196952" y="646915"/>
                </a:lnTo>
                <a:lnTo>
                  <a:pt x="4206296" y="660767"/>
                </a:lnTo>
                <a:lnTo>
                  <a:pt x="4220153" y="670114"/>
                </a:lnTo>
                <a:lnTo>
                  <a:pt x="4237119" y="673543"/>
                </a:lnTo>
                <a:lnTo>
                  <a:pt x="4254111" y="670114"/>
                </a:lnTo>
                <a:lnTo>
                  <a:pt x="4267981" y="660767"/>
                </a:lnTo>
                <a:lnTo>
                  <a:pt x="4277330" y="646915"/>
                </a:lnTo>
                <a:lnTo>
                  <a:pt x="4280758" y="629967"/>
                </a:lnTo>
                <a:lnTo>
                  <a:pt x="4277330" y="612992"/>
                </a:lnTo>
                <a:lnTo>
                  <a:pt x="4267981" y="599126"/>
                </a:lnTo>
                <a:lnTo>
                  <a:pt x="4254110" y="589775"/>
                </a:lnTo>
                <a:lnTo>
                  <a:pt x="4237119" y="586345"/>
                </a:lnTo>
                <a:close/>
              </a:path>
              <a:path extrusionOk="0" h="2468879" w="4523105">
                <a:moveTo>
                  <a:pt x="4522590" y="587290"/>
                </a:moveTo>
                <a:lnTo>
                  <a:pt x="4521764" y="587457"/>
                </a:lnTo>
                <a:lnTo>
                  <a:pt x="4507106" y="597346"/>
                </a:lnTo>
                <a:lnTo>
                  <a:pt x="4497223" y="612012"/>
                </a:lnTo>
                <a:lnTo>
                  <a:pt x="4493598" y="629967"/>
                </a:lnTo>
                <a:lnTo>
                  <a:pt x="4497223" y="647914"/>
                </a:lnTo>
                <a:lnTo>
                  <a:pt x="4507106" y="662564"/>
                </a:lnTo>
                <a:lnTo>
                  <a:pt x="4521764" y="672439"/>
                </a:lnTo>
                <a:lnTo>
                  <a:pt x="4522590" y="672605"/>
                </a:lnTo>
                <a:lnTo>
                  <a:pt x="4522590" y="587290"/>
                </a:lnTo>
                <a:close/>
              </a:path>
              <a:path extrusionOk="0" h="2468879" w="4523105">
                <a:moveTo>
                  <a:pt x="1680" y="931855"/>
                </a:moveTo>
                <a:lnTo>
                  <a:pt x="0" y="931855"/>
                </a:lnTo>
                <a:lnTo>
                  <a:pt x="0" y="932798"/>
                </a:lnTo>
                <a:lnTo>
                  <a:pt x="1680" y="932798"/>
                </a:lnTo>
                <a:lnTo>
                  <a:pt x="1680" y="931855"/>
                </a:lnTo>
                <a:close/>
              </a:path>
              <a:path extrusionOk="0" h="2468879" w="4523105">
                <a:moveTo>
                  <a:pt x="305301" y="928980"/>
                </a:moveTo>
                <a:lnTo>
                  <a:pt x="301567" y="928980"/>
                </a:lnTo>
                <a:lnTo>
                  <a:pt x="300069" y="930462"/>
                </a:lnTo>
                <a:lnTo>
                  <a:pt x="300069" y="934191"/>
                </a:lnTo>
                <a:lnTo>
                  <a:pt x="301567" y="935673"/>
                </a:lnTo>
                <a:lnTo>
                  <a:pt x="305283" y="935673"/>
                </a:lnTo>
                <a:lnTo>
                  <a:pt x="306795" y="934191"/>
                </a:lnTo>
                <a:lnTo>
                  <a:pt x="306795" y="930462"/>
                </a:lnTo>
                <a:lnTo>
                  <a:pt x="305301" y="928980"/>
                </a:lnTo>
                <a:close/>
              </a:path>
              <a:path extrusionOk="0" h="2468879" w="4523105">
                <a:moveTo>
                  <a:pt x="609743" y="925655"/>
                </a:moveTo>
                <a:lnTo>
                  <a:pt x="602320" y="925655"/>
                </a:lnTo>
                <a:lnTo>
                  <a:pt x="599306" y="928665"/>
                </a:lnTo>
                <a:lnTo>
                  <a:pt x="599306" y="936033"/>
                </a:lnTo>
                <a:lnTo>
                  <a:pt x="602320" y="939043"/>
                </a:lnTo>
                <a:lnTo>
                  <a:pt x="609743" y="939043"/>
                </a:lnTo>
                <a:lnTo>
                  <a:pt x="612757" y="936033"/>
                </a:lnTo>
                <a:lnTo>
                  <a:pt x="612757" y="928665"/>
                </a:lnTo>
                <a:lnTo>
                  <a:pt x="609743" y="925655"/>
                </a:lnTo>
                <a:close/>
              </a:path>
              <a:path extrusionOk="0" h="2468879" w="4523105">
                <a:moveTo>
                  <a:pt x="914180" y="922286"/>
                </a:moveTo>
                <a:lnTo>
                  <a:pt x="903068" y="922286"/>
                </a:lnTo>
                <a:lnTo>
                  <a:pt x="898569" y="926778"/>
                </a:lnTo>
                <a:lnTo>
                  <a:pt x="898569" y="937919"/>
                </a:lnTo>
                <a:lnTo>
                  <a:pt x="903068" y="942412"/>
                </a:lnTo>
                <a:lnTo>
                  <a:pt x="914180" y="942412"/>
                </a:lnTo>
                <a:lnTo>
                  <a:pt x="918679" y="937919"/>
                </a:lnTo>
                <a:lnTo>
                  <a:pt x="918679" y="926778"/>
                </a:lnTo>
                <a:lnTo>
                  <a:pt x="914180" y="922286"/>
                </a:lnTo>
                <a:close/>
              </a:path>
              <a:path extrusionOk="0" h="2468879" w="4523105">
                <a:moveTo>
                  <a:pt x="1218617" y="918917"/>
                </a:moveTo>
                <a:lnTo>
                  <a:pt x="1203816" y="918917"/>
                </a:lnTo>
                <a:lnTo>
                  <a:pt x="1197787" y="924936"/>
                </a:lnTo>
                <a:lnTo>
                  <a:pt x="1197787" y="939761"/>
                </a:lnTo>
                <a:lnTo>
                  <a:pt x="1203816" y="945781"/>
                </a:lnTo>
                <a:lnTo>
                  <a:pt x="1218617" y="945781"/>
                </a:lnTo>
                <a:lnTo>
                  <a:pt x="1224646" y="939761"/>
                </a:lnTo>
                <a:lnTo>
                  <a:pt x="1224646" y="924936"/>
                </a:lnTo>
                <a:lnTo>
                  <a:pt x="1218617" y="918917"/>
                </a:lnTo>
                <a:close/>
              </a:path>
              <a:path extrusionOk="0" h="2468879" w="4523105">
                <a:moveTo>
                  <a:pt x="1523054" y="915592"/>
                </a:moveTo>
                <a:lnTo>
                  <a:pt x="1504564" y="915592"/>
                </a:lnTo>
                <a:lnTo>
                  <a:pt x="1497051" y="923095"/>
                </a:lnTo>
                <a:lnTo>
                  <a:pt x="1497051" y="941603"/>
                </a:lnTo>
                <a:lnTo>
                  <a:pt x="1504564" y="949106"/>
                </a:lnTo>
                <a:lnTo>
                  <a:pt x="1523054" y="949106"/>
                </a:lnTo>
                <a:lnTo>
                  <a:pt x="1530567" y="941603"/>
                </a:lnTo>
                <a:lnTo>
                  <a:pt x="1530567" y="923095"/>
                </a:lnTo>
                <a:lnTo>
                  <a:pt x="1523054" y="915592"/>
                </a:lnTo>
                <a:close/>
              </a:path>
              <a:path extrusionOk="0" h="2468879" w="4523105">
                <a:moveTo>
                  <a:pt x="1816379" y="912223"/>
                </a:moveTo>
                <a:lnTo>
                  <a:pt x="1808549" y="913807"/>
                </a:lnTo>
                <a:lnTo>
                  <a:pt x="1802157" y="918125"/>
                </a:lnTo>
                <a:lnTo>
                  <a:pt x="1797849" y="924523"/>
                </a:lnTo>
                <a:lnTo>
                  <a:pt x="1796269" y="932349"/>
                </a:lnTo>
                <a:lnTo>
                  <a:pt x="1797849" y="940194"/>
                </a:lnTo>
                <a:lnTo>
                  <a:pt x="1802157" y="946590"/>
                </a:lnTo>
                <a:lnTo>
                  <a:pt x="1808549" y="950897"/>
                </a:lnTo>
                <a:lnTo>
                  <a:pt x="1816379" y="952475"/>
                </a:lnTo>
                <a:lnTo>
                  <a:pt x="1824235" y="950897"/>
                </a:lnTo>
                <a:lnTo>
                  <a:pt x="1830640" y="946590"/>
                </a:lnTo>
                <a:lnTo>
                  <a:pt x="1834954" y="940194"/>
                </a:lnTo>
                <a:lnTo>
                  <a:pt x="1836534" y="932349"/>
                </a:lnTo>
                <a:lnTo>
                  <a:pt x="1834954" y="924523"/>
                </a:lnTo>
                <a:lnTo>
                  <a:pt x="1830640" y="918125"/>
                </a:lnTo>
                <a:lnTo>
                  <a:pt x="1824235" y="913807"/>
                </a:lnTo>
                <a:lnTo>
                  <a:pt x="1816379" y="912223"/>
                </a:lnTo>
                <a:close/>
              </a:path>
              <a:path extrusionOk="0" h="2468879" w="4523105">
                <a:moveTo>
                  <a:pt x="2118971" y="908899"/>
                </a:moveTo>
                <a:lnTo>
                  <a:pt x="2109836" y="910743"/>
                </a:lnTo>
                <a:lnTo>
                  <a:pt x="2102371" y="915772"/>
                </a:lnTo>
                <a:lnTo>
                  <a:pt x="2097335" y="923227"/>
                </a:lnTo>
                <a:lnTo>
                  <a:pt x="2095488" y="932349"/>
                </a:lnTo>
                <a:lnTo>
                  <a:pt x="2097335" y="941497"/>
                </a:lnTo>
                <a:lnTo>
                  <a:pt x="2102371" y="948965"/>
                </a:lnTo>
                <a:lnTo>
                  <a:pt x="2109836" y="953999"/>
                </a:lnTo>
                <a:lnTo>
                  <a:pt x="2118972" y="955844"/>
                </a:lnTo>
                <a:lnTo>
                  <a:pt x="2128133" y="953999"/>
                </a:lnTo>
                <a:lnTo>
                  <a:pt x="2135612" y="948965"/>
                </a:lnTo>
                <a:lnTo>
                  <a:pt x="2140652" y="941497"/>
                </a:lnTo>
                <a:lnTo>
                  <a:pt x="2142500" y="932349"/>
                </a:lnTo>
                <a:lnTo>
                  <a:pt x="2140652" y="923227"/>
                </a:lnTo>
                <a:lnTo>
                  <a:pt x="2135612" y="915772"/>
                </a:lnTo>
                <a:lnTo>
                  <a:pt x="2128133" y="910743"/>
                </a:lnTo>
                <a:lnTo>
                  <a:pt x="2118971" y="908899"/>
                </a:lnTo>
                <a:close/>
              </a:path>
              <a:path extrusionOk="0" h="2468879" w="4523105">
                <a:moveTo>
                  <a:pt x="2421609" y="906383"/>
                </a:moveTo>
                <a:lnTo>
                  <a:pt x="2411466" y="908426"/>
                </a:lnTo>
                <a:lnTo>
                  <a:pt x="2403186" y="913998"/>
                </a:lnTo>
                <a:lnTo>
                  <a:pt x="2397606" y="922265"/>
                </a:lnTo>
                <a:lnTo>
                  <a:pt x="2395561" y="932394"/>
                </a:lnTo>
                <a:lnTo>
                  <a:pt x="2397606" y="942497"/>
                </a:lnTo>
                <a:lnTo>
                  <a:pt x="2403186" y="950751"/>
                </a:lnTo>
                <a:lnTo>
                  <a:pt x="2411466" y="956318"/>
                </a:lnTo>
                <a:lnTo>
                  <a:pt x="2421609" y="958360"/>
                </a:lnTo>
                <a:lnTo>
                  <a:pt x="2431727" y="956318"/>
                </a:lnTo>
                <a:lnTo>
                  <a:pt x="2439992" y="950751"/>
                </a:lnTo>
                <a:lnTo>
                  <a:pt x="2445567" y="942497"/>
                </a:lnTo>
                <a:lnTo>
                  <a:pt x="2447612" y="932394"/>
                </a:lnTo>
                <a:lnTo>
                  <a:pt x="2445567" y="922265"/>
                </a:lnTo>
                <a:lnTo>
                  <a:pt x="2439992" y="913998"/>
                </a:lnTo>
                <a:lnTo>
                  <a:pt x="2431726" y="908426"/>
                </a:lnTo>
                <a:lnTo>
                  <a:pt x="2421609" y="906383"/>
                </a:lnTo>
                <a:close/>
              </a:path>
              <a:path extrusionOk="0" h="2468879" w="4523105">
                <a:moveTo>
                  <a:pt x="2724202" y="903014"/>
                </a:moveTo>
                <a:lnTo>
                  <a:pt x="2712760" y="905324"/>
                </a:lnTo>
                <a:lnTo>
                  <a:pt x="2703422" y="911622"/>
                </a:lnTo>
                <a:lnTo>
                  <a:pt x="2697130" y="920961"/>
                </a:lnTo>
                <a:lnTo>
                  <a:pt x="2694824" y="932394"/>
                </a:lnTo>
                <a:lnTo>
                  <a:pt x="2697130" y="943800"/>
                </a:lnTo>
                <a:lnTo>
                  <a:pt x="2703422" y="953126"/>
                </a:lnTo>
                <a:lnTo>
                  <a:pt x="2712760" y="959420"/>
                </a:lnTo>
                <a:lnTo>
                  <a:pt x="2724202" y="961729"/>
                </a:lnTo>
                <a:lnTo>
                  <a:pt x="2735617" y="959420"/>
                </a:lnTo>
                <a:lnTo>
                  <a:pt x="2744941" y="953126"/>
                </a:lnTo>
                <a:lnTo>
                  <a:pt x="2751228" y="943800"/>
                </a:lnTo>
                <a:lnTo>
                  <a:pt x="2753534" y="932394"/>
                </a:lnTo>
                <a:lnTo>
                  <a:pt x="2751228" y="920961"/>
                </a:lnTo>
                <a:lnTo>
                  <a:pt x="2744941" y="911622"/>
                </a:lnTo>
                <a:lnTo>
                  <a:pt x="2735617" y="905324"/>
                </a:lnTo>
                <a:lnTo>
                  <a:pt x="2724202" y="903014"/>
                </a:lnTo>
                <a:close/>
              </a:path>
              <a:path extrusionOk="0" h="2468879" w="4523105">
                <a:moveTo>
                  <a:pt x="3026794" y="899689"/>
                </a:moveTo>
                <a:lnTo>
                  <a:pt x="3014047" y="902260"/>
                </a:lnTo>
                <a:lnTo>
                  <a:pt x="3003636" y="909269"/>
                </a:lnTo>
                <a:lnTo>
                  <a:pt x="2996617" y="919665"/>
                </a:lnTo>
                <a:lnTo>
                  <a:pt x="2994042" y="932394"/>
                </a:lnTo>
                <a:lnTo>
                  <a:pt x="2996617" y="945123"/>
                </a:lnTo>
                <a:lnTo>
                  <a:pt x="3003636" y="955518"/>
                </a:lnTo>
                <a:lnTo>
                  <a:pt x="3014047" y="962528"/>
                </a:lnTo>
                <a:lnTo>
                  <a:pt x="3026794" y="965098"/>
                </a:lnTo>
                <a:lnTo>
                  <a:pt x="3039515" y="962528"/>
                </a:lnTo>
                <a:lnTo>
                  <a:pt x="3049913" y="955518"/>
                </a:lnTo>
                <a:lnTo>
                  <a:pt x="3056927" y="945123"/>
                </a:lnTo>
                <a:lnTo>
                  <a:pt x="3059501" y="932394"/>
                </a:lnTo>
                <a:lnTo>
                  <a:pt x="3056927" y="919665"/>
                </a:lnTo>
                <a:lnTo>
                  <a:pt x="3049912" y="909269"/>
                </a:lnTo>
                <a:lnTo>
                  <a:pt x="3039515" y="902260"/>
                </a:lnTo>
                <a:lnTo>
                  <a:pt x="3026794" y="899689"/>
                </a:lnTo>
                <a:close/>
              </a:path>
              <a:path extrusionOk="0" h="2468879" w="4523105">
                <a:moveTo>
                  <a:pt x="3329387" y="897174"/>
                </a:moveTo>
                <a:lnTo>
                  <a:pt x="3315657" y="899941"/>
                </a:lnTo>
                <a:lnTo>
                  <a:pt x="3304446" y="907489"/>
                </a:lnTo>
                <a:lnTo>
                  <a:pt x="3296887" y="918684"/>
                </a:lnTo>
                <a:lnTo>
                  <a:pt x="3294116" y="932394"/>
                </a:lnTo>
                <a:lnTo>
                  <a:pt x="3296887" y="946103"/>
                </a:lnTo>
                <a:lnTo>
                  <a:pt x="3304446" y="957299"/>
                </a:lnTo>
                <a:lnTo>
                  <a:pt x="3315657" y="964846"/>
                </a:lnTo>
                <a:lnTo>
                  <a:pt x="3329387" y="967614"/>
                </a:lnTo>
                <a:lnTo>
                  <a:pt x="3343090" y="964846"/>
                </a:lnTo>
                <a:lnTo>
                  <a:pt x="3354288" y="957299"/>
                </a:lnTo>
                <a:lnTo>
                  <a:pt x="3361842" y="946103"/>
                </a:lnTo>
                <a:lnTo>
                  <a:pt x="3364613" y="932394"/>
                </a:lnTo>
                <a:lnTo>
                  <a:pt x="3361842" y="918684"/>
                </a:lnTo>
                <a:lnTo>
                  <a:pt x="3354288" y="907489"/>
                </a:lnTo>
                <a:lnTo>
                  <a:pt x="3343090" y="899941"/>
                </a:lnTo>
                <a:lnTo>
                  <a:pt x="3329387" y="897174"/>
                </a:lnTo>
                <a:close/>
              </a:path>
              <a:path extrusionOk="0" h="2468879" w="4523105">
                <a:moveTo>
                  <a:pt x="3631934" y="894658"/>
                </a:moveTo>
                <a:lnTo>
                  <a:pt x="3617249" y="897623"/>
                </a:lnTo>
                <a:lnTo>
                  <a:pt x="3605250" y="905709"/>
                </a:lnTo>
                <a:lnTo>
                  <a:pt x="3597157" y="917704"/>
                </a:lnTo>
                <a:lnTo>
                  <a:pt x="3594189" y="932394"/>
                </a:lnTo>
                <a:lnTo>
                  <a:pt x="3597157" y="947084"/>
                </a:lnTo>
                <a:lnTo>
                  <a:pt x="3605250" y="959079"/>
                </a:lnTo>
                <a:lnTo>
                  <a:pt x="3617249" y="967165"/>
                </a:lnTo>
                <a:lnTo>
                  <a:pt x="3631934" y="970130"/>
                </a:lnTo>
                <a:lnTo>
                  <a:pt x="3646645" y="967165"/>
                </a:lnTo>
                <a:lnTo>
                  <a:pt x="3658657" y="959079"/>
                </a:lnTo>
                <a:lnTo>
                  <a:pt x="3666755" y="947084"/>
                </a:lnTo>
                <a:lnTo>
                  <a:pt x="3669724" y="932394"/>
                </a:lnTo>
                <a:lnTo>
                  <a:pt x="3666755" y="917704"/>
                </a:lnTo>
                <a:lnTo>
                  <a:pt x="3658657" y="905709"/>
                </a:lnTo>
                <a:lnTo>
                  <a:pt x="3646645" y="897623"/>
                </a:lnTo>
                <a:lnTo>
                  <a:pt x="3631934" y="894658"/>
                </a:lnTo>
                <a:close/>
              </a:path>
              <a:path extrusionOk="0" h="2468879" w="4523105">
                <a:moveTo>
                  <a:pt x="3934527" y="891289"/>
                </a:moveTo>
                <a:lnTo>
                  <a:pt x="3918543" y="894521"/>
                </a:lnTo>
                <a:lnTo>
                  <a:pt x="3905487" y="903334"/>
                </a:lnTo>
                <a:lnTo>
                  <a:pt x="3896681" y="916400"/>
                </a:lnTo>
                <a:lnTo>
                  <a:pt x="3893452" y="932394"/>
                </a:lnTo>
                <a:lnTo>
                  <a:pt x="3896681" y="948387"/>
                </a:lnTo>
                <a:lnTo>
                  <a:pt x="3905487" y="961454"/>
                </a:lnTo>
                <a:lnTo>
                  <a:pt x="3918543" y="970267"/>
                </a:lnTo>
                <a:lnTo>
                  <a:pt x="3934527" y="973499"/>
                </a:lnTo>
                <a:lnTo>
                  <a:pt x="3950543" y="970267"/>
                </a:lnTo>
                <a:lnTo>
                  <a:pt x="3963629" y="961454"/>
                </a:lnTo>
                <a:lnTo>
                  <a:pt x="3972454" y="948387"/>
                </a:lnTo>
                <a:lnTo>
                  <a:pt x="3975691" y="932394"/>
                </a:lnTo>
                <a:lnTo>
                  <a:pt x="3972454" y="916400"/>
                </a:lnTo>
                <a:lnTo>
                  <a:pt x="3963628" y="903334"/>
                </a:lnTo>
                <a:lnTo>
                  <a:pt x="3950543" y="894521"/>
                </a:lnTo>
                <a:lnTo>
                  <a:pt x="3934527" y="891289"/>
                </a:lnTo>
                <a:close/>
              </a:path>
              <a:path extrusionOk="0" h="2468879" w="4523105">
                <a:moveTo>
                  <a:pt x="4237119" y="888818"/>
                </a:moveTo>
                <a:lnTo>
                  <a:pt x="4220154" y="892247"/>
                </a:lnTo>
                <a:lnTo>
                  <a:pt x="4206296" y="901593"/>
                </a:lnTo>
                <a:lnTo>
                  <a:pt x="4196952" y="915446"/>
                </a:lnTo>
                <a:lnTo>
                  <a:pt x="4193525" y="932394"/>
                </a:lnTo>
                <a:lnTo>
                  <a:pt x="4196952" y="949368"/>
                </a:lnTo>
                <a:lnTo>
                  <a:pt x="4206296" y="963234"/>
                </a:lnTo>
                <a:lnTo>
                  <a:pt x="4220154" y="972585"/>
                </a:lnTo>
                <a:lnTo>
                  <a:pt x="4237119" y="976015"/>
                </a:lnTo>
                <a:lnTo>
                  <a:pt x="4254111" y="972585"/>
                </a:lnTo>
                <a:lnTo>
                  <a:pt x="4267981" y="963234"/>
                </a:lnTo>
                <a:lnTo>
                  <a:pt x="4277330" y="949368"/>
                </a:lnTo>
                <a:lnTo>
                  <a:pt x="4280758" y="932394"/>
                </a:lnTo>
                <a:lnTo>
                  <a:pt x="4277330" y="915446"/>
                </a:lnTo>
                <a:lnTo>
                  <a:pt x="4267981" y="901593"/>
                </a:lnTo>
                <a:lnTo>
                  <a:pt x="4254111" y="892247"/>
                </a:lnTo>
                <a:lnTo>
                  <a:pt x="4237119" y="888818"/>
                </a:lnTo>
                <a:close/>
              </a:path>
              <a:path extrusionOk="0" h="2468879" w="4523105">
                <a:moveTo>
                  <a:pt x="4522590" y="889761"/>
                </a:moveTo>
                <a:lnTo>
                  <a:pt x="4521764" y="889928"/>
                </a:lnTo>
                <a:lnTo>
                  <a:pt x="4507106" y="899813"/>
                </a:lnTo>
                <a:lnTo>
                  <a:pt x="4497223" y="914465"/>
                </a:lnTo>
                <a:lnTo>
                  <a:pt x="4493598" y="932394"/>
                </a:lnTo>
                <a:lnTo>
                  <a:pt x="4497223" y="950349"/>
                </a:lnTo>
                <a:lnTo>
                  <a:pt x="4507106" y="965014"/>
                </a:lnTo>
                <a:lnTo>
                  <a:pt x="4521764" y="974904"/>
                </a:lnTo>
                <a:lnTo>
                  <a:pt x="4522590" y="975071"/>
                </a:lnTo>
                <a:lnTo>
                  <a:pt x="4522590" y="889761"/>
                </a:lnTo>
                <a:close/>
              </a:path>
              <a:path extrusionOk="0" h="2468879" w="4523105">
                <a:moveTo>
                  <a:pt x="1681" y="1234327"/>
                </a:moveTo>
                <a:lnTo>
                  <a:pt x="0" y="1234327"/>
                </a:lnTo>
                <a:lnTo>
                  <a:pt x="0" y="1235270"/>
                </a:lnTo>
                <a:lnTo>
                  <a:pt x="1681" y="1235270"/>
                </a:lnTo>
                <a:lnTo>
                  <a:pt x="1681" y="1234327"/>
                </a:lnTo>
                <a:close/>
              </a:path>
              <a:path extrusionOk="0" h="2468879" w="4523105">
                <a:moveTo>
                  <a:pt x="305302" y="1231407"/>
                </a:moveTo>
                <a:lnTo>
                  <a:pt x="301568" y="1231407"/>
                </a:lnTo>
                <a:lnTo>
                  <a:pt x="300069" y="1232934"/>
                </a:lnTo>
                <a:lnTo>
                  <a:pt x="300069" y="1236663"/>
                </a:lnTo>
                <a:lnTo>
                  <a:pt x="301568" y="1238146"/>
                </a:lnTo>
                <a:lnTo>
                  <a:pt x="305284" y="1238146"/>
                </a:lnTo>
                <a:lnTo>
                  <a:pt x="306795" y="1236663"/>
                </a:lnTo>
                <a:lnTo>
                  <a:pt x="306795" y="1232934"/>
                </a:lnTo>
                <a:lnTo>
                  <a:pt x="305302" y="1231407"/>
                </a:lnTo>
                <a:close/>
              </a:path>
              <a:path extrusionOk="0" h="2468879" w="4523105">
                <a:moveTo>
                  <a:pt x="609743" y="1228083"/>
                </a:moveTo>
                <a:lnTo>
                  <a:pt x="602320" y="1228083"/>
                </a:lnTo>
                <a:lnTo>
                  <a:pt x="599306" y="1231092"/>
                </a:lnTo>
                <a:lnTo>
                  <a:pt x="599306" y="1238505"/>
                </a:lnTo>
                <a:lnTo>
                  <a:pt x="602320" y="1241515"/>
                </a:lnTo>
                <a:lnTo>
                  <a:pt x="609743" y="1241515"/>
                </a:lnTo>
                <a:lnTo>
                  <a:pt x="612757" y="1238505"/>
                </a:lnTo>
                <a:lnTo>
                  <a:pt x="612757" y="1231092"/>
                </a:lnTo>
                <a:lnTo>
                  <a:pt x="609743" y="1228083"/>
                </a:lnTo>
                <a:close/>
              </a:path>
              <a:path extrusionOk="0" h="2468879" w="4523105">
                <a:moveTo>
                  <a:pt x="914180" y="1224758"/>
                </a:moveTo>
                <a:lnTo>
                  <a:pt x="903068" y="1224758"/>
                </a:lnTo>
                <a:lnTo>
                  <a:pt x="898569" y="1229251"/>
                </a:lnTo>
                <a:lnTo>
                  <a:pt x="898569" y="1240347"/>
                </a:lnTo>
                <a:lnTo>
                  <a:pt x="903068" y="1244839"/>
                </a:lnTo>
                <a:lnTo>
                  <a:pt x="914180" y="1244839"/>
                </a:lnTo>
                <a:lnTo>
                  <a:pt x="918679" y="1240347"/>
                </a:lnTo>
                <a:lnTo>
                  <a:pt x="918679" y="1229251"/>
                </a:lnTo>
                <a:lnTo>
                  <a:pt x="914180" y="1224758"/>
                </a:lnTo>
                <a:close/>
              </a:path>
              <a:path extrusionOk="0" h="2468879" w="4523105">
                <a:moveTo>
                  <a:pt x="1218617" y="1221389"/>
                </a:moveTo>
                <a:lnTo>
                  <a:pt x="1203816" y="1221389"/>
                </a:lnTo>
                <a:lnTo>
                  <a:pt x="1197788" y="1227409"/>
                </a:lnTo>
                <a:lnTo>
                  <a:pt x="1197788" y="1242189"/>
                </a:lnTo>
                <a:lnTo>
                  <a:pt x="1203816" y="1248208"/>
                </a:lnTo>
                <a:lnTo>
                  <a:pt x="1218617" y="1248208"/>
                </a:lnTo>
                <a:lnTo>
                  <a:pt x="1224646" y="1242189"/>
                </a:lnTo>
                <a:lnTo>
                  <a:pt x="1224646" y="1227409"/>
                </a:lnTo>
                <a:lnTo>
                  <a:pt x="1218617" y="1221389"/>
                </a:lnTo>
                <a:close/>
              </a:path>
              <a:path extrusionOk="0" h="2468879" w="4523105">
                <a:moveTo>
                  <a:pt x="1523054" y="1218065"/>
                </a:moveTo>
                <a:lnTo>
                  <a:pt x="1504564" y="1218065"/>
                </a:lnTo>
                <a:lnTo>
                  <a:pt x="1497051" y="1225567"/>
                </a:lnTo>
                <a:lnTo>
                  <a:pt x="1497051" y="1244075"/>
                </a:lnTo>
                <a:lnTo>
                  <a:pt x="1504564" y="1251578"/>
                </a:lnTo>
                <a:lnTo>
                  <a:pt x="1523054" y="1251578"/>
                </a:lnTo>
                <a:lnTo>
                  <a:pt x="1530567" y="1244075"/>
                </a:lnTo>
                <a:lnTo>
                  <a:pt x="1530567" y="1225567"/>
                </a:lnTo>
                <a:lnTo>
                  <a:pt x="1523054" y="1218065"/>
                </a:lnTo>
                <a:close/>
              </a:path>
              <a:path extrusionOk="0" h="2468879" w="4523105">
                <a:moveTo>
                  <a:pt x="1816379" y="1214695"/>
                </a:moveTo>
                <a:lnTo>
                  <a:pt x="1808549" y="1216273"/>
                </a:lnTo>
                <a:lnTo>
                  <a:pt x="1802157" y="1220580"/>
                </a:lnTo>
                <a:lnTo>
                  <a:pt x="1797849" y="1226976"/>
                </a:lnTo>
                <a:lnTo>
                  <a:pt x="1796269" y="1234821"/>
                </a:lnTo>
                <a:lnTo>
                  <a:pt x="1797849" y="1242647"/>
                </a:lnTo>
                <a:lnTo>
                  <a:pt x="1802157" y="1249045"/>
                </a:lnTo>
                <a:lnTo>
                  <a:pt x="1808549" y="1253363"/>
                </a:lnTo>
                <a:lnTo>
                  <a:pt x="1816379" y="1254947"/>
                </a:lnTo>
                <a:lnTo>
                  <a:pt x="1824235" y="1253363"/>
                </a:lnTo>
                <a:lnTo>
                  <a:pt x="1830641" y="1249045"/>
                </a:lnTo>
                <a:lnTo>
                  <a:pt x="1834954" y="1242647"/>
                </a:lnTo>
                <a:lnTo>
                  <a:pt x="1836534" y="1234821"/>
                </a:lnTo>
                <a:lnTo>
                  <a:pt x="1834954" y="1226976"/>
                </a:lnTo>
                <a:lnTo>
                  <a:pt x="1830641" y="1220580"/>
                </a:lnTo>
                <a:lnTo>
                  <a:pt x="1824235" y="1216273"/>
                </a:lnTo>
                <a:lnTo>
                  <a:pt x="1816379" y="1214695"/>
                </a:lnTo>
                <a:close/>
              </a:path>
              <a:path extrusionOk="0" h="2468879" w="4523105">
                <a:moveTo>
                  <a:pt x="2118972" y="1211326"/>
                </a:moveTo>
                <a:lnTo>
                  <a:pt x="2109836" y="1213171"/>
                </a:lnTo>
                <a:lnTo>
                  <a:pt x="2102371" y="1218205"/>
                </a:lnTo>
                <a:lnTo>
                  <a:pt x="2097335" y="1225673"/>
                </a:lnTo>
                <a:lnTo>
                  <a:pt x="2095488" y="1234821"/>
                </a:lnTo>
                <a:lnTo>
                  <a:pt x="2097335" y="1243969"/>
                </a:lnTo>
                <a:lnTo>
                  <a:pt x="2102371" y="1251437"/>
                </a:lnTo>
                <a:lnTo>
                  <a:pt x="2109836" y="1256471"/>
                </a:lnTo>
                <a:lnTo>
                  <a:pt x="2118972" y="1258316"/>
                </a:lnTo>
                <a:lnTo>
                  <a:pt x="2128133" y="1256471"/>
                </a:lnTo>
                <a:lnTo>
                  <a:pt x="2135612" y="1251437"/>
                </a:lnTo>
                <a:lnTo>
                  <a:pt x="2140653" y="1243969"/>
                </a:lnTo>
                <a:lnTo>
                  <a:pt x="2142501" y="1234821"/>
                </a:lnTo>
                <a:lnTo>
                  <a:pt x="2140653" y="1225673"/>
                </a:lnTo>
                <a:lnTo>
                  <a:pt x="2135612" y="1218205"/>
                </a:lnTo>
                <a:lnTo>
                  <a:pt x="2128133" y="1213171"/>
                </a:lnTo>
                <a:lnTo>
                  <a:pt x="2118972" y="1211326"/>
                </a:lnTo>
                <a:close/>
              </a:path>
              <a:path extrusionOk="0" h="2468879" w="4523105">
                <a:moveTo>
                  <a:pt x="2421609" y="1208855"/>
                </a:moveTo>
                <a:lnTo>
                  <a:pt x="2411466" y="1210897"/>
                </a:lnTo>
                <a:lnTo>
                  <a:pt x="2403186" y="1216464"/>
                </a:lnTo>
                <a:lnTo>
                  <a:pt x="2397606" y="1224718"/>
                </a:lnTo>
                <a:lnTo>
                  <a:pt x="2395561" y="1234821"/>
                </a:lnTo>
                <a:lnTo>
                  <a:pt x="2397606" y="1244950"/>
                </a:lnTo>
                <a:lnTo>
                  <a:pt x="2403186" y="1253217"/>
                </a:lnTo>
                <a:lnTo>
                  <a:pt x="2411466" y="1258789"/>
                </a:lnTo>
                <a:lnTo>
                  <a:pt x="2421609" y="1260832"/>
                </a:lnTo>
                <a:lnTo>
                  <a:pt x="2431727" y="1258789"/>
                </a:lnTo>
                <a:lnTo>
                  <a:pt x="2439993" y="1253217"/>
                </a:lnTo>
                <a:lnTo>
                  <a:pt x="2445568" y="1244950"/>
                </a:lnTo>
                <a:lnTo>
                  <a:pt x="2447613" y="1234821"/>
                </a:lnTo>
                <a:lnTo>
                  <a:pt x="2445568" y="1224718"/>
                </a:lnTo>
                <a:lnTo>
                  <a:pt x="2439993" y="1216464"/>
                </a:lnTo>
                <a:lnTo>
                  <a:pt x="2431727" y="1210897"/>
                </a:lnTo>
                <a:lnTo>
                  <a:pt x="2421609" y="1208855"/>
                </a:lnTo>
                <a:close/>
              </a:path>
              <a:path extrusionOk="0" h="2468879" w="4523105">
                <a:moveTo>
                  <a:pt x="2724202" y="1205486"/>
                </a:moveTo>
                <a:lnTo>
                  <a:pt x="2712760" y="1207789"/>
                </a:lnTo>
                <a:lnTo>
                  <a:pt x="2703423" y="1214072"/>
                </a:lnTo>
                <a:lnTo>
                  <a:pt x="2697131" y="1223396"/>
                </a:lnTo>
                <a:lnTo>
                  <a:pt x="2694824" y="1234821"/>
                </a:lnTo>
                <a:lnTo>
                  <a:pt x="2697131" y="1246247"/>
                </a:lnTo>
                <a:lnTo>
                  <a:pt x="2703423" y="1255570"/>
                </a:lnTo>
                <a:lnTo>
                  <a:pt x="2712760" y="1261853"/>
                </a:lnTo>
                <a:lnTo>
                  <a:pt x="2724202" y="1264156"/>
                </a:lnTo>
                <a:lnTo>
                  <a:pt x="2735618" y="1261853"/>
                </a:lnTo>
                <a:lnTo>
                  <a:pt x="2744941" y="1255570"/>
                </a:lnTo>
                <a:lnTo>
                  <a:pt x="2751229" y="1246247"/>
                </a:lnTo>
                <a:lnTo>
                  <a:pt x="2753534" y="1234821"/>
                </a:lnTo>
                <a:lnTo>
                  <a:pt x="2751229" y="1223396"/>
                </a:lnTo>
                <a:lnTo>
                  <a:pt x="2744941" y="1214072"/>
                </a:lnTo>
                <a:lnTo>
                  <a:pt x="2735618" y="1207789"/>
                </a:lnTo>
                <a:lnTo>
                  <a:pt x="2724202" y="1205486"/>
                </a:lnTo>
                <a:close/>
              </a:path>
              <a:path extrusionOk="0" h="2468879" w="4523105">
                <a:moveTo>
                  <a:pt x="3026794" y="1202117"/>
                </a:moveTo>
                <a:lnTo>
                  <a:pt x="3014047" y="1204687"/>
                </a:lnTo>
                <a:lnTo>
                  <a:pt x="3003636" y="1211697"/>
                </a:lnTo>
                <a:lnTo>
                  <a:pt x="2996617" y="1222092"/>
                </a:lnTo>
                <a:lnTo>
                  <a:pt x="2994043" y="1234821"/>
                </a:lnTo>
                <a:lnTo>
                  <a:pt x="2996617" y="1247550"/>
                </a:lnTo>
                <a:lnTo>
                  <a:pt x="3003636" y="1257946"/>
                </a:lnTo>
                <a:lnTo>
                  <a:pt x="3014047" y="1264955"/>
                </a:lnTo>
                <a:lnTo>
                  <a:pt x="3026794" y="1267526"/>
                </a:lnTo>
                <a:lnTo>
                  <a:pt x="3039515" y="1264955"/>
                </a:lnTo>
                <a:lnTo>
                  <a:pt x="3049913" y="1257946"/>
                </a:lnTo>
                <a:lnTo>
                  <a:pt x="3056927" y="1247550"/>
                </a:lnTo>
                <a:lnTo>
                  <a:pt x="3059501" y="1234821"/>
                </a:lnTo>
                <a:lnTo>
                  <a:pt x="3056927" y="1222092"/>
                </a:lnTo>
                <a:lnTo>
                  <a:pt x="3049913" y="1211697"/>
                </a:lnTo>
                <a:lnTo>
                  <a:pt x="3039515" y="1204687"/>
                </a:lnTo>
                <a:lnTo>
                  <a:pt x="3026794" y="1202117"/>
                </a:lnTo>
                <a:close/>
              </a:path>
              <a:path extrusionOk="0" h="2468879" w="4523105">
                <a:moveTo>
                  <a:pt x="3329387" y="1199646"/>
                </a:moveTo>
                <a:lnTo>
                  <a:pt x="3315657" y="1202414"/>
                </a:lnTo>
                <a:lnTo>
                  <a:pt x="3304446" y="1209961"/>
                </a:lnTo>
                <a:lnTo>
                  <a:pt x="3296887" y="1221157"/>
                </a:lnTo>
                <a:lnTo>
                  <a:pt x="3294116" y="1234866"/>
                </a:lnTo>
                <a:lnTo>
                  <a:pt x="3296887" y="1248550"/>
                </a:lnTo>
                <a:lnTo>
                  <a:pt x="3304446" y="1259731"/>
                </a:lnTo>
                <a:lnTo>
                  <a:pt x="3315658" y="1267274"/>
                </a:lnTo>
                <a:lnTo>
                  <a:pt x="3329387" y="1270041"/>
                </a:lnTo>
                <a:lnTo>
                  <a:pt x="3343090" y="1267274"/>
                </a:lnTo>
                <a:lnTo>
                  <a:pt x="3354288" y="1259731"/>
                </a:lnTo>
                <a:lnTo>
                  <a:pt x="3361842" y="1248550"/>
                </a:lnTo>
                <a:lnTo>
                  <a:pt x="3364613" y="1234866"/>
                </a:lnTo>
                <a:lnTo>
                  <a:pt x="3361842" y="1221157"/>
                </a:lnTo>
                <a:lnTo>
                  <a:pt x="3354288" y="1209961"/>
                </a:lnTo>
                <a:lnTo>
                  <a:pt x="3343090" y="1202414"/>
                </a:lnTo>
                <a:lnTo>
                  <a:pt x="3329387" y="1199646"/>
                </a:lnTo>
                <a:close/>
              </a:path>
              <a:path extrusionOk="0" h="2468879" w="4523105">
                <a:moveTo>
                  <a:pt x="3631934" y="1197130"/>
                </a:moveTo>
                <a:lnTo>
                  <a:pt x="3617249" y="1200095"/>
                </a:lnTo>
                <a:lnTo>
                  <a:pt x="3605250" y="1208181"/>
                </a:lnTo>
                <a:lnTo>
                  <a:pt x="3597157" y="1220176"/>
                </a:lnTo>
                <a:lnTo>
                  <a:pt x="3594189" y="1234866"/>
                </a:lnTo>
                <a:lnTo>
                  <a:pt x="3597157" y="1249530"/>
                </a:lnTo>
                <a:lnTo>
                  <a:pt x="3605250" y="1261512"/>
                </a:lnTo>
                <a:lnTo>
                  <a:pt x="3617249" y="1269593"/>
                </a:lnTo>
                <a:lnTo>
                  <a:pt x="3631934" y="1272557"/>
                </a:lnTo>
                <a:lnTo>
                  <a:pt x="3646645" y="1269593"/>
                </a:lnTo>
                <a:lnTo>
                  <a:pt x="3658657" y="1261512"/>
                </a:lnTo>
                <a:lnTo>
                  <a:pt x="3666755" y="1249530"/>
                </a:lnTo>
                <a:lnTo>
                  <a:pt x="3669725" y="1234866"/>
                </a:lnTo>
                <a:lnTo>
                  <a:pt x="3666755" y="1220176"/>
                </a:lnTo>
                <a:lnTo>
                  <a:pt x="3658657" y="1208181"/>
                </a:lnTo>
                <a:lnTo>
                  <a:pt x="3646645" y="1200095"/>
                </a:lnTo>
                <a:lnTo>
                  <a:pt x="3631934" y="1197130"/>
                </a:lnTo>
                <a:close/>
              </a:path>
              <a:path extrusionOk="0" h="2468879" w="4523105">
                <a:moveTo>
                  <a:pt x="3934527" y="1193761"/>
                </a:moveTo>
                <a:lnTo>
                  <a:pt x="3918543" y="1196993"/>
                </a:lnTo>
                <a:lnTo>
                  <a:pt x="3905487" y="1205806"/>
                </a:lnTo>
                <a:lnTo>
                  <a:pt x="3896682" y="1218872"/>
                </a:lnTo>
                <a:lnTo>
                  <a:pt x="3893452" y="1234866"/>
                </a:lnTo>
                <a:lnTo>
                  <a:pt x="3896682" y="1250853"/>
                </a:lnTo>
                <a:lnTo>
                  <a:pt x="3905487" y="1263904"/>
                </a:lnTo>
                <a:lnTo>
                  <a:pt x="3918543" y="1272701"/>
                </a:lnTo>
                <a:lnTo>
                  <a:pt x="3934527" y="1275926"/>
                </a:lnTo>
                <a:lnTo>
                  <a:pt x="3950543" y="1272701"/>
                </a:lnTo>
                <a:lnTo>
                  <a:pt x="3963629" y="1263904"/>
                </a:lnTo>
                <a:lnTo>
                  <a:pt x="3972454" y="1250853"/>
                </a:lnTo>
                <a:lnTo>
                  <a:pt x="3975691" y="1234866"/>
                </a:lnTo>
                <a:lnTo>
                  <a:pt x="3972454" y="1218872"/>
                </a:lnTo>
                <a:lnTo>
                  <a:pt x="3963629" y="1205806"/>
                </a:lnTo>
                <a:lnTo>
                  <a:pt x="3950543" y="1196993"/>
                </a:lnTo>
                <a:lnTo>
                  <a:pt x="3934527" y="1193761"/>
                </a:lnTo>
                <a:close/>
              </a:path>
              <a:path extrusionOk="0" h="2468879" w="4523105">
                <a:moveTo>
                  <a:pt x="4237119" y="1191290"/>
                </a:moveTo>
                <a:lnTo>
                  <a:pt x="4220154" y="1194713"/>
                </a:lnTo>
                <a:lnTo>
                  <a:pt x="4206297" y="1204048"/>
                </a:lnTo>
                <a:lnTo>
                  <a:pt x="4196952" y="1217899"/>
                </a:lnTo>
                <a:lnTo>
                  <a:pt x="4193525" y="1234866"/>
                </a:lnTo>
                <a:lnTo>
                  <a:pt x="4196952" y="1251833"/>
                </a:lnTo>
                <a:lnTo>
                  <a:pt x="4206297" y="1265684"/>
                </a:lnTo>
                <a:lnTo>
                  <a:pt x="4220154" y="1275020"/>
                </a:lnTo>
                <a:lnTo>
                  <a:pt x="4237119" y="1278442"/>
                </a:lnTo>
                <a:lnTo>
                  <a:pt x="4254111" y="1275020"/>
                </a:lnTo>
                <a:lnTo>
                  <a:pt x="4267981" y="1265684"/>
                </a:lnTo>
                <a:lnTo>
                  <a:pt x="4277331" y="1251833"/>
                </a:lnTo>
                <a:lnTo>
                  <a:pt x="4280758" y="1234866"/>
                </a:lnTo>
                <a:lnTo>
                  <a:pt x="4277331" y="1217899"/>
                </a:lnTo>
                <a:lnTo>
                  <a:pt x="4267981" y="1204048"/>
                </a:lnTo>
                <a:lnTo>
                  <a:pt x="4254111" y="1194713"/>
                </a:lnTo>
                <a:lnTo>
                  <a:pt x="4237119" y="1191290"/>
                </a:lnTo>
                <a:close/>
              </a:path>
              <a:path extrusionOk="0" h="2468879" w="4523105">
                <a:moveTo>
                  <a:pt x="4522590" y="1192227"/>
                </a:moveTo>
                <a:lnTo>
                  <a:pt x="4521764" y="1192394"/>
                </a:lnTo>
                <a:lnTo>
                  <a:pt x="4507106" y="1202268"/>
                </a:lnTo>
                <a:lnTo>
                  <a:pt x="4497223" y="1216918"/>
                </a:lnTo>
                <a:lnTo>
                  <a:pt x="4493599" y="1234866"/>
                </a:lnTo>
                <a:lnTo>
                  <a:pt x="4497223" y="1252814"/>
                </a:lnTo>
                <a:lnTo>
                  <a:pt x="4507106" y="1267464"/>
                </a:lnTo>
                <a:lnTo>
                  <a:pt x="4521764" y="1277338"/>
                </a:lnTo>
                <a:lnTo>
                  <a:pt x="4522590" y="1277505"/>
                </a:lnTo>
                <a:lnTo>
                  <a:pt x="4522590" y="1192227"/>
                </a:lnTo>
                <a:close/>
              </a:path>
              <a:path extrusionOk="0" h="2468879" w="4523105">
                <a:moveTo>
                  <a:pt x="1681" y="1536754"/>
                </a:moveTo>
                <a:lnTo>
                  <a:pt x="0" y="1536754"/>
                </a:lnTo>
                <a:lnTo>
                  <a:pt x="0" y="1537698"/>
                </a:lnTo>
                <a:lnTo>
                  <a:pt x="1681" y="1537698"/>
                </a:lnTo>
                <a:lnTo>
                  <a:pt x="1681" y="1536754"/>
                </a:lnTo>
                <a:close/>
              </a:path>
              <a:path extrusionOk="0" h="2468879" w="4523105">
                <a:moveTo>
                  <a:pt x="305302" y="1533879"/>
                </a:moveTo>
                <a:lnTo>
                  <a:pt x="301568" y="1533879"/>
                </a:lnTo>
                <a:lnTo>
                  <a:pt x="300070" y="1535362"/>
                </a:lnTo>
                <a:lnTo>
                  <a:pt x="300070" y="1539090"/>
                </a:lnTo>
                <a:lnTo>
                  <a:pt x="301568" y="1540618"/>
                </a:lnTo>
                <a:lnTo>
                  <a:pt x="305284" y="1540618"/>
                </a:lnTo>
                <a:lnTo>
                  <a:pt x="306795" y="1539090"/>
                </a:lnTo>
                <a:lnTo>
                  <a:pt x="306795" y="1535362"/>
                </a:lnTo>
                <a:lnTo>
                  <a:pt x="305302" y="1533879"/>
                </a:lnTo>
                <a:close/>
              </a:path>
              <a:path extrusionOk="0" h="2468879" w="4523105">
                <a:moveTo>
                  <a:pt x="609743" y="1530555"/>
                </a:moveTo>
                <a:lnTo>
                  <a:pt x="602320" y="1530555"/>
                </a:lnTo>
                <a:lnTo>
                  <a:pt x="599306" y="1533565"/>
                </a:lnTo>
                <a:lnTo>
                  <a:pt x="599306" y="1540932"/>
                </a:lnTo>
                <a:lnTo>
                  <a:pt x="602320" y="1543942"/>
                </a:lnTo>
                <a:lnTo>
                  <a:pt x="609743" y="1543942"/>
                </a:lnTo>
                <a:lnTo>
                  <a:pt x="612758" y="1540932"/>
                </a:lnTo>
                <a:lnTo>
                  <a:pt x="612758" y="1533565"/>
                </a:lnTo>
                <a:lnTo>
                  <a:pt x="609743" y="1530555"/>
                </a:lnTo>
                <a:close/>
              </a:path>
              <a:path extrusionOk="0" h="2468879" w="4523105">
                <a:moveTo>
                  <a:pt x="914180" y="1527186"/>
                </a:moveTo>
                <a:lnTo>
                  <a:pt x="903068" y="1527186"/>
                </a:lnTo>
                <a:lnTo>
                  <a:pt x="898569" y="1531678"/>
                </a:lnTo>
                <a:lnTo>
                  <a:pt x="898569" y="1542819"/>
                </a:lnTo>
                <a:lnTo>
                  <a:pt x="903068" y="1547311"/>
                </a:lnTo>
                <a:lnTo>
                  <a:pt x="914180" y="1547311"/>
                </a:lnTo>
                <a:lnTo>
                  <a:pt x="918679" y="1542819"/>
                </a:lnTo>
                <a:lnTo>
                  <a:pt x="918679" y="1531678"/>
                </a:lnTo>
                <a:lnTo>
                  <a:pt x="914180" y="1527186"/>
                </a:lnTo>
                <a:close/>
              </a:path>
              <a:path extrusionOk="0" h="2468879" w="4523105">
                <a:moveTo>
                  <a:pt x="1218617" y="1523816"/>
                </a:moveTo>
                <a:lnTo>
                  <a:pt x="1203816" y="1523816"/>
                </a:lnTo>
                <a:lnTo>
                  <a:pt x="1197788" y="1529836"/>
                </a:lnTo>
                <a:lnTo>
                  <a:pt x="1197788" y="1544661"/>
                </a:lnTo>
                <a:lnTo>
                  <a:pt x="1203816" y="1550681"/>
                </a:lnTo>
                <a:lnTo>
                  <a:pt x="1218617" y="1550681"/>
                </a:lnTo>
                <a:lnTo>
                  <a:pt x="1224646" y="1544661"/>
                </a:lnTo>
                <a:lnTo>
                  <a:pt x="1224646" y="1529836"/>
                </a:lnTo>
                <a:lnTo>
                  <a:pt x="1218617" y="1523816"/>
                </a:lnTo>
                <a:close/>
              </a:path>
              <a:path extrusionOk="0" h="2468879" w="4523105">
                <a:moveTo>
                  <a:pt x="1523054" y="1520492"/>
                </a:moveTo>
                <a:lnTo>
                  <a:pt x="1504564" y="1520492"/>
                </a:lnTo>
                <a:lnTo>
                  <a:pt x="1497051" y="1528039"/>
                </a:lnTo>
                <a:lnTo>
                  <a:pt x="1497051" y="1546548"/>
                </a:lnTo>
                <a:lnTo>
                  <a:pt x="1504564" y="1554050"/>
                </a:lnTo>
                <a:lnTo>
                  <a:pt x="1523054" y="1554050"/>
                </a:lnTo>
                <a:lnTo>
                  <a:pt x="1530568" y="1546548"/>
                </a:lnTo>
                <a:lnTo>
                  <a:pt x="1530568" y="1528039"/>
                </a:lnTo>
                <a:lnTo>
                  <a:pt x="1523054" y="1520492"/>
                </a:lnTo>
                <a:close/>
              </a:path>
              <a:path extrusionOk="0" h="2468879" w="4523105">
                <a:moveTo>
                  <a:pt x="1816379" y="1517168"/>
                </a:moveTo>
                <a:lnTo>
                  <a:pt x="1808549" y="1518745"/>
                </a:lnTo>
                <a:lnTo>
                  <a:pt x="1802157" y="1523053"/>
                </a:lnTo>
                <a:lnTo>
                  <a:pt x="1797849" y="1529449"/>
                </a:lnTo>
                <a:lnTo>
                  <a:pt x="1796269" y="1537293"/>
                </a:lnTo>
                <a:lnTo>
                  <a:pt x="1797849" y="1545119"/>
                </a:lnTo>
                <a:lnTo>
                  <a:pt x="1802157" y="1551517"/>
                </a:lnTo>
                <a:lnTo>
                  <a:pt x="1808549" y="1555835"/>
                </a:lnTo>
                <a:lnTo>
                  <a:pt x="1816379" y="1557419"/>
                </a:lnTo>
                <a:lnTo>
                  <a:pt x="1824235" y="1555835"/>
                </a:lnTo>
                <a:lnTo>
                  <a:pt x="1830641" y="1551517"/>
                </a:lnTo>
                <a:lnTo>
                  <a:pt x="1834954" y="1545119"/>
                </a:lnTo>
                <a:lnTo>
                  <a:pt x="1836534" y="1537293"/>
                </a:lnTo>
                <a:lnTo>
                  <a:pt x="1834954" y="1529449"/>
                </a:lnTo>
                <a:lnTo>
                  <a:pt x="1830641" y="1523053"/>
                </a:lnTo>
                <a:lnTo>
                  <a:pt x="1824235" y="1518745"/>
                </a:lnTo>
                <a:lnTo>
                  <a:pt x="1816379" y="1517168"/>
                </a:lnTo>
                <a:close/>
              </a:path>
              <a:path extrusionOk="0" h="2468879" w="4523105">
                <a:moveTo>
                  <a:pt x="2118972" y="1513798"/>
                </a:moveTo>
                <a:lnTo>
                  <a:pt x="2109836" y="1515644"/>
                </a:lnTo>
                <a:lnTo>
                  <a:pt x="2102371" y="1520677"/>
                </a:lnTo>
                <a:lnTo>
                  <a:pt x="2097335" y="1528145"/>
                </a:lnTo>
                <a:lnTo>
                  <a:pt x="2095488" y="1537293"/>
                </a:lnTo>
                <a:lnTo>
                  <a:pt x="2097335" y="1546416"/>
                </a:lnTo>
                <a:lnTo>
                  <a:pt x="2102371" y="1553870"/>
                </a:lnTo>
                <a:lnTo>
                  <a:pt x="2109836" y="1558899"/>
                </a:lnTo>
                <a:lnTo>
                  <a:pt x="2118972" y="1560744"/>
                </a:lnTo>
                <a:lnTo>
                  <a:pt x="2128133" y="1558899"/>
                </a:lnTo>
                <a:lnTo>
                  <a:pt x="2135612" y="1553870"/>
                </a:lnTo>
                <a:lnTo>
                  <a:pt x="2140653" y="1546416"/>
                </a:lnTo>
                <a:lnTo>
                  <a:pt x="2142501" y="1537293"/>
                </a:lnTo>
                <a:lnTo>
                  <a:pt x="2140653" y="1528145"/>
                </a:lnTo>
                <a:lnTo>
                  <a:pt x="2135612" y="1520677"/>
                </a:lnTo>
                <a:lnTo>
                  <a:pt x="2128133" y="1515644"/>
                </a:lnTo>
                <a:lnTo>
                  <a:pt x="2118972" y="1513798"/>
                </a:lnTo>
                <a:close/>
              </a:path>
              <a:path extrusionOk="0" h="2468879" w="4523105">
                <a:moveTo>
                  <a:pt x="2421609" y="1511327"/>
                </a:moveTo>
                <a:lnTo>
                  <a:pt x="2411466" y="1513369"/>
                </a:lnTo>
                <a:lnTo>
                  <a:pt x="2403187" y="1518936"/>
                </a:lnTo>
                <a:lnTo>
                  <a:pt x="2397607" y="1527190"/>
                </a:lnTo>
                <a:lnTo>
                  <a:pt x="2395561" y="1537293"/>
                </a:lnTo>
                <a:lnTo>
                  <a:pt x="2397607" y="1547396"/>
                </a:lnTo>
                <a:lnTo>
                  <a:pt x="2403187" y="1555650"/>
                </a:lnTo>
                <a:lnTo>
                  <a:pt x="2411466" y="1561217"/>
                </a:lnTo>
                <a:lnTo>
                  <a:pt x="2421609" y="1563259"/>
                </a:lnTo>
                <a:lnTo>
                  <a:pt x="2431727" y="1561217"/>
                </a:lnTo>
                <a:lnTo>
                  <a:pt x="2439993" y="1555650"/>
                </a:lnTo>
                <a:lnTo>
                  <a:pt x="2445568" y="1547396"/>
                </a:lnTo>
                <a:lnTo>
                  <a:pt x="2447613" y="1537293"/>
                </a:lnTo>
                <a:lnTo>
                  <a:pt x="2445568" y="1527190"/>
                </a:lnTo>
                <a:lnTo>
                  <a:pt x="2439993" y="1518936"/>
                </a:lnTo>
                <a:lnTo>
                  <a:pt x="2431727" y="1513369"/>
                </a:lnTo>
                <a:lnTo>
                  <a:pt x="2421609" y="1511327"/>
                </a:lnTo>
                <a:close/>
              </a:path>
              <a:path extrusionOk="0" h="2468879" w="4523105">
                <a:moveTo>
                  <a:pt x="2724202" y="1507958"/>
                </a:moveTo>
                <a:lnTo>
                  <a:pt x="2712760" y="1510261"/>
                </a:lnTo>
                <a:lnTo>
                  <a:pt x="2703423" y="1516544"/>
                </a:lnTo>
                <a:lnTo>
                  <a:pt x="2697131" y="1525868"/>
                </a:lnTo>
                <a:lnTo>
                  <a:pt x="2694824" y="1537293"/>
                </a:lnTo>
                <a:lnTo>
                  <a:pt x="2697131" y="1548719"/>
                </a:lnTo>
                <a:lnTo>
                  <a:pt x="2703423" y="1558043"/>
                </a:lnTo>
                <a:lnTo>
                  <a:pt x="2712760" y="1564326"/>
                </a:lnTo>
                <a:lnTo>
                  <a:pt x="2724202" y="1566629"/>
                </a:lnTo>
                <a:lnTo>
                  <a:pt x="2735618" y="1564326"/>
                </a:lnTo>
                <a:lnTo>
                  <a:pt x="2744942" y="1558043"/>
                </a:lnTo>
                <a:lnTo>
                  <a:pt x="2751229" y="1548719"/>
                </a:lnTo>
                <a:lnTo>
                  <a:pt x="2753534" y="1537293"/>
                </a:lnTo>
                <a:lnTo>
                  <a:pt x="2751229" y="1525868"/>
                </a:lnTo>
                <a:lnTo>
                  <a:pt x="2744942" y="1516544"/>
                </a:lnTo>
                <a:lnTo>
                  <a:pt x="2735618" y="1510261"/>
                </a:lnTo>
                <a:lnTo>
                  <a:pt x="2724202" y="1507958"/>
                </a:lnTo>
                <a:close/>
              </a:path>
              <a:path extrusionOk="0" h="2468879" w="4523105">
                <a:moveTo>
                  <a:pt x="3026794" y="1504589"/>
                </a:moveTo>
                <a:lnTo>
                  <a:pt x="3014047" y="1507159"/>
                </a:lnTo>
                <a:lnTo>
                  <a:pt x="3003637" y="1514169"/>
                </a:lnTo>
                <a:lnTo>
                  <a:pt x="2996617" y="1524564"/>
                </a:lnTo>
                <a:lnTo>
                  <a:pt x="2994043" y="1537293"/>
                </a:lnTo>
                <a:lnTo>
                  <a:pt x="2996617" y="1550022"/>
                </a:lnTo>
                <a:lnTo>
                  <a:pt x="3003637" y="1560418"/>
                </a:lnTo>
                <a:lnTo>
                  <a:pt x="3014047" y="1567427"/>
                </a:lnTo>
                <a:lnTo>
                  <a:pt x="3026794" y="1569998"/>
                </a:lnTo>
                <a:lnTo>
                  <a:pt x="3039516" y="1567427"/>
                </a:lnTo>
                <a:lnTo>
                  <a:pt x="3049913" y="1560418"/>
                </a:lnTo>
                <a:lnTo>
                  <a:pt x="3056928" y="1550022"/>
                </a:lnTo>
                <a:lnTo>
                  <a:pt x="3059501" y="1537293"/>
                </a:lnTo>
                <a:lnTo>
                  <a:pt x="3056928" y="1524564"/>
                </a:lnTo>
                <a:lnTo>
                  <a:pt x="3049913" y="1514169"/>
                </a:lnTo>
                <a:lnTo>
                  <a:pt x="3039516" y="1507159"/>
                </a:lnTo>
                <a:lnTo>
                  <a:pt x="3026794" y="1504589"/>
                </a:lnTo>
                <a:close/>
              </a:path>
              <a:path extrusionOk="0" h="2468879" w="4523105">
                <a:moveTo>
                  <a:pt x="3329387" y="1502118"/>
                </a:moveTo>
                <a:lnTo>
                  <a:pt x="3315658" y="1504885"/>
                </a:lnTo>
                <a:lnTo>
                  <a:pt x="3304446" y="1512428"/>
                </a:lnTo>
                <a:lnTo>
                  <a:pt x="3296888" y="1523610"/>
                </a:lnTo>
                <a:lnTo>
                  <a:pt x="3294116" y="1537293"/>
                </a:lnTo>
                <a:lnTo>
                  <a:pt x="3296888" y="1551003"/>
                </a:lnTo>
                <a:lnTo>
                  <a:pt x="3304446" y="1562198"/>
                </a:lnTo>
                <a:lnTo>
                  <a:pt x="3315658" y="1569746"/>
                </a:lnTo>
                <a:lnTo>
                  <a:pt x="3329387" y="1572514"/>
                </a:lnTo>
                <a:lnTo>
                  <a:pt x="3343090" y="1569746"/>
                </a:lnTo>
                <a:lnTo>
                  <a:pt x="3354288" y="1562198"/>
                </a:lnTo>
                <a:lnTo>
                  <a:pt x="3361842" y="1551003"/>
                </a:lnTo>
                <a:lnTo>
                  <a:pt x="3364613" y="1537293"/>
                </a:lnTo>
                <a:lnTo>
                  <a:pt x="3361842" y="1523610"/>
                </a:lnTo>
                <a:lnTo>
                  <a:pt x="3354288" y="1512428"/>
                </a:lnTo>
                <a:lnTo>
                  <a:pt x="3343090" y="1504885"/>
                </a:lnTo>
                <a:lnTo>
                  <a:pt x="3329387" y="1502118"/>
                </a:lnTo>
                <a:close/>
              </a:path>
              <a:path extrusionOk="0" h="2468879" w="4523105">
                <a:moveTo>
                  <a:pt x="3631934" y="1499602"/>
                </a:moveTo>
                <a:lnTo>
                  <a:pt x="3617249" y="1502567"/>
                </a:lnTo>
                <a:lnTo>
                  <a:pt x="3605251" y="1510648"/>
                </a:lnTo>
                <a:lnTo>
                  <a:pt x="3597158" y="1522629"/>
                </a:lnTo>
                <a:lnTo>
                  <a:pt x="3594189" y="1537293"/>
                </a:lnTo>
                <a:lnTo>
                  <a:pt x="3597158" y="1551983"/>
                </a:lnTo>
                <a:lnTo>
                  <a:pt x="3605251" y="1563978"/>
                </a:lnTo>
                <a:lnTo>
                  <a:pt x="3617249" y="1572064"/>
                </a:lnTo>
                <a:lnTo>
                  <a:pt x="3631934" y="1575029"/>
                </a:lnTo>
                <a:lnTo>
                  <a:pt x="3646646" y="1572064"/>
                </a:lnTo>
                <a:lnTo>
                  <a:pt x="3658658" y="1563978"/>
                </a:lnTo>
                <a:lnTo>
                  <a:pt x="3666756" y="1551983"/>
                </a:lnTo>
                <a:lnTo>
                  <a:pt x="3669725" y="1537293"/>
                </a:lnTo>
                <a:lnTo>
                  <a:pt x="3666755" y="1522629"/>
                </a:lnTo>
                <a:lnTo>
                  <a:pt x="3658658" y="1510648"/>
                </a:lnTo>
                <a:lnTo>
                  <a:pt x="3646646" y="1502567"/>
                </a:lnTo>
                <a:lnTo>
                  <a:pt x="3631934" y="1499602"/>
                </a:lnTo>
                <a:close/>
              </a:path>
              <a:path extrusionOk="0" h="2468879" w="4523105">
                <a:moveTo>
                  <a:pt x="3934527" y="1496233"/>
                </a:moveTo>
                <a:lnTo>
                  <a:pt x="3918543" y="1499458"/>
                </a:lnTo>
                <a:lnTo>
                  <a:pt x="3905487" y="1508256"/>
                </a:lnTo>
                <a:lnTo>
                  <a:pt x="3896682" y="1521307"/>
                </a:lnTo>
                <a:lnTo>
                  <a:pt x="3893452" y="1537293"/>
                </a:lnTo>
                <a:lnTo>
                  <a:pt x="3896682" y="1553287"/>
                </a:lnTo>
                <a:lnTo>
                  <a:pt x="3905487" y="1566353"/>
                </a:lnTo>
                <a:lnTo>
                  <a:pt x="3918543" y="1575166"/>
                </a:lnTo>
                <a:lnTo>
                  <a:pt x="3934527" y="1578399"/>
                </a:lnTo>
                <a:lnTo>
                  <a:pt x="3950544" y="1575166"/>
                </a:lnTo>
                <a:lnTo>
                  <a:pt x="3963629" y="1566353"/>
                </a:lnTo>
                <a:lnTo>
                  <a:pt x="3972454" y="1553287"/>
                </a:lnTo>
                <a:lnTo>
                  <a:pt x="3975691" y="1537293"/>
                </a:lnTo>
                <a:lnTo>
                  <a:pt x="3972454" y="1521307"/>
                </a:lnTo>
                <a:lnTo>
                  <a:pt x="3963629" y="1508256"/>
                </a:lnTo>
                <a:lnTo>
                  <a:pt x="3950544" y="1499458"/>
                </a:lnTo>
                <a:lnTo>
                  <a:pt x="3934527" y="1496233"/>
                </a:lnTo>
                <a:close/>
              </a:path>
              <a:path extrusionOk="0" h="2468879" w="4523105">
                <a:moveTo>
                  <a:pt x="4237119" y="1493717"/>
                </a:moveTo>
                <a:lnTo>
                  <a:pt x="4220154" y="1497147"/>
                </a:lnTo>
                <a:lnTo>
                  <a:pt x="4206297" y="1506498"/>
                </a:lnTo>
                <a:lnTo>
                  <a:pt x="4196952" y="1520364"/>
                </a:lnTo>
                <a:lnTo>
                  <a:pt x="4193526" y="1537338"/>
                </a:lnTo>
                <a:lnTo>
                  <a:pt x="4196952" y="1554287"/>
                </a:lnTo>
                <a:lnTo>
                  <a:pt x="4206297" y="1568139"/>
                </a:lnTo>
                <a:lnTo>
                  <a:pt x="4220154" y="1577485"/>
                </a:lnTo>
                <a:lnTo>
                  <a:pt x="4237119" y="1580914"/>
                </a:lnTo>
                <a:lnTo>
                  <a:pt x="4254111" y="1577485"/>
                </a:lnTo>
                <a:lnTo>
                  <a:pt x="4267982" y="1568139"/>
                </a:lnTo>
                <a:lnTo>
                  <a:pt x="4277331" y="1554287"/>
                </a:lnTo>
                <a:lnTo>
                  <a:pt x="4280758" y="1537338"/>
                </a:lnTo>
                <a:lnTo>
                  <a:pt x="4277331" y="1520364"/>
                </a:lnTo>
                <a:lnTo>
                  <a:pt x="4267982" y="1506498"/>
                </a:lnTo>
                <a:lnTo>
                  <a:pt x="4254111" y="1497147"/>
                </a:lnTo>
                <a:lnTo>
                  <a:pt x="4237119" y="1493717"/>
                </a:lnTo>
                <a:close/>
              </a:path>
              <a:path extrusionOk="0" h="2468879" w="4523105">
                <a:moveTo>
                  <a:pt x="4522590" y="1494661"/>
                </a:moveTo>
                <a:lnTo>
                  <a:pt x="4521764" y="1494828"/>
                </a:lnTo>
                <a:lnTo>
                  <a:pt x="4507107" y="1504718"/>
                </a:lnTo>
                <a:lnTo>
                  <a:pt x="4497223" y="1519384"/>
                </a:lnTo>
                <a:lnTo>
                  <a:pt x="4493599" y="1537338"/>
                </a:lnTo>
                <a:lnTo>
                  <a:pt x="4497223" y="1555286"/>
                </a:lnTo>
                <a:lnTo>
                  <a:pt x="4507107" y="1569936"/>
                </a:lnTo>
                <a:lnTo>
                  <a:pt x="4521764" y="1579810"/>
                </a:lnTo>
                <a:lnTo>
                  <a:pt x="4522590" y="1579977"/>
                </a:lnTo>
                <a:lnTo>
                  <a:pt x="4522590" y="1494661"/>
                </a:lnTo>
                <a:close/>
              </a:path>
              <a:path extrusionOk="0" h="2468879" w="4523105">
                <a:moveTo>
                  <a:pt x="304830" y="1837160"/>
                </a:moveTo>
                <a:lnTo>
                  <a:pt x="302040" y="1837160"/>
                </a:lnTo>
                <a:lnTo>
                  <a:pt x="300911" y="1838283"/>
                </a:lnTo>
                <a:lnTo>
                  <a:pt x="300911" y="1841068"/>
                </a:lnTo>
                <a:lnTo>
                  <a:pt x="302040" y="1842192"/>
                </a:lnTo>
                <a:lnTo>
                  <a:pt x="304830" y="1842192"/>
                </a:lnTo>
                <a:lnTo>
                  <a:pt x="305954" y="1841068"/>
                </a:lnTo>
                <a:lnTo>
                  <a:pt x="305954" y="1838283"/>
                </a:lnTo>
                <a:lnTo>
                  <a:pt x="304830" y="1837160"/>
                </a:lnTo>
                <a:close/>
              </a:path>
              <a:path extrusionOk="0" h="2468879" w="4523105">
                <a:moveTo>
                  <a:pt x="609743" y="1832982"/>
                </a:moveTo>
                <a:lnTo>
                  <a:pt x="602320" y="1832982"/>
                </a:lnTo>
                <a:lnTo>
                  <a:pt x="599306" y="1835992"/>
                </a:lnTo>
                <a:lnTo>
                  <a:pt x="599306" y="1843404"/>
                </a:lnTo>
                <a:lnTo>
                  <a:pt x="602320" y="1846414"/>
                </a:lnTo>
                <a:lnTo>
                  <a:pt x="609743" y="1846414"/>
                </a:lnTo>
                <a:lnTo>
                  <a:pt x="612758" y="1843404"/>
                </a:lnTo>
                <a:lnTo>
                  <a:pt x="612758" y="1835992"/>
                </a:lnTo>
                <a:lnTo>
                  <a:pt x="609743" y="1832982"/>
                </a:lnTo>
                <a:close/>
              </a:path>
              <a:path extrusionOk="0" h="2468879" w="4523105">
                <a:moveTo>
                  <a:pt x="914181" y="1829658"/>
                </a:moveTo>
                <a:lnTo>
                  <a:pt x="903068" y="1829658"/>
                </a:lnTo>
                <a:lnTo>
                  <a:pt x="898570" y="1834150"/>
                </a:lnTo>
                <a:lnTo>
                  <a:pt x="898570" y="1845246"/>
                </a:lnTo>
                <a:lnTo>
                  <a:pt x="903068" y="1849739"/>
                </a:lnTo>
                <a:lnTo>
                  <a:pt x="914181" y="1849739"/>
                </a:lnTo>
                <a:lnTo>
                  <a:pt x="918679" y="1845246"/>
                </a:lnTo>
                <a:lnTo>
                  <a:pt x="918679" y="1834150"/>
                </a:lnTo>
                <a:lnTo>
                  <a:pt x="914181" y="1829658"/>
                </a:lnTo>
                <a:close/>
              </a:path>
              <a:path extrusionOk="0" h="2468879" w="4523105">
                <a:moveTo>
                  <a:pt x="1218618" y="1826288"/>
                </a:moveTo>
                <a:lnTo>
                  <a:pt x="1203816" y="1826288"/>
                </a:lnTo>
                <a:lnTo>
                  <a:pt x="1197788" y="1832308"/>
                </a:lnTo>
                <a:lnTo>
                  <a:pt x="1197788" y="1847088"/>
                </a:lnTo>
                <a:lnTo>
                  <a:pt x="1203816" y="1853108"/>
                </a:lnTo>
                <a:lnTo>
                  <a:pt x="1218618" y="1853108"/>
                </a:lnTo>
                <a:lnTo>
                  <a:pt x="1224646" y="1847088"/>
                </a:lnTo>
                <a:lnTo>
                  <a:pt x="1224646" y="1832308"/>
                </a:lnTo>
                <a:lnTo>
                  <a:pt x="1218618" y="1826288"/>
                </a:lnTo>
                <a:close/>
              </a:path>
              <a:path extrusionOk="0" h="2468879" w="4523105">
                <a:moveTo>
                  <a:pt x="1523055" y="1822964"/>
                </a:moveTo>
                <a:lnTo>
                  <a:pt x="1504564" y="1822964"/>
                </a:lnTo>
                <a:lnTo>
                  <a:pt x="1497051" y="1830466"/>
                </a:lnTo>
                <a:lnTo>
                  <a:pt x="1497051" y="1848975"/>
                </a:lnTo>
                <a:lnTo>
                  <a:pt x="1504564" y="1856477"/>
                </a:lnTo>
                <a:lnTo>
                  <a:pt x="1523055" y="1856477"/>
                </a:lnTo>
                <a:lnTo>
                  <a:pt x="1530568" y="1848975"/>
                </a:lnTo>
                <a:lnTo>
                  <a:pt x="1530568" y="1830466"/>
                </a:lnTo>
                <a:lnTo>
                  <a:pt x="1523055" y="1822964"/>
                </a:lnTo>
                <a:close/>
              </a:path>
              <a:path extrusionOk="0" h="2468879" w="4523105">
                <a:moveTo>
                  <a:pt x="1816379" y="1819595"/>
                </a:moveTo>
                <a:lnTo>
                  <a:pt x="1808549" y="1821173"/>
                </a:lnTo>
                <a:lnTo>
                  <a:pt x="1802158" y="1825480"/>
                </a:lnTo>
                <a:lnTo>
                  <a:pt x="1797849" y="1831876"/>
                </a:lnTo>
                <a:lnTo>
                  <a:pt x="1796270" y="1839721"/>
                </a:lnTo>
                <a:lnTo>
                  <a:pt x="1797849" y="1847547"/>
                </a:lnTo>
                <a:lnTo>
                  <a:pt x="1802158" y="1853945"/>
                </a:lnTo>
                <a:lnTo>
                  <a:pt x="1808549" y="1858262"/>
                </a:lnTo>
                <a:lnTo>
                  <a:pt x="1816380" y="1859847"/>
                </a:lnTo>
                <a:lnTo>
                  <a:pt x="1824236" y="1858262"/>
                </a:lnTo>
                <a:lnTo>
                  <a:pt x="1830641" y="1853945"/>
                </a:lnTo>
                <a:lnTo>
                  <a:pt x="1834954" y="1847547"/>
                </a:lnTo>
                <a:lnTo>
                  <a:pt x="1836534" y="1839721"/>
                </a:lnTo>
                <a:lnTo>
                  <a:pt x="1834954" y="1831876"/>
                </a:lnTo>
                <a:lnTo>
                  <a:pt x="1830641" y="1825480"/>
                </a:lnTo>
                <a:lnTo>
                  <a:pt x="1824236" y="1821173"/>
                </a:lnTo>
                <a:lnTo>
                  <a:pt x="1816379" y="1819595"/>
                </a:lnTo>
                <a:close/>
              </a:path>
              <a:path extrusionOk="0" h="2468879" w="4523105">
                <a:moveTo>
                  <a:pt x="2118972" y="1816226"/>
                </a:moveTo>
                <a:lnTo>
                  <a:pt x="2109837" y="1818071"/>
                </a:lnTo>
                <a:lnTo>
                  <a:pt x="2102371" y="1823104"/>
                </a:lnTo>
                <a:lnTo>
                  <a:pt x="2097335" y="1830572"/>
                </a:lnTo>
                <a:lnTo>
                  <a:pt x="2095488" y="1839721"/>
                </a:lnTo>
                <a:lnTo>
                  <a:pt x="2097335" y="1848869"/>
                </a:lnTo>
                <a:lnTo>
                  <a:pt x="2102371" y="1856337"/>
                </a:lnTo>
                <a:lnTo>
                  <a:pt x="2109837" y="1861370"/>
                </a:lnTo>
                <a:lnTo>
                  <a:pt x="2118972" y="1863216"/>
                </a:lnTo>
                <a:lnTo>
                  <a:pt x="2128134" y="1861370"/>
                </a:lnTo>
                <a:lnTo>
                  <a:pt x="2135612" y="1856337"/>
                </a:lnTo>
                <a:lnTo>
                  <a:pt x="2140653" y="1848869"/>
                </a:lnTo>
                <a:lnTo>
                  <a:pt x="2142501" y="1839721"/>
                </a:lnTo>
                <a:lnTo>
                  <a:pt x="2140653" y="1830572"/>
                </a:lnTo>
                <a:lnTo>
                  <a:pt x="2135612" y="1823104"/>
                </a:lnTo>
                <a:lnTo>
                  <a:pt x="2128133" y="1818071"/>
                </a:lnTo>
                <a:lnTo>
                  <a:pt x="2118972" y="1816226"/>
                </a:lnTo>
                <a:close/>
              </a:path>
              <a:path extrusionOk="0" h="2468879" w="4523105">
                <a:moveTo>
                  <a:pt x="2421610" y="1813755"/>
                </a:moveTo>
                <a:lnTo>
                  <a:pt x="2411466" y="1815797"/>
                </a:lnTo>
                <a:lnTo>
                  <a:pt x="2403187" y="1821364"/>
                </a:lnTo>
                <a:lnTo>
                  <a:pt x="2397607" y="1829618"/>
                </a:lnTo>
                <a:lnTo>
                  <a:pt x="2395561" y="1839721"/>
                </a:lnTo>
                <a:lnTo>
                  <a:pt x="2397607" y="1849850"/>
                </a:lnTo>
                <a:lnTo>
                  <a:pt x="2403187" y="1858117"/>
                </a:lnTo>
                <a:lnTo>
                  <a:pt x="2411466" y="1863689"/>
                </a:lnTo>
                <a:lnTo>
                  <a:pt x="2421610" y="1865732"/>
                </a:lnTo>
                <a:lnTo>
                  <a:pt x="2431727" y="1863689"/>
                </a:lnTo>
                <a:lnTo>
                  <a:pt x="2439993" y="1858117"/>
                </a:lnTo>
                <a:lnTo>
                  <a:pt x="2445568" y="1849850"/>
                </a:lnTo>
                <a:lnTo>
                  <a:pt x="2447613" y="1839721"/>
                </a:lnTo>
                <a:lnTo>
                  <a:pt x="2445568" y="1829618"/>
                </a:lnTo>
                <a:lnTo>
                  <a:pt x="2439993" y="1821364"/>
                </a:lnTo>
                <a:lnTo>
                  <a:pt x="2431727" y="1815797"/>
                </a:lnTo>
                <a:lnTo>
                  <a:pt x="2421610" y="1813755"/>
                </a:lnTo>
                <a:close/>
              </a:path>
              <a:path extrusionOk="0" h="2468879" w="4523105">
                <a:moveTo>
                  <a:pt x="2724202" y="1810385"/>
                </a:moveTo>
                <a:lnTo>
                  <a:pt x="2712760" y="1812688"/>
                </a:lnTo>
                <a:lnTo>
                  <a:pt x="2703423" y="1818971"/>
                </a:lnTo>
                <a:lnTo>
                  <a:pt x="2697131" y="1828295"/>
                </a:lnTo>
                <a:lnTo>
                  <a:pt x="2694825" y="1839721"/>
                </a:lnTo>
                <a:lnTo>
                  <a:pt x="2697131" y="1851146"/>
                </a:lnTo>
                <a:lnTo>
                  <a:pt x="2703423" y="1860470"/>
                </a:lnTo>
                <a:lnTo>
                  <a:pt x="2712760" y="1866753"/>
                </a:lnTo>
                <a:lnTo>
                  <a:pt x="2724202" y="1869056"/>
                </a:lnTo>
                <a:lnTo>
                  <a:pt x="2735618" y="1866753"/>
                </a:lnTo>
                <a:lnTo>
                  <a:pt x="2744942" y="1860470"/>
                </a:lnTo>
                <a:lnTo>
                  <a:pt x="2751229" y="1851146"/>
                </a:lnTo>
                <a:lnTo>
                  <a:pt x="2753535" y="1839721"/>
                </a:lnTo>
                <a:lnTo>
                  <a:pt x="2751229" y="1828295"/>
                </a:lnTo>
                <a:lnTo>
                  <a:pt x="2744942" y="1818971"/>
                </a:lnTo>
                <a:lnTo>
                  <a:pt x="2735618" y="1812688"/>
                </a:lnTo>
                <a:lnTo>
                  <a:pt x="2724202" y="1810385"/>
                </a:lnTo>
                <a:close/>
              </a:path>
              <a:path extrusionOk="0" h="2468879" w="4523105">
                <a:moveTo>
                  <a:pt x="3026795" y="1807016"/>
                </a:moveTo>
                <a:lnTo>
                  <a:pt x="3014047" y="1809587"/>
                </a:lnTo>
                <a:lnTo>
                  <a:pt x="3003637" y="1816596"/>
                </a:lnTo>
                <a:lnTo>
                  <a:pt x="2996617" y="1826992"/>
                </a:lnTo>
                <a:lnTo>
                  <a:pt x="2994043" y="1839721"/>
                </a:lnTo>
                <a:lnTo>
                  <a:pt x="2996617" y="1852450"/>
                </a:lnTo>
                <a:lnTo>
                  <a:pt x="3003637" y="1862845"/>
                </a:lnTo>
                <a:lnTo>
                  <a:pt x="3014047" y="1869855"/>
                </a:lnTo>
                <a:lnTo>
                  <a:pt x="3026795" y="1872425"/>
                </a:lnTo>
                <a:lnTo>
                  <a:pt x="3039516" y="1869855"/>
                </a:lnTo>
                <a:lnTo>
                  <a:pt x="3049913" y="1862845"/>
                </a:lnTo>
                <a:lnTo>
                  <a:pt x="3056928" y="1852450"/>
                </a:lnTo>
                <a:lnTo>
                  <a:pt x="3059501" y="1839721"/>
                </a:lnTo>
                <a:lnTo>
                  <a:pt x="3056928" y="1826992"/>
                </a:lnTo>
                <a:lnTo>
                  <a:pt x="3049913" y="1816596"/>
                </a:lnTo>
                <a:lnTo>
                  <a:pt x="3039516" y="1809587"/>
                </a:lnTo>
                <a:lnTo>
                  <a:pt x="3026795" y="1807016"/>
                </a:lnTo>
                <a:close/>
              </a:path>
              <a:path extrusionOk="0" h="2468879" w="4523105">
                <a:moveTo>
                  <a:pt x="3329387" y="1804545"/>
                </a:moveTo>
                <a:lnTo>
                  <a:pt x="3315658" y="1807313"/>
                </a:lnTo>
                <a:lnTo>
                  <a:pt x="3304447" y="1814861"/>
                </a:lnTo>
                <a:lnTo>
                  <a:pt x="3296888" y="1826056"/>
                </a:lnTo>
                <a:lnTo>
                  <a:pt x="3294116" y="1839766"/>
                </a:lnTo>
                <a:lnTo>
                  <a:pt x="3296888" y="1853449"/>
                </a:lnTo>
                <a:lnTo>
                  <a:pt x="3304447" y="1864631"/>
                </a:lnTo>
                <a:lnTo>
                  <a:pt x="3315658" y="1872174"/>
                </a:lnTo>
                <a:lnTo>
                  <a:pt x="3329387" y="1874941"/>
                </a:lnTo>
                <a:lnTo>
                  <a:pt x="3343090" y="1872174"/>
                </a:lnTo>
                <a:lnTo>
                  <a:pt x="3354288" y="1864631"/>
                </a:lnTo>
                <a:lnTo>
                  <a:pt x="3361842" y="1853449"/>
                </a:lnTo>
                <a:lnTo>
                  <a:pt x="3364613" y="1839766"/>
                </a:lnTo>
                <a:lnTo>
                  <a:pt x="3361842" y="1826056"/>
                </a:lnTo>
                <a:lnTo>
                  <a:pt x="3354288" y="1814861"/>
                </a:lnTo>
                <a:lnTo>
                  <a:pt x="3343090" y="1807313"/>
                </a:lnTo>
                <a:lnTo>
                  <a:pt x="3329387" y="1804545"/>
                </a:lnTo>
                <a:close/>
              </a:path>
              <a:path extrusionOk="0" h="2468879" w="4523105">
                <a:moveTo>
                  <a:pt x="3631935" y="1802030"/>
                </a:moveTo>
                <a:lnTo>
                  <a:pt x="3617249" y="1804995"/>
                </a:lnTo>
                <a:lnTo>
                  <a:pt x="3605251" y="1813081"/>
                </a:lnTo>
                <a:lnTo>
                  <a:pt x="3597158" y="1825076"/>
                </a:lnTo>
                <a:lnTo>
                  <a:pt x="3594189" y="1839766"/>
                </a:lnTo>
                <a:lnTo>
                  <a:pt x="3597158" y="1854430"/>
                </a:lnTo>
                <a:lnTo>
                  <a:pt x="3605251" y="1866411"/>
                </a:lnTo>
                <a:lnTo>
                  <a:pt x="3617249" y="1874492"/>
                </a:lnTo>
                <a:lnTo>
                  <a:pt x="3631935" y="1877457"/>
                </a:lnTo>
                <a:lnTo>
                  <a:pt x="3646646" y="1874492"/>
                </a:lnTo>
                <a:lnTo>
                  <a:pt x="3658658" y="1866411"/>
                </a:lnTo>
                <a:lnTo>
                  <a:pt x="3666756" y="1854430"/>
                </a:lnTo>
                <a:lnTo>
                  <a:pt x="3669725" y="1839766"/>
                </a:lnTo>
                <a:lnTo>
                  <a:pt x="3666756" y="1825076"/>
                </a:lnTo>
                <a:lnTo>
                  <a:pt x="3658658" y="1813081"/>
                </a:lnTo>
                <a:lnTo>
                  <a:pt x="3646646" y="1804995"/>
                </a:lnTo>
                <a:lnTo>
                  <a:pt x="3631935" y="1802030"/>
                </a:lnTo>
                <a:close/>
              </a:path>
              <a:path extrusionOk="0" h="2468879" w="4523105">
                <a:moveTo>
                  <a:pt x="3934527" y="1798660"/>
                </a:moveTo>
                <a:lnTo>
                  <a:pt x="3918544" y="1801886"/>
                </a:lnTo>
                <a:lnTo>
                  <a:pt x="3905487" y="1810689"/>
                </a:lnTo>
                <a:lnTo>
                  <a:pt x="3896682" y="1823753"/>
                </a:lnTo>
                <a:lnTo>
                  <a:pt x="3893453" y="1839766"/>
                </a:lnTo>
                <a:lnTo>
                  <a:pt x="3896682" y="1855752"/>
                </a:lnTo>
                <a:lnTo>
                  <a:pt x="3905487" y="1868803"/>
                </a:lnTo>
                <a:lnTo>
                  <a:pt x="3918544" y="1877601"/>
                </a:lnTo>
                <a:lnTo>
                  <a:pt x="3934527" y="1880826"/>
                </a:lnTo>
                <a:lnTo>
                  <a:pt x="3950544" y="1877601"/>
                </a:lnTo>
                <a:lnTo>
                  <a:pt x="3963629" y="1868803"/>
                </a:lnTo>
                <a:lnTo>
                  <a:pt x="3972455" y="1855752"/>
                </a:lnTo>
                <a:lnTo>
                  <a:pt x="3975692" y="1839766"/>
                </a:lnTo>
                <a:lnTo>
                  <a:pt x="3972454" y="1823753"/>
                </a:lnTo>
                <a:lnTo>
                  <a:pt x="3963629" y="1810689"/>
                </a:lnTo>
                <a:lnTo>
                  <a:pt x="3950544" y="1801886"/>
                </a:lnTo>
                <a:lnTo>
                  <a:pt x="3934527" y="1798660"/>
                </a:lnTo>
                <a:close/>
              </a:path>
              <a:path extrusionOk="0" h="2468879" w="4523105">
                <a:moveTo>
                  <a:pt x="4237120" y="1796189"/>
                </a:moveTo>
                <a:lnTo>
                  <a:pt x="4220154" y="1799612"/>
                </a:lnTo>
                <a:lnTo>
                  <a:pt x="4206297" y="1808948"/>
                </a:lnTo>
                <a:lnTo>
                  <a:pt x="4196953" y="1822798"/>
                </a:lnTo>
                <a:lnTo>
                  <a:pt x="4193526" y="1839766"/>
                </a:lnTo>
                <a:lnTo>
                  <a:pt x="4196953" y="1856733"/>
                </a:lnTo>
                <a:lnTo>
                  <a:pt x="4206297" y="1870583"/>
                </a:lnTo>
                <a:lnTo>
                  <a:pt x="4220154" y="1879919"/>
                </a:lnTo>
                <a:lnTo>
                  <a:pt x="4237120" y="1883342"/>
                </a:lnTo>
                <a:lnTo>
                  <a:pt x="4254111" y="1879919"/>
                </a:lnTo>
                <a:lnTo>
                  <a:pt x="4267982" y="1870583"/>
                </a:lnTo>
                <a:lnTo>
                  <a:pt x="4277331" y="1856733"/>
                </a:lnTo>
                <a:lnTo>
                  <a:pt x="4280758" y="1839766"/>
                </a:lnTo>
                <a:lnTo>
                  <a:pt x="4277331" y="1822798"/>
                </a:lnTo>
                <a:lnTo>
                  <a:pt x="4267982" y="1808948"/>
                </a:lnTo>
                <a:lnTo>
                  <a:pt x="4254111" y="1799612"/>
                </a:lnTo>
                <a:lnTo>
                  <a:pt x="4237120" y="1796189"/>
                </a:lnTo>
                <a:close/>
              </a:path>
              <a:path extrusionOk="0" h="2468879" w="4523105">
                <a:moveTo>
                  <a:pt x="4522590" y="1797127"/>
                </a:moveTo>
                <a:lnTo>
                  <a:pt x="4521765" y="1797294"/>
                </a:lnTo>
                <a:lnTo>
                  <a:pt x="4507107" y="1807168"/>
                </a:lnTo>
                <a:lnTo>
                  <a:pt x="4497223" y="1821818"/>
                </a:lnTo>
                <a:lnTo>
                  <a:pt x="4493599" y="1839766"/>
                </a:lnTo>
                <a:lnTo>
                  <a:pt x="4497223" y="1857713"/>
                </a:lnTo>
                <a:lnTo>
                  <a:pt x="4507107" y="1872363"/>
                </a:lnTo>
                <a:lnTo>
                  <a:pt x="4521765" y="1882238"/>
                </a:lnTo>
                <a:lnTo>
                  <a:pt x="4522590" y="1882404"/>
                </a:lnTo>
                <a:lnTo>
                  <a:pt x="4522590" y="1797127"/>
                </a:lnTo>
                <a:close/>
              </a:path>
              <a:path extrusionOk="0" h="2468879" w="4523105">
                <a:moveTo>
                  <a:pt x="607404" y="2139601"/>
                </a:moveTo>
                <a:lnTo>
                  <a:pt x="604615" y="2139601"/>
                </a:lnTo>
                <a:lnTo>
                  <a:pt x="603490" y="2140728"/>
                </a:lnTo>
                <a:lnTo>
                  <a:pt x="603490" y="2143518"/>
                </a:lnTo>
                <a:lnTo>
                  <a:pt x="604615" y="2144641"/>
                </a:lnTo>
                <a:lnTo>
                  <a:pt x="607404" y="2144641"/>
                </a:lnTo>
                <a:lnTo>
                  <a:pt x="608529" y="2143518"/>
                </a:lnTo>
                <a:lnTo>
                  <a:pt x="608529" y="2140728"/>
                </a:lnTo>
                <a:lnTo>
                  <a:pt x="607404" y="2139601"/>
                </a:lnTo>
                <a:close/>
              </a:path>
              <a:path extrusionOk="0" h="2468879" w="4523105">
                <a:moveTo>
                  <a:pt x="912786" y="2134583"/>
                </a:moveTo>
                <a:lnTo>
                  <a:pt x="904463" y="2134583"/>
                </a:lnTo>
                <a:lnTo>
                  <a:pt x="901089" y="2137957"/>
                </a:lnTo>
                <a:lnTo>
                  <a:pt x="901089" y="2146290"/>
                </a:lnTo>
                <a:lnTo>
                  <a:pt x="904463" y="2149664"/>
                </a:lnTo>
                <a:lnTo>
                  <a:pt x="912786" y="2149664"/>
                </a:lnTo>
                <a:lnTo>
                  <a:pt x="916160" y="2146290"/>
                </a:lnTo>
                <a:lnTo>
                  <a:pt x="916160" y="2137957"/>
                </a:lnTo>
                <a:lnTo>
                  <a:pt x="912786" y="2134583"/>
                </a:lnTo>
                <a:close/>
              </a:path>
              <a:path extrusionOk="0" h="2468879" w="4523105">
                <a:moveTo>
                  <a:pt x="1218168" y="2129524"/>
                </a:moveTo>
                <a:lnTo>
                  <a:pt x="1204266" y="2129524"/>
                </a:lnTo>
                <a:lnTo>
                  <a:pt x="1198643" y="2135149"/>
                </a:lnTo>
                <a:lnTo>
                  <a:pt x="1198643" y="2149057"/>
                </a:lnTo>
                <a:lnTo>
                  <a:pt x="1204266" y="2154686"/>
                </a:lnTo>
                <a:lnTo>
                  <a:pt x="1218168" y="2154686"/>
                </a:lnTo>
                <a:lnTo>
                  <a:pt x="1223791" y="2149057"/>
                </a:lnTo>
                <a:lnTo>
                  <a:pt x="1223791" y="2135149"/>
                </a:lnTo>
                <a:lnTo>
                  <a:pt x="1218168" y="2129524"/>
                </a:lnTo>
                <a:close/>
              </a:path>
              <a:path extrusionOk="0" h="2468879" w="4523105">
                <a:moveTo>
                  <a:pt x="1523055" y="2125360"/>
                </a:moveTo>
                <a:lnTo>
                  <a:pt x="1504565" y="2125360"/>
                </a:lnTo>
                <a:lnTo>
                  <a:pt x="1497051" y="2132867"/>
                </a:lnTo>
                <a:lnTo>
                  <a:pt x="1497051" y="2151375"/>
                </a:lnTo>
                <a:lnTo>
                  <a:pt x="1504565" y="2158887"/>
                </a:lnTo>
                <a:lnTo>
                  <a:pt x="1523055" y="2158887"/>
                </a:lnTo>
                <a:lnTo>
                  <a:pt x="1530568" y="2151375"/>
                </a:lnTo>
                <a:lnTo>
                  <a:pt x="1530568" y="2132867"/>
                </a:lnTo>
                <a:lnTo>
                  <a:pt x="1523055" y="2125360"/>
                </a:lnTo>
                <a:close/>
              </a:path>
              <a:path extrusionOk="0" h="2468879" w="4523105">
                <a:moveTo>
                  <a:pt x="1816380" y="2122000"/>
                </a:moveTo>
                <a:lnTo>
                  <a:pt x="1808550" y="2123580"/>
                </a:lnTo>
                <a:lnTo>
                  <a:pt x="1802158" y="2127891"/>
                </a:lnTo>
                <a:lnTo>
                  <a:pt x="1797849" y="2134286"/>
                </a:lnTo>
                <a:lnTo>
                  <a:pt x="1796270" y="2142121"/>
                </a:lnTo>
                <a:lnTo>
                  <a:pt x="1797849" y="2149958"/>
                </a:lnTo>
                <a:lnTo>
                  <a:pt x="1802158" y="2156355"/>
                </a:lnTo>
                <a:lnTo>
                  <a:pt x="1808550" y="2160666"/>
                </a:lnTo>
                <a:lnTo>
                  <a:pt x="1816380" y="2162247"/>
                </a:lnTo>
                <a:lnTo>
                  <a:pt x="1824236" y="2160666"/>
                </a:lnTo>
                <a:lnTo>
                  <a:pt x="1830641" y="2156355"/>
                </a:lnTo>
                <a:lnTo>
                  <a:pt x="1834954" y="2149958"/>
                </a:lnTo>
                <a:lnTo>
                  <a:pt x="1836535" y="2142121"/>
                </a:lnTo>
                <a:lnTo>
                  <a:pt x="1834954" y="2134286"/>
                </a:lnTo>
                <a:lnTo>
                  <a:pt x="1830641" y="2127891"/>
                </a:lnTo>
                <a:lnTo>
                  <a:pt x="1824236" y="2123580"/>
                </a:lnTo>
                <a:lnTo>
                  <a:pt x="1816380" y="2122000"/>
                </a:lnTo>
                <a:close/>
              </a:path>
              <a:path extrusionOk="0" h="2468879" w="4523105">
                <a:moveTo>
                  <a:pt x="2118972" y="2118639"/>
                </a:moveTo>
                <a:lnTo>
                  <a:pt x="2109837" y="2120485"/>
                </a:lnTo>
                <a:lnTo>
                  <a:pt x="2102371" y="2125518"/>
                </a:lnTo>
                <a:lnTo>
                  <a:pt x="2097336" y="2132982"/>
                </a:lnTo>
                <a:lnTo>
                  <a:pt x="2095488" y="2142121"/>
                </a:lnTo>
                <a:lnTo>
                  <a:pt x="2097336" y="2151262"/>
                </a:lnTo>
                <a:lnTo>
                  <a:pt x="2102371" y="2158725"/>
                </a:lnTo>
                <a:lnTo>
                  <a:pt x="2109837" y="2163758"/>
                </a:lnTo>
                <a:lnTo>
                  <a:pt x="2118972" y="2165603"/>
                </a:lnTo>
                <a:lnTo>
                  <a:pt x="2128134" y="2163758"/>
                </a:lnTo>
                <a:lnTo>
                  <a:pt x="2135612" y="2158725"/>
                </a:lnTo>
                <a:lnTo>
                  <a:pt x="2140653" y="2151262"/>
                </a:lnTo>
                <a:lnTo>
                  <a:pt x="2142501" y="2142121"/>
                </a:lnTo>
                <a:lnTo>
                  <a:pt x="2140653" y="2132982"/>
                </a:lnTo>
                <a:lnTo>
                  <a:pt x="2135612" y="2125518"/>
                </a:lnTo>
                <a:lnTo>
                  <a:pt x="2128134" y="2120485"/>
                </a:lnTo>
                <a:lnTo>
                  <a:pt x="2118972" y="2118639"/>
                </a:lnTo>
                <a:close/>
              </a:path>
              <a:path extrusionOk="0" h="2468879" w="4523105">
                <a:moveTo>
                  <a:pt x="2421610" y="2116155"/>
                </a:moveTo>
                <a:lnTo>
                  <a:pt x="2411466" y="2118198"/>
                </a:lnTo>
                <a:lnTo>
                  <a:pt x="2403187" y="2123768"/>
                </a:lnTo>
                <a:lnTo>
                  <a:pt x="2397607" y="2132028"/>
                </a:lnTo>
                <a:lnTo>
                  <a:pt x="2395561" y="2142139"/>
                </a:lnTo>
                <a:lnTo>
                  <a:pt x="2397607" y="2152250"/>
                </a:lnTo>
                <a:lnTo>
                  <a:pt x="2403187" y="2160510"/>
                </a:lnTo>
                <a:lnTo>
                  <a:pt x="2411466" y="2166080"/>
                </a:lnTo>
                <a:lnTo>
                  <a:pt x="2421610" y="2168123"/>
                </a:lnTo>
                <a:lnTo>
                  <a:pt x="2431727" y="2166080"/>
                </a:lnTo>
                <a:lnTo>
                  <a:pt x="2439993" y="2160510"/>
                </a:lnTo>
                <a:lnTo>
                  <a:pt x="2445568" y="2152250"/>
                </a:lnTo>
                <a:lnTo>
                  <a:pt x="2447613" y="2142139"/>
                </a:lnTo>
                <a:lnTo>
                  <a:pt x="2445568" y="2132028"/>
                </a:lnTo>
                <a:lnTo>
                  <a:pt x="2439993" y="2123768"/>
                </a:lnTo>
                <a:lnTo>
                  <a:pt x="2431727" y="2118198"/>
                </a:lnTo>
                <a:lnTo>
                  <a:pt x="2421610" y="2116155"/>
                </a:lnTo>
                <a:close/>
              </a:path>
              <a:path extrusionOk="0" h="2468879" w="4523105">
                <a:moveTo>
                  <a:pt x="2724202" y="2112795"/>
                </a:moveTo>
                <a:lnTo>
                  <a:pt x="2712760" y="2115100"/>
                </a:lnTo>
                <a:lnTo>
                  <a:pt x="2703423" y="2121389"/>
                </a:lnTo>
                <a:lnTo>
                  <a:pt x="2697131" y="2130716"/>
                </a:lnTo>
                <a:lnTo>
                  <a:pt x="2694825" y="2142139"/>
                </a:lnTo>
                <a:lnTo>
                  <a:pt x="2697131" y="2153562"/>
                </a:lnTo>
                <a:lnTo>
                  <a:pt x="2703423" y="2162889"/>
                </a:lnTo>
                <a:lnTo>
                  <a:pt x="2712760" y="2169178"/>
                </a:lnTo>
                <a:lnTo>
                  <a:pt x="2724202" y="2171483"/>
                </a:lnTo>
                <a:lnTo>
                  <a:pt x="2735618" y="2169178"/>
                </a:lnTo>
                <a:lnTo>
                  <a:pt x="2744942" y="2162889"/>
                </a:lnTo>
                <a:lnTo>
                  <a:pt x="2751229" y="2153562"/>
                </a:lnTo>
                <a:lnTo>
                  <a:pt x="2753535" y="2142139"/>
                </a:lnTo>
                <a:lnTo>
                  <a:pt x="2751229" y="2130716"/>
                </a:lnTo>
                <a:lnTo>
                  <a:pt x="2744942" y="2121389"/>
                </a:lnTo>
                <a:lnTo>
                  <a:pt x="2735618" y="2115100"/>
                </a:lnTo>
                <a:lnTo>
                  <a:pt x="2724202" y="2112795"/>
                </a:lnTo>
                <a:close/>
              </a:path>
              <a:path extrusionOk="0" h="2468879" w="4523105">
                <a:moveTo>
                  <a:pt x="3026795" y="2109434"/>
                </a:moveTo>
                <a:lnTo>
                  <a:pt x="3014047" y="2112006"/>
                </a:lnTo>
                <a:lnTo>
                  <a:pt x="3003637" y="2119016"/>
                </a:lnTo>
                <a:lnTo>
                  <a:pt x="2996617" y="2129412"/>
                </a:lnTo>
                <a:lnTo>
                  <a:pt x="2994043" y="2142139"/>
                </a:lnTo>
                <a:lnTo>
                  <a:pt x="2996617" y="2154866"/>
                </a:lnTo>
                <a:lnTo>
                  <a:pt x="3003637" y="2165262"/>
                </a:lnTo>
                <a:lnTo>
                  <a:pt x="3014048" y="2172272"/>
                </a:lnTo>
                <a:lnTo>
                  <a:pt x="3026795" y="2174844"/>
                </a:lnTo>
                <a:lnTo>
                  <a:pt x="3039516" y="2172272"/>
                </a:lnTo>
                <a:lnTo>
                  <a:pt x="3049913" y="2165262"/>
                </a:lnTo>
                <a:lnTo>
                  <a:pt x="3056928" y="2154866"/>
                </a:lnTo>
                <a:lnTo>
                  <a:pt x="3059501" y="2142139"/>
                </a:lnTo>
                <a:lnTo>
                  <a:pt x="3056928" y="2129412"/>
                </a:lnTo>
                <a:lnTo>
                  <a:pt x="3049913" y="2119016"/>
                </a:lnTo>
                <a:lnTo>
                  <a:pt x="3039516" y="2112006"/>
                </a:lnTo>
                <a:lnTo>
                  <a:pt x="3026795" y="2109434"/>
                </a:lnTo>
                <a:close/>
              </a:path>
              <a:path extrusionOk="0" h="2468879" w="4523105">
                <a:moveTo>
                  <a:pt x="3329387" y="2106950"/>
                </a:moveTo>
                <a:lnTo>
                  <a:pt x="3315658" y="2109718"/>
                </a:lnTo>
                <a:lnTo>
                  <a:pt x="3304447" y="2117266"/>
                </a:lnTo>
                <a:lnTo>
                  <a:pt x="3296888" y="2128457"/>
                </a:lnTo>
                <a:lnTo>
                  <a:pt x="3294116" y="2142157"/>
                </a:lnTo>
                <a:lnTo>
                  <a:pt x="3296888" y="2155856"/>
                </a:lnTo>
                <a:lnTo>
                  <a:pt x="3304447" y="2167046"/>
                </a:lnTo>
                <a:lnTo>
                  <a:pt x="3315658" y="2174592"/>
                </a:lnTo>
                <a:lnTo>
                  <a:pt x="3329387" y="2177359"/>
                </a:lnTo>
                <a:lnTo>
                  <a:pt x="3343090" y="2174592"/>
                </a:lnTo>
                <a:lnTo>
                  <a:pt x="3354288" y="2167046"/>
                </a:lnTo>
                <a:lnTo>
                  <a:pt x="3361842" y="2155856"/>
                </a:lnTo>
                <a:lnTo>
                  <a:pt x="3364613" y="2142157"/>
                </a:lnTo>
                <a:lnTo>
                  <a:pt x="3361842" y="2128457"/>
                </a:lnTo>
                <a:lnTo>
                  <a:pt x="3354288" y="2117266"/>
                </a:lnTo>
                <a:lnTo>
                  <a:pt x="3343090" y="2109718"/>
                </a:lnTo>
                <a:lnTo>
                  <a:pt x="3329387" y="2106950"/>
                </a:lnTo>
                <a:close/>
              </a:path>
              <a:path extrusionOk="0" h="2468879" w="4523105">
                <a:moveTo>
                  <a:pt x="3631935" y="2104430"/>
                </a:moveTo>
                <a:lnTo>
                  <a:pt x="3617250" y="2107395"/>
                </a:lnTo>
                <a:lnTo>
                  <a:pt x="3605251" y="2115482"/>
                </a:lnTo>
                <a:lnTo>
                  <a:pt x="3597158" y="2127474"/>
                </a:lnTo>
                <a:lnTo>
                  <a:pt x="3594189" y="2142157"/>
                </a:lnTo>
                <a:lnTo>
                  <a:pt x="3597158" y="2156837"/>
                </a:lnTo>
                <a:lnTo>
                  <a:pt x="3605251" y="2168828"/>
                </a:lnTo>
                <a:lnTo>
                  <a:pt x="3617250" y="2176914"/>
                </a:lnTo>
                <a:lnTo>
                  <a:pt x="3631935" y="2179880"/>
                </a:lnTo>
                <a:lnTo>
                  <a:pt x="3646646" y="2176914"/>
                </a:lnTo>
                <a:lnTo>
                  <a:pt x="3658658" y="2168828"/>
                </a:lnTo>
                <a:lnTo>
                  <a:pt x="3666756" y="2156837"/>
                </a:lnTo>
                <a:lnTo>
                  <a:pt x="3669725" y="2142157"/>
                </a:lnTo>
                <a:lnTo>
                  <a:pt x="3666756" y="2127474"/>
                </a:lnTo>
                <a:lnTo>
                  <a:pt x="3658658" y="2115482"/>
                </a:lnTo>
                <a:lnTo>
                  <a:pt x="3646646" y="2107395"/>
                </a:lnTo>
                <a:lnTo>
                  <a:pt x="3631935" y="2104430"/>
                </a:lnTo>
                <a:close/>
              </a:path>
              <a:path extrusionOk="0" h="2468879" w="4523105">
                <a:moveTo>
                  <a:pt x="3934527" y="2101070"/>
                </a:moveTo>
                <a:lnTo>
                  <a:pt x="3918544" y="2104298"/>
                </a:lnTo>
                <a:lnTo>
                  <a:pt x="3905487" y="2113102"/>
                </a:lnTo>
                <a:lnTo>
                  <a:pt x="3896682" y="2126162"/>
                </a:lnTo>
                <a:lnTo>
                  <a:pt x="3893453" y="2142157"/>
                </a:lnTo>
                <a:lnTo>
                  <a:pt x="3896682" y="2158149"/>
                </a:lnTo>
                <a:lnTo>
                  <a:pt x="3905487" y="2171208"/>
                </a:lnTo>
                <a:lnTo>
                  <a:pt x="3918544" y="2180012"/>
                </a:lnTo>
                <a:lnTo>
                  <a:pt x="3934527" y="2183240"/>
                </a:lnTo>
                <a:lnTo>
                  <a:pt x="3950544" y="2180012"/>
                </a:lnTo>
                <a:lnTo>
                  <a:pt x="3963629" y="2171208"/>
                </a:lnTo>
                <a:lnTo>
                  <a:pt x="3972455" y="2158149"/>
                </a:lnTo>
                <a:lnTo>
                  <a:pt x="3975692" y="2142157"/>
                </a:lnTo>
                <a:lnTo>
                  <a:pt x="3972455" y="2126162"/>
                </a:lnTo>
                <a:lnTo>
                  <a:pt x="3963629" y="2113102"/>
                </a:lnTo>
                <a:lnTo>
                  <a:pt x="3950544" y="2104298"/>
                </a:lnTo>
                <a:lnTo>
                  <a:pt x="3934527" y="2101070"/>
                </a:lnTo>
                <a:close/>
              </a:path>
              <a:path extrusionOk="0" h="2468879" w="4523105">
                <a:moveTo>
                  <a:pt x="4237120" y="2098585"/>
                </a:moveTo>
                <a:lnTo>
                  <a:pt x="4220154" y="2102011"/>
                </a:lnTo>
                <a:lnTo>
                  <a:pt x="4206297" y="2111352"/>
                </a:lnTo>
                <a:lnTo>
                  <a:pt x="4196953" y="2125206"/>
                </a:lnTo>
                <a:lnTo>
                  <a:pt x="4193526" y="2142170"/>
                </a:lnTo>
                <a:lnTo>
                  <a:pt x="4196953" y="2159136"/>
                </a:lnTo>
                <a:lnTo>
                  <a:pt x="4206297" y="2172992"/>
                </a:lnTo>
                <a:lnTo>
                  <a:pt x="4220154" y="2182334"/>
                </a:lnTo>
                <a:lnTo>
                  <a:pt x="4237120" y="2185760"/>
                </a:lnTo>
                <a:lnTo>
                  <a:pt x="4254111" y="2182334"/>
                </a:lnTo>
                <a:lnTo>
                  <a:pt x="4267982" y="2172992"/>
                </a:lnTo>
                <a:lnTo>
                  <a:pt x="4277331" y="2159136"/>
                </a:lnTo>
                <a:lnTo>
                  <a:pt x="4280759" y="2142170"/>
                </a:lnTo>
                <a:lnTo>
                  <a:pt x="4277331" y="2125206"/>
                </a:lnTo>
                <a:lnTo>
                  <a:pt x="4267982" y="2111352"/>
                </a:lnTo>
                <a:lnTo>
                  <a:pt x="4254111" y="2102011"/>
                </a:lnTo>
                <a:lnTo>
                  <a:pt x="4237120" y="2098585"/>
                </a:lnTo>
                <a:close/>
              </a:path>
              <a:path extrusionOk="0" h="2468879" w="4523105">
                <a:moveTo>
                  <a:pt x="4522590" y="2099522"/>
                </a:moveTo>
                <a:lnTo>
                  <a:pt x="4521765" y="2099689"/>
                </a:lnTo>
                <a:lnTo>
                  <a:pt x="4507107" y="2109571"/>
                </a:lnTo>
                <a:lnTo>
                  <a:pt x="4497223" y="2124226"/>
                </a:lnTo>
                <a:lnTo>
                  <a:pt x="4493599" y="2142170"/>
                </a:lnTo>
                <a:lnTo>
                  <a:pt x="4497223" y="2160119"/>
                </a:lnTo>
                <a:lnTo>
                  <a:pt x="4507107" y="2174776"/>
                </a:lnTo>
                <a:lnTo>
                  <a:pt x="4521765" y="2184657"/>
                </a:lnTo>
                <a:lnTo>
                  <a:pt x="4522590" y="2184824"/>
                </a:lnTo>
                <a:lnTo>
                  <a:pt x="4522590" y="2099522"/>
                </a:lnTo>
                <a:close/>
              </a:path>
              <a:path extrusionOk="0" h="2468879" w="4523105">
                <a:moveTo>
                  <a:pt x="1212050" y="2444043"/>
                </a:moveTo>
                <a:lnTo>
                  <a:pt x="1210385" y="2444043"/>
                </a:lnTo>
                <a:lnTo>
                  <a:pt x="1210385" y="2444983"/>
                </a:lnTo>
                <a:lnTo>
                  <a:pt x="1212050" y="2444983"/>
                </a:lnTo>
                <a:lnTo>
                  <a:pt x="1212050" y="2444043"/>
                </a:lnTo>
                <a:close/>
              </a:path>
              <a:path extrusionOk="0" h="2468879" w="4523105">
                <a:moveTo>
                  <a:pt x="1515677" y="2441152"/>
                </a:moveTo>
                <a:lnTo>
                  <a:pt x="1511943" y="2441152"/>
                </a:lnTo>
                <a:lnTo>
                  <a:pt x="1510458" y="2442648"/>
                </a:lnTo>
                <a:lnTo>
                  <a:pt x="1510458" y="2446378"/>
                </a:lnTo>
                <a:lnTo>
                  <a:pt x="1511943" y="2447871"/>
                </a:lnTo>
                <a:lnTo>
                  <a:pt x="1515677" y="2447871"/>
                </a:lnTo>
                <a:lnTo>
                  <a:pt x="1517161" y="2446378"/>
                </a:lnTo>
                <a:lnTo>
                  <a:pt x="1517161" y="2442648"/>
                </a:lnTo>
                <a:lnTo>
                  <a:pt x="1515677" y="2441152"/>
                </a:lnTo>
                <a:close/>
              </a:path>
              <a:path extrusionOk="0" h="2468879" w="4523105">
                <a:moveTo>
                  <a:pt x="1820564" y="2436988"/>
                </a:moveTo>
                <a:lnTo>
                  <a:pt x="1812241" y="2436988"/>
                </a:lnTo>
                <a:lnTo>
                  <a:pt x="1808867" y="2440364"/>
                </a:lnTo>
                <a:lnTo>
                  <a:pt x="1808867" y="2448696"/>
                </a:lnTo>
                <a:lnTo>
                  <a:pt x="1812241" y="2452072"/>
                </a:lnTo>
                <a:lnTo>
                  <a:pt x="1820564" y="2452072"/>
                </a:lnTo>
                <a:lnTo>
                  <a:pt x="1823938" y="2448696"/>
                </a:lnTo>
                <a:lnTo>
                  <a:pt x="1823938" y="2440364"/>
                </a:lnTo>
                <a:lnTo>
                  <a:pt x="1820564" y="2436988"/>
                </a:lnTo>
                <a:close/>
              </a:path>
              <a:path extrusionOk="0" h="2468879" w="4523105">
                <a:moveTo>
                  <a:pt x="2125001" y="2433629"/>
                </a:moveTo>
                <a:lnTo>
                  <a:pt x="2112989" y="2433629"/>
                </a:lnTo>
                <a:lnTo>
                  <a:pt x="2108085" y="2438517"/>
                </a:lnTo>
                <a:lnTo>
                  <a:pt x="2108085" y="2450543"/>
                </a:lnTo>
                <a:lnTo>
                  <a:pt x="2112989" y="2455431"/>
                </a:lnTo>
                <a:lnTo>
                  <a:pt x="2125001" y="2455431"/>
                </a:lnTo>
                <a:lnTo>
                  <a:pt x="2129905" y="2450543"/>
                </a:lnTo>
                <a:lnTo>
                  <a:pt x="2129905" y="2438517"/>
                </a:lnTo>
                <a:lnTo>
                  <a:pt x="2125001" y="2433629"/>
                </a:lnTo>
                <a:close/>
              </a:path>
              <a:path extrusionOk="0" h="2468879" w="4523105">
                <a:moveTo>
                  <a:pt x="2429933" y="2429464"/>
                </a:moveTo>
                <a:lnTo>
                  <a:pt x="2413242" y="2429464"/>
                </a:lnTo>
                <a:lnTo>
                  <a:pt x="2406494" y="2436213"/>
                </a:lnTo>
                <a:lnTo>
                  <a:pt x="2406494" y="2452878"/>
                </a:lnTo>
                <a:lnTo>
                  <a:pt x="2413242" y="2459629"/>
                </a:lnTo>
                <a:lnTo>
                  <a:pt x="2429933" y="2459629"/>
                </a:lnTo>
                <a:lnTo>
                  <a:pt x="2436681" y="2452878"/>
                </a:lnTo>
                <a:lnTo>
                  <a:pt x="2436681" y="2436213"/>
                </a:lnTo>
                <a:lnTo>
                  <a:pt x="2429933" y="2429464"/>
                </a:lnTo>
                <a:close/>
              </a:path>
              <a:path extrusionOk="0" h="2468879" w="4523105">
                <a:moveTo>
                  <a:pt x="2733920" y="2426944"/>
                </a:moveTo>
                <a:lnTo>
                  <a:pt x="2714440" y="2426944"/>
                </a:lnTo>
                <a:lnTo>
                  <a:pt x="2706567" y="2434821"/>
                </a:lnTo>
                <a:lnTo>
                  <a:pt x="2706567" y="2454272"/>
                </a:lnTo>
                <a:lnTo>
                  <a:pt x="2714440" y="2462150"/>
                </a:lnTo>
                <a:lnTo>
                  <a:pt x="2733920" y="2462150"/>
                </a:lnTo>
                <a:lnTo>
                  <a:pt x="2741793" y="2454272"/>
                </a:lnTo>
                <a:lnTo>
                  <a:pt x="2741793" y="2434821"/>
                </a:lnTo>
                <a:lnTo>
                  <a:pt x="2733920" y="2426944"/>
                </a:lnTo>
                <a:close/>
              </a:path>
              <a:path extrusionOk="0" h="2468879" w="4523105">
                <a:moveTo>
                  <a:pt x="3026795" y="2423587"/>
                </a:moveTo>
                <a:lnTo>
                  <a:pt x="3018615" y="2425234"/>
                </a:lnTo>
                <a:lnTo>
                  <a:pt x="3011937" y="2429726"/>
                </a:lnTo>
                <a:lnTo>
                  <a:pt x="3007436" y="2436388"/>
                </a:lnTo>
                <a:lnTo>
                  <a:pt x="3005785" y="2444545"/>
                </a:lnTo>
                <a:lnTo>
                  <a:pt x="3007436" y="2452703"/>
                </a:lnTo>
                <a:lnTo>
                  <a:pt x="3011937" y="2459367"/>
                </a:lnTo>
                <a:lnTo>
                  <a:pt x="3018615" y="2463861"/>
                </a:lnTo>
                <a:lnTo>
                  <a:pt x="3026795" y="2465509"/>
                </a:lnTo>
                <a:lnTo>
                  <a:pt x="3034948" y="2463861"/>
                </a:lnTo>
                <a:lnTo>
                  <a:pt x="3041613" y="2459367"/>
                </a:lnTo>
                <a:lnTo>
                  <a:pt x="3046110" y="2452703"/>
                </a:lnTo>
                <a:lnTo>
                  <a:pt x="3047760" y="2444545"/>
                </a:lnTo>
                <a:lnTo>
                  <a:pt x="3046110" y="2436388"/>
                </a:lnTo>
                <a:lnTo>
                  <a:pt x="3041613" y="2429726"/>
                </a:lnTo>
                <a:lnTo>
                  <a:pt x="3034948" y="2425234"/>
                </a:lnTo>
                <a:lnTo>
                  <a:pt x="3026795" y="2423587"/>
                </a:lnTo>
                <a:close/>
              </a:path>
              <a:path extrusionOk="0" h="2468879" w="4523105">
                <a:moveTo>
                  <a:pt x="3329387" y="2421902"/>
                </a:moveTo>
                <a:lnTo>
                  <a:pt x="3320549" y="2423680"/>
                </a:lnTo>
                <a:lnTo>
                  <a:pt x="3313343" y="2428531"/>
                </a:lnTo>
                <a:lnTo>
                  <a:pt x="3308491" y="2435728"/>
                </a:lnTo>
                <a:lnTo>
                  <a:pt x="3306713" y="2444545"/>
                </a:lnTo>
                <a:lnTo>
                  <a:pt x="3308491" y="2453362"/>
                </a:lnTo>
                <a:lnTo>
                  <a:pt x="3313343" y="2460558"/>
                </a:lnTo>
                <a:lnTo>
                  <a:pt x="3320549" y="2465409"/>
                </a:lnTo>
                <a:lnTo>
                  <a:pt x="3329387" y="2467187"/>
                </a:lnTo>
                <a:lnTo>
                  <a:pt x="3338200" y="2465409"/>
                </a:lnTo>
                <a:lnTo>
                  <a:pt x="3345392" y="2460558"/>
                </a:lnTo>
                <a:lnTo>
                  <a:pt x="3350240" y="2453362"/>
                </a:lnTo>
                <a:lnTo>
                  <a:pt x="3352017" y="2444545"/>
                </a:lnTo>
                <a:lnTo>
                  <a:pt x="3350240" y="2435728"/>
                </a:lnTo>
                <a:lnTo>
                  <a:pt x="3345392" y="2428531"/>
                </a:lnTo>
                <a:lnTo>
                  <a:pt x="3338200" y="2423680"/>
                </a:lnTo>
                <a:lnTo>
                  <a:pt x="3329387" y="2421902"/>
                </a:lnTo>
                <a:close/>
              </a:path>
              <a:path extrusionOk="0" h="2468879" w="4523105">
                <a:moveTo>
                  <a:pt x="3631935" y="2421902"/>
                </a:moveTo>
                <a:lnTo>
                  <a:pt x="3623123" y="2423680"/>
                </a:lnTo>
                <a:lnTo>
                  <a:pt x="3615930" y="2428531"/>
                </a:lnTo>
                <a:lnTo>
                  <a:pt x="3611083" y="2435728"/>
                </a:lnTo>
                <a:lnTo>
                  <a:pt x="3609306" y="2444545"/>
                </a:lnTo>
                <a:lnTo>
                  <a:pt x="3611083" y="2453362"/>
                </a:lnTo>
                <a:lnTo>
                  <a:pt x="3615930" y="2460558"/>
                </a:lnTo>
                <a:lnTo>
                  <a:pt x="3623123" y="2465409"/>
                </a:lnTo>
                <a:lnTo>
                  <a:pt x="3631935" y="2467187"/>
                </a:lnTo>
                <a:lnTo>
                  <a:pt x="3640773" y="2465409"/>
                </a:lnTo>
                <a:lnTo>
                  <a:pt x="3647979" y="2460558"/>
                </a:lnTo>
                <a:lnTo>
                  <a:pt x="3652831" y="2453362"/>
                </a:lnTo>
                <a:lnTo>
                  <a:pt x="3654609" y="2444545"/>
                </a:lnTo>
                <a:lnTo>
                  <a:pt x="3652831" y="2435728"/>
                </a:lnTo>
                <a:lnTo>
                  <a:pt x="3647979" y="2428531"/>
                </a:lnTo>
                <a:lnTo>
                  <a:pt x="3640773" y="2423680"/>
                </a:lnTo>
                <a:lnTo>
                  <a:pt x="3631935" y="2421902"/>
                </a:lnTo>
                <a:close/>
              </a:path>
              <a:path extrusionOk="0" h="2468879" w="4523105">
                <a:moveTo>
                  <a:pt x="3934527" y="2420258"/>
                </a:moveTo>
                <a:lnTo>
                  <a:pt x="3925076" y="2422168"/>
                </a:lnTo>
                <a:lnTo>
                  <a:pt x="3917353" y="2427377"/>
                </a:lnTo>
                <a:lnTo>
                  <a:pt x="3912144" y="2435103"/>
                </a:lnTo>
                <a:lnTo>
                  <a:pt x="3910234" y="2444562"/>
                </a:lnTo>
                <a:lnTo>
                  <a:pt x="3912144" y="2454021"/>
                </a:lnTo>
                <a:lnTo>
                  <a:pt x="3917353" y="2461747"/>
                </a:lnTo>
                <a:lnTo>
                  <a:pt x="3925076" y="2466957"/>
                </a:lnTo>
                <a:lnTo>
                  <a:pt x="3934527" y="2468868"/>
                </a:lnTo>
                <a:lnTo>
                  <a:pt x="3944005" y="2466957"/>
                </a:lnTo>
                <a:lnTo>
                  <a:pt x="3951741" y="2461747"/>
                </a:lnTo>
                <a:lnTo>
                  <a:pt x="3956955" y="2454021"/>
                </a:lnTo>
                <a:lnTo>
                  <a:pt x="3958866" y="2444562"/>
                </a:lnTo>
                <a:lnTo>
                  <a:pt x="3956955" y="2435103"/>
                </a:lnTo>
                <a:lnTo>
                  <a:pt x="3951741" y="2427377"/>
                </a:lnTo>
                <a:lnTo>
                  <a:pt x="3944005" y="2422168"/>
                </a:lnTo>
                <a:lnTo>
                  <a:pt x="3934527" y="2420258"/>
                </a:lnTo>
                <a:close/>
              </a:path>
              <a:path extrusionOk="0" h="2468879" w="4523105">
                <a:moveTo>
                  <a:pt x="4237120" y="2421902"/>
                </a:moveTo>
                <a:lnTo>
                  <a:pt x="4228308" y="2423680"/>
                </a:lnTo>
                <a:lnTo>
                  <a:pt x="4221115" y="2428531"/>
                </a:lnTo>
                <a:lnTo>
                  <a:pt x="4216268" y="2435728"/>
                </a:lnTo>
                <a:lnTo>
                  <a:pt x="4214491" y="2444545"/>
                </a:lnTo>
                <a:lnTo>
                  <a:pt x="4216268" y="2453362"/>
                </a:lnTo>
                <a:lnTo>
                  <a:pt x="4221115" y="2460558"/>
                </a:lnTo>
                <a:lnTo>
                  <a:pt x="4228308" y="2465409"/>
                </a:lnTo>
                <a:lnTo>
                  <a:pt x="4237120" y="2467187"/>
                </a:lnTo>
                <a:lnTo>
                  <a:pt x="4245958" y="2465409"/>
                </a:lnTo>
                <a:lnTo>
                  <a:pt x="4253164" y="2460558"/>
                </a:lnTo>
                <a:lnTo>
                  <a:pt x="4258016" y="2453362"/>
                </a:lnTo>
                <a:lnTo>
                  <a:pt x="4259794" y="2444545"/>
                </a:lnTo>
                <a:lnTo>
                  <a:pt x="4258016" y="2435728"/>
                </a:lnTo>
                <a:lnTo>
                  <a:pt x="4253164" y="2428531"/>
                </a:lnTo>
                <a:lnTo>
                  <a:pt x="4245958" y="2423680"/>
                </a:lnTo>
                <a:lnTo>
                  <a:pt x="4237120" y="2421902"/>
                </a:lnTo>
                <a:close/>
              </a:path>
              <a:path extrusionOk="0" h="2468879" w="4523105">
                <a:moveTo>
                  <a:pt x="4522590" y="2434634"/>
                </a:moveTo>
                <a:lnTo>
                  <a:pt x="4521188" y="2436710"/>
                </a:lnTo>
                <a:lnTo>
                  <a:pt x="4519603" y="2444545"/>
                </a:lnTo>
                <a:lnTo>
                  <a:pt x="4521188" y="2452380"/>
                </a:lnTo>
                <a:lnTo>
                  <a:pt x="4522590" y="2454457"/>
                </a:lnTo>
                <a:lnTo>
                  <a:pt x="4522590" y="2434634"/>
                </a:lnTo>
                <a:close/>
              </a:path>
            </a:pathLst>
          </a:custGeom>
          <a:solidFill>
            <a:srgbClr val="E9C6C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1" name="Google Shape;31;p22"/>
          <p:cNvSpPr/>
          <p:nvPr/>
        </p:nvSpPr>
        <p:spPr>
          <a:xfrm>
            <a:off x="11563350" y="9458325"/>
            <a:ext cx="6724650" cy="18415"/>
          </a:xfrm>
          <a:custGeom>
            <a:rect b="b" l="l" r="r" t="t"/>
            <a:pathLst>
              <a:path extrusionOk="0" h="18415" w="6724650">
                <a:moveTo>
                  <a:pt x="0" y="0"/>
                </a:moveTo>
                <a:lnTo>
                  <a:pt x="6724650" y="18028"/>
                </a:lnTo>
              </a:path>
            </a:pathLst>
          </a:custGeom>
          <a:noFill/>
          <a:ln cap="flat" cmpd="sng" w="114300">
            <a:solidFill>
              <a:srgbClr val="9FC3D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2" name="Google Shape;32;p22"/>
          <p:cNvSpPr txBox="1"/>
          <p:nvPr>
            <p:ph type="title"/>
          </p:nvPr>
        </p:nvSpPr>
        <p:spPr>
          <a:xfrm>
            <a:off x="2434589" y="22034"/>
            <a:ext cx="13001625" cy="305689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6900">
                <a:solidFill>
                  <a:srgbClr val="131416"/>
                </a:solidFill>
                <a:latin typeface="Impact"/>
                <a:ea typeface="Impact"/>
                <a:cs typeface="Impact"/>
                <a:sym typeface="Impac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2"/>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22"/>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2"/>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solidFill>
          <a:schemeClr val="lt1"/>
        </a:solidFill>
      </p:bgPr>
    </p:bg>
    <p:spTree>
      <p:nvGrpSpPr>
        <p:cNvPr id="36" name="Shape 36"/>
        <p:cNvGrpSpPr/>
        <p:nvPr/>
      </p:nvGrpSpPr>
      <p:grpSpPr>
        <a:xfrm>
          <a:off x="0" y="0"/>
          <a:ext cx="0" cy="0"/>
          <a:chOff x="0" y="0"/>
          <a:chExt cx="0" cy="0"/>
        </a:xfrm>
      </p:grpSpPr>
      <p:sp>
        <p:nvSpPr>
          <p:cNvPr id="37" name="Google Shape;37;p23"/>
          <p:cNvSpPr txBox="1"/>
          <p:nvPr>
            <p:ph type="ctrTitle"/>
          </p:nvPr>
        </p:nvSpPr>
        <p:spPr>
          <a:xfrm>
            <a:off x="2402314" y="2132811"/>
            <a:ext cx="12513944" cy="9550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6900">
                <a:solidFill>
                  <a:srgbClr val="131416"/>
                </a:solidFill>
                <a:latin typeface="Impact"/>
                <a:ea typeface="Impact"/>
                <a:cs typeface="Impact"/>
                <a:sym typeface="Impac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3"/>
          <p:cNvSpPr txBox="1"/>
          <p:nvPr>
            <p:ph idx="1" type="subTitle"/>
          </p:nvPr>
        </p:nvSpPr>
        <p:spPr>
          <a:xfrm>
            <a:off x="2743200" y="5760720"/>
            <a:ext cx="12801600" cy="25717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150">
                <a:solidFill>
                  <a:srgbClr val="131416"/>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3"/>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23"/>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23"/>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42" name="Shape 42"/>
        <p:cNvGrpSpPr/>
        <p:nvPr/>
      </p:nvGrpSpPr>
      <p:grpSpPr>
        <a:xfrm>
          <a:off x="0" y="0"/>
          <a:ext cx="0" cy="0"/>
          <a:chOff x="0" y="0"/>
          <a:chExt cx="0" cy="0"/>
        </a:xfrm>
      </p:grpSpPr>
      <p:sp>
        <p:nvSpPr>
          <p:cNvPr id="43" name="Google Shape;43;p24"/>
          <p:cNvSpPr txBox="1"/>
          <p:nvPr>
            <p:ph type="title"/>
          </p:nvPr>
        </p:nvSpPr>
        <p:spPr>
          <a:xfrm>
            <a:off x="2434589" y="22034"/>
            <a:ext cx="13001625" cy="305689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6900">
                <a:solidFill>
                  <a:srgbClr val="131416"/>
                </a:solidFill>
                <a:latin typeface="Impact"/>
                <a:ea typeface="Impact"/>
                <a:cs typeface="Impact"/>
                <a:sym typeface="Impac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24"/>
          <p:cNvSpPr txBox="1"/>
          <p:nvPr>
            <p:ph idx="1" type="body"/>
          </p:nvPr>
        </p:nvSpPr>
        <p:spPr>
          <a:xfrm>
            <a:off x="914400" y="2366010"/>
            <a:ext cx="7955280" cy="678942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5" name="Google Shape;45;p24"/>
          <p:cNvSpPr txBox="1"/>
          <p:nvPr>
            <p:ph idx="2" type="body"/>
          </p:nvPr>
        </p:nvSpPr>
        <p:spPr>
          <a:xfrm>
            <a:off x="9418320" y="2366010"/>
            <a:ext cx="7955280" cy="678942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6" name="Google Shape;46;p24"/>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4"/>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24"/>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9"/>
          <p:cNvSpPr/>
          <p:nvPr/>
        </p:nvSpPr>
        <p:spPr>
          <a:xfrm>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solidFill>
            <a:srgbClr val="F6F3E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 name="Google Shape;7;p19"/>
          <p:cNvSpPr txBox="1"/>
          <p:nvPr>
            <p:ph type="title"/>
          </p:nvPr>
        </p:nvSpPr>
        <p:spPr>
          <a:xfrm>
            <a:off x="2434589" y="22034"/>
            <a:ext cx="13001625" cy="305689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6900" u="none" cap="none" strike="noStrike">
                <a:solidFill>
                  <a:srgbClr val="131416"/>
                </a:solidFill>
                <a:latin typeface="Impact"/>
                <a:ea typeface="Impact"/>
                <a:cs typeface="Impact"/>
                <a:sym typeface="Impac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19"/>
          <p:cNvSpPr txBox="1"/>
          <p:nvPr>
            <p:ph idx="1" type="body"/>
          </p:nvPr>
        </p:nvSpPr>
        <p:spPr>
          <a:xfrm>
            <a:off x="2113894" y="3314591"/>
            <a:ext cx="14444980" cy="406019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1" i="0" sz="3150" u="none" cap="none" strike="noStrike">
                <a:solidFill>
                  <a:srgbClr val="131416"/>
                </a:solidFill>
                <a:latin typeface="Arial"/>
                <a:ea typeface="Arial"/>
                <a:cs typeface="Arial"/>
                <a:sym typeface="Arial"/>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9" name="Google Shape;9;p19"/>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19"/>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9"/>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s-GT"/>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jpg"/><Relationship Id="rId4" Type="http://schemas.openxmlformats.org/officeDocument/2006/relationships/image" Target="../media/image3.jpg"/><Relationship Id="rId5"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comments" Target="../comments/commen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2" name="Shape 52"/>
        <p:cNvGrpSpPr/>
        <p:nvPr/>
      </p:nvGrpSpPr>
      <p:grpSpPr>
        <a:xfrm>
          <a:off x="0" y="0"/>
          <a:ext cx="0" cy="0"/>
          <a:chOff x="0" y="0"/>
          <a:chExt cx="0" cy="0"/>
        </a:xfrm>
      </p:grpSpPr>
      <p:pic>
        <p:nvPicPr>
          <p:cNvPr id="53" name="Google Shape;53;p1"/>
          <p:cNvPicPr preferRelativeResize="0"/>
          <p:nvPr/>
        </p:nvPicPr>
        <p:blipFill rotWithShape="1">
          <a:blip r:embed="rId3">
            <a:alphaModFix/>
          </a:blip>
          <a:srcRect b="0" l="0" r="0" t="0"/>
          <a:stretch/>
        </p:blipFill>
        <p:spPr>
          <a:xfrm>
            <a:off x="12541309" y="0"/>
            <a:ext cx="5542906" cy="1650644"/>
          </a:xfrm>
          <a:prstGeom prst="rect">
            <a:avLst/>
          </a:prstGeom>
          <a:noFill/>
          <a:ln>
            <a:noFill/>
          </a:ln>
        </p:spPr>
      </p:pic>
      <p:sp>
        <p:nvSpPr>
          <p:cNvPr id="54" name="Google Shape;54;p1"/>
          <p:cNvSpPr txBox="1"/>
          <p:nvPr/>
        </p:nvSpPr>
        <p:spPr>
          <a:xfrm>
            <a:off x="1050599" y="6459050"/>
            <a:ext cx="9763200" cy="3577200"/>
          </a:xfrm>
          <a:prstGeom prst="rect">
            <a:avLst/>
          </a:prstGeom>
          <a:noFill/>
          <a:ln>
            <a:noFill/>
          </a:ln>
        </p:spPr>
        <p:txBody>
          <a:bodyPr anchorCtr="0" anchor="t" bIns="0" lIns="0" spcFirstLastPara="1" rIns="0" wrap="square" tIns="12700">
            <a:spAutoFit/>
          </a:bodyPr>
          <a:lstStyle/>
          <a:p>
            <a:pPr indent="-445769" lvl="0" marL="1456690" marR="1537335" rtl="0" algn="l">
              <a:lnSpc>
                <a:spcPct val="140000"/>
              </a:lnSpc>
              <a:spcBef>
                <a:spcPts val="0"/>
              </a:spcBef>
              <a:spcAft>
                <a:spcPts val="0"/>
              </a:spcAft>
              <a:buNone/>
            </a:pPr>
            <a:r>
              <a:rPr lang="es-GT" sz="5000">
                <a:solidFill>
                  <a:srgbClr val="131416"/>
                </a:solidFill>
                <a:latin typeface="Arial Black"/>
                <a:ea typeface="Arial Black"/>
                <a:cs typeface="Arial Black"/>
                <a:sym typeface="Arial Black"/>
              </a:rPr>
              <a:t>Programación Comercial I</a:t>
            </a:r>
            <a:endParaRPr sz="5000">
              <a:latin typeface="Arial Black"/>
              <a:ea typeface="Arial Black"/>
              <a:cs typeface="Arial Black"/>
              <a:sym typeface="Arial Black"/>
            </a:endParaRPr>
          </a:p>
          <a:p>
            <a:pPr indent="1270" lvl="0" marL="12700" marR="5080" rtl="0" algn="l">
              <a:lnSpc>
                <a:spcPct val="121500"/>
              </a:lnSpc>
              <a:spcBef>
                <a:spcPts val="204"/>
              </a:spcBef>
              <a:spcAft>
                <a:spcPts val="0"/>
              </a:spcAft>
              <a:buNone/>
            </a:pPr>
            <a:r>
              <a:rPr lang="es-GT" sz="2500">
                <a:solidFill>
                  <a:srgbClr val="131416"/>
                </a:solidFill>
                <a:latin typeface="Arial Black"/>
                <a:ea typeface="Arial Black"/>
                <a:cs typeface="Arial Black"/>
                <a:sym typeface="Arial Black"/>
              </a:rPr>
              <a:t>Escuela de Ingenieria de Ciencias Y Sistemas Facultad de Ingenieria</a:t>
            </a:r>
            <a:endParaRPr sz="2500">
              <a:latin typeface="Arial Black"/>
              <a:ea typeface="Arial Black"/>
              <a:cs typeface="Arial Black"/>
              <a:sym typeface="Arial Black"/>
            </a:endParaRPr>
          </a:p>
          <a:p>
            <a:pPr indent="0" lvl="0" marL="33020" rtl="0" algn="l">
              <a:lnSpc>
                <a:spcPct val="100000"/>
              </a:lnSpc>
              <a:spcBef>
                <a:spcPts val="495"/>
              </a:spcBef>
              <a:spcAft>
                <a:spcPts val="0"/>
              </a:spcAft>
              <a:buNone/>
            </a:pPr>
            <a:r>
              <a:rPr lang="es-GT" sz="2500">
                <a:solidFill>
                  <a:srgbClr val="131416"/>
                </a:solidFill>
                <a:latin typeface="Arial Black"/>
                <a:ea typeface="Arial Black"/>
                <a:cs typeface="Arial Black"/>
                <a:sym typeface="Arial Black"/>
              </a:rPr>
              <a:t>Universidad de San Carlos de Guatemala</a:t>
            </a:r>
            <a:endParaRPr sz="2500">
              <a:latin typeface="Arial Black"/>
              <a:ea typeface="Arial Black"/>
              <a:cs typeface="Arial Black"/>
              <a:sym typeface="Arial Black"/>
            </a:endParaRPr>
          </a:p>
        </p:txBody>
      </p:sp>
      <p:sp>
        <p:nvSpPr>
          <p:cNvPr id="55" name="Google Shape;55;p1"/>
          <p:cNvSpPr txBox="1"/>
          <p:nvPr>
            <p:ph type="title"/>
          </p:nvPr>
        </p:nvSpPr>
        <p:spPr>
          <a:xfrm>
            <a:off x="3992764" y="3856213"/>
            <a:ext cx="9763125" cy="142748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9200">
                <a:latin typeface="Arial Black"/>
                <a:ea typeface="Arial Black"/>
                <a:cs typeface="Arial Black"/>
                <a:sym typeface="Arial Black"/>
              </a:rPr>
              <a:t>Microsoft Access</a:t>
            </a:r>
            <a:endParaRPr sz="9200">
              <a:latin typeface="Arial Black"/>
              <a:ea typeface="Arial Black"/>
              <a:cs typeface="Arial Black"/>
              <a:sym typeface="Arial Black"/>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9" name="Shape 59"/>
        <p:cNvGrpSpPr/>
        <p:nvPr/>
      </p:nvGrpSpPr>
      <p:grpSpPr>
        <a:xfrm>
          <a:off x="0" y="0"/>
          <a:ext cx="0" cy="0"/>
          <a:chOff x="0" y="0"/>
          <a:chExt cx="0" cy="0"/>
        </a:xfrm>
      </p:grpSpPr>
      <p:sp>
        <p:nvSpPr>
          <p:cNvPr id="60" name="Google Shape;60;p2"/>
          <p:cNvSpPr txBox="1"/>
          <p:nvPr/>
        </p:nvSpPr>
        <p:spPr>
          <a:xfrm>
            <a:off x="1611346" y="4672580"/>
            <a:ext cx="7913700" cy="874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2800"/>
              <a:t>APLICACIÓN DE</a:t>
            </a:r>
            <a:r>
              <a:rPr lang="es-GT" sz="2800">
                <a:latin typeface="Arial"/>
                <a:ea typeface="Arial"/>
                <a:cs typeface="Arial"/>
                <a:sym typeface="Arial"/>
              </a:rPr>
              <a:t> MODELO ENTIDAD RELACIÓN</a:t>
            </a:r>
            <a:endParaRPr sz="2800">
              <a:latin typeface="Arial"/>
              <a:ea typeface="Arial"/>
              <a:cs typeface="Arial"/>
              <a:sym typeface="Arial"/>
            </a:endParaRPr>
          </a:p>
        </p:txBody>
      </p:sp>
      <p:pic>
        <p:nvPicPr>
          <p:cNvPr id="61" name="Google Shape;61;p2"/>
          <p:cNvPicPr preferRelativeResize="0"/>
          <p:nvPr/>
        </p:nvPicPr>
        <p:blipFill rotWithShape="1">
          <a:blip r:embed="rId3">
            <a:alphaModFix/>
          </a:blip>
          <a:srcRect b="0" l="0" r="0" t="0"/>
          <a:stretch/>
        </p:blipFill>
        <p:spPr>
          <a:xfrm>
            <a:off x="878654" y="4740441"/>
            <a:ext cx="453358" cy="550093"/>
          </a:xfrm>
          <a:prstGeom prst="rect">
            <a:avLst/>
          </a:prstGeom>
          <a:noFill/>
          <a:ln>
            <a:noFill/>
          </a:ln>
        </p:spPr>
      </p:pic>
      <p:pic>
        <p:nvPicPr>
          <p:cNvPr id="62" name="Google Shape;62;p2"/>
          <p:cNvPicPr preferRelativeResize="0"/>
          <p:nvPr/>
        </p:nvPicPr>
        <p:blipFill rotWithShape="1">
          <a:blip r:embed="rId4">
            <a:alphaModFix/>
          </a:blip>
          <a:srcRect b="0" l="0" r="0" t="0"/>
          <a:stretch/>
        </p:blipFill>
        <p:spPr>
          <a:xfrm>
            <a:off x="651754" y="3429735"/>
            <a:ext cx="753891" cy="872926"/>
          </a:xfrm>
          <a:prstGeom prst="rect">
            <a:avLst/>
          </a:prstGeom>
          <a:noFill/>
          <a:ln>
            <a:noFill/>
          </a:ln>
        </p:spPr>
      </p:pic>
      <p:sp>
        <p:nvSpPr>
          <p:cNvPr id="63" name="Google Shape;63;p2"/>
          <p:cNvSpPr txBox="1"/>
          <p:nvPr/>
        </p:nvSpPr>
        <p:spPr>
          <a:xfrm>
            <a:off x="639050" y="402000"/>
            <a:ext cx="7278000" cy="36249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15000">
                <a:solidFill>
                  <a:srgbClr val="131416"/>
                </a:solidFill>
                <a:latin typeface="Arial"/>
                <a:ea typeface="Arial"/>
                <a:cs typeface="Arial"/>
                <a:sym typeface="Arial"/>
              </a:rPr>
              <a:t>Agenda</a:t>
            </a:r>
            <a:endParaRPr sz="15000">
              <a:latin typeface="Arial"/>
              <a:ea typeface="Arial"/>
              <a:cs typeface="Arial"/>
              <a:sym typeface="Arial"/>
            </a:endParaRPr>
          </a:p>
          <a:p>
            <a:pPr indent="0" lvl="0" marL="169545" rtl="0" algn="ctr">
              <a:lnSpc>
                <a:spcPct val="100000"/>
              </a:lnSpc>
              <a:spcBef>
                <a:spcPts val="6800"/>
              </a:spcBef>
              <a:spcAft>
                <a:spcPts val="0"/>
              </a:spcAft>
              <a:buNone/>
            </a:pPr>
            <a:r>
              <a:rPr lang="es-GT" sz="2800">
                <a:latin typeface="Arial"/>
                <a:ea typeface="Arial"/>
                <a:cs typeface="Arial"/>
                <a:sym typeface="Arial"/>
              </a:rPr>
              <a:t>RECORDATORIOS</a:t>
            </a:r>
            <a:endParaRPr sz="2800">
              <a:latin typeface="Arial"/>
              <a:ea typeface="Arial"/>
              <a:cs typeface="Arial"/>
              <a:sym typeface="Arial"/>
            </a:endParaRPr>
          </a:p>
        </p:txBody>
      </p:sp>
      <p:sp>
        <p:nvSpPr>
          <p:cNvPr id="64" name="Google Shape;64;p2"/>
          <p:cNvSpPr txBox="1"/>
          <p:nvPr>
            <p:ph type="title"/>
          </p:nvPr>
        </p:nvSpPr>
        <p:spPr>
          <a:xfrm>
            <a:off x="10093303" y="301875"/>
            <a:ext cx="8250600" cy="2321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15000">
                <a:latin typeface="Tahoma"/>
                <a:ea typeface="Tahoma"/>
                <a:cs typeface="Tahoma"/>
                <a:sym typeface="Tahoma"/>
              </a:rPr>
              <a:t>Recursos</a:t>
            </a:r>
            <a:endParaRPr sz="15000">
              <a:latin typeface="Tahoma"/>
              <a:ea typeface="Tahoma"/>
              <a:cs typeface="Tahoma"/>
              <a:sym typeface="Tahoma"/>
            </a:endParaRPr>
          </a:p>
        </p:txBody>
      </p:sp>
      <p:sp>
        <p:nvSpPr>
          <p:cNvPr id="65" name="Google Shape;65;p2"/>
          <p:cNvSpPr txBox="1"/>
          <p:nvPr/>
        </p:nvSpPr>
        <p:spPr>
          <a:xfrm>
            <a:off x="10515600" y="3412038"/>
            <a:ext cx="5780257" cy="47448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3000">
                <a:latin typeface="Arial"/>
                <a:ea typeface="Arial"/>
                <a:cs typeface="Arial"/>
                <a:sym typeface="Arial"/>
              </a:rPr>
              <a:t>https://youtu.be/ZXwEOJChkXQ</a:t>
            </a:r>
            <a:endParaRPr sz="3000">
              <a:latin typeface="Arial"/>
              <a:ea typeface="Arial"/>
              <a:cs typeface="Arial"/>
              <a:sym typeface="Arial"/>
            </a:endParaRPr>
          </a:p>
        </p:txBody>
      </p:sp>
      <p:sp>
        <p:nvSpPr>
          <p:cNvPr id="66" name="Google Shape;66;p2"/>
          <p:cNvSpPr txBox="1"/>
          <p:nvPr/>
        </p:nvSpPr>
        <p:spPr>
          <a:xfrm>
            <a:off x="10149365" y="4328216"/>
            <a:ext cx="6273800" cy="1210652"/>
          </a:xfrm>
          <a:prstGeom prst="rect">
            <a:avLst/>
          </a:prstGeom>
          <a:noFill/>
          <a:ln>
            <a:noFill/>
          </a:ln>
        </p:spPr>
        <p:txBody>
          <a:bodyPr anchorCtr="0" anchor="t" bIns="0" lIns="0" spcFirstLastPara="1" rIns="0" wrap="square" tIns="12700">
            <a:spAutoFit/>
          </a:bodyPr>
          <a:lstStyle/>
          <a:p>
            <a:pPr indent="79375" lvl="0" marL="12700" marR="5080" rtl="0" algn="l">
              <a:lnSpc>
                <a:spcPct val="148000"/>
              </a:lnSpc>
              <a:spcBef>
                <a:spcPts val="0"/>
              </a:spcBef>
              <a:spcAft>
                <a:spcPts val="0"/>
              </a:spcAft>
              <a:buNone/>
            </a:pPr>
            <a:r>
              <a:rPr lang="es-GT" sz="2800">
                <a:latin typeface="Arial"/>
                <a:ea typeface="Arial"/>
                <a:cs typeface="Arial"/>
                <a:sym typeface="Arial"/>
              </a:rPr>
              <a:t>https://create.kahoot.it/details/70ceba68-ce9d-48da-80e7-50ae64cf008f</a:t>
            </a:r>
            <a:endParaRPr sz="2800">
              <a:latin typeface="Arial"/>
              <a:ea typeface="Arial"/>
              <a:cs typeface="Arial"/>
              <a:sym typeface="Arial"/>
            </a:endParaRPr>
          </a:p>
        </p:txBody>
      </p:sp>
      <p:sp>
        <p:nvSpPr>
          <p:cNvPr id="67" name="Google Shape;67;p2"/>
          <p:cNvSpPr txBox="1"/>
          <p:nvPr/>
        </p:nvSpPr>
        <p:spPr>
          <a:xfrm>
            <a:off x="1637503" y="5684257"/>
            <a:ext cx="8250600" cy="2542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2800">
                <a:latin typeface="Arial"/>
                <a:ea typeface="Arial"/>
                <a:cs typeface="Arial"/>
                <a:sym typeface="Arial"/>
              </a:rPr>
              <a:t>EJEMPLOS COMPONENTES MODELO ENTIDAD RELACIÓN</a:t>
            </a:r>
            <a:endParaRPr sz="2800">
              <a:latin typeface="Arial"/>
              <a:ea typeface="Arial"/>
              <a:cs typeface="Arial"/>
              <a:sym typeface="Arial"/>
            </a:endParaRPr>
          </a:p>
          <a:p>
            <a:pPr indent="0" lvl="0" marL="63500" rtl="0" algn="l">
              <a:lnSpc>
                <a:spcPct val="100000"/>
              </a:lnSpc>
              <a:spcBef>
                <a:spcPts val="3140"/>
              </a:spcBef>
              <a:spcAft>
                <a:spcPts val="0"/>
              </a:spcAft>
              <a:buNone/>
            </a:pPr>
            <a:r>
              <a:rPr lang="es-GT" sz="2800">
                <a:latin typeface="Arial"/>
                <a:ea typeface="Arial"/>
                <a:cs typeface="Arial"/>
                <a:sym typeface="Arial"/>
              </a:rPr>
              <a:t>COMPOSICIÓN </a:t>
            </a:r>
            <a:r>
              <a:rPr lang="es-GT" sz="2800"/>
              <a:t>Y </a:t>
            </a:r>
            <a:r>
              <a:rPr lang="es-GT" sz="2800">
                <a:solidFill>
                  <a:schemeClr val="dk1"/>
                </a:solidFill>
              </a:rPr>
              <a:t>CARDINALIDAD</a:t>
            </a:r>
            <a:endParaRPr/>
          </a:p>
          <a:p>
            <a:pPr indent="0" lvl="0" marL="63500" rtl="0" algn="l">
              <a:lnSpc>
                <a:spcPct val="100000"/>
              </a:lnSpc>
              <a:spcBef>
                <a:spcPts val="3140"/>
              </a:spcBef>
              <a:spcAft>
                <a:spcPts val="0"/>
              </a:spcAft>
              <a:buNone/>
            </a:pPr>
            <a:r>
              <a:rPr lang="es-GT" sz="2800"/>
              <a:t>CONTROLES Y VALIDACIÓN DE FORMULARIOS</a:t>
            </a:r>
            <a:endParaRPr sz="2800">
              <a:latin typeface="Arial"/>
              <a:ea typeface="Arial"/>
              <a:cs typeface="Arial"/>
              <a:sym typeface="Arial"/>
            </a:endParaRPr>
          </a:p>
        </p:txBody>
      </p:sp>
      <p:pic>
        <p:nvPicPr>
          <p:cNvPr id="68" name="Google Shape;68;p2"/>
          <p:cNvPicPr preferRelativeResize="0"/>
          <p:nvPr/>
        </p:nvPicPr>
        <p:blipFill rotWithShape="1">
          <a:blip r:embed="rId3">
            <a:alphaModFix/>
          </a:blip>
          <a:srcRect b="0" l="0" r="0" t="0"/>
          <a:stretch/>
        </p:blipFill>
        <p:spPr>
          <a:xfrm>
            <a:off x="969695" y="5758101"/>
            <a:ext cx="453358" cy="550093"/>
          </a:xfrm>
          <a:prstGeom prst="rect">
            <a:avLst/>
          </a:prstGeom>
          <a:noFill/>
          <a:ln>
            <a:noFill/>
          </a:ln>
        </p:spPr>
      </p:pic>
      <p:pic>
        <p:nvPicPr>
          <p:cNvPr id="69" name="Google Shape;69;p2"/>
          <p:cNvPicPr preferRelativeResize="0"/>
          <p:nvPr/>
        </p:nvPicPr>
        <p:blipFill rotWithShape="1">
          <a:blip r:embed="rId3">
            <a:alphaModFix/>
          </a:blip>
          <a:srcRect b="0" l="0" r="0" t="0"/>
          <a:stretch/>
        </p:blipFill>
        <p:spPr>
          <a:xfrm>
            <a:off x="952287" y="6949988"/>
            <a:ext cx="453358" cy="550093"/>
          </a:xfrm>
          <a:prstGeom prst="rect">
            <a:avLst/>
          </a:prstGeom>
          <a:noFill/>
          <a:ln>
            <a:noFill/>
          </a:ln>
        </p:spPr>
      </p:pic>
      <p:pic>
        <p:nvPicPr>
          <p:cNvPr id="70" name="Google Shape;70;p2"/>
          <p:cNvPicPr preferRelativeResize="0"/>
          <p:nvPr/>
        </p:nvPicPr>
        <p:blipFill rotWithShape="1">
          <a:blip r:embed="rId3">
            <a:alphaModFix/>
          </a:blip>
          <a:srcRect b="0" l="0" r="0" t="0"/>
          <a:stretch/>
        </p:blipFill>
        <p:spPr>
          <a:xfrm>
            <a:off x="969695" y="7726603"/>
            <a:ext cx="453358" cy="550093"/>
          </a:xfrm>
          <a:prstGeom prst="rect">
            <a:avLst/>
          </a:prstGeom>
          <a:noFill/>
          <a:ln>
            <a:noFill/>
          </a:ln>
        </p:spPr>
      </p:pic>
      <p:sp>
        <p:nvSpPr>
          <p:cNvPr id="71" name="Google Shape;71;p2"/>
          <p:cNvSpPr txBox="1"/>
          <p:nvPr/>
        </p:nvSpPr>
        <p:spPr>
          <a:xfrm>
            <a:off x="1611350" y="8363325"/>
            <a:ext cx="8250600" cy="615600"/>
          </a:xfrm>
          <a:prstGeom prst="rect">
            <a:avLst/>
          </a:prstGeom>
          <a:noFill/>
          <a:ln>
            <a:noFill/>
          </a:ln>
        </p:spPr>
        <p:txBody>
          <a:bodyPr anchorCtr="0" anchor="t" bIns="91425" lIns="91425" spcFirstLastPara="1" rIns="91425" wrap="square" tIns="91425">
            <a:spAutoFit/>
          </a:bodyPr>
          <a:lstStyle/>
          <a:p>
            <a:pPr indent="0" lvl="0" marL="63500" rtl="0" algn="l">
              <a:spcBef>
                <a:spcPts val="3140"/>
              </a:spcBef>
              <a:spcAft>
                <a:spcPts val="0"/>
              </a:spcAft>
              <a:buNone/>
            </a:pPr>
            <a:r>
              <a:rPr lang="es-GT" sz="2800">
                <a:solidFill>
                  <a:schemeClr val="dk1"/>
                </a:solidFill>
              </a:rPr>
              <a:t>APLICACIÓN TIPOS DE CONSULTAS</a:t>
            </a:r>
            <a:endParaRPr/>
          </a:p>
        </p:txBody>
      </p:sp>
      <p:pic>
        <p:nvPicPr>
          <p:cNvPr id="72" name="Google Shape;72;p2"/>
          <p:cNvPicPr preferRelativeResize="0"/>
          <p:nvPr/>
        </p:nvPicPr>
        <p:blipFill rotWithShape="1">
          <a:blip r:embed="rId3">
            <a:alphaModFix/>
          </a:blip>
          <a:srcRect b="0" l="0" r="0" t="0"/>
          <a:stretch/>
        </p:blipFill>
        <p:spPr>
          <a:xfrm>
            <a:off x="969695" y="8396078"/>
            <a:ext cx="453359" cy="55009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3"/>
          <p:cNvSpPr txBox="1"/>
          <p:nvPr/>
        </p:nvSpPr>
        <p:spPr>
          <a:xfrm>
            <a:off x="2677160" y="3988689"/>
            <a:ext cx="12208510" cy="2959100"/>
          </a:xfrm>
          <a:prstGeom prst="rect">
            <a:avLst/>
          </a:prstGeom>
          <a:noFill/>
          <a:ln>
            <a:noFill/>
          </a:ln>
        </p:spPr>
        <p:txBody>
          <a:bodyPr anchorCtr="0" anchor="t" bIns="0" lIns="0" spcFirstLastPara="1" rIns="0" wrap="square" tIns="15875">
            <a:spAutoFit/>
          </a:bodyPr>
          <a:lstStyle/>
          <a:p>
            <a:pPr indent="0" lvl="0" marL="12700" marR="5080" rtl="0" algn="l">
              <a:lnSpc>
                <a:spcPct val="100099"/>
              </a:lnSpc>
              <a:spcBef>
                <a:spcPts val="0"/>
              </a:spcBef>
              <a:spcAft>
                <a:spcPts val="0"/>
              </a:spcAft>
              <a:buNone/>
            </a:pPr>
            <a:r>
              <a:rPr lang="es-GT" sz="3200">
                <a:latin typeface="Calibri"/>
                <a:ea typeface="Calibri"/>
                <a:cs typeface="Calibri"/>
                <a:sym typeface="Calibri"/>
              </a:rPr>
              <a:t>El Modelo Entidad-Relación es una técnica utilizada en el diseño de bases de datos para representar la estructura lógica de las mismas. Fue propuesto por Peter Chen en 1976. Este modelo se utiliza para conceptualizar y estructurar datos en términos de entidades, atributos y relaciones, facilitando el diseño y la comunicación del esquema de la base de datos antes de su implementación física</a:t>
            </a:r>
            <a:endParaRPr sz="3200">
              <a:latin typeface="Calibri"/>
              <a:ea typeface="Calibri"/>
              <a:cs typeface="Calibri"/>
              <a:sym typeface="Calibri"/>
            </a:endParaRPr>
          </a:p>
        </p:txBody>
      </p:sp>
      <p:sp>
        <p:nvSpPr>
          <p:cNvPr id="78" name="Google Shape;78;p3"/>
          <p:cNvSpPr/>
          <p:nvPr/>
        </p:nvSpPr>
        <p:spPr>
          <a:xfrm>
            <a:off x="95250" y="9420225"/>
            <a:ext cx="7105650" cy="19050"/>
          </a:xfrm>
          <a:custGeom>
            <a:rect b="b" l="l" r="r" t="t"/>
            <a:pathLst>
              <a:path extrusionOk="0" h="19050" w="7105650">
                <a:moveTo>
                  <a:pt x="0" y="0"/>
                </a:moveTo>
                <a:lnTo>
                  <a:pt x="7105650" y="19050"/>
                </a:lnTo>
              </a:path>
            </a:pathLst>
          </a:custGeom>
          <a:noFill/>
          <a:ln cap="flat" cmpd="sng" w="114300">
            <a:solidFill>
              <a:srgbClr val="9FC3D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9" name="Google Shape;79;p3"/>
          <p:cNvSpPr/>
          <p:nvPr/>
        </p:nvSpPr>
        <p:spPr>
          <a:xfrm>
            <a:off x="13765409" y="6216258"/>
            <a:ext cx="4523105" cy="2468880"/>
          </a:xfrm>
          <a:custGeom>
            <a:rect b="b" l="l" r="r" t="t"/>
            <a:pathLst>
              <a:path extrusionOk="0" h="2468879" w="4523105">
                <a:moveTo>
                  <a:pt x="2119916" y="23405"/>
                </a:moveTo>
                <a:lnTo>
                  <a:pt x="2118071" y="23405"/>
                </a:lnTo>
                <a:lnTo>
                  <a:pt x="2117306" y="24169"/>
                </a:lnTo>
                <a:lnTo>
                  <a:pt x="2117306" y="26010"/>
                </a:lnTo>
                <a:lnTo>
                  <a:pt x="2118071" y="26774"/>
                </a:lnTo>
                <a:lnTo>
                  <a:pt x="2119916" y="26774"/>
                </a:lnTo>
                <a:lnTo>
                  <a:pt x="2120681" y="26010"/>
                </a:lnTo>
                <a:lnTo>
                  <a:pt x="2120681" y="24169"/>
                </a:lnTo>
                <a:lnTo>
                  <a:pt x="2119916" y="23405"/>
                </a:lnTo>
                <a:close/>
              </a:path>
              <a:path extrusionOk="0" h="2468879" w="4523105">
                <a:moveTo>
                  <a:pt x="2424353" y="20080"/>
                </a:moveTo>
                <a:lnTo>
                  <a:pt x="2418819" y="20080"/>
                </a:lnTo>
                <a:lnTo>
                  <a:pt x="2416570" y="22372"/>
                </a:lnTo>
                <a:lnTo>
                  <a:pt x="2416570" y="27897"/>
                </a:lnTo>
                <a:lnTo>
                  <a:pt x="2418819" y="30143"/>
                </a:lnTo>
                <a:lnTo>
                  <a:pt x="2424353" y="30143"/>
                </a:lnTo>
                <a:lnTo>
                  <a:pt x="2426602" y="27897"/>
                </a:lnTo>
                <a:lnTo>
                  <a:pt x="2426602" y="22372"/>
                </a:lnTo>
                <a:lnTo>
                  <a:pt x="2424353" y="20080"/>
                </a:lnTo>
                <a:close/>
              </a:path>
              <a:path extrusionOk="0" h="2468879" w="4523105">
                <a:moveTo>
                  <a:pt x="2728835" y="16756"/>
                </a:moveTo>
                <a:lnTo>
                  <a:pt x="2719522" y="16756"/>
                </a:lnTo>
                <a:lnTo>
                  <a:pt x="2715788" y="20485"/>
                </a:lnTo>
                <a:lnTo>
                  <a:pt x="2715788" y="29739"/>
                </a:lnTo>
                <a:lnTo>
                  <a:pt x="2719522" y="33513"/>
                </a:lnTo>
                <a:lnTo>
                  <a:pt x="2728835" y="33513"/>
                </a:lnTo>
                <a:lnTo>
                  <a:pt x="2732569" y="29739"/>
                </a:lnTo>
                <a:lnTo>
                  <a:pt x="2732569" y="20485"/>
                </a:lnTo>
                <a:lnTo>
                  <a:pt x="2728835" y="16756"/>
                </a:lnTo>
                <a:close/>
              </a:path>
              <a:path extrusionOk="0" h="2468879" w="4523105">
                <a:moveTo>
                  <a:pt x="3033272" y="13387"/>
                </a:moveTo>
                <a:lnTo>
                  <a:pt x="3020270" y="13387"/>
                </a:lnTo>
                <a:lnTo>
                  <a:pt x="3015007" y="18643"/>
                </a:lnTo>
                <a:lnTo>
                  <a:pt x="3015007" y="31626"/>
                </a:lnTo>
                <a:lnTo>
                  <a:pt x="3020270" y="36882"/>
                </a:lnTo>
                <a:lnTo>
                  <a:pt x="3033272" y="36882"/>
                </a:lnTo>
                <a:lnTo>
                  <a:pt x="3038536" y="31626"/>
                </a:lnTo>
                <a:lnTo>
                  <a:pt x="3038536" y="18643"/>
                </a:lnTo>
                <a:lnTo>
                  <a:pt x="3033272" y="13387"/>
                </a:lnTo>
                <a:close/>
              </a:path>
              <a:path extrusionOk="0" h="2468879" w="4523105">
                <a:moveTo>
                  <a:pt x="3337709" y="10062"/>
                </a:moveTo>
                <a:lnTo>
                  <a:pt x="3321018" y="10062"/>
                </a:lnTo>
                <a:lnTo>
                  <a:pt x="3314270" y="16801"/>
                </a:lnTo>
                <a:lnTo>
                  <a:pt x="3314270" y="33468"/>
                </a:lnTo>
                <a:lnTo>
                  <a:pt x="3321018" y="40206"/>
                </a:lnTo>
                <a:lnTo>
                  <a:pt x="3337709" y="40206"/>
                </a:lnTo>
                <a:lnTo>
                  <a:pt x="3344457" y="33468"/>
                </a:lnTo>
                <a:lnTo>
                  <a:pt x="3344457" y="16801"/>
                </a:lnTo>
                <a:lnTo>
                  <a:pt x="3337709" y="10062"/>
                </a:lnTo>
                <a:close/>
              </a:path>
              <a:path extrusionOk="0" h="2468879" w="4523105">
                <a:moveTo>
                  <a:pt x="3631934" y="6693"/>
                </a:moveTo>
                <a:lnTo>
                  <a:pt x="3624762" y="8144"/>
                </a:lnTo>
                <a:lnTo>
                  <a:pt x="3618898" y="12101"/>
                </a:lnTo>
                <a:lnTo>
                  <a:pt x="3614941" y="17970"/>
                </a:lnTo>
                <a:lnTo>
                  <a:pt x="3613488" y="25157"/>
                </a:lnTo>
                <a:lnTo>
                  <a:pt x="3614941" y="32318"/>
                </a:lnTo>
                <a:lnTo>
                  <a:pt x="3618898" y="38174"/>
                </a:lnTo>
                <a:lnTo>
                  <a:pt x="3624762" y="42125"/>
                </a:lnTo>
                <a:lnTo>
                  <a:pt x="3631934" y="43576"/>
                </a:lnTo>
                <a:lnTo>
                  <a:pt x="3639131" y="42125"/>
                </a:lnTo>
                <a:lnTo>
                  <a:pt x="3645008" y="38174"/>
                </a:lnTo>
                <a:lnTo>
                  <a:pt x="3648971" y="32318"/>
                </a:lnTo>
                <a:lnTo>
                  <a:pt x="3650424" y="25157"/>
                </a:lnTo>
                <a:lnTo>
                  <a:pt x="3648971" y="17970"/>
                </a:lnTo>
                <a:lnTo>
                  <a:pt x="3645008" y="12101"/>
                </a:lnTo>
                <a:lnTo>
                  <a:pt x="3639131" y="8144"/>
                </a:lnTo>
                <a:lnTo>
                  <a:pt x="3631934" y="6693"/>
                </a:lnTo>
                <a:close/>
              </a:path>
              <a:path extrusionOk="0" h="2468879" w="4523105">
                <a:moveTo>
                  <a:pt x="3934526" y="2515"/>
                </a:moveTo>
                <a:lnTo>
                  <a:pt x="3925714" y="4290"/>
                </a:lnTo>
                <a:lnTo>
                  <a:pt x="3918521" y="9136"/>
                </a:lnTo>
                <a:lnTo>
                  <a:pt x="3913674" y="16331"/>
                </a:lnTo>
                <a:lnTo>
                  <a:pt x="3911897" y="25157"/>
                </a:lnTo>
                <a:lnTo>
                  <a:pt x="3913674" y="33963"/>
                </a:lnTo>
                <a:lnTo>
                  <a:pt x="3918521" y="41161"/>
                </a:lnTo>
                <a:lnTo>
                  <a:pt x="3925714" y="46017"/>
                </a:lnTo>
                <a:lnTo>
                  <a:pt x="3934526" y="47798"/>
                </a:lnTo>
                <a:lnTo>
                  <a:pt x="3943364" y="46017"/>
                </a:lnTo>
                <a:lnTo>
                  <a:pt x="3950570" y="41161"/>
                </a:lnTo>
                <a:lnTo>
                  <a:pt x="3955423" y="33963"/>
                </a:lnTo>
                <a:lnTo>
                  <a:pt x="3957200" y="25157"/>
                </a:lnTo>
                <a:lnTo>
                  <a:pt x="3955423" y="16331"/>
                </a:lnTo>
                <a:lnTo>
                  <a:pt x="3950570" y="9136"/>
                </a:lnTo>
                <a:lnTo>
                  <a:pt x="3943364" y="4290"/>
                </a:lnTo>
                <a:lnTo>
                  <a:pt x="3934526" y="2515"/>
                </a:lnTo>
                <a:close/>
              </a:path>
              <a:path extrusionOk="0" h="2468879" w="4523105">
                <a:moveTo>
                  <a:pt x="4237119" y="0"/>
                </a:moveTo>
                <a:lnTo>
                  <a:pt x="4227331" y="1978"/>
                </a:lnTo>
                <a:lnTo>
                  <a:pt x="4219354" y="7373"/>
                </a:lnTo>
                <a:lnTo>
                  <a:pt x="4213983" y="15370"/>
                </a:lnTo>
                <a:lnTo>
                  <a:pt x="4212015" y="25157"/>
                </a:lnTo>
                <a:lnTo>
                  <a:pt x="4213983" y="34944"/>
                </a:lnTo>
                <a:lnTo>
                  <a:pt x="4219354" y="42941"/>
                </a:lnTo>
                <a:lnTo>
                  <a:pt x="4227332" y="48335"/>
                </a:lnTo>
                <a:lnTo>
                  <a:pt x="4237119" y="50314"/>
                </a:lnTo>
                <a:lnTo>
                  <a:pt x="4246920" y="48335"/>
                </a:lnTo>
                <a:lnTo>
                  <a:pt x="4254928" y="42941"/>
                </a:lnTo>
                <a:lnTo>
                  <a:pt x="4260331" y="34944"/>
                </a:lnTo>
                <a:lnTo>
                  <a:pt x="4262312" y="25157"/>
                </a:lnTo>
                <a:lnTo>
                  <a:pt x="4260331" y="15370"/>
                </a:lnTo>
                <a:lnTo>
                  <a:pt x="4254928" y="7373"/>
                </a:lnTo>
                <a:lnTo>
                  <a:pt x="4246920" y="1978"/>
                </a:lnTo>
                <a:lnTo>
                  <a:pt x="4237119" y="0"/>
                </a:lnTo>
                <a:close/>
              </a:path>
              <a:path extrusionOk="0" h="2468879" w="4523105">
                <a:moveTo>
                  <a:pt x="4522590" y="4950"/>
                </a:moveTo>
                <a:lnTo>
                  <a:pt x="4520754" y="6188"/>
                </a:lnTo>
                <a:lnTo>
                  <a:pt x="4515006" y="14712"/>
                </a:lnTo>
                <a:lnTo>
                  <a:pt x="4512898" y="25157"/>
                </a:lnTo>
                <a:lnTo>
                  <a:pt x="4515006" y="35602"/>
                </a:lnTo>
                <a:lnTo>
                  <a:pt x="4520754" y="44126"/>
                </a:lnTo>
                <a:lnTo>
                  <a:pt x="4522590" y="45364"/>
                </a:lnTo>
                <a:lnTo>
                  <a:pt x="4522590" y="4950"/>
                </a:lnTo>
                <a:close/>
              </a:path>
              <a:path extrusionOk="0" h="2468879" w="4523105">
                <a:moveTo>
                  <a:pt x="909996" y="324979"/>
                </a:moveTo>
                <a:lnTo>
                  <a:pt x="907206" y="324979"/>
                </a:lnTo>
                <a:lnTo>
                  <a:pt x="906082" y="326102"/>
                </a:lnTo>
                <a:lnTo>
                  <a:pt x="906082" y="328887"/>
                </a:lnTo>
                <a:lnTo>
                  <a:pt x="907206" y="330010"/>
                </a:lnTo>
                <a:lnTo>
                  <a:pt x="909996" y="330010"/>
                </a:lnTo>
                <a:lnTo>
                  <a:pt x="911120" y="328887"/>
                </a:lnTo>
                <a:lnTo>
                  <a:pt x="911120" y="326102"/>
                </a:lnTo>
                <a:lnTo>
                  <a:pt x="909996" y="324979"/>
                </a:lnTo>
                <a:close/>
              </a:path>
              <a:path extrusionOk="0" h="2468879" w="4523105">
                <a:moveTo>
                  <a:pt x="1215378" y="319947"/>
                </a:moveTo>
                <a:lnTo>
                  <a:pt x="1207055" y="319947"/>
                </a:lnTo>
                <a:lnTo>
                  <a:pt x="1203681" y="323316"/>
                </a:lnTo>
                <a:lnTo>
                  <a:pt x="1203681" y="331672"/>
                </a:lnTo>
                <a:lnTo>
                  <a:pt x="1207055" y="335042"/>
                </a:lnTo>
                <a:lnTo>
                  <a:pt x="1215378" y="335042"/>
                </a:lnTo>
                <a:lnTo>
                  <a:pt x="1218752" y="331672"/>
                </a:lnTo>
                <a:lnTo>
                  <a:pt x="1218752" y="323316"/>
                </a:lnTo>
                <a:lnTo>
                  <a:pt x="1215378" y="319947"/>
                </a:lnTo>
                <a:close/>
              </a:path>
              <a:path extrusionOk="0" h="2468879" w="4523105">
                <a:moveTo>
                  <a:pt x="1520759" y="314916"/>
                </a:moveTo>
                <a:lnTo>
                  <a:pt x="1506858" y="314916"/>
                </a:lnTo>
                <a:lnTo>
                  <a:pt x="1501234" y="320531"/>
                </a:lnTo>
                <a:lnTo>
                  <a:pt x="1501234" y="334413"/>
                </a:lnTo>
                <a:lnTo>
                  <a:pt x="1506858" y="340073"/>
                </a:lnTo>
                <a:lnTo>
                  <a:pt x="1520759" y="340073"/>
                </a:lnTo>
                <a:lnTo>
                  <a:pt x="1526383" y="334413"/>
                </a:lnTo>
                <a:lnTo>
                  <a:pt x="1526383" y="320531"/>
                </a:lnTo>
                <a:lnTo>
                  <a:pt x="1520759" y="314916"/>
                </a:lnTo>
                <a:close/>
              </a:path>
              <a:path extrusionOk="0" h="2468879" w="4523105">
                <a:moveTo>
                  <a:pt x="1826141" y="309884"/>
                </a:moveTo>
                <a:lnTo>
                  <a:pt x="1806661" y="309884"/>
                </a:lnTo>
                <a:lnTo>
                  <a:pt x="1798788" y="317746"/>
                </a:lnTo>
                <a:lnTo>
                  <a:pt x="1798788" y="337198"/>
                </a:lnTo>
                <a:lnTo>
                  <a:pt x="1806661" y="345060"/>
                </a:lnTo>
                <a:lnTo>
                  <a:pt x="1826141" y="345060"/>
                </a:lnTo>
                <a:lnTo>
                  <a:pt x="1834014" y="337198"/>
                </a:lnTo>
                <a:lnTo>
                  <a:pt x="1834014" y="317746"/>
                </a:lnTo>
                <a:lnTo>
                  <a:pt x="1826141" y="309884"/>
                </a:lnTo>
                <a:close/>
              </a:path>
              <a:path extrusionOk="0" h="2468879" w="4523105">
                <a:moveTo>
                  <a:pt x="2118971" y="304808"/>
                </a:moveTo>
                <a:lnTo>
                  <a:pt x="2110159" y="306589"/>
                </a:lnTo>
                <a:lnTo>
                  <a:pt x="2102967" y="311445"/>
                </a:lnTo>
                <a:lnTo>
                  <a:pt x="2098119" y="318643"/>
                </a:lnTo>
                <a:lnTo>
                  <a:pt x="2096342" y="327449"/>
                </a:lnTo>
                <a:lnTo>
                  <a:pt x="2098119" y="336275"/>
                </a:lnTo>
                <a:lnTo>
                  <a:pt x="2102967" y="343470"/>
                </a:lnTo>
                <a:lnTo>
                  <a:pt x="2110159" y="348316"/>
                </a:lnTo>
                <a:lnTo>
                  <a:pt x="2118971" y="350091"/>
                </a:lnTo>
                <a:lnTo>
                  <a:pt x="2127809" y="348316"/>
                </a:lnTo>
                <a:lnTo>
                  <a:pt x="2135015" y="343470"/>
                </a:lnTo>
                <a:lnTo>
                  <a:pt x="2139868" y="336275"/>
                </a:lnTo>
                <a:lnTo>
                  <a:pt x="2141645" y="327449"/>
                </a:lnTo>
                <a:lnTo>
                  <a:pt x="2139868" y="318643"/>
                </a:lnTo>
                <a:lnTo>
                  <a:pt x="2135015" y="311445"/>
                </a:lnTo>
                <a:lnTo>
                  <a:pt x="2127809" y="306589"/>
                </a:lnTo>
                <a:lnTo>
                  <a:pt x="2118971" y="304808"/>
                </a:lnTo>
                <a:close/>
              </a:path>
              <a:path extrusionOk="0" h="2468879" w="4523105">
                <a:moveTo>
                  <a:pt x="2421609" y="301483"/>
                </a:moveTo>
                <a:lnTo>
                  <a:pt x="2411465" y="303526"/>
                </a:lnTo>
                <a:lnTo>
                  <a:pt x="2403186" y="309098"/>
                </a:lnTo>
                <a:lnTo>
                  <a:pt x="2397606" y="317365"/>
                </a:lnTo>
                <a:lnTo>
                  <a:pt x="2395560" y="327494"/>
                </a:lnTo>
                <a:lnTo>
                  <a:pt x="2397606" y="337597"/>
                </a:lnTo>
                <a:lnTo>
                  <a:pt x="2403186" y="345851"/>
                </a:lnTo>
                <a:lnTo>
                  <a:pt x="2411465" y="351418"/>
                </a:lnTo>
                <a:lnTo>
                  <a:pt x="2421609" y="353460"/>
                </a:lnTo>
                <a:lnTo>
                  <a:pt x="2431726" y="351418"/>
                </a:lnTo>
                <a:lnTo>
                  <a:pt x="2439992" y="345851"/>
                </a:lnTo>
                <a:lnTo>
                  <a:pt x="2445567" y="337597"/>
                </a:lnTo>
                <a:lnTo>
                  <a:pt x="2447612" y="327494"/>
                </a:lnTo>
                <a:lnTo>
                  <a:pt x="2445567" y="317365"/>
                </a:lnTo>
                <a:lnTo>
                  <a:pt x="2439992" y="309098"/>
                </a:lnTo>
                <a:lnTo>
                  <a:pt x="2431726" y="303526"/>
                </a:lnTo>
                <a:lnTo>
                  <a:pt x="2421609" y="301483"/>
                </a:lnTo>
                <a:close/>
              </a:path>
              <a:path extrusionOk="0" h="2468879" w="4523105">
                <a:moveTo>
                  <a:pt x="2724201" y="298114"/>
                </a:moveTo>
                <a:lnTo>
                  <a:pt x="2712759" y="300424"/>
                </a:lnTo>
                <a:lnTo>
                  <a:pt x="2703422" y="306723"/>
                </a:lnTo>
                <a:lnTo>
                  <a:pt x="2697130" y="316062"/>
                </a:lnTo>
                <a:lnTo>
                  <a:pt x="2694824" y="327494"/>
                </a:lnTo>
                <a:lnTo>
                  <a:pt x="2697130" y="338901"/>
                </a:lnTo>
                <a:lnTo>
                  <a:pt x="2703422" y="348227"/>
                </a:lnTo>
                <a:lnTo>
                  <a:pt x="2712759" y="354520"/>
                </a:lnTo>
                <a:lnTo>
                  <a:pt x="2724201" y="356830"/>
                </a:lnTo>
                <a:lnTo>
                  <a:pt x="2735617" y="354520"/>
                </a:lnTo>
                <a:lnTo>
                  <a:pt x="2744941" y="348227"/>
                </a:lnTo>
                <a:lnTo>
                  <a:pt x="2751228" y="338901"/>
                </a:lnTo>
                <a:lnTo>
                  <a:pt x="2753534" y="327494"/>
                </a:lnTo>
                <a:lnTo>
                  <a:pt x="2751228" y="316062"/>
                </a:lnTo>
                <a:lnTo>
                  <a:pt x="2744941" y="306723"/>
                </a:lnTo>
                <a:lnTo>
                  <a:pt x="2735617" y="300424"/>
                </a:lnTo>
                <a:lnTo>
                  <a:pt x="2724201" y="298114"/>
                </a:lnTo>
                <a:close/>
              </a:path>
              <a:path extrusionOk="0" h="2468879" w="4523105">
                <a:moveTo>
                  <a:pt x="3026794" y="294790"/>
                </a:moveTo>
                <a:lnTo>
                  <a:pt x="3014046" y="297360"/>
                </a:lnTo>
                <a:lnTo>
                  <a:pt x="3003636" y="304370"/>
                </a:lnTo>
                <a:lnTo>
                  <a:pt x="2996616" y="314765"/>
                </a:lnTo>
                <a:lnTo>
                  <a:pt x="2994042" y="327494"/>
                </a:lnTo>
                <a:lnTo>
                  <a:pt x="2996616" y="340223"/>
                </a:lnTo>
                <a:lnTo>
                  <a:pt x="3003636" y="350619"/>
                </a:lnTo>
                <a:lnTo>
                  <a:pt x="3014047" y="357628"/>
                </a:lnTo>
                <a:lnTo>
                  <a:pt x="3026794" y="360199"/>
                </a:lnTo>
                <a:lnTo>
                  <a:pt x="3039515" y="357628"/>
                </a:lnTo>
                <a:lnTo>
                  <a:pt x="3049912" y="350619"/>
                </a:lnTo>
                <a:lnTo>
                  <a:pt x="3056927" y="340223"/>
                </a:lnTo>
                <a:lnTo>
                  <a:pt x="3059500" y="327494"/>
                </a:lnTo>
                <a:lnTo>
                  <a:pt x="3056927" y="314765"/>
                </a:lnTo>
                <a:lnTo>
                  <a:pt x="3049912" y="304370"/>
                </a:lnTo>
                <a:lnTo>
                  <a:pt x="3039515" y="297360"/>
                </a:lnTo>
                <a:lnTo>
                  <a:pt x="3026794" y="294790"/>
                </a:lnTo>
                <a:close/>
              </a:path>
              <a:path extrusionOk="0" h="2468879" w="4523105">
                <a:moveTo>
                  <a:pt x="3329386" y="292274"/>
                </a:moveTo>
                <a:lnTo>
                  <a:pt x="3315657" y="295042"/>
                </a:lnTo>
                <a:lnTo>
                  <a:pt x="3304446" y="302590"/>
                </a:lnTo>
                <a:lnTo>
                  <a:pt x="3296887" y="313785"/>
                </a:lnTo>
                <a:lnTo>
                  <a:pt x="3294115" y="327494"/>
                </a:lnTo>
                <a:lnTo>
                  <a:pt x="3296887" y="341204"/>
                </a:lnTo>
                <a:lnTo>
                  <a:pt x="3304446" y="352399"/>
                </a:lnTo>
                <a:lnTo>
                  <a:pt x="3315657" y="359947"/>
                </a:lnTo>
                <a:lnTo>
                  <a:pt x="3329386" y="362715"/>
                </a:lnTo>
                <a:lnTo>
                  <a:pt x="3343089" y="359947"/>
                </a:lnTo>
                <a:lnTo>
                  <a:pt x="3354287" y="352399"/>
                </a:lnTo>
                <a:lnTo>
                  <a:pt x="3361841" y="341204"/>
                </a:lnTo>
                <a:lnTo>
                  <a:pt x="3364612" y="327494"/>
                </a:lnTo>
                <a:lnTo>
                  <a:pt x="3361841" y="313785"/>
                </a:lnTo>
                <a:lnTo>
                  <a:pt x="3354287" y="302590"/>
                </a:lnTo>
                <a:lnTo>
                  <a:pt x="3343089" y="295042"/>
                </a:lnTo>
                <a:lnTo>
                  <a:pt x="3329386" y="292274"/>
                </a:lnTo>
                <a:close/>
              </a:path>
              <a:path extrusionOk="0" h="2468879" w="4523105">
                <a:moveTo>
                  <a:pt x="3631934" y="289758"/>
                </a:moveTo>
                <a:lnTo>
                  <a:pt x="3617248" y="292723"/>
                </a:lnTo>
                <a:lnTo>
                  <a:pt x="3605250" y="300810"/>
                </a:lnTo>
                <a:lnTo>
                  <a:pt x="3597157" y="312804"/>
                </a:lnTo>
                <a:lnTo>
                  <a:pt x="3594188" y="327494"/>
                </a:lnTo>
                <a:lnTo>
                  <a:pt x="3597157" y="342184"/>
                </a:lnTo>
                <a:lnTo>
                  <a:pt x="3605250" y="354179"/>
                </a:lnTo>
                <a:lnTo>
                  <a:pt x="3617249" y="362265"/>
                </a:lnTo>
                <a:lnTo>
                  <a:pt x="3631934" y="365230"/>
                </a:lnTo>
                <a:lnTo>
                  <a:pt x="3646645" y="362265"/>
                </a:lnTo>
                <a:lnTo>
                  <a:pt x="3658657" y="354179"/>
                </a:lnTo>
                <a:lnTo>
                  <a:pt x="3666755" y="342184"/>
                </a:lnTo>
                <a:lnTo>
                  <a:pt x="3669724" y="327494"/>
                </a:lnTo>
                <a:lnTo>
                  <a:pt x="3666755" y="312804"/>
                </a:lnTo>
                <a:lnTo>
                  <a:pt x="3658657" y="300810"/>
                </a:lnTo>
                <a:lnTo>
                  <a:pt x="3646645" y="292723"/>
                </a:lnTo>
                <a:lnTo>
                  <a:pt x="3631934" y="289758"/>
                </a:lnTo>
                <a:close/>
              </a:path>
              <a:path extrusionOk="0" h="2468879" w="4523105">
                <a:moveTo>
                  <a:pt x="3934526" y="286389"/>
                </a:moveTo>
                <a:lnTo>
                  <a:pt x="3918543" y="289621"/>
                </a:lnTo>
                <a:lnTo>
                  <a:pt x="3905486" y="298434"/>
                </a:lnTo>
                <a:lnTo>
                  <a:pt x="3896681" y="311501"/>
                </a:lnTo>
                <a:lnTo>
                  <a:pt x="3893452" y="327494"/>
                </a:lnTo>
                <a:lnTo>
                  <a:pt x="3896681" y="343488"/>
                </a:lnTo>
                <a:lnTo>
                  <a:pt x="3905486" y="356554"/>
                </a:lnTo>
                <a:lnTo>
                  <a:pt x="3918543" y="365367"/>
                </a:lnTo>
                <a:lnTo>
                  <a:pt x="3934526" y="368600"/>
                </a:lnTo>
                <a:lnTo>
                  <a:pt x="3950543" y="365367"/>
                </a:lnTo>
                <a:lnTo>
                  <a:pt x="3963628" y="356554"/>
                </a:lnTo>
                <a:lnTo>
                  <a:pt x="3972454" y="343488"/>
                </a:lnTo>
                <a:lnTo>
                  <a:pt x="3975691" y="327494"/>
                </a:lnTo>
                <a:lnTo>
                  <a:pt x="3972454" y="311501"/>
                </a:lnTo>
                <a:lnTo>
                  <a:pt x="3963628" y="298434"/>
                </a:lnTo>
                <a:lnTo>
                  <a:pt x="3950543" y="289621"/>
                </a:lnTo>
                <a:lnTo>
                  <a:pt x="3934526" y="286389"/>
                </a:lnTo>
                <a:close/>
              </a:path>
              <a:path extrusionOk="0" h="2468879" w="4523105">
                <a:moveTo>
                  <a:pt x="4237119" y="283918"/>
                </a:moveTo>
                <a:lnTo>
                  <a:pt x="4220153" y="287347"/>
                </a:lnTo>
                <a:lnTo>
                  <a:pt x="4206296" y="296693"/>
                </a:lnTo>
                <a:lnTo>
                  <a:pt x="4196952" y="310546"/>
                </a:lnTo>
                <a:lnTo>
                  <a:pt x="4193525" y="327494"/>
                </a:lnTo>
                <a:lnTo>
                  <a:pt x="4196952" y="344469"/>
                </a:lnTo>
                <a:lnTo>
                  <a:pt x="4206296" y="358335"/>
                </a:lnTo>
                <a:lnTo>
                  <a:pt x="4220153" y="367686"/>
                </a:lnTo>
                <a:lnTo>
                  <a:pt x="4237119" y="371115"/>
                </a:lnTo>
                <a:lnTo>
                  <a:pt x="4254110" y="367686"/>
                </a:lnTo>
                <a:lnTo>
                  <a:pt x="4267981" y="358335"/>
                </a:lnTo>
                <a:lnTo>
                  <a:pt x="4277330" y="344469"/>
                </a:lnTo>
                <a:lnTo>
                  <a:pt x="4280758" y="327494"/>
                </a:lnTo>
                <a:lnTo>
                  <a:pt x="4277330" y="310546"/>
                </a:lnTo>
                <a:lnTo>
                  <a:pt x="4267981" y="296693"/>
                </a:lnTo>
                <a:lnTo>
                  <a:pt x="4254110" y="287347"/>
                </a:lnTo>
                <a:lnTo>
                  <a:pt x="4237119" y="283918"/>
                </a:lnTo>
                <a:close/>
              </a:path>
              <a:path extrusionOk="0" h="2468879" w="4523105">
                <a:moveTo>
                  <a:pt x="4522590" y="284862"/>
                </a:moveTo>
                <a:lnTo>
                  <a:pt x="4521764" y="285029"/>
                </a:lnTo>
                <a:lnTo>
                  <a:pt x="4507106" y="294913"/>
                </a:lnTo>
                <a:lnTo>
                  <a:pt x="4497222" y="309565"/>
                </a:lnTo>
                <a:lnTo>
                  <a:pt x="4493598" y="327494"/>
                </a:lnTo>
                <a:lnTo>
                  <a:pt x="4497222" y="345449"/>
                </a:lnTo>
                <a:lnTo>
                  <a:pt x="4507106" y="360115"/>
                </a:lnTo>
                <a:lnTo>
                  <a:pt x="4521764" y="370004"/>
                </a:lnTo>
                <a:lnTo>
                  <a:pt x="4522590" y="370171"/>
                </a:lnTo>
                <a:lnTo>
                  <a:pt x="4522590" y="284862"/>
                </a:lnTo>
                <a:close/>
              </a:path>
              <a:path extrusionOk="0" h="2468879" w="4523105">
                <a:moveTo>
                  <a:pt x="304357" y="628170"/>
                </a:moveTo>
                <a:lnTo>
                  <a:pt x="302507" y="628170"/>
                </a:lnTo>
                <a:lnTo>
                  <a:pt x="301752" y="628933"/>
                </a:lnTo>
                <a:lnTo>
                  <a:pt x="301752" y="630775"/>
                </a:lnTo>
                <a:lnTo>
                  <a:pt x="302507" y="631539"/>
                </a:lnTo>
                <a:lnTo>
                  <a:pt x="304357" y="631539"/>
                </a:lnTo>
                <a:lnTo>
                  <a:pt x="305112" y="630775"/>
                </a:lnTo>
                <a:lnTo>
                  <a:pt x="305112" y="628933"/>
                </a:lnTo>
                <a:lnTo>
                  <a:pt x="304357" y="628170"/>
                </a:lnTo>
                <a:close/>
              </a:path>
              <a:path extrusionOk="0" h="2468879" w="4523105">
                <a:moveTo>
                  <a:pt x="609293" y="624037"/>
                </a:moveTo>
                <a:lnTo>
                  <a:pt x="602770" y="624037"/>
                </a:lnTo>
                <a:lnTo>
                  <a:pt x="600160" y="626642"/>
                </a:lnTo>
                <a:lnTo>
                  <a:pt x="600160" y="633111"/>
                </a:lnTo>
                <a:lnTo>
                  <a:pt x="602770" y="635762"/>
                </a:lnTo>
                <a:lnTo>
                  <a:pt x="609293" y="635762"/>
                </a:lnTo>
                <a:lnTo>
                  <a:pt x="611902" y="633111"/>
                </a:lnTo>
                <a:lnTo>
                  <a:pt x="611902" y="626642"/>
                </a:lnTo>
                <a:lnTo>
                  <a:pt x="609293" y="624037"/>
                </a:lnTo>
                <a:close/>
              </a:path>
              <a:path extrusionOk="0" h="2468879" w="4523105">
                <a:moveTo>
                  <a:pt x="914180" y="619814"/>
                </a:moveTo>
                <a:lnTo>
                  <a:pt x="903068" y="619814"/>
                </a:lnTo>
                <a:lnTo>
                  <a:pt x="898569" y="624306"/>
                </a:lnTo>
                <a:lnTo>
                  <a:pt x="898569" y="635447"/>
                </a:lnTo>
                <a:lnTo>
                  <a:pt x="903068" y="639940"/>
                </a:lnTo>
                <a:lnTo>
                  <a:pt x="914180" y="639940"/>
                </a:lnTo>
                <a:lnTo>
                  <a:pt x="918679" y="635447"/>
                </a:lnTo>
                <a:lnTo>
                  <a:pt x="918679" y="624306"/>
                </a:lnTo>
                <a:lnTo>
                  <a:pt x="914180" y="619814"/>
                </a:lnTo>
                <a:close/>
              </a:path>
              <a:path extrusionOk="0" h="2468879" w="4523105">
                <a:moveTo>
                  <a:pt x="1218617" y="616444"/>
                </a:moveTo>
                <a:lnTo>
                  <a:pt x="1203816" y="616444"/>
                </a:lnTo>
                <a:lnTo>
                  <a:pt x="1197787" y="622464"/>
                </a:lnTo>
                <a:lnTo>
                  <a:pt x="1197787" y="637289"/>
                </a:lnTo>
                <a:lnTo>
                  <a:pt x="1203816" y="643309"/>
                </a:lnTo>
                <a:lnTo>
                  <a:pt x="1218617" y="643309"/>
                </a:lnTo>
                <a:lnTo>
                  <a:pt x="1224645" y="637289"/>
                </a:lnTo>
                <a:lnTo>
                  <a:pt x="1224645" y="622464"/>
                </a:lnTo>
                <a:lnTo>
                  <a:pt x="1218617" y="616444"/>
                </a:lnTo>
                <a:close/>
              </a:path>
              <a:path extrusionOk="0" h="2468879" w="4523105">
                <a:moveTo>
                  <a:pt x="1523054" y="613120"/>
                </a:moveTo>
                <a:lnTo>
                  <a:pt x="1504564" y="613120"/>
                </a:lnTo>
                <a:lnTo>
                  <a:pt x="1497051" y="620667"/>
                </a:lnTo>
                <a:lnTo>
                  <a:pt x="1497051" y="639176"/>
                </a:lnTo>
                <a:lnTo>
                  <a:pt x="1504564" y="646678"/>
                </a:lnTo>
                <a:lnTo>
                  <a:pt x="1523054" y="646678"/>
                </a:lnTo>
                <a:lnTo>
                  <a:pt x="1530567" y="639176"/>
                </a:lnTo>
                <a:lnTo>
                  <a:pt x="1530567" y="620667"/>
                </a:lnTo>
                <a:lnTo>
                  <a:pt x="1523054" y="613120"/>
                </a:lnTo>
                <a:close/>
              </a:path>
              <a:path extrusionOk="0" h="2468879" w="4523105">
                <a:moveTo>
                  <a:pt x="1816379" y="609796"/>
                </a:moveTo>
                <a:lnTo>
                  <a:pt x="1808549" y="611374"/>
                </a:lnTo>
                <a:lnTo>
                  <a:pt x="1802157" y="615681"/>
                </a:lnTo>
                <a:lnTo>
                  <a:pt x="1797848" y="622077"/>
                </a:lnTo>
                <a:lnTo>
                  <a:pt x="1796269" y="629922"/>
                </a:lnTo>
                <a:lnTo>
                  <a:pt x="1797848" y="637740"/>
                </a:lnTo>
                <a:lnTo>
                  <a:pt x="1802157" y="644123"/>
                </a:lnTo>
                <a:lnTo>
                  <a:pt x="1808549" y="648425"/>
                </a:lnTo>
                <a:lnTo>
                  <a:pt x="1816379" y="650003"/>
                </a:lnTo>
                <a:lnTo>
                  <a:pt x="1824235" y="648425"/>
                </a:lnTo>
                <a:lnTo>
                  <a:pt x="1830640" y="644123"/>
                </a:lnTo>
                <a:lnTo>
                  <a:pt x="1834953" y="637740"/>
                </a:lnTo>
                <a:lnTo>
                  <a:pt x="1836534" y="629922"/>
                </a:lnTo>
                <a:lnTo>
                  <a:pt x="1834953" y="622077"/>
                </a:lnTo>
                <a:lnTo>
                  <a:pt x="1830640" y="615681"/>
                </a:lnTo>
                <a:lnTo>
                  <a:pt x="1824235" y="611374"/>
                </a:lnTo>
                <a:lnTo>
                  <a:pt x="1816379" y="609796"/>
                </a:lnTo>
                <a:close/>
              </a:path>
              <a:path extrusionOk="0" h="2468879" w="4523105">
                <a:moveTo>
                  <a:pt x="2118971" y="606426"/>
                </a:moveTo>
                <a:lnTo>
                  <a:pt x="2109836" y="608272"/>
                </a:lnTo>
                <a:lnTo>
                  <a:pt x="2102371" y="613305"/>
                </a:lnTo>
                <a:lnTo>
                  <a:pt x="2097335" y="620773"/>
                </a:lnTo>
                <a:lnTo>
                  <a:pt x="2095487" y="629922"/>
                </a:lnTo>
                <a:lnTo>
                  <a:pt x="2097335" y="639044"/>
                </a:lnTo>
                <a:lnTo>
                  <a:pt x="2102371" y="646499"/>
                </a:lnTo>
                <a:lnTo>
                  <a:pt x="2109836" y="651527"/>
                </a:lnTo>
                <a:lnTo>
                  <a:pt x="2118971" y="653372"/>
                </a:lnTo>
                <a:lnTo>
                  <a:pt x="2128133" y="651527"/>
                </a:lnTo>
                <a:lnTo>
                  <a:pt x="2135611" y="646499"/>
                </a:lnTo>
                <a:lnTo>
                  <a:pt x="2140652" y="639044"/>
                </a:lnTo>
                <a:lnTo>
                  <a:pt x="2142500" y="629922"/>
                </a:lnTo>
                <a:lnTo>
                  <a:pt x="2140652" y="620773"/>
                </a:lnTo>
                <a:lnTo>
                  <a:pt x="2135611" y="613305"/>
                </a:lnTo>
                <a:lnTo>
                  <a:pt x="2128133" y="608272"/>
                </a:lnTo>
                <a:lnTo>
                  <a:pt x="2118971" y="606426"/>
                </a:lnTo>
                <a:close/>
              </a:path>
              <a:path extrusionOk="0" h="2468879" w="4523105">
                <a:moveTo>
                  <a:pt x="2421609" y="603956"/>
                </a:moveTo>
                <a:lnTo>
                  <a:pt x="2411465" y="605998"/>
                </a:lnTo>
                <a:lnTo>
                  <a:pt x="2403186" y="611565"/>
                </a:lnTo>
                <a:lnTo>
                  <a:pt x="2397606" y="619819"/>
                </a:lnTo>
                <a:lnTo>
                  <a:pt x="2395561" y="629922"/>
                </a:lnTo>
                <a:lnTo>
                  <a:pt x="2397606" y="640025"/>
                </a:lnTo>
                <a:lnTo>
                  <a:pt x="2403186" y="648279"/>
                </a:lnTo>
                <a:lnTo>
                  <a:pt x="2411465" y="653846"/>
                </a:lnTo>
                <a:lnTo>
                  <a:pt x="2421609" y="655888"/>
                </a:lnTo>
                <a:lnTo>
                  <a:pt x="2431726" y="653846"/>
                </a:lnTo>
                <a:lnTo>
                  <a:pt x="2439992" y="648279"/>
                </a:lnTo>
                <a:lnTo>
                  <a:pt x="2445567" y="640025"/>
                </a:lnTo>
                <a:lnTo>
                  <a:pt x="2447612" y="629922"/>
                </a:lnTo>
                <a:lnTo>
                  <a:pt x="2445567" y="619819"/>
                </a:lnTo>
                <a:lnTo>
                  <a:pt x="2439992" y="611565"/>
                </a:lnTo>
                <a:lnTo>
                  <a:pt x="2431726" y="605998"/>
                </a:lnTo>
                <a:lnTo>
                  <a:pt x="2421609" y="603956"/>
                </a:lnTo>
                <a:close/>
              </a:path>
              <a:path extrusionOk="0" h="2468879" w="4523105">
                <a:moveTo>
                  <a:pt x="2724201" y="600586"/>
                </a:moveTo>
                <a:lnTo>
                  <a:pt x="2712760" y="602889"/>
                </a:lnTo>
                <a:lnTo>
                  <a:pt x="2703422" y="609172"/>
                </a:lnTo>
                <a:lnTo>
                  <a:pt x="2697130" y="618496"/>
                </a:lnTo>
                <a:lnTo>
                  <a:pt x="2694824" y="629922"/>
                </a:lnTo>
                <a:lnTo>
                  <a:pt x="2697130" y="641347"/>
                </a:lnTo>
                <a:lnTo>
                  <a:pt x="2703422" y="650671"/>
                </a:lnTo>
                <a:lnTo>
                  <a:pt x="2712760" y="656954"/>
                </a:lnTo>
                <a:lnTo>
                  <a:pt x="2724201" y="659257"/>
                </a:lnTo>
                <a:lnTo>
                  <a:pt x="2735617" y="656954"/>
                </a:lnTo>
                <a:lnTo>
                  <a:pt x="2744941" y="650671"/>
                </a:lnTo>
                <a:lnTo>
                  <a:pt x="2751228" y="641347"/>
                </a:lnTo>
                <a:lnTo>
                  <a:pt x="2753534" y="629922"/>
                </a:lnTo>
                <a:lnTo>
                  <a:pt x="2751228" y="618496"/>
                </a:lnTo>
                <a:lnTo>
                  <a:pt x="2744941" y="609172"/>
                </a:lnTo>
                <a:lnTo>
                  <a:pt x="2735617" y="602889"/>
                </a:lnTo>
                <a:lnTo>
                  <a:pt x="2724201" y="600586"/>
                </a:lnTo>
                <a:close/>
              </a:path>
              <a:path extrusionOk="0" h="2468879" w="4523105">
                <a:moveTo>
                  <a:pt x="3026794" y="597217"/>
                </a:moveTo>
                <a:lnTo>
                  <a:pt x="3014047" y="599788"/>
                </a:lnTo>
                <a:lnTo>
                  <a:pt x="3003636" y="606797"/>
                </a:lnTo>
                <a:lnTo>
                  <a:pt x="2996616" y="617193"/>
                </a:lnTo>
                <a:lnTo>
                  <a:pt x="2994042" y="629922"/>
                </a:lnTo>
                <a:lnTo>
                  <a:pt x="2996616" y="642651"/>
                </a:lnTo>
                <a:lnTo>
                  <a:pt x="3003636" y="653046"/>
                </a:lnTo>
                <a:lnTo>
                  <a:pt x="3014047" y="660056"/>
                </a:lnTo>
                <a:lnTo>
                  <a:pt x="3026794" y="662626"/>
                </a:lnTo>
                <a:lnTo>
                  <a:pt x="3039515" y="660056"/>
                </a:lnTo>
                <a:lnTo>
                  <a:pt x="3049912" y="653046"/>
                </a:lnTo>
                <a:lnTo>
                  <a:pt x="3056927" y="642651"/>
                </a:lnTo>
                <a:lnTo>
                  <a:pt x="3059500" y="629922"/>
                </a:lnTo>
                <a:lnTo>
                  <a:pt x="3056927" y="617193"/>
                </a:lnTo>
                <a:lnTo>
                  <a:pt x="3049912" y="606797"/>
                </a:lnTo>
                <a:lnTo>
                  <a:pt x="3039515" y="599788"/>
                </a:lnTo>
                <a:lnTo>
                  <a:pt x="3026794" y="597217"/>
                </a:lnTo>
                <a:close/>
              </a:path>
              <a:path extrusionOk="0" h="2468879" w="4523105">
                <a:moveTo>
                  <a:pt x="3329386" y="594746"/>
                </a:moveTo>
                <a:lnTo>
                  <a:pt x="3315657" y="597513"/>
                </a:lnTo>
                <a:lnTo>
                  <a:pt x="3304446" y="605056"/>
                </a:lnTo>
                <a:lnTo>
                  <a:pt x="3296887" y="616238"/>
                </a:lnTo>
                <a:lnTo>
                  <a:pt x="3294115" y="629922"/>
                </a:lnTo>
                <a:lnTo>
                  <a:pt x="3296887" y="643631"/>
                </a:lnTo>
                <a:lnTo>
                  <a:pt x="3304446" y="654826"/>
                </a:lnTo>
                <a:lnTo>
                  <a:pt x="3315657" y="662374"/>
                </a:lnTo>
                <a:lnTo>
                  <a:pt x="3329386" y="665142"/>
                </a:lnTo>
                <a:lnTo>
                  <a:pt x="3343090" y="662374"/>
                </a:lnTo>
                <a:lnTo>
                  <a:pt x="3354288" y="654826"/>
                </a:lnTo>
                <a:lnTo>
                  <a:pt x="3361841" y="643631"/>
                </a:lnTo>
                <a:lnTo>
                  <a:pt x="3364612" y="629922"/>
                </a:lnTo>
                <a:lnTo>
                  <a:pt x="3361841" y="616238"/>
                </a:lnTo>
                <a:lnTo>
                  <a:pt x="3354287" y="605056"/>
                </a:lnTo>
                <a:lnTo>
                  <a:pt x="3343090" y="597513"/>
                </a:lnTo>
                <a:lnTo>
                  <a:pt x="3329386" y="594746"/>
                </a:lnTo>
                <a:close/>
              </a:path>
              <a:path extrusionOk="0" h="2468879" w="4523105">
                <a:moveTo>
                  <a:pt x="3631934" y="592231"/>
                </a:moveTo>
                <a:lnTo>
                  <a:pt x="3617249" y="595195"/>
                </a:lnTo>
                <a:lnTo>
                  <a:pt x="3605250" y="603276"/>
                </a:lnTo>
                <a:lnTo>
                  <a:pt x="3597157" y="615257"/>
                </a:lnTo>
                <a:lnTo>
                  <a:pt x="3594189" y="629922"/>
                </a:lnTo>
                <a:lnTo>
                  <a:pt x="3597157" y="644612"/>
                </a:lnTo>
                <a:lnTo>
                  <a:pt x="3605250" y="656606"/>
                </a:lnTo>
                <a:lnTo>
                  <a:pt x="3617249" y="664693"/>
                </a:lnTo>
                <a:lnTo>
                  <a:pt x="3631934" y="667658"/>
                </a:lnTo>
                <a:lnTo>
                  <a:pt x="3646645" y="664693"/>
                </a:lnTo>
                <a:lnTo>
                  <a:pt x="3658657" y="656606"/>
                </a:lnTo>
                <a:lnTo>
                  <a:pt x="3666755" y="644612"/>
                </a:lnTo>
                <a:lnTo>
                  <a:pt x="3669724" y="629922"/>
                </a:lnTo>
                <a:lnTo>
                  <a:pt x="3666755" y="615257"/>
                </a:lnTo>
                <a:lnTo>
                  <a:pt x="3658657" y="603276"/>
                </a:lnTo>
                <a:lnTo>
                  <a:pt x="3646645" y="595195"/>
                </a:lnTo>
                <a:lnTo>
                  <a:pt x="3631934" y="592231"/>
                </a:lnTo>
                <a:close/>
              </a:path>
              <a:path extrusionOk="0" h="2468879" w="4523105">
                <a:moveTo>
                  <a:pt x="3934526" y="588861"/>
                </a:moveTo>
                <a:lnTo>
                  <a:pt x="3918543" y="592087"/>
                </a:lnTo>
                <a:lnTo>
                  <a:pt x="3905486" y="600884"/>
                </a:lnTo>
                <a:lnTo>
                  <a:pt x="3896681" y="613935"/>
                </a:lnTo>
                <a:lnTo>
                  <a:pt x="3893452" y="629922"/>
                </a:lnTo>
                <a:lnTo>
                  <a:pt x="3896681" y="645915"/>
                </a:lnTo>
                <a:lnTo>
                  <a:pt x="3905486" y="658982"/>
                </a:lnTo>
                <a:lnTo>
                  <a:pt x="3918543" y="667795"/>
                </a:lnTo>
                <a:lnTo>
                  <a:pt x="3934526" y="671027"/>
                </a:lnTo>
                <a:lnTo>
                  <a:pt x="3950543" y="667795"/>
                </a:lnTo>
                <a:lnTo>
                  <a:pt x="3963628" y="658982"/>
                </a:lnTo>
                <a:lnTo>
                  <a:pt x="3972454" y="645915"/>
                </a:lnTo>
                <a:lnTo>
                  <a:pt x="3975691" y="629922"/>
                </a:lnTo>
                <a:lnTo>
                  <a:pt x="3972454" y="613935"/>
                </a:lnTo>
                <a:lnTo>
                  <a:pt x="3963628" y="600884"/>
                </a:lnTo>
                <a:lnTo>
                  <a:pt x="3950543" y="592087"/>
                </a:lnTo>
                <a:lnTo>
                  <a:pt x="3934526" y="588861"/>
                </a:lnTo>
                <a:close/>
              </a:path>
              <a:path extrusionOk="0" h="2468879" w="4523105">
                <a:moveTo>
                  <a:pt x="4237119" y="586345"/>
                </a:moveTo>
                <a:lnTo>
                  <a:pt x="4220153" y="589775"/>
                </a:lnTo>
                <a:lnTo>
                  <a:pt x="4206296" y="599126"/>
                </a:lnTo>
                <a:lnTo>
                  <a:pt x="4196952" y="612992"/>
                </a:lnTo>
                <a:lnTo>
                  <a:pt x="4193525" y="629967"/>
                </a:lnTo>
                <a:lnTo>
                  <a:pt x="4196952" y="646915"/>
                </a:lnTo>
                <a:lnTo>
                  <a:pt x="4206296" y="660767"/>
                </a:lnTo>
                <a:lnTo>
                  <a:pt x="4220153" y="670114"/>
                </a:lnTo>
                <a:lnTo>
                  <a:pt x="4237119" y="673543"/>
                </a:lnTo>
                <a:lnTo>
                  <a:pt x="4254111" y="670114"/>
                </a:lnTo>
                <a:lnTo>
                  <a:pt x="4267981" y="660767"/>
                </a:lnTo>
                <a:lnTo>
                  <a:pt x="4277330" y="646915"/>
                </a:lnTo>
                <a:lnTo>
                  <a:pt x="4280758" y="629967"/>
                </a:lnTo>
                <a:lnTo>
                  <a:pt x="4277330" y="612992"/>
                </a:lnTo>
                <a:lnTo>
                  <a:pt x="4267981" y="599126"/>
                </a:lnTo>
                <a:lnTo>
                  <a:pt x="4254110" y="589775"/>
                </a:lnTo>
                <a:lnTo>
                  <a:pt x="4237119" y="586345"/>
                </a:lnTo>
                <a:close/>
              </a:path>
              <a:path extrusionOk="0" h="2468879" w="4523105">
                <a:moveTo>
                  <a:pt x="4522590" y="587290"/>
                </a:moveTo>
                <a:lnTo>
                  <a:pt x="4521764" y="587457"/>
                </a:lnTo>
                <a:lnTo>
                  <a:pt x="4507106" y="597346"/>
                </a:lnTo>
                <a:lnTo>
                  <a:pt x="4497223" y="612012"/>
                </a:lnTo>
                <a:lnTo>
                  <a:pt x="4493598" y="629967"/>
                </a:lnTo>
                <a:lnTo>
                  <a:pt x="4497223" y="647914"/>
                </a:lnTo>
                <a:lnTo>
                  <a:pt x="4507106" y="662564"/>
                </a:lnTo>
                <a:lnTo>
                  <a:pt x="4521764" y="672439"/>
                </a:lnTo>
                <a:lnTo>
                  <a:pt x="4522590" y="672605"/>
                </a:lnTo>
                <a:lnTo>
                  <a:pt x="4522590" y="587290"/>
                </a:lnTo>
                <a:close/>
              </a:path>
              <a:path extrusionOk="0" h="2468879" w="4523105">
                <a:moveTo>
                  <a:pt x="1680" y="931855"/>
                </a:moveTo>
                <a:lnTo>
                  <a:pt x="0" y="931855"/>
                </a:lnTo>
                <a:lnTo>
                  <a:pt x="0" y="932798"/>
                </a:lnTo>
                <a:lnTo>
                  <a:pt x="1680" y="932798"/>
                </a:lnTo>
                <a:lnTo>
                  <a:pt x="1680" y="931855"/>
                </a:lnTo>
                <a:close/>
              </a:path>
              <a:path extrusionOk="0" h="2468879" w="4523105">
                <a:moveTo>
                  <a:pt x="305301" y="928980"/>
                </a:moveTo>
                <a:lnTo>
                  <a:pt x="301567" y="928980"/>
                </a:lnTo>
                <a:lnTo>
                  <a:pt x="300069" y="930462"/>
                </a:lnTo>
                <a:lnTo>
                  <a:pt x="300069" y="934191"/>
                </a:lnTo>
                <a:lnTo>
                  <a:pt x="301567" y="935673"/>
                </a:lnTo>
                <a:lnTo>
                  <a:pt x="305283" y="935673"/>
                </a:lnTo>
                <a:lnTo>
                  <a:pt x="306795" y="934191"/>
                </a:lnTo>
                <a:lnTo>
                  <a:pt x="306795" y="930462"/>
                </a:lnTo>
                <a:lnTo>
                  <a:pt x="305301" y="928980"/>
                </a:lnTo>
                <a:close/>
              </a:path>
              <a:path extrusionOk="0" h="2468879" w="4523105">
                <a:moveTo>
                  <a:pt x="609743" y="925655"/>
                </a:moveTo>
                <a:lnTo>
                  <a:pt x="602320" y="925655"/>
                </a:lnTo>
                <a:lnTo>
                  <a:pt x="599306" y="928665"/>
                </a:lnTo>
                <a:lnTo>
                  <a:pt x="599306" y="936033"/>
                </a:lnTo>
                <a:lnTo>
                  <a:pt x="602320" y="939043"/>
                </a:lnTo>
                <a:lnTo>
                  <a:pt x="609743" y="939043"/>
                </a:lnTo>
                <a:lnTo>
                  <a:pt x="612757" y="936033"/>
                </a:lnTo>
                <a:lnTo>
                  <a:pt x="612757" y="928665"/>
                </a:lnTo>
                <a:lnTo>
                  <a:pt x="609743" y="925655"/>
                </a:lnTo>
                <a:close/>
              </a:path>
              <a:path extrusionOk="0" h="2468879" w="4523105">
                <a:moveTo>
                  <a:pt x="914180" y="922286"/>
                </a:moveTo>
                <a:lnTo>
                  <a:pt x="903068" y="922286"/>
                </a:lnTo>
                <a:lnTo>
                  <a:pt x="898569" y="926778"/>
                </a:lnTo>
                <a:lnTo>
                  <a:pt x="898569" y="937919"/>
                </a:lnTo>
                <a:lnTo>
                  <a:pt x="903068" y="942412"/>
                </a:lnTo>
                <a:lnTo>
                  <a:pt x="914180" y="942412"/>
                </a:lnTo>
                <a:lnTo>
                  <a:pt x="918679" y="937919"/>
                </a:lnTo>
                <a:lnTo>
                  <a:pt x="918679" y="926778"/>
                </a:lnTo>
                <a:lnTo>
                  <a:pt x="914180" y="922286"/>
                </a:lnTo>
                <a:close/>
              </a:path>
              <a:path extrusionOk="0" h="2468879" w="4523105">
                <a:moveTo>
                  <a:pt x="1218617" y="918917"/>
                </a:moveTo>
                <a:lnTo>
                  <a:pt x="1203816" y="918917"/>
                </a:lnTo>
                <a:lnTo>
                  <a:pt x="1197787" y="924936"/>
                </a:lnTo>
                <a:lnTo>
                  <a:pt x="1197787" y="939761"/>
                </a:lnTo>
                <a:lnTo>
                  <a:pt x="1203816" y="945781"/>
                </a:lnTo>
                <a:lnTo>
                  <a:pt x="1218617" y="945781"/>
                </a:lnTo>
                <a:lnTo>
                  <a:pt x="1224646" y="939761"/>
                </a:lnTo>
                <a:lnTo>
                  <a:pt x="1224646" y="924936"/>
                </a:lnTo>
                <a:lnTo>
                  <a:pt x="1218617" y="918917"/>
                </a:lnTo>
                <a:close/>
              </a:path>
              <a:path extrusionOk="0" h="2468879" w="4523105">
                <a:moveTo>
                  <a:pt x="1523054" y="915592"/>
                </a:moveTo>
                <a:lnTo>
                  <a:pt x="1504564" y="915592"/>
                </a:lnTo>
                <a:lnTo>
                  <a:pt x="1497051" y="923095"/>
                </a:lnTo>
                <a:lnTo>
                  <a:pt x="1497051" y="941603"/>
                </a:lnTo>
                <a:lnTo>
                  <a:pt x="1504564" y="949106"/>
                </a:lnTo>
                <a:lnTo>
                  <a:pt x="1523054" y="949106"/>
                </a:lnTo>
                <a:lnTo>
                  <a:pt x="1530567" y="941603"/>
                </a:lnTo>
                <a:lnTo>
                  <a:pt x="1530567" y="923095"/>
                </a:lnTo>
                <a:lnTo>
                  <a:pt x="1523054" y="915592"/>
                </a:lnTo>
                <a:close/>
              </a:path>
              <a:path extrusionOk="0" h="2468879" w="4523105">
                <a:moveTo>
                  <a:pt x="1816379" y="912223"/>
                </a:moveTo>
                <a:lnTo>
                  <a:pt x="1808549" y="913807"/>
                </a:lnTo>
                <a:lnTo>
                  <a:pt x="1802157" y="918125"/>
                </a:lnTo>
                <a:lnTo>
                  <a:pt x="1797849" y="924523"/>
                </a:lnTo>
                <a:lnTo>
                  <a:pt x="1796269" y="932349"/>
                </a:lnTo>
                <a:lnTo>
                  <a:pt x="1797849" y="940194"/>
                </a:lnTo>
                <a:lnTo>
                  <a:pt x="1802157" y="946590"/>
                </a:lnTo>
                <a:lnTo>
                  <a:pt x="1808549" y="950897"/>
                </a:lnTo>
                <a:lnTo>
                  <a:pt x="1816379" y="952475"/>
                </a:lnTo>
                <a:lnTo>
                  <a:pt x="1824235" y="950897"/>
                </a:lnTo>
                <a:lnTo>
                  <a:pt x="1830640" y="946590"/>
                </a:lnTo>
                <a:lnTo>
                  <a:pt x="1834954" y="940194"/>
                </a:lnTo>
                <a:lnTo>
                  <a:pt x="1836534" y="932349"/>
                </a:lnTo>
                <a:lnTo>
                  <a:pt x="1834954" y="924523"/>
                </a:lnTo>
                <a:lnTo>
                  <a:pt x="1830640" y="918125"/>
                </a:lnTo>
                <a:lnTo>
                  <a:pt x="1824235" y="913807"/>
                </a:lnTo>
                <a:lnTo>
                  <a:pt x="1816379" y="912223"/>
                </a:lnTo>
                <a:close/>
              </a:path>
              <a:path extrusionOk="0" h="2468879" w="4523105">
                <a:moveTo>
                  <a:pt x="2118971" y="908899"/>
                </a:moveTo>
                <a:lnTo>
                  <a:pt x="2109836" y="910743"/>
                </a:lnTo>
                <a:lnTo>
                  <a:pt x="2102371" y="915772"/>
                </a:lnTo>
                <a:lnTo>
                  <a:pt x="2097335" y="923227"/>
                </a:lnTo>
                <a:lnTo>
                  <a:pt x="2095488" y="932349"/>
                </a:lnTo>
                <a:lnTo>
                  <a:pt x="2097335" y="941497"/>
                </a:lnTo>
                <a:lnTo>
                  <a:pt x="2102371" y="948965"/>
                </a:lnTo>
                <a:lnTo>
                  <a:pt x="2109836" y="953999"/>
                </a:lnTo>
                <a:lnTo>
                  <a:pt x="2118972" y="955844"/>
                </a:lnTo>
                <a:lnTo>
                  <a:pt x="2128133" y="953999"/>
                </a:lnTo>
                <a:lnTo>
                  <a:pt x="2135612" y="948965"/>
                </a:lnTo>
                <a:lnTo>
                  <a:pt x="2140652" y="941497"/>
                </a:lnTo>
                <a:lnTo>
                  <a:pt x="2142500" y="932349"/>
                </a:lnTo>
                <a:lnTo>
                  <a:pt x="2140652" y="923227"/>
                </a:lnTo>
                <a:lnTo>
                  <a:pt x="2135612" y="915772"/>
                </a:lnTo>
                <a:lnTo>
                  <a:pt x="2128133" y="910743"/>
                </a:lnTo>
                <a:lnTo>
                  <a:pt x="2118971" y="908899"/>
                </a:lnTo>
                <a:close/>
              </a:path>
              <a:path extrusionOk="0" h="2468879" w="4523105">
                <a:moveTo>
                  <a:pt x="2421609" y="906383"/>
                </a:moveTo>
                <a:lnTo>
                  <a:pt x="2411466" y="908426"/>
                </a:lnTo>
                <a:lnTo>
                  <a:pt x="2403186" y="913998"/>
                </a:lnTo>
                <a:lnTo>
                  <a:pt x="2397606" y="922265"/>
                </a:lnTo>
                <a:lnTo>
                  <a:pt x="2395561" y="932394"/>
                </a:lnTo>
                <a:lnTo>
                  <a:pt x="2397606" y="942497"/>
                </a:lnTo>
                <a:lnTo>
                  <a:pt x="2403186" y="950751"/>
                </a:lnTo>
                <a:lnTo>
                  <a:pt x="2411466" y="956318"/>
                </a:lnTo>
                <a:lnTo>
                  <a:pt x="2421609" y="958360"/>
                </a:lnTo>
                <a:lnTo>
                  <a:pt x="2431727" y="956318"/>
                </a:lnTo>
                <a:lnTo>
                  <a:pt x="2439992" y="950751"/>
                </a:lnTo>
                <a:lnTo>
                  <a:pt x="2445567" y="942497"/>
                </a:lnTo>
                <a:lnTo>
                  <a:pt x="2447612" y="932394"/>
                </a:lnTo>
                <a:lnTo>
                  <a:pt x="2445567" y="922265"/>
                </a:lnTo>
                <a:lnTo>
                  <a:pt x="2439992" y="913998"/>
                </a:lnTo>
                <a:lnTo>
                  <a:pt x="2431726" y="908426"/>
                </a:lnTo>
                <a:lnTo>
                  <a:pt x="2421609" y="906383"/>
                </a:lnTo>
                <a:close/>
              </a:path>
              <a:path extrusionOk="0" h="2468879" w="4523105">
                <a:moveTo>
                  <a:pt x="2724202" y="903014"/>
                </a:moveTo>
                <a:lnTo>
                  <a:pt x="2712760" y="905324"/>
                </a:lnTo>
                <a:lnTo>
                  <a:pt x="2703422" y="911622"/>
                </a:lnTo>
                <a:lnTo>
                  <a:pt x="2697130" y="920961"/>
                </a:lnTo>
                <a:lnTo>
                  <a:pt x="2694824" y="932394"/>
                </a:lnTo>
                <a:lnTo>
                  <a:pt x="2697130" y="943800"/>
                </a:lnTo>
                <a:lnTo>
                  <a:pt x="2703422" y="953126"/>
                </a:lnTo>
                <a:lnTo>
                  <a:pt x="2712760" y="959420"/>
                </a:lnTo>
                <a:lnTo>
                  <a:pt x="2724202" y="961729"/>
                </a:lnTo>
                <a:lnTo>
                  <a:pt x="2735617" y="959420"/>
                </a:lnTo>
                <a:lnTo>
                  <a:pt x="2744941" y="953126"/>
                </a:lnTo>
                <a:lnTo>
                  <a:pt x="2751228" y="943800"/>
                </a:lnTo>
                <a:lnTo>
                  <a:pt x="2753534" y="932394"/>
                </a:lnTo>
                <a:lnTo>
                  <a:pt x="2751228" y="920961"/>
                </a:lnTo>
                <a:lnTo>
                  <a:pt x="2744941" y="911622"/>
                </a:lnTo>
                <a:lnTo>
                  <a:pt x="2735617" y="905324"/>
                </a:lnTo>
                <a:lnTo>
                  <a:pt x="2724202" y="903014"/>
                </a:lnTo>
                <a:close/>
              </a:path>
              <a:path extrusionOk="0" h="2468879" w="4523105">
                <a:moveTo>
                  <a:pt x="3026794" y="899689"/>
                </a:moveTo>
                <a:lnTo>
                  <a:pt x="3014047" y="902260"/>
                </a:lnTo>
                <a:lnTo>
                  <a:pt x="3003636" y="909269"/>
                </a:lnTo>
                <a:lnTo>
                  <a:pt x="2996617" y="919665"/>
                </a:lnTo>
                <a:lnTo>
                  <a:pt x="2994042" y="932394"/>
                </a:lnTo>
                <a:lnTo>
                  <a:pt x="2996617" y="945123"/>
                </a:lnTo>
                <a:lnTo>
                  <a:pt x="3003636" y="955518"/>
                </a:lnTo>
                <a:lnTo>
                  <a:pt x="3014047" y="962528"/>
                </a:lnTo>
                <a:lnTo>
                  <a:pt x="3026794" y="965098"/>
                </a:lnTo>
                <a:lnTo>
                  <a:pt x="3039515" y="962528"/>
                </a:lnTo>
                <a:lnTo>
                  <a:pt x="3049913" y="955518"/>
                </a:lnTo>
                <a:lnTo>
                  <a:pt x="3056927" y="945123"/>
                </a:lnTo>
                <a:lnTo>
                  <a:pt x="3059501" y="932394"/>
                </a:lnTo>
                <a:lnTo>
                  <a:pt x="3056927" y="919665"/>
                </a:lnTo>
                <a:lnTo>
                  <a:pt x="3049912" y="909269"/>
                </a:lnTo>
                <a:lnTo>
                  <a:pt x="3039515" y="902260"/>
                </a:lnTo>
                <a:lnTo>
                  <a:pt x="3026794" y="899689"/>
                </a:lnTo>
                <a:close/>
              </a:path>
              <a:path extrusionOk="0" h="2468879" w="4523105">
                <a:moveTo>
                  <a:pt x="3329387" y="897174"/>
                </a:moveTo>
                <a:lnTo>
                  <a:pt x="3315657" y="899941"/>
                </a:lnTo>
                <a:lnTo>
                  <a:pt x="3304446" y="907489"/>
                </a:lnTo>
                <a:lnTo>
                  <a:pt x="3296887" y="918684"/>
                </a:lnTo>
                <a:lnTo>
                  <a:pt x="3294116" y="932394"/>
                </a:lnTo>
                <a:lnTo>
                  <a:pt x="3296887" y="946103"/>
                </a:lnTo>
                <a:lnTo>
                  <a:pt x="3304446" y="957299"/>
                </a:lnTo>
                <a:lnTo>
                  <a:pt x="3315657" y="964846"/>
                </a:lnTo>
                <a:lnTo>
                  <a:pt x="3329387" y="967614"/>
                </a:lnTo>
                <a:lnTo>
                  <a:pt x="3343090" y="964846"/>
                </a:lnTo>
                <a:lnTo>
                  <a:pt x="3354288" y="957299"/>
                </a:lnTo>
                <a:lnTo>
                  <a:pt x="3361842" y="946103"/>
                </a:lnTo>
                <a:lnTo>
                  <a:pt x="3364613" y="932394"/>
                </a:lnTo>
                <a:lnTo>
                  <a:pt x="3361842" y="918684"/>
                </a:lnTo>
                <a:lnTo>
                  <a:pt x="3354288" y="907489"/>
                </a:lnTo>
                <a:lnTo>
                  <a:pt x="3343090" y="899941"/>
                </a:lnTo>
                <a:lnTo>
                  <a:pt x="3329387" y="897174"/>
                </a:lnTo>
                <a:close/>
              </a:path>
              <a:path extrusionOk="0" h="2468879" w="4523105">
                <a:moveTo>
                  <a:pt x="3631934" y="894658"/>
                </a:moveTo>
                <a:lnTo>
                  <a:pt x="3617249" y="897623"/>
                </a:lnTo>
                <a:lnTo>
                  <a:pt x="3605250" y="905709"/>
                </a:lnTo>
                <a:lnTo>
                  <a:pt x="3597157" y="917704"/>
                </a:lnTo>
                <a:lnTo>
                  <a:pt x="3594189" y="932394"/>
                </a:lnTo>
                <a:lnTo>
                  <a:pt x="3597157" y="947084"/>
                </a:lnTo>
                <a:lnTo>
                  <a:pt x="3605250" y="959079"/>
                </a:lnTo>
                <a:lnTo>
                  <a:pt x="3617249" y="967165"/>
                </a:lnTo>
                <a:lnTo>
                  <a:pt x="3631934" y="970130"/>
                </a:lnTo>
                <a:lnTo>
                  <a:pt x="3646645" y="967165"/>
                </a:lnTo>
                <a:lnTo>
                  <a:pt x="3658657" y="959079"/>
                </a:lnTo>
                <a:lnTo>
                  <a:pt x="3666755" y="947084"/>
                </a:lnTo>
                <a:lnTo>
                  <a:pt x="3669724" y="932394"/>
                </a:lnTo>
                <a:lnTo>
                  <a:pt x="3666755" y="917704"/>
                </a:lnTo>
                <a:lnTo>
                  <a:pt x="3658657" y="905709"/>
                </a:lnTo>
                <a:lnTo>
                  <a:pt x="3646645" y="897623"/>
                </a:lnTo>
                <a:lnTo>
                  <a:pt x="3631934" y="894658"/>
                </a:lnTo>
                <a:close/>
              </a:path>
              <a:path extrusionOk="0" h="2468879" w="4523105">
                <a:moveTo>
                  <a:pt x="3934527" y="891289"/>
                </a:moveTo>
                <a:lnTo>
                  <a:pt x="3918543" y="894521"/>
                </a:lnTo>
                <a:lnTo>
                  <a:pt x="3905487" y="903334"/>
                </a:lnTo>
                <a:lnTo>
                  <a:pt x="3896681" y="916400"/>
                </a:lnTo>
                <a:lnTo>
                  <a:pt x="3893452" y="932394"/>
                </a:lnTo>
                <a:lnTo>
                  <a:pt x="3896681" y="948387"/>
                </a:lnTo>
                <a:lnTo>
                  <a:pt x="3905487" y="961454"/>
                </a:lnTo>
                <a:lnTo>
                  <a:pt x="3918543" y="970267"/>
                </a:lnTo>
                <a:lnTo>
                  <a:pt x="3934527" y="973499"/>
                </a:lnTo>
                <a:lnTo>
                  <a:pt x="3950543" y="970267"/>
                </a:lnTo>
                <a:lnTo>
                  <a:pt x="3963629" y="961454"/>
                </a:lnTo>
                <a:lnTo>
                  <a:pt x="3972454" y="948387"/>
                </a:lnTo>
                <a:lnTo>
                  <a:pt x="3975691" y="932394"/>
                </a:lnTo>
                <a:lnTo>
                  <a:pt x="3972454" y="916400"/>
                </a:lnTo>
                <a:lnTo>
                  <a:pt x="3963628" y="903334"/>
                </a:lnTo>
                <a:lnTo>
                  <a:pt x="3950543" y="894521"/>
                </a:lnTo>
                <a:lnTo>
                  <a:pt x="3934527" y="891289"/>
                </a:lnTo>
                <a:close/>
              </a:path>
              <a:path extrusionOk="0" h="2468879" w="4523105">
                <a:moveTo>
                  <a:pt x="4237119" y="888818"/>
                </a:moveTo>
                <a:lnTo>
                  <a:pt x="4220154" y="892247"/>
                </a:lnTo>
                <a:lnTo>
                  <a:pt x="4206296" y="901593"/>
                </a:lnTo>
                <a:lnTo>
                  <a:pt x="4196952" y="915446"/>
                </a:lnTo>
                <a:lnTo>
                  <a:pt x="4193525" y="932394"/>
                </a:lnTo>
                <a:lnTo>
                  <a:pt x="4196952" y="949368"/>
                </a:lnTo>
                <a:lnTo>
                  <a:pt x="4206296" y="963234"/>
                </a:lnTo>
                <a:lnTo>
                  <a:pt x="4220154" y="972585"/>
                </a:lnTo>
                <a:lnTo>
                  <a:pt x="4237119" y="976015"/>
                </a:lnTo>
                <a:lnTo>
                  <a:pt x="4254111" y="972585"/>
                </a:lnTo>
                <a:lnTo>
                  <a:pt x="4267981" y="963234"/>
                </a:lnTo>
                <a:lnTo>
                  <a:pt x="4277330" y="949368"/>
                </a:lnTo>
                <a:lnTo>
                  <a:pt x="4280758" y="932394"/>
                </a:lnTo>
                <a:lnTo>
                  <a:pt x="4277330" y="915446"/>
                </a:lnTo>
                <a:lnTo>
                  <a:pt x="4267981" y="901593"/>
                </a:lnTo>
                <a:lnTo>
                  <a:pt x="4254111" y="892247"/>
                </a:lnTo>
                <a:lnTo>
                  <a:pt x="4237119" y="888818"/>
                </a:lnTo>
                <a:close/>
              </a:path>
              <a:path extrusionOk="0" h="2468879" w="4523105">
                <a:moveTo>
                  <a:pt x="4522590" y="889761"/>
                </a:moveTo>
                <a:lnTo>
                  <a:pt x="4521764" y="889928"/>
                </a:lnTo>
                <a:lnTo>
                  <a:pt x="4507106" y="899813"/>
                </a:lnTo>
                <a:lnTo>
                  <a:pt x="4497223" y="914465"/>
                </a:lnTo>
                <a:lnTo>
                  <a:pt x="4493598" y="932394"/>
                </a:lnTo>
                <a:lnTo>
                  <a:pt x="4497223" y="950349"/>
                </a:lnTo>
                <a:lnTo>
                  <a:pt x="4507106" y="965014"/>
                </a:lnTo>
                <a:lnTo>
                  <a:pt x="4521764" y="974904"/>
                </a:lnTo>
                <a:lnTo>
                  <a:pt x="4522590" y="975071"/>
                </a:lnTo>
                <a:lnTo>
                  <a:pt x="4522590" y="889761"/>
                </a:lnTo>
                <a:close/>
              </a:path>
              <a:path extrusionOk="0" h="2468879" w="4523105">
                <a:moveTo>
                  <a:pt x="1681" y="1234327"/>
                </a:moveTo>
                <a:lnTo>
                  <a:pt x="0" y="1234327"/>
                </a:lnTo>
                <a:lnTo>
                  <a:pt x="0" y="1235270"/>
                </a:lnTo>
                <a:lnTo>
                  <a:pt x="1681" y="1235270"/>
                </a:lnTo>
                <a:lnTo>
                  <a:pt x="1681" y="1234327"/>
                </a:lnTo>
                <a:close/>
              </a:path>
              <a:path extrusionOk="0" h="2468879" w="4523105">
                <a:moveTo>
                  <a:pt x="305302" y="1231407"/>
                </a:moveTo>
                <a:lnTo>
                  <a:pt x="301568" y="1231407"/>
                </a:lnTo>
                <a:lnTo>
                  <a:pt x="300069" y="1232934"/>
                </a:lnTo>
                <a:lnTo>
                  <a:pt x="300069" y="1236663"/>
                </a:lnTo>
                <a:lnTo>
                  <a:pt x="301568" y="1238146"/>
                </a:lnTo>
                <a:lnTo>
                  <a:pt x="305284" y="1238146"/>
                </a:lnTo>
                <a:lnTo>
                  <a:pt x="306795" y="1236663"/>
                </a:lnTo>
                <a:lnTo>
                  <a:pt x="306795" y="1232934"/>
                </a:lnTo>
                <a:lnTo>
                  <a:pt x="305302" y="1231407"/>
                </a:lnTo>
                <a:close/>
              </a:path>
              <a:path extrusionOk="0" h="2468879" w="4523105">
                <a:moveTo>
                  <a:pt x="609743" y="1228083"/>
                </a:moveTo>
                <a:lnTo>
                  <a:pt x="602320" y="1228083"/>
                </a:lnTo>
                <a:lnTo>
                  <a:pt x="599306" y="1231092"/>
                </a:lnTo>
                <a:lnTo>
                  <a:pt x="599306" y="1238505"/>
                </a:lnTo>
                <a:lnTo>
                  <a:pt x="602320" y="1241515"/>
                </a:lnTo>
                <a:lnTo>
                  <a:pt x="609743" y="1241515"/>
                </a:lnTo>
                <a:lnTo>
                  <a:pt x="612757" y="1238505"/>
                </a:lnTo>
                <a:lnTo>
                  <a:pt x="612757" y="1231092"/>
                </a:lnTo>
                <a:lnTo>
                  <a:pt x="609743" y="1228083"/>
                </a:lnTo>
                <a:close/>
              </a:path>
              <a:path extrusionOk="0" h="2468879" w="4523105">
                <a:moveTo>
                  <a:pt x="914180" y="1224758"/>
                </a:moveTo>
                <a:lnTo>
                  <a:pt x="903068" y="1224758"/>
                </a:lnTo>
                <a:lnTo>
                  <a:pt x="898569" y="1229251"/>
                </a:lnTo>
                <a:lnTo>
                  <a:pt x="898569" y="1240347"/>
                </a:lnTo>
                <a:lnTo>
                  <a:pt x="903068" y="1244839"/>
                </a:lnTo>
                <a:lnTo>
                  <a:pt x="914180" y="1244839"/>
                </a:lnTo>
                <a:lnTo>
                  <a:pt x="918679" y="1240347"/>
                </a:lnTo>
                <a:lnTo>
                  <a:pt x="918679" y="1229251"/>
                </a:lnTo>
                <a:lnTo>
                  <a:pt x="914180" y="1224758"/>
                </a:lnTo>
                <a:close/>
              </a:path>
              <a:path extrusionOk="0" h="2468879" w="4523105">
                <a:moveTo>
                  <a:pt x="1218617" y="1221389"/>
                </a:moveTo>
                <a:lnTo>
                  <a:pt x="1203816" y="1221389"/>
                </a:lnTo>
                <a:lnTo>
                  <a:pt x="1197788" y="1227409"/>
                </a:lnTo>
                <a:lnTo>
                  <a:pt x="1197788" y="1242189"/>
                </a:lnTo>
                <a:lnTo>
                  <a:pt x="1203816" y="1248208"/>
                </a:lnTo>
                <a:lnTo>
                  <a:pt x="1218617" y="1248208"/>
                </a:lnTo>
                <a:lnTo>
                  <a:pt x="1224646" y="1242189"/>
                </a:lnTo>
                <a:lnTo>
                  <a:pt x="1224646" y="1227409"/>
                </a:lnTo>
                <a:lnTo>
                  <a:pt x="1218617" y="1221389"/>
                </a:lnTo>
                <a:close/>
              </a:path>
              <a:path extrusionOk="0" h="2468879" w="4523105">
                <a:moveTo>
                  <a:pt x="1523054" y="1218065"/>
                </a:moveTo>
                <a:lnTo>
                  <a:pt x="1504564" y="1218065"/>
                </a:lnTo>
                <a:lnTo>
                  <a:pt x="1497051" y="1225567"/>
                </a:lnTo>
                <a:lnTo>
                  <a:pt x="1497051" y="1244075"/>
                </a:lnTo>
                <a:lnTo>
                  <a:pt x="1504564" y="1251578"/>
                </a:lnTo>
                <a:lnTo>
                  <a:pt x="1523054" y="1251578"/>
                </a:lnTo>
                <a:lnTo>
                  <a:pt x="1530567" y="1244075"/>
                </a:lnTo>
                <a:lnTo>
                  <a:pt x="1530567" y="1225567"/>
                </a:lnTo>
                <a:lnTo>
                  <a:pt x="1523054" y="1218065"/>
                </a:lnTo>
                <a:close/>
              </a:path>
              <a:path extrusionOk="0" h="2468879" w="4523105">
                <a:moveTo>
                  <a:pt x="1816379" y="1214695"/>
                </a:moveTo>
                <a:lnTo>
                  <a:pt x="1808549" y="1216273"/>
                </a:lnTo>
                <a:lnTo>
                  <a:pt x="1802157" y="1220580"/>
                </a:lnTo>
                <a:lnTo>
                  <a:pt x="1797849" y="1226976"/>
                </a:lnTo>
                <a:lnTo>
                  <a:pt x="1796269" y="1234821"/>
                </a:lnTo>
                <a:lnTo>
                  <a:pt x="1797849" y="1242647"/>
                </a:lnTo>
                <a:lnTo>
                  <a:pt x="1802157" y="1249045"/>
                </a:lnTo>
                <a:lnTo>
                  <a:pt x="1808549" y="1253363"/>
                </a:lnTo>
                <a:lnTo>
                  <a:pt x="1816379" y="1254947"/>
                </a:lnTo>
                <a:lnTo>
                  <a:pt x="1824235" y="1253363"/>
                </a:lnTo>
                <a:lnTo>
                  <a:pt x="1830641" y="1249045"/>
                </a:lnTo>
                <a:lnTo>
                  <a:pt x="1834954" y="1242647"/>
                </a:lnTo>
                <a:lnTo>
                  <a:pt x="1836534" y="1234821"/>
                </a:lnTo>
                <a:lnTo>
                  <a:pt x="1834954" y="1226976"/>
                </a:lnTo>
                <a:lnTo>
                  <a:pt x="1830641" y="1220580"/>
                </a:lnTo>
                <a:lnTo>
                  <a:pt x="1824235" y="1216273"/>
                </a:lnTo>
                <a:lnTo>
                  <a:pt x="1816379" y="1214695"/>
                </a:lnTo>
                <a:close/>
              </a:path>
              <a:path extrusionOk="0" h="2468879" w="4523105">
                <a:moveTo>
                  <a:pt x="2118972" y="1211326"/>
                </a:moveTo>
                <a:lnTo>
                  <a:pt x="2109836" y="1213171"/>
                </a:lnTo>
                <a:lnTo>
                  <a:pt x="2102371" y="1218205"/>
                </a:lnTo>
                <a:lnTo>
                  <a:pt x="2097335" y="1225673"/>
                </a:lnTo>
                <a:lnTo>
                  <a:pt x="2095488" y="1234821"/>
                </a:lnTo>
                <a:lnTo>
                  <a:pt x="2097335" y="1243969"/>
                </a:lnTo>
                <a:lnTo>
                  <a:pt x="2102371" y="1251437"/>
                </a:lnTo>
                <a:lnTo>
                  <a:pt x="2109836" y="1256471"/>
                </a:lnTo>
                <a:lnTo>
                  <a:pt x="2118972" y="1258316"/>
                </a:lnTo>
                <a:lnTo>
                  <a:pt x="2128133" y="1256471"/>
                </a:lnTo>
                <a:lnTo>
                  <a:pt x="2135612" y="1251437"/>
                </a:lnTo>
                <a:lnTo>
                  <a:pt x="2140653" y="1243969"/>
                </a:lnTo>
                <a:lnTo>
                  <a:pt x="2142501" y="1234821"/>
                </a:lnTo>
                <a:lnTo>
                  <a:pt x="2140653" y="1225673"/>
                </a:lnTo>
                <a:lnTo>
                  <a:pt x="2135612" y="1218205"/>
                </a:lnTo>
                <a:lnTo>
                  <a:pt x="2128133" y="1213171"/>
                </a:lnTo>
                <a:lnTo>
                  <a:pt x="2118972" y="1211326"/>
                </a:lnTo>
                <a:close/>
              </a:path>
              <a:path extrusionOk="0" h="2468879" w="4523105">
                <a:moveTo>
                  <a:pt x="2421609" y="1208855"/>
                </a:moveTo>
                <a:lnTo>
                  <a:pt x="2411466" y="1210897"/>
                </a:lnTo>
                <a:lnTo>
                  <a:pt x="2403186" y="1216464"/>
                </a:lnTo>
                <a:lnTo>
                  <a:pt x="2397606" y="1224718"/>
                </a:lnTo>
                <a:lnTo>
                  <a:pt x="2395561" y="1234821"/>
                </a:lnTo>
                <a:lnTo>
                  <a:pt x="2397606" y="1244950"/>
                </a:lnTo>
                <a:lnTo>
                  <a:pt x="2403186" y="1253217"/>
                </a:lnTo>
                <a:lnTo>
                  <a:pt x="2411466" y="1258789"/>
                </a:lnTo>
                <a:lnTo>
                  <a:pt x="2421609" y="1260832"/>
                </a:lnTo>
                <a:lnTo>
                  <a:pt x="2431727" y="1258789"/>
                </a:lnTo>
                <a:lnTo>
                  <a:pt x="2439993" y="1253217"/>
                </a:lnTo>
                <a:lnTo>
                  <a:pt x="2445568" y="1244950"/>
                </a:lnTo>
                <a:lnTo>
                  <a:pt x="2447613" y="1234821"/>
                </a:lnTo>
                <a:lnTo>
                  <a:pt x="2445568" y="1224718"/>
                </a:lnTo>
                <a:lnTo>
                  <a:pt x="2439993" y="1216464"/>
                </a:lnTo>
                <a:lnTo>
                  <a:pt x="2431727" y="1210897"/>
                </a:lnTo>
                <a:lnTo>
                  <a:pt x="2421609" y="1208855"/>
                </a:lnTo>
                <a:close/>
              </a:path>
              <a:path extrusionOk="0" h="2468879" w="4523105">
                <a:moveTo>
                  <a:pt x="2724202" y="1205486"/>
                </a:moveTo>
                <a:lnTo>
                  <a:pt x="2712760" y="1207789"/>
                </a:lnTo>
                <a:lnTo>
                  <a:pt x="2703423" y="1214072"/>
                </a:lnTo>
                <a:lnTo>
                  <a:pt x="2697131" y="1223396"/>
                </a:lnTo>
                <a:lnTo>
                  <a:pt x="2694824" y="1234821"/>
                </a:lnTo>
                <a:lnTo>
                  <a:pt x="2697131" y="1246247"/>
                </a:lnTo>
                <a:lnTo>
                  <a:pt x="2703423" y="1255570"/>
                </a:lnTo>
                <a:lnTo>
                  <a:pt x="2712760" y="1261853"/>
                </a:lnTo>
                <a:lnTo>
                  <a:pt x="2724202" y="1264156"/>
                </a:lnTo>
                <a:lnTo>
                  <a:pt x="2735618" y="1261853"/>
                </a:lnTo>
                <a:lnTo>
                  <a:pt x="2744941" y="1255570"/>
                </a:lnTo>
                <a:lnTo>
                  <a:pt x="2751229" y="1246247"/>
                </a:lnTo>
                <a:lnTo>
                  <a:pt x="2753534" y="1234821"/>
                </a:lnTo>
                <a:lnTo>
                  <a:pt x="2751229" y="1223396"/>
                </a:lnTo>
                <a:lnTo>
                  <a:pt x="2744941" y="1214072"/>
                </a:lnTo>
                <a:lnTo>
                  <a:pt x="2735618" y="1207789"/>
                </a:lnTo>
                <a:lnTo>
                  <a:pt x="2724202" y="1205486"/>
                </a:lnTo>
                <a:close/>
              </a:path>
              <a:path extrusionOk="0" h="2468879" w="4523105">
                <a:moveTo>
                  <a:pt x="3026794" y="1202117"/>
                </a:moveTo>
                <a:lnTo>
                  <a:pt x="3014047" y="1204687"/>
                </a:lnTo>
                <a:lnTo>
                  <a:pt x="3003636" y="1211697"/>
                </a:lnTo>
                <a:lnTo>
                  <a:pt x="2996617" y="1222092"/>
                </a:lnTo>
                <a:lnTo>
                  <a:pt x="2994043" y="1234821"/>
                </a:lnTo>
                <a:lnTo>
                  <a:pt x="2996617" y="1247550"/>
                </a:lnTo>
                <a:lnTo>
                  <a:pt x="3003636" y="1257946"/>
                </a:lnTo>
                <a:lnTo>
                  <a:pt x="3014047" y="1264955"/>
                </a:lnTo>
                <a:lnTo>
                  <a:pt x="3026794" y="1267526"/>
                </a:lnTo>
                <a:lnTo>
                  <a:pt x="3039515" y="1264955"/>
                </a:lnTo>
                <a:lnTo>
                  <a:pt x="3049913" y="1257946"/>
                </a:lnTo>
                <a:lnTo>
                  <a:pt x="3056927" y="1247550"/>
                </a:lnTo>
                <a:lnTo>
                  <a:pt x="3059501" y="1234821"/>
                </a:lnTo>
                <a:lnTo>
                  <a:pt x="3056927" y="1222092"/>
                </a:lnTo>
                <a:lnTo>
                  <a:pt x="3049913" y="1211697"/>
                </a:lnTo>
                <a:lnTo>
                  <a:pt x="3039515" y="1204687"/>
                </a:lnTo>
                <a:lnTo>
                  <a:pt x="3026794" y="1202117"/>
                </a:lnTo>
                <a:close/>
              </a:path>
              <a:path extrusionOk="0" h="2468879" w="4523105">
                <a:moveTo>
                  <a:pt x="3329387" y="1199646"/>
                </a:moveTo>
                <a:lnTo>
                  <a:pt x="3315657" y="1202414"/>
                </a:lnTo>
                <a:lnTo>
                  <a:pt x="3304446" y="1209961"/>
                </a:lnTo>
                <a:lnTo>
                  <a:pt x="3296887" y="1221157"/>
                </a:lnTo>
                <a:lnTo>
                  <a:pt x="3294116" y="1234866"/>
                </a:lnTo>
                <a:lnTo>
                  <a:pt x="3296887" y="1248550"/>
                </a:lnTo>
                <a:lnTo>
                  <a:pt x="3304446" y="1259731"/>
                </a:lnTo>
                <a:lnTo>
                  <a:pt x="3315658" y="1267274"/>
                </a:lnTo>
                <a:lnTo>
                  <a:pt x="3329387" y="1270041"/>
                </a:lnTo>
                <a:lnTo>
                  <a:pt x="3343090" y="1267274"/>
                </a:lnTo>
                <a:lnTo>
                  <a:pt x="3354288" y="1259731"/>
                </a:lnTo>
                <a:lnTo>
                  <a:pt x="3361842" y="1248550"/>
                </a:lnTo>
                <a:lnTo>
                  <a:pt x="3364613" y="1234866"/>
                </a:lnTo>
                <a:lnTo>
                  <a:pt x="3361842" y="1221157"/>
                </a:lnTo>
                <a:lnTo>
                  <a:pt x="3354288" y="1209961"/>
                </a:lnTo>
                <a:lnTo>
                  <a:pt x="3343090" y="1202414"/>
                </a:lnTo>
                <a:lnTo>
                  <a:pt x="3329387" y="1199646"/>
                </a:lnTo>
                <a:close/>
              </a:path>
              <a:path extrusionOk="0" h="2468879" w="4523105">
                <a:moveTo>
                  <a:pt x="3631934" y="1197130"/>
                </a:moveTo>
                <a:lnTo>
                  <a:pt x="3617249" y="1200095"/>
                </a:lnTo>
                <a:lnTo>
                  <a:pt x="3605250" y="1208181"/>
                </a:lnTo>
                <a:lnTo>
                  <a:pt x="3597157" y="1220176"/>
                </a:lnTo>
                <a:lnTo>
                  <a:pt x="3594189" y="1234866"/>
                </a:lnTo>
                <a:lnTo>
                  <a:pt x="3597157" y="1249530"/>
                </a:lnTo>
                <a:lnTo>
                  <a:pt x="3605250" y="1261512"/>
                </a:lnTo>
                <a:lnTo>
                  <a:pt x="3617249" y="1269593"/>
                </a:lnTo>
                <a:lnTo>
                  <a:pt x="3631934" y="1272557"/>
                </a:lnTo>
                <a:lnTo>
                  <a:pt x="3646645" y="1269593"/>
                </a:lnTo>
                <a:lnTo>
                  <a:pt x="3658657" y="1261512"/>
                </a:lnTo>
                <a:lnTo>
                  <a:pt x="3666755" y="1249530"/>
                </a:lnTo>
                <a:lnTo>
                  <a:pt x="3669725" y="1234866"/>
                </a:lnTo>
                <a:lnTo>
                  <a:pt x="3666755" y="1220176"/>
                </a:lnTo>
                <a:lnTo>
                  <a:pt x="3658657" y="1208181"/>
                </a:lnTo>
                <a:lnTo>
                  <a:pt x="3646645" y="1200095"/>
                </a:lnTo>
                <a:lnTo>
                  <a:pt x="3631934" y="1197130"/>
                </a:lnTo>
                <a:close/>
              </a:path>
              <a:path extrusionOk="0" h="2468879" w="4523105">
                <a:moveTo>
                  <a:pt x="3934527" y="1193761"/>
                </a:moveTo>
                <a:lnTo>
                  <a:pt x="3918543" y="1196993"/>
                </a:lnTo>
                <a:lnTo>
                  <a:pt x="3905487" y="1205806"/>
                </a:lnTo>
                <a:lnTo>
                  <a:pt x="3896682" y="1218872"/>
                </a:lnTo>
                <a:lnTo>
                  <a:pt x="3893452" y="1234866"/>
                </a:lnTo>
                <a:lnTo>
                  <a:pt x="3896682" y="1250853"/>
                </a:lnTo>
                <a:lnTo>
                  <a:pt x="3905487" y="1263904"/>
                </a:lnTo>
                <a:lnTo>
                  <a:pt x="3918543" y="1272701"/>
                </a:lnTo>
                <a:lnTo>
                  <a:pt x="3934527" y="1275926"/>
                </a:lnTo>
                <a:lnTo>
                  <a:pt x="3950543" y="1272701"/>
                </a:lnTo>
                <a:lnTo>
                  <a:pt x="3963629" y="1263904"/>
                </a:lnTo>
                <a:lnTo>
                  <a:pt x="3972454" y="1250853"/>
                </a:lnTo>
                <a:lnTo>
                  <a:pt x="3975691" y="1234866"/>
                </a:lnTo>
                <a:lnTo>
                  <a:pt x="3972454" y="1218872"/>
                </a:lnTo>
                <a:lnTo>
                  <a:pt x="3963629" y="1205806"/>
                </a:lnTo>
                <a:lnTo>
                  <a:pt x="3950543" y="1196993"/>
                </a:lnTo>
                <a:lnTo>
                  <a:pt x="3934527" y="1193761"/>
                </a:lnTo>
                <a:close/>
              </a:path>
              <a:path extrusionOk="0" h="2468879" w="4523105">
                <a:moveTo>
                  <a:pt x="4237119" y="1191290"/>
                </a:moveTo>
                <a:lnTo>
                  <a:pt x="4220154" y="1194713"/>
                </a:lnTo>
                <a:lnTo>
                  <a:pt x="4206297" y="1204048"/>
                </a:lnTo>
                <a:lnTo>
                  <a:pt x="4196952" y="1217899"/>
                </a:lnTo>
                <a:lnTo>
                  <a:pt x="4193525" y="1234866"/>
                </a:lnTo>
                <a:lnTo>
                  <a:pt x="4196952" y="1251833"/>
                </a:lnTo>
                <a:lnTo>
                  <a:pt x="4206297" y="1265684"/>
                </a:lnTo>
                <a:lnTo>
                  <a:pt x="4220154" y="1275020"/>
                </a:lnTo>
                <a:lnTo>
                  <a:pt x="4237119" y="1278442"/>
                </a:lnTo>
                <a:lnTo>
                  <a:pt x="4254111" y="1275020"/>
                </a:lnTo>
                <a:lnTo>
                  <a:pt x="4267981" y="1265684"/>
                </a:lnTo>
                <a:lnTo>
                  <a:pt x="4277331" y="1251833"/>
                </a:lnTo>
                <a:lnTo>
                  <a:pt x="4280758" y="1234866"/>
                </a:lnTo>
                <a:lnTo>
                  <a:pt x="4277331" y="1217899"/>
                </a:lnTo>
                <a:lnTo>
                  <a:pt x="4267981" y="1204048"/>
                </a:lnTo>
                <a:lnTo>
                  <a:pt x="4254111" y="1194713"/>
                </a:lnTo>
                <a:lnTo>
                  <a:pt x="4237119" y="1191290"/>
                </a:lnTo>
                <a:close/>
              </a:path>
              <a:path extrusionOk="0" h="2468879" w="4523105">
                <a:moveTo>
                  <a:pt x="4522590" y="1192227"/>
                </a:moveTo>
                <a:lnTo>
                  <a:pt x="4521764" y="1192394"/>
                </a:lnTo>
                <a:lnTo>
                  <a:pt x="4507106" y="1202268"/>
                </a:lnTo>
                <a:lnTo>
                  <a:pt x="4497223" y="1216918"/>
                </a:lnTo>
                <a:lnTo>
                  <a:pt x="4493599" y="1234866"/>
                </a:lnTo>
                <a:lnTo>
                  <a:pt x="4497223" y="1252814"/>
                </a:lnTo>
                <a:lnTo>
                  <a:pt x="4507106" y="1267464"/>
                </a:lnTo>
                <a:lnTo>
                  <a:pt x="4521764" y="1277338"/>
                </a:lnTo>
                <a:lnTo>
                  <a:pt x="4522590" y="1277505"/>
                </a:lnTo>
                <a:lnTo>
                  <a:pt x="4522590" y="1192227"/>
                </a:lnTo>
                <a:close/>
              </a:path>
              <a:path extrusionOk="0" h="2468879" w="4523105">
                <a:moveTo>
                  <a:pt x="1681" y="1536754"/>
                </a:moveTo>
                <a:lnTo>
                  <a:pt x="0" y="1536754"/>
                </a:lnTo>
                <a:lnTo>
                  <a:pt x="0" y="1537698"/>
                </a:lnTo>
                <a:lnTo>
                  <a:pt x="1681" y="1537698"/>
                </a:lnTo>
                <a:lnTo>
                  <a:pt x="1681" y="1536754"/>
                </a:lnTo>
                <a:close/>
              </a:path>
              <a:path extrusionOk="0" h="2468879" w="4523105">
                <a:moveTo>
                  <a:pt x="305302" y="1533879"/>
                </a:moveTo>
                <a:lnTo>
                  <a:pt x="301568" y="1533879"/>
                </a:lnTo>
                <a:lnTo>
                  <a:pt x="300070" y="1535362"/>
                </a:lnTo>
                <a:lnTo>
                  <a:pt x="300070" y="1539090"/>
                </a:lnTo>
                <a:lnTo>
                  <a:pt x="301568" y="1540618"/>
                </a:lnTo>
                <a:lnTo>
                  <a:pt x="305284" y="1540618"/>
                </a:lnTo>
                <a:lnTo>
                  <a:pt x="306795" y="1539090"/>
                </a:lnTo>
                <a:lnTo>
                  <a:pt x="306795" y="1535362"/>
                </a:lnTo>
                <a:lnTo>
                  <a:pt x="305302" y="1533879"/>
                </a:lnTo>
                <a:close/>
              </a:path>
              <a:path extrusionOk="0" h="2468879" w="4523105">
                <a:moveTo>
                  <a:pt x="609743" y="1530555"/>
                </a:moveTo>
                <a:lnTo>
                  <a:pt x="602320" y="1530555"/>
                </a:lnTo>
                <a:lnTo>
                  <a:pt x="599306" y="1533565"/>
                </a:lnTo>
                <a:lnTo>
                  <a:pt x="599306" y="1540932"/>
                </a:lnTo>
                <a:lnTo>
                  <a:pt x="602320" y="1543942"/>
                </a:lnTo>
                <a:lnTo>
                  <a:pt x="609743" y="1543942"/>
                </a:lnTo>
                <a:lnTo>
                  <a:pt x="612758" y="1540932"/>
                </a:lnTo>
                <a:lnTo>
                  <a:pt x="612758" y="1533565"/>
                </a:lnTo>
                <a:lnTo>
                  <a:pt x="609743" y="1530555"/>
                </a:lnTo>
                <a:close/>
              </a:path>
              <a:path extrusionOk="0" h="2468879" w="4523105">
                <a:moveTo>
                  <a:pt x="914180" y="1527186"/>
                </a:moveTo>
                <a:lnTo>
                  <a:pt x="903068" y="1527186"/>
                </a:lnTo>
                <a:lnTo>
                  <a:pt x="898569" y="1531678"/>
                </a:lnTo>
                <a:lnTo>
                  <a:pt x="898569" y="1542819"/>
                </a:lnTo>
                <a:lnTo>
                  <a:pt x="903068" y="1547311"/>
                </a:lnTo>
                <a:lnTo>
                  <a:pt x="914180" y="1547311"/>
                </a:lnTo>
                <a:lnTo>
                  <a:pt x="918679" y="1542819"/>
                </a:lnTo>
                <a:lnTo>
                  <a:pt x="918679" y="1531678"/>
                </a:lnTo>
                <a:lnTo>
                  <a:pt x="914180" y="1527186"/>
                </a:lnTo>
                <a:close/>
              </a:path>
              <a:path extrusionOk="0" h="2468879" w="4523105">
                <a:moveTo>
                  <a:pt x="1218617" y="1523816"/>
                </a:moveTo>
                <a:lnTo>
                  <a:pt x="1203816" y="1523816"/>
                </a:lnTo>
                <a:lnTo>
                  <a:pt x="1197788" y="1529836"/>
                </a:lnTo>
                <a:lnTo>
                  <a:pt x="1197788" y="1544661"/>
                </a:lnTo>
                <a:lnTo>
                  <a:pt x="1203816" y="1550681"/>
                </a:lnTo>
                <a:lnTo>
                  <a:pt x="1218617" y="1550681"/>
                </a:lnTo>
                <a:lnTo>
                  <a:pt x="1224646" y="1544661"/>
                </a:lnTo>
                <a:lnTo>
                  <a:pt x="1224646" y="1529836"/>
                </a:lnTo>
                <a:lnTo>
                  <a:pt x="1218617" y="1523816"/>
                </a:lnTo>
                <a:close/>
              </a:path>
              <a:path extrusionOk="0" h="2468879" w="4523105">
                <a:moveTo>
                  <a:pt x="1523054" y="1520492"/>
                </a:moveTo>
                <a:lnTo>
                  <a:pt x="1504564" y="1520492"/>
                </a:lnTo>
                <a:lnTo>
                  <a:pt x="1497051" y="1528039"/>
                </a:lnTo>
                <a:lnTo>
                  <a:pt x="1497051" y="1546548"/>
                </a:lnTo>
                <a:lnTo>
                  <a:pt x="1504564" y="1554050"/>
                </a:lnTo>
                <a:lnTo>
                  <a:pt x="1523054" y="1554050"/>
                </a:lnTo>
                <a:lnTo>
                  <a:pt x="1530568" y="1546548"/>
                </a:lnTo>
                <a:lnTo>
                  <a:pt x="1530568" y="1528039"/>
                </a:lnTo>
                <a:lnTo>
                  <a:pt x="1523054" y="1520492"/>
                </a:lnTo>
                <a:close/>
              </a:path>
              <a:path extrusionOk="0" h="2468879" w="4523105">
                <a:moveTo>
                  <a:pt x="1816379" y="1517168"/>
                </a:moveTo>
                <a:lnTo>
                  <a:pt x="1808549" y="1518745"/>
                </a:lnTo>
                <a:lnTo>
                  <a:pt x="1802157" y="1523053"/>
                </a:lnTo>
                <a:lnTo>
                  <a:pt x="1797849" y="1529449"/>
                </a:lnTo>
                <a:lnTo>
                  <a:pt x="1796269" y="1537293"/>
                </a:lnTo>
                <a:lnTo>
                  <a:pt x="1797849" y="1545119"/>
                </a:lnTo>
                <a:lnTo>
                  <a:pt x="1802157" y="1551517"/>
                </a:lnTo>
                <a:lnTo>
                  <a:pt x="1808549" y="1555835"/>
                </a:lnTo>
                <a:lnTo>
                  <a:pt x="1816379" y="1557419"/>
                </a:lnTo>
                <a:lnTo>
                  <a:pt x="1824235" y="1555835"/>
                </a:lnTo>
                <a:lnTo>
                  <a:pt x="1830641" y="1551517"/>
                </a:lnTo>
                <a:lnTo>
                  <a:pt x="1834954" y="1545119"/>
                </a:lnTo>
                <a:lnTo>
                  <a:pt x="1836534" y="1537293"/>
                </a:lnTo>
                <a:lnTo>
                  <a:pt x="1834954" y="1529449"/>
                </a:lnTo>
                <a:lnTo>
                  <a:pt x="1830641" y="1523053"/>
                </a:lnTo>
                <a:lnTo>
                  <a:pt x="1824235" y="1518745"/>
                </a:lnTo>
                <a:lnTo>
                  <a:pt x="1816379" y="1517168"/>
                </a:lnTo>
                <a:close/>
              </a:path>
              <a:path extrusionOk="0" h="2468879" w="4523105">
                <a:moveTo>
                  <a:pt x="2118972" y="1513798"/>
                </a:moveTo>
                <a:lnTo>
                  <a:pt x="2109836" y="1515644"/>
                </a:lnTo>
                <a:lnTo>
                  <a:pt x="2102371" y="1520677"/>
                </a:lnTo>
                <a:lnTo>
                  <a:pt x="2097335" y="1528145"/>
                </a:lnTo>
                <a:lnTo>
                  <a:pt x="2095488" y="1537293"/>
                </a:lnTo>
                <a:lnTo>
                  <a:pt x="2097335" y="1546416"/>
                </a:lnTo>
                <a:lnTo>
                  <a:pt x="2102371" y="1553870"/>
                </a:lnTo>
                <a:lnTo>
                  <a:pt x="2109836" y="1558899"/>
                </a:lnTo>
                <a:lnTo>
                  <a:pt x="2118972" y="1560744"/>
                </a:lnTo>
                <a:lnTo>
                  <a:pt x="2128133" y="1558899"/>
                </a:lnTo>
                <a:lnTo>
                  <a:pt x="2135612" y="1553870"/>
                </a:lnTo>
                <a:lnTo>
                  <a:pt x="2140653" y="1546416"/>
                </a:lnTo>
                <a:lnTo>
                  <a:pt x="2142501" y="1537293"/>
                </a:lnTo>
                <a:lnTo>
                  <a:pt x="2140653" y="1528145"/>
                </a:lnTo>
                <a:lnTo>
                  <a:pt x="2135612" y="1520677"/>
                </a:lnTo>
                <a:lnTo>
                  <a:pt x="2128133" y="1515644"/>
                </a:lnTo>
                <a:lnTo>
                  <a:pt x="2118972" y="1513798"/>
                </a:lnTo>
                <a:close/>
              </a:path>
              <a:path extrusionOk="0" h="2468879" w="4523105">
                <a:moveTo>
                  <a:pt x="2421609" y="1511327"/>
                </a:moveTo>
                <a:lnTo>
                  <a:pt x="2411466" y="1513369"/>
                </a:lnTo>
                <a:lnTo>
                  <a:pt x="2403187" y="1518936"/>
                </a:lnTo>
                <a:lnTo>
                  <a:pt x="2397607" y="1527190"/>
                </a:lnTo>
                <a:lnTo>
                  <a:pt x="2395561" y="1537293"/>
                </a:lnTo>
                <a:lnTo>
                  <a:pt x="2397607" y="1547396"/>
                </a:lnTo>
                <a:lnTo>
                  <a:pt x="2403187" y="1555650"/>
                </a:lnTo>
                <a:lnTo>
                  <a:pt x="2411466" y="1561217"/>
                </a:lnTo>
                <a:lnTo>
                  <a:pt x="2421609" y="1563259"/>
                </a:lnTo>
                <a:lnTo>
                  <a:pt x="2431727" y="1561217"/>
                </a:lnTo>
                <a:lnTo>
                  <a:pt x="2439993" y="1555650"/>
                </a:lnTo>
                <a:lnTo>
                  <a:pt x="2445568" y="1547396"/>
                </a:lnTo>
                <a:lnTo>
                  <a:pt x="2447613" y="1537293"/>
                </a:lnTo>
                <a:lnTo>
                  <a:pt x="2445568" y="1527190"/>
                </a:lnTo>
                <a:lnTo>
                  <a:pt x="2439993" y="1518936"/>
                </a:lnTo>
                <a:lnTo>
                  <a:pt x="2431727" y="1513369"/>
                </a:lnTo>
                <a:lnTo>
                  <a:pt x="2421609" y="1511327"/>
                </a:lnTo>
                <a:close/>
              </a:path>
              <a:path extrusionOk="0" h="2468879" w="4523105">
                <a:moveTo>
                  <a:pt x="2724202" y="1507958"/>
                </a:moveTo>
                <a:lnTo>
                  <a:pt x="2712760" y="1510261"/>
                </a:lnTo>
                <a:lnTo>
                  <a:pt x="2703423" y="1516544"/>
                </a:lnTo>
                <a:lnTo>
                  <a:pt x="2697131" y="1525868"/>
                </a:lnTo>
                <a:lnTo>
                  <a:pt x="2694824" y="1537293"/>
                </a:lnTo>
                <a:lnTo>
                  <a:pt x="2697131" y="1548719"/>
                </a:lnTo>
                <a:lnTo>
                  <a:pt x="2703423" y="1558043"/>
                </a:lnTo>
                <a:lnTo>
                  <a:pt x="2712760" y="1564326"/>
                </a:lnTo>
                <a:lnTo>
                  <a:pt x="2724202" y="1566629"/>
                </a:lnTo>
                <a:lnTo>
                  <a:pt x="2735618" y="1564326"/>
                </a:lnTo>
                <a:lnTo>
                  <a:pt x="2744942" y="1558043"/>
                </a:lnTo>
                <a:lnTo>
                  <a:pt x="2751229" y="1548719"/>
                </a:lnTo>
                <a:lnTo>
                  <a:pt x="2753534" y="1537293"/>
                </a:lnTo>
                <a:lnTo>
                  <a:pt x="2751229" y="1525868"/>
                </a:lnTo>
                <a:lnTo>
                  <a:pt x="2744942" y="1516544"/>
                </a:lnTo>
                <a:lnTo>
                  <a:pt x="2735618" y="1510261"/>
                </a:lnTo>
                <a:lnTo>
                  <a:pt x="2724202" y="1507958"/>
                </a:lnTo>
                <a:close/>
              </a:path>
              <a:path extrusionOk="0" h="2468879" w="4523105">
                <a:moveTo>
                  <a:pt x="3026794" y="1504589"/>
                </a:moveTo>
                <a:lnTo>
                  <a:pt x="3014047" y="1507159"/>
                </a:lnTo>
                <a:lnTo>
                  <a:pt x="3003637" y="1514169"/>
                </a:lnTo>
                <a:lnTo>
                  <a:pt x="2996617" y="1524564"/>
                </a:lnTo>
                <a:lnTo>
                  <a:pt x="2994043" y="1537293"/>
                </a:lnTo>
                <a:lnTo>
                  <a:pt x="2996617" y="1550022"/>
                </a:lnTo>
                <a:lnTo>
                  <a:pt x="3003637" y="1560418"/>
                </a:lnTo>
                <a:lnTo>
                  <a:pt x="3014047" y="1567427"/>
                </a:lnTo>
                <a:lnTo>
                  <a:pt x="3026794" y="1569998"/>
                </a:lnTo>
                <a:lnTo>
                  <a:pt x="3039516" y="1567427"/>
                </a:lnTo>
                <a:lnTo>
                  <a:pt x="3049913" y="1560418"/>
                </a:lnTo>
                <a:lnTo>
                  <a:pt x="3056928" y="1550022"/>
                </a:lnTo>
                <a:lnTo>
                  <a:pt x="3059501" y="1537293"/>
                </a:lnTo>
                <a:lnTo>
                  <a:pt x="3056928" y="1524564"/>
                </a:lnTo>
                <a:lnTo>
                  <a:pt x="3049913" y="1514169"/>
                </a:lnTo>
                <a:lnTo>
                  <a:pt x="3039516" y="1507159"/>
                </a:lnTo>
                <a:lnTo>
                  <a:pt x="3026794" y="1504589"/>
                </a:lnTo>
                <a:close/>
              </a:path>
              <a:path extrusionOk="0" h="2468879" w="4523105">
                <a:moveTo>
                  <a:pt x="3329387" y="1502118"/>
                </a:moveTo>
                <a:lnTo>
                  <a:pt x="3315658" y="1504885"/>
                </a:lnTo>
                <a:lnTo>
                  <a:pt x="3304446" y="1512428"/>
                </a:lnTo>
                <a:lnTo>
                  <a:pt x="3296888" y="1523610"/>
                </a:lnTo>
                <a:lnTo>
                  <a:pt x="3294116" y="1537293"/>
                </a:lnTo>
                <a:lnTo>
                  <a:pt x="3296888" y="1551003"/>
                </a:lnTo>
                <a:lnTo>
                  <a:pt x="3304446" y="1562198"/>
                </a:lnTo>
                <a:lnTo>
                  <a:pt x="3315658" y="1569746"/>
                </a:lnTo>
                <a:lnTo>
                  <a:pt x="3329387" y="1572514"/>
                </a:lnTo>
                <a:lnTo>
                  <a:pt x="3343090" y="1569746"/>
                </a:lnTo>
                <a:lnTo>
                  <a:pt x="3354288" y="1562198"/>
                </a:lnTo>
                <a:lnTo>
                  <a:pt x="3361842" y="1551003"/>
                </a:lnTo>
                <a:lnTo>
                  <a:pt x="3364613" y="1537293"/>
                </a:lnTo>
                <a:lnTo>
                  <a:pt x="3361842" y="1523610"/>
                </a:lnTo>
                <a:lnTo>
                  <a:pt x="3354288" y="1512428"/>
                </a:lnTo>
                <a:lnTo>
                  <a:pt x="3343090" y="1504885"/>
                </a:lnTo>
                <a:lnTo>
                  <a:pt x="3329387" y="1502118"/>
                </a:lnTo>
                <a:close/>
              </a:path>
              <a:path extrusionOk="0" h="2468879" w="4523105">
                <a:moveTo>
                  <a:pt x="3631934" y="1499602"/>
                </a:moveTo>
                <a:lnTo>
                  <a:pt x="3617249" y="1502567"/>
                </a:lnTo>
                <a:lnTo>
                  <a:pt x="3605251" y="1510648"/>
                </a:lnTo>
                <a:lnTo>
                  <a:pt x="3597158" y="1522629"/>
                </a:lnTo>
                <a:lnTo>
                  <a:pt x="3594189" y="1537293"/>
                </a:lnTo>
                <a:lnTo>
                  <a:pt x="3597158" y="1551983"/>
                </a:lnTo>
                <a:lnTo>
                  <a:pt x="3605251" y="1563978"/>
                </a:lnTo>
                <a:lnTo>
                  <a:pt x="3617249" y="1572064"/>
                </a:lnTo>
                <a:lnTo>
                  <a:pt x="3631934" y="1575029"/>
                </a:lnTo>
                <a:lnTo>
                  <a:pt x="3646646" y="1572064"/>
                </a:lnTo>
                <a:lnTo>
                  <a:pt x="3658658" y="1563978"/>
                </a:lnTo>
                <a:lnTo>
                  <a:pt x="3666756" y="1551983"/>
                </a:lnTo>
                <a:lnTo>
                  <a:pt x="3669725" y="1537293"/>
                </a:lnTo>
                <a:lnTo>
                  <a:pt x="3666755" y="1522629"/>
                </a:lnTo>
                <a:lnTo>
                  <a:pt x="3658658" y="1510648"/>
                </a:lnTo>
                <a:lnTo>
                  <a:pt x="3646646" y="1502567"/>
                </a:lnTo>
                <a:lnTo>
                  <a:pt x="3631934" y="1499602"/>
                </a:lnTo>
                <a:close/>
              </a:path>
              <a:path extrusionOk="0" h="2468879" w="4523105">
                <a:moveTo>
                  <a:pt x="3934527" y="1496233"/>
                </a:moveTo>
                <a:lnTo>
                  <a:pt x="3918543" y="1499458"/>
                </a:lnTo>
                <a:lnTo>
                  <a:pt x="3905487" y="1508256"/>
                </a:lnTo>
                <a:lnTo>
                  <a:pt x="3896682" y="1521307"/>
                </a:lnTo>
                <a:lnTo>
                  <a:pt x="3893452" y="1537293"/>
                </a:lnTo>
                <a:lnTo>
                  <a:pt x="3896682" y="1553287"/>
                </a:lnTo>
                <a:lnTo>
                  <a:pt x="3905487" y="1566353"/>
                </a:lnTo>
                <a:lnTo>
                  <a:pt x="3918543" y="1575166"/>
                </a:lnTo>
                <a:lnTo>
                  <a:pt x="3934527" y="1578399"/>
                </a:lnTo>
                <a:lnTo>
                  <a:pt x="3950544" y="1575166"/>
                </a:lnTo>
                <a:lnTo>
                  <a:pt x="3963629" y="1566353"/>
                </a:lnTo>
                <a:lnTo>
                  <a:pt x="3972454" y="1553287"/>
                </a:lnTo>
                <a:lnTo>
                  <a:pt x="3975691" y="1537293"/>
                </a:lnTo>
                <a:lnTo>
                  <a:pt x="3972454" y="1521307"/>
                </a:lnTo>
                <a:lnTo>
                  <a:pt x="3963629" y="1508256"/>
                </a:lnTo>
                <a:lnTo>
                  <a:pt x="3950544" y="1499458"/>
                </a:lnTo>
                <a:lnTo>
                  <a:pt x="3934527" y="1496233"/>
                </a:lnTo>
                <a:close/>
              </a:path>
              <a:path extrusionOk="0" h="2468879" w="4523105">
                <a:moveTo>
                  <a:pt x="4237119" y="1493717"/>
                </a:moveTo>
                <a:lnTo>
                  <a:pt x="4220154" y="1497147"/>
                </a:lnTo>
                <a:lnTo>
                  <a:pt x="4206297" y="1506498"/>
                </a:lnTo>
                <a:lnTo>
                  <a:pt x="4196952" y="1520364"/>
                </a:lnTo>
                <a:lnTo>
                  <a:pt x="4193526" y="1537338"/>
                </a:lnTo>
                <a:lnTo>
                  <a:pt x="4196952" y="1554287"/>
                </a:lnTo>
                <a:lnTo>
                  <a:pt x="4206297" y="1568139"/>
                </a:lnTo>
                <a:lnTo>
                  <a:pt x="4220154" y="1577485"/>
                </a:lnTo>
                <a:lnTo>
                  <a:pt x="4237119" y="1580914"/>
                </a:lnTo>
                <a:lnTo>
                  <a:pt x="4254111" y="1577485"/>
                </a:lnTo>
                <a:lnTo>
                  <a:pt x="4267982" y="1568139"/>
                </a:lnTo>
                <a:lnTo>
                  <a:pt x="4277331" y="1554287"/>
                </a:lnTo>
                <a:lnTo>
                  <a:pt x="4280758" y="1537338"/>
                </a:lnTo>
                <a:lnTo>
                  <a:pt x="4277331" y="1520364"/>
                </a:lnTo>
                <a:lnTo>
                  <a:pt x="4267982" y="1506498"/>
                </a:lnTo>
                <a:lnTo>
                  <a:pt x="4254111" y="1497147"/>
                </a:lnTo>
                <a:lnTo>
                  <a:pt x="4237119" y="1493717"/>
                </a:lnTo>
                <a:close/>
              </a:path>
              <a:path extrusionOk="0" h="2468879" w="4523105">
                <a:moveTo>
                  <a:pt x="4522590" y="1494661"/>
                </a:moveTo>
                <a:lnTo>
                  <a:pt x="4521764" y="1494828"/>
                </a:lnTo>
                <a:lnTo>
                  <a:pt x="4507107" y="1504718"/>
                </a:lnTo>
                <a:lnTo>
                  <a:pt x="4497223" y="1519384"/>
                </a:lnTo>
                <a:lnTo>
                  <a:pt x="4493599" y="1537338"/>
                </a:lnTo>
                <a:lnTo>
                  <a:pt x="4497223" y="1555286"/>
                </a:lnTo>
                <a:lnTo>
                  <a:pt x="4507107" y="1569936"/>
                </a:lnTo>
                <a:lnTo>
                  <a:pt x="4521764" y="1579810"/>
                </a:lnTo>
                <a:lnTo>
                  <a:pt x="4522590" y="1579977"/>
                </a:lnTo>
                <a:lnTo>
                  <a:pt x="4522590" y="1494661"/>
                </a:lnTo>
                <a:close/>
              </a:path>
              <a:path extrusionOk="0" h="2468879" w="4523105">
                <a:moveTo>
                  <a:pt x="304830" y="1837160"/>
                </a:moveTo>
                <a:lnTo>
                  <a:pt x="302040" y="1837160"/>
                </a:lnTo>
                <a:lnTo>
                  <a:pt x="300911" y="1838283"/>
                </a:lnTo>
                <a:lnTo>
                  <a:pt x="300911" y="1841068"/>
                </a:lnTo>
                <a:lnTo>
                  <a:pt x="302040" y="1842192"/>
                </a:lnTo>
                <a:lnTo>
                  <a:pt x="304830" y="1842192"/>
                </a:lnTo>
                <a:lnTo>
                  <a:pt x="305954" y="1841068"/>
                </a:lnTo>
                <a:lnTo>
                  <a:pt x="305954" y="1838283"/>
                </a:lnTo>
                <a:lnTo>
                  <a:pt x="304830" y="1837160"/>
                </a:lnTo>
                <a:close/>
              </a:path>
              <a:path extrusionOk="0" h="2468879" w="4523105">
                <a:moveTo>
                  <a:pt x="609743" y="1832982"/>
                </a:moveTo>
                <a:lnTo>
                  <a:pt x="602320" y="1832982"/>
                </a:lnTo>
                <a:lnTo>
                  <a:pt x="599306" y="1835992"/>
                </a:lnTo>
                <a:lnTo>
                  <a:pt x="599306" y="1843404"/>
                </a:lnTo>
                <a:lnTo>
                  <a:pt x="602320" y="1846414"/>
                </a:lnTo>
                <a:lnTo>
                  <a:pt x="609743" y="1846414"/>
                </a:lnTo>
                <a:lnTo>
                  <a:pt x="612758" y="1843404"/>
                </a:lnTo>
                <a:lnTo>
                  <a:pt x="612758" y="1835992"/>
                </a:lnTo>
                <a:lnTo>
                  <a:pt x="609743" y="1832982"/>
                </a:lnTo>
                <a:close/>
              </a:path>
              <a:path extrusionOk="0" h="2468879" w="4523105">
                <a:moveTo>
                  <a:pt x="914181" y="1829658"/>
                </a:moveTo>
                <a:lnTo>
                  <a:pt x="903068" y="1829658"/>
                </a:lnTo>
                <a:lnTo>
                  <a:pt x="898570" y="1834150"/>
                </a:lnTo>
                <a:lnTo>
                  <a:pt x="898570" y="1845246"/>
                </a:lnTo>
                <a:lnTo>
                  <a:pt x="903068" y="1849739"/>
                </a:lnTo>
                <a:lnTo>
                  <a:pt x="914181" y="1849739"/>
                </a:lnTo>
                <a:lnTo>
                  <a:pt x="918679" y="1845246"/>
                </a:lnTo>
                <a:lnTo>
                  <a:pt x="918679" y="1834150"/>
                </a:lnTo>
                <a:lnTo>
                  <a:pt x="914181" y="1829658"/>
                </a:lnTo>
                <a:close/>
              </a:path>
              <a:path extrusionOk="0" h="2468879" w="4523105">
                <a:moveTo>
                  <a:pt x="1218618" y="1826288"/>
                </a:moveTo>
                <a:lnTo>
                  <a:pt x="1203816" y="1826288"/>
                </a:lnTo>
                <a:lnTo>
                  <a:pt x="1197788" y="1832308"/>
                </a:lnTo>
                <a:lnTo>
                  <a:pt x="1197788" y="1847088"/>
                </a:lnTo>
                <a:lnTo>
                  <a:pt x="1203816" y="1853108"/>
                </a:lnTo>
                <a:lnTo>
                  <a:pt x="1218618" y="1853108"/>
                </a:lnTo>
                <a:lnTo>
                  <a:pt x="1224646" y="1847088"/>
                </a:lnTo>
                <a:lnTo>
                  <a:pt x="1224646" y="1832308"/>
                </a:lnTo>
                <a:lnTo>
                  <a:pt x="1218618" y="1826288"/>
                </a:lnTo>
                <a:close/>
              </a:path>
              <a:path extrusionOk="0" h="2468879" w="4523105">
                <a:moveTo>
                  <a:pt x="1523055" y="1822964"/>
                </a:moveTo>
                <a:lnTo>
                  <a:pt x="1504564" y="1822964"/>
                </a:lnTo>
                <a:lnTo>
                  <a:pt x="1497051" y="1830466"/>
                </a:lnTo>
                <a:lnTo>
                  <a:pt x="1497051" y="1848975"/>
                </a:lnTo>
                <a:lnTo>
                  <a:pt x="1504564" y="1856477"/>
                </a:lnTo>
                <a:lnTo>
                  <a:pt x="1523055" y="1856477"/>
                </a:lnTo>
                <a:lnTo>
                  <a:pt x="1530568" y="1848975"/>
                </a:lnTo>
                <a:lnTo>
                  <a:pt x="1530568" y="1830466"/>
                </a:lnTo>
                <a:lnTo>
                  <a:pt x="1523055" y="1822964"/>
                </a:lnTo>
                <a:close/>
              </a:path>
              <a:path extrusionOk="0" h="2468879" w="4523105">
                <a:moveTo>
                  <a:pt x="1816379" y="1819595"/>
                </a:moveTo>
                <a:lnTo>
                  <a:pt x="1808549" y="1821173"/>
                </a:lnTo>
                <a:lnTo>
                  <a:pt x="1802158" y="1825480"/>
                </a:lnTo>
                <a:lnTo>
                  <a:pt x="1797849" y="1831876"/>
                </a:lnTo>
                <a:lnTo>
                  <a:pt x="1796270" y="1839721"/>
                </a:lnTo>
                <a:lnTo>
                  <a:pt x="1797849" y="1847547"/>
                </a:lnTo>
                <a:lnTo>
                  <a:pt x="1802158" y="1853945"/>
                </a:lnTo>
                <a:lnTo>
                  <a:pt x="1808549" y="1858262"/>
                </a:lnTo>
                <a:lnTo>
                  <a:pt x="1816380" y="1859847"/>
                </a:lnTo>
                <a:lnTo>
                  <a:pt x="1824236" y="1858262"/>
                </a:lnTo>
                <a:lnTo>
                  <a:pt x="1830641" y="1853945"/>
                </a:lnTo>
                <a:lnTo>
                  <a:pt x="1834954" y="1847547"/>
                </a:lnTo>
                <a:lnTo>
                  <a:pt x="1836534" y="1839721"/>
                </a:lnTo>
                <a:lnTo>
                  <a:pt x="1834954" y="1831876"/>
                </a:lnTo>
                <a:lnTo>
                  <a:pt x="1830641" y="1825480"/>
                </a:lnTo>
                <a:lnTo>
                  <a:pt x="1824236" y="1821173"/>
                </a:lnTo>
                <a:lnTo>
                  <a:pt x="1816379" y="1819595"/>
                </a:lnTo>
                <a:close/>
              </a:path>
              <a:path extrusionOk="0" h="2468879" w="4523105">
                <a:moveTo>
                  <a:pt x="2118972" y="1816226"/>
                </a:moveTo>
                <a:lnTo>
                  <a:pt x="2109837" y="1818071"/>
                </a:lnTo>
                <a:lnTo>
                  <a:pt x="2102371" y="1823104"/>
                </a:lnTo>
                <a:lnTo>
                  <a:pt x="2097335" y="1830572"/>
                </a:lnTo>
                <a:lnTo>
                  <a:pt x="2095488" y="1839721"/>
                </a:lnTo>
                <a:lnTo>
                  <a:pt x="2097335" y="1848869"/>
                </a:lnTo>
                <a:lnTo>
                  <a:pt x="2102371" y="1856337"/>
                </a:lnTo>
                <a:lnTo>
                  <a:pt x="2109837" y="1861370"/>
                </a:lnTo>
                <a:lnTo>
                  <a:pt x="2118972" y="1863216"/>
                </a:lnTo>
                <a:lnTo>
                  <a:pt x="2128134" y="1861370"/>
                </a:lnTo>
                <a:lnTo>
                  <a:pt x="2135612" y="1856337"/>
                </a:lnTo>
                <a:lnTo>
                  <a:pt x="2140653" y="1848869"/>
                </a:lnTo>
                <a:lnTo>
                  <a:pt x="2142501" y="1839721"/>
                </a:lnTo>
                <a:lnTo>
                  <a:pt x="2140653" y="1830572"/>
                </a:lnTo>
                <a:lnTo>
                  <a:pt x="2135612" y="1823104"/>
                </a:lnTo>
                <a:lnTo>
                  <a:pt x="2128133" y="1818071"/>
                </a:lnTo>
                <a:lnTo>
                  <a:pt x="2118972" y="1816226"/>
                </a:lnTo>
                <a:close/>
              </a:path>
              <a:path extrusionOk="0" h="2468879" w="4523105">
                <a:moveTo>
                  <a:pt x="2421610" y="1813755"/>
                </a:moveTo>
                <a:lnTo>
                  <a:pt x="2411466" y="1815797"/>
                </a:lnTo>
                <a:lnTo>
                  <a:pt x="2403187" y="1821364"/>
                </a:lnTo>
                <a:lnTo>
                  <a:pt x="2397607" y="1829618"/>
                </a:lnTo>
                <a:lnTo>
                  <a:pt x="2395561" y="1839721"/>
                </a:lnTo>
                <a:lnTo>
                  <a:pt x="2397607" y="1849850"/>
                </a:lnTo>
                <a:lnTo>
                  <a:pt x="2403187" y="1858117"/>
                </a:lnTo>
                <a:lnTo>
                  <a:pt x="2411466" y="1863689"/>
                </a:lnTo>
                <a:lnTo>
                  <a:pt x="2421610" y="1865732"/>
                </a:lnTo>
                <a:lnTo>
                  <a:pt x="2431727" y="1863689"/>
                </a:lnTo>
                <a:lnTo>
                  <a:pt x="2439993" y="1858117"/>
                </a:lnTo>
                <a:lnTo>
                  <a:pt x="2445568" y="1849850"/>
                </a:lnTo>
                <a:lnTo>
                  <a:pt x="2447613" y="1839721"/>
                </a:lnTo>
                <a:lnTo>
                  <a:pt x="2445568" y="1829618"/>
                </a:lnTo>
                <a:lnTo>
                  <a:pt x="2439993" y="1821364"/>
                </a:lnTo>
                <a:lnTo>
                  <a:pt x="2431727" y="1815797"/>
                </a:lnTo>
                <a:lnTo>
                  <a:pt x="2421610" y="1813755"/>
                </a:lnTo>
                <a:close/>
              </a:path>
              <a:path extrusionOk="0" h="2468879" w="4523105">
                <a:moveTo>
                  <a:pt x="2724202" y="1810385"/>
                </a:moveTo>
                <a:lnTo>
                  <a:pt x="2712760" y="1812688"/>
                </a:lnTo>
                <a:lnTo>
                  <a:pt x="2703423" y="1818971"/>
                </a:lnTo>
                <a:lnTo>
                  <a:pt x="2697131" y="1828295"/>
                </a:lnTo>
                <a:lnTo>
                  <a:pt x="2694825" y="1839721"/>
                </a:lnTo>
                <a:lnTo>
                  <a:pt x="2697131" y="1851146"/>
                </a:lnTo>
                <a:lnTo>
                  <a:pt x="2703423" y="1860470"/>
                </a:lnTo>
                <a:lnTo>
                  <a:pt x="2712760" y="1866753"/>
                </a:lnTo>
                <a:lnTo>
                  <a:pt x="2724202" y="1869056"/>
                </a:lnTo>
                <a:lnTo>
                  <a:pt x="2735618" y="1866753"/>
                </a:lnTo>
                <a:lnTo>
                  <a:pt x="2744942" y="1860470"/>
                </a:lnTo>
                <a:lnTo>
                  <a:pt x="2751229" y="1851146"/>
                </a:lnTo>
                <a:lnTo>
                  <a:pt x="2753535" y="1839721"/>
                </a:lnTo>
                <a:lnTo>
                  <a:pt x="2751229" y="1828295"/>
                </a:lnTo>
                <a:lnTo>
                  <a:pt x="2744942" y="1818971"/>
                </a:lnTo>
                <a:lnTo>
                  <a:pt x="2735618" y="1812688"/>
                </a:lnTo>
                <a:lnTo>
                  <a:pt x="2724202" y="1810385"/>
                </a:lnTo>
                <a:close/>
              </a:path>
              <a:path extrusionOk="0" h="2468879" w="4523105">
                <a:moveTo>
                  <a:pt x="3026795" y="1807016"/>
                </a:moveTo>
                <a:lnTo>
                  <a:pt x="3014047" y="1809587"/>
                </a:lnTo>
                <a:lnTo>
                  <a:pt x="3003637" y="1816596"/>
                </a:lnTo>
                <a:lnTo>
                  <a:pt x="2996617" y="1826992"/>
                </a:lnTo>
                <a:lnTo>
                  <a:pt x="2994043" y="1839721"/>
                </a:lnTo>
                <a:lnTo>
                  <a:pt x="2996617" y="1852450"/>
                </a:lnTo>
                <a:lnTo>
                  <a:pt x="3003637" y="1862845"/>
                </a:lnTo>
                <a:lnTo>
                  <a:pt x="3014047" y="1869855"/>
                </a:lnTo>
                <a:lnTo>
                  <a:pt x="3026795" y="1872425"/>
                </a:lnTo>
                <a:lnTo>
                  <a:pt x="3039516" y="1869855"/>
                </a:lnTo>
                <a:lnTo>
                  <a:pt x="3049913" y="1862845"/>
                </a:lnTo>
                <a:lnTo>
                  <a:pt x="3056928" y="1852450"/>
                </a:lnTo>
                <a:lnTo>
                  <a:pt x="3059501" y="1839721"/>
                </a:lnTo>
                <a:lnTo>
                  <a:pt x="3056928" y="1826992"/>
                </a:lnTo>
                <a:lnTo>
                  <a:pt x="3049913" y="1816596"/>
                </a:lnTo>
                <a:lnTo>
                  <a:pt x="3039516" y="1809587"/>
                </a:lnTo>
                <a:lnTo>
                  <a:pt x="3026795" y="1807016"/>
                </a:lnTo>
                <a:close/>
              </a:path>
              <a:path extrusionOk="0" h="2468879" w="4523105">
                <a:moveTo>
                  <a:pt x="3329387" y="1804545"/>
                </a:moveTo>
                <a:lnTo>
                  <a:pt x="3315658" y="1807313"/>
                </a:lnTo>
                <a:lnTo>
                  <a:pt x="3304447" y="1814861"/>
                </a:lnTo>
                <a:lnTo>
                  <a:pt x="3296888" y="1826056"/>
                </a:lnTo>
                <a:lnTo>
                  <a:pt x="3294116" y="1839766"/>
                </a:lnTo>
                <a:lnTo>
                  <a:pt x="3296888" y="1853449"/>
                </a:lnTo>
                <a:lnTo>
                  <a:pt x="3304447" y="1864631"/>
                </a:lnTo>
                <a:lnTo>
                  <a:pt x="3315658" y="1872174"/>
                </a:lnTo>
                <a:lnTo>
                  <a:pt x="3329387" y="1874941"/>
                </a:lnTo>
                <a:lnTo>
                  <a:pt x="3343090" y="1872174"/>
                </a:lnTo>
                <a:lnTo>
                  <a:pt x="3354288" y="1864631"/>
                </a:lnTo>
                <a:lnTo>
                  <a:pt x="3361842" y="1853449"/>
                </a:lnTo>
                <a:lnTo>
                  <a:pt x="3364613" y="1839766"/>
                </a:lnTo>
                <a:lnTo>
                  <a:pt x="3361842" y="1826056"/>
                </a:lnTo>
                <a:lnTo>
                  <a:pt x="3354288" y="1814861"/>
                </a:lnTo>
                <a:lnTo>
                  <a:pt x="3343090" y="1807313"/>
                </a:lnTo>
                <a:lnTo>
                  <a:pt x="3329387" y="1804545"/>
                </a:lnTo>
                <a:close/>
              </a:path>
              <a:path extrusionOk="0" h="2468879" w="4523105">
                <a:moveTo>
                  <a:pt x="3631935" y="1802030"/>
                </a:moveTo>
                <a:lnTo>
                  <a:pt x="3617249" y="1804995"/>
                </a:lnTo>
                <a:lnTo>
                  <a:pt x="3605251" y="1813081"/>
                </a:lnTo>
                <a:lnTo>
                  <a:pt x="3597158" y="1825076"/>
                </a:lnTo>
                <a:lnTo>
                  <a:pt x="3594189" y="1839766"/>
                </a:lnTo>
                <a:lnTo>
                  <a:pt x="3597158" y="1854430"/>
                </a:lnTo>
                <a:lnTo>
                  <a:pt x="3605251" y="1866411"/>
                </a:lnTo>
                <a:lnTo>
                  <a:pt x="3617249" y="1874492"/>
                </a:lnTo>
                <a:lnTo>
                  <a:pt x="3631935" y="1877457"/>
                </a:lnTo>
                <a:lnTo>
                  <a:pt x="3646646" y="1874492"/>
                </a:lnTo>
                <a:lnTo>
                  <a:pt x="3658658" y="1866411"/>
                </a:lnTo>
                <a:lnTo>
                  <a:pt x="3666756" y="1854430"/>
                </a:lnTo>
                <a:lnTo>
                  <a:pt x="3669725" y="1839766"/>
                </a:lnTo>
                <a:lnTo>
                  <a:pt x="3666756" y="1825076"/>
                </a:lnTo>
                <a:lnTo>
                  <a:pt x="3658658" y="1813081"/>
                </a:lnTo>
                <a:lnTo>
                  <a:pt x="3646646" y="1804995"/>
                </a:lnTo>
                <a:lnTo>
                  <a:pt x="3631935" y="1802030"/>
                </a:lnTo>
                <a:close/>
              </a:path>
              <a:path extrusionOk="0" h="2468879" w="4523105">
                <a:moveTo>
                  <a:pt x="3934527" y="1798660"/>
                </a:moveTo>
                <a:lnTo>
                  <a:pt x="3918544" y="1801886"/>
                </a:lnTo>
                <a:lnTo>
                  <a:pt x="3905487" y="1810689"/>
                </a:lnTo>
                <a:lnTo>
                  <a:pt x="3896682" y="1823753"/>
                </a:lnTo>
                <a:lnTo>
                  <a:pt x="3893453" y="1839766"/>
                </a:lnTo>
                <a:lnTo>
                  <a:pt x="3896682" y="1855752"/>
                </a:lnTo>
                <a:lnTo>
                  <a:pt x="3905487" y="1868803"/>
                </a:lnTo>
                <a:lnTo>
                  <a:pt x="3918544" y="1877601"/>
                </a:lnTo>
                <a:lnTo>
                  <a:pt x="3934527" y="1880826"/>
                </a:lnTo>
                <a:lnTo>
                  <a:pt x="3950544" y="1877601"/>
                </a:lnTo>
                <a:lnTo>
                  <a:pt x="3963629" y="1868803"/>
                </a:lnTo>
                <a:lnTo>
                  <a:pt x="3972455" y="1855752"/>
                </a:lnTo>
                <a:lnTo>
                  <a:pt x="3975692" y="1839766"/>
                </a:lnTo>
                <a:lnTo>
                  <a:pt x="3972454" y="1823753"/>
                </a:lnTo>
                <a:lnTo>
                  <a:pt x="3963629" y="1810689"/>
                </a:lnTo>
                <a:lnTo>
                  <a:pt x="3950544" y="1801886"/>
                </a:lnTo>
                <a:lnTo>
                  <a:pt x="3934527" y="1798660"/>
                </a:lnTo>
                <a:close/>
              </a:path>
              <a:path extrusionOk="0" h="2468879" w="4523105">
                <a:moveTo>
                  <a:pt x="4237120" y="1796189"/>
                </a:moveTo>
                <a:lnTo>
                  <a:pt x="4220154" y="1799612"/>
                </a:lnTo>
                <a:lnTo>
                  <a:pt x="4206297" y="1808948"/>
                </a:lnTo>
                <a:lnTo>
                  <a:pt x="4196953" y="1822798"/>
                </a:lnTo>
                <a:lnTo>
                  <a:pt x="4193526" y="1839766"/>
                </a:lnTo>
                <a:lnTo>
                  <a:pt x="4196953" y="1856733"/>
                </a:lnTo>
                <a:lnTo>
                  <a:pt x="4206297" y="1870583"/>
                </a:lnTo>
                <a:lnTo>
                  <a:pt x="4220154" y="1879919"/>
                </a:lnTo>
                <a:lnTo>
                  <a:pt x="4237120" y="1883342"/>
                </a:lnTo>
                <a:lnTo>
                  <a:pt x="4254111" y="1879919"/>
                </a:lnTo>
                <a:lnTo>
                  <a:pt x="4267982" y="1870583"/>
                </a:lnTo>
                <a:lnTo>
                  <a:pt x="4277331" y="1856733"/>
                </a:lnTo>
                <a:lnTo>
                  <a:pt x="4280758" y="1839766"/>
                </a:lnTo>
                <a:lnTo>
                  <a:pt x="4277331" y="1822798"/>
                </a:lnTo>
                <a:lnTo>
                  <a:pt x="4267982" y="1808948"/>
                </a:lnTo>
                <a:lnTo>
                  <a:pt x="4254111" y="1799612"/>
                </a:lnTo>
                <a:lnTo>
                  <a:pt x="4237120" y="1796189"/>
                </a:lnTo>
                <a:close/>
              </a:path>
              <a:path extrusionOk="0" h="2468879" w="4523105">
                <a:moveTo>
                  <a:pt x="4522590" y="1797127"/>
                </a:moveTo>
                <a:lnTo>
                  <a:pt x="4521765" y="1797294"/>
                </a:lnTo>
                <a:lnTo>
                  <a:pt x="4507107" y="1807168"/>
                </a:lnTo>
                <a:lnTo>
                  <a:pt x="4497223" y="1821818"/>
                </a:lnTo>
                <a:lnTo>
                  <a:pt x="4493599" y="1839766"/>
                </a:lnTo>
                <a:lnTo>
                  <a:pt x="4497223" y="1857713"/>
                </a:lnTo>
                <a:lnTo>
                  <a:pt x="4507107" y="1872363"/>
                </a:lnTo>
                <a:lnTo>
                  <a:pt x="4521765" y="1882238"/>
                </a:lnTo>
                <a:lnTo>
                  <a:pt x="4522590" y="1882404"/>
                </a:lnTo>
                <a:lnTo>
                  <a:pt x="4522590" y="1797127"/>
                </a:lnTo>
                <a:close/>
              </a:path>
              <a:path extrusionOk="0" h="2468879" w="4523105">
                <a:moveTo>
                  <a:pt x="607404" y="2139601"/>
                </a:moveTo>
                <a:lnTo>
                  <a:pt x="604615" y="2139601"/>
                </a:lnTo>
                <a:lnTo>
                  <a:pt x="603490" y="2140728"/>
                </a:lnTo>
                <a:lnTo>
                  <a:pt x="603490" y="2143518"/>
                </a:lnTo>
                <a:lnTo>
                  <a:pt x="604615" y="2144641"/>
                </a:lnTo>
                <a:lnTo>
                  <a:pt x="607404" y="2144641"/>
                </a:lnTo>
                <a:lnTo>
                  <a:pt x="608529" y="2143518"/>
                </a:lnTo>
                <a:lnTo>
                  <a:pt x="608529" y="2140728"/>
                </a:lnTo>
                <a:lnTo>
                  <a:pt x="607404" y="2139601"/>
                </a:lnTo>
                <a:close/>
              </a:path>
              <a:path extrusionOk="0" h="2468879" w="4523105">
                <a:moveTo>
                  <a:pt x="912786" y="2134583"/>
                </a:moveTo>
                <a:lnTo>
                  <a:pt x="904463" y="2134583"/>
                </a:lnTo>
                <a:lnTo>
                  <a:pt x="901089" y="2137957"/>
                </a:lnTo>
                <a:lnTo>
                  <a:pt x="901089" y="2146290"/>
                </a:lnTo>
                <a:lnTo>
                  <a:pt x="904463" y="2149664"/>
                </a:lnTo>
                <a:lnTo>
                  <a:pt x="912786" y="2149664"/>
                </a:lnTo>
                <a:lnTo>
                  <a:pt x="916160" y="2146290"/>
                </a:lnTo>
                <a:lnTo>
                  <a:pt x="916160" y="2137957"/>
                </a:lnTo>
                <a:lnTo>
                  <a:pt x="912786" y="2134583"/>
                </a:lnTo>
                <a:close/>
              </a:path>
              <a:path extrusionOk="0" h="2468879" w="4523105">
                <a:moveTo>
                  <a:pt x="1218168" y="2129524"/>
                </a:moveTo>
                <a:lnTo>
                  <a:pt x="1204266" y="2129524"/>
                </a:lnTo>
                <a:lnTo>
                  <a:pt x="1198643" y="2135149"/>
                </a:lnTo>
                <a:lnTo>
                  <a:pt x="1198643" y="2149057"/>
                </a:lnTo>
                <a:lnTo>
                  <a:pt x="1204266" y="2154686"/>
                </a:lnTo>
                <a:lnTo>
                  <a:pt x="1218168" y="2154686"/>
                </a:lnTo>
                <a:lnTo>
                  <a:pt x="1223791" y="2149057"/>
                </a:lnTo>
                <a:lnTo>
                  <a:pt x="1223791" y="2135149"/>
                </a:lnTo>
                <a:lnTo>
                  <a:pt x="1218168" y="2129524"/>
                </a:lnTo>
                <a:close/>
              </a:path>
              <a:path extrusionOk="0" h="2468879" w="4523105">
                <a:moveTo>
                  <a:pt x="1523055" y="2125360"/>
                </a:moveTo>
                <a:lnTo>
                  <a:pt x="1504565" y="2125360"/>
                </a:lnTo>
                <a:lnTo>
                  <a:pt x="1497051" y="2132867"/>
                </a:lnTo>
                <a:lnTo>
                  <a:pt x="1497051" y="2151375"/>
                </a:lnTo>
                <a:lnTo>
                  <a:pt x="1504565" y="2158887"/>
                </a:lnTo>
                <a:lnTo>
                  <a:pt x="1523055" y="2158887"/>
                </a:lnTo>
                <a:lnTo>
                  <a:pt x="1530568" y="2151375"/>
                </a:lnTo>
                <a:lnTo>
                  <a:pt x="1530568" y="2132867"/>
                </a:lnTo>
                <a:lnTo>
                  <a:pt x="1523055" y="2125360"/>
                </a:lnTo>
                <a:close/>
              </a:path>
              <a:path extrusionOk="0" h="2468879" w="4523105">
                <a:moveTo>
                  <a:pt x="1816380" y="2122000"/>
                </a:moveTo>
                <a:lnTo>
                  <a:pt x="1808550" y="2123580"/>
                </a:lnTo>
                <a:lnTo>
                  <a:pt x="1802158" y="2127891"/>
                </a:lnTo>
                <a:lnTo>
                  <a:pt x="1797849" y="2134286"/>
                </a:lnTo>
                <a:lnTo>
                  <a:pt x="1796270" y="2142121"/>
                </a:lnTo>
                <a:lnTo>
                  <a:pt x="1797849" y="2149958"/>
                </a:lnTo>
                <a:lnTo>
                  <a:pt x="1802158" y="2156355"/>
                </a:lnTo>
                <a:lnTo>
                  <a:pt x="1808550" y="2160666"/>
                </a:lnTo>
                <a:lnTo>
                  <a:pt x="1816380" y="2162247"/>
                </a:lnTo>
                <a:lnTo>
                  <a:pt x="1824236" y="2160666"/>
                </a:lnTo>
                <a:lnTo>
                  <a:pt x="1830641" y="2156355"/>
                </a:lnTo>
                <a:lnTo>
                  <a:pt x="1834954" y="2149958"/>
                </a:lnTo>
                <a:lnTo>
                  <a:pt x="1836535" y="2142121"/>
                </a:lnTo>
                <a:lnTo>
                  <a:pt x="1834954" y="2134286"/>
                </a:lnTo>
                <a:lnTo>
                  <a:pt x="1830641" y="2127891"/>
                </a:lnTo>
                <a:lnTo>
                  <a:pt x="1824236" y="2123580"/>
                </a:lnTo>
                <a:lnTo>
                  <a:pt x="1816380" y="2122000"/>
                </a:lnTo>
                <a:close/>
              </a:path>
              <a:path extrusionOk="0" h="2468879" w="4523105">
                <a:moveTo>
                  <a:pt x="2118972" y="2118639"/>
                </a:moveTo>
                <a:lnTo>
                  <a:pt x="2109837" y="2120485"/>
                </a:lnTo>
                <a:lnTo>
                  <a:pt x="2102371" y="2125518"/>
                </a:lnTo>
                <a:lnTo>
                  <a:pt x="2097336" y="2132982"/>
                </a:lnTo>
                <a:lnTo>
                  <a:pt x="2095488" y="2142121"/>
                </a:lnTo>
                <a:lnTo>
                  <a:pt x="2097336" y="2151262"/>
                </a:lnTo>
                <a:lnTo>
                  <a:pt x="2102371" y="2158725"/>
                </a:lnTo>
                <a:lnTo>
                  <a:pt x="2109837" y="2163758"/>
                </a:lnTo>
                <a:lnTo>
                  <a:pt x="2118972" y="2165603"/>
                </a:lnTo>
                <a:lnTo>
                  <a:pt x="2128134" y="2163758"/>
                </a:lnTo>
                <a:lnTo>
                  <a:pt x="2135612" y="2158725"/>
                </a:lnTo>
                <a:lnTo>
                  <a:pt x="2140653" y="2151262"/>
                </a:lnTo>
                <a:lnTo>
                  <a:pt x="2142501" y="2142121"/>
                </a:lnTo>
                <a:lnTo>
                  <a:pt x="2140653" y="2132982"/>
                </a:lnTo>
                <a:lnTo>
                  <a:pt x="2135612" y="2125518"/>
                </a:lnTo>
                <a:lnTo>
                  <a:pt x="2128134" y="2120485"/>
                </a:lnTo>
                <a:lnTo>
                  <a:pt x="2118972" y="2118639"/>
                </a:lnTo>
                <a:close/>
              </a:path>
              <a:path extrusionOk="0" h="2468879" w="4523105">
                <a:moveTo>
                  <a:pt x="2421610" y="2116155"/>
                </a:moveTo>
                <a:lnTo>
                  <a:pt x="2411466" y="2118198"/>
                </a:lnTo>
                <a:lnTo>
                  <a:pt x="2403187" y="2123768"/>
                </a:lnTo>
                <a:lnTo>
                  <a:pt x="2397607" y="2132028"/>
                </a:lnTo>
                <a:lnTo>
                  <a:pt x="2395561" y="2142139"/>
                </a:lnTo>
                <a:lnTo>
                  <a:pt x="2397607" y="2152250"/>
                </a:lnTo>
                <a:lnTo>
                  <a:pt x="2403187" y="2160510"/>
                </a:lnTo>
                <a:lnTo>
                  <a:pt x="2411466" y="2166080"/>
                </a:lnTo>
                <a:lnTo>
                  <a:pt x="2421610" y="2168123"/>
                </a:lnTo>
                <a:lnTo>
                  <a:pt x="2431727" y="2166080"/>
                </a:lnTo>
                <a:lnTo>
                  <a:pt x="2439993" y="2160510"/>
                </a:lnTo>
                <a:lnTo>
                  <a:pt x="2445568" y="2152250"/>
                </a:lnTo>
                <a:lnTo>
                  <a:pt x="2447613" y="2142139"/>
                </a:lnTo>
                <a:lnTo>
                  <a:pt x="2445568" y="2132028"/>
                </a:lnTo>
                <a:lnTo>
                  <a:pt x="2439993" y="2123768"/>
                </a:lnTo>
                <a:lnTo>
                  <a:pt x="2431727" y="2118198"/>
                </a:lnTo>
                <a:lnTo>
                  <a:pt x="2421610" y="2116155"/>
                </a:lnTo>
                <a:close/>
              </a:path>
              <a:path extrusionOk="0" h="2468879" w="4523105">
                <a:moveTo>
                  <a:pt x="2724202" y="2112795"/>
                </a:moveTo>
                <a:lnTo>
                  <a:pt x="2712760" y="2115100"/>
                </a:lnTo>
                <a:lnTo>
                  <a:pt x="2703423" y="2121389"/>
                </a:lnTo>
                <a:lnTo>
                  <a:pt x="2697131" y="2130716"/>
                </a:lnTo>
                <a:lnTo>
                  <a:pt x="2694825" y="2142139"/>
                </a:lnTo>
                <a:lnTo>
                  <a:pt x="2697131" y="2153562"/>
                </a:lnTo>
                <a:lnTo>
                  <a:pt x="2703423" y="2162889"/>
                </a:lnTo>
                <a:lnTo>
                  <a:pt x="2712760" y="2169178"/>
                </a:lnTo>
                <a:lnTo>
                  <a:pt x="2724202" y="2171483"/>
                </a:lnTo>
                <a:lnTo>
                  <a:pt x="2735618" y="2169178"/>
                </a:lnTo>
                <a:lnTo>
                  <a:pt x="2744942" y="2162889"/>
                </a:lnTo>
                <a:lnTo>
                  <a:pt x="2751229" y="2153562"/>
                </a:lnTo>
                <a:lnTo>
                  <a:pt x="2753535" y="2142139"/>
                </a:lnTo>
                <a:lnTo>
                  <a:pt x="2751229" y="2130716"/>
                </a:lnTo>
                <a:lnTo>
                  <a:pt x="2744942" y="2121389"/>
                </a:lnTo>
                <a:lnTo>
                  <a:pt x="2735618" y="2115100"/>
                </a:lnTo>
                <a:lnTo>
                  <a:pt x="2724202" y="2112795"/>
                </a:lnTo>
                <a:close/>
              </a:path>
              <a:path extrusionOk="0" h="2468879" w="4523105">
                <a:moveTo>
                  <a:pt x="3026795" y="2109434"/>
                </a:moveTo>
                <a:lnTo>
                  <a:pt x="3014047" y="2112006"/>
                </a:lnTo>
                <a:lnTo>
                  <a:pt x="3003637" y="2119016"/>
                </a:lnTo>
                <a:lnTo>
                  <a:pt x="2996617" y="2129412"/>
                </a:lnTo>
                <a:lnTo>
                  <a:pt x="2994043" y="2142139"/>
                </a:lnTo>
                <a:lnTo>
                  <a:pt x="2996617" y="2154866"/>
                </a:lnTo>
                <a:lnTo>
                  <a:pt x="3003637" y="2165262"/>
                </a:lnTo>
                <a:lnTo>
                  <a:pt x="3014048" y="2172272"/>
                </a:lnTo>
                <a:lnTo>
                  <a:pt x="3026795" y="2174844"/>
                </a:lnTo>
                <a:lnTo>
                  <a:pt x="3039516" y="2172272"/>
                </a:lnTo>
                <a:lnTo>
                  <a:pt x="3049913" y="2165262"/>
                </a:lnTo>
                <a:lnTo>
                  <a:pt x="3056928" y="2154866"/>
                </a:lnTo>
                <a:lnTo>
                  <a:pt x="3059501" y="2142139"/>
                </a:lnTo>
                <a:lnTo>
                  <a:pt x="3056928" y="2129412"/>
                </a:lnTo>
                <a:lnTo>
                  <a:pt x="3049913" y="2119016"/>
                </a:lnTo>
                <a:lnTo>
                  <a:pt x="3039516" y="2112006"/>
                </a:lnTo>
                <a:lnTo>
                  <a:pt x="3026795" y="2109434"/>
                </a:lnTo>
                <a:close/>
              </a:path>
              <a:path extrusionOk="0" h="2468879" w="4523105">
                <a:moveTo>
                  <a:pt x="3329387" y="2106950"/>
                </a:moveTo>
                <a:lnTo>
                  <a:pt x="3315658" y="2109718"/>
                </a:lnTo>
                <a:lnTo>
                  <a:pt x="3304447" y="2117266"/>
                </a:lnTo>
                <a:lnTo>
                  <a:pt x="3296888" y="2128457"/>
                </a:lnTo>
                <a:lnTo>
                  <a:pt x="3294116" y="2142157"/>
                </a:lnTo>
                <a:lnTo>
                  <a:pt x="3296888" y="2155856"/>
                </a:lnTo>
                <a:lnTo>
                  <a:pt x="3304447" y="2167046"/>
                </a:lnTo>
                <a:lnTo>
                  <a:pt x="3315658" y="2174592"/>
                </a:lnTo>
                <a:lnTo>
                  <a:pt x="3329387" y="2177359"/>
                </a:lnTo>
                <a:lnTo>
                  <a:pt x="3343090" y="2174592"/>
                </a:lnTo>
                <a:lnTo>
                  <a:pt x="3354288" y="2167046"/>
                </a:lnTo>
                <a:lnTo>
                  <a:pt x="3361842" y="2155856"/>
                </a:lnTo>
                <a:lnTo>
                  <a:pt x="3364613" y="2142157"/>
                </a:lnTo>
                <a:lnTo>
                  <a:pt x="3361842" y="2128457"/>
                </a:lnTo>
                <a:lnTo>
                  <a:pt x="3354288" y="2117266"/>
                </a:lnTo>
                <a:lnTo>
                  <a:pt x="3343090" y="2109718"/>
                </a:lnTo>
                <a:lnTo>
                  <a:pt x="3329387" y="2106950"/>
                </a:lnTo>
                <a:close/>
              </a:path>
              <a:path extrusionOk="0" h="2468879" w="4523105">
                <a:moveTo>
                  <a:pt x="3631935" y="2104430"/>
                </a:moveTo>
                <a:lnTo>
                  <a:pt x="3617250" y="2107395"/>
                </a:lnTo>
                <a:lnTo>
                  <a:pt x="3605251" y="2115482"/>
                </a:lnTo>
                <a:lnTo>
                  <a:pt x="3597158" y="2127474"/>
                </a:lnTo>
                <a:lnTo>
                  <a:pt x="3594189" y="2142157"/>
                </a:lnTo>
                <a:lnTo>
                  <a:pt x="3597158" y="2156837"/>
                </a:lnTo>
                <a:lnTo>
                  <a:pt x="3605251" y="2168828"/>
                </a:lnTo>
                <a:lnTo>
                  <a:pt x="3617250" y="2176914"/>
                </a:lnTo>
                <a:lnTo>
                  <a:pt x="3631935" y="2179880"/>
                </a:lnTo>
                <a:lnTo>
                  <a:pt x="3646646" y="2176914"/>
                </a:lnTo>
                <a:lnTo>
                  <a:pt x="3658658" y="2168828"/>
                </a:lnTo>
                <a:lnTo>
                  <a:pt x="3666756" y="2156837"/>
                </a:lnTo>
                <a:lnTo>
                  <a:pt x="3669725" y="2142157"/>
                </a:lnTo>
                <a:lnTo>
                  <a:pt x="3666756" y="2127474"/>
                </a:lnTo>
                <a:lnTo>
                  <a:pt x="3658658" y="2115482"/>
                </a:lnTo>
                <a:lnTo>
                  <a:pt x="3646646" y="2107395"/>
                </a:lnTo>
                <a:lnTo>
                  <a:pt x="3631935" y="2104430"/>
                </a:lnTo>
                <a:close/>
              </a:path>
              <a:path extrusionOk="0" h="2468879" w="4523105">
                <a:moveTo>
                  <a:pt x="3934527" y="2101070"/>
                </a:moveTo>
                <a:lnTo>
                  <a:pt x="3918544" y="2104298"/>
                </a:lnTo>
                <a:lnTo>
                  <a:pt x="3905487" y="2113102"/>
                </a:lnTo>
                <a:lnTo>
                  <a:pt x="3896682" y="2126162"/>
                </a:lnTo>
                <a:lnTo>
                  <a:pt x="3893453" y="2142157"/>
                </a:lnTo>
                <a:lnTo>
                  <a:pt x="3896682" y="2158149"/>
                </a:lnTo>
                <a:lnTo>
                  <a:pt x="3905487" y="2171208"/>
                </a:lnTo>
                <a:lnTo>
                  <a:pt x="3918544" y="2180012"/>
                </a:lnTo>
                <a:lnTo>
                  <a:pt x="3934527" y="2183240"/>
                </a:lnTo>
                <a:lnTo>
                  <a:pt x="3950544" y="2180012"/>
                </a:lnTo>
                <a:lnTo>
                  <a:pt x="3963629" y="2171208"/>
                </a:lnTo>
                <a:lnTo>
                  <a:pt x="3972455" y="2158149"/>
                </a:lnTo>
                <a:lnTo>
                  <a:pt x="3975692" y="2142157"/>
                </a:lnTo>
                <a:lnTo>
                  <a:pt x="3972455" y="2126162"/>
                </a:lnTo>
                <a:lnTo>
                  <a:pt x="3963629" y="2113102"/>
                </a:lnTo>
                <a:lnTo>
                  <a:pt x="3950544" y="2104298"/>
                </a:lnTo>
                <a:lnTo>
                  <a:pt x="3934527" y="2101070"/>
                </a:lnTo>
                <a:close/>
              </a:path>
              <a:path extrusionOk="0" h="2468879" w="4523105">
                <a:moveTo>
                  <a:pt x="4237120" y="2098585"/>
                </a:moveTo>
                <a:lnTo>
                  <a:pt x="4220154" y="2102011"/>
                </a:lnTo>
                <a:lnTo>
                  <a:pt x="4206297" y="2111352"/>
                </a:lnTo>
                <a:lnTo>
                  <a:pt x="4196953" y="2125206"/>
                </a:lnTo>
                <a:lnTo>
                  <a:pt x="4193526" y="2142170"/>
                </a:lnTo>
                <a:lnTo>
                  <a:pt x="4196953" y="2159136"/>
                </a:lnTo>
                <a:lnTo>
                  <a:pt x="4206297" y="2172992"/>
                </a:lnTo>
                <a:lnTo>
                  <a:pt x="4220154" y="2182334"/>
                </a:lnTo>
                <a:lnTo>
                  <a:pt x="4237120" y="2185760"/>
                </a:lnTo>
                <a:lnTo>
                  <a:pt x="4254111" y="2182334"/>
                </a:lnTo>
                <a:lnTo>
                  <a:pt x="4267982" y="2172992"/>
                </a:lnTo>
                <a:lnTo>
                  <a:pt x="4277331" y="2159136"/>
                </a:lnTo>
                <a:lnTo>
                  <a:pt x="4280759" y="2142170"/>
                </a:lnTo>
                <a:lnTo>
                  <a:pt x="4277331" y="2125206"/>
                </a:lnTo>
                <a:lnTo>
                  <a:pt x="4267982" y="2111352"/>
                </a:lnTo>
                <a:lnTo>
                  <a:pt x="4254111" y="2102011"/>
                </a:lnTo>
                <a:lnTo>
                  <a:pt x="4237120" y="2098585"/>
                </a:lnTo>
                <a:close/>
              </a:path>
              <a:path extrusionOk="0" h="2468879" w="4523105">
                <a:moveTo>
                  <a:pt x="4522590" y="2099522"/>
                </a:moveTo>
                <a:lnTo>
                  <a:pt x="4521765" y="2099689"/>
                </a:lnTo>
                <a:lnTo>
                  <a:pt x="4507107" y="2109571"/>
                </a:lnTo>
                <a:lnTo>
                  <a:pt x="4497223" y="2124226"/>
                </a:lnTo>
                <a:lnTo>
                  <a:pt x="4493599" y="2142170"/>
                </a:lnTo>
                <a:lnTo>
                  <a:pt x="4497223" y="2160119"/>
                </a:lnTo>
                <a:lnTo>
                  <a:pt x="4507107" y="2174776"/>
                </a:lnTo>
                <a:lnTo>
                  <a:pt x="4521765" y="2184657"/>
                </a:lnTo>
                <a:lnTo>
                  <a:pt x="4522590" y="2184824"/>
                </a:lnTo>
                <a:lnTo>
                  <a:pt x="4522590" y="2099522"/>
                </a:lnTo>
                <a:close/>
              </a:path>
              <a:path extrusionOk="0" h="2468879" w="4523105">
                <a:moveTo>
                  <a:pt x="1212050" y="2444043"/>
                </a:moveTo>
                <a:lnTo>
                  <a:pt x="1210385" y="2444043"/>
                </a:lnTo>
                <a:lnTo>
                  <a:pt x="1210385" y="2444983"/>
                </a:lnTo>
                <a:lnTo>
                  <a:pt x="1212050" y="2444983"/>
                </a:lnTo>
                <a:lnTo>
                  <a:pt x="1212050" y="2444043"/>
                </a:lnTo>
                <a:close/>
              </a:path>
              <a:path extrusionOk="0" h="2468879" w="4523105">
                <a:moveTo>
                  <a:pt x="1515677" y="2441152"/>
                </a:moveTo>
                <a:lnTo>
                  <a:pt x="1511943" y="2441152"/>
                </a:lnTo>
                <a:lnTo>
                  <a:pt x="1510458" y="2442648"/>
                </a:lnTo>
                <a:lnTo>
                  <a:pt x="1510458" y="2446378"/>
                </a:lnTo>
                <a:lnTo>
                  <a:pt x="1511943" y="2447871"/>
                </a:lnTo>
                <a:lnTo>
                  <a:pt x="1515677" y="2447871"/>
                </a:lnTo>
                <a:lnTo>
                  <a:pt x="1517161" y="2446378"/>
                </a:lnTo>
                <a:lnTo>
                  <a:pt x="1517161" y="2442648"/>
                </a:lnTo>
                <a:lnTo>
                  <a:pt x="1515677" y="2441152"/>
                </a:lnTo>
                <a:close/>
              </a:path>
              <a:path extrusionOk="0" h="2468879" w="4523105">
                <a:moveTo>
                  <a:pt x="1820564" y="2436988"/>
                </a:moveTo>
                <a:lnTo>
                  <a:pt x="1812241" y="2436988"/>
                </a:lnTo>
                <a:lnTo>
                  <a:pt x="1808867" y="2440364"/>
                </a:lnTo>
                <a:lnTo>
                  <a:pt x="1808867" y="2448696"/>
                </a:lnTo>
                <a:lnTo>
                  <a:pt x="1812241" y="2452072"/>
                </a:lnTo>
                <a:lnTo>
                  <a:pt x="1820564" y="2452072"/>
                </a:lnTo>
                <a:lnTo>
                  <a:pt x="1823938" y="2448696"/>
                </a:lnTo>
                <a:lnTo>
                  <a:pt x="1823938" y="2440364"/>
                </a:lnTo>
                <a:lnTo>
                  <a:pt x="1820564" y="2436988"/>
                </a:lnTo>
                <a:close/>
              </a:path>
              <a:path extrusionOk="0" h="2468879" w="4523105">
                <a:moveTo>
                  <a:pt x="2125001" y="2433629"/>
                </a:moveTo>
                <a:lnTo>
                  <a:pt x="2112989" y="2433629"/>
                </a:lnTo>
                <a:lnTo>
                  <a:pt x="2108085" y="2438517"/>
                </a:lnTo>
                <a:lnTo>
                  <a:pt x="2108085" y="2450543"/>
                </a:lnTo>
                <a:lnTo>
                  <a:pt x="2112989" y="2455431"/>
                </a:lnTo>
                <a:lnTo>
                  <a:pt x="2125001" y="2455431"/>
                </a:lnTo>
                <a:lnTo>
                  <a:pt x="2129905" y="2450543"/>
                </a:lnTo>
                <a:lnTo>
                  <a:pt x="2129905" y="2438517"/>
                </a:lnTo>
                <a:lnTo>
                  <a:pt x="2125001" y="2433629"/>
                </a:lnTo>
                <a:close/>
              </a:path>
              <a:path extrusionOk="0" h="2468879" w="4523105">
                <a:moveTo>
                  <a:pt x="2429933" y="2429464"/>
                </a:moveTo>
                <a:lnTo>
                  <a:pt x="2413242" y="2429464"/>
                </a:lnTo>
                <a:lnTo>
                  <a:pt x="2406494" y="2436213"/>
                </a:lnTo>
                <a:lnTo>
                  <a:pt x="2406494" y="2452878"/>
                </a:lnTo>
                <a:lnTo>
                  <a:pt x="2413242" y="2459629"/>
                </a:lnTo>
                <a:lnTo>
                  <a:pt x="2429933" y="2459629"/>
                </a:lnTo>
                <a:lnTo>
                  <a:pt x="2436681" y="2452878"/>
                </a:lnTo>
                <a:lnTo>
                  <a:pt x="2436681" y="2436213"/>
                </a:lnTo>
                <a:lnTo>
                  <a:pt x="2429933" y="2429464"/>
                </a:lnTo>
                <a:close/>
              </a:path>
              <a:path extrusionOk="0" h="2468879" w="4523105">
                <a:moveTo>
                  <a:pt x="2733920" y="2426944"/>
                </a:moveTo>
                <a:lnTo>
                  <a:pt x="2714440" y="2426944"/>
                </a:lnTo>
                <a:lnTo>
                  <a:pt x="2706567" y="2434821"/>
                </a:lnTo>
                <a:lnTo>
                  <a:pt x="2706567" y="2454272"/>
                </a:lnTo>
                <a:lnTo>
                  <a:pt x="2714440" y="2462150"/>
                </a:lnTo>
                <a:lnTo>
                  <a:pt x="2733920" y="2462150"/>
                </a:lnTo>
                <a:lnTo>
                  <a:pt x="2741793" y="2454272"/>
                </a:lnTo>
                <a:lnTo>
                  <a:pt x="2741793" y="2434821"/>
                </a:lnTo>
                <a:lnTo>
                  <a:pt x="2733920" y="2426944"/>
                </a:lnTo>
                <a:close/>
              </a:path>
              <a:path extrusionOk="0" h="2468879" w="4523105">
                <a:moveTo>
                  <a:pt x="3026795" y="2423587"/>
                </a:moveTo>
                <a:lnTo>
                  <a:pt x="3018615" y="2425234"/>
                </a:lnTo>
                <a:lnTo>
                  <a:pt x="3011937" y="2429726"/>
                </a:lnTo>
                <a:lnTo>
                  <a:pt x="3007436" y="2436388"/>
                </a:lnTo>
                <a:lnTo>
                  <a:pt x="3005785" y="2444545"/>
                </a:lnTo>
                <a:lnTo>
                  <a:pt x="3007436" y="2452703"/>
                </a:lnTo>
                <a:lnTo>
                  <a:pt x="3011937" y="2459367"/>
                </a:lnTo>
                <a:lnTo>
                  <a:pt x="3018615" y="2463861"/>
                </a:lnTo>
                <a:lnTo>
                  <a:pt x="3026795" y="2465509"/>
                </a:lnTo>
                <a:lnTo>
                  <a:pt x="3034948" y="2463861"/>
                </a:lnTo>
                <a:lnTo>
                  <a:pt x="3041613" y="2459367"/>
                </a:lnTo>
                <a:lnTo>
                  <a:pt x="3046110" y="2452703"/>
                </a:lnTo>
                <a:lnTo>
                  <a:pt x="3047760" y="2444545"/>
                </a:lnTo>
                <a:lnTo>
                  <a:pt x="3046110" y="2436388"/>
                </a:lnTo>
                <a:lnTo>
                  <a:pt x="3041613" y="2429726"/>
                </a:lnTo>
                <a:lnTo>
                  <a:pt x="3034948" y="2425234"/>
                </a:lnTo>
                <a:lnTo>
                  <a:pt x="3026795" y="2423587"/>
                </a:lnTo>
                <a:close/>
              </a:path>
              <a:path extrusionOk="0" h="2468879" w="4523105">
                <a:moveTo>
                  <a:pt x="3329387" y="2421902"/>
                </a:moveTo>
                <a:lnTo>
                  <a:pt x="3320549" y="2423680"/>
                </a:lnTo>
                <a:lnTo>
                  <a:pt x="3313343" y="2428531"/>
                </a:lnTo>
                <a:lnTo>
                  <a:pt x="3308491" y="2435728"/>
                </a:lnTo>
                <a:lnTo>
                  <a:pt x="3306713" y="2444545"/>
                </a:lnTo>
                <a:lnTo>
                  <a:pt x="3308491" y="2453362"/>
                </a:lnTo>
                <a:lnTo>
                  <a:pt x="3313343" y="2460558"/>
                </a:lnTo>
                <a:lnTo>
                  <a:pt x="3320549" y="2465409"/>
                </a:lnTo>
                <a:lnTo>
                  <a:pt x="3329387" y="2467187"/>
                </a:lnTo>
                <a:lnTo>
                  <a:pt x="3338200" y="2465409"/>
                </a:lnTo>
                <a:lnTo>
                  <a:pt x="3345392" y="2460558"/>
                </a:lnTo>
                <a:lnTo>
                  <a:pt x="3350240" y="2453362"/>
                </a:lnTo>
                <a:lnTo>
                  <a:pt x="3352017" y="2444545"/>
                </a:lnTo>
                <a:lnTo>
                  <a:pt x="3350240" y="2435728"/>
                </a:lnTo>
                <a:lnTo>
                  <a:pt x="3345392" y="2428531"/>
                </a:lnTo>
                <a:lnTo>
                  <a:pt x="3338200" y="2423680"/>
                </a:lnTo>
                <a:lnTo>
                  <a:pt x="3329387" y="2421902"/>
                </a:lnTo>
                <a:close/>
              </a:path>
              <a:path extrusionOk="0" h="2468879" w="4523105">
                <a:moveTo>
                  <a:pt x="3631935" y="2421902"/>
                </a:moveTo>
                <a:lnTo>
                  <a:pt x="3623123" y="2423680"/>
                </a:lnTo>
                <a:lnTo>
                  <a:pt x="3615930" y="2428531"/>
                </a:lnTo>
                <a:lnTo>
                  <a:pt x="3611083" y="2435728"/>
                </a:lnTo>
                <a:lnTo>
                  <a:pt x="3609306" y="2444545"/>
                </a:lnTo>
                <a:lnTo>
                  <a:pt x="3611083" y="2453362"/>
                </a:lnTo>
                <a:lnTo>
                  <a:pt x="3615930" y="2460558"/>
                </a:lnTo>
                <a:lnTo>
                  <a:pt x="3623123" y="2465409"/>
                </a:lnTo>
                <a:lnTo>
                  <a:pt x="3631935" y="2467187"/>
                </a:lnTo>
                <a:lnTo>
                  <a:pt x="3640773" y="2465409"/>
                </a:lnTo>
                <a:lnTo>
                  <a:pt x="3647979" y="2460558"/>
                </a:lnTo>
                <a:lnTo>
                  <a:pt x="3652831" y="2453362"/>
                </a:lnTo>
                <a:lnTo>
                  <a:pt x="3654609" y="2444545"/>
                </a:lnTo>
                <a:lnTo>
                  <a:pt x="3652831" y="2435728"/>
                </a:lnTo>
                <a:lnTo>
                  <a:pt x="3647979" y="2428531"/>
                </a:lnTo>
                <a:lnTo>
                  <a:pt x="3640773" y="2423680"/>
                </a:lnTo>
                <a:lnTo>
                  <a:pt x="3631935" y="2421902"/>
                </a:lnTo>
                <a:close/>
              </a:path>
              <a:path extrusionOk="0" h="2468879" w="4523105">
                <a:moveTo>
                  <a:pt x="3934527" y="2420258"/>
                </a:moveTo>
                <a:lnTo>
                  <a:pt x="3925076" y="2422168"/>
                </a:lnTo>
                <a:lnTo>
                  <a:pt x="3917353" y="2427377"/>
                </a:lnTo>
                <a:lnTo>
                  <a:pt x="3912144" y="2435103"/>
                </a:lnTo>
                <a:lnTo>
                  <a:pt x="3910234" y="2444562"/>
                </a:lnTo>
                <a:lnTo>
                  <a:pt x="3912144" y="2454021"/>
                </a:lnTo>
                <a:lnTo>
                  <a:pt x="3917353" y="2461747"/>
                </a:lnTo>
                <a:lnTo>
                  <a:pt x="3925076" y="2466957"/>
                </a:lnTo>
                <a:lnTo>
                  <a:pt x="3934527" y="2468868"/>
                </a:lnTo>
                <a:lnTo>
                  <a:pt x="3944005" y="2466957"/>
                </a:lnTo>
                <a:lnTo>
                  <a:pt x="3951741" y="2461747"/>
                </a:lnTo>
                <a:lnTo>
                  <a:pt x="3956955" y="2454021"/>
                </a:lnTo>
                <a:lnTo>
                  <a:pt x="3958866" y="2444562"/>
                </a:lnTo>
                <a:lnTo>
                  <a:pt x="3956955" y="2435103"/>
                </a:lnTo>
                <a:lnTo>
                  <a:pt x="3951741" y="2427377"/>
                </a:lnTo>
                <a:lnTo>
                  <a:pt x="3944005" y="2422168"/>
                </a:lnTo>
                <a:lnTo>
                  <a:pt x="3934527" y="2420258"/>
                </a:lnTo>
                <a:close/>
              </a:path>
              <a:path extrusionOk="0" h="2468879" w="4523105">
                <a:moveTo>
                  <a:pt x="4237120" y="2421902"/>
                </a:moveTo>
                <a:lnTo>
                  <a:pt x="4228308" y="2423680"/>
                </a:lnTo>
                <a:lnTo>
                  <a:pt x="4221115" y="2428531"/>
                </a:lnTo>
                <a:lnTo>
                  <a:pt x="4216268" y="2435728"/>
                </a:lnTo>
                <a:lnTo>
                  <a:pt x="4214491" y="2444545"/>
                </a:lnTo>
                <a:lnTo>
                  <a:pt x="4216268" y="2453362"/>
                </a:lnTo>
                <a:lnTo>
                  <a:pt x="4221115" y="2460558"/>
                </a:lnTo>
                <a:lnTo>
                  <a:pt x="4228308" y="2465409"/>
                </a:lnTo>
                <a:lnTo>
                  <a:pt x="4237120" y="2467187"/>
                </a:lnTo>
                <a:lnTo>
                  <a:pt x="4245958" y="2465409"/>
                </a:lnTo>
                <a:lnTo>
                  <a:pt x="4253164" y="2460558"/>
                </a:lnTo>
                <a:lnTo>
                  <a:pt x="4258016" y="2453362"/>
                </a:lnTo>
                <a:lnTo>
                  <a:pt x="4259794" y="2444545"/>
                </a:lnTo>
                <a:lnTo>
                  <a:pt x="4258016" y="2435728"/>
                </a:lnTo>
                <a:lnTo>
                  <a:pt x="4253164" y="2428531"/>
                </a:lnTo>
                <a:lnTo>
                  <a:pt x="4245958" y="2423680"/>
                </a:lnTo>
                <a:lnTo>
                  <a:pt x="4237120" y="2421902"/>
                </a:lnTo>
                <a:close/>
              </a:path>
              <a:path extrusionOk="0" h="2468879" w="4523105">
                <a:moveTo>
                  <a:pt x="4522590" y="2434634"/>
                </a:moveTo>
                <a:lnTo>
                  <a:pt x="4521188" y="2436710"/>
                </a:lnTo>
                <a:lnTo>
                  <a:pt x="4519603" y="2444545"/>
                </a:lnTo>
                <a:lnTo>
                  <a:pt x="4521188" y="2452380"/>
                </a:lnTo>
                <a:lnTo>
                  <a:pt x="4522590" y="2454457"/>
                </a:lnTo>
                <a:lnTo>
                  <a:pt x="4522590" y="2434634"/>
                </a:lnTo>
                <a:close/>
              </a:path>
            </a:pathLst>
          </a:custGeom>
          <a:solidFill>
            <a:srgbClr val="E9C6C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0" name="Google Shape;80;p3"/>
          <p:cNvSpPr/>
          <p:nvPr/>
        </p:nvSpPr>
        <p:spPr>
          <a:xfrm>
            <a:off x="11563350" y="9458325"/>
            <a:ext cx="6724650" cy="18415"/>
          </a:xfrm>
          <a:custGeom>
            <a:rect b="b" l="l" r="r" t="t"/>
            <a:pathLst>
              <a:path extrusionOk="0" h="18415" w="6724650">
                <a:moveTo>
                  <a:pt x="0" y="0"/>
                </a:moveTo>
                <a:lnTo>
                  <a:pt x="6724650" y="18028"/>
                </a:lnTo>
              </a:path>
            </a:pathLst>
          </a:custGeom>
          <a:noFill/>
          <a:ln cap="flat" cmpd="sng" w="114300">
            <a:solidFill>
              <a:srgbClr val="9FC3D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1" name="Google Shape;81;p3"/>
          <p:cNvSpPr txBox="1"/>
          <p:nvPr>
            <p:ph type="title"/>
          </p:nvPr>
        </p:nvSpPr>
        <p:spPr>
          <a:xfrm>
            <a:off x="2230501" y="89598"/>
            <a:ext cx="13001625" cy="3058160"/>
          </a:xfrm>
          <a:prstGeom prst="rect">
            <a:avLst/>
          </a:prstGeom>
          <a:noFill/>
          <a:ln>
            <a:noFill/>
          </a:ln>
        </p:spPr>
        <p:txBody>
          <a:bodyPr anchorCtr="0" anchor="t" bIns="0" lIns="0" spcFirstLastPara="1" rIns="0" wrap="square" tIns="12050">
            <a:spAutoFit/>
          </a:bodyPr>
          <a:lstStyle/>
          <a:p>
            <a:pPr indent="-2188210" lvl="0" marL="2200275" marR="5080" rtl="0" algn="l">
              <a:lnSpc>
                <a:spcPct val="117700"/>
              </a:lnSpc>
              <a:spcBef>
                <a:spcPts val="0"/>
              </a:spcBef>
              <a:spcAft>
                <a:spcPts val="0"/>
              </a:spcAft>
              <a:buNone/>
            </a:pPr>
            <a:r>
              <a:rPr lang="es-GT" sz="8450">
                <a:solidFill>
                  <a:srgbClr val="000000"/>
                </a:solidFill>
                <a:latin typeface="Calibri"/>
                <a:ea typeface="Calibri"/>
                <a:cs typeface="Calibri"/>
                <a:sym typeface="Calibri"/>
              </a:rPr>
              <a:t>COMPONENTES DEL MODELO ENTIDAD RELACIÓN</a:t>
            </a:r>
            <a:endParaRPr sz="8450">
              <a:latin typeface="Calibri"/>
              <a:ea typeface="Calibri"/>
              <a:cs typeface="Calibri"/>
              <a:sym typeface="Calibri"/>
            </a:endParaRPr>
          </a:p>
        </p:txBody>
      </p:sp>
      <p:sp>
        <p:nvSpPr>
          <p:cNvPr id="82" name="Google Shape;82;p3"/>
          <p:cNvSpPr/>
          <p:nvPr/>
        </p:nvSpPr>
        <p:spPr>
          <a:xfrm>
            <a:off x="15916275" y="0"/>
            <a:ext cx="1447800" cy="1676400"/>
          </a:xfrm>
          <a:custGeom>
            <a:rect b="b" l="l" r="r" t="t"/>
            <a:pathLst>
              <a:path extrusionOk="0" h="1676400" w="1447800">
                <a:moveTo>
                  <a:pt x="1447800" y="0"/>
                </a:moveTo>
                <a:lnTo>
                  <a:pt x="0" y="0"/>
                </a:lnTo>
                <a:lnTo>
                  <a:pt x="0" y="998093"/>
                </a:lnTo>
                <a:lnTo>
                  <a:pt x="2451" y="1046894"/>
                </a:lnTo>
                <a:lnTo>
                  <a:pt x="8414" y="1094753"/>
                </a:lnTo>
                <a:lnTo>
                  <a:pt x="17766" y="1141553"/>
                </a:lnTo>
                <a:lnTo>
                  <a:pt x="30388" y="1187177"/>
                </a:lnTo>
                <a:lnTo>
                  <a:pt x="46159" y="1231509"/>
                </a:lnTo>
                <a:lnTo>
                  <a:pt x="64958" y="1274430"/>
                </a:lnTo>
                <a:lnTo>
                  <a:pt x="86664" y="1315826"/>
                </a:lnTo>
                <a:lnTo>
                  <a:pt x="111158" y="1355578"/>
                </a:lnTo>
                <a:lnTo>
                  <a:pt x="138318" y="1393570"/>
                </a:lnTo>
                <a:lnTo>
                  <a:pt x="168025" y="1429686"/>
                </a:lnTo>
                <a:lnTo>
                  <a:pt x="200156" y="1463808"/>
                </a:lnTo>
                <a:lnTo>
                  <a:pt x="234592" y="1495820"/>
                </a:lnTo>
                <a:lnTo>
                  <a:pt x="271212" y="1525604"/>
                </a:lnTo>
                <a:lnTo>
                  <a:pt x="309896" y="1553044"/>
                </a:lnTo>
                <a:lnTo>
                  <a:pt x="350522" y="1578024"/>
                </a:lnTo>
                <a:lnTo>
                  <a:pt x="392971" y="1600426"/>
                </a:lnTo>
                <a:lnTo>
                  <a:pt x="437122" y="1620133"/>
                </a:lnTo>
                <a:lnTo>
                  <a:pt x="482853" y="1637029"/>
                </a:lnTo>
                <a:lnTo>
                  <a:pt x="528493" y="1650244"/>
                </a:lnTo>
                <a:lnTo>
                  <a:pt x="576029" y="1661147"/>
                </a:lnTo>
                <a:lnTo>
                  <a:pt x="624887" y="1669381"/>
                </a:lnTo>
                <a:lnTo>
                  <a:pt x="674495" y="1674585"/>
                </a:lnTo>
                <a:lnTo>
                  <a:pt x="724280" y="1676400"/>
                </a:lnTo>
                <a:lnTo>
                  <a:pt x="773571" y="1674823"/>
                </a:lnTo>
                <a:lnTo>
                  <a:pt x="821971" y="1670186"/>
                </a:lnTo>
                <a:lnTo>
                  <a:pt x="869323" y="1662629"/>
                </a:lnTo>
                <a:lnTo>
                  <a:pt x="915467" y="1652292"/>
                </a:lnTo>
                <a:lnTo>
                  <a:pt x="960246" y="1639316"/>
                </a:lnTo>
                <a:lnTo>
                  <a:pt x="961771" y="1638553"/>
                </a:lnTo>
                <a:lnTo>
                  <a:pt x="963421" y="1638553"/>
                </a:lnTo>
                <a:lnTo>
                  <a:pt x="964946" y="1637792"/>
                </a:lnTo>
                <a:lnTo>
                  <a:pt x="1010224" y="1620535"/>
                </a:lnTo>
                <a:lnTo>
                  <a:pt x="1054025" y="1600510"/>
                </a:lnTo>
                <a:lnTo>
                  <a:pt x="1096218" y="1577833"/>
                </a:lnTo>
                <a:lnTo>
                  <a:pt x="1136674" y="1552621"/>
                </a:lnTo>
                <a:lnTo>
                  <a:pt x="1175262" y="1524990"/>
                </a:lnTo>
                <a:lnTo>
                  <a:pt x="1211852" y="1495058"/>
                </a:lnTo>
                <a:lnTo>
                  <a:pt x="1246315" y="1462940"/>
                </a:lnTo>
                <a:lnTo>
                  <a:pt x="1278520" y="1428755"/>
                </a:lnTo>
                <a:lnTo>
                  <a:pt x="1308338" y="1392618"/>
                </a:lnTo>
                <a:lnTo>
                  <a:pt x="1335637" y="1354647"/>
                </a:lnTo>
                <a:lnTo>
                  <a:pt x="1360290" y="1314958"/>
                </a:lnTo>
                <a:lnTo>
                  <a:pt x="1382164" y="1273668"/>
                </a:lnTo>
                <a:lnTo>
                  <a:pt x="1401131" y="1230895"/>
                </a:lnTo>
                <a:lnTo>
                  <a:pt x="1417060" y="1186754"/>
                </a:lnTo>
                <a:lnTo>
                  <a:pt x="1429821" y="1141363"/>
                </a:lnTo>
                <a:lnTo>
                  <a:pt x="1439285" y="1094838"/>
                </a:lnTo>
                <a:lnTo>
                  <a:pt x="1445321" y="1047296"/>
                </a:lnTo>
                <a:lnTo>
                  <a:pt x="1447800" y="998854"/>
                </a:lnTo>
                <a:lnTo>
                  <a:pt x="1447800" y="0"/>
                </a:lnTo>
                <a:close/>
              </a:path>
            </a:pathLst>
          </a:custGeom>
          <a:solidFill>
            <a:srgbClr val="9FC3D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3" name="Google Shape;83;p3"/>
          <p:cNvSpPr txBox="1"/>
          <p:nvPr/>
        </p:nvSpPr>
        <p:spPr>
          <a:xfrm>
            <a:off x="16435451" y="353948"/>
            <a:ext cx="428700" cy="86760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s-GT" sz="5550">
                <a:latin typeface="Arial Black"/>
                <a:ea typeface="Arial Black"/>
                <a:cs typeface="Arial Black"/>
                <a:sym typeface="Arial Black"/>
              </a:rPr>
              <a:t>1</a:t>
            </a:r>
            <a:endParaRPr sz="5550">
              <a:latin typeface="Arial Black"/>
              <a:ea typeface="Arial Black"/>
              <a:cs typeface="Arial Black"/>
              <a:sym typeface="Arial Black"/>
            </a:endParaRPr>
          </a:p>
        </p:txBody>
      </p:sp>
      <p:sp>
        <p:nvSpPr>
          <p:cNvPr id="84" name="Google Shape;84;p3"/>
          <p:cNvSpPr/>
          <p:nvPr/>
        </p:nvSpPr>
        <p:spPr>
          <a:xfrm>
            <a:off x="67709" y="133724"/>
            <a:ext cx="4617085" cy="1607820"/>
          </a:xfrm>
          <a:custGeom>
            <a:rect b="b" l="l" r="r" t="t"/>
            <a:pathLst>
              <a:path extrusionOk="0" h="1607820" w="4617085">
                <a:moveTo>
                  <a:pt x="29377" y="41823"/>
                </a:moveTo>
                <a:lnTo>
                  <a:pt x="17935" y="44133"/>
                </a:lnTo>
                <a:lnTo>
                  <a:pt x="8598" y="50431"/>
                </a:lnTo>
                <a:lnTo>
                  <a:pt x="2306" y="59771"/>
                </a:lnTo>
                <a:lnTo>
                  <a:pt x="0" y="71203"/>
                </a:lnTo>
                <a:lnTo>
                  <a:pt x="2306" y="82609"/>
                </a:lnTo>
                <a:lnTo>
                  <a:pt x="8598" y="91935"/>
                </a:lnTo>
                <a:lnTo>
                  <a:pt x="17935" y="98229"/>
                </a:lnTo>
                <a:lnTo>
                  <a:pt x="29377" y="100538"/>
                </a:lnTo>
                <a:lnTo>
                  <a:pt x="40793" y="98229"/>
                </a:lnTo>
                <a:lnTo>
                  <a:pt x="50117" y="91935"/>
                </a:lnTo>
                <a:lnTo>
                  <a:pt x="56404" y="82609"/>
                </a:lnTo>
                <a:lnTo>
                  <a:pt x="58709" y="71203"/>
                </a:lnTo>
                <a:lnTo>
                  <a:pt x="56404" y="59771"/>
                </a:lnTo>
                <a:lnTo>
                  <a:pt x="50117" y="50431"/>
                </a:lnTo>
                <a:lnTo>
                  <a:pt x="40793" y="44133"/>
                </a:lnTo>
                <a:lnTo>
                  <a:pt x="29377" y="41823"/>
                </a:lnTo>
                <a:close/>
              </a:path>
              <a:path extrusionOk="0" h="1607820" w="4617085">
                <a:moveTo>
                  <a:pt x="331969" y="38498"/>
                </a:moveTo>
                <a:lnTo>
                  <a:pt x="319222" y="41069"/>
                </a:lnTo>
                <a:lnTo>
                  <a:pt x="308812" y="48078"/>
                </a:lnTo>
                <a:lnTo>
                  <a:pt x="301792" y="58474"/>
                </a:lnTo>
                <a:lnTo>
                  <a:pt x="299218" y="71203"/>
                </a:lnTo>
                <a:lnTo>
                  <a:pt x="301792" y="83932"/>
                </a:lnTo>
                <a:lnTo>
                  <a:pt x="308812" y="94328"/>
                </a:lnTo>
                <a:lnTo>
                  <a:pt x="319222" y="101337"/>
                </a:lnTo>
                <a:lnTo>
                  <a:pt x="331969" y="103908"/>
                </a:lnTo>
                <a:lnTo>
                  <a:pt x="344691" y="101337"/>
                </a:lnTo>
                <a:lnTo>
                  <a:pt x="355088" y="94328"/>
                </a:lnTo>
                <a:lnTo>
                  <a:pt x="362103" y="83932"/>
                </a:lnTo>
                <a:lnTo>
                  <a:pt x="364676" y="71203"/>
                </a:lnTo>
                <a:lnTo>
                  <a:pt x="362103" y="58474"/>
                </a:lnTo>
                <a:lnTo>
                  <a:pt x="355088" y="48079"/>
                </a:lnTo>
                <a:lnTo>
                  <a:pt x="344691" y="41069"/>
                </a:lnTo>
                <a:lnTo>
                  <a:pt x="331969" y="38498"/>
                </a:lnTo>
                <a:close/>
              </a:path>
              <a:path extrusionOk="0" h="1607820" w="4617085">
                <a:moveTo>
                  <a:pt x="634562" y="35983"/>
                </a:moveTo>
                <a:lnTo>
                  <a:pt x="620833" y="38751"/>
                </a:lnTo>
                <a:lnTo>
                  <a:pt x="609622" y="46298"/>
                </a:lnTo>
                <a:lnTo>
                  <a:pt x="602063" y="57494"/>
                </a:lnTo>
                <a:lnTo>
                  <a:pt x="599291" y="71203"/>
                </a:lnTo>
                <a:lnTo>
                  <a:pt x="602063" y="84913"/>
                </a:lnTo>
                <a:lnTo>
                  <a:pt x="609622" y="96108"/>
                </a:lnTo>
                <a:lnTo>
                  <a:pt x="620833" y="103656"/>
                </a:lnTo>
                <a:lnTo>
                  <a:pt x="634562" y="106423"/>
                </a:lnTo>
                <a:lnTo>
                  <a:pt x="648265" y="103656"/>
                </a:lnTo>
                <a:lnTo>
                  <a:pt x="659463" y="96108"/>
                </a:lnTo>
                <a:lnTo>
                  <a:pt x="667017" y="84913"/>
                </a:lnTo>
                <a:lnTo>
                  <a:pt x="669788" y="71203"/>
                </a:lnTo>
                <a:lnTo>
                  <a:pt x="667017" y="57494"/>
                </a:lnTo>
                <a:lnTo>
                  <a:pt x="659463" y="46298"/>
                </a:lnTo>
                <a:lnTo>
                  <a:pt x="648265" y="38751"/>
                </a:lnTo>
                <a:lnTo>
                  <a:pt x="634562" y="35983"/>
                </a:lnTo>
                <a:close/>
              </a:path>
              <a:path extrusionOk="0" h="1607820" w="4617085">
                <a:moveTo>
                  <a:pt x="937110" y="33467"/>
                </a:moveTo>
                <a:lnTo>
                  <a:pt x="922424" y="36432"/>
                </a:lnTo>
                <a:lnTo>
                  <a:pt x="910426" y="44518"/>
                </a:lnTo>
                <a:lnTo>
                  <a:pt x="902333" y="56513"/>
                </a:lnTo>
                <a:lnTo>
                  <a:pt x="899364" y="71203"/>
                </a:lnTo>
                <a:lnTo>
                  <a:pt x="902333" y="85893"/>
                </a:lnTo>
                <a:lnTo>
                  <a:pt x="910426" y="97888"/>
                </a:lnTo>
                <a:lnTo>
                  <a:pt x="922424" y="105974"/>
                </a:lnTo>
                <a:lnTo>
                  <a:pt x="937110" y="108939"/>
                </a:lnTo>
                <a:lnTo>
                  <a:pt x="951821" y="105974"/>
                </a:lnTo>
                <a:lnTo>
                  <a:pt x="963833" y="97888"/>
                </a:lnTo>
                <a:lnTo>
                  <a:pt x="971931" y="85893"/>
                </a:lnTo>
                <a:lnTo>
                  <a:pt x="974900" y="71203"/>
                </a:lnTo>
                <a:lnTo>
                  <a:pt x="971931" y="56513"/>
                </a:lnTo>
                <a:lnTo>
                  <a:pt x="963833" y="44518"/>
                </a:lnTo>
                <a:lnTo>
                  <a:pt x="951821" y="36432"/>
                </a:lnTo>
                <a:lnTo>
                  <a:pt x="937110" y="33467"/>
                </a:lnTo>
                <a:close/>
              </a:path>
              <a:path extrusionOk="0" h="1607820" w="4617085">
                <a:moveTo>
                  <a:pt x="1239702" y="30098"/>
                </a:moveTo>
                <a:lnTo>
                  <a:pt x="1223718" y="33330"/>
                </a:lnTo>
                <a:lnTo>
                  <a:pt x="1210662" y="42143"/>
                </a:lnTo>
                <a:lnTo>
                  <a:pt x="1201857" y="55210"/>
                </a:lnTo>
                <a:lnTo>
                  <a:pt x="1198628" y="71203"/>
                </a:lnTo>
                <a:lnTo>
                  <a:pt x="1201857" y="87197"/>
                </a:lnTo>
                <a:lnTo>
                  <a:pt x="1210662" y="100263"/>
                </a:lnTo>
                <a:lnTo>
                  <a:pt x="1223718" y="109076"/>
                </a:lnTo>
                <a:lnTo>
                  <a:pt x="1239702" y="112309"/>
                </a:lnTo>
                <a:lnTo>
                  <a:pt x="1255719" y="109076"/>
                </a:lnTo>
                <a:lnTo>
                  <a:pt x="1268804" y="100263"/>
                </a:lnTo>
                <a:lnTo>
                  <a:pt x="1277629" y="87197"/>
                </a:lnTo>
                <a:lnTo>
                  <a:pt x="1280867" y="71203"/>
                </a:lnTo>
                <a:lnTo>
                  <a:pt x="1277629" y="55210"/>
                </a:lnTo>
                <a:lnTo>
                  <a:pt x="1268804" y="42143"/>
                </a:lnTo>
                <a:lnTo>
                  <a:pt x="1255719" y="33330"/>
                </a:lnTo>
                <a:lnTo>
                  <a:pt x="1239702" y="30098"/>
                </a:lnTo>
                <a:close/>
              </a:path>
              <a:path extrusionOk="0" h="1607820" w="4617085">
                <a:moveTo>
                  <a:pt x="1542295" y="27627"/>
                </a:moveTo>
                <a:lnTo>
                  <a:pt x="1525329" y="31056"/>
                </a:lnTo>
                <a:lnTo>
                  <a:pt x="1511472" y="40402"/>
                </a:lnTo>
                <a:lnTo>
                  <a:pt x="1502128" y="54255"/>
                </a:lnTo>
                <a:lnTo>
                  <a:pt x="1498701" y="71203"/>
                </a:lnTo>
                <a:lnTo>
                  <a:pt x="1502128" y="88177"/>
                </a:lnTo>
                <a:lnTo>
                  <a:pt x="1511472" y="102043"/>
                </a:lnTo>
                <a:lnTo>
                  <a:pt x="1525329" y="111395"/>
                </a:lnTo>
                <a:lnTo>
                  <a:pt x="1542295" y="114824"/>
                </a:lnTo>
                <a:lnTo>
                  <a:pt x="1559286" y="111395"/>
                </a:lnTo>
                <a:lnTo>
                  <a:pt x="1573157" y="102044"/>
                </a:lnTo>
                <a:lnTo>
                  <a:pt x="1582506" y="88177"/>
                </a:lnTo>
                <a:lnTo>
                  <a:pt x="1585933" y="71203"/>
                </a:lnTo>
                <a:lnTo>
                  <a:pt x="1582506" y="54255"/>
                </a:lnTo>
                <a:lnTo>
                  <a:pt x="1573157" y="40402"/>
                </a:lnTo>
                <a:lnTo>
                  <a:pt x="1559286" y="31056"/>
                </a:lnTo>
                <a:lnTo>
                  <a:pt x="1542295" y="27627"/>
                </a:lnTo>
                <a:close/>
              </a:path>
              <a:path extrusionOk="0" h="1607820" w="4617085">
                <a:moveTo>
                  <a:pt x="1844887" y="25111"/>
                </a:moveTo>
                <a:lnTo>
                  <a:pt x="1826939" y="28738"/>
                </a:lnTo>
                <a:lnTo>
                  <a:pt x="1812282" y="38622"/>
                </a:lnTo>
                <a:lnTo>
                  <a:pt x="1802398" y="53275"/>
                </a:lnTo>
                <a:lnTo>
                  <a:pt x="1798774" y="71203"/>
                </a:lnTo>
                <a:lnTo>
                  <a:pt x="1802398" y="89158"/>
                </a:lnTo>
                <a:lnTo>
                  <a:pt x="1812282" y="103824"/>
                </a:lnTo>
                <a:lnTo>
                  <a:pt x="1826939" y="113713"/>
                </a:lnTo>
                <a:lnTo>
                  <a:pt x="1844887" y="117340"/>
                </a:lnTo>
                <a:lnTo>
                  <a:pt x="1862861" y="113713"/>
                </a:lnTo>
                <a:lnTo>
                  <a:pt x="1877532" y="103824"/>
                </a:lnTo>
                <a:lnTo>
                  <a:pt x="1887420" y="89158"/>
                </a:lnTo>
                <a:lnTo>
                  <a:pt x="1891045" y="71203"/>
                </a:lnTo>
                <a:lnTo>
                  <a:pt x="1887420" y="53275"/>
                </a:lnTo>
                <a:lnTo>
                  <a:pt x="1877532" y="38622"/>
                </a:lnTo>
                <a:lnTo>
                  <a:pt x="1862861" y="28738"/>
                </a:lnTo>
                <a:lnTo>
                  <a:pt x="1844887" y="25111"/>
                </a:lnTo>
                <a:close/>
              </a:path>
              <a:path extrusionOk="0" h="1607820" w="4617085">
                <a:moveTo>
                  <a:pt x="2147480" y="22596"/>
                </a:moveTo>
                <a:lnTo>
                  <a:pt x="2128550" y="26419"/>
                </a:lnTo>
                <a:lnTo>
                  <a:pt x="2113092" y="36842"/>
                </a:lnTo>
                <a:lnTo>
                  <a:pt x="2102669" y="52294"/>
                </a:lnTo>
                <a:lnTo>
                  <a:pt x="2098847" y="71203"/>
                </a:lnTo>
                <a:lnTo>
                  <a:pt x="2102669" y="90139"/>
                </a:lnTo>
                <a:lnTo>
                  <a:pt x="2113092" y="105604"/>
                </a:lnTo>
                <a:lnTo>
                  <a:pt x="2128550" y="116032"/>
                </a:lnTo>
                <a:lnTo>
                  <a:pt x="2147480" y="119856"/>
                </a:lnTo>
                <a:lnTo>
                  <a:pt x="2166442" y="116032"/>
                </a:lnTo>
                <a:lnTo>
                  <a:pt x="2181930" y="105604"/>
                </a:lnTo>
                <a:lnTo>
                  <a:pt x="2192372" y="90139"/>
                </a:lnTo>
                <a:lnTo>
                  <a:pt x="2196202" y="71203"/>
                </a:lnTo>
                <a:lnTo>
                  <a:pt x="2192372" y="52294"/>
                </a:lnTo>
                <a:lnTo>
                  <a:pt x="2181930" y="36842"/>
                </a:lnTo>
                <a:lnTo>
                  <a:pt x="2166442" y="26419"/>
                </a:lnTo>
                <a:lnTo>
                  <a:pt x="2147480" y="22596"/>
                </a:lnTo>
                <a:close/>
              </a:path>
              <a:path extrusionOk="0" h="1607820" w="4617085">
                <a:moveTo>
                  <a:pt x="2450072" y="20080"/>
                </a:moveTo>
                <a:lnTo>
                  <a:pt x="2430160" y="24094"/>
                </a:lnTo>
                <a:lnTo>
                  <a:pt x="2413901" y="35045"/>
                </a:lnTo>
                <a:lnTo>
                  <a:pt x="2402940" y="51294"/>
                </a:lnTo>
                <a:lnTo>
                  <a:pt x="2398920" y="71203"/>
                </a:lnTo>
                <a:lnTo>
                  <a:pt x="2402940" y="91119"/>
                </a:lnTo>
                <a:lnTo>
                  <a:pt x="2413901" y="107384"/>
                </a:lnTo>
                <a:lnTo>
                  <a:pt x="2430160" y="118350"/>
                </a:lnTo>
                <a:lnTo>
                  <a:pt x="2450072" y="122372"/>
                </a:lnTo>
                <a:lnTo>
                  <a:pt x="2470017" y="118350"/>
                </a:lnTo>
                <a:lnTo>
                  <a:pt x="2486305" y="107384"/>
                </a:lnTo>
                <a:lnTo>
                  <a:pt x="2497287" y="91119"/>
                </a:lnTo>
                <a:lnTo>
                  <a:pt x="2501314" y="71203"/>
                </a:lnTo>
                <a:lnTo>
                  <a:pt x="2497287" y="51294"/>
                </a:lnTo>
                <a:lnTo>
                  <a:pt x="2486305" y="35045"/>
                </a:lnTo>
                <a:lnTo>
                  <a:pt x="2470017" y="24094"/>
                </a:lnTo>
                <a:lnTo>
                  <a:pt x="2450072" y="20080"/>
                </a:lnTo>
                <a:close/>
              </a:path>
              <a:path extrusionOk="0" h="1607820" w="4617085">
                <a:moveTo>
                  <a:pt x="2752665" y="16756"/>
                </a:moveTo>
                <a:lnTo>
                  <a:pt x="2731448" y="21038"/>
                </a:lnTo>
                <a:lnTo>
                  <a:pt x="2714115" y="32715"/>
                </a:lnTo>
                <a:lnTo>
                  <a:pt x="2702426" y="50036"/>
                </a:lnTo>
                <a:lnTo>
                  <a:pt x="2698139" y="71248"/>
                </a:lnTo>
                <a:lnTo>
                  <a:pt x="2702426" y="92442"/>
                </a:lnTo>
                <a:lnTo>
                  <a:pt x="2714115" y="109765"/>
                </a:lnTo>
                <a:lnTo>
                  <a:pt x="2731448" y="121453"/>
                </a:lnTo>
                <a:lnTo>
                  <a:pt x="2752665" y="125741"/>
                </a:lnTo>
                <a:lnTo>
                  <a:pt x="2773908" y="121453"/>
                </a:lnTo>
                <a:lnTo>
                  <a:pt x="2791253" y="109765"/>
                </a:lnTo>
                <a:lnTo>
                  <a:pt x="2802948" y="92442"/>
                </a:lnTo>
                <a:lnTo>
                  <a:pt x="2807236" y="71248"/>
                </a:lnTo>
                <a:lnTo>
                  <a:pt x="2802948" y="50036"/>
                </a:lnTo>
                <a:lnTo>
                  <a:pt x="2791253" y="32715"/>
                </a:lnTo>
                <a:lnTo>
                  <a:pt x="2773908" y="21038"/>
                </a:lnTo>
                <a:lnTo>
                  <a:pt x="2752665" y="16756"/>
                </a:lnTo>
                <a:close/>
              </a:path>
              <a:path extrusionOk="0" h="1607820" w="4617085">
                <a:moveTo>
                  <a:pt x="3055302" y="14240"/>
                </a:moveTo>
                <a:lnTo>
                  <a:pt x="3033103" y="18719"/>
                </a:lnTo>
                <a:lnTo>
                  <a:pt x="3014970" y="30935"/>
                </a:lnTo>
                <a:lnTo>
                  <a:pt x="3002742" y="49055"/>
                </a:lnTo>
                <a:lnTo>
                  <a:pt x="2998257" y="71248"/>
                </a:lnTo>
                <a:lnTo>
                  <a:pt x="3002742" y="93423"/>
                </a:lnTo>
                <a:lnTo>
                  <a:pt x="3014970" y="111545"/>
                </a:lnTo>
                <a:lnTo>
                  <a:pt x="3033103" y="123771"/>
                </a:lnTo>
                <a:lnTo>
                  <a:pt x="3055302" y="128257"/>
                </a:lnTo>
                <a:lnTo>
                  <a:pt x="3077520" y="123771"/>
                </a:lnTo>
                <a:lnTo>
                  <a:pt x="3095651" y="111545"/>
                </a:lnTo>
                <a:lnTo>
                  <a:pt x="3107869" y="93423"/>
                </a:lnTo>
                <a:lnTo>
                  <a:pt x="3112348" y="71248"/>
                </a:lnTo>
                <a:lnTo>
                  <a:pt x="3107863" y="49055"/>
                </a:lnTo>
                <a:lnTo>
                  <a:pt x="3095634" y="30935"/>
                </a:lnTo>
                <a:lnTo>
                  <a:pt x="3077501" y="18719"/>
                </a:lnTo>
                <a:lnTo>
                  <a:pt x="3055302" y="14240"/>
                </a:lnTo>
                <a:close/>
              </a:path>
              <a:path extrusionOk="0" h="1607820" w="4617085">
                <a:moveTo>
                  <a:pt x="3357895" y="11724"/>
                </a:moveTo>
                <a:lnTo>
                  <a:pt x="3334714" y="16401"/>
                </a:lnTo>
                <a:lnTo>
                  <a:pt x="3315780" y="29155"/>
                </a:lnTo>
                <a:lnTo>
                  <a:pt x="3303012" y="48075"/>
                </a:lnTo>
                <a:lnTo>
                  <a:pt x="3298330" y="71249"/>
                </a:lnTo>
                <a:lnTo>
                  <a:pt x="3303012" y="94403"/>
                </a:lnTo>
                <a:lnTo>
                  <a:pt x="3315780" y="113325"/>
                </a:lnTo>
                <a:lnTo>
                  <a:pt x="3334714" y="126090"/>
                </a:lnTo>
                <a:lnTo>
                  <a:pt x="3357895" y="130773"/>
                </a:lnTo>
                <a:lnTo>
                  <a:pt x="3381076" y="126090"/>
                </a:lnTo>
                <a:lnTo>
                  <a:pt x="3400009" y="113325"/>
                </a:lnTo>
                <a:lnTo>
                  <a:pt x="3412777" y="94403"/>
                </a:lnTo>
                <a:lnTo>
                  <a:pt x="3417459" y="71249"/>
                </a:lnTo>
                <a:lnTo>
                  <a:pt x="3412777" y="48075"/>
                </a:lnTo>
                <a:lnTo>
                  <a:pt x="3400009" y="29155"/>
                </a:lnTo>
                <a:lnTo>
                  <a:pt x="3381076" y="16401"/>
                </a:lnTo>
                <a:lnTo>
                  <a:pt x="3357895" y="11724"/>
                </a:lnTo>
                <a:close/>
              </a:path>
              <a:path extrusionOk="0" h="1607820" w="4617085">
                <a:moveTo>
                  <a:pt x="3660487" y="7547"/>
                </a:moveTo>
                <a:lnTo>
                  <a:pt x="3635665" y="12553"/>
                </a:lnTo>
                <a:lnTo>
                  <a:pt x="3615403" y="26207"/>
                </a:lnTo>
                <a:lnTo>
                  <a:pt x="3601746" y="46456"/>
                </a:lnTo>
                <a:lnTo>
                  <a:pt x="3596738" y="71249"/>
                </a:lnTo>
                <a:lnTo>
                  <a:pt x="3601746" y="96042"/>
                </a:lnTo>
                <a:lnTo>
                  <a:pt x="3615403" y="116290"/>
                </a:lnTo>
                <a:lnTo>
                  <a:pt x="3635665" y="129944"/>
                </a:lnTo>
                <a:lnTo>
                  <a:pt x="3660487" y="134951"/>
                </a:lnTo>
                <a:lnTo>
                  <a:pt x="3685290" y="129944"/>
                </a:lnTo>
                <a:lnTo>
                  <a:pt x="3705554" y="116290"/>
                </a:lnTo>
                <a:lnTo>
                  <a:pt x="3719222" y="96042"/>
                </a:lnTo>
                <a:lnTo>
                  <a:pt x="3724236" y="71249"/>
                </a:lnTo>
                <a:lnTo>
                  <a:pt x="3719222" y="46456"/>
                </a:lnTo>
                <a:lnTo>
                  <a:pt x="3705554" y="26207"/>
                </a:lnTo>
                <a:lnTo>
                  <a:pt x="3685290" y="12553"/>
                </a:lnTo>
                <a:lnTo>
                  <a:pt x="3660487" y="7547"/>
                </a:lnTo>
                <a:close/>
              </a:path>
              <a:path extrusionOk="0" h="1607820" w="4617085">
                <a:moveTo>
                  <a:pt x="3963080" y="4177"/>
                </a:moveTo>
                <a:lnTo>
                  <a:pt x="3936953" y="9452"/>
                </a:lnTo>
                <a:lnTo>
                  <a:pt x="3915617" y="23832"/>
                </a:lnTo>
                <a:lnTo>
                  <a:pt x="3901232" y="45152"/>
                </a:lnTo>
                <a:lnTo>
                  <a:pt x="3895957" y="71249"/>
                </a:lnTo>
                <a:lnTo>
                  <a:pt x="3901232" y="97364"/>
                </a:lnTo>
                <a:lnTo>
                  <a:pt x="3915617" y="118683"/>
                </a:lnTo>
                <a:lnTo>
                  <a:pt x="3936953" y="133052"/>
                </a:lnTo>
                <a:lnTo>
                  <a:pt x="3963080" y="138320"/>
                </a:lnTo>
                <a:lnTo>
                  <a:pt x="3989207" y="133052"/>
                </a:lnTo>
                <a:lnTo>
                  <a:pt x="4010543" y="118683"/>
                </a:lnTo>
                <a:lnTo>
                  <a:pt x="4024928" y="97364"/>
                </a:lnTo>
                <a:lnTo>
                  <a:pt x="4030202" y="71249"/>
                </a:lnTo>
                <a:lnTo>
                  <a:pt x="4024928" y="45152"/>
                </a:lnTo>
                <a:lnTo>
                  <a:pt x="4010542" y="23832"/>
                </a:lnTo>
                <a:lnTo>
                  <a:pt x="3989207" y="9452"/>
                </a:lnTo>
                <a:lnTo>
                  <a:pt x="3963080" y="4177"/>
                </a:lnTo>
                <a:close/>
              </a:path>
              <a:path extrusionOk="0" h="1607820" w="4617085">
                <a:moveTo>
                  <a:pt x="4265672" y="0"/>
                </a:moveTo>
                <a:lnTo>
                  <a:pt x="4237904" y="5598"/>
                </a:lnTo>
                <a:lnTo>
                  <a:pt x="4215240" y="20867"/>
                </a:lnTo>
                <a:lnTo>
                  <a:pt x="4199965" y="43514"/>
                </a:lnTo>
                <a:lnTo>
                  <a:pt x="4194365" y="71249"/>
                </a:lnTo>
                <a:lnTo>
                  <a:pt x="4199965" y="99003"/>
                </a:lnTo>
                <a:lnTo>
                  <a:pt x="4215240" y="121648"/>
                </a:lnTo>
                <a:lnTo>
                  <a:pt x="4237904" y="136906"/>
                </a:lnTo>
                <a:lnTo>
                  <a:pt x="4265672" y="142498"/>
                </a:lnTo>
                <a:lnTo>
                  <a:pt x="4293428" y="136906"/>
                </a:lnTo>
                <a:lnTo>
                  <a:pt x="4316110" y="121648"/>
                </a:lnTo>
                <a:lnTo>
                  <a:pt x="4331411" y="99003"/>
                </a:lnTo>
                <a:lnTo>
                  <a:pt x="4337024" y="71249"/>
                </a:lnTo>
                <a:lnTo>
                  <a:pt x="4331411" y="43514"/>
                </a:lnTo>
                <a:lnTo>
                  <a:pt x="4316110" y="20867"/>
                </a:lnTo>
                <a:lnTo>
                  <a:pt x="4293428" y="5598"/>
                </a:lnTo>
                <a:lnTo>
                  <a:pt x="4265672" y="0"/>
                </a:lnTo>
                <a:close/>
              </a:path>
              <a:path extrusionOk="0" h="1607820" w="4617085">
                <a:moveTo>
                  <a:pt x="4568265" y="22641"/>
                </a:moveTo>
                <a:lnTo>
                  <a:pt x="4549309" y="26458"/>
                </a:lnTo>
                <a:lnTo>
                  <a:pt x="4533837" y="36871"/>
                </a:lnTo>
                <a:lnTo>
                  <a:pt x="4523410" y="52320"/>
                </a:lnTo>
                <a:lnTo>
                  <a:pt x="4519587" y="71249"/>
                </a:lnTo>
                <a:lnTo>
                  <a:pt x="4523410" y="90177"/>
                </a:lnTo>
                <a:lnTo>
                  <a:pt x="4533837" y="105627"/>
                </a:lnTo>
                <a:lnTo>
                  <a:pt x="4549309" y="116039"/>
                </a:lnTo>
                <a:lnTo>
                  <a:pt x="4568265" y="119856"/>
                </a:lnTo>
                <a:lnTo>
                  <a:pt x="4587201" y="116039"/>
                </a:lnTo>
                <a:lnTo>
                  <a:pt x="4602675" y="105627"/>
                </a:lnTo>
                <a:lnTo>
                  <a:pt x="4613113" y="90177"/>
                </a:lnTo>
                <a:lnTo>
                  <a:pt x="4616942" y="71249"/>
                </a:lnTo>
                <a:lnTo>
                  <a:pt x="4613113" y="52320"/>
                </a:lnTo>
                <a:lnTo>
                  <a:pt x="4602675" y="36871"/>
                </a:lnTo>
                <a:lnTo>
                  <a:pt x="4587201" y="26458"/>
                </a:lnTo>
                <a:lnTo>
                  <a:pt x="4568265" y="22641"/>
                </a:lnTo>
                <a:close/>
              </a:path>
              <a:path extrusionOk="0" h="1607820" w="4617085">
                <a:moveTo>
                  <a:pt x="29377" y="344295"/>
                </a:moveTo>
                <a:lnTo>
                  <a:pt x="17935" y="346598"/>
                </a:lnTo>
                <a:lnTo>
                  <a:pt x="8598" y="352881"/>
                </a:lnTo>
                <a:lnTo>
                  <a:pt x="2306" y="362205"/>
                </a:lnTo>
                <a:lnTo>
                  <a:pt x="0" y="373630"/>
                </a:lnTo>
                <a:lnTo>
                  <a:pt x="2306" y="385056"/>
                </a:lnTo>
                <a:lnTo>
                  <a:pt x="8598" y="394379"/>
                </a:lnTo>
                <a:lnTo>
                  <a:pt x="17935" y="400663"/>
                </a:lnTo>
                <a:lnTo>
                  <a:pt x="29377" y="402966"/>
                </a:lnTo>
                <a:lnTo>
                  <a:pt x="40793" y="400663"/>
                </a:lnTo>
                <a:lnTo>
                  <a:pt x="50117" y="394380"/>
                </a:lnTo>
                <a:lnTo>
                  <a:pt x="56404" y="385056"/>
                </a:lnTo>
                <a:lnTo>
                  <a:pt x="58709" y="373630"/>
                </a:lnTo>
                <a:lnTo>
                  <a:pt x="56404" y="362205"/>
                </a:lnTo>
                <a:lnTo>
                  <a:pt x="50117" y="352881"/>
                </a:lnTo>
                <a:lnTo>
                  <a:pt x="40793" y="346598"/>
                </a:lnTo>
                <a:lnTo>
                  <a:pt x="29377" y="344295"/>
                </a:lnTo>
                <a:close/>
              </a:path>
              <a:path extrusionOk="0" h="1607820" w="4617085">
                <a:moveTo>
                  <a:pt x="331970" y="340926"/>
                </a:moveTo>
                <a:lnTo>
                  <a:pt x="319222" y="343496"/>
                </a:lnTo>
                <a:lnTo>
                  <a:pt x="308812" y="350506"/>
                </a:lnTo>
                <a:lnTo>
                  <a:pt x="301792" y="360901"/>
                </a:lnTo>
                <a:lnTo>
                  <a:pt x="299218" y="373630"/>
                </a:lnTo>
                <a:lnTo>
                  <a:pt x="301792" y="386359"/>
                </a:lnTo>
                <a:lnTo>
                  <a:pt x="308812" y="396755"/>
                </a:lnTo>
                <a:lnTo>
                  <a:pt x="319222" y="403764"/>
                </a:lnTo>
                <a:lnTo>
                  <a:pt x="331970" y="406335"/>
                </a:lnTo>
                <a:lnTo>
                  <a:pt x="344691" y="403764"/>
                </a:lnTo>
                <a:lnTo>
                  <a:pt x="355088" y="396755"/>
                </a:lnTo>
                <a:lnTo>
                  <a:pt x="362103" y="386359"/>
                </a:lnTo>
                <a:lnTo>
                  <a:pt x="364676" y="373630"/>
                </a:lnTo>
                <a:lnTo>
                  <a:pt x="362103" y="360901"/>
                </a:lnTo>
                <a:lnTo>
                  <a:pt x="355088" y="350506"/>
                </a:lnTo>
                <a:lnTo>
                  <a:pt x="344691" y="343496"/>
                </a:lnTo>
                <a:lnTo>
                  <a:pt x="331970" y="340926"/>
                </a:lnTo>
                <a:close/>
              </a:path>
              <a:path extrusionOk="0" h="1607820" w="4617085">
                <a:moveTo>
                  <a:pt x="634562" y="338455"/>
                </a:moveTo>
                <a:lnTo>
                  <a:pt x="620833" y="341223"/>
                </a:lnTo>
                <a:lnTo>
                  <a:pt x="609622" y="348771"/>
                </a:lnTo>
                <a:lnTo>
                  <a:pt x="602063" y="359966"/>
                </a:lnTo>
                <a:lnTo>
                  <a:pt x="599291" y="373675"/>
                </a:lnTo>
                <a:lnTo>
                  <a:pt x="602063" y="387359"/>
                </a:lnTo>
                <a:lnTo>
                  <a:pt x="609622" y="398541"/>
                </a:lnTo>
                <a:lnTo>
                  <a:pt x="620833" y="406084"/>
                </a:lnTo>
                <a:lnTo>
                  <a:pt x="634562" y="408851"/>
                </a:lnTo>
                <a:lnTo>
                  <a:pt x="648265" y="406084"/>
                </a:lnTo>
                <a:lnTo>
                  <a:pt x="659463" y="398541"/>
                </a:lnTo>
                <a:lnTo>
                  <a:pt x="667017" y="387359"/>
                </a:lnTo>
                <a:lnTo>
                  <a:pt x="669788" y="373675"/>
                </a:lnTo>
                <a:lnTo>
                  <a:pt x="667017" y="359966"/>
                </a:lnTo>
                <a:lnTo>
                  <a:pt x="659463" y="348771"/>
                </a:lnTo>
                <a:lnTo>
                  <a:pt x="648265" y="341223"/>
                </a:lnTo>
                <a:lnTo>
                  <a:pt x="634562" y="338455"/>
                </a:lnTo>
                <a:close/>
              </a:path>
              <a:path extrusionOk="0" h="1607820" w="4617085">
                <a:moveTo>
                  <a:pt x="937110" y="335939"/>
                </a:moveTo>
                <a:lnTo>
                  <a:pt x="922424" y="338904"/>
                </a:lnTo>
                <a:lnTo>
                  <a:pt x="910426" y="346991"/>
                </a:lnTo>
                <a:lnTo>
                  <a:pt x="902333" y="358985"/>
                </a:lnTo>
                <a:lnTo>
                  <a:pt x="899364" y="373675"/>
                </a:lnTo>
                <a:lnTo>
                  <a:pt x="902333" y="388340"/>
                </a:lnTo>
                <a:lnTo>
                  <a:pt x="910426" y="400321"/>
                </a:lnTo>
                <a:lnTo>
                  <a:pt x="922424" y="408402"/>
                </a:lnTo>
                <a:lnTo>
                  <a:pt x="937110" y="411366"/>
                </a:lnTo>
                <a:lnTo>
                  <a:pt x="951821" y="408402"/>
                </a:lnTo>
                <a:lnTo>
                  <a:pt x="963833" y="400321"/>
                </a:lnTo>
                <a:lnTo>
                  <a:pt x="971931" y="388340"/>
                </a:lnTo>
                <a:lnTo>
                  <a:pt x="974900" y="373675"/>
                </a:lnTo>
                <a:lnTo>
                  <a:pt x="971931" y="358985"/>
                </a:lnTo>
                <a:lnTo>
                  <a:pt x="963833" y="346991"/>
                </a:lnTo>
                <a:lnTo>
                  <a:pt x="951821" y="338904"/>
                </a:lnTo>
                <a:lnTo>
                  <a:pt x="937110" y="335939"/>
                </a:lnTo>
                <a:close/>
              </a:path>
              <a:path extrusionOk="0" h="1607820" w="4617085">
                <a:moveTo>
                  <a:pt x="1239702" y="332570"/>
                </a:moveTo>
                <a:lnTo>
                  <a:pt x="1223718" y="335803"/>
                </a:lnTo>
                <a:lnTo>
                  <a:pt x="1210662" y="344615"/>
                </a:lnTo>
                <a:lnTo>
                  <a:pt x="1201857" y="357682"/>
                </a:lnTo>
                <a:lnTo>
                  <a:pt x="1198628" y="373675"/>
                </a:lnTo>
                <a:lnTo>
                  <a:pt x="1201857" y="389662"/>
                </a:lnTo>
                <a:lnTo>
                  <a:pt x="1210662" y="402713"/>
                </a:lnTo>
                <a:lnTo>
                  <a:pt x="1223719" y="411510"/>
                </a:lnTo>
                <a:lnTo>
                  <a:pt x="1239702" y="414736"/>
                </a:lnTo>
                <a:lnTo>
                  <a:pt x="1255719" y="411510"/>
                </a:lnTo>
                <a:lnTo>
                  <a:pt x="1268804" y="402713"/>
                </a:lnTo>
                <a:lnTo>
                  <a:pt x="1277629" y="389662"/>
                </a:lnTo>
                <a:lnTo>
                  <a:pt x="1280867" y="373675"/>
                </a:lnTo>
                <a:lnTo>
                  <a:pt x="1277629" y="357682"/>
                </a:lnTo>
                <a:lnTo>
                  <a:pt x="1268804" y="344615"/>
                </a:lnTo>
                <a:lnTo>
                  <a:pt x="1255719" y="335803"/>
                </a:lnTo>
                <a:lnTo>
                  <a:pt x="1239702" y="332570"/>
                </a:lnTo>
                <a:close/>
              </a:path>
              <a:path extrusionOk="0" h="1607820" w="4617085">
                <a:moveTo>
                  <a:pt x="1542295" y="330099"/>
                </a:moveTo>
                <a:lnTo>
                  <a:pt x="1525329" y="333522"/>
                </a:lnTo>
                <a:lnTo>
                  <a:pt x="1511472" y="342858"/>
                </a:lnTo>
                <a:lnTo>
                  <a:pt x="1502128" y="356708"/>
                </a:lnTo>
                <a:lnTo>
                  <a:pt x="1498701" y="373675"/>
                </a:lnTo>
                <a:lnTo>
                  <a:pt x="1502128" y="390643"/>
                </a:lnTo>
                <a:lnTo>
                  <a:pt x="1511472" y="404493"/>
                </a:lnTo>
                <a:lnTo>
                  <a:pt x="1525329" y="413829"/>
                </a:lnTo>
                <a:lnTo>
                  <a:pt x="1542295" y="417252"/>
                </a:lnTo>
                <a:lnTo>
                  <a:pt x="1559286" y="413829"/>
                </a:lnTo>
                <a:lnTo>
                  <a:pt x="1573157" y="404493"/>
                </a:lnTo>
                <a:lnTo>
                  <a:pt x="1582506" y="390643"/>
                </a:lnTo>
                <a:lnTo>
                  <a:pt x="1585933" y="373676"/>
                </a:lnTo>
                <a:lnTo>
                  <a:pt x="1582506" y="356708"/>
                </a:lnTo>
                <a:lnTo>
                  <a:pt x="1573157" y="342858"/>
                </a:lnTo>
                <a:lnTo>
                  <a:pt x="1559286" y="333522"/>
                </a:lnTo>
                <a:lnTo>
                  <a:pt x="1542295" y="330099"/>
                </a:lnTo>
                <a:close/>
              </a:path>
              <a:path extrusionOk="0" h="1607820" w="4617085">
                <a:moveTo>
                  <a:pt x="1844887" y="327584"/>
                </a:moveTo>
                <a:lnTo>
                  <a:pt x="1826939" y="331204"/>
                </a:lnTo>
                <a:lnTo>
                  <a:pt x="1812282" y="341078"/>
                </a:lnTo>
                <a:lnTo>
                  <a:pt x="1802398" y="355728"/>
                </a:lnTo>
                <a:lnTo>
                  <a:pt x="1798774" y="373676"/>
                </a:lnTo>
                <a:lnTo>
                  <a:pt x="1802398" y="391623"/>
                </a:lnTo>
                <a:lnTo>
                  <a:pt x="1812282" y="406273"/>
                </a:lnTo>
                <a:lnTo>
                  <a:pt x="1826940" y="416148"/>
                </a:lnTo>
                <a:lnTo>
                  <a:pt x="1844887" y="419767"/>
                </a:lnTo>
                <a:lnTo>
                  <a:pt x="1862861" y="416148"/>
                </a:lnTo>
                <a:lnTo>
                  <a:pt x="1877532" y="406273"/>
                </a:lnTo>
                <a:lnTo>
                  <a:pt x="1887420" y="391623"/>
                </a:lnTo>
                <a:lnTo>
                  <a:pt x="1891045" y="373676"/>
                </a:lnTo>
                <a:lnTo>
                  <a:pt x="1887420" y="355728"/>
                </a:lnTo>
                <a:lnTo>
                  <a:pt x="1877532" y="341078"/>
                </a:lnTo>
                <a:lnTo>
                  <a:pt x="1862861" y="331204"/>
                </a:lnTo>
                <a:lnTo>
                  <a:pt x="1844887" y="327584"/>
                </a:lnTo>
                <a:close/>
              </a:path>
              <a:path extrusionOk="0" h="1607820" w="4617085">
                <a:moveTo>
                  <a:pt x="2147480" y="325068"/>
                </a:moveTo>
                <a:lnTo>
                  <a:pt x="2128550" y="328885"/>
                </a:lnTo>
                <a:lnTo>
                  <a:pt x="2113092" y="339298"/>
                </a:lnTo>
                <a:lnTo>
                  <a:pt x="2102669" y="354747"/>
                </a:lnTo>
                <a:lnTo>
                  <a:pt x="2098847" y="373676"/>
                </a:lnTo>
                <a:lnTo>
                  <a:pt x="2102669" y="392604"/>
                </a:lnTo>
                <a:lnTo>
                  <a:pt x="2113092" y="408054"/>
                </a:lnTo>
                <a:lnTo>
                  <a:pt x="2128550" y="418466"/>
                </a:lnTo>
                <a:lnTo>
                  <a:pt x="2147480" y="422283"/>
                </a:lnTo>
                <a:lnTo>
                  <a:pt x="2166442" y="418466"/>
                </a:lnTo>
                <a:lnTo>
                  <a:pt x="2181930" y="408054"/>
                </a:lnTo>
                <a:lnTo>
                  <a:pt x="2192372" y="392604"/>
                </a:lnTo>
                <a:lnTo>
                  <a:pt x="2196202" y="373676"/>
                </a:lnTo>
                <a:lnTo>
                  <a:pt x="2192372" y="354747"/>
                </a:lnTo>
                <a:lnTo>
                  <a:pt x="2181930" y="339298"/>
                </a:lnTo>
                <a:lnTo>
                  <a:pt x="2166442" y="328885"/>
                </a:lnTo>
                <a:lnTo>
                  <a:pt x="2147480" y="325068"/>
                </a:lnTo>
                <a:close/>
              </a:path>
              <a:path extrusionOk="0" h="1607820" w="4617085">
                <a:moveTo>
                  <a:pt x="2450072" y="322552"/>
                </a:moveTo>
                <a:lnTo>
                  <a:pt x="2430160" y="326567"/>
                </a:lnTo>
                <a:lnTo>
                  <a:pt x="2413901" y="337518"/>
                </a:lnTo>
                <a:lnTo>
                  <a:pt x="2402940" y="353767"/>
                </a:lnTo>
                <a:lnTo>
                  <a:pt x="2398920" y="373676"/>
                </a:lnTo>
                <a:lnTo>
                  <a:pt x="2402940" y="393592"/>
                </a:lnTo>
                <a:lnTo>
                  <a:pt x="2413901" y="409856"/>
                </a:lnTo>
                <a:lnTo>
                  <a:pt x="2430161" y="420823"/>
                </a:lnTo>
                <a:lnTo>
                  <a:pt x="2450072" y="424844"/>
                </a:lnTo>
                <a:lnTo>
                  <a:pt x="2470017" y="420823"/>
                </a:lnTo>
                <a:lnTo>
                  <a:pt x="2486305" y="409856"/>
                </a:lnTo>
                <a:lnTo>
                  <a:pt x="2497287" y="393592"/>
                </a:lnTo>
                <a:lnTo>
                  <a:pt x="2501314" y="373676"/>
                </a:lnTo>
                <a:lnTo>
                  <a:pt x="2497287" y="353767"/>
                </a:lnTo>
                <a:lnTo>
                  <a:pt x="2486305" y="337518"/>
                </a:lnTo>
                <a:lnTo>
                  <a:pt x="2470017" y="326567"/>
                </a:lnTo>
                <a:lnTo>
                  <a:pt x="2450072" y="322552"/>
                </a:lnTo>
                <a:close/>
              </a:path>
              <a:path extrusionOk="0" h="1607820" w="4617085">
                <a:moveTo>
                  <a:pt x="2752665" y="319183"/>
                </a:moveTo>
                <a:lnTo>
                  <a:pt x="2731448" y="323471"/>
                </a:lnTo>
                <a:lnTo>
                  <a:pt x="2714115" y="335159"/>
                </a:lnTo>
                <a:lnTo>
                  <a:pt x="2702426" y="352482"/>
                </a:lnTo>
                <a:lnTo>
                  <a:pt x="2698139" y="373676"/>
                </a:lnTo>
                <a:lnTo>
                  <a:pt x="2702426" y="394888"/>
                </a:lnTo>
                <a:lnTo>
                  <a:pt x="2714115" y="412209"/>
                </a:lnTo>
                <a:lnTo>
                  <a:pt x="2731448" y="423887"/>
                </a:lnTo>
                <a:lnTo>
                  <a:pt x="2752665" y="428168"/>
                </a:lnTo>
                <a:lnTo>
                  <a:pt x="2773908" y="423887"/>
                </a:lnTo>
                <a:lnTo>
                  <a:pt x="2791254" y="412209"/>
                </a:lnTo>
                <a:lnTo>
                  <a:pt x="2802948" y="394888"/>
                </a:lnTo>
                <a:lnTo>
                  <a:pt x="2807236" y="373676"/>
                </a:lnTo>
                <a:lnTo>
                  <a:pt x="2802948" y="352482"/>
                </a:lnTo>
                <a:lnTo>
                  <a:pt x="2791253" y="335159"/>
                </a:lnTo>
                <a:lnTo>
                  <a:pt x="2773908" y="323471"/>
                </a:lnTo>
                <a:lnTo>
                  <a:pt x="2752665" y="319183"/>
                </a:lnTo>
                <a:close/>
              </a:path>
              <a:path extrusionOk="0" h="1607820" w="4617085">
                <a:moveTo>
                  <a:pt x="3055302" y="316667"/>
                </a:moveTo>
                <a:lnTo>
                  <a:pt x="3033103" y="321153"/>
                </a:lnTo>
                <a:lnTo>
                  <a:pt x="3014970" y="333379"/>
                </a:lnTo>
                <a:lnTo>
                  <a:pt x="3002742" y="351502"/>
                </a:lnTo>
                <a:lnTo>
                  <a:pt x="2998257" y="373676"/>
                </a:lnTo>
                <a:lnTo>
                  <a:pt x="3002742" y="395869"/>
                </a:lnTo>
                <a:lnTo>
                  <a:pt x="3014970" y="413989"/>
                </a:lnTo>
                <a:lnTo>
                  <a:pt x="3033103" y="426205"/>
                </a:lnTo>
                <a:lnTo>
                  <a:pt x="3055302" y="430684"/>
                </a:lnTo>
                <a:lnTo>
                  <a:pt x="3077520" y="426205"/>
                </a:lnTo>
                <a:lnTo>
                  <a:pt x="3095651" y="413989"/>
                </a:lnTo>
                <a:lnTo>
                  <a:pt x="3107869" y="395869"/>
                </a:lnTo>
                <a:lnTo>
                  <a:pt x="3112348" y="373676"/>
                </a:lnTo>
                <a:lnTo>
                  <a:pt x="3107863" y="351502"/>
                </a:lnTo>
                <a:lnTo>
                  <a:pt x="3095634" y="333379"/>
                </a:lnTo>
                <a:lnTo>
                  <a:pt x="3077501" y="321153"/>
                </a:lnTo>
                <a:lnTo>
                  <a:pt x="3055302" y="316667"/>
                </a:lnTo>
                <a:close/>
              </a:path>
              <a:path extrusionOk="0" h="1607820" w="4617085">
                <a:moveTo>
                  <a:pt x="3357895" y="314152"/>
                </a:moveTo>
                <a:lnTo>
                  <a:pt x="3334714" y="318834"/>
                </a:lnTo>
                <a:lnTo>
                  <a:pt x="3315780" y="331599"/>
                </a:lnTo>
                <a:lnTo>
                  <a:pt x="3303012" y="350521"/>
                </a:lnTo>
                <a:lnTo>
                  <a:pt x="3298330" y="373676"/>
                </a:lnTo>
                <a:lnTo>
                  <a:pt x="3303012" y="396850"/>
                </a:lnTo>
                <a:lnTo>
                  <a:pt x="3315780" y="415769"/>
                </a:lnTo>
                <a:lnTo>
                  <a:pt x="3334714" y="428524"/>
                </a:lnTo>
                <a:lnTo>
                  <a:pt x="3357895" y="433200"/>
                </a:lnTo>
                <a:lnTo>
                  <a:pt x="3381076" y="428524"/>
                </a:lnTo>
                <a:lnTo>
                  <a:pt x="3400009" y="415769"/>
                </a:lnTo>
                <a:lnTo>
                  <a:pt x="3412777" y="396850"/>
                </a:lnTo>
                <a:lnTo>
                  <a:pt x="3417459" y="373676"/>
                </a:lnTo>
                <a:lnTo>
                  <a:pt x="3412777" y="350521"/>
                </a:lnTo>
                <a:lnTo>
                  <a:pt x="3400009" y="331599"/>
                </a:lnTo>
                <a:lnTo>
                  <a:pt x="3381076" y="318834"/>
                </a:lnTo>
                <a:lnTo>
                  <a:pt x="3357895" y="314152"/>
                </a:lnTo>
                <a:close/>
              </a:path>
              <a:path extrusionOk="0" h="1607820" w="4617085">
                <a:moveTo>
                  <a:pt x="3660487" y="310019"/>
                </a:moveTo>
                <a:lnTo>
                  <a:pt x="3635665" y="315019"/>
                </a:lnTo>
                <a:lnTo>
                  <a:pt x="3615403" y="328662"/>
                </a:lnTo>
                <a:lnTo>
                  <a:pt x="3601746" y="348909"/>
                </a:lnTo>
                <a:lnTo>
                  <a:pt x="3596738" y="373721"/>
                </a:lnTo>
                <a:lnTo>
                  <a:pt x="3601746" y="398514"/>
                </a:lnTo>
                <a:lnTo>
                  <a:pt x="3615403" y="418763"/>
                </a:lnTo>
                <a:lnTo>
                  <a:pt x="3635665" y="432416"/>
                </a:lnTo>
                <a:lnTo>
                  <a:pt x="3660487" y="437423"/>
                </a:lnTo>
                <a:lnTo>
                  <a:pt x="3685290" y="432416"/>
                </a:lnTo>
                <a:lnTo>
                  <a:pt x="3705554" y="418763"/>
                </a:lnTo>
                <a:lnTo>
                  <a:pt x="3719222" y="398514"/>
                </a:lnTo>
                <a:lnTo>
                  <a:pt x="3724236" y="373721"/>
                </a:lnTo>
                <a:lnTo>
                  <a:pt x="3719222" y="348909"/>
                </a:lnTo>
                <a:lnTo>
                  <a:pt x="3705554" y="328662"/>
                </a:lnTo>
                <a:lnTo>
                  <a:pt x="3685290" y="315019"/>
                </a:lnTo>
                <a:lnTo>
                  <a:pt x="3660487" y="310019"/>
                </a:lnTo>
                <a:close/>
              </a:path>
              <a:path extrusionOk="0" h="1607820" w="4617085">
                <a:moveTo>
                  <a:pt x="3963080" y="306650"/>
                </a:moveTo>
                <a:lnTo>
                  <a:pt x="3936953" y="311918"/>
                </a:lnTo>
                <a:lnTo>
                  <a:pt x="3915617" y="326287"/>
                </a:lnTo>
                <a:lnTo>
                  <a:pt x="3901232" y="347605"/>
                </a:lnTo>
                <a:lnTo>
                  <a:pt x="3895957" y="373721"/>
                </a:lnTo>
                <a:lnTo>
                  <a:pt x="3901232" y="399817"/>
                </a:lnTo>
                <a:lnTo>
                  <a:pt x="3915617" y="421138"/>
                </a:lnTo>
                <a:lnTo>
                  <a:pt x="3936953" y="435518"/>
                </a:lnTo>
                <a:lnTo>
                  <a:pt x="3963080" y="440792"/>
                </a:lnTo>
                <a:lnTo>
                  <a:pt x="3989207" y="435518"/>
                </a:lnTo>
                <a:lnTo>
                  <a:pt x="4010543" y="421138"/>
                </a:lnTo>
                <a:lnTo>
                  <a:pt x="4024928" y="399817"/>
                </a:lnTo>
                <a:lnTo>
                  <a:pt x="4030202" y="373721"/>
                </a:lnTo>
                <a:lnTo>
                  <a:pt x="4024928" y="347605"/>
                </a:lnTo>
                <a:lnTo>
                  <a:pt x="4010543" y="326287"/>
                </a:lnTo>
                <a:lnTo>
                  <a:pt x="3989207" y="311918"/>
                </a:lnTo>
                <a:lnTo>
                  <a:pt x="3963080" y="306650"/>
                </a:lnTo>
                <a:close/>
              </a:path>
              <a:path extrusionOk="0" h="1607820" w="4617085">
                <a:moveTo>
                  <a:pt x="4265672" y="302427"/>
                </a:moveTo>
                <a:lnTo>
                  <a:pt x="4237904" y="308026"/>
                </a:lnTo>
                <a:lnTo>
                  <a:pt x="4215240" y="323300"/>
                </a:lnTo>
                <a:lnTo>
                  <a:pt x="4199965" y="345960"/>
                </a:lnTo>
                <a:lnTo>
                  <a:pt x="4194365" y="373721"/>
                </a:lnTo>
                <a:lnTo>
                  <a:pt x="4199965" y="401456"/>
                </a:lnTo>
                <a:lnTo>
                  <a:pt x="4215240" y="424103"/>
                </a:lnTo>
                <a:lnTo>
                  <a:pt x="4237904" y="439372"/>
                </a:lnTo>
                <a:lnTo>
                  <a:pt x="4265672" y="444970"/>
                </a:lnTo>
                <a:lnTo>
                  <a:pt x="4293428" y="439372"/>
                </a:lnTo>
                <a:lnTo>
                  <a:pt x="4316110" y="424103"/>
                </a:lnTo>
                <a:lnTo>
                  <a:pt x="4331411" y="401456"/>
                </a:lnTo>
                <a:lnTo>
                  <a:pt x="4337024" y="373721"/>
                </a:lnTo>
                <a:lnTo>
                  <a:pt x="4331411" y="345960"/>
                </a:lnTo>
                <a:lnTo>
                  <a:pt x="4316110" y="323300"/>
                </a:lnTo>
                <a:lnTo>
                  <a:pt x="4293428" y="308026"/>
                </a:lnTo>
                <a:lnTo>
                  <a:pt x="4265672" y="302427"/>
                </a:lnTo>
                <a:close/>
              </a:path>
              <a:path extrusionOk="0" h="1607820" w="4617085">
                <a:moveTo>
                  <a:pt x="4568265" y="334323"/>
                </a:moveTo>
                <a:lnTo>
                  <a:pt x="4552914" y="337415"/>
                </a:lnTo>
                <a:lnTo>
                  <a:pt x="4540372" y="345851"/>
                </a:lnTo>
                <a:lnTo>
                  <a:pt x="4531913" y="358373"/>
                </a:lnTo>
                <a:lnTo>
                  <a:pt x="4528810" y="373721"/>
                </a:lnTo>
                <a:lnTo>
                  <a:pt x="4531913" y="389050"/>
                </a:lnTo>
                <a:lnTo>
                  <a:pt x="4540372" y="401574"/>
                </a:lnTo>
                <a:lnTo>
                  <a:pt x="4552914" y="410021"/>
                </a:lnTo>
                <a:lnTo>
                  <a:pt x="4568265" y="413119"/>
                </a:lnTo>
                <a:lnTo>
                  <a:pt x="4583609" y="410021"/>
                </a:lnTo>
                <a:lnTo>
                  <a:pt x="4596135" y="401574"/>
                </a:lnTo>
                <a:lnTo>
                  <a:pt x="4604579" y="389050"/>
                </a:lnTo>
                <a:lnTo>
                  <a:pt x="4607675" y="373721"/>
                </a:lnTo>
                <a:lnTo>
                  <a:pt x="4604579" y="358373"/>
                </a:lnTo>
                <a:lnTo>
                  <a:pt x="4596135" y="345851"/>
                </a:lnTo>
                <a:lnTo>
                  <a:pt x="4583609" y="337415"/>
                </a:lnTo>
                <a:lnTo>
                  <a:pt x="4568265" y="334323"/>
                </a:lnTo>
                <a:close/>
              </a:path>
              <a:path extrusionOk="0" h="1607820" w="4617085">
                <a:moveTo>
                  <a:pt x="29377" y="646767"/>
                </a:moveTo>
                <a:lnTo>
                  <a:pt x="17935" y="649070"/>
                </a:lnTo>
                <a:lnTo>
                  <a:pt x="8598" y="655353"/>
                </a:lnTo>
                <a:lnTo>
                  <a:pt x="2306" y="664677"/>
                </a:lnTo>
                <a:lnTo>
                  <a:pt x="0" y="676103"/>
                </a:lnTo>
                <a:lnTo>
                  <a:pt x="2306" y="687528"/>
                </a:lnTo>
                <a:lnTo>
                  <a:pt x="8598" y="696852"/>
                </a:lnTo>
                <a:lnTo>
                  <a:pt x="17935" y="703135"/>
                </a:lnTo>
                <a:lnTo>
                  <a:pt x="29377" y="705438"/>
                </a:lnTo>
                <a:lnTo>
                  <a:pt x="40793" y="703135"/>
                </a:lnTo>
                <a:lnTo>
                  <a:pt x="50117" y="696852"/>
                </a:lnTo>
                <a:lnTo>
                  <a:pt x="56404" y="687528"/>
                </a:lnTo>
                <a:lnTo>
                  <a:pt x="58710" y="676103"/>
                </a:lnTo>
                <a:lnTo>
                  <a:pt x="56404" y="664677"/>
                </a:lnTo>
                <a:lnTo>
                  <a:pt x="50117" y="655353"/>
                </a:lnTo>
                <a:lnTo>
                  <a:pt x="40793" y="649070"/>
                </a:lnTo>
                <a:lnTo>
                  <a:pt x="29377" y="646767"/>
                </a:lnTo>
                <a:close/>
              </a:path>
              <a:path extrusionOk="0" h="1607820" w="4617085">
                <a:moveTo>
                  <a:pt x="331970" y="643398"/>
                </a:moveTo>
                <a:lnTo>
                  <a:pt x="319222" y="645969"/>
                </a:lnTo>
                <a:lnTo>
                  <a:pt x="308812" y="652978"/>
                </a:lnTo>
                <a:lnTo>
                  <a:pt x="301792" y="663374"/>
                </a:lnTo>
                <a:lnTo>
                  <a:pt x="299218" y="676103"/>
                </a:lnTo>
                <a:lnTo>
                  <a:pt x="301792" y="688831"/>
                </a:lnTo>
                <a:lnTo>
                  <a:pt x="308812" y="699227"/>
                </a:lnTo>
                <a:lnTo>
                  <a:pt x="319222" y="706237"/>
                </a:lnTo>
                <a:lnTo>
                  <a:pt x="331970" y="708807"/>
                </a:lnTo>
                <a:lnTo>
                  <a:pt x="344691" y="706237"/>
                </a:lnTo>
                <a:lnTo>
                  <a:pt x="355088" y="699227"/>
                </a:lnTo>
                <a:lnTo>
                  <a:pt x="362103" y="688831"/>
                </a:lnTo>
                <a:lnTo>
                  <a:pt x="364676" y="676103"/>
                </a:lnTo>
                <a:lnTo>
                  <a:pt x="362103" y="663374"/>
                </a:lnTo>
                <a:lnTo>
                  <a:pt x="355088" y="652978"/>
                </a:lnTo>
                <a:lnTo>
                  <a:pt x="344691" y="645969"/>
                </a:lnTo>
                <a:lnTo>
                  <a:pt x="331970" y="643398"/>
                </a:lnTo>
                <a:close/>
              </a:path>
              <a:path extrusionOk="0" h="1607820" w="4617085">
                <a:moveTo>
                  <a:pt x="634562" y="640927"/>
                </a:moveTo>
                <a:lnTo>
                  <a:pt x="620833" y="643694"/>
                </a:lnTo>
                <a:lnTo>
                  <a:pt x="609622" y="651237"/>
                </a:lnTo>
                <a:lnTo>
                  <a:pt x="602063" y="662419"/>
                </a:lnTo>
                <a:lnTo>
                  <a:pt x="599291" y="676103"/>
                </a:lnTo>
                <a:lnTo>
                  <a:pt x="602063" y="689812"/>
                </a:lnTo>
                <a:lnTo>
                  <a:pt x="609622" y="701007"/>
                </a:lnTo>
                <a:lnTo>
                  <a:pt x="620833" y="708555"/>
                </a:lnTo>
                <a:lnTo>
                  <a:pt x="634562" y="711323"/>
                </a:lnTo>
                <a:lnTo>
                  <a:pt x="648265" y="708555"/>
                </a:lnTo>
                <a:lnTo>
                  <a:pt x="659463" y="701007"/>
                </a:lnTo>
                <a:lnTo>
                  <a:pt x="667017" y="689812"/>
                </a:lnTo>
                <a:lnTo>
                  <a:pt x="669788" y="676103"/>
                </a:lnTo>
                <a:lnTo>
                  <a:pt x="667017" y="662419"/>
                </a:lnTo>
                <a:lnTo>
                  <a:pt x="659463" y="651237"/>
                </a:lnTo>
                <a:lnTo>
                  <a:pt x="648265" y="643694"/>
                </a:lnTo>
                <a:lnTo>
                  <a:pt x="634562" y="640927"/>
                </a:lnTo>
                <a:close/>
              </a:path>
              <a:path extrusionOk="0" h="1607820" w="4617085">
                <a:moveTo>
                  <a:pt x="937110" y="638412"/>
                </a:moveTo>
                <a:lnTo>
                  <a:pt x="922424" y="641376"/>
                </a:lnTo>
                <a:lnTo>
                  <a:pt x="910426" y="649457"/>
                </a:lnTo>
                <a:lnTo>
                  <a:pt x="902333" y="661439"/>
                </a:lnTo>
                <a:lnTo>
                  <a:pt x="899364" y="676103"/>
                </a:lnTo>
                <a:lnTo>
                  <a:pt x="902333" y="690793"/>
                </a:lnTo>
                <a:lnTo>
                  <a:pt x="910426" y="702787"/>
                </a:lnTo>
                <a:lnTo>
                  <a:pt x="922424" y="710874"/>
                </a:lnTo>
                <a:lnTo>
                  <a:pt x="937110" y="713839"/>
                </a:lnTo>
                <a:lnTo>
                  <a:pt x="951821" y="710874"/>
                </a:lnTo>
                <a:lnTo>
                  <a:pt x="963833" y="702787"/>
                </a:lnTo>
                <a:lnTo>
                  <a:pt x="971931" y="690793"/>
                </a:lnTo>
                <a:lnTo>
                  <a:pt x="974900" y="676103"/>
                </a:lnTo>
                <a:lnTo>
                  <a:pt x="971931" y="661439"/>
                </a:lnTo>
                <a:lnTo>
                  <a:pt x="963833" y="649457"/>
                </a:lnTo>
                <a:lnTo>
                  <a:pt x="951821" y="641376"/>
                </a:lnTo>
                <a:lnTo>
                  <a:pt x="937110" y="638412"/>
                </a:lnTo>
                <a:close/>
              </a:path>
              <a:path extrusionOk="0" h="1607820" w="4617085">
                <a:moveTo>
                  <a:pt x="1239702" y="635042"/>
                </a:moveTo>
                <a:lnTo>
                  <a:pt x="1223719" y="638268"/>
                </a:lnTo>
                <a:lnTo>
                  <a:pt x="1210662" y="647065"/>
                </a:lnTo>
                <a:lnTo>
                  <a:pt x="1201857" y="660116"/>
                </a:lnTo>
                <a:lnTo>
                  <a:pt x="1198628" y="676103"/>
                </a:lnTo>
                <a:lnTo>
                  <a:pt x="1201857" y="692096"/>
                </a:lnTo>
                <a:lnTo>
                  <a:pt x="1210662" y="705163"/>
                </a:lnTo>
                <a:lnTo>
                  <a:pt x="1223719" y="713976"/>
                </a:lnTo>
                <a:lnTo>
                  <a:pt x="1239702" y="717208"/>
                </a:lnTo>
                <a:lnTo>
                  <a:pt x="1255719" y="713976"/>
                </a:lnTo>
                <a:lnTo>
                  <a:pt x="1268804" y="705163"/>
                </a:lnTo>
                <a:lnTo>
                  <a:pt x="1277629" y="692096"/>
                </a:lnTo>
                <a:lnTo>
                  <a:pt x="1280867" y="676103"/>
                </a:lnTo>
                <a:lnTo>
                  <a:pt x="1277629" y="660116"/>
                </a:lnTo>
                <a:lnTo>
                  <a:pt x="1268804" y="647065"/>
                </a:lnTo>
                <a:lnTo>
                  <a:pt x="1255719" y="638268"/>
                </a:lnTo>
                <a:lnTo>
                  <a:pt x="1239702" y="635042"/>
                </a:lnTo>
                <a:close/>
              </a:path>
              <a:path extrusionOk="0" h="1607820" w="4617085">
                <a:moveTo>
                  <a:pt x="1542295" y="632527"/>
                </a:moveTo>
                <a:lnTo>
                  <a:pt x="1525329" y="635956"/>
                </a:lnTo>
                <a:lnTo>
                  <a:pt x="1511472" y="645308"/>
                </a:lnTo>
                <a:lnTo>
                  <a:pt x="1502128" y="659174"/>
                </a:lnTo>
                <a:lnTo>
                  <a:pt x="1498701" y="676148"/>
                </a:lnTo>
                <a:lnTo>
                  <a:pt x="1502128" y="693096"/>
                </a:lnTo>
                <a:lnTo>
                  <a:pt x="1511472" y="706949"/>
                </a:lnTo>
                <a:lnTo>
                  <a:pt x="1525329" y="716295"/>
                </a:lnTo>
                <a:lnTo>
                  <a:pt x="1542295" y="719724"/>
                </a:lnTo>
                <a:lnTo>
                  <a:pt x="1559286" y="716295"/>
                </a:lnTo>
                <a:lnTo>
                  <a:pt x="1573157" y="706949"/>
                </a:lnTo>
                <a:lnTo>
                  <a:pt x="1582506" y="693096"/>
                </a:lnTo>
                <a:lnTo>
                  <a:pt x="1585933" y="676148"/>
                </a:lnTo>
                <a:lnTo>
                  <a:pt x="1582506" y="659174"/>
                </a:lnTo>
                <a:lnTo>
                  <a:pt x="1573157" y="645308"/>
                </a:lnTo>
                <a:lnTo>
                  <a:pt x="1559286" y="635956"/>
                </a:lnTo>
                <a:lnTo>
                  <a:pt x="1542295" y="632527"/>
                </a:lnTo>
                <a:close/>
              </a:path>
              <a:path extrusionOk="0" h="1607820" w="4617085">
                <a:moveTo>
                  <a:pt x="1844887" y="630011"/>
                </a:moveTo>
                <a:lnTo>
                  <a:pt x="1826940" y="633638"/>
                </a:lnTo>
                <a:lnTo>
                  <a:pt x="1812282" y="643527"/>
                </a:lnTo>
                <a:lnTo>
                  <a:pt x="1802398" y="658193"/>
                </a:lnTo>
                <a:lnTo>
                  <a:pt x="1798774" y="676148"/>
                </a:lnTo>
                <a:lnTo>
                  <a:pt x="1802398" y="694096"/>
                </a:lnTo>
                <a:lnTo>
                  <a:pt x="1812282" y="708746"/>
                </a:lnTo>
                <a:lnTo>
                  <a:pt x="1826940" y="718620"/>
                </a:lnTo>
                <a:lnTo>
                  <a:pt x="1844887" y="722240"/>
                </a:lnTo>
                <a:lnTo>
                  <a:pt x="1862861" y="718620"/>
                </a:lnTo>
                <a:lnTo>
                  <a:pt x="1877532" y="708746"/>
                </a:lnTo>
                <a:lnTo>
                  <a:pt x="1887420" y="694096"/>
                </a:lnTo>
                <a:lnTo>
                  <a:pt x="1891045" y="676148"/>
                </a:lnTo>
                <a:lnTo>
                  <a:pt x="1887420" y="658193"/>
                </a:lnTo>
                <a:lnTo>
                  <a:pt x="1877532" y="643527"/>
                </a:lnTo>
                <a:lnTo>
                  <a:pt x="1862861" y="633638"/>
                </a:lnTo>
                <a:lnTo>
                  <a:pt x="1844887" y="630011"/>
                </a:lnTo>
                <a:close/>
              </a:path>
              <a:path extrusionOk="0" h="1607820" w="4617085">
                <a:moveTo>
                  <a:pt x="2147480" y="627495"/>
                </a:moveTo>
                <a:lnTo>
                  <a:pt x="2128550" y="631319"/>
                </a:lnTo>
                <a:lnTo>
                  <a:pt x="2113092" y="641747"/>
                </a:lnTo>
                <a:lnTo>
                  <a:pt x="2102669" y="657212"/>
                </a:lnTo>
                <a:lnTo>
                  <a:pt x="2098847" y="676148"/>
                </a:lnTo>
                <a:lnTo>
                  <a:pt x="2102669" y="695076"/>
                </a:lnTo>
                <a:lnTo>
                  <a:pt x="2113092" y="710526"/>
                </a:lnTo>
                <a:lnTo>
                  <a:pt x="2128550" y="720938"/>
                </a:lnTo>
                <a:lnTo>
                  <a:pt x="2147480" y="724755"/>
                </a:lnTo>
                <a:lnTo>
                  <a:pt x="2166442" y="720938"/>
                </a:lnTo>
                <a:lnTo>
                  <a:pt x="2181930" y="710526"/>
                </a:lnTo>
                <a:lnTo>
                  <a:pt x="2192373" y="695076"/>
                </a:lnTo>
                <a:lnTo>
                  <a:pt x="2196202" y="676148"/>
                </a:lnTo>
                <a:lnTo>
                  <a:pt x="2192373" y="657212"/>
                </a:lnTo>
                <a:lnTo>
                  <a:pt x="2181930" y="641747"/>
                </a:lnTo>
                <a:lnTo>
                  <a:pt x="2166442" y="631319"/>
                </a:lnTo>
                <a:lnTo>
                  <a:pt x="2147480" y="627495"/>
                </a:lnTo>
                <a:close/>
              </a:path>
              <a:path extrusionOk="0" h="1607820" w="4617085">
                <a:moveTo>
                  <a:pt x="2450072" y="624980"/>
                </a:moveTo>
                <a:lnTo>
                  <a:pt x="2430161" y="629001"/>
                </a:lnTo>
                <a:lnTo>
                  <a:pt x="2413901" y="639967"/>
                </a:lnTo>
                <a:lnTo>
                  <a:pt x="2402940" y="656232"/>
                </a:lnTo>
                <a:lnTo>
                  <a:pt x="2398920" y="676148"/>
                </a:lnTo>
                <a:lnTo>
                  <a:pt x="2402940" y="696057"/>
                </a:lnTo>
                <a:lnTo>
                  <a:pt x="2413901" y="712306"/>
                </a:lnTo>
                <a:lnTo>
                  <a:pt x="2430161" y="723257"/>
                </a:lnTo>
                <a:lnTo>
                  <a:pt x="2450072" y="727271"/>
                </a:lnTo>
                <a:lnTo>
                  <a:pt x="2470017" y="723257"/>
                </a:lnTo>
                <a:lnTo>
                  <a:pt x="2486305" y="712306"/>
                </a:lnTo>
                <a:lnTo>
                  <a:pt x="2497287" y="696057"/>
                </a:lnTo>
                <a:lnTo>
                  <a:pt x="2501314" y="676148"/>
                </a:lnTo>
                <a:lnTo>
                  <a:pt x="2497287" y="656232"/>
                </a:lnTo>
                <a:lnTo>
                  <a:pt x="2486305" y="639967"/>
                </a:lnTo>
                <a:lnTo>
                  <a:pt x="2470017" y="629001"/>
                </a:lnTo>
                <a:lnTo>
                  <a:pt x="2450072" y="624980"/>
                </a:lnTo>
                <a:close/>
              </a:path>
              <a:path extrusionOk="0" h="1607820" w="4617085">
                <a:moveTo>
                  <a:pt x="2752665" y="621655"/>
                </a:moveTo>
                <a:lnTo>
                  <a:pt x="2731448" y="625937"/>
                </a:lnTo>
                <a:lnTo>
                  <a:pt x="2714115" y="637615"/>
                </a:lnTo>
                <a:lnTo>
                  <a:pt x="2702426" y="654935"/>
                </a:lnTo>
                <a:lnTo>
                  <a:pt x="2698139" y="676148"/>
                </a:lnTo>
                <a:lnTo>
                  <a:pt x="2702426" y="697360"/>
                </a:lnTo>
                <a:lnTo>
                  <a:pt x="2714115" y="714681"/>
                </a:lnTo>
                <a:lnTo>
                  <a:pt x="2731448" y="726359"/>
                </a:lnTo>
                <a:lnTo>
                  <a:pt x="2752665" y="730641"/>
                </a:lnTo>
                <a:lnTo>
                  <a:pt x="2773908" y="726359"/>
                </a:lnTo>
                <a:lnTo>
                  <a:pt x="2791254" y="714681"/>
                </a:lnTo>
                <a:lnTo>
                  <a:pt x="2802948" y="697360"/>
                </a:lnTo>
                <a:lnTo>
                  <a:pt x="2807236" y="676148"/>
                </a:lnTo>
                <a:lnTo>
                  <a:pt x="2802948" y="654935"/>
                </a:lnTo>
                <a:lnTo>
                  <a:pt x="2791254" y="637615"/>
                </a:lnTo>
                <a:lnTo>
                  <a:pt x="2773908" y="625937"/>
                </a:lnTo>
                <a:lnTo>
                  <a:pt x="2752665" y="621655"/>
                </a:lnTo>
                <a:close/>
              </a:path>
              <a:path extrusionOk="0" h="1607820" w="4617085">
                <a:moveTo>
                  <a:pt x="3055302" y="619140"/>
                </a:moveTo>
                <a:lnTo>
                  <a:pt x="3033103" y="623619"/>
                </a:lnTo>
                <a:lnTo>
                  <a:pt x="3014970" y="635834"/>
                </a:lnTo>
                <a:lnTo>
                  <a:pt x="3002742" y="653955"/>
                </a:lnTo>
                <a:lnTo>
                  <a:pt x="2998257" y="676148"/>
                </a:lnTo>
                <a:lnTo>
                  <a:pt x="3002742" y="698341"/>
                </a:lnTo>
                <a:lnTo>
                  <a:pt x="3014970" y="716462"/>
                </a:lnTo>
                <a:lnTo>
                  <a:pt x="3033103" y="728677"/>
                </a:lnTo>
                <a:lnTo>
                  <a:pt x="3055302" y="733156"/>
                </a:lnTo>
                <a:lnTo>
                  <a:pt x="3077520" y="728677"/>
                </a:lnTo>
                <a:lnTo>
                  <a:pt x="3095651" y="716462"/>
                </a:lnTo>
                <a:lnTo>
                  <a:pt x="3107869" y="698341"/>
                </a:lnTo>
                <a:lnTo>
                  <a:pt x="3112348" y="676148"/>
                </a:lnTo>
                <a:lnTo>
                  <a:pt x="3107863" y="653955"/>
                </a:lnTo>
                <a:lnTo>
                  <a:pt x="3095634" y="635834"/>
                </a:lnTo>
                <a:lnTo>
                  <a:pt x="3077501" y="623619"/>
                </a:lnTo>
                <a:lnTo>
                  <a:pt x="3055302" y="619140"/>
                </a:lnTo>
                <a:close/>
              </a:path>
              <a:path extrusionOk="0" h="1607820" w="4617085">
                <a:moveTo>
                  <a:pt x="3357895" y="616624"/>
                </a:moveTo>
                <a:lnTo>
                  <a:pt x="3334714" y="621300"/>
                </a:lnTo>
                <a:lnTo>
                  <a:pt x="3315780" y="634054"/>
                </a:lnTo>
                <a:lnTo>
                  <a:pt x="3303012" y="652974"/>
                </a:lnTo>
                <a:lnTo>
                  <a:pt x="3298330" y="676148"/>
                </a:lnTo>
                <a:lnTo>
                  <a:pt x="3303012" y="699322"/>
                </a:lnTo>
                <a:lnTo>
                  <a:pt x="3315780" y="718242"/>
                </a:lnTo>
                <a:lnTo>
                  <a:pt x="3334714" y="730996"/>
                </a:lnTo>
                <a:lnTo>
                  <a:pt x="3357895" y="735672"/>
                </a:lnTo>
                <a:lnTo>
                  <a:pt x="3381076" y="730996"/>
                </a:lnTo>
                <a:lnTo>
                  <a:pt x="3400010" y="718242"/>
                </a:lnTo>
                <a:lnTo>
                  <a:pt x="3412777" y="699322"/>
                </a:lnTo>
                <a:lnTo>
                  <a:pt x="3417459" y="676148"/>
                </a:lnTo>
                <a:lnTo>
                  <a:pt x="3412777" y="652974"/>
                </a:lnTo>
                <a:lnTo>
                  <a:pt x="3400010" y="634054"/>
                </a:lnTo>
                <a:lnTo>
                  <a:pt x="3381076" y="621300"/>
                </a:lnTo>
                <a:lnTo>
                  <a:pt x="3357895" y="616624"/>
                </a:lnTo>
                <a:close/>
              </a:path>
              <a:path extrusionOk="0" h="1607820" w="4617085">
                <a:moveTo>
                  <a:pt x="3660487" y="612446"/>
                </a:moveTo>
                <a:lnTo>
                  <a:pt x="3635665" y="617453"/>
                </a:lnTo>
                <a:lnTo>
                  <a:pt x="3615403" y="631106"/>
                </a:lnTo>
                <a:lnTo>
                  <a:pt x="3601746" y="651355"/>
                </a:lnTo>
                <a:lnTo>
                  <a:pt x="3596739" y="676148"/>
                </a:lnTo>
                <a:lnTo>
                  <a:pt x="3601746" y="700967"/>
                </a:lnTo>
                <a:lnTo>
                  <a:pt x="3615403" y="721229"/>
                </a:lnTo>
                <a:lnTo>
                  <a:pt x="3635665" y="734887"/>
                </a:lnTo>
                <a:lnTo>
                  <a:pt x="3660487" y="739895"/>
                </a:lnTo>
                <a:lnTo>
                  <a:pt x="3685290" y="734887"/>
                </a:lnTo>
                <a:lnTo>
                  <a:pt x="3705554" y="721229"/>
                </a:lnTo>
                <a:lnTo>
                  <a:pt x="3719222" y="700967"/>
                </a:lnTo>
                <a:lnTo>
                  <a:pt x="3724236" y="676148"/>
                </a:lnTo>
                <a:lnTo>
                  <a:pt x="3719222" y="651355"/>
                </a:lnTo>
                <a:lnTo>
                  <a:pt x="3705554" y="631106"/>
                </a:lnTo>
                <a:lnTo>
                  <a:pt x="3685290" y="617453"/>
                </a:lnTo>
                <a:lnTo>
                  <a:pt x="3660487" y="612446"/>
                </a:lnTo>
                <a:close/>
              </a:path>
              <a:path extrusionOk="0" h="1607820" w="4617085">
                <a:moveTo>
                  <a:pt x="3963080" y="609077"/>
                </a:moveTo>
                <a:lnTo>
                  <a:pt x="3936953" y="614351"/>
                </a:lnTo>
                <a:lnTo>
                  <a:pt x="3915617" y="628731"/>
                </a:lnTo>
                <a:lnTo>
                  <a:pt x="3901232" y="650052"/>
                </a:lnTo>
                <a:lnTo>
                  <a:pt x="3895957" y="676148"/>
                </a:lnTo>
                <a:lnTo>
                  <a:pt x="3901232" y="702264"/>
                </a:lnTo>
                <a:lnTo>
                  <a:pt x="3915617" y="723582"/>
                </a:lnTo>
                <a:lnTo>
                  <a:pt x="3936953" y="737951"/>
                </a:lnTo>
                <a:lnTo>
                  <a:pt x="3963080" y="743219"/>
                </a:lnTo>
                <a:lnTo>
                  <a:pt x="3989207" y="737951"/>
                </a:lnTo>
                <a:lnTo>
                  <a:pt x="4010543" y="723582"/>
                </a:lnTo>
                <a:lnTo>
                  <a:pt x="4024928" y="702264"/>
                </a:lnTo>
                <a:lnTo>
                  <a:pt x="4030203" y="676148"/>
                </a:lnTo>
                <a:lnTo>
                  <a:pt x="4024928" y="650052"/>
                </a:lnTo>
                <a:lnTo>
                  <a:pt x="4010543" y="628731"/>
                </a:lnTo>
                <a:lnTo>
                  <a:pt x="3989207" y="614351"/>
                </a:lnTo>
                <a:lnTo>
                  <a:pt x="3963080" y="609077"/>
                </a:lnTo>
                <a:close/>
              </a:path>
              <a:path extrusionOk="0" h="1607820" w="4617085">
                <a:moveTo>
                  <a:pt x="4265672" y="610784"/>
                </a:moveTo>
                <a:lnTo>
                  <a:pt x="4240185" y="615924"/>
                </a:lnTo>
                <a:lnTo>
                  <a:pt x="4219379" y="629938"/>
                </a:lnTo>
                <a:lnTo>
                  <a:pt x="4205355" y="650716"/>
                </a:lnTo>
                <a:lnTo>
                  <a:pt x="4200214" y="676148"/>
                </a:lnTo>
                <a:lnTo>
                  <a:pt x="4205355" y="701606"/>
                </a:lnTo>
                <a:lnTo>
                  <a:pt x="4219379" y="722397"/>
                </a:lnTo>
                <a:lnTo>
                  <a:pt x="4240185" y="736416"/>
                </a:lnTo>
                <a:lnTo>
                  <a:pt x="4265672" y="741557"/>
                </a:lnTo>
                <a:lnTo>
                  <a:pt x="4291134" y="736416"/>
                </a:lnTo>
                <a:lnTo>
                  <a:pt x="4311926" y="722397"/>
                </a:lnTo>
                <a:lnTo>
                  <a:pt x="4325945" y="701606"/>
                </a:lnTo>
                <a:lnTo>
                  <a:pt x="4331085" y="676148"/>
                </a:lnTo>
                <a:lnTo>
                  <a:pt x="4325945" y="650716"/>
                </a:lnTo>
                <a:lnTo>
                  <a:pt x="4311926" y="629938"/>
                </a:lnTo>
                <a:lnTo>
                  <a:pt x="4291134" y="615924"/>
                </a:lnTo>
                <a:lnTo>
                  <a:pt x="4265672" y="610784"/>
                </a:lnTo>
                <a:close/>
              </a:path>
              <a:path extrusionOk="0" h="1607820" w="4617085">
                <a:moveTo>
                  <a:pt x="4575238" y="663570"/>
                </a:moveTo>
                <a:lnTo>
                  <a:pt x="4561292" y="663570"/>
                </a:lnTo>
                <a:lnTo>
                  <a:pt x="4555668" y="669185"/>
                </a:lnTo>
                <a:lnTo>
                  <a:pt x="4555668" y="683112"/>
                </a:lnTo>
                <a:lnTo>
                  <a:pt x="4561292" y="688727"/>
                </a:lnTo>
                <a:lnTo>
                  <a:pt x="4575193" y="688727"/>
                </a:lnTo>
                <a:lnTo>
                  <a:pt x="4580861" y="683112"/>
                </a:lnTo>
                <a:lnTo>
                  <a:pt x="4580861" y="669185"/>
                </a:lnTo>
                <a:lnTo>
                  <a:pt x="4575238" y="663570"/>
                </a:lnTo>
                <a:close/>
              </a:path>
              <a:path extrusionOk="0" h="1607820" w="4617085">
                <a:moveTo>
                  <a:pt x="29377" y="949195"/>
                </a:moveTo>
                <a:lnTo>
                  <a:pt x="17935" y="951498"/>
                </a:lnTo>
                <a:lnTo>
                  <a:pt x="8598" y="957781"/>
                </a:lnTo>
                <a:lnTo>
                  <a:pt x="2306" y="967104"/>
                </a:lnTo>
                <a:lnTo>
                  <a:pt x="0" y="978530"/>
                </a:lnTo>
                <a:lnTo>
                  <a:pt x="2306" y="989955"/>
                </a:lnTo>
                <a:lnTo>
                  <a:pt x="8598" y="999279"/>
                </a:lnTo>
                <a:lnTo>
                  <a:pt x="17935" y="1005562"/>
                </a:lnTo>
                <a:lnTo>
                  <a:pt x="29377" y="1007865"/>
                </a:lnTo>
                <a:lnTo>
                  <a:pt x="40793" y="1005562"/>
                </a:lnTo>
                <a:lnTo>
                  <a:pt x="50117" y="999279"/>
                </a:lnTo>
                <a:lnTo>
                  <a:pt x="56404" y="989955"/>
                </a:lnTo>
                <a:lnTo>
                  <a:pt x="58710" y="978530"/>
                </a:lnTo>
                <a:lnTo>
                  <a:pt x="56404" y="967104"/>
                </a:lnTo>
                <a:lnTo>
                  <a:pt x="50117" y="957781"/>
                </a:lnTo>
                <a:lnTo>
                  <a:pt x="40793" y="951498"/>
                </a:lnTo>
                <a:lnTo>
                  <a:pt x="29377" y="949195"/>
                </a:lnTo>
                <a:close/>
              </a:path>
              <a:path extrusionOk="0" h="1607820" w="4617085">
                <a:moveTo>
                  <a:pt x="331970" y="945825"/>
                </a:moveTo>
                <a:lnTo>
                  <a:pt x="319222" y="948396"/>
                </a:lnTo>
                <a:lnTo>
                  <a:pt x="308812" y="955405"/>
                </a:lnTo>
                <a:lnTo>
                  <a:pt x="301792" y="965801"/>
                </a:lnTo>
                <a:lnTo>
                  <a:pt x="299218" y="978530"/>
                </a:lnTo>
                <a:lnTo>
                  <a:pt x="301792" y="991259"/>
                </a:lnTo>
                <a:lnTo>
                  <a:pt x="308812" y="1001654"/>
                </a:lnTo>
                <a:lnTo>
                  <a:pt x="319222" y="1008664"/>
                </a:lnTo>
                <a:lnTo>
                  <a:pt x="331970" y="1011234"/>
                </a:lnTo>
                <a:lnTo>
                  <a:pt x="344691" y="1008664"/>
                </a:lnTo>
                <a:lnTo>
                  <a:pt x="355088" y="1001654"/>
                </a:lnTo>
                <a:lnTo>
                  <a:pt x="362103" y="991259"/>
                </a:lnTo>
                <a:lnTo>
                  <a:pt x="364676" y="978530"/>
                </a:lnTo>
                <a:lnTo>
                  <a:pt x="362103" y="965801"/>
                </a:lnTo>
                <a:lnTo>
                  <a:pt x="355088" y="955405"/>
                </a:lnTo>
                <a:lnTo>
                  <a:pt x="344691" y="948396"/>
                </a:lnTo>
                <a:lnTo>
                  <a:pt x="331970" y="945825"/>
                </a:lnTo>
                <a:close/>
              </a:path>
              <a:path extrusionOk="0" h="1607820" w="4617085">
                <a:moveTo>
                  <a:pt x="634562" y="943355"/>
                </a:moveTo>
                <a:lnTo>
                  <a:pt x="620833" y="946122"/>
                </a:lnTo>
                <a:lnTo>
                  <a:pt x="609622" y="953670"/>
                </a:lnTo>
                <a:lnTo>
                  <a:pt x="602063" y="964865"/>
                </a:lnTo>
                <a:lnTo>
                  <a:pt x="599291" y="978575"/>
                </a:lnTo>
                <a:lnTo>
                  <a:pt x="602063" y="992258"/>
                </a:lnTo>
                <a:lnTo>
                  <a:pt x="609622" y="1003440"/>
                </a:lnTo>
                <a:lnTo>
                  <a:pt x="620833" y="1010983"/>
                </a:lnTo>
                <a:lnTo>
                  <a:pt x="634562" y="1013750"/>
                </a:lnTo>
                <a:lnTo>
                  <a:pt x="648265" y="1010983"/>
                </a:lnTo>
                <a:lnTo>
                  <a:pt x="659463" y="1003440"/>
                </a:lnTo>
                <a:lnTo>
                  <a:pt x="667017" y="992258"/>
                </a:lnTo>
                <a:lnTo>
                  <a:pt x="669788" y="978575"/>
                </a:lnTo>
                <a:lnTo>
                  <a:pt x="667017" y="964865"/>
                </a:lnTo>
                <a:lnTo>
                  <a:pt x="659463" y="953670"/>
                </a:lnTo>
                <a:lnTo>
                  <a:pt x="648265" y="946122"/>
                </a:lnTo>
                <a:lnTo>
                  <a:pt x="634562" y="943355"/>
                </a:lnTo>
                <a:close/>
              </a:path>
              <a:path extrusionOk="0" h="1607820" w="4617085">
                <a:moveTo>
                  <a:pt x="937110" y="940839"/>
                </a:moveTo>
                <a:lnTo>
                  <a:pt x="922424" y="943804"/>
                </a:lnTo>
                <a:lnTo>
                  <a:pt x="910426" y="951890"/>
                </a:lnTo>
                <a:lnTo>
                  <a:pt x="902333" y="963885"/>
                </a:lnTo>
                <a:lnTo>
                  <a:pt x="899364" y="978575"/>
                </a:lnTo>
                <a:lnTo>
                  <a:pt x="902333" y="993239"/>
                </a:lnTo>
                <a:lnTo>
                  <a:pt x="910426" y="1005220"/>
                </a:lnTo>
                <a:lnTo>
                  <a:pt x="922424" y="1013302"/>
                </a:lnTo>
                <a:lnTo>
                  <a:pt x="937110" y="1016266"/>
                </a:lnTo>
                <a:lnTo>
                  <a:pt x="951821" y="1013302"/>
                </a:lnTo>
                <a:lnTo>
                  <a:pt x="963833" y="1005220"/>
                </a:lnTo>
                <a:lnTo>
                  <a:pt x="971931" y="993239"/>
                </a:lnTo>
                <a:lnTo>
                  <a:pt x="974900" y="978575"/>
                </a:lnTo>
                <a:lnTo>
                  <a:pt x="971931" y="963885"/>
                </a:lnTo>
                <a:lnTo>
                  <a:pt x="963833" y="951890"/>
                </a:lnTo>
                <a:lnTo>
                  <a:pt x="951821" y="943804"/>
                </a:lnTo>
                <a:lnTo>
                  <a:pt x="937110" y="940839"/>
                </a:lnTo>
                <a:close/>
              </a:path>
              <a:path extrusionOk="0" h="1607820" w="4617085">
                <a:moveTo>
                  <a:pt x="1239702" y="937470"/>
                </a:moveTo>
                <a:lnTo>
                  <a:pt x="1223719" y="940696"/>
                </a:lnTo>
                <a:lnTo>
                  <a:pt x="1210662" y="949498"/>
                </a:lnTo>
                <a:lnTo>
                  <a:pt x="1201857" y="962562"/>
                </a:lnTo>
                <a:lnTo>
                  <a:pt x="1198628" y="978575"/>
                </a:lnTo>
                <a:lnTo>
                  <a:pt x="1201857" y="994562"/>
                </a:lnTo>
                <a:lnTo>
                  <a:pt x="1210662" y="1007613"/>
                </a:lnTo>
                <a:lnTo>
                  <a:pt x="1223719" y="1016410"/>
                </a:lnTo>
                <a:lnTo>
                  <a:pt x="1239702" y="1019635"/>
                </a:lnTo>
                <a:lnTo>
                  <a:pt x="1255719" y="1016410"/>
                </a:lnTo>
                <a:lnTo>
                  <a:pt x="1268804" y="1007613"/>
                </a:lnTo>
                <a:lnTo>
                  <a:pt x="1277630" y="994562"/>
                </a:lnTo>
                <a:lnTo>
                  <a:pt x="1280867" y="978575"/>
                </a:lnTo>
                <a:lnTo>
                  <a:pt x="1277630" y="962562"/>
                </a:lnTo>
                <a:lnTo>
                  <a:pt x="1268804" y="949498"/>
                </a:lnTo>
                <a:lnTo>
                  <a:pt x="1255719" y="940696"/>
                </a:lnTo>
                <a:lnTo>
                  <a:pt x="1239702" y="937470"/>
                </a:lnTo>
                <a:close/>
              </a:path>
              <a:path extrusionOk="0" h="1607820" w="4617085">
                <a:moveTo>
                  <a:pt x="1542295" y="934999"/>
                </a:moveTo>
                <a:lnTo>
                  <a:pt x="1525329" y="938422"/>
                </a:lnTo>
                <a:lnTo>
                  <a:pt x="1511472" y="947757"/>
                </a:lnTo>
                <a:lnTo>
                  <a:pt x="1502128" y="961608"/>
                </a:lnTo>
                <a:lnTo>
                  <a:pt x="1498701" y="978575"/>
                </a:lnTo>
                <a:lnTo>
                  <a:pt x="1502128" y="995542"/>
                </a:lnTo>
                <a:lnTo>
                  <a:pt x="1511472" y="1009393"/>
                </a:lnTo>
                <a:lnTo>
                  <a:pt x="1525329" y="1018729"/>
                </a:lnTo>
                <a:lnTo>
                  <a:pt x="1542295" y="1022151"/>
                </a:lnTo>
                <a:lnTo>
                  <a:pt x="1559286" y="1018729"/>
                </a:lnTo>
                <a:lnTo>
                  <a:pt x="1573157" y="1009393"/>
                </a:lnTo>
                <a:lnTo>
                  <a:pt x="1582506" y="995542"/>
                </a:lnTo>
                <a:lnTo>
                  <a:pt x="1585933" y="978575"/>
                </a:lnTo>
                <a:lnTo>
                  <a:pt x="1582506" y="961608"/>
                </a:lnTo>
                <a:lnTo>
                  <a:pt x="1573157" y="947757"/>
                </a:lnTo>
                <a:lnTo>
                  <a:pt x="1559286" y="938422"/>
                </a:lnTo>
                <a:lnTo>
                  <a:pt x="1542295" y="934999"/>
                </a:lnTo>
                <a:close/>
              </a:path>
              <a:path extrusionOk="0" h="1607820" w="4617085">
                <a:moveTo>
                  <a:pt x="1844887" y="932483"/>
                </a:moveTo>
                <a:lnTo>
                  <a:pt x="1826940" y="936103"/>
                </a:lnTo>
                <a:lnTo>
                  <a:pt x="1812282" y="945977"/>
                </a:lnTo>
                <a:lnTo>
                  <a:pt x="1802398" y="960627"/>
                </a:lnTo>
                <a:lnTo>
                  <a:pt x="1798774" y="978575"/>
                </a:lnTo>
                <a:lnTo>
                  <a:pt x="1802398" y="996523"/>
                </a:lnTo>
                <a:lnTo>
                  <a:pt x="1812282" y="1011173"/>
                </a:lnTo>
                <a:lnTo>
                  <a:pt x="1826940" y="1021047"/>
                </a:lnTo>
                <a:lnTo>
                  <a:pt x="1844887" y="1024667"/>
                </a:lnTo>
                <a:lnTo>
                  <a:pt x="1862861" y="1021047"/>
                </a:lnTo>
                <a:lnTo>
                  <a:pt x="1877532" y="1011173"/>
                </a:lnTo>
                <a:lnTo>
                  <a:pt x="1887420" y="996523"/>
                </a:lnTo>
                <a:lnTo>
                  <a:pt x="1891045" y="978575"/>
                </a:lnTo>
                <a:lnTo>
                  <a:pt x="1887420" y="960627"/>
                </a:lnTo>
                <a:lnTo>
                  <a:pt x="1877532" y="945977"/>
                </a:lnTo>
                <a:lnTo>
                  <a:pt x="1862861" y="936103"/>
                </a:lnTo>
                <a:lnTo>
                  <a:pt x="1844887" y="932483"/>
                </a:lnTo>
                <a:close/>
              </a:path>
              <a:path extrusionOk="0" h="1607820" w="4617085">
                <a:moveTo>
                  <a:pt x="2147480" y="929968"/>
                </a:moveTo>
                <a:lnTo>
                  <a:pt x="2128550" y="933785"/>
                </a:lnTo>
                <a:lnTo>
                  <a:pt x="2113092" y="944197"/>
                </a:lnTo>
                <a:lnTo>
                  <a:pt x="2102669" y="959647"/>
                </a:lnTo>
                <a:lnTo>
                  <a:pt x="2098847" y="978575"/>
                </a:lnTo>
                <a:lnTo>
                  <a:pt x="2102669" y="997504"/>
                </a:lnTo>
                <a:lnTo>
                  <a:pt x="2113092" y="1012953"/>
                </a:lnTo>
                <a:lnTo>
                  <a:pt x="2128550" y="1023366"/>
                </a:lnTo>
                <a:lnTo>
                  <a:pt x="2147480" y="1027183"/>
                </a:lnTo>
                <a:lnTo>
                  <a:pt x="2166442" y="1023366"/>
                </a:lnTo>
                <a:lnTo>
                  <a:pt x="2181930" y="1012953"/>
                </a:lnTo>
                <a:lnTo>
                  <a:pt x="2192373" y="997504"/>
                </a:lnTo>
                <a:lnTo>
                  <a:pt x="2196202" y="978575"/>
                </a:lnTo>
                <a:lnTo>
                  <a:pt x="2192373" y="959647"/>
                </a:lnTo>
                <a:lnTo>
                  <a:pt x="2181930" y="944197"/>
                </a:lnTo>
                <a:lnTo>
                  <a:pt x="2166442" y="933785"/>
                </a:lnTo>
                <a:lnTo>
                  <a:pt x="2147480" y="929968"/>
                </a:lnTo>
                <a:close/>
              </a:path>
              <a:path extrusionOk="0" h="1607820" w="4617085">
                <a:moveTo>
                  <a:pt x="2450072" y="927407"/>
                </a:moveTo>
                <a:lnTo>
                  <a:pt x="2430161" y="931428"/>
                </a:lnTo>
                <a:lnTo>
                  <a:pt x="2413901" y="942395"/>
                </a:lnTo>
                <a:lnTo>
                  <a:pt x="2402940" y="958659"/>
                </a:lnTo>
                <a:lnTo>
                  <a:pt x="2398920" y="978575"/>
                </a:lnTo>
                <a:lnTo>
                  <a:pt x="2402940" y="998484"/>
                </a:lnTo>
                <a:lnTo>
                  <a:pt x="2413901" y="1014733"/>
                </a:lnTo>
                <a:lnTo>
                  <a:pt x="2430161" y="1025684"/>
                </a:lnTo>
                <a:lnTo>
                  <a:pt x="2450072" y="1029699"/>
                </a:lnTo>
                <a:lnTo>
                  <a:pt x="2470017" y="1025684"/>
                </a:lnTo>
                <a:lnTo>
                  <a:pt x="2486305" y="1014733"/>
                </a:lnTo>
                <a:lnTo>
                  <a:pt x="2497287" y="998484"/>
                </a:lnTo>
                <a:lnTo>
                  <a:pt x="2501314" y="978575"/>
                </a:lnTo>
                <a:lnTo>
                  <a:pt x="2497287" y="958659"/>
                </a:lnTo>
                <a:lnTo>
                  <a:pt x="2486305" y="942395"/>
                </a:lnTo>
                <a:lnTo>
                  <a:pt x="2470017" y="931428"/>
                </a:lnTo>
                <a:lnTo>
                  <a:pt x="2450072" y="927407"/>
                </a:lnTo>
                <a:close/>
              </a:path>
              <a:path extrusionOk="0" h="1607820" w="4617085">
                <a:moveTo>
                  <a:pt x="2752665" y="924083"/>
                </a:moveTo>
                <a:lnTo>
                  <a:pt x="2731448" y="928371"/>
                </a:lnTo>
                <a:lnTo>
                  <a:pt x="2714115" y="940059"/>
                </a:lnTo>
                <a:lnTo>
                  <a:pt x="2702426" y="957382"/>
                </a:lnTo>
                <a:lnTo>
                  <a:pt x="2698139" y="978575"/>
                </a:lnTo>
                <a:lnTo>
                  <a:pt x="2702426" y="999788"/>
                </a:lnTo>
                <a:lnTo>
                  <a:pt x="2714115" y="1017109"/>
                </a:lnTo>
                <a:lnTo>
                  <a:pt x="2731448" y="1028786"/>
                </a:lnTo>
                <a:lnTo>
                  <a:pt x="2752665" y="1033068"/>
                </a:lnTo>
                <a:lnTo>
                  <a:pt x="2773908" y="1028786"/>
                </a:lnTo>
                <a:lnTo>
                  <a:pt x="2791254" y="1017109"/>
                </a:lnTo>
                <a:lnTo>
                  <a:pt x="2802948" y="999788"/>
                </a:lnTo>
                <a:lnTo>
                  <a:pt x="2807236" y="978575"/>
                </a:lnTo>
                <a:lnTo>
                  <a:pt x="2802948" y="957382"/>
                </a:lnTo>
                <a:lnTo>
                  <a:pt x="2791254" y="940059"/>
                </a:lnTo>
                <a:lnTo>
                  <a:pt x="2773908" y="928371"/>
                </a:lnTo>
                <a:lnTo>
                  <a:pt x="2752665" y="924083"/>
                </a:lnTo>
                <a:close/>
              </a:path>
              <a:path extrusionOk="0" h="1607820" w="4617085">
                <a:moveTo>
                  <a:pt x="3055302" y="921567"/>
                </a:moveTo>
                <a:lnTo>
                  <a:pt x="3033103" y="926052"/>
                </a:lnTo>
                <a:lnTo>
                  <a:pt x="3014970" y="938279"/>
                </a:lnTo>
                <a:lnTo>
                  <a:pt x="3002742" y="956401"/>
                </a:lnTo>
                <a:lnTo>
                  <a:pt x="2998257" y="978575"/>
                </a:lnTo>
                <a:lnTo>
                  <a:pt x="3002742" y="1000768"/>
                </a:lnTo>
                <a:lnTo>
                  <a:pt x="3014970" y="1018889"/>
                </a:lnTo>
                <a:lnTo>
                  <a:pt x="3033103" y="1031105"/>
                </a:lnTo>
                <a:lnTo>
                  <a:pt x="3055302" y="1035584"/>
                </a:lnTo>
                <a:lnTo>
                  <a:pt x="3077520" y="1031105"/>
                </a:lnTo>
                <a:lnTo>
                  <a:pt x="3095651" y="1018889"/>
                </a:lnTo>
                <a:lnTo>
                  <a:pt x="3107869" y="1000768"/>
                </a:lnTo>
                <a:lnTo>
                  <a:pt x="3112348" y="978575"/>
                </a:lnTo>
                <a:lnTo>
                  <a:pt x="3107863" y="956401"/>
                </a:lnTo>
                <a:lnTo>
                  <a:pt x="3095634" y="938279"/>
                </a:lnTo>
                <a:lnTo>
                  <a:pt x="3077501" y="926052"/>
                </a:lnTo>
                <a:lnTo>
                  <a:pt x="3055302" y="921567"/>
                </a:lnTo>
                <a:close/>
              </a:path>
              <a:path extrusionOk="0" h="1607820" w="4617085">
                <a:moveTo>
                  <a:pt x="3357895" y="919051"/>
                </a:moveTo>
                <a:lnTo>
                  <a:pt x="3334714" y="923734"/>
                </a:lnTo>
                <a:lnTo>
                  <a:pt x="3315780" y="936499"/>
                </a:lnTo>
                <a:lnTo>
                  <a:pt x="3303012" y="955421"/>
                </a:lnTo>
                <a:lnTo>
                  <a:pt x="3298330" y="978575"/>
                </a:lnTo>
                <a:lnTo>
                  <a:pt x="3303012" y="1001749"/>
                </a:lnTo>
                <a:lnTo>
                  <a:pt x="3315780" y="1020669"/>
                </a:lnTo>
                <a:lnTo>
                  <a:pt x="3334714" y="1033423"/>
                </a:lnTo>
                <a:lnTo>
                  <a:pt x="3357895" y="1038099"/>
                </a:lnTo>
                <a:lnTo>
                  <a:pt x="3381076" y="1033423"/>
                </a:lnTo>
                <a:lnTo>
                  <a:pt x="3400010" y="1020669"/>
                </a:lnTo>
                <a:lnTo>
                  <a:pt x="3412777" y="1001749"/>
                </a:lnTo>
                <a:lnTo>
                  <a:pt x="3417459" y="978575"/>
                </a:lnTo>
                <a:lnTo>
                  <a:pt x="3412777" y="955421"/>
                </a:lnTo>
                <a:lnTo>
                  <a:pt x="3400010" y="936499"/>
                </a:lnTo>
                <a:lnTo>
                  <a:pt x="3381076" y="923734"/>
                </a:lnTo>
                <a:lnTo>
                  <a:pt x="3357895" y="919051"/>
                </a:lnTo>
                <a:close/>
              </a:path>
              <a:path extrusionOk="0" h="1607820" w="4617085">
                <a:moveTo>
                  <a:pt x="3660487" y="916536"/>
                </a:moveTo>
                <a:lnTo>
                  <a:pt x="3636298" y="921415"/>
                </a:lnTo>
                <a:lnTo>
                  <a:pt x="3616550" y="934719"/>
                </a:lnTo>
                <a:lnTo>
                  <a:pt x="3603239" y="954440"/>
                </a:lnTo>
                <a:lnTo>
                  <a:pt x="3598358" y="978575"/>
                </a:lnTo>
                <a:lnTo>
                  <a:pt x="3603239" y="1002737"/>
                </a:lnTo>
                <a:lnTo>
                  <a:pt x="3616550" y="1022472"/>
                </a:lnTo>
                <a:lnTo>
                  <a:pt x="3636298" y="1035780"/>
                </a:lnTo>
                <a:lnTo>
                  <a:pt x="3660487" y="1040660"/>
                </a:lnTo>
                <a:lnTo>
                  <a:pt x="3684650" y="1035780"/>
                </a:lnTo>
                <a:lnTo>
                  <a:pt x="3704385" y="1022472"/>
                </a:lnTo>
                <a:lnTo>
                  <a:pt x="3717691" y="1002737"/>
                </a:lnTo>
                <a:lnTo>
                  <a:pt x="3722571" y="978575"/>
                </a:lnTo>
                <a:lnTo>
                  <a:pt x="3717691" y="954440"/>
                </a:lnTo>
                <a:lnTo>
                  <a:pt x="3704385" y="934719"/>
                </a:lnTo>
                <a:lnTo>
                  <a:pt x="3684650" y="921415"/>
                </a:lnTo>
                <a:lnTo>
                  <a:pt x="3660487" y="916536"/>
                </a:lnTo>
                <a:close/>
              </a:path>
              <a:path extrusionOk="0" h="1607820" w="4617085">
                <a:moveTo>
                  <a:pt x="3963080" y="930821"/>
                </a:moveTo>
                <a:lnTo>
                  <a:pt x="3944466" y="934575"/>
                </a:lnTo>
                <a:lnTo>
                  <a:pt x="3929265" y="944810"/>
                </a:lnTo>
                <a:lnTo>
                  <a:pt x="3919016" y="959989"/>
                </a:lnTo>
                <a:lnTo>
                  <a:pt x="3915257" y="978575"/>
                </a:lnTo>
                <a:lnTo>
                  <a:pt x="3919016" y="997188"/>
                </a:lnTo>
                <a:lnTo>
                  <a:pt x="3929265" y="1012381"/>
                </a:lnTo>
                <a:lnTo>
                  <a:pt x="3944466" y="1022621"/>
                </a:lnTo>
                <a:lnTo>
                  <a:pt x="3963080" y="1026374"/>
                </a:lnTo>
                <a:lnTo>
                  <a:pt x="3981693" y="1022621"/>
                </a:lnTo>
                <a:lnTo>
                  <a:pt x="3996894" y="1012381"/>
                </a:lnTo>
                <a:lnTo>
                  <a:pt x="4007144" y="997188"/>
                </a:lnTo>
                <a:lnTo>
                  <a:pt x="4010902" y="978576"/>
                </a:lnTo>
                <a:lnTo>
                  <a:pt x="4007144" y="959989"/>
                </a:lnTo>
                <a:lnTo>
                  <a:pt x="3996894" y="944810"/>
                </a:lnTo>
                <a:lnTo>
                  <a:pt x="3981693" y="934575"/>
                </a:lnTo>
                <a:lnTo>
                  <a:pt x="3963080" y="930821"/>
                </a:lnTo>
                <a:close/>
              </a:path>
              <a:path extrusionOk="0" h="1607820" w="4617085">
                <a:moveTo>
                  <a:pt x="4272151" y="966850"/>
                </a:moveTo>
                <a:lnTo>
                  <a:pt x="4259149" y="966850"/>
                </a:lnTo>
                <a:lnTo>
                  <a:pt x="4253885" y="972107"/>
                </a:lnTo>
                <a:lnTo>
                  <a:pt x="4253885" y="985090"/>
                </a:lnTo>
                <a:lnTo>
                  <a:pt x="4259149" y="990346"/>
                </a:lnTo>
                <a:lnTo>
                  <a:pt x="4272151" y="990346"/>
                </a:lnTo>
                <a:lnTo>
                  <a:pt x="4277414" y="985090"/>
                </a:lnTo>
                <a:lnTo>
                  <a:pt x="4277414" y="972107"/>
                </a:lnTo>
                <a:lnTo>
                  <a:pt x="4272151" y="966850"/>
                </a:lnTo>
                <a:close/>
              </a:path>
              <a:path extrusionOk="0" h="1607820" w="4617085">
                <a:moveTo>
                  <a:pt x="29377" y="1251604"/>
                </a:moveTo>
                <a:lnTo>
                  <a:pt x="17935" y="1253910"/>
                </a:lnTo>
                <a:lnTo>
                  <a:pt x="8598" y="1260198"/>
                </a:lnTo>
                <a:lnTo>
                  <a:pt x="2306" y="1269525"/>
                </a:lnTo>
                <a:lnTo>
                  <a:pt x="0" y="1280948"/>
                </a:lnTo>
                <a:lnTo>
                  <a:pt x="2306" y="1292371"/>
                </a:lnTo>
                <a:lnTo>
                  <a:pt x="8598" y="1301698"/>
                </a:lnTo>
                <a:lnTo>
                  <a:pt x="17935" y="1307987"/>
                </a:lnTo>
                <a:lnTo>
                  <a:pt x="29377" y="1310292"/>
                </a:lnTo>
                <a:lnTo>
                  <a:pt x="40793" y="1307987"/>
                </a:lnTo>
                <a:lnTo>
                  <a:pt x="50117" y="1301698"/>
                </a:lnTo>
                <a:lnTo>
                  <a:pt x="56404" y="1292371"/>
                </a:lnTo>
                <a:lnTo>
                  <a:pt x="58710" y="1280948"/>
                </a:lnTo>
                <a:lnTo>
                  <a:pt x="56404" y="1269525"/>
                </a:lnTo>
                <a:lnTo>
                  <a:pt x="50117" y="1260198"/>
                </a:lnTo>
                <a:lnTo>
                  <a:pt x="40793" y="1253910"/>
                </a:lnTo>
                <a:lnTo>
                  <a:pt x="29377" y="1251604"/>
                </a:lnTo>
                <a:close/>
              </a:path>
              <a:path extrusionOk="0" h="1607820" w="4617085">
                <a:moveTo>
                  <a:pt x="331970" y="1248244"/>
                </a:moveTo>
                <a:lnTo>
                  <a:pt x="319222" y="1250815"/>
                </a:lnTo>
                <a:lnTo>
                  <a:pt x="308812" y="1257825"/>
                </a:lnTo>
                <a:lnTo>
                  <a:pt x="301792" y="1268221"/>
                </a:lnTo>
                <a:lnTo>
                  <a:pt x="299218" y="1280948"/>
                </a:lnTo>
                <a:lnTo>
                  <a:pt x="301792" y="1293675"/>
                </a:lnTo>
                <a:lnTo>
                  <a:pt x="308812" y="1304071"/>
                </a:lnTo>
                <a:lnTo>
                  <a:pt x="319222" y="1311082"/>
                </a:lnTo>
                <a:lnTo>
                  <a:pt x="331970" y="1313653"/>
                </a:lnTo>
                <a:lnTo>
                  <a:pt x="344691" y="1311082"/>
                </a:lnTo>
                <a:lnTo>
                  <a:pt x="355088" y="1304071"/>
                </a:lnTo>
                <a:lnTo>
                  <a:pt x="362103" y="1293675"/>
                </a:lnTo>
                <a:lnTo>
                  <a:pt x="364676" y="1280948"/>
                </a:lnTo>
                <a:lnTo>
                  <a:pt x="362103" y="1268221"/>
                </a:lnTo>
                <a:lnTo>
                  <a:pt x="355088" y="1257825"/>
                </a:lnTo>
                <a:lnTo>
                  <a:pt x="344691" y="1250815"/>
                </a:lnTo>
                <a:lnTo>
                  <a:pt x="331970" y="1248244"/>
                </a:lnTo>
                <a:close/>
              </a:path>
              <a:path extrusionOk="0" h="1607820" w="4617085">
                <a:moveTo>
                  <a:pt x="634562" y="1245759"/>
                </a:moveTo>
                <a:lnTo>
                  <a:pt x="620833" y="1248528"/>
                </a:lnTo>
                <a:lnTo>
                  <a:pt x="609622" y="1256075"/>
                </a:lnTo>
                <a:lnTo>
                  <a:pt x="602063" y="1267266"/>
                </a:lnTo>
                <a:lnTo>
                  <a:pt x="599291" y="1280966"/>
                </a:lnTo>
                <a:lnTo>
                  <a:pt x="602063" y="1294665"/>
                </a:lnTo>
                <a:lnTo>
                  <a:pt x="609622" y="1305855"/>
                </a:lnTo>
                <a:lnTo>
                  <a:pt x="620833" y="1313401"/>
                </a:lnTo>
                <a:lnTo>
                  <a:pt x="634562" y="1316169"/>
                </a:lnTo>
                <a:lnTo>
                  <a:pt x="648265" y="1313401"/>
                </a:lnTo>
                <a:lnTo>
                  <a:pt x="659463" y="1305855"/>
                </a:lnTo>
                <a:lnTo>
                  <a:pt x="667017" y="1294665"/>
                </a:lnTo>
                <a:lnTo>
                  <a:pt x="669788" y="1280966"/>
                </a:lnTo>
                <a:lnTo>
                  <a:pt x="667017" y="1267266"/>
                </a:lnTo>
                <a:lnTo>
                  <a:pt x="659463" y="1256075"/>
                </a:lnTo>
                <a:lnTo>
                  <a:pt x="648265" y="1248528"/>
                </a:lnTo>
                <a:lnTo>
                  <a:pt x="634562" y="1245759"/>
                </a:lnTo>
                <a:close/>
              </a:path>
              <a:path extrusionOk="0" h="1607820" w="4617085">
                <a:moveTo>
                  <a:pt x="937110" y="1243239"/>
                </a:moveTo>
                <a:lnTo>
                  <a:pt x="922424" y="1246205"/>
                </a:lnTo>
                <a:lnTo>
                  <a:pt x="910426" y="1254291"/>
                </a:lnTo>
                <a:lnTo>
                  <a:pt x="902333" y="1266283"/>
                </a:lnTo>
                <a:lnTo>
                  <a:pt x="899364" y="1280966"/>
                </a:lnTo>
                <a:lnTo>
                  <a:pt x="902333" y="1295647"/>
                </a:lnTo>
                <a:lnTo>
                  <a:pt x="910426" y="1307638"/>
                </a:lnTo>
                <a:lnTo>
                  <a:pt x="922424" y="1315723"/>
                </a:lnTo>
                <a:lnTo>
                  <a:pt x="937110" y="1318689"/>
                </a:lnTo>
                <a:lnTo>
                  <a:pt x="951821" y="1315723"/>
                </a:lnTo>
                <a:lnTo>
                  <a:pt x="963833" y="1307638"/>
                </a:lnTo>
                <a:lnTo>
                  <a:pt x="971931" y="1295647"/>
                </a:lnTo>
                <a:lnTo>
                  <a:pt x="974900" y="1280966"/>
                </a:lnTo>
                <a:lnTo>
                  <a:pt x="971931" y="1266283"/>
                </a:lnTo>
                <a:lnTo>
                  <a:pt x="963833" y="1254291"/>
                </a:lnTo>
                <a:lnTo>
                  <a:pt x="951821" y="1246205"/>
                </a:lnTo>
                <a:lnTo>
                  <a:pt x="937110" y="1243239"/>
                </a:lnTo>
                <a:close/>
              </a:path>
              <a:path extrusionOk="0" h="1607820" w="4617085">
                <a:moveTo>
                  <a:pt x="1239702" y="1239879"/>
                </a:moveTo>
                <a:lnTo>
                  <a:pt x="1223719" y="1243107"/>
                </a:lnTo>
                <a:lnTo>
                  <a:pt x="1210662" y="1251912"/>
                </a:lnTo>
                <a:lnTo>
                  <a:pt x="1201857" y="1264972"/>
                </a:lnTo>
                <a:lnTo>
                  <a:pt x="1198628" y="1280966"/>
                </a:lnTo>
                <a:lnTo>
                  <a:pt x="1201857" y="1296958"/>
                </a:lnTo>
                <a:lnTo>
                  <a:pt x="1210662" y="1310017"/>
                </a:lnTo>
                <a:lnTo>
                  <a:pt x="1223719" y="1318821"/>
                </a:lnTo>
                <a:lnTo>
                  <a:pt x="1239702" y="1322049"/>
                </a:lnTo>
                <a:lnTo>
                  <a:pt x="1255719" y="1318821"/>
                </a:lnTo>
                <a:lnTo>
                  <a:pt x="1268804" y="1310017"/>
                </a:lnTo>
                <a:lnTo>
                  <a:pt x="1277630" y="1296958"/>
                </a:lnTo>
                <a:lnTo>
                  <a:pt x="1280867" y="1280966"/>
                </a:lnTo>
                <a:lnTo>
                  <a:pt x="1277630" y="1264972"/>
                </a:lnTo>
                <a:lnTo>
                  <a:pt x="1268804" y="1251912"/>
                </a:lnTo>
                <a:lnTo>
                  <a:pt x="1255719" y="1243107"/>
                </a:lnTo>
                <a:lnTo>
                  <a:pt x="1239702" y="1239879"/>
                </a:lnTo>
                <a:close/>
              </a:path>
              <a:path extrusionOk="0" h="1607820" w="4617085">
                <a:moveTo>
                  <a:pt x="1542295" y="1237395"/>
                </a:moveTo>
                <a:lnTo>
                  <a:pt x="1525329" y="1240820"/>
                </a:lnTo>
                <a:lnTo>
                  <a:pt x="1511472" y="1250161"/>
                </a:lnTo>
                <a:lnTo>
                  <a:pt x="1502128" y="1264015"/>
                </a:lnTo>
                <a:lnTo>
                  <a:pt x="1498701" y="1280980"/>
                </a:lnTo>
                <a:lnTo>
                  <a:pt x="1502128" y="1297945"/>
                </a:lnTo>
                <a:lnTo>
                  <a:pt x="1511472" y="1311801"/>
                </a:lnTo>
                <a:lnTo>
                  <a:pt x="1525329" y="1321143"/>
                </a:lnTo>
                <a:lnTo>
                  <a:pt x="1542295" y="1324569"/>
                </a:lnTo>
                <a:lnTo>
                  <a:pt x="1559286" y="1321143"/>
                </a:lnTo>
                <a:lnTo>
                  <a:pt x="1573157" y="1311801"/>
                </a:lnTo>
                <a:lnTo>
                  <a:pt x="1582506" y="1297945"/>
                </a:lnTo>
                <a:lnTo>
                  <a:pt x="1585933" y="1280980"/>
                </a:lnTo>
                <a:lnTo>
                  <a:pt x="1582506" y="1264015"/>
                </a:lnTo>
                <a:lnTo>
                  <a:pt x="1573157" y="1250161"/>
                </a:lnTo>
                <a:lnTo>
                  <a:pt x="1559286" y="1240820"/>
                </a:lnTo>
                <a:lnTo>
                  <a:pt x="1542295" y="1237395"/>
                </a:lnTo>
                <a:close/>
              </a:path>
              <a:path extrusionOk="0" h="1607820" w="4617085">
                <a:moveTo>
                  <a:pt x="1844887" y="1234875"/>
                </a:moveTo>
                <a:lnTo>
                  <a:pt x="1826940" y="1238498"/>
                </a:lnTo>
                <a:lnTo>
                  <a:pt x="1812282" y="1248380"/>
                </a:lnTo>
                <a:lnTo>
                  <a:pt x="1802398" y="1263036"/>
                </a:lnTo>
                <a:lnTo>
                  <a:pt x="1798774" y="1280980"/>
                </a:lnTo>
                <a:lnTo>
                  <a:pt x="1802398" y="1298929"/>
                </a:lnTo>
                <a:lnTo>
                  <a:pt x="1812282" y="1313585"/>
                </a:lnTo>
                <a:lnTo>
                  <a:pt x="1826940" y="1323466"/>
                </a:lnTo>
                <a:lnTo>
                  <a:pt x="1844887" y="1327090"/>
                </a:lnTo>
                <a:lnTo>
                  <a:pt x="1862861" y="1323466"/>
                </a:lnTo>
                <a:lnTo>
                  <a:pt x="1877532" y="1313585"/>
                </a:lnTo>
                <a:lnTo>
                  <a:pt x="1887420" y="1298929"/>
                </a:lnTo>
                <a:lnTo>
                  <a:pt x="1891045" y="1280980"/>
                </a:lnTo>
                <a:lnTo>
                  <a:pt x="1887420" y="1263036"/>
                </a:lnTo>
                <a:lnTo>
                  <a:pt x="1877532" y="1248380"/>
                </a:lnTo>
                <a:lnTo>
                  <a:pt x="1862861" y="1238498"/>
                </a:lnTo>
                <a:lnTo>
                  <a:pt x="1844887" y="1234875"/>
                </a:lnTo>
                <a:close/>
              </a:path>
              <a:path extrusionOk="0" h="1607820" w="4617085">
                <a:moveTo>
                  <a:pt x="2147480" y="1232354"/>
                </a:moveTo>
                <a:lnTo>
                  <a:pt x="2128550" y="1236176"/>
                </a:lnTo>
                <a:lnTo>
                  <a:pt x="2113092" y="1246596"/>
                </a:lnTo>
                <a:lnTo>
                  <a:pt x="2102669" y="1262053"/>
                </a:lnTo>
                <a:lnTo>
                  <a:pt x="2098847" y="1280980"/>
                </a:lnTo>
                <a:lnTo>
                  <a:pt x="2102669" y="1299909"/>
                </a:lnTo>
                <a:lnTo>
                  <a:pt x="2113092" y="1315365"/>
                </a:lnTo>
                <a:lnTo>
                  <a:pt x="2128550" y="1325785"/>
                </a:lnTo>
                <a:lnTo>
                  <a:pt x="2147480" y="1329606"/>
                </a:lnTo>
                <a:lnTo>
                  <a:pt x="2166442" y="1325785"/>
                </a:lnTo>
                <a:lnTo>
                  <a:pt x="2181930" y="1315365"/>
                </a:lnTo>
                <a:lnTo>
                  <a:pt x="2192373" y="1299909"/>
                </a:lnTo>
                <a:lnTo>
                  <a:pt x="2196202" y="1280980"/>
                </a:lnTo>
                <a:lnTo>
                  <a:pt x="2192373" y="1262053"/>
                </a:lnTo>
                <a:lnTo>
                  <a:pt x="2181930" y="1246596"/>
                </a:lnTo>
                <a:lnTo>
                  <a:pt x="2166442" y="1236176"/>
                </a:lnTo>
                <a:lnTo>
                  <a:pt x="2147480" y="1232354"/>
                </a:lnTo>
                <a:close/>
              </a:path>
              <a:path extrusionOk="0" h="1607820" w="4617085">
                <a:moveTo>
                  <a:pt x="2450072" y="1229834"/>
                </a:moveTo>
                <a:lnTo>
                  <a:pt x="2430161" y="1233853"/>
                </a:lnTo>
                <a:lnTo>
                  <a:pt x="2413901" y="1244814"/>
                </a:lnTo>
                <a:lnTo>
                  <a:pt x="2402940" y="1261071"/>
                </a:lnTo>
                <a:lnTo>
                  <a:pt x="2398920" y="1280980"/>
                </a:lnTo>
                <a:lnTo>
                  <a:pt x="2402940" y="1300891"/>
                </a:lnTo>
                <a:lnTo>
                  <a:pt x="2413901" y="1317148"/>
                </a:lnTo>
                <a:lnTo>
                  <a:pt x="2430161" y="1328107"/>
                </a:lnTo>
                <a:lnTo>
                  <a:pt x="2450072" y="1332126"/>
                </a:lnTo>
                <a:lnTo>
                  <a:pt x="2470017" y="1328107"/>
                </a:lnTo>
                <a:lnTo>
                  <a:pt x="2486305" y="1317148"/>
                </a:lnTo>
                <a:lnTo>
                  <a:pt x="2497287" y="1300891"/>
                </a:lnTo>
                <a:lnTo>
                  <a:pt x="2501314" y="1280980"/>
                </a:lnTo>
                <a:lnTo>
                  <a:pt x="2497287" y="1261071"/>
                </a:lnTo>
                <a:lnTo>
                  <a:pt x="2486305" y="1244814"/>
                </a:lnTo>
                <a:lnTo>
                  <a:pt x="2470017" y="1233853"/>
                </a:lnTo>
                <a:lnTo>
                  <a:pt x="2450072" y="1229834"/>
                </a:lnTo>
                <a:close/>
              </a:path>
              <a:path extrusionOk="0" h="1607820" w="4617085">
                <a:moveTo>
                  <a:pt x="2752665" y="1229834"/>
                </a:moveTo>
                <a:lnTo>
                  <a:pt x="2732753" y="1233853"/>
                </a:lnTo>
                <a:lnTo>
                  <a:pt x="2716494" y="1244814"/>
                </a:lnTo>
                <a:lnTo>
                  <a:pt x="2705532" y="1261071"/>
                </a:lnTo>
                <a:lnTo>
                  <a:pt x="2701513" y="1280980"/>
                </a:lnTo>
                <a:lnTo>
                  <a:pt x="2705532" y="1300891"/>
                </a:lnTo>
                <a:lnTo>
                  <a:pt x="2716494" y="1317148"/>
                </a:lnTo>
                <a:lnTo>
                  <a:pt x="2732753" y="1328107"/>
                </a:lnTo>
                <a:lnTo>
                  <a:pt x="2752665" y="1332126"/>
                </a:lnTo>
                <a:lnTo>
                  <a:pt x="2772609" y="1328107"/>
                </a:lnTo>
                <a:lnTo>
                  <a:pt x="2788897" y="1317148"/>
                </a:lnTo>
                <a:lnTo>
                  <a:pt x="2799879" y="1300891"/>
                </a:lnTo>
                <a:lnTo>
                  <a:pt x="2803907" y="1280980"/>
                </a:lnTo>
                <a:lnTo>
                  <a:pt x="2799879" y="1261071"/>
                </a:lnTo>
                <a:lnTo>
                  <a:pt x="2788897" y="1244814"/>
                </a:lnTo>
                <a:lnTo>
                  <a:pt x="2772609" y="1233853"/>
                </a:lnTo>
                <a:lnTo>
                  <a:pt x="2752665" y="1229834"/>
                </a:lnTo>
                <a:close/>
              </a:path>
              <a:path extrusionOk="0" h="1607820" w="4617085">
                <a:moveTo>
                  <a:pt x="3055302" y="1235733"/>
                </a:moveTo>
                <a:lnTo>
                  <a:pt x="3037671" y="1239291"/>
                </a:lnTo>
                <a:lnTo>
                  <a:pt x="3023270" y="1248994"/>
                </a:lnTo>
                <a:lnTo>
                  <a:pt x="3013560" y="1263382"/>
                </a:lnTo>
                <a:lnTo>
                  <a:pt x="3009999" y="1280998"/>
                </a:lnTo>
                <a:lnTo>
                  <a:pt x="3013560" y="1298616"/>
                </a:lnTo>
                <a:lnTo>
                  <a:pt x="3023270" y="1313004"/>
                </a:lnTo>
                <a:lnTo>
                  <a:pt x="3037671" y="1322706"/>
                </a:lnTo>
                <a:lnTo>
                  <a:pt x="3055302" y="1326263"/>
                </a:lnTo>
                <a:lnTo>
                  <a:pt x="3072933" y="1322706"/>
                </a:lnTo>
                <a:lnTo>
                  <a:pt x="3087334" y="1313004"/>
                </a:lnTo>
                <a:lnTo>
                  <a:pt x="3097044" y="1298616"/>
                </a:lnTo>
                <a:lnTo>
                  <a:pt x="3100606" y="1280998"/>
                </a:lnTo>
                <a:lnTo>
                  <a:pt x="3097044" y="1263382"/>
                </a:lnTo>
                <a:lnTo>
                  <a:pt x="3087334" y="1248994"/>
                </a:lnTo>
                <a:lnTo>
                  <a:pt x="3072933" y="1239291"/>
                </a:lnTo>
                <a:lnTo>
                  <a:pt x="3055302" y="1235733"/>
                </a:lnTo>
                <a:close/>
              </a:path>
              <a:path extrusionOk="0" h="1607820" w="4617085">
                <a:moveTo>
                  <a:pt x="3357895" y="1249956"/>
                </a:moveTo>
                <a:lnTo>
                  <a:pt x="3345787" y="1252395"/>
                </a:lnTo>
                <a:lnTo>
                  <a:pt x="3335907" y="1259044"/>
                </a:lnTo>
                <a:lnTo>
                  <a:pt x="3329248" y="1268906"/>
                </a:lnTo>
                <a:lnTo>
                  <a:pt x="3326808" y="1280980"/>
                </a:lnTo>
                <a:lnTo>
                  <a:pt x="3329248" y="1293056"/>
                </a:lnTo>
                <a:lnTo>
                  <a:pt x="3335907" y="1302918"/>
                </a:lnTo>
                <a:lnTo>
                  <a:pt x="3345787" y="1309567"/>
                </a:lnTo>
                <a:lnTo>
                  <a:pt x="3357895" y="1312005"/>
                </a:lnTo>
                <a:lnTo>
                  <a:pt x="3369976" y="1309567"/>
                </a:lnTo>
                <a:lnTo>
                  <a:pt x="3379843" y="1302918"/>
                </a:lnTo>
                <a:lnTo>
                  <a:pt x="3386497" y="1293056"/>
                </a:lnTo>
                <a:lnTo>
                  <a:pt x="3388937" y="1280980"/>
                </a:lnTo>
                <a:lnTo>
                  <a:pt x="3386497" y="1268906"/>
                </a:lnTo>
                <a:lnTo>
                  <a:pt x="3379843" y="1259044"/>
                </a:lnTo>
                <a:lnTo>
                  <a:pt x="3369976" y="1252395"/>
                </a:lnTo>
                <a:lnTo>
                  <a:pt x="3357895" y="1249956"/>
                </a:lnTo>
                <a:close/>
              </a:path>
              <a:path extrusionOk="0" h="1607820" w="4617085">
                <a:moveTo>
                  <a:pt x="3667460" y="1268402"/>
                </a:moveTo>
                <a:lnTo>
                  <a:pt x="3653514" y="1268402"/>
                </a:lnTo>
                <a:lnTo>
                  <a:pt x="3647890" y="1274026"/>
                </a:lnTo>
                <a:lnTo>
                  <a:pt x="3647890" y="1287934"/>
                </a:lnTo>
                <a:lnTo>
                  <a:pt x="3653514" y="1293563"/>
                </a:lnTo>
                <a:lnTo>
                  <a:pt x="3667415" y="1293563"/>
                </a:lnTo>
                <a:lnTo>
                  <a:pt x="3673084" y="1287935"/>
                </a:lnTo>
                <a:lnTo>
                  <a:pt x="3673084" y="1274026"/>
                </a:lnTo>
                <a:lnTo>
                  <a:pt x="3667460" y="1268402"/>
                </a:lnTo>
                <a:close/>
              </a:path>
              <a:path extrusionOk="0" h="1607820" w="4617085">
                <a:moveTo>
                  <a:pt x="39095" y="1565753"/>
                </a:moveTo>
                <a:lnTo>
                  <a:pt x="19615" y="1565753"/>
                </a:lnTo>
                <a:lnTo>
                  <a:pt x="11742" y="1573631"/>
                </a:lnTo>
                <a:lnTo>
                  <a:pt x="11742" y="1593081"/>
                </a:lnTo>
                <a:lnTo>
                  <a:pt x="19615" y="1600959"/>
                </a:lnTo>
                <a:lnTo>
                  <a:pt x="39095" y="1600959"/>
                </a:lnTo>
                <a:lnTo>
                  <a:pt x="46968" y="1593081"/>
                </a:lnTo>
                <a:lnTo>
                  <a:pt x="46968" y="1573631"/>
                </a:lnTo>
                <a:lnTo>
                  <a:pt x="39095" y="1565753"/>
                </a:lnTo>
                <a:close/>
              </a:path>
              <a:path extrusionOk="0" h="1607820" w="4617085">
                <a:moveTo>
                  <a:pt x="331970" y="1562396"/>
                </a:moveTo>
                <a:lnTo>
                  <a:pt x="323790" y="1564043"/>
                </a:lnTo>
                <a:lnTo>
                  <a:pt x="317112" y="1568535"/>
                </a:lnTo>
                <a:lnTo>
                  <a:pt x="312610" y="1575197"/>
                </a:lnTo>
                <a:lnTo>
                  <a:pt x="310960" y="1583354"/>
                </a:lnTo>
                <a:lnTo>
                  <a:pt x="312610" y="1591513"/>
                </a:lnTo>
                <a:lnTo>
                  <a:pt x="317112" y="1598176"/>
                </a:lnTo>
                <a:lnTo>
                  <a:pt x="323790" y="1602670"/>
                </a:lnTo>
                <a:lnTo>
                  <a:pt x="331970" y="1604318"/>
                </a:lnTo>
                <a:lnTo>
                  <a:pt x="340123" y="1602670"/>
                </a:lnTo>
                <a:lnTo>
                  <a:pt x="346788" y="1598176"/>
                </a:lnTo>
                <a:lnTo>
                  <a:pt x="351284" y="1591513"/>
                </a:lnTo>
                <a:lnTo>
                  <a:pt x="352934" y="1583354"/>
                </a:lnTo>
                <a:lnTo>
                  <a:pt x="351284" y="1575197"/>
                </a:lnTo>
                <a:lnTo>
                  <a:pt x="346788" y="1568535"/>
                </a:lnTo>
                <a:lnTo>
                  <a:pt x="340123" y="1564043"/>
                </a:lnTo>
                <a:lnTo>
                  <a:pt x="331970" y="1562396"/>
                </a:lnTo>
                <a:close/>
              </a:path>
              <a:path extrusionOk="0" h="1607820" w="4617085">
                <a:moveTo>
                  <a:pt x="634562" y="1560712"/>
                </a:moveTo>
                <a:lnTo>
                  <a:pt x="625724" y="1562490"/>
                </a:lnTo>
                <a:lnTo>
                  <a:pt x="618518" y="1567340"/>
                </a:lnTo>
                <a:lnTo>
                  <a:pt x="613666" y="1574537"/>
                </a:lnTo>
                <a:lnTo>
                  <a:pt x="611888" y="1583354"/>
                </a:lnTo>
                <a:lnTo>
                  <a:pt x="613666" y="1592171"/>
                </a:lnTo>
                <a:lnTo>
                  <a:pt x="618518" y="1599368"/>
                </a:lnTo>
                <a:lnTo>
                  <a:pt x="625724" y="1604218"/>
                </a:lnTo>
                <a:lnTo>
                  <a:pt x="634562" y="1605996"/>
                </a:lnTo>
                <a:lnTo>
                  <a:pt x="643374" y="1604218"/>
                </a:lnTo>
                <a:lnTo>
                  <a:pt x="650567" y="1599368"/>
                </a:lnTo>
                <a:lnTo>
                  <a:pt x="655414" y="1592171"/>
                </a:lnTo>
                <a:lnTo>
                  <a:pt x="657191" y="1583354"/>
                </a:lnTo>
                <a:lnTo>
                  <a:pt x="655414" y="1574537"/>
                </a:lnTo>
                <a:lnTo>
                  <a:pt x="650567" y="1567340"/>
                </a:lnTo>
                <a:lnTo>
                  <a:pt x="643374" y="1562490"/>
                </a:lnTo>
                <a:lnTo>
                  <a:pt x="634562" y="1560712"/>
                </a:lnTo>
                <a:close/>
              </a:path>
              <a:path extrusionOk="0" h="1607820" w="4617085">
                <a:moveTo>
                  <a:pt x="937110" y="1560712"/>
                </a:moveTo>
                <a:lnTo>
                  <a:pt x="928298" y="1562490"/>
                </a:lnTo>
                <a:lnTo>
                  <a:pt x="921105" y="1567340"/>
                </a:lnTo>
                <a:lnTo>
                  <a:pt x="916257" y="1574537"/>
                </a:lnTo>
                <a:lnTo>
                  <a:pt x="914480" y="1583355"/>
                </a:lnTo>
                <a:lnTo>
                  <a:pt x="916257" y="1592171"/>
                </a:lnTo>
                <a:lnTo>
                  <a:pt x="921105" y="1599368"/>
                </a:lnTo>
                <a:lnTo>
                  <a:pt x="928298" y="1604218"/>
                </a:lnTo>
                <a:lnTo>
                  <a:pt x="937110" y="1605996"/>
                </a:lnTo>
                <a:lnTo>
                  <a:pt x="945948" y="1604218"/>
                </a:lnTo>
                <a:lnTo>
                  <a:pt x="953154" y="1599368"/>
                </a:lnTo>
                <a:lnTo>
                  <a:pt x="958006" y="1592171"/>
                </a:lnTo>
                <a:lnTo>
                  <a:pt x="959784" y="1583355"/>
                </a:lnTo>
                <a:lnTo>
                  <a:pt x="958006" y="1574537"/>
                </a:lnTo>
                <a:lnTo>
                  <a:pt x="953154" y="1567340"/>
                </a:lnTo>
                <a:lnTo>
                  <a:pt x="945948" y="1562490"/>
                </a:lnTo>
                <a:lnTo>
                  <a:pt x="937110" y="1560712"/>
                </a:lnTo>
                <a:close/>
              </a:path>
              <a:path extrusionOk="0" h="1607820" w="4617085">
                <a:moveTo>
                  <a:pt x="1239702" y="1559067"/>
                </a:moveTo>
                <a:lnTo>
                  <a:pt x="1230250" y="1560978"/>
                </a:lnTo>
                <a:lnTo>
                  <a:pt x="1222528" y="1566187"/>
                </a:lnTo>
                <a:lnTo>
                  <a:pt x="1217319" y="1573912"/>
                </a:lnTo>
                <a:lnTo>
                  <a:pt x="1215408" y="1583371"/>
                </a:lnTo>
                <a:lnTo>
                  <a:pt x="1217319" y="1592831"/>
                </a:lnTo>
                <a:lnTo>
                  <a:pt x="1222528" y="1600557"/>
                </a:lnTo>
                <a:lnTo>
                  <a:pt x="1230250" y="1605767"/>
                </a:lnTo>
                <a:lnTo>
                  <a:pt x="1239702" y="1607677"/>
                </a:lnTo>
                <a:lnTo>
                  <a:pt x="1249180" y="1605767"/>
                </a:lnTo>
                <a:lnTo>
                  <a:pt x="1256916" y="1600557"/>
                </a:lnTo>
                <a:lnTo>
                  <a:pt x="1262130" y="1592831"/>
                </a:lnTo>
                <a:lnTo>
                  <a:pt x="1264041" y="1583371"/>
                </a:lnTo>
                <a:lnTo>
                  <a:pt x="1262130" y="1573912"/>
                </a:lnTo>
                <a:lnTo>
                  <a:pt x="1256916" y="1566187"/>
                </a:lnTo>
                <a:lnTo>
                  <a:pt x="1249180" y="1560978"/>
                </a:lnTo>
                <a:lnTo>
                  <a:pt x="1239702" y="1559067"/>
                </a:lnTo>
                <a:close/>
              </a:path>
              <a:path extrusionOk="0" h="1607820" w="4617085">
                <a:moveTo>
                  <a:pt x="1542295" y="1560712"/>
                </a:moveTo>
                <a:lnTo>
                  <a:pt x="1533483" y="1562490"/>
                </a:lnTo>
                <a:lnTo>
                  <a:pt x="1526290" y="1567341"/>
                </a:lnTo>
                <a:lnTo>
                  <a:pt x="1521443" y="1574538"/>
                </a:lnTo>
                <a:lnTo>
                  <a:pt x="1519665" y="1583355"/>
                </a:lnTo>
                <a:lnTo>
                  <a:pt x="1521443" y="1592171"/>
                </a:lnTo>
                <a:lnTo>
                  <a:pt x="1526290" y="1599368"/>
                </a:lnTo>
                <a:lnTo>
                  <a:pt x="1533483" y="1604218"/>
                </a:lnTo>
                <a:lnTo>
                  <a:pt x="1542295" y="1605996"/>
                </a:lnTo>
                <a:lnTo>
                  <a:pt x="1551133" y="1604218"/>
                </a:lnTo>
                <a:lnTo>
                  <a:pt x="1558339" y="1599368"/>
                </a:lnTo>
                <a:lnTo>
                  <a:pt x="1563191" y="1592171"/>
                </a:lnTo>
                <a:lnTo>
                  <a:pt x="1564969" y="1583355"/>
                </a:lnTo>
                <a:lnTo>
                  <a:pt x="1563191" y="1574538"/>
                </a:lnTo>
                <a:lnTo>
                  <a:pt x="1558339" y="1567341"/>
                </a:lnTo>
                <a:lnTo>
                  <a:pt x="1551133" y="1562490"/>
                </a:lnTo>
                <a:lnTo>
                  <a:pt x="1542295" y="1560712"/>
                </a:lnTo>
                <a:close/>
              </a:path>
              <a:path extrusionOk="0" h="1607820" w="4617085">
                <a:moveTo>
                  <a:pt x="1844887" y="1563232"/>
                </a:moveTo>
                <a:lnTo>
                  <a:pt x="1837076" y="1564813"/>
                </a:lnTo>
                <a:lnTo>
                  <a:pt x="1830682" y="1569124"/>
                </a:lnTo>
                <a:lnTo>
                  <a:pt x="1826363" y="1575520"/>
                </a:lnTo>
                <a:lnTo>
                  <a:pt x="1824777" y="1583355"/>
                </a:lnTo>
                <a:lnTo>
                  <a:pt x="1826363" y="1591190"/>
                </a:lnTo>
                <a:lnTo>
                  <a:pt x="1830682" y="1597587"/>
                </a:lnTo>
                <a:lnTo>
                  <a:pt x="1837076" y="1601899"/>
                </a:lnTo>
                <a:lnTo>
                  <a:pt x="1844887" y="1603480"/>
                </a:lnTo>
                <a:lnTo>
                  <a:pt x="1852743" y="1601899"/>
                </a:lnTo>
                <a:lnTo>
                  <a:pt x="1859149" y="1597587"/>
                </a:lnTo>
                <a:lnTo>
                  <a:pt x="1863462" y="1591190"/>
                </a:lnTo>
                <a:lnTo>
                  <a:pt x="1865042" y="1583355"/>
                </a:lnTo>
                <a:lnTo>
                  <a:pt x="1863462" y="1575520"/>
                </a:lnTo>
                <a:lnTo>
                  <a:pt x="1859149" y="1569124"/>
                </a:lnTo>
                <a:lnTo>
                  <a:pt x="1852743" y="1564813"/>
                </a:lnTo>
                <a:lnTo>
                  <a:pt x="1844887" y="1563232"/>
                </a:lnTo>
                <a:close/>
              </a:path>
              <a:path extrusionOk="0" h="1607820" w="4617085">
                <a:moveTo>
                  <a:pt x="2156297" y="1567431"/>
                </a:moveTo>
                <a:lnTo>
                  <a:pt x="2138707" y="1567431"/>
                </a:lnTo>
                <a:lnTo>
                  <a:pt x="2131554" y="1574571"/>
                </a:lnTo>
                <a:lnTo>
                  <a:pt x="2131554" y="1592138"/>
                </a:lnTo>
                <a:lnTo>
                  <a:pt x="2138707" y="1599278"/>
                </a:lnTo>
                <a:lnTo>
                  <a:pt x="2156297" y="1599278"/>
                </a:lnTo>
                <a:lnTo>
                  <a:pt x="2163451" y="1592138"/>
                </a:lnTo>
                <a:lnTo>
                  <a:pt x="2163451" y="1574571"/>
                </a:lnTo>
                <a:lnTo>
                  <a:pt x="2156297" y="1567431"/>
                </a:lnTo>
                <a:close/>
              </a:path>
              <a:path extrusionOk="0" h="1607820" w="4617085">
                <a:moveTo>
                  <a:pt x="2455651" y="1573294"/>
                </a:moveTo>
                <a:lnTo>
                  <a:pt x="2444539" y="1573294"/>
                </a:lnTo>
                <a:lnTo>
                  <a:pt x="2440040" y="1577795"/>
                </a:lnTo>
                <a:lnTo>
                  <a:pt x="2440040" y="1588914"/>
                </a:lnTo>
                <a:lnTo>
                  <a:pt x="2444539" y="1593419"/>
                </a:lnTo>
                <a:lnTo>
                  <a:pt x="2455651" y="1593419"/>
                </a:lnTo>
                <a:lnTo>
                  <a:pt x="2460195" y="1588914"/>
                </a:lnTo>
                <a:lnTo>
                  <a:pt x="2460195" y="1577795"/>
                </a:lnTo>
                <a:lnTo>
                  <a:pt x="2455651" y="1573294"/>
                </a:lnTo>
                <a:close/>
              </a:path>
              <a:path extrusionOk="0" h="1607820" w="4617085">
                <a:moveTo>
                  <a:pt x="2754554" y="1579995"/>
                </a:moveTo>
                <a:lnTo>
                  <a:pt x="2750820" y="1579995"/>
                </a:lnTo>
                <a:lnTo>
                  <a:pt x="2749336" y="1581491"/>
                </a:lnTo>
                <a:lnTo>
                  <a:pt x="2749336" y="1585218"/>
                </a:lnTo>
                <a:lnTo>
                  <a:pt x="2750820" y="1586714"/>
                </a:lnTo>
                <a:lnTo>
                  <a:pt x="2754554" y="1586714"/>
                </a:lnTo>
                <a:lnTo>
                  <a:pt x="2756039" y="1585218"/>
                </a:lnTo>
                <a:lnTo>
                  <a:pt x="2756039" y="1581491"/>
                </a:lnTo>
                <a:lnTo>
                  <a:pt x="2754554" y="1579995"/>
                </a:lnTo>
                <a:close/>
              </a:path>
            </a:pathLst>
          </a:custGeom>
          <a:solidFill>
            <a:srgbClr val="E9C6C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5" name="Google Shape;85;p3"/>
          <p:cNvSpPr txBox="1"/>
          <p:nvPr/>
        </p:nvSpPr>
        <p:spPr>
          <a:xfrm>
            <a:off x="6889115" y="9171622"/>
            <a:ext cx="4925060" cy="4648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2700">
                <a:latin typeface="Tahoma"/>
                <a:ea typeface="Tahoma"/>
                <a:cs typeface="Tahoma"/>
                <a:sym typeface="Tahoma"/>
              </a:rPr>
              <a:t>Programación Comercial |1S2025</a:t>
            </a:r>
            <a:endParaRPr sz="2700">
              <a:latin typeface="Tahoma"/>
              <a:ea typeface="Tahoma"/>
              <a:cs typeface="Tahoma"/>
              <a:sym typeface="Tahom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4"/>
          <p:cNvSpPr txBox="1"/>
          <p:nvPr/>
        </p:nvSpPr>
        <p:spPr>
          <a:xfrm>
            <a:off x="16435451" y="353948"/>
            <a:ext cx="428700" cy="86760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s-GT" sz="5550">
                <a:latin typeface="Arial Black"/>
                <a:ea typeface="Arial Black"/>
                <a:cs typeface="Arial Black"/>
                <a:sym typeface="Arial Black"/>
              </a:rPr>
              <a:t>2</a:t>
            </a:r>
            <a:endParaRPr sz="5550">
              <a:latin typeface="Arial Black"/>
              <a:ea typeface="Arial Black"/>
              <a:cs typeface="Arial Black"/>
              <a:sym typeface="Arial Black"/>
            </a:endParaRPr>
          </a:p>
        </p:txBody>
      </p:sp>
      <p:grpSp>
        <p:nvGrpSpPr>
          <p:cNvPr id="91" name="Google Shape;91;p4"/>
          <p:cNvGrpSpPr/>
          <p:nvPr/>
        </p:nvGrpSpPr>
        <p:grpSpPr>
          <a:xfrm>
            <a:off x="0" y="158472"/>
            <a:ext cx="15868649" cy="8128278"/>
            <a:chOff x="0" y="158472"/>
            <a:chExt cx="15868649" cy="8128278"/>
          </a:xfrm>
        </p:grpSpPr>
        <p:sp>
          <p:nvSpPr>
            <p:cNvPr id="92" name="Google Shape;92;p4"/>
            <p:cNvSpPr/>
            <p:nvPr/>
          </p:nvSpPr>
          <p:spPr>
            <a:xfrm>
              <a:off x="0" y="158472"/>
              <a:ext cx="3065780" cy="1903095"/>
            </a:xfrm>
            <a:custGeom>
              <a:rect b="b" l="l" r="r" t="t"/>
              <a:pathLst>
                <a:path extrusionOk="0" h="1903095" w="3065780">
                  <a:moveTo>
                    <a:pt x="0" y="26124"/>
                  </a:moveTo>
                  <a:lnTo>
                    <a:pt x="0" y="109589"/>
                  </a:lnTo>
                  <a:lnTo>
                    <a:pt x="7745" y="108026"/>
                  </a:lnTo>
                  <a:lnTo>
                    <a:pt x="21616" y="98680"/>
                  </a:lnTo>
                  <a:lnTo>
                    <a:pt x="30965" y="84827"/>
                  </a:lnTo>
                  <a:lnTo>
                    <a:pt x="34393" y="67879"/>
                  </a:lnTo>
                  <a:lnTo>
                    <a:pt x="30965" y="50905"/>
                  </a:lnTo>
                  <a:lnTo>
                    <a:pt x="21616" y="37039"/>
                  </a:lnTo>
                  <a:lnTo>
                    <a:pt x="7745" y="27688"/>
                  </a:lnTo>
                  <a:lnTo>
                    <a:pt x="0" y="26124"/>
                  </a:lnTo>
                  <a:close/>
                </a:path>
                <a:path extrusionOk="0" h="1903095" w="3065780">
                  <a:moveTo>
                    <a:pt x="293346" y="21742"/>
                  </a:moveTo>
                  <a:lnTo>
                    <a:pt x="275399" y="25369"/>
                  </a:lnTo>
                  <a:lnTo>
                    <a:pt x="260741" y="35259"/>
                  </a:lnTo>
                  <a:lnTo>
                    <a:pt x="250858" y="49924"/>
                  </a:lnTo>
                  <a:lnTo>
                    <a:pt x="247233" y="67879"/>
                  </a:lnTo>
                  <a:lnTo>
                    <a:pt x="250858" y="85827"/>
                  </a:lnTo>
                  <a:lnTo>
                    <a:pt x="260741" y="100477"/>
                  </a:lnTo>
                  <a:lnTo>
                    <a:pt x="275399" y="110351"/>
                  </a:lnTo>
                  <a:lnTo>
                    <a:pt x="293346" y="113971"/>
                  </a:lnTo>
                  <a:lnTo>
                    <a:pt x="311320" y="110351"/>
                  </a:lnTo>
                  <a:lnTo>
                    <a:pt x="325991" y="100477"/>
                  </a:lnTo>
                  <a:lnTo>
                    <a:pt x="335879" y="85827"/>
                  </a:lnTo>
                  <a:lnTo>
                    <a:pt x="339505" y="67879"/>
                  </a:lnTo>
                  <a:lnTo>
                    <a:pt x="335879" y="49924"/>
                  </a:lnTo>
                  <a:lnTo>
                    <a:pt x="325991" y="35259"/>
                  </a:lnTo>
                  <a:lnTo>
                    <a:pt x="311320" y="25369"/>
                  </a:lnTo>
                  <a:lnTo>
                    <a:pt x="293346" y="21742"/>
                  </a:lnTo>
                  <a:close/>
                </a:path>
                <a:path extrusionOk="0" h="1903095" w="3065780">
                  <a:moveTo>
                    <a:pt x="595939" y="19227"/>
                  </a:moveTo>
                  <a:lnTo>
                    <a:pt x="577009" y="23051"/>
                  </a:lnTo>
                  <a:lnTo>
                    <a:pt x="561551" y="33479"/>
                  </a:lnTo>
                  <a:lnTo>
                    <a:pt x="551128" y="48944"/>
                  </a:lnTo>
                  <a:lnTo>
                    <a:pt x="547306" y="67879"/>
                  </a:lnTo>
                  <a:lnTo>
                    <a:pt x="551128" y="86807"/>
                  </a:lnTo>
                  <a:lnTo>
                    <a:pt x="561551" y="102257"/>
                  </a:lnTo>
                  <a:lnTo>
                    <a:pt x="577009" y="112669"/>
                  </a:lnTo>
                  <a:lnTo>
                    <a:pt x="595939" y="116487"/>
                  </a:lnTo>
                  <a:lnTo>
                    <a:pt x="614901" y="112670"/>
                  </a:lnTo>
                  <a:lnTo>
                    <a:pt x="630389" y="102257"/>
                  </a:lnTo>
                  <a:lnTo>
                    <a:pt x="640832" y="86807"/>
                  </a:lnTo>
                  <a:lnTo>
                    <a:pt x="644661" y="67879"/>
                  </a:lnTo>
                  <a:lnTo>
                    <a:pt x="640832" y="48944"/>
                  </a:lnTo>
                  <a:lnTo>
                    <a:pt x="630389" y="33479"/>
                  </a:lnTo>
                  <a:lnTo>
                    <a:pt x="614901" y="23051"/>
                  </a:lnTo>
                  <a:lnTo>
                    <a:pt x="595939" y="19227"/>
                  </a:lnTo>
                  <a:close/>
                </a:path>
                <a:path extrusionOk="0" h="1903095" w="3065780">
                  <a:moveTo>
                    <a:pt x="898531" y="16711"/>
                  </a:moveTo>
                  <a:lnTo>
                    <a:pt x="878620" y="20732"/>
                  </a:lnTo>
                  <a:lnTo>
                    <a:pt x="862361" y="31699"/>
                  </a:lnTo>
                  <a:lnTo>
                    <a:pt x="851399" y="47963"/>
                  </a:lnTo>
                  <a:lnTo>
                    <a:pt x="847379" y="67879"/>
                  </a:lnTo>
                  <a:lnTo>
                    <a:pt x="851399" y="87788"/>
                  </a:lnTo>
                  <a:lnTo>
                    <a:pt x="862361" y="104037"/>
                  </a:lnTo>
                  <a:lnTo>
                    <a:pt x="878620" y="114988"/>
                  </a:lnTo>
                  <a:lnTo>
                    <a:pt x="898531" y="119002"/>
                  </a:lnTo>
                  <a:lnTo>
                    <a:pt x="918476" y="114988"/>
                  </a:lnTo>
                  <a:lnTo>
                    <a:pt x="934764" y="104037"/>
                  </a:lnTo>
                  <a:lnTo>
                    <a:pt x="945746" y="87788"/>
                  </a:lnTo>
                  <a:lnTo>
                    <a:pt x="949773" y="67879"/>
                  </a:lnTo>
                  <a:lnTo>
                    <a:pt x="945746" y="47963"/>
                  </a:lnTo>
                  <a:lnTo>
                    <a:pt x="934764" y="31699"/>
                  </a:lnTo>
                  <a:lnTo>
                    <a:pt x="918476" y="20732"/>
                  </a:lnTo>
                  <a:lnTo>
                    <a:pt x="898531" y="16711"/>
                  </a:lnTo>
                  <a:close/>
                </a:path>
                <a:path extrusionOk="0" h="1903095" w="3065780">
                  <a:moveTo>
                    <a:pt x="1201124" y="13387"/>
                  </a:moveTo>
                  <a:lnTo>
                    <a:pt x="1179907" y="17668"/>
                  </a:lnTo>
                  <a:lnTo>
                    <a:pt x="1162574" y="29346"/>
                  </a:lnTo>
                  <a:lnTo>
                    <a:pt x="1150885" y="46667"/>
                  </a:lnTo>
                  <a:lnTo>
                    <a:pt x="1146598" y="67879"/>
                  </a:lnTo>
                  <a:lnTo>
                    <a:pt x="1150885" y="89092"/>
                  </a:lnTo>
                  <a:lnTo>
                    <a:pt x="1162574" y="106413"/>
                  </a:lnTo>
                  <a:lnTo>
                    <a:pt x="1179907" y="118090"/>
                  </a:lnTo>
                  <a:lnTo>
                    <a:pt x="1201124" y="122372"/>
                  </a:lnTo>
                  <a:lnTo>
                    <a:pt x="1222367" y="118090"/>
                  </a:lnTo>
                  <a:lnTo>
                    <a:pt x="1239713" y="106413"/>
                  </a:lnTo>
                  <a:lnTo>
                    <a:pt x="1251407" y="89092"/>
                  </a:lnTo>
                  <a:lnTo>
                    <a:pt x="1255695" y="67879"/>
                  </a:lnTo>
                  <a:lnTo>
                    <a:pt x="1251407" y="46667"/>
                  </a:lnTo>
                  <a:lnTo>
                    <a:pt x="1239713" y="29346"/>
                  </a:lnTo>
                  <a:lnTo>
                    <a:pt x="1222367" y="17668"/>
                  </a:lnTo>
                  <a:lnTo>
                    <a:pt x="1201124" y="13387"/>
                  </a:lnTo>
                  <a:close/>
                </a:path>
                <a:path extrusionOk="0" h="1903095" w="3065780">
                  <a:moveTo>
                    <a:pt x="1503761" y="10871"/>
                  </a:moveTo>
                  <a:lnTo>
                    <a:pt x="1481562" y="15350"/>
                  </a:lnTo>
                  <a:lnTo>
                    <a:pt x="1463429" y="27566"/>
                  </a:lnTo>
                  <a:lnTo>
                    <a:pt x="1451201" y="45686"/>
                  </a:lnTo>
                  <a:lnTo>
                    <a:pt x="1446716" y="67879"/>
                  </a:lnTo>
                  <a:lnTo>
                    <a:pt x="1451201" y="90072"/>
                  </a:lnTo>
                  <a:lnTo>
                    <a:pt x="1463429" y="108193"/>
                  </a:lnTo>
                  <a:lnTo>
                    <a:pt x="1481562" y="120409"/>
                  </a:lnTo>
                  <a:lnTo>
                    <a:pt x="1503761" y="124888"/>
                  </a:lnTo>
                  <a:lnTo>
                    <a:pt x="1525979" y="120409"/>
                  </a:lnTo>
                  <a:lnTo>
                    <a:pt x="1544110" y="108193"/>
                  </a:lnTo>
                  <a:lnTo>
                    <a:pt x="1556328" y="90072"/>
                  </a:lnTo>
                  <a:lnTo>
                    <a:pt x="1560807" y="67879"/>
                  </a:lnTo>
                  <a:lnTo>
                    <a:pt x="1556322" y="45686"/>
                  </a:lnTo>
                  <a:lnTo>
                    <a:pt x="1544094" y="27566"/>
                  </a:lnTo>
                  <a:lnTo>
                    <a:pt x="1525960" y="15350"/>
                  </a:lnTo>
                  <a:lnTo>
                    <a:pt x="1503761" y="10871"/>
                  </a:lnTo>
                  <a:close/>
                </a:path>
                <a:path extrusionOk="0" h="1903095" w="3065780">
                  <a:moveTo>
                    <a:pt x="1806354" y="8355"/>
                  </a:moveTo>
                  <a:lnTo>
                    <a:pt x="1783173" y="13031"/>
                  </a:lnTo>
                  <a:lnTo>
                    <a:pt x="1764239" y="25786"/>
                  </a:lnTo>
                  <a:lnTo>
                    <a:pt x="1751471" y="44706"/>
                  </a:lnTo>
                  <a:lnTo>
                    <a:pt x="1746789" y="67879"/>
                  </a:lnTo>
                  <a:lnTo>
                    <a:pt x="1751471" y="91053"/>
                  </a:lnTo>
                  <a:lnTo>
                    <a:pt x="1764239" y="109973"/>
                  </a:lnTo>
                  <a:lnTo>
                    <a:pt x="1783173" y="122727"/>
                  </a:lnTo>
                  <a:lnTo>
                    <a:pt x="1806354" y="127403"/>
                  </a:lnTo>
                  <a:lnTo>
                    <a:pt x="1829535" y="122727"/>
                  </a:lnTo>
                  <a:lnTo>
                    <a:pt x="1848469" y="109973"/>
                  </a:lnTo>
                  <a:lnTo>
                    <a:pt x="1861236" y="91053"/>
                  </a:lnTo>
                  <a:lnTo>
                    <a:pt x="1865919" y="67879"/>
                  </a:lnTo>
                  <a:lnTo>
                    <a:pt x="1861236" y="44706"/>
                  </a:lnTo>
                  <a:lnTo>
                    <a:pt x="1848469" y="25786"/>
                  </a:lnTo>
                  <a:lnTo>
                    <a:pt x="1829535" y="13031"/>
                  </a:lnTo>
                  <a:lnTo>
                    <a:pt x="1806354" y="8355"/>
                  </a:lnTo>
                  <a:close/>
                </a:path>
                <a:path extrusionOk="0" h="1903095" w="3065780">
                  <a:moveTo>
                    <a:pt x="2108946" y="4177"/>
                  </a:moveTo>
                  <a:lnTo>
                    <a:pt x="2084125" y="9184"/>
                  </a:lnTo>
                  <a:lnTo>
                    <a:pt x="2063862" y="22838"/>
                  </a:lnTo>
                  <a:lnTo>
                    <a:pt x="2050205" y="43086"/>
                  </a:lnTo>
                  <a:lnTo>
                    <a:pt x="2045198" y="67879"/>
                  </a:lnTo>
                  <a:lnTo>
                    <a:pt x="2050205" y="92698"/>
                  </a:lnTo>
                  <a:lnTo>
                    <a:pt x="2063862" y="112960"/>
                  </a:lnTo>
                  <a:lnTo>
                    <a:pt x="2084125" y="126619"/>
                  </a:lnTo>
                  <a:lnTo>
                    <a:pt x="2108946" y="131626"/>
                  </a:lnTo>
                  <a:lnTo>
                    <a:pt x="2133749" y="126619"/>
                  </a:lnTo>
                  <a:lnTo>
                    <a:pt x="2154014" y="112960"/>
                  </a:lnTo>
                  <a:lnTo>
                    <a:pt x="2167682" y="92698"/>
                  </a:lnTo>
                  <a:lnTo>
                    <a:pt x="2172695" y="67879"/>
                  </a:lnTo>
                  <a:lnTo>
                    <a:pt x="2167682" y="43086"/>
                  </a:lnTo>
                  <a:lnTo>
                    <a:pt x="2154014" y="22838"/>
                  </a:lnTo>
                  <a:lnTo>
                    <a:pt x="2133749" y="9184"/>
                  </a:lnTo>
                  <a:lnTo>
                    <a:pt x="2108946" y="4177"/>
                  </a:lnTo>
                  <a:close/>
                </a:path>
                <a:path extrusionOk="0" h="1903095" w="3065780">
                  <a:moveTo>
                    <a:pt x="2411539" y="808"/>
                  </a:moveTo>
                  <a:lnTo>
                    <a:pt x="2385412" y="6082"/>
                  </a:lnTo>
                  <a:lnTo>
                    <a:pt x="2364076" y="20462"/>
                  </a:lnTo>
                  <a:lnTo>
                    <a:pt x="2349691" y="41783"/>
                  </a:lnTo>
                  <a:lnTo>
                    <a:pt x="2344416" y="67879"/>
                  </a:lnTo>
                  <a:lnTo>
                    <a:pt x="2349691" y="93995"/>
                  </a:lnTo>
                  <a:lnTo>
                    <a:pt x="2364076" y="115313"/>
                  </a:lnTo>
                  <a:lnTo>
                    <a:pt x="2385412" y="129683"/>
                  </a:lnTo>
                  <a:lnTo>
                    <a:pt x="2411539" y="134951"/>
                  </a:lnTo>
                  <a:lnTo>
                    <a:pt x="2437666" y="129683"/>
                  </a:lnTo>
                  <a:lnTo>
                    <a:pt x="2459002" y="115313"/>
                  </a:lnTo>
                  <a:lnTo>
                    <a:pt x="2473387" y="93995"/>
                  </a:lnTo>
                  <a:lnTo>
                    <a:pt x="2478662" y="67879"/>
                  </a:lnTo>
                  <a:lnTo>
                    <a:pt x="2473387" y="41783"/>
                  </a:lnTo>
                  <a:lnTo>
                    <a:pt x="2459002" y="20462"/>
                  </a:lnTo>
                  <a:lnTo>
                    <a:pt x="2437666" y="6082"/>
                  </a:lnTo>
                  <a:lnTo>
                    <a:pt x="2411539" y="808"/>
                  </a:lnTo>
                  <a:close/>
                </a:path>
                <a:path extrusionOk="0" h="1903095" w="3065780">
                  <a:moveTo>
                    <a:pt x="2714131" y="0"/>
                  </a:moveTo>
                  <a:lnTo>
                    <a:pt x="2687662" y="5337"/>
                  </a:lnTo>
                  <a:lnTo>
                    <a:pt x="2666056" y="19890"/>
                  </a:lnTo>
                  <a:lnTo>
                    <a:pt x="2651493" y="41467"/>
                  </a:lnTo>
                  <a:lnTo>
                    <a:pt x="2646154" y="67879"/>
                  </a:lnTo>
                  <a:lnTo>
                    <a:pt x="2651493" y="94318"/>
                  </a:lnTo>
                  <a:lnTo>
                    <a:pt x="2666056" y="115909"/>
                  </a:lnTo>
                  <a:lnTo>
                    <a:pt x="2687662" y="130466"/>
                  </a:lnTo>
                  <a:lnTo>
                    <a:pt x="2714131" y="135804"/>
                  </a:lnTo>
                  <a:lnTo>
                    <a:pt x="2740582" y="130466"/>
                  </a:lnTo>
                  <a:lnTo>
                    <a:pt x="2762190" y="115909"/>
                  </a:lnTo>
                  <a:lnTo>
                    <a:pt x="2776764" y="94318"/>
                  </a:lnTo>
                  <a:lnTo>
                    <a:pt x="2782109" y="67879"/>
                  </a:lnTo>
                  <a:lnTo>
                    <a:pt x="2776764" y="41467"/>
                  </a:lnTo>
                  <a:lnTo>
                    <a:pt x="2762190" y="19890"/>
                  </a:lnTo>
                  <a:lnTo>
                    <a:pt x="2740582" y="5337"/>
                  </a:lnTo>
                  <a:lnTo>
                    <a:pt x="2714131" y="0"/>
                  </a:lnTo>
                  <a:close/>
                </a:path>
                <a:path extrusionOk="0" h="1903095" w="3065780">
                  <a:moveTo>
                    <a:pt x="3016724" y="49461"/>
                  </a:moveTo>
                  <a:lnTo>
                    <a:pt x="3009552" y="50911"/>
                  </a:lnTo>
                  <a:lnTo>
                    <a:pt x="3003689" y="54863"/>
                  </a:lnTo>
                  <a:lnTo>
                    <a:pt x="2999731" y="60718"/>
                  </a:lnTo>
                  <a:lnTo>
                    <a:pt x="2998279" y="67879"/>
                  </a:lnTo>
                  <a:lnTo>
                    <a:pt x="2999731" y="75067"/>
                  </a:lnTo>
                  <a:lnTo>
                    <a:pt x="3003689" y="80935"/>
                  </a:lnTo>
                  <a:lnTo>
                    <a:pt x="3009552" y="84892"/>
                  </a:lnTo>
                  <a:lnTo>
                    <a:pt x="3016724" y="86343"/>
                  </a:lnTo>
                  <a:lnTo>
                    <a:pt x="3023914" y="84892"/>
                  </a:lnTo>
                  <a:lnTo>
                    <a:pt x="3029776" y="80935"/>
                  </a:lnTo>
                  <a:lnTo>
                    <a:pt x="3033723" y="75067"/>
                  </a:lnTo>
                  <a:lnTo>
                    <a:pt x="3035169" y="67879"/>
                  </a:lnTo>
                  <a:lnTo>
                    <a:pt x="3033723" y="60718"/>
                  </a:lnTo>
                  <a:lnTo>
                    <a:pt x="3029776" y="54863"/>
                  </a:lnTo>
                  <a:lnTo>
                    <a:pt x="3023914" y="50911"/>
                  </a:lnTo>
                  <a:lnTo>
                    <a:pt x="3016724" y="49461"/>
                  </a:lnTo>
                  <a:close/>
                </a:path>
                <a:path extrusionOk="0" h="1903095" w="3065780">
                  <a:moveTo>
                    <a:pt x="0" y="328596"/>
                  </a:moveTo>
                  <a:lnTo>
                    <a:pt x="0" y="412061"/>
                  </a:lnTo>
                  <a:lnTo>
                    <a:pt x="7745" y="410498"/>
                  </a:lnTo>
                  <a:lnTo>
                    <a:pt x="21616" y="401146"/>
                  </a:lnTo>
                  <a:lnTo>
                    <a:pt x="30965" y="387280"/>
                  </a:lnTo>
                  <a:lnTo>
                    <a:pt x="34393" y="370306"/>
                  </a:lnTo>
                  <a:lnTo>
                    <a:pt x="30965" y="353358"/>
                  </a:lnTo>
                  <a:lnTo>
                    <a:pt x="21616" y="339505"/>
                  </a:lnTo>
                  <a:lnTo>
                    <a:pt x="7745" y="330159"/>
                  </a:lnTo>
                  <a:lnTo>
                    <a:pt x="0" y="328596"/>
                  </a:lnTo>
                  <a:close/>
                </a:path>
                <a:path extrusionOk="0" h="1903095" w="3065780">
                  <a:moveTo>
                    <a:pt x="293346" y="324214"/>
                  </a:moveTo>
                  <a:lnTo>
                    <a:pt x="275399" y="327841"/>
                  </a:lnTo>
                  <a:lnTo>
                    <a:pt x="260741" y="337725"/>
                  </a:lnTo>
                  <a:lnTo>
                    <a:pt x="250858" y="352377"/>
                  </a:lnTo>
                  <a:lnTo>
                    <a:pt x="247233" y="370306"/>
                  </a:lnTo>
                  <a:lnTo>
                    <a:pt x="250858" y="388261"/>
                  </a:lnTo>
                  <a:lnTo>
                    <a:pt x="260741" y="402927"/>
                  </a:lnTo>
                  <a:lnTo>
                    <a:pt x="275399" y="412816"/>
                  </a:lnTo>
                  <a:lnTo>
                    <a:pt x="293346" y="416443"/>
                  </a:lnTo>
                  <a:lnTo>
                    <a:pt x="311320" y="412816"/>
                  </a:lnTo>
                  <a:lnTo>
                    <a:pt x="325991" y="402927"/>
                  </a:lnTo>
                  <a:lnTo>
                    <a:pt x="335879" y="388261"/>
                  </a:lnTo>
                  <a:lnTo>
                    <a:pt x="339505" y="370306"/>
                  </a:lnTo>
                  <a:lnTo>
                    <a:pt x="335879" y="352377"/>
                  </a:lnTo>
                  <a:lnTo>
                    <a:pt x="325991" y="337725"/>
                  </a:lnTo>
                  <a:lnTo>
                    <a:pt x="311320" y="327841"/>
                  </a:lnTo>
                  <a:lnTo>
                    <a:pt x="293346" y="324214"/>
                  </a:lnTo>
                  <a:close/>
                </a:path>
                <a:path extrusionOk="0" h="1903095" w="3065780">
                  <a:moveTo>
                    <a:pt x="595939" y="321699"/>
                  </a:moveTo>
                  <a:lnTo>
                    <a:pt x="577009" y="325522"/>
                  </a:lnTo>
                  <a:lnTo>
                    <a:pt x="561551" y="335945"/>
                  </a:lnTo>
                  <a:lnTo>
                    <a:pt x="551128" y="351397"/>
                  </a:lnTo>
                  <a:lnTo>
                    <a:pt x="547306" y="370306"/>
                  </a:lnTo>
                  <a:lnTo>
                    <a:pt x="551128" y="389242"/>
                  </a:lnTo>
                  <a:lnTo>
                    <a:pt x="561551" y="404707"/>
                  </a:lnTo>
                  <a:lnTo>
                    <a:pt x="577009" y="415135"/>
                  </a:lnTo>
                  <a:lnTo>
                    <a:pt x="595939" y="418959"/>
                  </a:lnTo>
                  <a:lnTo>
                    <a:pt x="614902" y="415135"/>
                  </a:lnTo>
                  <a:lnTo>
                    <a:pt x="630389" y="404707"/>
                  </a:lnTo>
                  <a:lnTo>
                    <a:pt x="640832" y="389242"/>
                  </a:lnTo>
                  <a:lnTo>
                    <a:pt x="644661" y="370306"/>
                  </a:lnTo>
                  <a:lnTo>
                    <a:pt x="640832" y="351397"/>
                  </a:lnTo>
                  <a:lnTo>
                    <a:pt x="630389" y="335945"/>
                  </a:lnTo>
                  <a:lnTo>
                    <a:pt x="614902" y="325522"/>
                  </a:lnTo>
                  <a:lnTo>
                    <a:pt x="595939" y="321699"/>
                  </a:lnTo>
                  <a:close/>
                </a:path>
                <a:path extrusionOk="0" h="1903095" w="3065780">
                  <a:moveTo>
                    <a:pt x="898531" y="319183"/>
                  </a:moveTo>
                  <a:lnTo>
                    <a:pt x="878620" y="323197"/>
                  </a:lnTo>
                  <a:lnTo>
                    <a:pt x="862361" y="334148"/>
                  </a:lnTo>
                  <a:lnTo>
                    <a:pt x="851399" y="350397"/>
                  </a:lnTo>
                  <a:lnTo>
                    <a:pt x="847379" y="370306"/>
                  </a:lnTo>
                  <a:lnTo>
                    <a:pt x="851399" y="390222"/>
                  </a:lnTo>
                  <a:lnTo>
                    <a:pt x="862361" y="406487"/>
                  </a:lnTo>
                  <a:lnTo>
                    <a:pt x="878620" y="417453"/>
                  </a:lnTo>
                  <a:lnTo>
                    <a:pt x="898531" y="421475"/>
                  </a:lnTo>
                  <a:lnTo>
                    <a:pt x="918476" y="417453"/>
                  </a:lnTo>
                  <a:lnTo>
                    <a:pt x="934764" y="406487"/>
                  </a:lnTo>
                  <a:lnTo>
                    <a:pt x="945746" y="390222"/>
                  </a:lnTo>
                  <a:lnTo>
                    <a:pt x="949773" y="370306"/>
                  </a:lnTo>
                  <a:lnTo>
                    <a:pt x="945746" y="350397"/>
                  </a:lnTo>
                  <a:lnTo>
                    <a:pt x="934764" y="334148"/>
                  </a:lnTo>
                  <a:lnTo>
                    <a:pt x="918476" y="323197"/>
                  </a:lnTo>
                  <a:lnTo>
                    <a:pt x="898531" y="319183"/>
                  </a:lnTo>
                  <a:close/>
                </a:path>
                <a:path extrusionOk="0" h="1903095" w="3065780">
                  <a:moveTo>
                    <a:pt x="1201124" y="315859"/>
                  </a:moveTo>
                  <a:lnTo>
                    <a:pt x="1179907" y="320141"/>
                  </a:lnTo>
                  <a:lnTo>
                    <a:pt x="1162574" y="331818"/>
                  </a:lnTo>
                  <a:lnTo>
                    <a:pt x="1150885" y="349139"/>
                  </a:lnTo>
                  <a:lnTo>
                    <a:pt x="1146598" y="370351"/>
                  </a:lnTo>
                  <a:lnTo>
                    <a:pt x="1150885" y="391545"/>
                  </a:lnTo>
                  <a:lnTo>
                    <a:pt x="1162574" y="408868"/>
                  </a:lnTo>
                  <a:lnTo>
                    <a:pt x="1179907" y="420556"/>
                  </a:lnTo>
                  <a:lnTo>
                    <a:pt x="1201124" y="424844"/>
                  </a:lnTo>
                  <a:lnTo>
                    <a:pt x="1222367" y="420556"/>
                  </a:lnTo>
                  <a:lnTo>
                    <a:pt x="1239713" y="408868"/>
                  </a:lnTo>
                  <a:lnTo>
                    <a:pt x="1251407" y="391545"/>
                  </a:lnTo>
                  <a:lnTo>
                    <a:pt x="1255695" y="370351"/>
                  </a:lnTo>
                  <a:lnTo>
                    <a:pt x="1251407" y="349139"/>
                  </a:lnTo>
                  <a:lnTo>
                    <a:pt x="1239713" y="331818"/>
                  </a:lnTo>
                  <a:lnTo>
                    <a:pt x="1222367" y="320141"/>
                  </a:lnTo>
                  <a:lnTo>
                    <a:pt x="1201124" y="315859"/>
                  </a:lnTo>
                  <a:close/>
                </a:path>
                <a:path extrusionOk="0" h="1903095" w="3065780">
                  <a:moveTo>
                    <a:pt x="1503761" y="313343"/>
                  </a:moveTo>
                  <a:lnTo>
                    <a:pt x="1481562" y="317822"/>
                  </a:lnTo>
                  <a:lnTo>
                    <a:pt x="1463429" y="330038"/>
                  </a:lnTo>
                  <a:lnTo>
                    <a:pt x="1451201" y="348158"/>
                  </a:lnTo>
                  <a:lnTo>
                    <a:pt x="1446716" y="370351"/>
                  </a:lnTo>
                  <a:lnTo>
                    <a:pt x="1451201" y="392526"/>
                  </a:lnTo>
                  <a:lnTo>
                    <a:pt x="1463429" y="410648"/>
                  </a:lnTo>
                  <a:lnTo>
                    <a:pt x="1481562" y="422874"/>
                  </a:lnTo>
                  <a:lnTo>
                    <a:pt x="1503761" y="427360"/>
                  </a:lnTo>
                  <a:lnTo>
                    <a:pt x="1525979" y="422874"/>
                  </a:lnTo>
                  <a:lnTo>
                    <a:pt x="1544110" y="410648"/>
                  </a:lnTo>
                  <a:lnTo>
                    <a:pt x="1556328" y="392526"/>
                  </a:lnTo>
                  <a:lnTo>
                    <a:pt x="1560807" y="370351"/>
                  </a:lnTo>
                  <a:lnTo>
                    <a:pt x="1556322" y="348158"/>
                  </a:lnTo>
                  <a:lnTo>
                    <a:pt x="1544094" y="330038"/>
                  </a:lnTo>
                  <a:lnTo>
                    <a:pt x="1525960" y="317822"/>
                  </a:lnTo>
                  <a:lnTo>
                    <a:pt x="1503761" y="313343"/>
                  </a:lnTo>
                  <a:close/>
                </a:path>
                <a:path extrusionOk="0" h="1903095" w="3065780">
                  <a:moveTo>
                    <a:pt x="1806354" y="310827"/>
                  </a:moveTo>
                  <a:lnTo>
                    <a:pt x="1783173" y="315504"/>
                  </a:lnTo>
                  <a:lnTo>
                    <a:pt x="1764239" y="328258"/>
                  </a:lnTo>
                  <a:lnTo>
                    <a:pt x="1751471" y="347178"/>
                  </a:lnTo>
                  <a:lnTo>
                    <a:pt x="1746789" y="370351"/>
                  </a:lnTo>
                  <a:lnTo>
                    <a:pt x="1751471" y="393506"/>
                  </a:lnTo>
                  <a:lnTo>
                    <a:pt x="1764239" y="412428"/>
                  </a:lnTo>
                  <a:lnTo>
                    <a:pt x="1783173" y="425193"/>
                  </a:lnTo>
                  <a:lnTo>
                    <a:pt x="1806354" y="429876"/>
                  </a:lnTo>
                  <a:lnTo>
                    <a:pt x="1829535" y="425193"/>
                  </a:lnTo>
                  <a:lnTo>
                    <a:pt x="1848469" y="412428"/>
                  </a:lnTo>
                  <a:lnTo>
                    <a:pt x="1861236" y="393506"/>
                  </a:lnTo>
                  <a:lnTo>
                    <a:pt x="1865919" y="370351"/>
                  </a:lnTo>
                  <a:lnTo>
                    <a:pt x="1861236" y="347178"/>
                  </a:lnTo>
                  <a:lnTo>
                    <a:pt x="1848469" y="328258"/>
                  </a:lnTo>
                  <a:lnTo>
                    <a:pt x="1829535" y="315504"/>
                  </a:lnTo>
                  <a:lnTo>
                    <a:pt x="1806354" y="310827"/>
                  </a:lnTo>
                  <a:close/>
                </a:path>
                <a:path extrusionOk="0" h="1903095" w="3065780">
                  <a:moveTo>
                    <a:pt x="2108946" y="306650"/>
                  </a:moveTo>
                  <a:lnTo>
                    <a:pt x="2084125" y="311656"/>
                  </a:lnTo>
                  <a:lnTo>
                    <a:pt x="2063862" y="325310"/>
                  </a:lnTo>
                  <a:lnTo>
                    <a:pt x="2050205" y="345558"/>
                  </a:lnTo>
                  <a:lnTo>
                    <a:pt x="2045198" y="370352"/>
                  </a:lnTo>
                  <a:lnTo>
                    <a:pt x="2050205" y="395145"/>
                  </a:lnTo>
                  <a:lnTo>
                    <a:pt x="2063862" y="415393"/>
                  </a:lnTo>
                  <a:lnTo>
                    <a:pt x="2084125" y="429047"/>
                  </a:lnTo>
                  <a:lnTo>
                    <a:pt x="2108946" y="434054"/>
                  </a:lnTo>
                  <a:lnTo>
                    <a:pt x="2133749" y="429047"/>
                  </a:lnTo>
                  <a:lnTo>
                    <a:pt x="2154014" y="415393"/>
                  </a:lnTo>
                  <a:lnTo>
                    <a:pt x="2167682" y="395145"/>
                  </a:lnTo>
                  <a:lnTo>
                    <a:pt x="2172695" y="370352"/>
                  </a:lnTo>
                  <a:lnTo>
                    <a:pt x="2167682" y="345559"/>
                  </a:lnTo>
                  <a:lnTo>
                    <a:pt x="2154014" y="325310"/>
                  </a:lnTo>
                  <a:lnTo>
                    <a:pt x="2133749" y="311656"/>
                  </a:lnTo>
                  <a:lnTo>
                    <a:pt x="2108946" y="306650"/>
                  </a:lnTo>
                  <a:close/>
                </a:path>
                <a:path extrusionOk="0" h="1903095" w="3065780">
                  <a:moveTo>
                    <a:pt x="2411539" y="303280"/>
                  </a:moveTo>
                  <a:lnTo>
                    <a:pt x="2385412" y="308555"/>
                  </a:lnTo>
                  <a:lnTo>
                    <a:pt x="2364076" y="322934"/>
                  </a:lnTo>
                  <a:lnTo>
                    <a:pt x="2349691" y="344255"/>
                  </a:lnTo>
                  <a:lnTo>
                    <a:pt x="2344416" y="370352"/>
                  </a:lnTo>
                  <a:lnTo>
                    <a:pt x="2349691" y="396467"/>
                  </a:lnTo>
                  <a:lnTo>
                    <a:pt x="2364076" y="417786"/>
                  </a:lnTo>
                  <a:lnTo>
                    <a:pt x="2385412" y="432155"/>
                  </a:lnTo>
                  <a:lnTo>
                    <a:pt x="2411539" y="437423"/>
                  </a:lnTo>
                  <a:lnTo>
                    <a:pt x="2437666" y="432155"/>
                  </a:lnTo>
                  <a:lnTo>
                    <a:pt x="2459002" y="417786"/>
                  </a:lnTo>
                  <a:lnTo>
                    <a:pt x="2473387" y="396467"/>
                  </a:lnTo>
                  <a:lnTo>
                    <a:pt x="2478662" y="370352"/>
                  </a:lnTo>
                  <a:lnTo>
                    <a:pt x="2473387" y="344255"/>
                  </a:lnTo>
                  <a:lnTo>
                    <a:pt x="2459002" y="322934"/>
                  </a:lnTo>
                  <a:lnTo>
                    <a:pt x="2437666" y="308555"/>
                  </a:lnTo>
                  <a:lnTo>
                    <a:pt x="2411539" y="303280"/>
                  </a:lnTo>
                  <a:close/>
                </a:path>
                <a:path extrusionOk="0" h="1903095" w="3065780">
                  <a:moveTo>
                    <a:pt x="2714131" y="299102"/>
                  </a:moveTo>
                  <a:lnTo>
                    <a:pt x="2686364" y="304701"/>
                  </a:lnTo>
                  <a:lnTo>
                    <a:pt x="2663699" y="319970"/>
                  </a:lnTo>
                  <a:lnTo>
                    <a:pt x="2648424" y="342617"/>
                  </a:lnTo>
                  <a:lnTo>
                    <a:pt x="2642825" y="370352"/>
                  </a:lnTo>
                  <a:lnTo>
                    <a:pt x="2648424" y="398105"/>
                  </a:lnTo>
                  <a:lnTo>
                    <a:pt x="2663699" y="420751"/>
                  </a:lnTo>
                  <a:lnTo>
                    <a:pt x="2686364" y="436009"/>
                  </a:lnTo>
                  <a:lnTo>
                    <a:pt x="2714131" y="441601"/>
                  </a:lnTo>
                  <a:lnTo>
                    <a:pt x="2741887" y="436009"/>
                  </a:lnTo>
                  <a:lnTo>
                    <a:pt x="2764569" y="420751"/>
                  </a:lnTo>
                  <a:lnTo>
                    <a:pt x="2779870" y="398105"/>
                  </a:lnTo>
                  <a:lnTo>
                    <a:pt x="2785483" y="370352"/>
                  </a:lnTo>
                  <a:lnTo>
                    <a:pt x="2779870" y="342617"/>
                  </a:lnTo>
                  <a:lnTo>
                    <a:pt x="2764569" y="319970"/>
                  </a:lnTo>
                  <a:lnTo>
                    <a:pt x="2741887" y="304701"/>
                  </a:lnTo>
                  <a:lnTo>
                    <a:pt x="2714131" y="299102"/>
                  </a:lnTo>
                  <a:close/>
                </a:path>
                <a:path extrusionOk="0" h="1903095" w="3065780">
                  <a:moveTo>
                    <a:pt x="3016724" y="321744"/>
                  </a:moveTo>
                  <a:lnTo>
                    <a:pt x="2997768" y="325561"/>
                  </a:lnTo>
                  <a:lnTo>
                    <a:pt x="2982297" y="335974"/>
                  </a:lnTo>
                  <a:lnTo>
                    <a:pt x="2971869" y="351423"/>
                  </a:lnTo>
                  <a:lnTo>
                    <a:pt x="2968046" y="370352"/>
                  </a:lnTo>
                  <a:lnTo>
                    <a:pt x="2971869" y="389280"/>
                  </a:lnTo>
                  <a:lnTo>
                    <a:pt x="2982297" y="404730"/>
                  </a:lnTo>
                  <a:lnTo>
                    <a:pt x="2997768" y="415142"/>
                  </a:lnTo>
                  <a:lnTo>
                    <a:pt x="3016724" y="418959"/>
                  </a:lnTo>
                  <a:lnTo>
                    <a:pt x="3035661" y="415142"/>
                  </a:lnTo>
                  <a:lnTo>
                    <a:pt x="3051135" y="404730"/>
                  </a:lnTo>
                  <a:lnTo>
                    <a:pt x="3061573" y="389280"/>
                  </a:lnTo>
                  <a:lnTo>
                    <a:pt x="3065402" y="370352"/>
                  </a:lnTo>
                  <a:lnTo>
                    <a:pt x="3061573" y="351423"/>
                  </a:lnTo>
                  <a:lnTo>
                    <a:pt x="3051135" y="335974"/>
                  </a:lnTo>
                  <a:lnTo>
                    <a:pt x="3035661" y="325561"/>
                  </a:lnTo>
                  <a:lnTo>
                    <a:pt x="3016724" y="321744"/>
                  </a:lnTo>
                  <a:close/>
                </a:path>
                <a:path extrusionOk="0" h="1903095" w="3065780">
                  <a:moveTo>
                    <a:pt x="0" y="631065"/>
                  </a:moveTo>
                  <a:lnTo>
                    <a:pt x="0" y="714492"/>
                  </a:lnTo>
                  <a:lnTo>
                    <a:pt x="7745" y="712932"/>
                  </a:lnTo>
                  <a:lnTo>
                    <a:pt x="21616" y="703596"/>
                  </a:lnTo>
                  <a:lnTo>
                    <a:pt x="30965" y="689746"/>
                  </a:lnTo>
                  <a:lnTo>
                    <a:pt x="34393" y="672778"/>
                  </a:lnTo>
                  <a:lnTo>
                    <a:pt x="30965" y="655811"/>
                  </a:lnTo>
                  <a:lnTo>
                    <a:pt x="21616" y="641961"/>
                  </a:lnTo>
                  <a:lnTo>
                    <a:pt x="7745" y="632625"/>
                  </a:lnTo>
                  <a:lnTo>
                    <a:pt x="0" y="631065"/>
                  </a:lnTo>
                  <a:close/>
                </a:path>
                <a:path extrusionOk="0" h="1903095" w="3065780">
                  <a:moveTo>
                    <a:pt x="293346" y="626687"/>
                  </a:moveTo>
                  <a:lnTo>
                    <a:pt x="275399" y="630307"/>
                  </a:lnTo>
                  <a:lnTo>
                    <a:pt x="260741" y="640181"/>
                  </a:lnTo>
                  <a:lnTo>
                    <a:pt x="250858" y="654831"/>
                  </a:lnTo>
                  <a:lnTo>
                    <a:pt x="247233" y="672778"/>
                  </a:lnTo>
                  <a:lnTo>
                    <a:pt x="250858" y="690726"/>
                  </a:lnTo>
                  <a:lnTo>
                    <a:pt x="260741" y="705376"/>
                  </a:lnTo>
                  <a:lnTo>
                    <a:pt x="275399" y="715250"/>
                  </a:lnTo>
                  <a:lnTo>
                    <a:pt x="293346" y="718870"/>
                  </a:lnTo>
                  <a:lnTo>
                    <a:pt x="311320" y="715250"/>
                  </a:lnTo>
                  <a:lnTo>
                    <a:pt x="325991" y="705376"/>
                  </a:lnTo>
                  <a:lnTo>
                    <a:pt x="335880" y="690726"/>
                  </a:lnTo>
                  <a:lnTo>
                    <a:pt x="339505" y="672779"/>
                  </a:lnTo>
                  <a:lnTo>
                    <a:pt x="335879" y="654831"/>
                  </a:lnTo>
                  <a:lnTo>
                    <a:pt x="325991" y="640181"/>
                  </a:lnTo>
                  <a:lnTo>
                    <a:pt x="311320" y="630307"/>
                  </a:lnTo>
                  <a:lnTo>
                    <a:pt x="293346" y="626687"/>
                  </a:lnTo>
                  <a:close/>
                </a:path>
                <a:path extrusionOk="0" h="1903095" w="3065780">
                  <a:moveTo>
                    <a:pt x="595939" y="624171"/>
                  </a:moveTo>
                  <a:lnTo>
                    <a:pt x="577009" y="627988"/>
                  </a:lnTo>
                  <a:lnTo>
                    <a:pt x="561551" y="638401"/>
                  </a:lnTo>
                  <a:lnTo>
                    <a:pt x="551128" y="653850"/>
                  </a:lnTo>
                  <a:lnTo>
                    <a:pt x="547306" y="672779"/>
                  </a:lnTo>
                  <a:lnTo>
                    <a:pt x="551128" y="691707"/>
                  </a:lnTo>
                  <a:lnTo>
                    <a:pt x="561551" y="707157"/>
                  </a:lnTo>
                  <a:lnTo>
                    <a:pt x="577009" y="717569"/>
                  </a:lnTo>
                  <a:lnTo>
                    <a:pt x="595939" y="721386"/>
                  </a:lnTo>
                  <a:lnTo>
                    <a:pt x="614902" y="717569"/>
                  </a:lnTo>
                  <a:lnTo>
                    <a:pt x="630389" y="707157"/>
                  </a:lnTo>
                  <a:lnTo>
                    <a:pt x="640832" y="691707"/>
                  </a:lnTo>
                  <a:lnTo>
                    <a:pt x="644661" y="672779"/>
                  </a:lnTo>
                  <a:lnTo>
                    <a:pt x="640832" y="653850"/>
                  </a:lnTo>
                  <a:lnTo>
                    <a:pt x="630389" y="638401"/>
                  </a:lnTo>
                  <a:lnTo>
                    <a:pt x="614902" y="627988"/>
                  </a:lnTo>
                  <a:lnTo>
                    <a:pt x="595939" y="624171"/>
                  </a:lnTo>
                  <a:close/>
                </a:path>
                <a:path extrusionOk="0" h="1903095" w="3065780">
                  <a:moveTo>
                    <a:pt x="898531" y="621655"/>
                  </a:moveTo>
                  <a:lnTo>
                    <a:pt x="878620" y="625670"/>
                  </a:lnTo>
                  <a:lnTo>
                    <a:pt x="862361" y="636621"/>
                  </a:lnTo>
                  <a:lnTo>
                    <a:pt x="851399" y="652870"/>
                  </a:lnTo>
                  <a:lnTo>
                    <a:pt x="847380" y="672779"/>
                  </a:lnTo>
                  <a:lnTo>
                    <a:pt x="851399" y="692695"/>
                  </a:lnTo>
                  <a:lnTo>
                    <a:pt x="862361" y="708959"/>
                  </a:lnTo>
                  <a:lnTo>
                    <a:pt x="878620" y="719925"/>
                  </a:lnTo>
                  <a:lnTo>
                    <a:pt x="898531" y="723947"/>
                  </a:lnTo>
                  <a:lnTo>
                    <a:pt x="918476" y="719925"/>
                  </a:lnTo>
                  <a:lnTo>
                    <a:pt x="934764" y="708959"/>
                  </a:lnTo>
                  <a:lnTo>
                    <a:pt x="945746" y="692695"/>
                  </a:lnTo>
                  <a:lnTo>
                    <a:pt x="949773" y="672779"/>
                  </a:lnTo>
                  <a:lnTo>
                    <a:pt x="945746" y="652870"/>
                  </a:lnTo>
                  <a:lnTo>
                    <a:pt x="934764" y="636621"/>
                  </a:lnTo>
                  <a:lnTo>
                    <a:pt x="918476" y="625670"/>
                  </a:lnTo>
                  <a:lnTo>
                    <a:pt x="898531" y="621655"/>
                  </a:lnTo>
                  <a:close/>
                </a:path>
                <a:path extrusionOk="0" h="1903095" w="3065780">
                  <a:moveTo>
                    <a:pt x="1201124" y="618286"/>
                  </a:moveTo>
                  <a:lnTo>
                    <a:pt x="1179907" y="622574"/>
                  </a:lnTo>
                  <a:lnTo>
                    <a:pt x="1162574" y="634262"/>
                  </a:lnTo>
                  <a:lnTo>
                    <a:pt x="1150885" y="651585"/>
                  </a:lnTo>
                  <a:lnTo>
                    <a:pt x="1146598" y="672779"/>
                  </a:lnTo>
                  <a:lnTo>
                    <a:pt x="1150885" y="693991"/>
                  </a:lnTo>
                  <a:lnTo>
                    <a:pt x="1162574" y="711312"/>
                  </a:lnTo>
                  <a:lnTo>
                    <a:pt x="1179907" y="722989"/>
                  </a:lnTo>
                  <a:lnTo>
                    <a:pt x="1201124" y="727271"/>
                  </a:lnTo>
                  <a:lnTo>
                    <a:pt x="1222367" y="722989"/>
                  </a:lnTo>
                  <a:lnTo>
                    <a:pt x="1239713" y="711312"/>
                  </a:lnTo>
                  <a:lnTo>
                    <a:pt x="1251407" y="693991"/>
                  </a:lnTo>
                  <a:lnTo>
                    <a:pt x="1255695" y="672779"/>
                  </a:lnTo>
                  <a:lnTo>
                    <a:pt x="1251407" y="651585"/>
                  </a:lnTo>
                  <a:lnTo>
                    <a:pt x="1239713" y="634262"/>
                  </a:lnTo>
                  <a:lnTo>
                    <a:pt x="1222367" y="622574"/>
                  </a:lnTo>
                  <a:lnTo>
                    <a:pt x="1201124" y="618286"/>
                  </a:lnTo>
                  <a:close/>
                </a:path>
                <a:path extrusionOk="0" h="1903095" w="3065780">
                  <a:moveTo>
                    <a:pt x="1503761" y="615770"/>
                  </a:moveTo>
                  <a:lnTo>
                    <a:pt x="1481562" y="620256"/>
                  </a:lnTo>
                  <a:lnTo>
                    <a:pt x="1463429" y="632482"/>
                  </a:lnTo>
                  <a:lnTo>
                    <a:pt x="1451201" y="650605"/>
                  </a:lnTo>
                  <a:lnTo>
                    <a:pt x="1446716" y="672779"/>
                  </a:lnTo>
                  <a:lnTo>
                    <a:pt x="1451201" y="694972"/>
                  </a:lnTo>
                  <a:lnTo>
                    <a:pt x="1463429" y="713092"/>
                  </a:lnTo>
                  <a:lnTo>
                    <a:pt x="1481562" y="725308"/>
                  </a:lnTo>
                  <a:lnTo>
                    <a:pt x="1503761" y="729787"/>
                  </a:lnTo>
                  <a:lnTo>
                    <a:pt x="1525979" y="725308"/>
                  </a:lnTo>
                  <a:lnTo>
                    <a:pt x="1544110" y="713092"/>
                  </a:lnTo>
                  <a:lnTo>
                    <a:pt x="1556328" y="694972"/>
                  </a:lnTo>
                  <a:lnTo>
                    <a:pt x="1560807" y="672779"/>
                  </a:lnTo>
                  <a:lnTo>
                    <a:pt x="1556322" y="650605"/>
                  </a:lnTo>
                  <a:lnTo>
                    <a:pt x="1544094" y="632482"/>
                  </a:lnTo>
                  <a:lnTo>
                    <a:pt x="1525960" y="620256"/>
                  </a:lnTo>
                  <a:lnTo>
                    <a:pt x="1503761" y="615770"/>
                  </a:lnTo>
                  <a:close/>
                </a:path>
                <a:path extrusionOk="0" h="1903095" w="3065780">
                  <a:moveTo>
                    <a:pt x="1806354" y="613255"/>
                  </a:moveTo>
                  <a:lnTo>
                    <a:pt x="1783173" y="617937"/>
                  </a:lnTo>
                  <a:lnTo>
                    <a:pt x="1764239" y="630702"/>
                  </a:lnTo>
                  <a:lnTo>
                    <a:pt x="1751472" y="649624"/>
                  </a:lnTo>
                  <a:lnTo>
                    <a:pt x="1746789" y="672779"/>
                  </a:lnTo>
                  <a:lnTo>
                    <a:pt x="1751472" y="695952"/>
                  </a:lnTo>
                  <a:lnTo>
                    <a:pt x="1764239" y="714872"/>
                  </a:lnTo>
                  <a:lnTo>
                    <a:pt x="1783173" y="727627"/>
                  </a:lnTo>
                  <a:lnTo>
                    <a:pt x="1806354" y="732303"/>
                  </a:lnTo>
                  <a:lnTo>
                    <a:pt x="1829535" y="727627"/>
                  </a:lnTo>
                  <a:lnTo>
                    <a:pt x="1848469" y="714872"/>
                  </a:lnTo>
                  <a:lnTo>
                    <a:pt x="1861236" y="695952"/>
                  </a:lnTo>
                  <a:lnTo>
                    <a:pt x="1865919" y="672779"/>
                  </a:lnTo>
                  <a:lnTo>
                    <a:pt x="1861236" y="649624"/>
                  </a:lnTo>
                  <a:lnTo>
                    <a:pt x="1848469" y="630702"/>
                  </a:lnTo>
                  <a:lnTo>
                    <a:pt x="1829535" y="617937"/>
                  </a:lnTo>
                  <a:lnTo>
                    <a:pt x="1806354" y="613255"/>
                  </a:lnTo>
                  <a:close/>
                </a:path>
                <a:path extrusionOk="0" h="1903095" w="3065780">
                  <a:moveTo>
                    <a:pt x="2108946" y="609122"/>
                  </a:moveTo>
                  <a:lnTo>
                    <a:pt x="2084125" y="614122"/>
                  </a:lnTo>
                  <a:lnTo>
                    <a:pt x="2063862" y="627765"/>
                  </a:lnTo>
                  <a:lnTo>
                    <a:pt x="2050205" y="648012"/>
                  </a:lnTo>
                  <a:lnTo>
                    <a:pt x="2045198" y="672824"/>
                  </a:lnTo>
                  <a:lnTo>
                    <a:pt x="2050205" y="697617"/>
                  </a:lnTo>
                  <a:lnTo>
                    <a:pt x="2063862" y="717866"/>
                  </a:lnTo>
                  <a:lnTo>
                    <a:pt x="2084125" y="731519"/>
                  </a:lnTo>
                  <a:lnTo>
                    <a:pt x="2108946" y="736526"/>
                  </a:lnTo>
                  <a:lnTo>
                    <a:pt x="2133749" y="731519"/>
                  </a:lnTo>
                  <a:lnTo>
                    <a:pt x="2154014" y="717866"/>
                  </a:lnTo>
                  <a:lnTo>
                    <a:pt x="2167682" y="697617"/>
                  </a:lnTo>
                  <a:lnTo>
                    <a:pt x="2172695" y="672824"/>
                  </a:lnTo>
                  <a:lnTo>
                    <a:pt x="2167682" y="648012"/>
                  </a:lnTo>
                  <a:lnTo>
                    <a:pt x="2154014" y="627765"/>
                  </a:lnTo>
                  <a:lnTo>
                    <a:pt x="2133749" y="614122"/>
                  </a:lnTo>
                  <a:lnTo>
                    <a:pt x="2108946" y="609122"/>
                  </a:lnTo>
                  <a:close/>
                </a:path>
                <a:path extrusionOk="0" h="1903095" w="3065780">
                  <a:moveTo>
                    <a:pt x="2411539" y="605753"/>
                  </a:moveTo>
                  <a:lnTo>
                    <a:pt x="2385412" y="611021"/>
                  </a:lnTo>
                  <a:lnTo>
                    <a:pt x="2364076" y="625390"/>
                  </a:lnTo>
                  <a:lnTo>
                    <a:pt x="2349691" y="646708"/>
                  </a:lnTo>
                  <a:lnTo>
                    <a:pt x="2344416" y="672824"/>
                  </a:lnTo>
                  <a:lnTo>
                    <a:pt x="2349691" y="698920"/>
                  </a:lnTo>
                  <a:lnTo>
                    <a:pt x="2364076" y="720241"/>
                  </a:lnTo>
                  <a:lnTo>
                    <a:pt x="2385412" y="734621"/>
                  </a:lnTo>
                  <a:lnTo>
                    <a:pt x="2411539" y="739895"/>
                  </a:lnTo>
                  <a:lnTo>
                    <a:pt x="2437666" y="734621"/>
                  </a:lnTo>
                  <a:lnTo>
                    <a:pt x="2459002" y="720241"/>
                  </a:lnTo>
                  <a:lnTo>
                    <a:pt x="2473387" y="698920"/>
                  </a:lnTo>
                  <a:lnTo>
                    <a:pt x="2478662" y="672824"/>
                  </a:lnTo>
                  <a:lnTo>
                    <a:pt x="2473387" y="646708"/>
                  </a:lnTo>
                  <a:lnTo>
                    <a:pt x="2459002" y="625390"/>
                  </a:lnTo>
                  <a:lnTo>
                    <a:pt x="2437666" y="611021"/>
                  </a:lnTo>
                  <a:lnTo>
                    <a:pt x="2411539" y="605753"/>
                  </a:lnTo>
                  <a:close/>
                </a:path>
                <a:path extrusionOk="0" h="1903095" w="3065780">
                  <a:moveTo>
                    <a:pt x="2714131" y="601530"/>
                  </a:moveTo>
                  <a:lnTo>
                    <a:pt x="2686364" y="607129"/>
                  </a:lnTo>
                  <a:lnTo>
                    <a:pt x="2663699" y="622402"/>
                  </a:lnTo>
                  <a:lnTo>
                    <a:pt x="2648424" y="645063"/>
                  </a:lnTo>
                  <a:lnTo>
                    <a:pt x="2642825" y="672824"/>
                  </a:lnTo>
                  <a:lnTo>
                    <a:pt x="2648424" y="700559"/>
                  </a:lnTo>
                  <a:lnTo>
                    <a:pt x="2663699" y="723206"/>
                  </a:lnTo>
                  <a:lnTo>
                    <a:pt x="2686364" y="738474"/>
                  </a:lnTo>
                  <a:lnTo>
                    <a:pt x="2714132" y="744073"/>
                  </a:lnTo>
                  <a:lnTo>
                    <a:pt x="2741887" y="738474"/>
                  </a:lnTo>
                  <a:lnTo>
                    <a:pt x="2764569" y="723206"/>
                  </a:lnTo>
                  <a:lnTo>
                    <a:pt x="2779870" y="700559"/>
                  </a:lnTo>
                  <a:lnTo>
                    <a:pt x="2785483" y="672824"/>
                  </a:lnTo>
                  <a:lnTo>
                    <a:pt x="2779870" y="645063"/>
                  </a:lnTo>
                  <a:lnTo>
                    <a:pt x="2764569" y="622402"/>
                  </a:lnTo>
                  <a:lnTo>
                    <a:pt x="2741887" y="607129"/>
                  </a:lnTo>
                  <a:lnTo>
                    <a:pt x="2714131" y="601530"/>
                  </a:lnTo>
                  <a:close/>
                </a:path>
                <a:path extrusionOk="0" h="1903095" w="3065780">
                  <a:moveTo>
                    <a:pt x="3016724" y="633426"/>
                  </a:moveTo>
                  <a:lnTo>
                    <a:pt x="3001373" y="636518"/>
                  </a:lnTo>
                  <a:lnTo>
                    <a:pt x="2988831" y="644954"/>
                  </a:lnTo>
                  <a:lnTo>
                    <a:pt x="2980372" y="657476"/>
                  </a:lnTo>
                  <a:lnTo>
                    <a:pt x="2977269" y="672824"/>
                  </a:lnTo>
                  <a:lnTo>
                    <a:pt x="2980372" y="688153"/>
                  </a:lnTo>
                  <a:lnTo>
                    <a:pt x="2988831" y="700677"/>
                  </a:lnTo>
                  <a:lnTo>
                    <a:pt x="3001373" y="709124"/>
                  </a:lnTo>
                  <a:lnTo>
                    <a:pt x="3016724" y="712222"/>
                  </a:lnTo>
                  <a:lnTo>
                    <a:pt x="3032068" y="709124"/>
                  </a:lnTo>
                  <a:lnTo>
                    <a:pt x="3044594" y="700677"/>
                  </a:lnTo>
                  <a:lnTo>
                    <a:pt x="3053038" y="688153"/>
                  </a:lnTo>
                  <a:lnTo>
                    <a:pt x="3056134" y="672824"/>
                  </a:lnTo>
                  <a:lnTo>
                    <a:pt x="3053038" y="657476"/>
                  </a:lnTo>
                  <a:lnTo>
                    <a:pt x="3044594" y="644954"/>
                  </a:lnTo>
                  <a:lnTo>
                    <a:pt x="3032068" y="636518"/>
                  </a:lnTo>
                  <a:lnTo>
                    <a:pt x="3016724" y="633426"/>
                  </a:lnTo>
                  <a:close/>
                </a:path>
                <a:path extrusionOk="0" h="1903095" w="3065780">
                  <a:moveTo>
                    <a:pt x="0" y="933496"/>
                  </a:moveTo>
                  <a:lnTo>
                    <a:pt x="0" y="1016961"/>
                  </a:lnTo>
                  <a:lnTo>
                    <a:pt x="7746" y="1015398"/>
                  </a:lnTo>
                  <a:lnTo>
                    <a:pt x="21616" y="1006052"/>
                  </a:lnTo>
                  <a:lnTo>
                    <a:pt x="30965" y="992199"/>
                  </a:lnTo>
                  <a:lnTo>
                    <a:pt x="34393" y="975251"/>
                  </a:lnTo>
                  <a:lnTo>
                    <a:pt x="30965" y="958276"/>
                  </a:lnTo>
                  <a:lnTo>
                    <a:pt x="21616" y="944410"/>
                  </a:lnTo>
                  <a:lnTo>
                    <a:pt x="7746" y="935059"/>
                  </a:lnTo>
                  <a:lnTo>
                    <a:pt x="0" y="933496"/>
                  </a:lnTo>
                  <a:close/>
                </a:path>
                <a:path extrusionOk="0" h="1903095" w="3065780">
                  <a:moveTo>
                    <a:pt x="293346" y="929114"/>
                  </a:moveTo>
                  <a:lnTo>
                    <a:pt x="275399" y="932741"/>
                  </a:lnTo>
                  <a:lnTo>
                    <a:pt x="260741" y="942630"/>
                  </a:lnTo>
                  <a:lnTo>
                    <a:pt x="250858" y="957296"/>
                  </a:lnTo>
                  <a:lnTo>
                    <a:pt x="247233" y="975251"/>
                  </a:lnTo>
                  <a:lnTo>
                    <a:pt x="250858" y="993199"/>
                  </a:lnTo>
                  <a:lnTo>
                    <a:pt x="260741" y="1007849"/>
                  </a:lnTo>
                  <a:lnTo>
                    <a:pt x="275399" y="1017723"/>
                  </a:lnTo>
                  <a:lnTo>
                    <a:pt x="293346" y="1021343"/>
                  </a:lnTo>
                  <a:lnTo>
                    <a:pt x="311320" y="1017723"/>
                  </a:lnTo>
                  <a:lnTo>
                    <a:pt x="325991" y="1007849"/>
                  </a:lnTo>
                  <a:lnTo>
                    <a:pt x="335880" y="993199"/>
                  </a:lnTo>
                  <a:lnTo>
                    <a:pt x="339505" y="975251"/>
                  </a:lnTo>
                  <a:lnTo>
                    <a:pt x="335880" y="957296"/>
                  </a:lnTo>
                  <a:lnTo>
                    <a:pt x="325991" y="942630"/>
                  </a:lnTo>
                  <a:lnTo>
                    <a:pt x="311320" y="932741"/>
                  </a:lnTo>
                  <a:lnTo>
                    <a:pt x="293346" y="929114"/>
                  </a:lnTo>
                  <a:close/>
                </a:path>
                <a:path extrusionOk="0" h="1903095" w="3065780">
                  <a:moveTo>
                    <a:pt x="595939" y="926598"/>
                  </a:moveTo>
                  <a:lnTo>
                    <a:pt x="577009" y="930422"/>
                  </a:lnTo>
                  <a:lnTo>
                    <a:pt x="561551" y="940850"/>
                  </a:lnTo>
                  <a:lnTo>
                    <a:pt x="551128" y="956315"/>
                  </a:lnTo>
                  <a:lnTo>
                    <a:pt x="547306" y="975251"/>
                  </a:lnTo>
                  <a:lnTo>
                    <a:pt x="551128" y="994179"/>
                  </a:lnTo>
                  <a:lnTo>
                    <a:pt x="561551" y="1009629"/>
                  </a:lnTo>
                  <a:lnTo>
                    <a:pt x="577009" y="1020041"/>
                  </a:lnTo>
                  <a:lnTo>
                    <a:pt x="595939" y="1023858"/>
                  </a:lnTo>
                  <a:lnTo>
                    <a:pt x="614902" y="1020041"/>
                  </a:lnTo>
                  <a:lnTo>
                    <a:pt x="630389" y="1009629"/>
                  </a:lnTo>
                  <a:lnTo>
                    <a:pt x="640832" y="994179"/>
                  </a:lnTo>
                  <a:lnTo>
                    <a:pt x="644661" y="975251"/>
                  </a:lnTo>
                  <a:lnTo>
                    <a:pt x="640832" y="956315"/>
                  </a:lnTo>
                  <a:lnTo>
                    <a:pt x="630389" y="940850"/>
                  </a:lnTo>
                  <a:lnTo>
                    <a:pt x="614902" y="930422"/>
                  </a:lnTo>
                  <a:lnTo>
                    <a:pt x="595939" y="926598"/>
                  </a:lnTo>
                  <a:close/>
                </a:path>
                <a:path extrusionOk="0" h="1903095" w="3065780">
                  <a:moveTo>
                    <a:pt x="898531" y="924083"/>
                  </a:moveTo>
                  <a:lnTo>
                    <a:pt x="878620" y="928104"/>
                  </a:lnTo>
                  <a:lnTo>
                    <a:pt x="862361" y="939070"/>
                  </a:lnTo>
                  <a:lnTo>
                    <a:pt x="851399" y="955335"/>
                  </a:lnTo>
                  <a:lnTo>
                    <a:pt x="847380" y="975251"/>
                  </a:lnTo>
                  <a:lnTo>
                    <a:pt x="851399" y="995160"/>
                  </a:lnTo>
                  <a:lnTo>
                    <a:pt x="862361" y="1011409"/>
                  </a:lnTo>
                  <a:lnTo>
                    <a:pt x="878620" y="1022360"/>
                  </a:lnTo>
                  <a:lnTo>
                    <a:pt x="898531" y="1026374"/>
                  </a:lnTo>
                  <a:lnTo>
                    <a:pt x="918476" y="1022360"/>
                  </a:lnTo>
                  <a:lnTo>
                    <a:pt x="934764" y="1011409"/>
                  </a:lnTo>
                  <a:lnTo>
                    <a:pt x="945746" y="995160"/>
                  </a:lnTo>
                  <a:lnTo>
                    <a:pt x="949773" y="975251"/>
                  </a:lnTo>
                  <a:lnTo>
                    <a:pt x="945746" y="955335"/>
                  </a:lnTo>
                  <a:lnTo>
                    <a:pt x="934764" y="939070"/>
                  </a:lnTo>
                  <a:lnTo>
                    <a:pt x="918476" y="928104"/>
                  </a:lnTo>
                  <a:lnTo>
                    <a:pt x="898531" y="924083"/>
                  </a:lnTo>
                  <a:close/>
                </a:path>
                <a:path extrusionOk="0" h="1903095" w="3065780">
                  <a:moveTo>
                    <a:pt x="1201124" y="920758"/>
                  </a:moveTo>
                  <a:lnTo>
                    <a:pt x="1179907" y="925040"/>
                  </a:lnTo>
                  <a:lnTo>
                    <a:pt x="1162574" y="936717"/>
                  </a:lnTo>
                  <a:lnTo>
                    <a:pt x="1150885" y="954038"/>
                  </a:lnTo>
                  <a:lnTo>
                    <a:pt x="1146598" y="975251"/>
                  </a:lnTo>
                  <a:lnTo>
                    <a:pt x="1150885" y="996463"/>
                  </a:lnTo>
                  <a:lnTo>
                    <a:pt x="1162574" y="1013784"/>
                  </a:lnTo>
                  <a:lnTo>
                    <a:pt x="1179907" y="1025462"/>
                  </a:lnTo>
                  <a:lnTo>
                    <a:pt x="1201124" y="1029744"/>
                  </a:lnTo>
                  <a:lnTo>
                    <a:pt x="1222367" y="1025462"/>
                  </a:lnTo>
                  <a:lnTo>
                    <a:pt x="1239713" y="1013784"/>
                  </a:lnTo>
                  <a:lnTo>
                    <a:pt x="1251407" y="996463"/>
                  </a:lnTo>
                  <a:lnTo>
                    <a:pt x="1255695" y="975251"/>
                  </a:lnTo>
                  <a:lnTo>
                    <a:pt x="1251407" y="954038"/>
                  </a:lnTo>
                  <a:lnTo>
                    <a:pt x="1239713" y="936717"/>
                  </a:lnTo>
                  <a:lnTo>
                    <a:pt x="1222367" y="925040"/>
                  </a:lnTo>
                  <a:lnTo>
                    <a:pt x="1201124" y="920758"/>
                  </a:lnTo>
                  <a:close/>
                </a:path>
                <a:path extrusionOk="0" h="1903095" w="3065780">
                  <a:moveTo>
                    <a:pt x="1503761" y="918243"/>
                  </a:moveTo>
                  <a:lnTo>
                    <a:pt x="1481562" y="922722"/>
                  </a:lnTo>
                  <a:lnTo>
                    <a:pt x="1463429" y="934937"/>
                  </a:lnTo>
                  <a:lnTo>
                    <a:pt x="1451201" y="953058"/>
                  </a:lnTo>
                  <a:lnTo>
                    <a:pt x="1446716" y="975251"/>
                  </a:lnTo>
                  <a:lnTo>
                    <a:pt x="1451201" y="997444"/>
                  </a:lnTo>
                  <a:lnTo>
                    <a:pt x="1463429" y="1015564"/>
                  </a:lnTo>
                  <a:lnTo>
                    <a:pt x="1481562" y="1027780"/>
                  </a:lnTo>
                  <a:lnTo>
                    <a:pt x="1503761" y="1032259"/>
                  </a:lnTo>
                  <a:lnTo>
                    <a:pt x="1525979" y="1027780"/>
                  </a:lnTo>
                  <a:lnTo>
                    <a:pt x="1544111" y="1015565"/>
                  </a:lnTo>
                  <a:lnTo>
                    <a:pt x="1556328" y="997444"/>
                  </a:lnTo>
                  <a:lnTo>
                    <a:pt x="1560807" y="975251"/>
                  </a:lnTo>
                  <a:lnTo>
                    <a:pt x="1556322" y="953058"/>
                  </a:lnTo>
                  <a:lnTo>
                    <a:pt x="1544094" y="934937"/>
                  </a:lnTo>
                  <a:lnTo>
                    <a:pt x="1525960" y="922722"/>
                  </a:lnTo>
                  <a:lnTo>
                    <a:pt x="1503761" y="918243"/>
                  </a:lnTo>
                  <a:close/>
                </a:path>
                <a:path extrusionOk="0" h="1903095" w="3065780">
                  <a:moveTo>
                    <a:pt x="1806354" y="915727"/>
                  </a:moveTo>
                  <a:lnTo>
                    <a:pt x="1783173" y="920403"/>
                  </a:lnTo>
                  <a:lnTo>
                    <a:pt x="1764239" y="933157"/>
                  </a:lnTo>
                  <a:lnTo>
                    <a:pt x="1751472" y="952077"/>
                  </a:lnTo>
                  <a:lnTo>
                    <a:pt x="1746789" y="975251"/>
                  </a:lnTo>
                  <a:lnTo>
                    <a:pt x="1751472" y="998425"/>
                  </a:lnTo>
                  <a:lnTo>
                    <a:pt x="1764239" y="1017345"/>
                  </a:lnTo>
                  <a:lnTo>
                    <a:pt x="1783173" y="1030099"/>
                  </a:lnTo>
                  <a:lnTo>
                    <a:pt x="1806354" y="1034775"/>
                  </a:lnTo>
                  <a:lnTo>
                    <a:pt x="1829535" y="1030099"/>
                  </a:lnTo>
                  <a:lnTo>
                    <a:pt x="1848469" y="1017345"/>
                  </a:lnTo>
                  <a:lnTo>
                    <a:pt x="1861236" y="998425"/>
                  </a:lnTo>
                  <a:lnTo>
                    <a:pt x="1865919" y="975251"/>
                  </a:lnTo>
                  <a:lnTo>
                    <a:pt x="1861236" y="952077"/>
                  </a:lnTo>
                  <a:lnTo>
                    <a:pt x="1848469" y="933157"/>
                  </a:lnTo>
                  <a:lnTo>
                    <a:pt x="1829535" y="920403"/>
                  </a:lnTo>
                  <a:lnTo>
                    <a:pt x="1806354" y="915727"/>
                  </a:lnTo>
                  <a:close/>
                </a:path>
                <a:path extrusionOk="0" h="1903095" w="3065780">
                  <a:moveTo>
                    <a:pt x="2108947" y="911549"/>
                  </a:moveTo>
                  <a:lnTo>
                    <a:pt x="2084125" y="916556"/>
                  </a:lnTo>
                  <a:lnTo>
                    <a:pt x="2063862" y="930209"/>
                  </a:lnTo>
                  <a:lnTo>
                    <a:pt x="2050205" y="950458"/>
                  </a:lnTo>
                  <a:lnTo>
                    <a:pt x="2045198" y="975251"/>
                  </a:lnTo>
                  <a:lnTo>
                    <a:pt x="2050205" y="1000070"/>
                  </a:lnTo>
                  <a:lnTo>
                    <a:pt x="2063862" y="1020332"/>
                  </a:lnTo>
                  <a:lnTo>
                    <a:pt x="2084125" y="1033990"/>
                  </a:lnTo>
                  <a:lnTo>
                    <a:pt x="2108947" y="1038998"/>
                  </a:lnTo>
                  <a:lnTo>
                    <a:pt x="2133749" y="1033990"/>
                  </a:lnTo>
                  <a:lnTo>
                    <a:pt x="2154014" y="1020332"/>
                  </a:lnTo>
                  <a:lnTo>
                    <a:pt x="2167682" y="1000070"/>
                  </a:lnTo>
                  <a:lnTo>
                    <a:pt x="2172695" y="975251"/>
                  </a:lnTo>
                  <a:lnTo>
                    <a:pt x="2167682" y="950458"/>
                  </a:lnTo>
                  <a:lnTo>
                    <a:pt x="2154014" y="930209"/>
                  </a:lnTo>
                  <a:lnTo>
                    <a:pt x="2133749" y="916556"/>
                  </a:lnTo>
                  <a:lnTo>
                    <a:pt x="2108947" y="911549"/>
                  </a:lnTo>
                  <a:close/>
                </a:path>
                <a:path extrusionOk="0" h="1903095" w="3065780">
                  <a:moveTo>
                    <a:pt x="2411539" y="908180"/>
                  </a:moveTo>
                  <a:lnTo>
                    <a:pt x="2385412" y="913454"/>
                  </a:lnTo>
                  <a:lnTo>
                    <a:pt x="2364076" y="927834"/>
                  </a:lnTo>
                  <a:lnTo>
                    <a:pt x="2349691" y="949155"/>
                  </a:lnTo>
                  <a:lnTo>
                    <a:pt x="2344416" y="975251"/>
                  </a:lnTo>
                  <a:lnTo>
                    <a:pt x="2349691" y="1001367"/>
                  </a:lnTo>
                  <a:lnTo>
                    <a:pt x="2364076" y="1022685"/>
                  </a:lnTo>
                  <a:lnTo>
                    <a:pt x="2385412" y="1037054"/>
                  </a:lnTo>
                  <a:lnTo>
                    <a:pt x="2411539" y="1042322"/>
                  </a:lnTo>
                  <a:lnTo>
                    <a:pt x="2437666" y="1037054"/>
                  </a:lnTo>
                  <a:lnTo>
                    <a:pt x="2459002" y="1022685"/>
                  </a:lnTo>
                  <a:lnTo>
                    <a:pt x="2473387" y="1001367"/>
                  </a:lnTo>
                  <a:lnTo>
                    <a:pt x="2478662" y="975251"/>
                  </a:lnTo>
                  <a:lnTo>
                    <a:pt x="2473387" y="949155"/>
                  </a:lnTo>
                  <a:lnTo>
                    <a:pt x="2459002" y="927834"/>
                  </a:lnTo>
                  <a:lnTo>
                    <a:pt x="2437666" y="913454"/>
                  </a:lnTo>
                  <a:lnTo>
                    <a:pt x="2411539" y="908180"/>
                  </a:lnTo>
                  <a:close/>
                </a:path>
                <a:path extrusionOk="0" h="1903095" w="3065780">
                  <a:moveTo>
                    <a:pt x="2714132" y="909887"/>
                  </a:moveTo>
                  <a:lnTo>
                    <a:pt x="2688644" y="915027"/>
                  </a:lnTo>
                  <a:lnTo>
                    <a:pt x="2667838" y="929041"/>
                  </a:lnTo>
                  <a:lnTo>
                    <a:pt x="2653815" y="949819"/>
                  </a:lnTo>
                  <a:lnTo>
                    <a:pt x="2648673" y="975251"/>
                  </a:lnTo>
                  <a:lnTo>
                    <a:pt x="2653815" y="1000709"/>
                  </a:lnTo>
                  <a:lnTo>
                    <a:pt x="2667838" y="1021500"/>
                  </a:lnTo>
                  <a:lnTo>
                    <a:pt x="2688644" y="1035519"/>
                  </a:lnTo>
                  <a:lnTo>
                    <a:pt x="2714132" y="1040660"/>
                  </a:lnTo>
                  <a:lnTo>
                    <a:pt x="2739593" y="1035519"/>
                  </a:lnTo>
                  <a:lnTo>
                    <a:pt x="2760385" y="1021500"/>
                  </a:lnTo>
                  <a:lnTo>
                    <a:pt x="2774404" y="1000709"/>
                  </a:lnTo>
                  <a:lnTo>
                    <a:pt x="2779545" y="975251"/>
                  </a:lnTo>
                  <a:lnTo>
                    <a:pt x="2774404" y="949819"/>
                  </a:lnTo>
                  <a:lnTo>
                    <a:pt x="2760385" y="929041"/>
                  </a:lnTo>
                  <a:lnTo>
                    <a:pt x="2739593" y="915027"/>
                  </a:lnTo>
                  <a:lnTo>
                    <a:pt x="2714132" y="909887"/>
                  </a:lnTo>
                  <a:close/>
                </a:path>
                <a:path extrusionOk="0" h="1903095" w="3065780">
                  <a:moveTo>
                    <a:pt x="3023697" y="962673"/>
                  </a:moveTo>
                  <a:lnTo>
                    <a:pt x="3009751" y="962673"/>
                  </a:lnTo>
                  <a:lnTo>
                    <a:pt x="3004127" y="968288"/>
                  </a:lnTo>
                  <a:lnTo>
                    <a:pt x="3004127" y="982214"/>
                  </a:lnTo>
                  <a:lnTo>
                    <a:pt x="3009751" y="987830"/>
                  </a:lnTo>
                  <a:lnTo>
                    <a:pt x="3023652" y="987830"/>
                  </a:lnTo>
                  <a:lnTo>
                    <a:pt x="3029321" y="982214"/>
                  </a:lnTo>
                  <a:lnTo>
                    <a:pt x="3029321" y="968288"/>
                  </a:lnTo>
                  <a:lnTo>
                    <a:pt x="3023697" y="962673"/>
                  </a:lnTo>
                  <a:close/>
                </a:path>
                <a:path extrusionOk="0" h="1903095" w="3065780">
                  <a:moveTo>
                    <a:pt x="0" y="1235964"/>
                  </a:moveTo>
                  <a:lnTo>
                    <a:pt x="0" y="1319392"/>
                  </a:lnTo>
                  <a:lnTo>
                    <a:pt x="7746" y="1317831"/>
                  </a:lnTo>
                  <a:lnTo>
                    <a:pt x="21616" y="1308496"/>
                  </a:lnTo>
                  <a:lnTo>
                    <a:pt x="30965" y="1294645"/>
                  </a:lnTo>
                  <a:lnTo>
                    <a:pt x="34393" y="1277678"/>
                  </a:lnTo>
                  <a:lnTo>
                    <a:pt x="30965" y="1260711"/>
                  </a:lnTo>
                  <a:lnTo>
                    <a:pt x="21616" y="1246860"/>
                  </a:lnTo>
                  <a:lnTo>
                    <a:pt x="7746" y="1237524"/>
                  </a:lnTo>
                  <a:lnTo>
                    <a:pt x="0" y="1235964"/>
                  </a:lnTo>
                  <a:close/>
                </a:path>
                <a:path extrusionOk="0" h="1903095" w="3065780">
                  <a:moveTo>
                    <a:pt x="293346" y="1231586"/>
                  </a:moveTo>
                  <a:lnTo>
                    <a:pt x="275399" y="1235206"/>
                  </a:lnTo>
                  <a:lnTo>
                    <a:pt x="260741" y="1245080"/>
                  </a:lnTo>
                  <a:lnTo>
                    <a:pt x="250858" y="1259730"/>
                  </a:lnTo>
                  <a:lnTo>
                    <a:pt x="247233" y="1277678"/>
                  </a:lnTo>
                  <a:lnTo>
                    <a:pt x="250858" y="1295626"/>
                  </a:lnTo>
                  <a:lnTo>
                    <a:pt x="260741" y="1310276"/>
                  </a:lnTo>
                  <a:lnTo>
                    <a:pt x="275399" y="1320150"/>
                  </a:lnTo>
                  <a:lnTo>
                    <a:pt x="293346" y="1323770"/>
                  </a:lnTo>
                  <a:lnTo>
                    <a:pt x="311320" y="1320150"/>
                  </a:lnTo>
                  <a:lnTo>
                    <a:pt x="325991" y="1310276"/>
                  </a:lnTo>
                  <a:lnTo>
                    <a:pt x="335880" y="1295626"/>
                  </a:lnTo>
                  <a:lnTo>
                    <a:pt x="339505" y="1277678"/>
                  </a:lnTo>
                  <a:lnTo>
                    <a:pt x="335880" y="1259730"/>
                  </a:lnTo>
                  <a:lnTo>
                    <a:pt x="325991" y="1245080"/>
                  </a:lnTo>
                  <a:lnTo>
                    <a:pt x="311320" y="1235206"/>
                  </a:lnTo>
                  <a:lnTo>
                    <a:pt x="293346" y="1231586"/>
                  </a:lnTo>
                  <a:close/>
                </a:path>
                <a:path extrusionOk="0" h="1903095" w="3065780">
                  <a:moveTo>
                    <a:pt x="595939" y="1229071"/>
                  </a:moveTo>
                  <a:lnTo>
                    <a:pt x="577009" y="1232888"/>
                  </a:lnTo>
                  <a:lnTo>
                    <a:pt x="561551" y="1243300"/>
                  </a:lnTo>
                  <a:lnTo>
                    <a:pt x="551128" y="1258750"/>
                  </a:lnTo>
                  <a:lnTo>
                    <a:pt x="547306" y="1277678"/>
                  </a:lnTo>
                  <a:lnTo>
                    <a:pt x="551128" y="1296606"/>
                  </a:lnTo>
                  <a:lnTo>
                    <a:pt x="561551" y="1312056"/>
                  </a:lnTo>
                  <a:lnTo>
                    <a:pt x="577009" y="1322469"/>
                  </a:lnTo>
                  <a:lnTo>
                    <a:pt x="595939" y="1326286"/>
                  </a:lnTo>
                  <a:lnTo>
                    <a:pt x="614902" y="1322469"/>
                  </a:lnTo>
                  <a:lnTo>
                    <a:pt x="630389" y="1312056"/>
                  </a:lnTo>
                  <a:lnTo>
                    <a:pt x="640832" y="1296606"/>
                  </a:lnTo>
                  <a:lnTo>
                    <a:pt x="644662" y="1277678"/>
                  </a:lnTo>
                  <a:lnTo>
                    <a:pt x="640832" y="1258750"/>
                  </a:lnTo>
                  <a:lnTo>
                    <a:pt x="630389" y="1243300"/>
                  </a:lnTo>
                  <a:lnTo>
                    <a:pt x="614902" y="1232888"/>
                  </a:lnTo>
                  <a:lnTo>
                    <a:pt x="595939" y="1229071"/>
                  </a:lnTo>
                  <a:close/>
                </a:path>
                <a:path extrusionOk="0" h="1903095" w="3065780">
                  <a:moveTo>
                    <a:pt x="898532" y="1226510"/>
                  </a:moveTo>
                  <a:lnTo>
                    <a:pt x="878620" y="1230531"/>
                  </a:lnTo>
                  <a:lnTo>
                    <a:pt x="862361" y="1241498"/>
                  </a:lnTo>
                  <a:lnTo>
                    <a:pt x="851399" y="1257762"/>
                  </a:lnTo>
                  <a:lnTo>
                    <a:pt x="847380" y="1277678"/>
                  </a:lnTo>
                  <a:lnTo>
                    <a:pt x="851399" y="1297587"/>
                  </a:lnTo>
                  <a:lnTo>
                    <a:pt x="862361" y="1313836"/>
                  </a:lnTo>
                  <a:lnTo>
                    <a:pt x="878620" y="1324787"/>
                  </a:lnTo>
                  <a:lnTo>
                    <a:pt x="898532" y="1328801"/>
                  </a:lnTo>
                  <a:lnTo>
                    <a:pt x="918476" y="1324787"/>
                  </a:lnTo>
                  <a:lnTo>
                    <a:pt x="934764" y="1313836"/>
                  </a:lnTo>
                  <a:lnTo>
                    <a:pt x="945746" y="1297587"/>
                  </a:lnTo>
                  <a:lnTo>
                    <a:pt x="949773" y="1277678"/>
                  </a:lnTo>
                  <a:lnTo>
                    <a:pt x="945746" y="1257762"/>
                  </a:lnTo>
                  <a:lnTo>
                    <a:pt x="934764" y="1241498"/>
                  </a:lnTo>
                  <a:lnTo>
                    <a:pt x="918476" y="1230531"/>
                  </a:lnTo>
                  <a:lnTo>
                    <a:pt x="898532" y="1226510"/>
                  </a:lnTo>
                  <a:close/>
                </a:path>
                <a:path extrusionOk="0" h="1903095" w="3065780">
                  <a:moveTo>
                    <a:pt x="1201124" y="1223186"/>
                  </a:moveTo>
                  <a:lnTo>
                    <a:pt x="1179907" y="1227474"/>
                  </a:lnTo>
                  <a:lnTo>
                    <a:pt x="1162575" y="1239162"/>
                  </a:lnTo>
                  <a:lnTo>
                    <a:pt x="1150885" y="1256485"/>
                  </a:lnTo>
                  <a:lnTo>
                    <a:pt x="1146598" y="1277678"/>
                  </a:lnTo>
                  <a:lnTo>
                    <a:pt x="1150885" y="1298891"/>
                  </a:lnTo>
                  <a:lnTo>
                    <a:pt x="1162575" y="1316212"/>
                  </a:lnTo>
                  <a:lnTo>
                    <a:pt x="1179907" y="1327889"/>
                  </a:lnTo>
                  <a:lnTo>
                    <a:pt x="1201124" y="1332171"/>
                  </a:lnTo>
                  <a:lnTo>
                    <a:pt x="1222367" y="1327889"/>
                  </a:lnTo>
                  <a:lnTo>
                    <a:pt x="1239713" y="1316212"/>
                  </a:lnTo>
                  <a:lnTo>
                    <a:pt x="1251407" y="1298891"/>
                  </a:lnTo>
                  <a:lnTo>
                    <a:pt x="1255695" y="1277678"/>
                  </a:lnTo>
                  <a:lnTo>
                    <a:pt x="1251407" y="1256485"/>
                  </a:lnTo>
                  <a:lnTo>
                    <a:pt x="1239713" y="1239162"/>
                  </a:lnTo>
                  <a:lnTo>
                    <a:pt x="1222367" y="1227474"/>
                  </a:lnTo>
                  <a:lnTo>
                    <a:pt x="1201124" y="1223186"/>
                  </a:lnTo>
                  <a:close/>
                </a:path>
                <a:path extrusionOk="0" h="1903095" w="3065780">
                  <a:moveTo>
                    <a:pt x="1503762" y="1220670"/>
                  </a:moveTo>
                  <a:lnTo>
                    <a:pt x="1481563" y="1225155"/>
                  </a:lnTo>
                  <a:lnTo>
                    <a:pt x="1463429" y="1237382"/>
                  </a:lnTo>
                  <a:lnTo>
                    <a:pt x="1451201" y="1255504"/>
                  </a:lnTo>
                  <a:lnTo>
                    <a:pt x="1446716" y="1277678"/>
                  </a:lnTo>
                  <a:lnTo>
                    <a:pt x="1451201" y="1299871"/>
                  </a:lnTo>
                  <a:lnTo>
                    <a:pt x="1463429" y="1317992"/>
                  </a:lnTo>
                  <a:lnTo>
                    <a:pt x="1481563" y="1330208"/>
                  </a:lnTo>
                  <a:lnTo>
                    <a:pt x="1503762" y="1334687"/>
                  </a:lnTo>
                  <a:lnTo>
                    <a:pt x="1525980" y="1330208"/>
                  </a:lnTo>
                  <a:lnTo>
                    <a:pt x="1544111" y="1317992"/>
                  </a:lnTo>
                  <a:lnTo>
                    <a:pt x="1556328" y="1299871"/>
                  </a:lnTo>
                  <a:lnTo>
                    <a:pt x="1560807" y="1277678"/>
                  </a:lnTo>
                  <a:lnTo>
                    <a:pt x="1556322" y="1255504"/>
                  </a:lnTo>
                  <a:lnTo>
                    <a:pt x="1544094" y="1237382"/>
                  </a:lnTo>
                  <a:lnTo>
                    <a:pt x="1525961" y="1225155"/>
                  </a:lnTo>
                  <a:lnTo>
                    <a:pt x="1503762" y="1220670"/>
                  </a:lnTo>
                  <a:close/>
                </a:path>
                <a:path extrusionOk="0" h="1903095" w="3065780">
                  <a:moveTo>
                    <a:pt x="1806354" y="1218154"/>
                  </a:moveTo>
                  <a:lnTo>
                    <a:pt x="1783173" y="1222837"/>
                  </a:lnTo>
                  <a:lnTo>
                    <a:pt x="1764239" y="1235602"/>
                  </a:lnTo>
                  <a:lnTo>
                    <a:pt x="1751472" y="1254524"/>
                  </a:lnTo>
                  <a:lnTo>
                    <a:pt x="1746789" y="1277678"/>
                  </a:lnTo>
                  <a:lnTo>
                    <a:pt x="1751472" y="1300852"/>
                  </a:lnTo>
                  <a:lnTo>
                    <a:pt x="1764239" y="1319772"/>
                  </a:lnTo>
                  <a:lnTo>
                    <a:pt x="1783173" y="1332526"/>
                  </a:lnTo>
                  <a:lnTo>
                    <a:pt x="1806354" y="1337202"/>
                  </a:lnTo>
                  <a:lnTo>
                    <a:pt x="1829535" y="1332526"/>
                  </a:lnTo>
                  <a:lnTo>
                    <a:pt x="1848469" y="1319772"/>
                  </a:lnTo>
                  <a:lnTo>
                    <a:pt x="1861236" y="1300852"/>
                  </a:lnTo>
                  <a:lnTo>
                    <a:pt x="1865919" y="1277678"/>
                  </a:lnTo>
                  <a:lnTo>
                    <a:pt x="1861236" y="1254524"/>
                  </a:lnTo>
                  <a:lnTo>
                    <a:pt x="1848469" y="1235602"/>
                  </a:lnTo>
                  <a:lnTo>
                    <a:pt x="1829535" y="1222837"/>
                  </a:lnTo>
                  <a:lnTo>
                    <a:pt x="1806354" y="1218154"/>
                  </a:lnTo>
                  <a:close/>
                </a:path>
                <a:path extrusionOk="0" h="1903095" w="3065780">
                  <a:moveTo>
                    <a:pt x="2108947" y="1215639"/>
                  </a:moveTo>
                  <a:lnTo>
                    <a:pt x="2084758" y="1220518"/>
                  </a:lnTo>
                  <a:lnTo>
                    <a:pt x="2065010" y="1233821"/>
                  </a:lnTo>
                  <a:lnTo>
                    <a:pt x="2051698" y="1253543"/>
                  </a:lnTo>
                  <a:lnTo>
                    <a:pt x="2046817" y="1277678"/>
                  </a:lnTo>
                  <a:lnTo>
                    <a:pt x="2051698" y="1301840"/>
                  </a:lnTo>
                  <a:lnTo>
                    <a:pt x="2065010" y="1321575"/>
                  </a:lnTo>
                  <a:lnTo>
                    <a:pt x="2084758" y="1334883"/>
                  </a:lnTo>
                  <a:lnTo>
                    <a:pt x="2108947" y="1339763"/>
                  </a:lnTo>
                  <a:lnTo>
                    <a:pt x="2133110" y="1334883"/>
                  </a:lnTo>
                  <a:lnTo>
                    <a:pt x="2152844" y="1321575"/>
                  </a:lnTo>
                  <a:lnTo>
                    <a:pt x="2166151" y="1301840"/>
                  </a:lnTo>
                  <a:lnTo>
                    <a:pt x="2171031" y="1277678"/>
                  </a:lnTo>
                  <a:lnTo>
                    <a:pt x="2166151" y="1253543"/>
                  </a:lnTo>
                  <a:lnTo>
                    <a:pt x="2152844" y="1233821"/>
                  </a:lnTo>
                  <a:lnTo>
                    <a:pt x="2133110" y="1220518"/>
                  </a:lnTo>
                  <a:lnTo>
                    <a:pt x="2108947" y="1215639"/>
                  </a:lnTo>
                  <a:close/>
                </a:path>
                <a:path extrusionOk="0" h="1903095" w="3065780">
                  <a:moveTo>
                    <a:pt x="2411539" y="1229924"/>
                  </a:moveTo>
                  <a:lnTo>
                    <a:pt x="2392926" y="1233678"/>
                  </a:lnTo>
                  <a:lnTo>
                    <a:pt x="2377725" y="1243913"/>
                  </a:lnTo>
                  <a:lnTo>
                    <a:pt x="2367475" y="1259092"/>
                  </a:lnTo>
                  <a:lnTo>
                    <a:pt x="2363716" y="1277678"/>
                  </a:lnTo>
                  <a:lnTo>
                    <a:pt x="2367475" y="1296291"/>
                  </a:lnTo>
                  <a:lnTo>
                    <a:pt x="2377725" y="1311484"/>
                  </a:lnTo>
                  <a:lnTo>
                    <a:pt x="2392926" y="1321723"/>
                  </a:lnTo>
                  <a:lnTo>
                    <a:pt x="2411539" y="1325477"/>
                  </a:lnTo>
                  <a:lnTo>
                    <a:pt x="2430152" y="1321723"/>
                  </a:lnTo>
                  <a:lnTo>
                    <a:pt x="2445354" y="1311484"/>
                  </a:lnTo>
                  <a:lnTo>
                    <a:pt x="2455603" y="1296291"/>
                  </a:lnTo>
                  <a:lnTo>
                    <a:pt x="2459362" y="1277678"/>
                  </a:lnTo>
                  <a:lnTo>
                    <a:pt x="2455603" y="1259092"/>
                  </a:lnTo>
                  <a:lnTo>
                    <a:pt x="2445354" y="1243913"/>
                  </a:lnTo>
                  <a:lnTo>
                    <a:pt x="2430152" y="1233678"/>
                  </a:lnTo>
                  <a:lnTo>
                    <a:pt x="2411539" y="1229924"/>
                  </a:lnTo>
                  <a:close/>
                </a:path>
                <a:path extrusionOk="0" h="1903095" w="3065780">
                  <a:moveTo>
                    <a:pt x="2720610" y="1265953"/>
                  </a:moveTo>
                  <a:lnTo>
                    <a:pt x="2707608" y="1265953"/>
                  </a:lnTo>
                  <a:lnTo>
                    <a:pt x="2702345" y="1271209"/>
                  </a:lnTo>
                  <a:lnTo>
                    <a:pt x="2702345" y="1284192"/>
                  </a:lnTo>
                  <a:lnTo>
                    <a:pt x="2707608" y="1289449"/>
                  </a:lnTo>
                  <a:lnTo>
                    <a:pt x="2720610" y="1289449"/>
                  </a:lnTo>
                  <a:lnTo>
                    <a:pt x="2725874" y="1284192"/>
                  </a:lnTo>
                  <a:lnTo>
                    <a:pt x="2725874" y="1271209"/>
                  </a:lnTo>
                  <a:lnTo>
                    <a:pt x="2720610" y="1265953"/>
                  </a:lnTo>
                  <a:close/>
                </a:path>
                <a:path extrusionOk="0" h="1903095" w="3065780">
                  <a:moveTo>
                    <a:pt x="0" y="1538362"/>
                  </a:moveTo>
                  <a:lnTo>
                    <a:pt x="0" y="1621808"/>
                  </a:lnTo>
                  <a:lnTo>
                    <a:pt x="7746" y="1620246"/>
                  </a:lnTo>
                  <a:lnTo>
                    <a:pt x="21616" y="1610904"/>
                  </a:lnTo>
                  <a:lnTo>
                    <a:pt x="30965" y="1597048"/>
                  </a:lnTo>
                  <a:lnTo>
                    <a:pt x="34393" y="1580083"/>
                  </a:lnTo>
                  <a:lnTo>
                    <a:pt x="30965" y="1563118"/>
                  </a:lnTo>
                  <a:lnTo>
                    <a:pt x="21616" y="1549264"/>
                  </a:lnTo>
                  <a:lnTo>
                    <a:pt x="7746" y="1539923"/>
                  </a:lnTo>
                  <a:lnTo>
                    <a:pt x="0" y="1538362"/>
                  </a:lnTo>
                  <a:close/>
                </a:path>
                <a:path extrusionOk="0" h="1903095" w="3065780">
                  <a:moveTo>
                    <a:pt x="293347" y="1533978"/>
                  </a:moveTo>
                  <a:lnTo>
                    <a:pt x="275399" y="1537601"/>
                  </a:lnTo>
                  <a:lnTo>
                    <a:pt x="260741" y="1547483"/>
                  </a:lnTo>
                  <a:lnTo>
                    <a:pt x="250858" y="1562139"/>
                  </a:lnTo>
                  <a:lnTo>
                    <a:pt x="247233" y="1580083"/>
                  </a:lnTo>
                  <a:lnTo>
                    <a:pt x="250858" y="1598032"/>
                  </a:lnTo>
                  <a:lnTo>
                    <a:pt x="260741" y="1612688"/>
                  </a:lnTo>
                  <a:lnTo>
                    <a:pt x="275399" y="1622569"/>
                  </a:lnTo>
                  <a:lnTo>
                    <a:pt x="293347" y="1626193"/>
                  </a:lnTo>
                  <a:lnTo>
                    <a:pt x="311320" y="1622569"/>
                  </a:lnTo>
                  <a:lnTo>
                    <a:pt x="325991" y="1612688"/>
                  </a:lnTo>
                  <a:lnTo>
                    <a:pt x="335880" y="1598032"/>
                  </a:lnTo>
                  <a:lnTo>
                    <a:pt x="339505" y="1580083"/>
                  </a:lnTo>
                  <a:lnTo>
                    <a:pt x="335880" y="1562139"/>
                  </a:lnTo>
                  <a:lnTo>
                    <a:pt x="325991" y="1547483"/>
                  </a:lnTo>
                  <a:lnTo>
                    <a:pt x="311320" y="1537601"/>
                  </a:lnTo>
                  <a:lnTo>
                    <a:pt x="293347" y="1533978"/>
                  </a:lnTo>
                  <a:close/>
                </a:path>
                <a:path extrusionOk="0" h="1903095" w="3065780">
                  <a:moveTo>
                    <a:pt x="595939" y="1531457"/>
                  </a:moveTo>
                  <a:lnTo>
                    <a:pt x="577009" y="1535279"/>
                  </a:lnTo>
                  <a:lnTo>
                    <a:pt x="561551" y="1545699"/>
                  </a:lnTo>
                  <a:lnTo>
                    <a:pt x="551128" y="1561156"/>
                  </a:lnTo>
                  <a:lnTo>
                    <a:pt x="547307" y="1580083"/>
                  </a:lnTo>
                  <a:lnTo>
                    <a:pt x="551128" y="1599012"/>
                  </a:lnTo>
                  <a:lnTo>
                    <a:pt x="561551" y="1614468"/>
                  </a:lnTo>
                  <a:lnTo>
                    <a:pt x="577009" y="1624888"/>
                  </a:lnTo>
                  <a:lnTo>
                    <a:pt x="595939" y="1628709"/>
                  </a:lnTo>
                  <a:lnTo>
                    <a:pt x="614902" y="1624888"/>
                  </a:lnTo>
                  <a:lnTo>
                    <a:pt x="630389" y="1614468"/>
                  </a:lnTo>
                  <a:lnTo>
                    <a:pt x="640832" y="1599012"/>
                  </a:lnTo>
                  <a:lnTo>
                    <a:pt x="644662" y="1580083"/>
                  </a:lnTo>
                  <a:lnTo>
                    <a:pt x="640832" y="1561156"/>
                  </a:lnTo>
                  <a:lnTo>
                    <a:pt x="630389" y="1545699"/>
                  </a:lnTo>
                  <a:lnTo>
                    <a:pt x="614902" y="1535279"/>
                  </a:lnTo>
                  <a:lnTo>
                    <a:pt x="595939" y="1531457"/>
                  </a:lnTo>
                  <a:close/>
                </a:path>
                <a:path extrusionOk="0" h="1903095" w="3065780">
                  <a:moveTo>
                    <a:pt x="898532" y="1528937"/>
                  </a:moveTo>
                  <a:lnTo>
                    <a:pt x="878620" y="1532956"/>
                  </a:lnTo>
                  <a:lnTo>
                    <a:pt x="862361" y="1543917"/>
                  </a:lnTo>
                  <a:lnTo>
                    <a:pt x="851399" y="1560174"/>
                  </a:lnTo>
                  <a:lnTo>
                    <a:pt x="847380" y="1580083"/>
                  </a:lnTo>
                  <a:lnTo>
                    <a:pt x="851399" y="1599994"/>
                  </a:lnTo>
                  <a:lnTo>
                    <a:pt x="862361" y="1616251"/>
                  </a:lnTo>
                  <a:lnTo>
                    <a:pt x="878620" y="1627210"/>
                  </a:lnTo>
                  <a:lnTo>
                    <a:pt x="898532" y="1631229"/>
                  </a:lnTo>
                  <a:lnTo>
                    <a:pt x="918476" y="1627210"/>
                  </a:lnTo>
                  <a:lnTo>
                    <a:pt x="934764" y="1616251"/>
                  </a:lnTo>
                  <a:lnTo>
                    <a:pt x="945746" y="1599994"/>
                  </a:lnTo>
                  <a:lnTo>
                    <a:pt x="949773" y="1580083"/>
                  </a:lnTo>
                  <a:lnTo>
                    <a:pt x="945746" y="1560174"/>
                  </a:lnTo>
                  <a:lnTo>
                    <a:pt x="934764" y="1543917"/>
                  </a:lnTo>
                  <a:lnTo>
                    <a:pt x="918476" y="1532956"/>
                  </a:lnTo>
                  <a:lnTo>
                    <a:pt x="898532" y="1528937"/>
                  </a:lnTo>
                  <a:close/>
                </a:path>
                <a:path extrusionOk="0" h="1903095" w="3065780">
                  <a:moveTo>
                    <a:pt x="1201124" y="1528937"/>
                  </a:moveTo>
                  <a:lnTo>
                    <a:pt x="1181212" y="1532956"/>
                  </a:lnTo>
                  <a:lnTo>
                    <a:pt x="1164953" y="1543917"/>
                  </a:lnTo>
                  <a:lnTo>
                    <a:pt x="1153992" y="1560174"/>
                  </a:lnTo>
                  <a:lnTo>
                    <a:pt x="1149972" y="1580083"/>
                  </a:lnTo>
                  <a:lnTo>
                    <a:pt x="1153992" y="1599994"/>
                  </a:lnTo>
                  <a:lnTo>
                    <a:pt x="1164953" y="1616251"/>
                  </a:lnTo>
                  <a:lnTo>
                    <a:pt x="1181212" y="1627210"/>
                  </a:lnTo>
                  <a:lnTo>
                    <a:pt x="1201124" y="1631229"/>
                  </a:lnTo>
                  <a:lnTo>
                    <a:pt x="1221069" y="1627210"/>
                  </a:lnTo>
                  <a:lnTo>
                    <a:pt x="1237357" y="1616251"/>
                  </a:lnTo>
                  <a:lnTo>
                    <a:pt x="1248339" y="1599994"/>
                  </a:lnTo>
                  <a:lnTo>
                    <a:pt x="1252366" y="1580083"/>
                  </a:lnTo>
                  <a:lnTo>
                    <a:pt x="1248339" y="1560174"/>
                  </a:lnTo>
                  <a:lnTo>
                    <a:pt x="1237357" y="1543917"/>
                  </a:lnTo>
                  <a:lnTo>
                    <a:pt x="1221069" y="1532956"/>
                  </a:lnTo>
                  <a:lnTo>
                    <a:pt x="1201124" y="1528937"/>
                  </a:lnTo>
                  <a:close/>
                </a:path>
                <a:path extrusionOk="0" h="1903095" w="3065780">
                  <a:moveTo>
                    <a:pt x="1503762" y="1534836"/>
                  </a:moveTo>
                  <a:lnTo>
                    <a:pt x="1486130" y="1538394"/>
                  </a:lnTo>
                  <a:lnTo>
                    <a:pt x="1471730" y="1548097"/>
                  </a:lnTo>
                  <a:lnTo>
                    <a:pt x="1462019" y="1562485"/>
                  </a:lnTo>
                  <a:lnTo>
                    <a:pt x="1458458" y="1580101"/>
                  </a:lnTo>
                  <a:lnTo>
                    <a:pt x="1462019" y="1597719"/>
                  </a:lnTo>
                  <a:lnTo>
                    <a:pt x="1471730" y="1612107"/>
                  </a:lnTo>
                  <a:lnTo>
                    <a:pt x="1486130" y="1621809"/>
                  </a:lnTo>
                  <a:lnTo>
                    <a:pt x="1503762" y="1625366"/>
                  </a:lnTo>
                  <a:lnTo>
                    <a:pt x="1521393" y="1621809"/>
                  </a:lnTo>
                  <a:lnTo>
                    <a:pt x="1535793" y="1612107"/>
                  </a:lnTo>
                  <a:lnTo>
                    <a:pt x="1545504" y="1597719"/>
                  </a:lnTo>
                  <a:lnTo>
                    <a:pt x="1549065" y="1580101"/>
                  </a:lnTo>
                  <a:lnTo>
                    <a:pt x="1545504" y="1562485"/>
                  </a:lnTo>
                  <a:lnTo>
                    <a:pt x="1535793" y="1548097"/>
                  </a:lnTo>
                  <a:lnTo>
                    <a:pt x="1521393" y="1538394"/>
                  </a:lnTo>
                  <a:lnTo>
                    <a:pt x="1503762" y="1534836"/>
                  </a:lnTo>
                  <a:close/>
                </a:path>
                <a:path extrusionOk="0" h="1903095" w="3065780">
                  <a:moveTo>
                    <a:pt x="1806354" y="1549059"/>
                  </a:moveTo>
                  <a:lnTo>
                    <a:pt x="1794247" y="1551497"/>
                  </a:lnTo>
                  <a:lnTo>
                    <a:pt x="1784366" y="1558147"/>
                  </a:lnTo>
                  <a:lnTo>
                    <a:pt x="1777708" y="1568009"/>
                  </a:lnTo>
                  <a:lnTo>
                    <a:pt x="1775267" y="1580083"/>
                  </a:lnTo>
                  <a:lnTo>
                    <a:pt x="1777708" y="1592159"/>
                  </a:lnTo>
                  <a:lnTo>
                    <a:pt x="1784366" y="1602021"/>
                  </a:lnTo>
                  <a:lnTo>
                    <a:pt x="1794247" y="1608669"/>
                  </a:lnTo>
                  <a:lnTo>
                    <a:pt x="1806354" y="1611108"/>
                  </a:lnTo>
                  <a:lnTo>
                    <a:pt x="1818436" y="1608669"/>
                  </a:lnTo>
                  <a:lnTo>
                    <a:pt x="1828303" y="1602021"/>
                  </a:lnTo>
                  <a:lnTo>
                    <a:pt x="1834956" y="1592159"/>
                  </a:lnTo>
                  <a:lnTo>
                    <a:pt x="1837396" y="1580083"/>
                  </a:lnTo>
                  <a:lnTo>
                    <a:pt x="1834956" y="1568009"/>
                  </a:lnTo>
                  <a:lnTo>
                    <a:pt x="1828303" y="1558147"/>
                  </a:lnTo>
                  <a:lnTo>
                    <a:pt x="1818436" y="1551498"/>
                  </a:lnTo>
                  <a:lnTo>
                    <a:pt x="1806354" y="1549059"/>
                  </a:lnTo>
                  <a:close/>
                </a:path>
                <a:path extrusionOk="0" h="1903095" w="3065780">
                  <a:moveTo>
                    <a:pt x="2115920" y="1567505"/>
                  </a:moveTo>
                  <a:lnTo>
                    <a:pt x="2101973" y="1567505"/>
                  </a:lnTo>
                  <a:lnTo>
                    <a:pt x="2096350" y="1573129"/>
                  </a:lnTo>
                  <a:lnTo>
                    <a:pt x="2096350" y="1587037"/>
                  </a:lnTo>
                  <a:lnTo>
                    <a:pt x="2101973" y="1592666"/>
                  </a:lnTo>
                  <a:lnTo>
                    <a:pt x="2115875" y="1592666"/>
                  </a:lnTo>
                  <a:lnTo>
                    <a:pt x="2121543" y="1587037"/>
                  </a:lnTo>
                  <a:lnTo>
                    <a:pt x="2121543" y="1573129"/>
                  </a:lnTo>
                  <a:lnTo>
                    <a:pt x="2115920" y="1567505"/>
                  </a:lnTo>
                  <a:close/>
                </a:path>
                <a:path extrusionOk="0" h="1903095" w="3065780">
                  <a:moveTo>
                    <a:pt x="0" y="1861867"/>
                  </a:moveTo>
                  <a:lnTo>
                    <a:pt x="0" y="1903047"/>
                  </a:lnTo>
                  <a:lnTo>
                    <a:pt x="6798" y="1898471"/>
                  </a:lnTo>
                  <a:lnTo>
                    <a:pt x="11651" y="1891274"/>
                  </a:lnTo>
                  <a:lnTo>
                    <a:pt x="13428" y="1882458"/>
                  </a:lnTo>
                  <a:lnTo>
                    <a:pt x="11651" y="1873640"/>
                  </a:lnTo>
                  <a:lnTo>
                    <a:pt x="6798" y="1866444"/>
                  </a:lnTo>
                  <a:lnTo>
                    <a:pt x="0" y="1861867"/>
                  </a:lnTo>
                  <a:close/>
                </a:path>
                <a:path extrusionOk="0" h="1903095" w="3065780">
                  <a:moveTo>
                    <a:pt x="293347" y="1862335"/>
                  </a:moveTo>
                  <a:lnTo>
                    <a:pt x="285535" y="1863916"/>
                  </a:lnTo>
                  <a:lnTo>
                    <a:pt x="279141" y="1868227"/>
                  </a:lnTo>
                  <a:lnTo>
                    <a:pt x="274823" y="1874623"/>
                  </a:lnTo>
                  <a:lnTo>
                    <a:pt x="273237" y="1882458"/>
                  </a:lnTo>
                  <a:lnTo>
                    <a:pt x="274823" y="1890293"/>
                  </a:lnTo>
                  <a:lnTo>
                    <a:pt x="279141" y="1896690"/>
                  </a:lnTo>
                  <a:lnTo>
                    <a:pt x="285535" y="1901002"/>
                  </a:lnTo>
                  <a:lnTo>
                    <a:pt x="293347" y="1902583"/>
                  </a:lnTo>
                  <a:lnTo>
                    <a:pt x="301203" y="1901002"/>
                  </a:lnTo>
                  <a:lnTo>
                    <a:pt x="307608" y="1896690"/>
                  </a:lnTo>
                  <a:lnTo>
                    <a:pt x="311921" y="1890293"/>
                  </a:lnTo>
                  <a:lnTo>
                    <a:pt x="313501" y="1882458"/>
                  </a:lnTo>
                  <a:lnTo>
                    <a:pt x="311921" y="1874623"/>
                  </a:lnTo>
                  <a:lnTo>
                    <a:pt x="307608" y="1868227"/>
                  </a:lnTo>
                  <a:lnTo>
                    <a:pt x="301203" y="1863916"/>
                  </a:lnTo>
                  <a:lnTo>
                    <a:pt x="293347" y="1862335"/>
                  </a:lnTo>
                  <a:close/>
                </a:path>
                <a:path extrusionOk="0" h="1903095" w="3065780">
                  <a:moveTo>
                    <a:pt x="604757" y="1866534"/>
                  </a:moveTo>
                  <a:lnTo>
                    <a:pt x="587166" y="1866534"/>
                  </a:lnTo>
                  <a:lnTo>
                    <a:pt x="580013" y="1873674"/>
                  </a:lnTo>
                  <a:lnTo>
                    <a:pt x="580013" y="1891241"/>
                  </a:lnTo>
                  <a:lnTo>
                    <a:pt x="587166" y="1898381"/>
                  </a:lnTo>
                  <a:lnTo>
                    <a:pt x="604757" y="1898381"/>
                  </a:lnTo>
                  <a:lnTo>
                    <a:pt x="611910" y="1891241"/>
                  </a:lnTo>
                  <a:lnTo>
                    <a:pt x="611910" y="1873674"/>
                  </a:lnTo>
                  <a:lnTo>
                    <a:pt x="604757" y="1866534"/>
                  </a:lnTo>
                  <a:close/>
                </a:path>
                <a:path extrusionOk="0" h="1903095" w="3065780">
                  <a:moveTo>
                    <a:pt x="904110" y="1872397"/>
                  </a:moveTo>
                  <a:lnTo>
                    <a:pt x="892998" y="1872397"/>
                  </a:lnTo>
                  <a:lnTo>
                    <a:pt x="888499" y="1876898"/>
                  </a:lnTo>
                  <a:lnTo>
                    <a:pt x="888499" y="1888017"/>
                  </a:lnTo>
                  <a:lnTo>
                    <a:pt x="892998" y="1892522"/>
                  </a:lnTo>
                  <a:lnTo>
                    <a:pt x="904110" y="1892522"/>
                  </a:lnTo>
                  <a:lnTo>
                    <a:pt x="908654" y="1888017"/>
                  </a:lnTo>
                  <a:lnTo>
                    <a:pt x="908654" y="1876898"/>
                  </a:lnTo>
                  <a:lnTo>
                    <a:pt x="904110" y="1872397"/>
                  </a:lnTo>
                  <a:close/>
                </a:path>
                <a:path extrusionOk="0" h="1903095" w="3065780">
                  <a:moveTo>
                    <a:pt x="1203014" y="1879098"/>
                  </a:moveTo>
                  <a:lnTo>
                    <a:pt x="1199280" y="1879098"/>
                  </a:lnTo>
                  <a:lnTo>
                    <a:pt x="1197795" y="1880594"/>
                  </a:lnTo>
                  <a:lnTo>
                    <a:pt x="1197795" y="1884321"/>
                  </a:lnTo>
                  <a:lnTo>
                    <a:pt x="1199280" y="1885817"/>
                  </a:lnTo>
                  <a:lnTo>
                    <a:pt x="1203014" y="1885817"/>
                  </a:lnTo>
                  <a:lnTo>
                    <a:pt x="1204498" y="1884321"/>
                  </a:lnTo>
                  <a:lnTo>
                    <a:pt x="1204498" y="1880594"/>
                  </a:lnTo>
                  <a:lnTo>
                    <a:pt x="1203014" y="1879098"/>
                  </a:lnTo>
                  <a:close/>
                </a:path>
              </a:pathLst>
            </a:custGeom>
            <a:solidFill>
              <a:srgbClr val="E9C6C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93" name="Google Shape;93;p4"/>
            <p:cNvPicPr preferRelativeResize="0"/>
            <p:nvPr/>
          </p:nvPicPr>
          <p:blipFill rotWithShape="1">
            <a:blip r:embed="rId3">
              <a:alphaModFix/>
            </a:blip>
            <a:srcRect b="0" l="0" r="0" t="0"/>
            <a:stretch/>
          </p:blipFill>
          <p:spPr>
            <a:xfrm>
              <a:off x="1571624" y="1295400"/>
              <a:ext cx="14297025" cy="6991350"/>
            </a:xfrm>
            <a:prstGeom prst="rect">
              <a:avLst/>
            </a:prstGeom>
            <a:noFill/>
            <a:ln>
              <a:noFill/>
            </a:ln>
          </p:spPr>
        </p:pic>
      </p:grpSp>
      <p:sp>
        <p:nvSpPr>
          <p:cNvPr id="94" name="Google Shape;94;p4"/>
          <p:cNvSpPr txBox="1"/>
          <p:nvPr/>
        </p:nvSpPr>
        <p:spPr>
          <a:xfrm>
            <a:off x="6889115" y="9171622"/>
            <a:ext cx="4925060" cy="4648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2700">
                <a:latin typeface="Tahoma"/>
                <a:ea typeface="Tahoma"/>
                <a:cs typeface="Tahoma"/>
                <a:sym typeface="Tahoma"/>
              </a:rPr>
              <a:t>Programación Comercial |1S2025</a:t>
            </a:r>
            <a:endParaRPr sz="2700">
              <a:latin typeface="Tahoma"/>
              <a:ea typeface="Tahoma"/>
              <a:cs typeface="Tahoma"/>
              <a:sym typeface="Tahom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5"/>
          <p:cNvSpPr txBox="1"/>
          <p:nvPr/>
        </p:nvSpPr>
        <p:spPr>
          <a:xfrm>
            <a:off x="7322184" y="8815069"/>
            <a:ext cx="3653154" cy="43751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2700">
                <a:latin typeface="Tahoma"/>
                <a:ea typeface="Tahoma"/>
                <a:cs typeface="Tahoma"/>
                <a:sym typeface="Tahoma"/>
              </a:rPr>
              <a:t>Larana University | 2024</a:t>
            </a:r>
            <a:endParaRPr sz="2700">
              <a:latin typeface="Tahoma"/>
              <a:ea typeface="Tahoma"/>
              <a:cs typeface="Tahoma"/>
              <a:sym typeface="Tahoma"/>
            </a:endParaRPr>
          </a:p>
        </p:txBody>
      </p:sp>
      <p:sp>
        <p:nvSpPr>
          <p:cNvPr id="100" name="Google Shape;100;p5"/>
          <p:cNvSpPr/>
          <p:nvPr/>
        </p:nvSpPr>
        <p:spPr>
          <a:xfrm>
            <a:off x="0" y="9058964"/>
            <a:ext cx="6848475" cy="18415"/>
          </a:xfrm>
          <a:custGeom>
            <a:rect b="b" l="l" r="r" t="t"/>
            <a:pathLst>
              <a:path extrusionOk="0" h="18415" w="6848475">
                <a:moveTo>
                  <a:pt x="0" y="0"/>
                </a:moveTo>
                <a:lnTo>
                  <a:pt x="6848475" y="18360"/>
                </a:lnTo>
              </a:path>
            </a:pathLst>
          </a:custGeom>
          <a:noFill/>
          <a:ln cap="flat" cmpd="sng" w="114275">
            <a:solidFill>
              <a:srgbClr val="9FC3D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1" name="Google Shape;101;p5"/>
          <p:cNvSpPr/>
          <p:nvPr/>
        </p:nvSpPr>
        <p:spPr>
          <a:xfrm>
            <a:off x="11430000" y="9058275"/>
            <a:ext cx="6858000" cy="18415"/>
          </a:xfrm>
          <a:custGeom>
            <a:rect b="b" l="l" r="r" t="t"/>
            <a:pathLst>
              <a:path extrusionOk="0" h="18415" w="6858000">
                <a:moveTo>
                  <a:pt x="0" y="0"/>
                </a:moveTo>
                <a:lnTo>
                  <a:pt x="6858000" y="18386"/>
                </a:lnTo>
              </a:path>
            </a:pathLst>
          </a:custGeom>
          <a:noFill/>
          <a:ln cap="flat" cmpd="sng" w="114275">
            <a:solidFill>
              <a:srgbClr val="9FC3D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2" name="Google Shape;102;p5"/>
          <p:cNvSpPr/>
          <p:nvPr/>
        </p:nvSpPr>
        <p:spPr>
          <a:xfrm>
            <a:off x="16650350" y="60300"/>
            <a:ext cx="1447800" cy="1676400"/>
          </a:xfrm>
          <a:custGeom>
            <a:rect b="b" l="l" r="r" t="t"/>
            <a:pathLst>
              <a:path extrusionOk="0" h="1676400" w="1447800">
                <a:moveTo>
                  <a:pt x="1447800" y="0"/>
                </a:moveTo>
                <a:lnTo>
                  <a:pt x="0" y="0"/>
                </a:lnTo>
                <a:lnTo>
                  <a:pt x="0" y="998093"/>
                </a:lnTo>
                <a:lnTo>
                  <a:pt x="2451" y="1046894"/>
                </a:lnTo>
                <a:lnTo>
                  <a:pt x="8414" y="1094753"/>
                </a:lnTo>
                <a:lnTo>
                  <a:pt x="17766" y="1141553"/>
                </a:lnTo>
                <a:lnTo>
                  <a:pt x="30388" y="1187177"/>
                </a:lnTo>
                <a:lnTo>
                  <a:pt x="46159" y="1231509"/>
                </a:lnTo>
                <a:lnTo>
                  <a:pt x="64958" y="1274430"/>
                </a:lnTo>
                <a:lnTo>
                  <a:pt x="86664" y="1315826"/>
                </a:lnTo>
                <a:lnTo>
                  <a:pt x="111158" y="1355578"/>
                </a:lnTo>
                <a:lnTo>
                  <a:pt x="138318" y="1393570"/>
                </a:lnTo>
                <a:lnTo>
                  <a:pt x="168025" y="1429686"/>
                </a:lnTo>
                <a:lnTo>
                  <a:pt x="200156" y="1463808"/>
                </a:lnTo>
                <a:lnTo>
                  <a:pt x="234592" y="1495820"/>
                </a:lnTo>
                <a:lnTo>
                  <a:pt x="271212" y="1525604"/>
                </a:lnTo>
                <a:lnTo>
                  <a:pt x="309896" y="1553044"/>
                </a:lnTo>
                <a:lnTo>
                  <a:pt x="350522" y="1578024"/>
                </a:lnTo>
                <a:lnTo>
                  <a:pt x="392971" y="1600426"/>
                </a:lnTo>
                <a:lnTo>
                  <a:pt x="437122" y="1620133"/>
                </a:lnTo>
                <a:lnTo>
                  <a:pt x="482853" y="1637029"/>
                </a:lnTo>
                <a:lnTo>
                  <a:pt x="528493" y="1650244"/>
                </a:lnTo>
                <a:lnTo>
                  <a:pt x="576029" y="1661147"/>
                </a:lnTo>
                <a:lnTo>
                  <a:pt x="624887" y="1669381"/>
                </a:lnTo>
                <a:lnTo>
                  <a:pt x="674495" y="1674585"/>
                </a:lnTo>
                <a:lnTo>
                  <a:pt x="724280" y="1676400"/>
                </a:lnTo>
                <a:lnTo>
                  <a:pt x="773571" y="1674823"/>
                </a:lnTo>
                <a:lnTo>
                  <a:pt x="821971" y="1670186"/>
                </a:lnTo>
                <a:lnTo>
                  <a:pt x="869323" y="1662629"/>
                </a:lnTo>
                <a:lnTo>
                  <a:pt x="915467" y="1652292"/>
                </a:lnTo>
                <a:lnTo>
                  <a:pt x="960246" y="1639316"/>
                </a:lnTo>
                <a:lnTo>
                  <a:pt x="961771" y="1638553"/>
                </a:lnTo>
                <a:lnTo>
                  <a:pt x="963421" y="1638553"/>
                </a:lnTo>
                <a:lnTo>
                  <a:pt x="964946" y="1637792"/>
                </a:lnTo>
                <a:lnTo>
                  <a:pt x="1010224" y="1620535"/>
                </a:lnTo>
                <a:lnTo>
                  <a:pt x="1054025" y="1600510"/>
                </a:lnTo>
                <a:lnTo>
                  <a:pt x="1096218" y="1577833"/>
                </a:lnTo>
                <a:lnTo>
                  <a:pt x="1136674" y="1552621"/>
                </a:lnTo>
                <a:lnTo>
                  <a:pt x="1175262" y="1524990"/>
                </a:lnTo>
                <a:lnTo>
                  <a:pt x="1211852" y="1495058"/>
                </a:lnTo>
                <a:lnTo>
                  <a:pt x="1246315" y="1462940"/>
                </a:lnTo>
                <a:lnTo>
                  <a:pt x="1278520" y="1428755"/>
                </a:lnTo>
                <a:lnTo>
                  <a:pt x="1308338" y="1392618"/>
                </a:lnTo>
                <a:lnTo>
                  <a:pt x="1335637" y="1354647"/>
                </a:lnTo>
                <a:lnTo>
                  <a:pt x="1360290" y="1314958"/>
                </a:lnTo>
                <a:lnTo>
                  <a:pt x="1382164" y="1273668"/>
                </a:lnTo>
                <a:lnTo>
                  <a:pt x="1401131" y="1230895"/>
                </a:lnTo>
                <a:lnTo>
                  <a:pt x="1417060" y="1186754"/>
                </a:lnTo>
                <a:lnTo>
                  <a:pt x="1429821" y="1141363"/>
                </a:lnTo>
                <a:lnTo>
                  <a:pt x="1439285" y="1094838"/>
                </a:lnTo>
                <a:lnTo>
                  <a:pt x="1445321" y="1047296"/>
                </a:lnTo>
                <a:lnTo>
                  <a:pt x="1447800" y="998854"/>
                </a:lnTo>
                <a:lnTo>
                  <a:pt x="1447800" y="0"/>
                </a:lnTo>
                <a:close/>
              </a:path>
            </a:pathLst>
          </a:custGeom>
          <a:solidFill>
            <a:srgbClr val="9FC3D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3" name="Google Shape;103;p5"/>
          <p:cNvSpPr txBox="1"/>
          <p:nvPr>
            <p:ph type="title"/>
          </p:nvPr>
        </p:nvSpPr>
        <p:spPr>
          <a:xfrm>
            <a:off x="16998574" y="364000"/>
            <a:ext cx="625800" cy="86760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s-GT" sz="5550">
                <a:solidFill>
                  <a:srgbClr val="000000"/>
                </a:solidFill>
                <a:latin typeface="Arial Black"/>
                <a:ea typeface="Arial Black"/>
                <a:cs typeface="Arial Black"/>
                <a:sym typeface="Arial Black"/>
              </a:rPr>
              <a:t>8</a:t>
            </a:r>
            <a:endParaRPr sz="5550">
              <a:latin typeface="Arial Black"/>
              <a:ea typeface="Arial Black"/>
              <a:cs typeface="Arial Black"/>
              <a:sym typeface="Arial Black"/>
            </a:endParaRPr>
          </a:p>
        </p:txBody>
      </p:sp>
      <p:grpSp>
        <p:nvGrpSpPr>
          <p:cNvPr id="104" name="Google Shape;104;p5"/>
          <p:cNvGrpSpPr/>
          <p:nvPr/>
        </p:nvGrpSpPr>
        <p:grpSpPr>
          <a:xfrm>
            <a:off x="158970" y="167996"/>
            <a:ext cx="16614555" cy="8118754"/>
            <a:chOff x="158970" y="167996"/>
            <a:chExt cx="16614555" cy="8118754"/>
          </a:xfrm>
        </p:grpSpPr>
        <p:sp>
          <p:nvSpPr>
            <p:cNvPr id="105" name="Google Shape;105;p5"/>
            <p:cNvSpPr/>
            <p:nvPr/>
          </p:nvSpPr>
          <p:spPr>
            <a:xfrm>
              <a:off x="158970" y="167996"/>
              <a:ext cx="4916805" cy="1906905"/>
            </a:xfrm>
            <a:custGeom>
              <a:rect b="b" l="l" r="r" t="t"/>
              <a:pathLst>
                <a:path extrusionOk="0" h="1906905" w="4916805">
                  <a:moveTo>
                    <a:pt x="26048" y="41868"/>
                  </a:moveTo>
                  <a:lnTo>
                    <a:pt x="15904" y="43910"/>
                  </a:lnTo>
                  <a:lnTo>
                    <a:pt x="7625" y="49477"/>
                  </a:lnTo>
                  <a:lnTo>
                    <a:pt x="2045" y="57731"/>
                  </a:lnTo>
                  <a:lnTo>
                    <a:pt x="0" y="67834"/>
                  </a:lnTo>
                  <a:lnTo>
                    <a:pt x="2045" y="77937"/>
                  </a:lnTo>
                  <a:lnTo>
                    <a:pt x="7625" y="86191"/>
                  </a:lnTo>
                  <a:lnTo>
                    <a:pt x="15904" y="91758"/>
                  </a:lnTo>
                  <a:lnTo>
                    <a:pt x="26048" y="93800"/>
                  </a:lnTo>
                  <a:lnTo>
                    <a:pt x="36165" y="91758"/>
                  </a:lnTo>
                  <a:lnTo>
                    <a:pt x="44431" y="86191"/>
                  </a:lnTo>
                  <a:lnTo>
                    <a:pt x="50006" y="77937"/>
                  </a:lnTo>
                  <a:lnTo>
                    <a:pt x="52051" y="67834"/>
                  </a:lnTo>
                  <a:lnTo>
                    <a:pt x="50006" y="57731"/>
                  </a:lnTo>
                  <a:lnTo>
                    <a:pt x="44431" y="49477"/>
                  </a:lnTo>
                  <a:lnTo>
                    <a:pt x="36165" y="43910"/>
                  </a:lnTo>
                  <a:lnTo>
                    <a:pt x="26048" y="41868"/>
                  </a:lnTo>
                  <a:close/>
                </a:path>
                <a:path extrusionOk="0" h="1906905" w="4916805">
                  <a:moveTo>
                    <a:pt x="328640" y="38499"/>
                  </a:moveTo>
                  <a:lnTo>
                    <a:pt x="317199" y="40802"/>
                  </a:lnTo>
                  <a:lnTo>
                    <a:pt x="307861" y="47085"/>
                  </a:lnTo>
                  <a:lnTo>
                    <a:pt x="301569" y="56409"/>
                  </a:lnTo>
                  <a:lnTo>
                    <a:pt x="299263" y="67834"/>
                  </a:lnTo>
                  <a:lnTo>
                    <a:pt x="301569" y="79259"/>
                  </a:lnTo>
                  <a:lnTo>
                    <a:pt x="307861" y="88583"/>
                  </a:lnTo>
                  <a:lnTo>
                    <a:pt x="317199" y="94866"/>
                  </a:lnTo>
                  <a:lnTo>
                    <a:pt x="328640" y="97169"/>
                  </a:lnTo>
                  <a:lnTo>
                    <a:pt x="340056" y="94866"/>
                  </a:lnTo>
                  <a:lnTo>
                    <a:pt x="349380" y="88583"/>
                  </a:lnTo>
                  <a:lnTo>
                    <a:pt x="355667" y="79260"/>
                  </a:lnTo>
                  <a:lnTo>
                    <a:pt x="357973" y="67834"/>
                  </a:lnTo>
                  <a:lnTo>
                    <a:pt x="355667" y="56409"/>
                  </a:lnTo>
                  <a:lnTo>
                    <a:pt x="349380" y="47085"/>
                  </a:lnTo>
                  <a:lnTo>
                    <a:pt x="340056" y="40802"/>
                  </a:lnTo>
                  <a:lnTo>
                    <a:pt x="328640" y="38499"/>
                  </a:lnTo>
                  <a:close/>
                </a:path>
                <a:path extrusionOk="0" h="1906905" w="4916805">
                  <a:moveTo>
                    <a:pt x="631233" y="35130"/>
                  </a:moveTo>
                  <a:lnTo>
                    <a:pt x="618486" y="37700"/>
                  </a:lnTo>
                  <a:lnTo>
                    <a:pt x="608075" y="44710"/>
                  </a:lnTo>
                  <a:lnTo>
                    <a:pt x="601055" y="55105"/>
                  </a:lnTo>
                  <a:lnTo>
                    <a:pt x="598481" y="67834"/>
                  </a:lnTo>
                  <a:lnTo>
                    <a:pt x="601055" y="80563"/>
                  </a:lnTo>
                  <a:lnTo>
                    <a:pt x="608075" y="90959"/>
                  </a:lnTo>
                  <a:lnTo>
                    <a:pt x="618486" y="97968"/>
                  </a:lnTo>
                  <a:lnTo>
                    <a:pt x="631233" y="100539"/>
                  </a:lnTo>
                  <a:lnTo>
                    <a:pt x="643954" y="97968"/>
                  </a:lnTo>
                  <a:lnTo>
                    <a:pt x="654351" y="90959"/>
                  </a:lnTo>
                  <a:lnTo>
                    <a:pt x="661366" y="80563"/>
                  </a:lnTo>
                  <a:lnTo>
                    <a:pt x="663939" y="67834"/>
                  </a:lnTo>
                  <a:lnTo>
                    <a:pt x="661366" y="55105"/>
                  </a:lnTo>
                  <a:lnTo>
                    <a:pt x="654351" y="44710"/>
                  </a:lnTo>
                  <a:lnTo>
                    <a:pt x="643954" y="37700"/>
                  </a:lnTo>
                  <a:lnTo>
                    <a:pt x="631233" y="35130"/>
                  </a:lnTo>
                  <a:close/>
                </a:path>
                <a:path extrusionOk="0" h="1906905" w="4916805">
                  <a:moveTo>
                    <a:pt x="933825" y="32659"/>
                  </a:moveTo>
                  <a:lnTo>
                    <a:pt x="920096" y="35426"/>
                  </a:lnTo>
                  <a:lnTo>
                    <a:pt x="908885" y="42969"/>
                  </a:lnTo>
                  <a:lnTo>
                    <a:pt x="901326" y="54151"/>
                  </a:lnTo>
                  <a:lnTo>
                    <a:pt x="898554" y="67834"/>
                  </a:lnTo>
                  <a:lnTo>
                    <a:pt x="901326" y="81544"/>
                  </a:lnTo>
                  <a:lnTo>
                    <a:pt x="908885" y="92739"/>
                  </a:lnTo>
                  <a:lnTo>
                    <a:pt x="920096" y="100287"/>
                  </a:lnTo>
                  <a:lnTo>
                    <a:pt x="933825" y="103054"/>
                  </a:lnTo>
                  <a:lnTo>
                    <a:pt x="947529" y="100287"/>
                  </a:lnTo>
                  <a:lnTo>
                    <a:pt x="958726" y="92739"/>
                  </a:lnTo>
                  <a:lnTo>
                    <a:pt x="966280" y="81544"/>
                  </a:lnTo>
                  <a:lnTo>
                    <a:pt x="969051" y="67834"/>
                  </a:lnTo>
                  <a:lnTo>
                    <a:pt x="966280" y="54151"/>
                  </a:lnTo>
                  <a:lnTo>
                    <a:pt x="958726" y="42969"/>
                  </a:lnTo>
                  <a:lnTo>
                    <a:pt x="947529" y="35426"/>
                  </a:lnTo>
                  <a:lnTo>
                    <a:pt x="933825" y="32659"/>
                  </a:lnTo>
                  <a:close/>
                </a:path>
                <a:path extrusionOk="0" h="1906905" w="4916805">
                  <a:moveTo>
                    <a:pt x="1236373" y="30143"/>
                  </a:moveTo>
                  <a:lnTo>
                    <a:pt x="1221688" y="33107"/>
                  </a:lnTo>
                  <a:lnTo>
                    <a:pt x="1209689" y="41189"/>
                  </a:lnTo>
                  <a:lnTo>
                    <a:pt x="1201596" y="53170"/>
                  </a:lnTo>
                  <a:lnTo>
                    <a:pt x="1198628" y="67834"/>
                  </a:lnTo>
                  <a:lnTo>
                    <a:pt x="1201596" y="82524"/>
                  </a:lnTo>
                  <a:lnTo>
                    <a:pt x="1209689" y="94519"/>
                  </a:lnTo>
                  <a:lnTo>
                    <a:pt x="1221688" y="102605"/>
                  </a:lnTo>
                  <a:lnTo>
                    <a:pt x="1236373" y="105570"/>
                  </a:lnTo>
                  <a:lnTo>
                    <a:pt x="1251084" y="102605"/>
                  </a:lnTo>
                  <a:lnTo>
                    <a:pt x="1263096" y="94519"/>
                  </a:lnTo>
                  <a:lnTo>
                    <a:pt x="1271194" y="82524"/>
                  </a:lnTo>
                  <a:lnTo>
                    <a:pt x="1274163" y="67834"/>
                  </a:lnTo>
                  <a:lnTo>
                    <a:pt x="1271194" y="53170"/>
                  </a:lnTo>
                  <a:lnTo>
                    <a:pt x="1263096" y="41189"/>
                  </a:lnTo>
                  <a:lnTo>
                    <a:pt x="1251084" y="33107"/>
                  </a:lnTo>
                  <a:lnTo>
                    <a:pt x="1236373" y="30143"/>
                  </a:lnTo>
                  <a:close/>
                </a:path>
                <a:path extrusionOk="0" h="1906905" w="4916805">
                  <a:moveTo>
                    <a:pt x="1538965" y="26774"/>
                  </a:moveTo>
                  <a:lnTo>
                    <a:pt x="1522982" y="29999"/>
                  </a:lnTo>
                  <a:lnTo>
                    <a:pt x="1509925" y="38797"/>
                  </a:lnTo>
                  <a:lnTo>
                    <a:pt x="1501120" y="51848"/>
                  </a:lnTo>
                  <a:lnTo>
                    <a:pt x="1497891" y="67834"/>
                  </a:lnTo>
                  <a:lnTo>
                    <a:pt x="1501120" y="83828"/>
                  </a:lnTo>
                  <a:lnTo>
                    <a:pt x="1509925" y="96894"/>
                  </a:lnTo>
                  <a:lnTo>
                    <a:pt x="1522982" y="105707"/>
                  </a:lnTo>
                  <a:lnTo>
                    <a:pt x="1538965" y="108940"/>
                  </a:lnTo>
                  <a:lnTo>
                    <a:pt x="1554982" y="105707"/>
                  </a:lnTo>
                  <a:lnTo>
                    <a:pt x="1568067" y="96894"/>
                  </a:lnTo>
                  <a:lnTo>
                    <a:pt x="1576893" y="83828"/>
                  </a:lnTo>
                  <a:lnTo>
                    <a:pt x="1580130" y="67834"/>
                  </a:lnTo>
                  <a:lnTo>
                    <a:pt x="1576893" y="51848"/>
                  </a:lnTo>
                  <a:lnTo>
                    <a:pt x="1568067" y="38797"/>
                  </a:lnTo>
                  <a:lnTo>
                    <a:pt x="1554982" y="29999"/>
                  </a:lnTo>
                  <a:lnTo>
                    <a:pt x="1538965" y="26774"/>
                  </a:lnTo>
                  <a:close/>
                </a:path>
                <a:path extrusionOk="0" h="1906905" w="4916805">
                  <a:moveTo>
                    <a:pt x="1841558" y="24258"/>
                  </a:moveTo>
                  <a:lnTo>
                    <a:pt x="1824592" y="27688"/>
                  </a:lnTo>
                  <a:lnTo>
                    <a:pt x="1810735" y="37039"/>
                  </a:lnTo>
                  <a:lnTo>
                    <a:pt x="1801391" y="50905"/>
                  </a:lnTo>
                  <a:lnTo>
                    <a:pt x="1797964" y="67879"/>
                  </a:lnTo>
                  <a:lnTo>
                    <a:pt x="1801391" y="84827"/>
                  </a:lnTo>
                  <a:lnTo>
                    <a:pt x="1810735" y="98680"/>
                  </a:lnTo>
                  <a:lnTo>
                    <a:pt x="1824592" y="108026"/>
                  </a:lnTo>
                  <a:lnTo>
                    <a:pt x="1841558" y="111455"/>
                  </a:lnTo>
                  <a:lnTo>
                    <a:pt x="1858550" y="108026"/>
                  </a:lnTo>
                  <a:lnTo>
                    <a:pt x="1872420" y="98680"/>
                  </a:lnTo>
                  <a:lnTo>
                    <a:pt x="1881769" y="84827"/>
                  </a:lnTo>
                  <a:lnTo>
                    <a:pt x="1885197" y="67879"/>
                  </a:lnTo>
                  <a:lnTo>
                    <a:pt x="1881769" y="50905"/>
                  </a:lnTo>
                  <a:lnTo>
                    <a:pt x="1872420" y="37039"/>
                  </a:lnTo>
                  <a:lnTo>
                    <a:pt x="1858550" y="27688"/>
                  </a:lnTo>
                  <a:lnTo>
                    <a:pt x="1841558" y="24258"/>
                  </a:lnTo>
                  <a:close/>
                </a:path>
                <a:path extrusionOk="0" h="1906905" w="4916805">
                  <a:moveTo>
                    <a:pt x="2144150" y="21742"/>
                  </a:moveTo>
                  <a:lnTo>
                    <a:pt x="2126203" y="25369"/>
                  </a:lnTo>
                  <a:lnTo>
                    <a:pt x="2111545" y="35259"/>
                  </a:lnTo>
                  <a:lnTo>
                    <a:pt x="2101662" y="49924"/>
                  </a:lnTo>
                  <a:lnTo>
                    <a:pt x="2098037" y="67879"/>
                  </a:lnTo>
                  <a:lnTo>
                    <a:pt x="2101662" y="85827"/>
                  </a:lnTo>
                  <a:lnTo>
                    <a:pt x="2111545" y="100477"/>
                  </a:lnTo>
                  <a:lnTo>
                    <a:pt x="2126203" y="110351"/>
                  </a:lnTo>
                  <a:lnTo>
                    <a:pt x="2144150" y="113971"/>
                  </a:lnTo>
                  <a:lnTo>
                    <a:pt x="2162124" y="110351"/>
                  </a:lnTo>
                  <a:lnTo>
                    <a:pt x="2176795" y="100477"/>
                  </a:lnTo>
                  <a:lnTo>
                    <a:pt x="2186684" y="85827"/>
                  </a:lnTo>
                  <a:lnTo>
                    <a:pt x="2190309" y="67879"/>
                  </a:lnTo>
                  <a:lnTo>
                    <a:pt x="2186684" y="49924"/>
                  </a:lnTo>
                  <a:lnTo>
                    <a:pt x="2176795" y="35259"/>
                  </a:lnTo>
                  <a:lnTo>
                    <a:pt x="2162124" y="25369"/>
                  </a:lnTo>
                  <a:lnTo>
                    <a:pt x="2144150" y="21742"/>
                  </a:lnTo>
                  <a:close/>
                </a:path>
                <a:path extrusionOk="0" h="1906905" w="4916805">
                  <a:moveTo>
                    <a:pt x="2446743" y="19227"/>
                  </a:moveTo>
                  <a:lnTo>
                    <a:pt x="2427813" y="23051"/>
                  </a:lnTo>
                  <a:lnTo>
                    <a:pt x="2412355" y="33479"/>
                  </a:lnTo>
                  <a:lnTo>
                    <a:pt x="2401932" y="48944"/>
                  </a:lnTo>
                  <a:lnTo>
                    <a:pt x="2398110" y="67879"/>
                  </a:lnTo>
                  <a:lnTo>
                    <a:pt x="2401932" y="86808"/>
                  </a:lnTo>
                  <a:lnTo>
                    <a:pt x="2412355" y="102257"/>
                  </a:lnTo>
                  <a:lnTo>
                    <a:pt x="2427813" y="112670"/>
                  </a:lnTo>
                  <a:lnTo>
                    <a:pt x="2446743" y="116487"/>
                  </a:lnTo>
                  <a:lnTo>
                    <a:pt x="2465706" y="112670"/>
                  </a:lnTo>
                  <a:lnTo>
                    <a:pt x="2481193" y="102257"/>
                  </a:lnTo>
                  <a:lnTo>
                    <a:pt x="2491636" y="86808"/>
                  </a:lnTo>
                  <a:lnTo>
                    <a:pt x="2495465" y="67879"/>
                  </a:lnTo>
                  <a:lnTo>
                    <a:pt x="2491636" y="48944"/>
                  </a:lnTo>
                  <a:lnTo>
                    <a:pt x="2481193" y="33479"/>
                  </a:lnTo>
                  <a:lnTo>
                    <a:pt x="2465706" y="23051"/>
                  </a:lnTo>
                  <a:lnTo>
                    <a:pt x="2446743" y="19227"/>
                  </a:lnTo>
                  <a:close/>
                </a:path>
                <a:path extrusionOk="0" h="1906905" w="4916805">
                  <a:moveTo>
                    <a:pt x="2749335" y="16711"/>
                  </a:moveTo>
                  <a:lnTo>
                    <a:pt x="2729424" y="20732"/>
                  </a:lnTo>
                  <a:lnTo>
                    <a:pt x="2713165" y="31699"/>
                  </a:lnTo>
                  <a:lnTo>
                    <a:pt x="2702203" y="47963"/>
                  </a:lnTo>
                  <a:lnTo>
                    <a:pt x="2698184" y="67879"/>
                  </a:lnTo>
                  <a:lnTo>
                    <a:pt x="2702203" y="87788"/>
                  </a:lnTo>
                  <a:lnTo>
                    <a:pt x="2713165" y="104037"/>
                  </a:lnTo>
                  <a:lnTo>
                    <a:pt x="2729424" y="114988"/>
                  </a:lnTo>
                  <a:lnTo>
                    <a:pt x="2749335" y="119003"/>
                  </a:lnTo>
                  <a:lnTo>
                    <a:pt x="2769280" y="114988"/>
                  </a:lnTo>
                  <a:lnTo>
                    <a:pt x="2785568" y="104037"/>
                  </a:lnTo>
                  <a:lnTo>
                    <a:pt x="2796550" y="87788"/>
                  </a:lnTo>
                  <a:lnTo>
                    <a:pt x="2800577" y="67879"/>
                  </a:lnTo>
                  <a:lnTo>
                    <a:pt x="2796550" y="47963"/>
                  </a:lnTo>
                  <a:lnTo>
                    <a:pt x="2785568" y="31699"/>
                  </a:lnTo>
                  <a:lnTo>
                    <a:pt x="2769280" y="20732"/>
                  </a:lnTo>
                  <a:lnTo>
                    <a:pt x="2749335" y="16711"/>
                  </a:lnTo>
                  <a:close/>
                </a:path>
                <a:path extrusionOk="0" h="1906905" w="4916805">
                  <a:moveTo>
                    <a:pt x="3051928" y="13387"/>
                  </a:moveTo>
                  <a:lnTo>
                    <a:pt x="3030711" y="17668"/>
                  </a:lnTo>
                  <a:lnTo>
                    <a:pt x="3013378" y="29346"/>
                  </a:lnTo>
                  <a:lnTo>
                    <a:pt x="3001689" y="46667"/>
                  </a:lnTo>
                  <a:lnTo>
                    <a:pt x="2997402" y="67879"/>
                  </a:lnTo>
                  <a:lnTo>
                    <a:pt x="3001689" y="89092"/>
                  </a:lnTo>
                  <a:lnTo>
                    <a:pt x="3013378" y="106413"/>
                  </a:lnTo>
                  <a:lnTo>
                    <a:pt x="3030711" y="118090"/>
                  </a:lnTo>
                  <a:lnTo>
                    <a:pt x="3051928" y="122372"/>
                  </a:lnTo>
                  <a:lnTo>
                    <a:pt x="3073171" y="118090"/>
                  </a:lnTo>
                  <a:lnTo>
                    <a:pt x="3090517" y="106413"/>
                  </a:lnTo>
                  <a:lnTo>
                    <a:pt x="3102211" y="89092"/>
                  </a:lnTo>
                  <a:lnTo>
                    <a:pt x="3106499" y="67879"/>
                  </a:lnTo>
                  <a:lnTo>
                    <a:pt x="3102211" y="46667"/>
                  </a:lnTo>
                  <a:lnTo>
                    <a:pt x="3090517" y="29346"/>
                  </a:lnTo>
                  <a:lnTo>
                    <a:pt x="3073171" y="17668"/>
                  </a:lnTo>
                  <a:lnTo>
                    <a:pt x="3051928" y="13387"/>
                  </a:lnTo>
                  <a:close/>
                </a:path>
                <a:path extrusionOk="0" h="1906905" w="4916805">
                  <a:moveTo>
                    <a:pt x="3354565" y="10871"/>
                  </a:moveTo>
                  <a:lnTo>
                    <a:pt x="3332366" y="15350"/>
                  </a:lnTo>
                  <a:lnTo>
                    <a:pt x="3314233" y="27566"/>
                  </a:lnTo>
                  <a:lnTo>
                    <a:pt x="3302005" y="45686"/>
                  </a:lnTo>
                  <a:lnTo>
                    <a:pt x="3297520" y="67879"/>
                  </a:lnTo>
                  <a:lnTo>
                    <a:pt x="3302005" y="90072"/>
                  </a:lnTo>
                  <a:lnTo>
                    <a:pt x="3314233" y="108193"/>
                  </a:lnTo>
                  <a:lnTo>
                    <a:pt x="3332366" y="120409"/>
                  </a:lnTo>
                  <a:lnTo>
                    <a:pt x="3354565" y="124888"/>
                  </a:lnTo>
                  <a:lnTo>
                    <a:pt x="3376783" y="120409"/>
                  </a:lnTo>
                  <a:lnTo>
                    <a:pt x="3394915" y="108193"/>
                  </a:lnTo>
                  <a:lnTo>
                    <a:pt x="3407132" y="90072"/>
                  </a:lnTo>
                  <a:lnTo>
                    <a:pt x="3411611" y="67879"/>
                  </a:lnTo>
                  <a:lnTo>
                    <a:pt x="3407126" y="45686"/>
                  </a:lnTo>
                  <a:lnTo>
                    <a:pt x="3394898" y="27566"/>
                  </a:lnTo>
                  <a:lnTo>
                    <a:pt x="3376764" y="15350"/>
                  </a:lnTo>
                  <a:lnTo>
                    <a:pt x="3354565" y="10871"/>
                  </a:lnTo>
                  <a:close/>
                </a:path>
                <a:path extrusionOk="0" h="1906905" w="4916805">
                  <a:moveTo>
                    <a:pt x="3657158" y="8355"/>
                  </a:moveTo>
                  <a:lnTo>
                    <a:pt x="3633977" y="13032"/>
                  </a:lnTo>
                  <a:lnTo>
                    <a:pt x="3615043" y="25786"/>
                  </a:lnTo>
                  <a:lnTo>
                    <a:pt x="3602276" y="44706"/>
                  </a:lnTo>
                  <a:lnTo>
                    <a:pt x="3597593" y="67879"/>
                  </a:lnTo>
                  <a:lnTo>
                    <a:pt x="3602276" y="91053"/>
                  </a:lnTo>
                  <a:lnTo>
                    <a:pt x="3615043" y="109973"/>
                  </a:lnTo>
                  <a:lnTo>
                    <a:pt x="3633977" y="122727"/>
                  </a:lnTo>
                  <a:lnTo>
                    <a:pt x="3657158" y="127403"/>
                  </a:lnTo>
                  <a:lnTo>
                    <a:pt x="3680339" y="122727"/>
                  </a:lnTo>
                  <a:lnTo>
                    <a:pt x="3699273" y="109973"/>
                  </a:lnTo>
                  <a:lnTo>
                    <a:pt x="3712040" y="91053"/>
                  </a:lnTo>
                  <a:lnTo>
                    <a:pt x="3716723" y="67879"/>
                  </a:lnTo>
                  <a:lnTo>
                    <a:pt x="3712040" y="44706"/>
                  </a:lnTo>
                  <a:lnTo>
                    <a:pt x="3699273" y="25786"/>
                  </a:lnTo>
                  <a:lnTo>
                    <a:pt x="3680339" y="13032"/>
                  </a:lnTo>
                  <a:lnTo>
                    <a:pt x="3657158" y="8355"/>
                  </a:lnTo>
                  <a:close/>
                </a:path>
                <a:path extrusionOk="0" h="1906905" w="4916805">
                  <a:moveTo>
                    <a:pt x="3959751" y="4177"/>
                  </a:moveTo>
                  <a:lnTo>
                    <a:pt x="3934929" y="9184"/>
                  </a:lnTo>
                  <a:lnTo>
                    <a:pt x="3914666" y="22838"/>
                  </a:lnTo>
                  <a:lnTo>
                    <a:pt x="3901009" y="43086"/>
                  </a:lnTo>
                  <a:lnTo>
                    <a:pt x="3896002" y="67879"/>
                  </a:lnTo>
                  <a:lnTo>
                    <a:pt x="3901009" y="92698"/>
                  </a:lnTo>
                  <a:lnTo>
                    <a:pt x="3914666" y="112960"/>
                  </a:lnTo>
                  <a:lnTo>
                    <a:pt x="3934929" y="126619"/>
                  </a:lnTo>
                  <a:lnTo>
                    <a:pt x="3959751" y="131626"/>
                  </a:lnTo>
                  <a:lnTo>
                    <a:pt x="3984553" y="126619"/>
                  </a:lnTo>
                  <a:lnTo>
                    <a:pt x="4004818" y="112960"/>
                  </a:lnTo>
                  <a:lnTo>
                    <a:pt x="4018486" y="92698"/>
                  </a:lnTo>
                  <a:lnTo>
                    <a:pt x="4023499" y="67879"/>
                  </a:lnTo>
                  <a:lnTo>
                    <a:pt x="4018486" y="43086"/>
                  </a:lnTo>
                  <a:lnTo>
                    <a:pt x="4004818" y="22838"/>
                  </a:lnTo>
                  <a:lnTo>
                    <a:pt x="3984553" y="9184"/>
                  </a:lnTo>
                  <a:lnTo>
                    <a:pt x="3959751" y="4177"/>
                  </a:lnTo>
                  <a:close/>
                </a:path>
                <a:path extrusionOk="0" h="1906905" w="4916805">
                  <a:moveTo>
                    <a:pt x="4262343" y="808"/>
                  </a:moveTo>
                  <a:lnTo>
                    <a:pt x="4236216" y="6082"/>
                  </a:lnTo>
                  <a:lnTo>
                    <a:pt x="4214880" y="20462"/>
                  </a:lnTo>
                  <a:lnTo>
                    <a:pt x="4200495" y="41783"/>
                  </a:lnTo>
                  <a:lnTo>
                    <a:pt x="4195220" y="67879"/>
                  </a:lnTo>
                  <a:lnTo>
                    <a:pt x="4200495" y="93995"/>
                  </a:lnTo>
                  <a:lnTo>
                    <a:pt x="4214880" y="115313"/>
                  </a:lnTo>
                  <a:lnTo>
                    <a:pt x="4236216" y="129683"/>
                  </a:lnTo>
                  <a:lnTo>
                    <a:pt x="4262343" y="134951"/>
                  </a:lnTo>
                  <a:lnTo>
                    <a:pt x="4288470" y="129683"/>
                  </a:lnTo>
                  <a:lnTo>
                    <a:pt x="4309806" y="115313"/>
                  </a:lnTo>
                  <a:lnTo>
                    <a:pt x="4324191" y="93995"/>
                  </a:lnTo>
                  <a:lnTo>
                    <a:pt x="4329466" y="67879"/>
                  </a:lnTo>
                  <a:lnTo>
                    <a:pt x="4324191" y="41783"/>
                  </a:lnTo>
                  <a:lnTo>
                    <a:pt x="4309806" y="20462"/>
                  </a:lnTo>
                  <a:lnTo>
                    <a:pt x="4288470" y="6082"/>
                  </a:lnTo>
                  <a:lnTo>
                    <a:pt x="4262343" y="808"/>
                  </a:lnTo>
                  <a:close/>
                </a:path>
                <a:path extrusionOk="0" h="1906905" w="4916805">
                  <a:moveTo>
                    <a:pt x="4564936" y="0"/>
                  </a:moveTo>
                  <a:lnTo>
                    <a:pt x="4538466" y="5337"/>
                  </a:lnTo>
                  <a:lnTo>
                    <a:pt x="4516860" y="19890"/>
                  </a:lnTo>
                  <a:lnTo>
                    <a:pt x="4502297" y="41467"/>
                  </a:lnTo>
                  <a:lnTo>
                    <a:pt x="4496958" y="67879"/>
                  </a:lnTo>
                  <a:lnTo>
                    <a:pt x="4502297" y="94318"/>
                  </a:lnTo>
                  <a:lnTo>
                    <a:pt x="4516860" y="115909"/>
                  </a:lnTo>
                  <a:lnTo>
                    <a:pt x="4538466" y="130466"/>
                  </a:lnTo>
                  <a:lnTo>
                    <a:pt x="4564936" y="135804"/>
                  </a:lnTo>
                  <a:lnTo>
                    <a:pt x="4591386" y="130466"/>
                  </a:lnTo>
                  <a:lnTo>
                    <a:pt x="4612994" y="115909"/>
                  </a:lnTo>
                  <a:lnTo>
                    <a:pt x="4627568" y="94318"/>
                  </a:lnTo>
                  <a:lnTo>
                    <a:pt x="4632913" y="67879"/>
                  </a:lnTo>
                  <a:lnTo>
                    <a:pt x="4627568" y="41467"/>
                  </a:lnTo>
                  <a:lnTo>
                    <a:pt x="4612994" y="19890"/>
                  </a:lnTo>
                  <a:lnTo>
                    <a:pt x="4591386" y="5337"/>
                  </a:lnTo>
                  <a:lnTo>
                    <a:pt x="4564936" y="0"/>
                  </a:lnTo>
                  <a:close/>
                </a:path>
                <a:path extrusionOk="0" h="1906905" w="4916805">
                  <a:moveTo>
                    <a:pt x="4867528" y="49461"/>
                  </a:moveTo>
                  <a:lnTo>
                    <a:pt x="4860357" y="50911"/>
                  </a:lnTo>
                  <a:lnTo>
                    <a:pt x="4854493" y="54863"/>
                  </a:lnTo>
                  <a:lnTo>
                    <a:pt x="4850535" y="60718"/>
                  </a:lnTo>
                  <a:lnTo>
                    <a:pt x="4849083" y="67879"/>
                  </a:lnTo>
                  <a:lnTo>
                    <a:pt x="4850535" y="75067"/>
                  </a:lnTo>
                  <a:lnTo>
                    <a:pt x="4854493" y="80935"/>
                  </a:lnTo>
                  <a:lnTo>
                    <a:pt x="4860357" y="84892"/>
                  </a:lnTo>
                  <a:lnTo>
                    <a:pt x="4867528" y="86343"/>
                  </a:lnTo>
                  <a:lnTo>
                    <a:pt x="4874718" y="84892"/>
                  </a:lnTo>
                  <a:lnTo>
                    <a:pt x="4880580" y="80935"/>
                  </a:lnTo>
                  <a:lnTo>
                    <a:pt x="4884527" y="75067"/>
                  </a:lnTo>
                  <a:lnTo>
                    <a:pt x="4885973" y="67879"/>
                  </a:lnTo>
                  <a:lnTo>
                    <a:pt x="4884527" y="60718"/>
                  </a:lnTo>
                  <a:lnTo>
                    <a:pt x="4880580" y="54863"/>
                  </a:lnTo>
                  <a:lnTo>
                    <a:pt x="4874718" y="50911"/>
                  </a:lnTo>
                  <a:lnTo>
                    <a:pt x="4867528" y="49461"/>
                  </a:lnTo>
                  <a:close/>
                </a:path>
                <a:path extrusionOk="0" h="1906905" w="4916805">
                  <a:moveTo>
                    <a:pt x="26048" y="344295"/>
                  </a:moveTo>
                  <a:lnTo>
                    <a:pt x="15904" y="346338"/>
                  </a:lnTo>
                  <a:lnTo>
                    <a:pt x="7625" y="351910"/>
                  </a:lnTo>
                  <a:lnTo>
                    <a:pt x="2045" y="360177"/>
                  </a:lnTo>
                  <a:lnTo>
                    <a:pt x="0" y="370306"/>
                  </a:lnTo>
                  <a:lnTo>
                    <a:pt x="2045" y="380409"/>
                  </a:lnTo>
                  <a:lnTo>
                    <a:pt x="7625" y="388663"/>
                  </a:lnTo>
                  <a:lnTo>
                    <a:pt x="15904" y="394230"/>
                  </a:lnTo>
                  <a:lnTo>
                    <a:pt x="26048" y="396272"/>
                  </a:lnTo>
                  <a:lnTo>
                    <a:pt x="36165" y="394230"/>
                  </a:lnTo>
                  <a:lnTo>
                    <a:pt x="44431" y="388663"/>
                  </a:lnTo>
                  <a:lnTo>
                    <a:pt x="50006" y="380409"/>
                  </a:lnTo>
                  <a:lnTo>
                    <a:pt x="52051" y="370306"/>
                  </a:lnTo>
                  <a:lnTo>
                    <a:pt x="50006" y="360177"/>
                  </a:lnTo>
                  <a:lnTo>
                    <a:pt x="44431" y="351910"/>
                  </a:lnTo>
                  <a:lnTo>
                    <a:pt x="36165" y="346338"/>
                  </a:lnTo>
                  <a:lnTo>
                    <a:pt x="26048" y="344295"/>
                  </a:lnTo>
                  <a:close/>
                </a:path>
                <a:path extrusionOk="0" h="1906905" w="4916805">
                  <a:moveTo>
                    <a:pt x="328640" y="340926"/>
                  </a:moveTo>
                  <a:lnTo>
                    <a:pt x="317199" y="343236"/>
                  </a:lnTo>
                  <a:lnTo>
                    <a:pt x="307861" y="349535"/>
                  </a:lnTo>
                  <a:lnTo>
                    <a:pt x="301569" y="358874"/>
                  </a:lnTo>
                  <a:lnTo>
                    <a:pt x="299263" y="370306"/>
                  </a:lnTo>
                  <a:lnTo>
                    <a:pt x="301569" y="381713"/>
                  </a:lnTo>
                  <a:lnTo>
                    <a:pt x="307861" y="391039"/>
                  </a:lnTo>
                  <a:lnTo>
                    <a:pt x="317199" y="397332"/>
                  </a:lnTo>
                  <a:lnTo>
                    <a:pt x="328640" y="399642"/>
                  </a:lnTo>
                  <a:lnTo>
                    <a:pt x="340056" y="397332"/>
                  </a:lnTo>
                  <a:lnTo>
                    <a:pt x="349380" y="391039"/>
                  </a:lnTo>
                  <a:lnTo>
                    <a:pt x="355667" y="381713"/>
                  </a:lnTo>
                  <a:lnTo>
                    <a:pt x="357973" y="370306"/>
                  </a:lnTo>
                  <a:lnTo>
                    <a:pt x="355667" y="358874"/>
                  </a:lnTo>
                  <a:lnTo>
                    <a:pt x="349380" y="349535"/>
                  </a:lnTo>
                  <a:lnTo>
                    <a:pt x="340056" y="343236"/>
                  </a:lnTo>
                  <a:lnTo>
                    <a:pt x="328640" y="340926"/>
                  </a:lnTo>
                  <a:close/>
                </a:path>
                <a:path extrusionOk="0" h="1906905" w="4916805">
                  <a:moveTo>
                    <a:pt x="631233" y="337602"/>
                  </a:moveTo>
                  <a:lnTo>
                    <a:pt x="618486" y="340172"/>
                  </a:lnTo>
                  <a:lnTo>
                    <a:pt x="608075" y="347182"/>
                  </a:lnTo>
                  <a:lnTo>
                    <a:pt x="601055" y="357577"/>
                  </a:lnTo>
                  <a:lnTo>
                    <a:pt x="598481" y="370306"/>
                  </a:lnTo>
                  <a:lnTo>
                    <a:pt x="601055" y="383035"/>
                  </a:lnTo>
                  <a:lnTo>
                    <a:pt x="608075" y="393431"/>
                  </a:lnTo>
                  <a:lnTo>
                    <a:pt x="618486" y="400440"/>
                  </a:lnTo>
                  <a:lnTo>
                    <a:pt x="631233" y="403011"/>
                  </a:lnTo>
                  <a:lnTo>
                    <a:pt x="643954" y="400440"/>
                  </a:lnTo>
                  <a:lnTo>
                    <a:pt x="654351" y="393431"/>
                  </a:lnTo>
                  <a:lnTo>
                    <a:pt x="661366" y="383035"/>
                  </a:lnTo>
                  <a:lnTo>
                    <a:pt x="663940" y="370306"/>
                  </a:lnTo>
                  <a:lnTo>
                    <a:pt x="661366" y="357577"/>
                  </a:lnTo>
                  <a:lnTo>
                    <a:pt x="654351" y="347182"/>
                  </a:lnTo>
                  <a:lnTo>
                    <a:pt x="643954" y="340172"/>
                  </a:lnTo>
                  <a:lnTo>
                    <a:pt x="631233" y="337602"/>
                  </a:lnTo>
                  <a:close/>
                </a:path>
                <a:path extrusionOk="0" h="1906905" w="4916805">
                  <a:moveTo>
                    <a:pt x="933825" y="335086"/>
                  </a:moveTo>
                  <a:lnTo>
                    <a:pt x="920096" y="337854"/>
                  </a:lnTo>
                  <a:lnTo>
                    <a:pt x="908885" y="345402"/>
                  </a:lnTo>
                  <a:lnTo>
                    <a:pt x="901326" y="356597"/>
                  </a:lnTo>
                  <a:lnTo>
                    <a:pt x="898554" y="370306"/>
                  </a:lnTo>
                  <a:lnTo>
                    <a:pt x="901326" y="384016"/>
                  </a:lnTo>
                  <a:lnTo>
                    <a:pt x="908885" y="395211"/>
                  </a:lnTo>
                  <a:lnTo>
                    <a:pt x="920096" y="402759"/>
                  </a:lnTo>
                  <a:lnTo>
                    <a:pt x="933825" y="405527"/>
                  </a:lnTo>
                  <a:lnTo>
                    <a:pt x="947529" y="402759"/>
                  </a:lnTo>
                  <a:lnTo>
                    <a:pt x="958727" y="395211"/>
                  </a:lnTo>
                  <a:lnTo>
                    <a:pt x="966280" y="384016"/>
                  </a:lnTo>
                  <a:lnTo>
                    <a:pt x="969051" y="370306"/>
                  </a:lnTo>
                  <a:lnTo>
                    <a:pt x="966280" y="356597"/>
                  </a:lnTo>
                  <a:lnTo>
                    <a:pt x="958727" y="345402"/>
                  </a:lnTo>
                  <a:lnTo>
                    <a:pt x="947529" y="337854"/>
                  </a:lnTo>
                  <a:lnTo>
                    <a:pt x="933825" y="335086"/>
                  </a:lnTo>
                  <a:close/>
                </a:path>
                <a:path extrusionOk="0" h="1906905" w="4916805">
                  <a:moveTo>
                    <a:pt x="1236373" y="332570"/>
                  </a:moveTo>
                  <a:lnTo>
                    <a:pt x="1221688" y="335535"/>
                  </a:lnTo>
                  <a:lnTo>
                    <a:pt x="1209689" y="343622"/>
                  </a:lnTo>
                  <a:lnTo>
                    <a:pt x="1201596" y="355616"/>
                  </a:lnTo>
                  <a:lnTo>
                    <a:pt x="1198628" y="370306"/>
                  </a:lnTo>
                  <a:lnTo>
                    <a:pt x="1201596" y="384997"/>
                  </a:lnTo>
                  <a:lnTo>
                    <a:pt x="1209689" y="396991"/>
                  </a:lnTo>
                  <a:lnTo>
                    <a:pt x="1221688" y="405077"/>
                  </a:lnTo>
                  <a:lnTo>
                    <a:pt x="1236373" y="408042"/>
                  </a:lnTo>
                  <a:lnTo>
                    <a:pt x="1251084" y="405077"/>
                  </a:lnTo>
                  <a:lnTo>
                    <a:pt x="1263096" y="396991"/>
                  </a:lnTo>
                  <a:lnTo>
                    <a:pt x="1271194" y="384997"/>
                  </a:lnTo>
                  <a:lnTo>
                    <a:pt x="1274163" y="370306"/>
                  </a:lnTo>
                  <a:lnTo>
                    <a:pt x="1271194" y="355616"/>
                  </a:lnTo>
                  <a:lnTo>
                    <a:pt x="1263096" y="343622"/>
                  </a:lnTo>
                  <a:lnTo>
                    <a:pt x="1251084" y="335535"/>
                  </a:lnTo>
                  <a:lnTo>
                    <a:pt x="1236373" y="332570"/>
                  </a:lnTo>
                  <a:close/>
                </a:path>
                <a:path extrusionOk="0" h="1906905" w="4916805">
                  <a:moveTo>
                    <a:pt x="1538965" y="329201"/>
                  </a:moveTo>
                  <a:lnTo>
                    <a:pt x="1522982" y="332434"/>
                  </a:lnTo>
                  <a:lnTo>
                    <a:pt x="1509925" y="341246"/>
                  </a:lnTo>
                  <a:lnTo>
                    <a:pt x="1501120" y="354313"/>
                  </a:lnTo>
                  <a:lnTo>
                    <a:pt x="1497891" y="370306"/>
                  </a:lnTo>
                  <a:lnTo>
                    <a:pt x="1501120" y="386300"/>
                  </a:lnTo>
                  <a:lnTo>
                    <a:pt x="1509925" y="399367"/>
                  </a:lnTo>
                  <a:lnTo>
                    <a:pt x="1522982" y="408179"/>
                  </a:lnTo>
                  <a:lnTo>
                    <a:pt x="1538965" y="411412"/>
                  </a:lnTo>
                  <a:lnTo>
                    <a:pt x="1554982" y="408179"/>
                  </a:lnTo>
                  <a:lnTo>
                    <a:pt x="1568067" y="399367"/>
                  </a:lnTo>
                  <a:lnTo>
                    <a:pt x="1576893" y="386300"/>
                  </a:lnTo>
                  <a:lnTo>
                    <a:pt x="1580130" y="370306"/>
                  </a:lnTo>
                  <a:lnTo>
                    <a:pt x="1576893" y="354313"/>
                  </a:lnTo>
                  <a:lnTo>
                    <a:pt x="1568067" y="341246"/>
                  </a:lnTo>
                  <a:lnTo>
                    <a:pt x="1554982" y="332434"/>
                  </a:lnTo>
                  <a:lnTo>
                    <a:pt x="1538965" y="329201"/>
                  </a:lnTo>
                  <a:close/>
                </a:path>
                <a:path extrusionOk="0" h="1906905" w="4916805">
                  <a:moveTo>
                    <a:pt x="1841558" y="326730"/>
                  </a:moveTo>
                  <a:lnTo>
                    <a:pt x="1824592" y="330159"/>
                  </a:lnTo>
                  <a:lnTo>
                    <a:pt x="1810735" y="339506"/>
                  </a:lnTo>
                  <a:lnTo>
                    <a:pt x="1801391" y="353358"/>
                  </a:lnTo>
                  <a:lnTo>
                    <a:pt x="1797964" y="370306"/>
                  </a:lnTo>
                  <a:lnTo>
                    <a:pt x="1801391" y="387281"/>
                  </a:lnTo>
                  <a:lnTo>
                    <a:pt x="1810735" y="401147"/>
                  </a:lnTo>
                  <a:lnTo>
                    <a:pt x="1824592" y="410498"/>
                  </a:lnTo>
                  <a:lnTo>
                    <a:pt x="1841558" y="413928"/>
                  </a:lnTo>
                  <a:lnTo>
                    <a:pt x="1858550" y="410498"/>
                  </a:lnTo>
                  <a:lnTo>
                    <a:pt x="1872420" y="401147"/>
                  </a:lnTo>
                  <a:lnTo>
                    <a:pt x="1881769" y="387281"/>
                  </a:lnTo>
                  <a:lnTo>
                    <a:pt x="1885197" y="370306"/>
                  </a:lnTo>
                  <a:lnTo>
                    <a:pt x="1881769" y="353358"/>
                  </a:lnTo>
                  <a:lnTo>
                    <a:pt x="1872420" y="339506"/>
                  </a:lnTo>
                  <a:lnTo>
                    <a:pt x="1858550" y="330159"/>
                  </a:lnTo>
                  <a:lnTo>
                    <a:pt x="1841558" y="326730"/>
                  </a:lnTo>
                  <a:close/>
                </a:path>
                <a:path extrusionOk="0" h="1906905" w="4916805">
                  <a:moveTo>
                    <a:pt x="2144150" y="324215"/>
                  </a:moveTo>
                  <a:lnTo>
                    <a:pt x="2126203" y="327841"/>
                  </a:lnTo>
                  <a:lnTo>
                    <a:pt x="2111545" y="337725"/>
                  </a:lnTo>
                  <a:lnTo>
                    <a:pt x="2101662" y="352378"/>
                  </a:lnTo>
                  <a:lnTo>
                    <a:pt x="2098037" y="370306"/>
                  </a:lnTo>
                  <a:lnTo>
                    <a:pt x="2101662" y="388261"/>
                  </a:lnTo>
                  <a:lnTo>
                    <a:pt x="2111545" y="402927"/>
                  </a:lnTo>
                  <a:lnTo>
                    <a:pt x="2126203" y="412816"/>
                  </a:lnTo>
                  <a:lnTo>
                    <a:pt x="2144150" y="416443"/>
                  </a:lnTo>
                  <a:lnTo>
                    <a:pt x="2162124" y="412816"/>
                  </a:lnTo>
                  <a:lnTo>
                    <a:pt x="2176795" y="402927"/>
                  </a:lnTo>
                  <a:lnTo>
                    <a:pt x="2186684" y="388261"/>
                  </a:lnTo>
                  <a:lnTo>
                    <a:pt x="2190309" y="370307"/>
                  </a:lnTo>
                  <a:lnTo>
                    <a:pt x="2186684" y="352378"/>
                  </a:lnTo>
                  <a:lnTo>
                    <a:pt x="2176795" y="337725"/>
                  </a:lnTo>
                  <a:lnTo>
                    <a:pt x="2162124" y="327841"/>
                  </a:lnTo>
                  <a:lnTo>
                    <a:pt x="2144150" y="324215"/>
                  </a:lnTo>
                  <a:close/>
                </a:path>
                <a:path extrusionOk="0" h="1906905" w="4916805">
                  <a:moveTo>
                    <a:pt x="2446743" y="321699"/>
                  </a:moveTo>
                  <a:lnTo>
                    <a:pt x="2427813" y="325522"/>
                  </a:lnTo>
                  <a:lnTo>
                    <a:pt x="2412355" y="335945"/>
                  </a:lnTo>
                  <a:lnTo>
                    <a:pt x="2401932" y="351397"/>
                  </a:lnTo>
                  <a:lnTo>
                    <a:pt x="2398110" y="370307"/>
                  </a:lnTo>
                  <a:lnTo>
                    <a:pt x="2401932" y="389242"/>
                  </a:lnTo>
                  <a:lnTo>
                    <a:pt x="2412355" y="404707"/>
                  </a:lnTo>
                  <a:lnTo>
                    <a:pt x="2427813" y="415135"/>
                  </a:lnTo>
                  <a:lnTo>
                    <a:pt x="2446743" y="418959"/>
                  </a:lnTo>
                  <a:lnTo>
                    <a:pt x="2465706" y="415135"/>
                  </a:lnTo>
                  <a:lnTo>
                    <a:pt x="2481193" y="404707"/>
                  </a:lnTo>
                  <a:lnTo>
                    <a:pt x="2491636" y="389242"/>
                  </a:lnTo>
                  <a:lnTo>
                    <a:pt x="2495465" y="370307"/>
                  </a:lnTo>
                  <a:lnTo>
                    <a:pt x="2491636" y="351397"/>
                  </a:lnTo>
                  <a:lnTo>
                    <a:pt x="2481193" y="335945"/>
                  </a:lnTo>
                  <a:lnTo>
                    <a:pt x="2465706" y="325522"/>
                  </a:lnTo>
                  <a:lnTo>
                    <a:pt x="2446743" y="321699"/>
                  </a:lnTo>
                  <a:close/>
                </a:path>
                <a:path extrusionOk="0" h="1906905" w="4916805">
                  <a:moveTo>
                    <a:pt x="2749335" y="319183"/>
                  </a:moveTo>
                  <a:lnTo>
                    <a:pt x="2729424" y="323198"/>
                  </a:lnTo>
                  <a:lnTo>
                    <a:pt x="2713165" y="334148"/>
                  </a:lnTo>
                  <a:lnTo>
                    <a:pt x="2702203" y="350398"/>
                  </a:lnTo>
                  <a:lnTo>
                    <a:pt x="2698184" y="370307"/>
                  </a:lnTo>
                  <a:lnTo>
                    <a:pt x="2702203" y="390223"/>
                  </a:lnTo>
                  <a:lnTo>
                    <a:pt x="2713165" y="406487"/>
                  </a:lnTo>
                  <a:lnTo>
                    <a:pt x="2729424" y="417453"/>
                  </a:lnTo>
                  <a:lnTo>
                    <a:pt x="2749335" y="421475"/>
                  </a:lnTo>
                  <a:lnTo>
                    <a:pt x="2769280" y="417453"/>
                  </a:lnTo>
                  <a:lnTo>
                    <a:pt x="2785568" y="406487"/>
                  </a:lnTo>
                  <a:lnTo>
                    <a:pt x="2796550" y="390223"/>
                  </a:lnTo>
                  <a:lnTo>
                    <a:pt x="2800577" y="370307"/>
                  </a:lnTo>
                  <a:lnTo>
                    <a:pt x="2796550" y="350398"/>
                  </a:lnTo>
                  <a:lnTo>
                    <a:pt x="2785568" y="334148"/>
                  </a:lnTo>
                  <a:lnTo>
                    <a:pt x="2769280" y="323198"/>
                  </a:lnTo>
                  <a:lnTo>
                    <a:pt x="2749335" y="319183"/>
                  </a:lnTo>
                  <a:close/>
                </a:path>
                <a:path extrusionOk="0" h="1906905" w="4916805">
                  <a:moveTo>
                    <a:pt x="3051928" y="315859"/>
                  </a:moveTo>
                  <a:lnTo>
                    <a:pt x="3030711" y="320141"/>
                  </a:lnTo>
                  <a:lnTo>
                    <a:pt x="3013378" y="331818"/>
                  </a:lnTo>
                  <a:lnTo>
                    <a:pt x="3001689" y="349139"/>
                  </a:lnTo>
                  <a:lnTo>
                    <a:pt x="2997402" y="370352"/>
                  </a:lnTo>
                  <a:lnTo>
                    <a:pt x="3001689" y="391545"/>
                  </a:lnTo>
                  <a:lnTo>
                    <a:pt x="3013378" y="408868"/>
                  </a:lnTo>
                  <a:lnTo>
                    <a:pt x="3030711" y="420556"/>
                  </a:lnTo>
                  <a:lnTo>
                    <a:pt x="3051928" y="424844"/>
                  </a:lnTo>
                  <a:lnTo>
                    <a:pt x="3073171" y="420556"/>
                  </a:lnTo>
                  <a:lnTo>
                    <a:pt x="3090517" y="408868"/>
                  </a:lnTo>
                  <a:lnTo>
                    <a:pt x="3102211" y="391545"/>
                  </a:lnTo>
                  <a:lnTo>
                    <a:pt x="3106499" y="370352"/>
                  </a:lnTo>
                  <a:lnTo>
                    <a:pt x="3102211" y="349139"/>
                  </a:lnTo>
                  <a:lnTo>
                    <a:pt x="3090517" y="331818"/>
                  </a:lnTo>
                  <a:lnTo>
                    <a:pt x="3073171" y="320141"/>
                  </a:lnTo>
                  <a:lnTo>
                    <a:pt x="3051928" y="315859"/>
                  </a:lnTo>
                  <a:close/>
                </a:path>
                <a:path extrusionOk="0" h="1906905" w="4916805">
                  <a:moveTo>
                    <a:pt x="3354565" y="313343"/>
                  </a:moveTo>
                  <a:lnTo>
                    <a:pt x="3332366" y="317822"/>
                  </a:lnTo>
                  <a:lnTo>
                    <a:pt x="3314233" y="330038"/>
                  </a:lnTo>
                  <a:lnTo>
                    <a:pt x="3302005" y="348158"/>
                  </a:lnTo>
                  <a:lnTo>
                    <a:pt x="3297520" y="370352"/>
                  </a:lnTo>
                  <a:lnTo>
                    <a:pt x="3302005" y="392526"/>
                  </a:lnTo>
                  <a:lnTo>
                    <a:pt x="3314233" y="410648"/>
                  </a:lnTo>
                  <a:lnTo>
                    <a:pt x="3332367" y="422875"/>
                  </a:lnTo>
                  <a:lnTo>
                    <a:pt x="3354566" y="427360"/>
                  </a:lnTo>
                  <a:lnTo>
                    <a:pt x="3376783" y="422875"/>
                  </a:lnTo>
                  <a:lnTo>
                    <a:pt x="3394915" y="410648"/>
                  </a:lnTo>
                  <a:lnTo>
                    <a:pt x="3407132" y="392526"/>
                  </a:lnTo>
                  <a:lnTo>
                    <a:pt x="3411611" y="370352"/>
                  </a:lnTo>
                  <a:lnTo>
                    <a:pt x="3407126" y="348158"/>
                  </a:lnTo>
                  <a:lnTo>
                    <a:pt x="3394898" y="330038"/>
                  </a:lnTo>
                  <a:lnTo>
                    <a:pt x="3376764" y="317822"/>
                  </a:lnTo>
                  <a:lnTo>
                    <a:pt x="3354565" y="313343"/>
                  </a:lnTo>
                  <a:close/>
                </a:path>
                <a:path extrusionOk="0" h="1906905" w="4916805">
                  <a:moveTo>
                    <a:pt x="3657158" y="310827"/>
                  </a:moveTo>
                  <a:lnTo>
                    <a:pt x="3633977" y="315504"/>
                  </a:lnTo>
                  <a:lnTo>
                    <a:pt x="3615043" y="328258"/>
                  </a:lnTo>
                  <a:lnTo>
                    <a:pt x="3602276" y="347178"/>
                  </a:lnTo>
                  <a:lnTo>
                    <a:pt x="3597593" y="370352"/>
                  </a:lnTo>
                  <a:lnTo>
                    <a:pt x="3602276" y="393506"/>
                  </a:lnTo>
                  <a:lnTo>
                    <a:pt x="3615043" y="412428"/>
                  </a:lnTo>
                  <a:lnTo>
                    <a:pt x="3633977" y="425193"/>
                  </a:lnTo>
                  <a:lnTo>
                    <a:pt x="3657158" y="429876"/>
                  </a:lnTo>
                  <a:lnTo>
                    <a:pt x="3680339" y="425193"/>
                  </a:lnTo>
                  <a:lnTo>
                    <a:pt x="3699273" y="412428"/>
                  </a:lnTo>
                  <a:lnTo>
                    <a:pt x="3712040" y="393506"/>
                  </a:lnTo>
                  <a:lnTo>
                    <a:pt x="3716723" y="370352"/>
                  </a:lnTo>
                  <a:lnTo>
                    <a:pt x="3712040" y="347178"/>
                  </a:lnTo>
                  <a:lnTo>
                    <a:pt x="3699273" y="328258"/>
                  </a:lnTo>
                  <a:lnTo>
                    <a:pt x="3680339" y="315504"/>
                  </a:lnTo>
                  <a:lnTo>
                    <a:pt x="3657158" y="310827"/>
                  </a:lnTo>
                  <a:close/>
                </a:path>
                <a:path extrusionOk="0" h="1906905" w="4916805">
                  <a:moveTo>
                    <a:pt x="3959751" y="306650"/>
                  </a:moveTo>
                  <a:lnTo>
                    <a:pt x="3934929" y="311656"/>
                  </a:lnTo>
                  <a:lnTo>
                    <a:pt x="3914666" y="325310"/>
                  </a:lnTo>
                  <a:lnTo>
                    <a:pt x="3901009" y="345559"/>
                  </a:lnTo>
                  <a:lnTo>
                    <a:pt x="3896002" y="370352"/>
                  </a:lnTo>
                  <a:lnTo>
                    <a:pt x="3901009" y="395145"/>
                  </a:lnTo>
                  <a:lnTo>
                    <a:pt x="3914666" y="415393"/>
                  </a:lnTo>
                  <a:lnTo>
                    <a:pt x="3934929" y="429047"/>
                  </a:lnTo>
                  <a:lnTo>
                    <a:pt x="3959751" y="434054"/>
                  </a:lnTo>
                  <a:lnTo>
                    <a:pt x="3984553" y="429047"/>
                  </a:lnTo>
                  <a:lnTo>
                    <a:pt x="4004818" y="415393"/>
                  </a:lnTo>
                  <a:lnTo>
                    <a:pt x="4018486" y="395145"/>
                  </a:lnTo>
                  <a:lnTo>
                    <a:pt x="4023499" y="370352"/>
                  </a:lnTo>
                  <a:lnTo>
                    <a:pt x="4018486" y="345559"/>
                  </a:lnTo>
                  <a:lnTo>
                    <a:pt x="4004818" y="325310"/>
                  </a:lnTo>
                  <a:lnTo>
                    <a:pt x="3984553" y="311656"/>
                  </a:lnTo>
                  <a:lnTo>
                    <a:pt x="3959751" y="306650"/>
                  </a:lnTo>
                  <a:close/>
                </a:path>
                <a:path extrusionOk="0" h="1906905" w="4916805">
                  <a:moveTo>
                    <a:pt x="4262343" y="303280"/>
                  </a:moveTo>
                  <a:lnTo>
                    <a:pt x="4236216" y="308555"/>
                  </a:lnTo>
                  <a:lnTo>
                    <a:pt x="4214880" y="322935"/>
                  </a:lnTo>
                  <a:lnTo>
                    <a:pt x="4200495" y="344255"/>
                  </a:lnTo>
                  <a:lnTo>
                    <a:pt x="4195220" y="370352"/>
                  </a:lnTo>
                  <a:lnTo>
                    <a:pt x="4200495" y="396467"/>
                  </a:lnTo>
                  <a:lnTo>
                    <a:pt x="4214880" y="417786"/>
                  </a:lnTo>
                  <a:lnTo>
                    <a:pt x="4236216" y="432155"/>
                  </a:lnTo>
                  <a:lnTo>
                    <a:pt x="4262343" y="437423"/>
                  </a:lnTo>
                  <a:lnTo>
                    <a:pt x="4288470" y="432155"/>
                  </a:lnTo>
                  <a:lnTo>
                    <a:pt x="4309806" y="417786"/>
                  </a:lnTo>
                  <a:lnTo>
                    <a:pt x="4324191" y="396467"/>
                  </a:lnTo>
                  <a:lnTo>
                    <a:pt x="4329466" y="370352"/>
                  </a:lnTo>
                  <a:lnTo>
                    <a:pt x="4324191" y="344255"/>
                  </a:lnTo>
                  <a:lnTo>
                    <a:pt x="4309806" y="322935"/>
                  </a:lnTo>
                  <a:lnTo>
                    <a:pt x="4288470" y="308555"/>
                  </a:lnTo>
                  <a:lnTo>
                    <a:pt x="4262343" y="303280"/>
                  </a:lnTo>
                  <a:close/>
                </a:path>
                <a:path extrusionOk="0" h="1906905" w="4916805">
                  <a:moveTo>
                    <a:pt x="4564936" y="299102"/>
                  </a:moveTo>
                  <a:lnTo>
                    <a:pt x="4537168" y="304701"/>
                  </a:lnTo>
                  <a:lnTo>
                    <a:pt x="4514503" y="319970"/>
                  </a:lnTo>
                  <a:lnTo>
                    <a:pt x="4499228" y="342617"/>
                  </a:lnTo>
                  <a:lnTo>
                    <a:pt x="4493629" y="370352"/>
                  </a:lnTo>
                  <a:lnTo>
                    <a:pt x="4499228" y="398105"/>
                  </a:lnTo>
                  <a:lnTo>
                    <a:pt x="4514503" y="420751"/>
                  </a:lnTo>
                  <a:lnTo>
                    <a:pt x="4537168" y="436009"/>
                  </a:lnTo>
                  <a:lnTo>
                    <a:pt x="4564936" y="441601"/>
                  </a:lnTo>
                  <a:lnTo>
                    <a:pt x="4592691" y="436009"/>
                  </a:lnTo>
                  <a:lnTo>
                    <a:pt x="4615373" y="420751"/>
                  </a:lnTo>
                  <a:lnTo>
                    <a:pt x="4630674" y="398105"/>
                  </a:lnTo>
                  <a:lnTo>
                    <a:pt x="4636287" y="370352"/>
                  </a:lnTo>
                  <a:lnTo>
                    <a:pt x="4630674" y="342617"/>
                  </a:lnTo>
                  <a:lnTo>
                    <a:pt x="4615373" y="319970"/>
                  </a:lnTo>
                  <a:lnTo>
                    <a:pt x="4592691" y="304701"/>
                  </a:lnTo>
                  <a:lnTo>
                    <a:pt x="4564936" y="299102"/>
                  </a:lnTo>
                  <a:close/>
                </a:path>
                <a:path extrusionOk="0" h="1906905" w="4916805">
                  <a:moveTo>
                    <a:pt x="4867528" y="321744"/>
                  </a:moveTo>
                  <a:lnTo>
                    <a:pt x="4848572" y="325561"/>
                  </a:lnTo>
                  <a:lnTo>
                    <a:pt x="4833101" y="335974"/>
                  </a:lnTo>
                  <a:lnTo>
                    <a:pt x="4822673" y="351423"/>
                  </a:lnTo>
                  <a:lnTo>
                    <a:pt x="4818851" y="370352"/>
                  </a:lnTo>
                  <a:lnTo>
                    <a:pt x="4822673" y="389280"/>
                  </a:lnTo>
                  <a:lnTo>
                    <a:pt x="4833101" y="404730"/>
                  </a:lnTo>
                  <a:lnTo>
                    <a:pt x="4848572" y="415142"/>
                  </a:lnTo>
                  <a:lnTo>
                    <a:pt x="4867528" y="418959"/>
                  </a:lnTo>
                  <a:lnTo>
                    <a:pt x="4886465" y="415142"/>
                  </a:lnTo>
                  <a:lnTo>
                    <a:pt x="4901939" y="404730"/>
                  </a:lnTo>
                  <a:lnTo>
                    <a:pt x="4912377" y="389280"/>
                  </a:lnTo>
                  <a:lnTo>
                    <a:pt x="4916206" y="370352"/>
                  </a:lnTo>
                  <a:lnTo>
                    <a:pt x="4912377" y="351423"/>
                  </a:lnTo>
                  <a:lnTo>
                    <a:pt x="4901939" y="335974"/>
                  </a:lnTo>
                  <a:lnTo>
                    <a:pt x="4886465" y="325561"/>
                  </a:lnTo>
                  <a:lnTo>
                    <a:pt x="4867528" y="321744"/>
                  </a:lnTo>
                  <a:close/>
                </a:path>
                <a:path extrusionOk="0" h="1906905" w="4916805">
                  <a:moveTo>
                    <a:pt x="26048" y="646768"/>
                  </a:moveTo>
                  <a:lnTo>
                    <a:pt x="15904" y="648810"/>
                  </a:lnTo>
                  <a:lnTo>
                    <a:pt x="7625" y="654377"/>
                  </a:lnTo>
                  <a:lnTo>
                    <a:pt x="2045" y="662631"/>
                  </a:lnTo>
                  <a:lnTo>
                    <a:pt x="0" y="672734"/>
                  </a:lnTo>
                  <a:lnTo>
                    <a:pt x="2045" y="682863"/>
                  </a:lnTo>
                  <a:lnTo>
                    <a:pt x="7625" y="691130"/>
                  </a:lnTo>
                  <a:lnTo>
                    <a:pt x="15904" y="696702"/>
                  </a:lnTo>
                  <a:lnTo>
                    <a:pt x="26048" y="698745"/>
                  </a:lnTo>
                  <a:lnTo>
                    <a:pt x="36165" y="696702"/>
                  </a:lnTo>
                  <a:lnTo>
                    <a:pt x="44431" y="691130"/>
                  </a:lnTo>
                  <a:lnTo>
                    <a:pt x="50006" y="682863"/>
                  </a:lnTo>
                  <a:lnTo>
                    <a:pt x="52051" y="672734"/>
                  </a:lnTo>
                  <a:lnTo>
                    <a:pt x="50006" y="662631"/>
                  </a:lnTo>
                  <a:lnTo>
                    <a:pt x="44431" y="654377"/>
                  </a:lnTo>
                  <a:lnTo>
                    <a:pt x="36165" y="648810"/>
                  </a:lnTo>
                  <a:lnTo>
                    <a:pt x="26048" y="646768"/>
                  </a:lnTo>
                  <a:close/>
                </a:path>
                <a:path extrusionOk="0" h="1906905" w="4916805">
                  <a:moveTo>
                    <a:pt x="328640" y="643398"/>
                  </a:moveTo>
                  <a:lnTo>
                    <a:pt x="317199" y="645701"/>
                  </a:lnTo>
                  <a:lnTo>
                    <a:pt x="307861" y="651984"/>
                  </a:lnTo>
                  <a:lnTo>
                    <a:pt x="301569" y="661308"/>
                  </a:lnTo>
                  <a:lnTo>
                    <a:pt x="299263" y="672734"/>
                  </a:lnTo>
                  <a:lnTo>
                    <a:pt x="301569" y="684159"/>
                  </a:lnTo>
                  <a:lnTo>
                    <a:pt x="307861" y="693483"/>
                  </a:lnTo>
                  <a:lnTo>
                    <a:pt x="317199" y="699766"/>
                  </a:lnTo>
                  <a:lnTo>
                    <a:pt x="328640" y="702069"/>
                  </a:lnTo>
                  <a:lnTo>
                    <a:pt x="340056" y="699766"/>
                  </a:lnTo>
                  <a:lnTo>
                    <a:pt x="349380" y="693483"/>
                  </a:lnTo>
                  <a:lnTo>
                    <a:pt x="355667" y="684159"/>
                  </a:lnTo>
                  <a:lnTo>
                    <a:pt x="357973" y="672734"/>
                  </a:lnTo>
                  <a:lnTo>
                    <a:pt x="355667" y="661308"/>
                  </a:lnTo>
                  <a:lnTo>
                    <a:pt x="349380" y="651984"/>
                  </a:lnTo>
                  <a:lnTo>
                    <a:pt x="340056" y="645701"/>
                  </a:lnTo>
                  <a:lnTo>
                    <a:pt x="328640" y="643398"/>
                  </a:lnTo>
                  <a:close/>
                </a:path>
                <a:path extrusionOk="0" h="1906905" w="4916805">
                  <a:moveTo>
                    <a:pt x="631233" y="640029"/>
                  </a:moveTo>
                  <a:lnTo>
                    <a:pt x="618486" y="642600"/>
                  </a:lnTo>
                  <a:lnTo>
                    <a:pt x="608075" y="649609"/>
                  </a:lnTo>
                  <a:lnTo>
                    <a:pt x="601055" y="660005"/>
                  </a:lnTo>
                  <a:lnTo>
                    <a:pt x="598481" y="672734"/>
                  </a:lnTo>
                  <a:lnTo>
                    <a:pt x="601055" y="685463"/>
                  </a:lnTo>
                  <a:lnTo>
                    <a:pt x="608075" y="695858"/>
                  </a:lnTo>
                  <a:lnTo>
                    <a:pt x="618486" y="702868"/>
                  </a:lnTo>
                  <a:lnTo>
                    <a:pt x="631233" y="705438"/>
                  </a:lnTo>
                  <a:lnTo>
                    <a:pt x="643954" y="702868"/>
                  </a:lnTo>
                  <a:lnTo>
                    <a:pt x="654351" y="695858"/>
                  </a:lnTo>
                  <a:lnTo>
                    <a:pt x="661366" y="685463"/>
                  </a:lnTo>
                  <a:lnTo>
                    <a:pt x="663940" y="672734"/>
                  </a:lnTo>
                  <a:lnTo>
                    <a:pt x="661366" y="660005"/>
                  </a:lnTo>
                  <a:lnTo>
                    <a:pt x="654351" y="649609"/>
                  </a:lnTo>
                  <a:lnTo>
                    <a:pt x="643954" y="642600"/>
                  </a:lnTo>
                  <a:lnTo>
                    <a:pt x="631233" y="640029"/>
                  </a:lnTo>
                  <a:close/>
                </a:path>
                <a:path extrusionOk="0" h="1906905" w="4916805">
                  <a:moveTo>
                    <a:pt x="933825" y="637558"/>
                  </a:moveTo>
                  <a:lnTo>
                    <a:pt x="920096" y="640326"/>
                  </a:lnTo>
                  <a:lnTo>
                    <a:pt x="908885" y="647874"/>
                  </a:lnTo>
                  <a:lnTo>
                    <a:pt x="901326" y="659069"/>
                  </a:lnTo>
                  <a:lnTo>
                    <a:pt x="898554" y="672779"/>
                  </a:lnTo>
                  <a:lnTo>
                    <a:pt x="901326" y="686462"/>
                  </a:lnTo>
                  <a:lnTo>
                    <a:pt x="908885" y="697644"/>
                  </a:lnTo>
                  <a:lnTo>
                    <a:pt x="920096" y="705187"/>
                  </a:lnTo>
                  <a:lnTo>
                    <a:pt x="933825" y="707954"/>
                  </a:lnTo>
                  <a:lnTo>
                    <a:pt x="947529" y="705187"/>
                  </a:lnTo>
                  <a:lnTo>
                    <a:pt x="958727" y="697644"/>
                  </a:lnTo>
                  <a:lnTo>
                    <a:pt x="966280" y="686462"/>
                  </a:lnTo>
                  <a:lnTo>
                    <a:pt x="969051" y="672779"/>
                  </a:lnTo>
                  <a:lnTo>
                    <a:pt x="966280" y="659069"/>
                  </a:lnTo>
                  <a:lnTo>
                    <a:pt x="958727" y="647874"/>
                  </a:lnTo>
                  <a:lnTo>
                    <a:pt x="947529" y="640326"/>
                  </a:lnTo>
                  <a:lnTo>
                    <a:pt x="933825" y="637558"/>
                  </a:lnTo>
                  <a:close/>
                </a:path>
                <a:path extrusionOk="0" h="1906905" w="4916805">
                  <a:moveTo>
                    <a:pt x="1236373" y="635043"/>
                  </a:moveTo>
                  <a:lnTo>
                    <a:pt x="1221688" y="638008"/>
                  </a:lnTo>
                  <a:lnTo>
                    <a:pt x="1209689" y="646094"/>
                  </a:lnTo>
                  <a:lnTo>
                    <a:pt x="1201596" y="658089"/>
                  </a:lnTo>
                  <a:lnTo>
                    <a:pt x="1198628" y="672779"/>
                  </a:lnTo>
                  <a:lnTo>
                    <a:pt x="1201596" y="687443"/>
                  </a:lnTo>
                  <a:lnTo>
                    <a:pt x="1209689" y="699424"/>
                  </a:lnTo>
                  <a:lnTo>
                    <a:pt x="1221688" y="707505"/>
                  </a:lnTo>
                  <a:lnTo>
                    <a:pt x="1236373" y="710470"/>
                  </a:lnTo>
                  <a:lnTo>
                    <a:pt x="1251084" y="707505"/>
                  </a:lnTo>
                  <a:lnTo>
                    <a:pt x="1263096" y="699424"/>
                  </a:lnTo>
                  <a:lnTo>
                    <a:pt x="1271194" y="687443"/>
                  </a:lnTo>
                  <a:lnTo>
                    <a:pt x="1274163" y="672779"/>
                  </a:lnTo>
                  <a:lnTo>
                    <a:pt x="1271194" y="658089"/>
                  </a:lnTo>
                  <a:lnTo>
                    <a:pt x="1263096" y="646094"/>
                  </a:lnTo>
                  <a:lnTo>
                    <a:pt x="1251084" y="638008"/>
                  </a:lnTo>
                  <a:lnTo>
                    <a:pt x="1236373" y="635043"/>
                  </a:lnTo>
                  <a:close/>
                </a:path>
                <a:path extrusionOk="0" h="1906905" w="4916805">
                  <a:moveTo>
                    <a:pt x="1538965" y="631673"/>
                  </a:moveTo>
                  <a:lnTo>
                    <a:pt x="1522982" y="634906"/>
                  </a:lnTo>
                  <a:lnTo>
                    <a:pt x="1509925" y="643719"/>
                  </a:lnTo>
                  <a:lnTo>
                    <a:pt x="1501120" y="656785"/>
                  </a:lnTo>
                  <a:lnTo>
                    <a:pt x="1497891" y="672779"/>
                  </a:lnTo>
                  <a:lnTo>
                    <a:pt x="1501120" y="688765"/>
                  </a:lnTo>
                  <a:lnTo>
                    <a:pt x="1509925" y="701816"/>
                  </a:lnTo>
                  <a:lnTo>
                    <a:pt x="1522982" y="710614"/>
                  </a:lnTo>
                  <a:lnTo>
                    <a:pt x="1538965" y="713839"/>
                  </a:lnTo>
                  <a:lnTo>
                    <a:pt x="1554982" y="710614"/>
                  </a:lnTo>
                  <a:lnTo>
                    <a:pt x="1568067" y="701816"/>
                  </a:lnTo>
                  <a:lnTo>
                    <a:pt x="1576893" y="688765"/>
                  </a:lnTo>
                  <a:lnTo>
                    <a:pt x="1580130" y="672779"/>
                  </a:lnTo>
                  <a:lnTo>
                    <a:pt x="1576893" y="656785"/>
                  </a:lnTo>
                  <a:lnTo>
                    <a:pt x="1568067" y="643719"/>
                  </a:lnTo>
                  <a:lnTo>
                    <a:pt x="1554982" y="634906"/>
                  </a:lnTo>
                  <a:lnTo>
                    <a:pt x="1538965" y="631673"/>
                  </a:lnTo>
                  <a:close/>
                </a:path>
                <a:path extrusionOk="0" h="1906905" w="4916805">
                  <a:moveTo>
                    <a:pt x="1841558" y="629203"/>
                  </a:moveTo>
                  <a:lnTo>
                    <a:pt x="1824592" y="632625"/>
                  </a:lnTo>
                  <a:lnTo>
                    <a:pt x="1810735" y="641961"/>
                  </a:lnTo>
                  <a:lnTo>
                    <a:pt x="1801391" y="655812"/>
                  </a:lnTo>
                  <a:lnTo>
                    <a:pt x="1797964" y="672779"/>
                  </a:lnTo>
                  <a:lnTo>
                    <a:pt x="1801391" y="689746"/>
                  </a:lnTo>
                  <a:lnTo>
                    <a:pt x="1810735" y="703596"/>
                  </a:lnTo>
                  <a:lnTo>
                    <a:pt x="1824592" y="712932"/>
                  </a:lnTo>
                  <a:lnTo>
                    <a:pt x="1841558" y="716355"/>
                  </a:lnTo>
                  <a:lnTo>
                    <a:pt x="1858550" y="712932"/>
                  </a:lnTo>
                  <a:lnTo>
                    <a:pt x="1872420" y="703596"/>
                  </a:lnTo>
                  <a:lnTo>
                    <a:pt x="1881769" y="689746"/>
                  </a:lnTo>
                  <a:lnTo>
                    <a:pt x="1885197" y="672779"/>
                  </a:lnTo>
                  <a:lnTo>
                    <a:pt x="1881769" y="655812"/>
                  </a:lnTo>
                  <a:lnTo>
                    <a:pt x="1872420" y="641961"/>
                  </a:lnTo>
                  <a:lnTo>
                    <a:pt x="1858550" y="632625"/>
                  </a:lnTo>
                  <a:lnTo>
                    <a:pt x="1841558" y="629203"/>
                  </a:lnTo>
                  <a:close/>
                </a:path>
                <a:path extrusionOk="0" h="1906905" w="4916805">
                  <a:moveTo>
                    <a:pt x="2144150" y="626687"/>
                  </a:moveTo>
                  <a:lnTo>
                    <a:pt x="2126203" y="630307"/>
                  </a:lnTo>
                  <a:lnTo>
                    <a:pt x="2111545" y="640181"/>
                  </a:lnTo>
                  <a:lnTo>
                    <a:pt x="2101662" y="654831"/>
                  </a:lnTo>
                  <a:lnTo>
                    <a:pt x="2098037" y="672779"/>
                  </a:lnTo>
                  <a:lnTo>
                    <a:pt x="2101662" y="690727"/>
                  </a:lnTo>
                  <a:lnTo>
                    <a:pt x="2111545" y="705377"/>
                  </a:lnTo>
                  <a:lnTo>
                    <a:pt x="2126203" y="715251"/>
                  </a:lnTo>
                  <a:lnTo>
                    <a:pt x="2144150" y="718871"/>
                  </a:lnTo>
                  <a:lnTo>
                    <a:pt x="2162124" y="715251"/>
                  </a:lnTo>
                  <a:lnTo>
                    <a:pt x="2176795" y="705377"/>
                  </a:lnTo>
                  <a:lnTo>
                    <a:pt x="2186684" y="690727"/>
                  </a:lnTo>
                  <a:lnTo>
                    <a:pt x="2190309" y="672779"/>
                  </a:lnTo>
                  <a:lnTo>
                    <a:pt x="2186684" y="654831"/>
                  </a:lnTo>
                  <a:lnTo>
                    <a:pt x="2176795" y="640181"/>
                  </a:lnTo>
                  <a:lnTo>
                    <a:pt x="2162124" y="630307"/>
                  </a:lnTo>
                  <a:lnTo>
                    <a:pt x="2144150" y="626687"/>
                  </a:lnTo>
                  <a:close/>
                </a:path>
                <a:path extrusionOk="0" h="1906905" w="4916805">
                  <a:moveTo>
                    <a:pt x="2446743" y="624171"/>
                  </a:moveTo>
                  <a:lnTo>
                    <a:pt x="2427813" y="627988"/>
                  </a:lnTo>
                  <a:lnTo>
                    <a:pt x="2412355" y="638401"/>
                  </a:lnTo>
                  <a:lnTo>
                    <a:pt x="2401932" y="653850"/>
                  </a:lnTo>
                  <a:lnTo>
                    <a:pt x="2398110" y="672779"/>
                  </a:lnTo>
                  <a:lnTo>
                    <a:pt x="2401932" y="691707"/>
                  </a:lnTo>
                  <a:lnTo>
                    <a:pt x="2412355" y="707157"/>
                  </a:lnTo>
                  <a:lnTo>
                    <a:pt x="2427813" y="717569"/>
                  </a:lnTo>
                  <a:lnTo>
                    <a:pt x="2446743" y="721386"/>
                  </a:lnTo>
                  <a:lnTo>
                    <a:pt x="2465706" y="717569"/>
                  </a:lnTo>
                  <a:lnTo>
                    <a:pt x="2481193" y="707157"/>
                  </a:lnTo>
                  <a:lnTo>
                    <a:pt x="2491636" y="691707"/>
                  </a:lnTo>
                  <a:lnTo>
                    <a:pt x="2495466" y="672779"/>
                  </a:lnTo>
                  <a:lnTo>
                    <a:pt x="2491636" y="653850"/>
                  </a:lnTo>
                  <a:lnTo>
                    <a:pt x="2481193" y="638401"/>
                  </a:lnTo>
                  <a:lnTo>
                    <a:pt x="2465706" y="627988"/>
                  </a:lnTo>
                  <a:lnTo>
                    <a:pt x="2446743" y="624171"/>
                  </a:lnTo>
                  <a:close/>
                </a:path>
                <a:path extrusionOk="0" h="1906905" w="4916805">
                  <a:moveTo>
                    <a:pt x="2749336" y="621655"/>
                  </a:moveTo>
                  <a:lnTo>
                    <a:pt x="2729424" y="625670"/>
                  </a:lnTo>
                  <a:lnTo>
                    <a:pt x="2713165" y="636621"/>
                  </a:lnTo>
                  <a:lnTo>
                    <a:pt x="2702203" y="652870"/>
                  </a:lnTo>
                  <a:lnTo>
                    <a:pt x="2698184" y="672779"/>
                  </a:lnTo>
                  <a:lnTo>
                    <a:pt x="2702203" y="692695"/>
                  </a:lnTo>
                  <a:lnTo>
                    <a:pt x="2713165" y="708959"/>
                  </a:lnTo>
                  <a:lnTo>
                    <a:pt x="2729424" y="719926"/>
                  </a:lnTo>
                  <a:lnTo>
                    <a:pt x="2749336" y="723947"/>
                  </a:lnTo>
                  <a:lnTo>
                    <a:pt x="2769280" y="719926"/>
                  </a:lnTo>
                  <a:lnTo>
                    <a:pt x="2785568" y="708959"/>
                  </a:lnTo>
                  <a:lnTo>
                    <a:pt x="2796550" y="692695"/>
                  </a:lnTo>
                  <a:lnTo>
                    <a:pt x="2800577" y="672779"/>
                  </a:lnTo>
                  <a:lnTo>
                    <a:pt x="2796550" y="652870"/>
                  </a:lnTo>
                  <a:lnTo>
                    <a:pt x="2785568" y="636621"/>
                  </a:lnTo>
                  <a:lnTo>
                    <a:pt x="2769280" y="625670"/>
                  </a:lnTo>
                  <a:lnTo>
                    <a:pt x="2749336" y="621655"/>
                  </a:lnTo>
                  <a:close/>
                </a:path>
                <a:path extrusionOk="0" h="1906905" w="4916805">
                  <a:moveTo>
                    <a:pt x="3051928" y="618286"/>
                  </a:moveTo>
                  <a:lnTo>
                    <a:pt x="3030711" y="622574"/>
                  </a:lnTo>
                  <a:lnTo>
                    <a:pt x="3013379" y="634262"/>
                  </a:lnTo>
                  <a:lnTo>
                    <a:pt x="3001689" y="651585"/>
                  </a:lnTo>
                  <a:lnTo>
                    <a:pt x="2997402" y="672779"/>
                  </a:lnTo>
                  <a:lnTo>
                    <a:pt x="3001689" y="693991"/>
                  </a:lnTo>
                  <a:lnTo>
                    <a:pt x="3013379" y="711312"/>
                  </a:lnTo>
                  <a:lnTo>
                    <a:pt x="3030711" y="722990"/>
                  </a:lnTo>
                  <a:lnTo>
                    <a:pt x="3051928" y="727271"/>
                  </a:lnTo>
                  <a:lnTo>
                    <a:pt x="3073171" y="722990"/>
                  </a:lnTo>
                  <a:lnTo>
                    <a:pt x="3090517" y="711312"/>
                  </a:lnTo>
                  <a:lnTo>
                    <a:pt x="3102211" y="693991"/>
                  </a:lnTo>
                  <a:lnTo>
                    <a:pt x="3106499" y="672779"/>
                  </a:lnTo>
                  <a:lnTo>
                    <a:pt x="3102211" y="651585"/>
                  </a:lnTo>
                  <a:lnTo>
                    <a:pt x="3090517" y="634262"/>
                  </a:lnTo>
                  <a:lnTo>
                    <a:pt x="3073171" y="622574"/>
                  </a:lnTo>
                  <a:lnTo>
                    <a:pt x="3051928" y="618286"/>
                  </a:lnTo>
                  <a:close/>
                </a:path>
                <a:path extrusionOk="0" h="1906905" w="4916805">
                  <a:moveTo>
                    <a:pt x="3354566" y="615770"/>
                  </a:moveTo>
                  <a:lnTo>
                    <a:pt x="3332367" y="620256"/>
                  </a:lnTo>
                  <a:lnTo>
                    <a:pt x="3314233" y="632482"/>
                  </a:lnTo>
                  <a:lnTo>
                    <a:pt x="3302005" y="650605"/>
                  </a:lnTo>
                  <a:lnTo>
                    <a:pt x="3297520" y="672779"/>
                  </a:lnTo>
                  <a:lnTo>
                    <a:pt x="3302005" y="694972"/>
                  </a:lnTo>
                  <a:lnTo>
                    <a:pt x="3314233" y="713092"/>
                  </a:lnTo>
                  <a:lnTo>
                    <a:pt x="3332367" y="725308"/>
                  </a:lnTo>
                  <a:lnTo>
                    <a:pt x="3354566" y="729787"/>
                  </a:lnTo>
                  <a:lnTo>
                    <a:pt x="3376784" y="725308"/>
                  </a:lnTo>
                  <a:lnTo>
                    <a:pt x="3394915" y="713092"/>
                  </a:lnTo>
                  <a:lnTo>
                    <a:pt x="3407132" y="694972"/>
                  </a:lnTo>
                  <a:lnTo>
                    <a:pt x="3411611" y="672779"/>
                  </a:lnTo>
                  <a:lnTo>
                    <a:pt x="3407126" y="650605"/>
                  </a:lnTo>
                  <a:lnTo>
                    <a:pt x="3394898" y="632482"/>
                  </a:lnTo>
                  <a:lnTo>
                    <a:pt x="3376765" y="620256"/>
                  </a:lnTo>
                  <a:lnTo>
                    <a:pt x="3354566" y="615770"/>
                  </a:lnTo>
                  <a:close/>
                </a:path>
                <a:path extrusionOk="0" h="1906905" w="4916805">
                  <a:moveTo>
                    <a:pt x="3657158" y="613255"/>
                  </a:moveTo>
                  <a:lnTo>
                    <a:pt x="3633977" y="617937"/>
                  </a:lnTo>
                  <a:lnTo>
                    <a:pt x="3615043" y="630702"/>
                  </a:lnTo>
                  <a:lnTo>
                    <a:pt x="3602276" y="649624"/>
                  </a:lnTo>
                  <a:lnTo>
                    <a:pt x="3597593" y="672779"/>
                  </a:lnTo>
                  <a:lnTo>
                    <a:pt x="3602276" y="695953"/>
                  </a:lnTo>
                  <a:lnTo>
                    <a:pt x="3615043" y="714873"/>
                  </a:lnTo>
                  <a:lnTo>
                    <a:pt x="3633977" y="727627"/>
                  </a:lnTo>
                  <a:lnTo>
                    <a:pt x="3657158" y="732303"/>
                  </a:lnTo>
                  <a:lnTo>
                    <a:pt x="3680339" y="727627"/>
                  </a:lnTo>
                  <a:lnTo>
                    <a:pt x="3699273" y="714873"/>
                  </a:lnTo>
                  <a:lnTo>
                    <a:pt x="3712040" y="695953"/>
                  </a:lnTo>
                  <a:lnTo>
                    <a:pt x="3716723" y="672779"/>
                  </a:lnTo>
                  <a:lnTo>
                    <a:pt x="3712040" y="649624"/>
                  </a:lnTo>
                  <a:lnTo>
                    <a:pt x="3699273" y="630702"/>
                  </a:lnTo>
                  <a:lnTo>
                    <a:pt x="3680339" y="617937"/>
                  </a:lnTo>
                  <a:lnTo>
                    <a:pt x="3657158" y="613255"/>
                  </a:lnTo>
                  <a:close/>
                </a:path>
                <a:path extrusionOk="0" h="1906905" w="4916805">
                  <a:moveTo>
                    <a:pt x="3959751" y="609122"/>
                  </a:moveTo>
                  <a:lnTo>
                    <a:pt x="3934929" y="614122"/>
                  </a:lnTo>
                  <a:lnTo>
                    <a:pt x="3914666" y="627765"/>
                  </a:lnTo>
                  <a:lnTo>
                    <a:pt x="3901009" y="648012"/>
                  </a:lnTo>
                  <a:lnTo>
                    <a:pt x="3896002" y="672824"/>
                  </a:lnTo>
                  <a:lnTo>
                    <a:pt x="3901009" y="697617"/>
                  </a:lnTo>
                  <a:lnTo>
                    <a:pt x="3914666" y="717866"/>
                  </a:lnTo>
                  <a:lnTo>
                    <a:pt x="3934929" y="731519"/>
                  </a:lnTo>
                  <a:lnTo>
                    <a:pt x="3959751" y="736526"/>
                  </a:lnTo>
                  <a:lnTo>
                    <a:pt x="3984553" y="731519"/>
                  </a:lnTo>
                  <a:lnTo>
                    <a:pt x="4004818" y="717866"/>
                  </a:lnTo>
                  <a:lnTo>
                    <a:pt x="4018486" y="697617"/>
                  </a:lnTo>
                  <a:lnTo>
                    <a:pt x="4023499" y="672824"/>
                  </a:lnTo>
                  <a:lnTo>
                    <a:pt x="4018486" y="648012"/>
                  </a:lnTo>
                  <a:lnTo>
                    <a:pt x="4004818" y="627765"/>
                  </a:lnTo>
                  <a:lnTo>
                    <a:pt x="3984553" y="614122"/>
                  </a:lnTo>
                  <a:lnTo>
                    <a:pt x="3959751" y="609122"/>
                  </a:lnTo>
                  <a:close/>
                </a:path>
                <a:path extrusionOk="0" h="1906905" w="4916805">
                  <a:moveTo>
                    <a:pt x="4262343" y="605753"/>
                  </a:moveTo>
                  <a:lnTo>
                    <a:pt x="4236216" y="611021"/>
                  </a:lnTo>
                  <a:lnTo>
                    <a:pt x="4214880" y="625390"/>
                  </a:lnTo>
                  <a:lnTo>
                    <a:pt x="4200495" y="646708"/>
                  </a:lnTo>
                  <a:lnTo>
                    <a:pt x="4195220" y="672824"/>
                  </a:lnTo>
                  <a:lnTo>
                    <a:pt x="4200495" y="698920"/>
                  </a:lnTo>
                  <a:lnTo>
                    <a:pt x="4214880" y="720241"/>
                  </a:lnTo>
                  <a:lnTo>
                    <a:pt x="4236216" y="734621"/>
                  </a:lnTo>
                  <a:lnTo>
                    <a:pt x="4262343" y="739895"/>
                  </a:lnTo>
                  <a:lnTo>
                    <a:pt x="4288470" y="734621"/>
                  </a:lnTo>
                  <a:lnTo>
                    <a:pt x="4309806" y="720241"/>
                  </a:lnTo>
                  <a:lnTo>
                    <a:pt x="4324191" y="698920"/>
                  </a:lnTo>
                  <a:lnTo>
                    <a:pt x="4329466" y="672824"/>
                  </a:lnTo>
                  <a:lnTo>
                    <a:pt x="4324191" y="646708"/>
                  </a:lnTo>
                  <a:lnTo>
                    <a:pt x="4309806" y="625390"/>
                  </a:lnTo>
                  <a:lnTo>
                    <a:pt x="4288470" y="611021"/>
                  </a:lnTo>
                  <a:lnTo>
                    <a:pt x="4262343" y="605753"/>
                  </a:lnTo>
                  <a:close/>
                </a:path>
                <a:path extrusionOk="0" h="1906905" w="4916805">
                  <a:moveTo>
                    <a:pt x="4564936" y="601530"/>
                  </a:moveTo>
                  <a:lnTo>
                    <a:pt x="4537168" y="607129"/>
                  </a:lnTo>
                  <a:lnTo>
                    <a:pt x="4514503" y="622402"/>
                  </a:lnTo>
                  <a:lnTo>
                    <a:pt x="4499228" y="645063"/>
                  </a:lnTo>
                  <a:lnTo>
                    <a:pt x="4493629" y="672824"/>
                  </a:lnTo>
                  <a:lnTo>
                    <a:pt x="4499228" y="700559"/>
                  </a:lnTo>
                  <a:lnTo>
                    <a:pt x="4514503" y="723206"/>
                  </a:lnTo>
                  <a:lnTo>
                    <a:pt x="4537168" y="738474"/>
                  </a:lnTo>
                  <a:lnTo>
                    <a:pt x="4564936" y="744073"/>
                  </a:lnTo>
                  <a:lnTo>
                    <a:pt x="4592691" y="738474"/>
                  </a:lnTo>
                  <a:lnTo>
                    <a:pt x="4615373" y="723206"/>
                  </a:lnTo>
                  <a:lnTo>
                    <a:pt x="4630674" y="700559"/>
                  </a:lnTo>
                  <a:lnTo>
                    <a:pt x="4636287" y="672824"/>
                  </a:lnTo>
                  <a:lnTo>
                    <a:pt x="4630674" y="645063"/>
                  </a:lnTo>
                  <a:lnTo>
                    <a:pt x="4615373" y="622402"/>
                  </a:lnTo>
                  <a:lnTo>
                    <a:pt x="4592691" y="607129"/>
                  </a:lnTo>
                  <a:lnTo>
                    <a:pt x="4564936" y="601530"/>
                  </a:lnTo>
                  <a:close/>
                </a:path>
                <a:path extrusionOk="0" h="1906905" w="4916805">
                  <a:moveTo>
                    <a:pt x="4867528" y="633426"/>
                  </a:moveTo>
                  <a:lnTo>
                    <a:pt x="4852177" y="636518"/>
                  </a:lnTo>
                  <a:lnTo>
                    <a:pt x="4839635" y="644954"/>
                  </a:lnTo>
                  <a:lnTo>
                    <a:pt x="4831176" y="657476"/>
                  </a:lnTo>
                  <a:lnTo>
                    <a:pt x="4828073" y="672824"/>
                  </a:lnTo>
                  <a:lnTo>
                    <a:pt x="4831176" y="688153"/>
                  </a:lnTo>
                  <a:lnTo>
                    <a:pt x="4839635" y="700677"/>
                  </a:lnTo>
                  <a:lnTo>
                    <a:pt x="4852177" y="709124"/>
                  </a:lnTo>
                  <a:lnTo>
                    <a:pt x="4867528" y="712222"/>
                  </a:lnTo>
                  <a:lnTo>
                    <a:pt x="4882872" y="709124"/>
                  </a:lnTo>
                  <a:lnTo>
                    <a:pt x="4895398" y="700677"/>
                  </a:lnTo>
                  <a:lnTo>
                    <a:pt x="4903842" y="688153"/>
                  </a:lnTo>
                  <a:lnTo>
                    <a:pt x="4906938" y="672824"/>
                  </a:lnTo>
                  <a:lnTo>
                    <a:pt x="4903842" y="657476"/>
                  </a:lnTo>
                  <a:lnTo>
                    <a:pt x="4895398" y="644954"/>
                  </a:lnTo>
                  <a:lnTo>
                    <a:pt x="4882872" y="636518"/>
                  </a:lnTo>
                  <a:lnTo>
                    <a:pt x="4867528" y="633426"/>
                  </a:lnTo>
                  <a:close/>
                </a:path>
                <a:path extrusionOk="0" h="1906905" w="4916805">
                  <a:moveTo>
                    <a:pt x="26048" y="949240"/>
                  </a:moveTo>
                  <a:lnTo>
                    <a:pt x="15904" y="951282"/>
                  </a:lnTo>
                  <a:lnTo>
                    <a:pt x="7625" y="956849"/>
                  </a:lnTo>
                  <a:lnTo>
                    <a:pt x="2045" y="965103"/>
                  </a:lnTo>
                  <a:lnTo>
                    <a:pt x="0" y="975206"/>
                  </a:lnTo>
                  <a:lnTo>
                    <a:pt x="2045" y="985309"/>
                  </a:lnTo>
                  <a:lnTo>
                    <a:pt x="7625" y="993563"/>
                  </a:lnTo>
                  <a:lnTo>
                    <a:pt x="15904" y="999130"/>
                  </a:lnTo>
                  <a:lnTo>
                    <a:pt x="26048" y="1001172"/>
                  </a:lnTo>
                  <a:lnTo>
                    <a:pt x="36165" y="999130"/>
                  </a:lnTo>
                  <a:lnTo>
                    <a:pt x="44431" y="993563"/>
                  </a:lnTo>
                  <a:lnTo>
                    <a:pt x="50006" y="985309"/>
                  </a:lnTo>
                  <a:lnTo>
                    <a:pt x="52051" y="975206"/>
                  </a:lnTo>
                  <a:lnTo>
                    <a:pt x="50006" y="965103"/>
                  </a:lnTo>
                  <a:lnTo>
                    <a:pt x="44431" y="956849"/>
                  </a:lnTo>
                  <a:lnTo>
                    <a:pt x="36165" y="951282"/>
                  </a:lnTo>
                  <a:lnTo>
                    <a:pt x="26048" y="949240"/>
                  </a:lnTo>
                  <a:close/>
                </a:path>
                <a:path extrusionOk="0" h="1906905" w="4916805">
                  <a:moveTo>
                    <a:pt x="328640" y="945871"/>
                  </a:moveTo>
                  <a:lnTo>
                    <a:pt x="317199" y="948174"/>
                  </a:lnTo>
                  <a:lnTo>
                    <a:pt x="307861" y="954457"/>
                  </a:lnTo>
                  <a:lnTo>
                    <a:pt x="301569" y="963780"/>
                  </a:lnTo>
                  <a:lnTo>
                    <a:pt x="299263" y="975206"/>
                  </a:lnTo>
                  <a:lnTo>
                    <a:pt x="301569" y="986631"/>
                  </a:lnTo>
                  <a:lnTo>
                    <a:pt x="307861" y="995955"/>
                  </a:lnTo>
                  <a:lnTo>
                    <a:pt x="317199" y="1002238"/>
                  </a:lnTo>
                  <a:lnTo>
                    <a:pt x="328640" y="1004541"/>
                  </a:lnTo>
                  <a:lnTo>
                    <a:pt x="340056" y="1002238"/>
                  </a:lnTo>
                  <a:lnTo>
                    <a:pt x="349380" y="995955"/>
                  </a:lnTo>
                  <a:lnTo>
                    <a:pt x="355667" y="986631"/>
                  </a:lnTo>
                  <a:lnTo>
                    <a:pt x="357973" y="975206"/>
                  </a:lnTo>
                  <a:lnTo>
                    <a:pt x="355667" y="963780"/>
                  </a:lnTo>
                  <a:lnTo>
                    <a:pt x="349380" y="954457"/>
                  </a:lnTo>
                  <a:lnTo>
                    <a:pt x="340056" y="948174"/>
                  </a:lnTo>
                  <a:lnTo>
                    <a:pt x="328640" y="945871"/>
                  </a:lnTo>
                  <a:close/>
                </a:path>
                <a:path extrusionOk="0" h="1906905" w="4916805">
                  <a:moveTo>
                    <a:pt x="631233" y="942501"/>
                  </a:moveTo>
                  <a:lnTo>
                    <a:pt x="618486" y="945072"/>
                  </a:lnTo>
                  <a:lnTo>
                    <a:pt x="608075" y="952081"/>
                  </a:lnTo>
                  <a:lnTo>
                    <a:pt x="601055" y="962477"/>
                  </a:lnTo>
                  <a:lnTo>
                    <a:pt x="598481" y="975206"/>
                  </a:lnTo>
                  <a:lnTo>
                    <a:pt x="601055" y="987935"/>
                  </a:lnTo>
                  <a:lnTo>
                    <a:pt x="608075" y="998330"/>
                  </a:lnTo>
                  <a:lnTo>
                    <a:pt x="618486" y="1005340"/>
                  </a:lnTo>
                  <a:lnTo>
                    <a:pt x="631233" y="1007910"/>
                  </a:lnTo>
                  <a:lnTo>
                    <a:pt x="643954" y="1005340"/>
                  </a:lnTo>
                  <a:lnTo>
                    <a:pt x="654351" y="998330"/>
                  </a:lnTo>
                  <a:lnTo>
                    <a:pt x="661366" y="987935"/>
                  </a:lnTo>
                  <a:lnTo>
                    <a:pt x="663940" y="975206"/>
                  </a:lnTo>
                  <a:lnTo>
                    <a:pt x="661366" y="962477"/>
                  </a:lnTo>
                  <a:lnTo>
                    <a:pt x="654351" y="952081"/>
                  </a:lnTo>
                  <a:lnTo>
                    <a:pt x="643954" y="945072"/>
                  </a:lnTo>
                  <a:lnTo>
                    <a:pt x="631233" y="942501"/>
                  </a:lnTo>
                  <a:close/>
                </a:path>
                <a:path extrusionOk="0" h="1906905" w="4916805">
                  <a:moveTo>
                    <a:pt x="933825" y="940031"/>
                  </a:moveTo>
                  <a:lnTo>
                    <a:pt x="920096" y="942798"/>
                  </a:lnTo>
                  <a:lnTo>
                    <a:pt x="908885" y="950341"/>
                  </a:lnTo>
                  <a:lnTo>
                    <a:pt x="901326" y="961522"/>
                  </a:lnTo>
                  <a:lnTo>
                    <a:pt x="898554" y="975206"/>
                  </a:lnTo>
                  <a:lnTo>
                    <a:pt x="901326" y="988915"/>
                  </a:lnTo>
                  <a:lnTo>
                    <a:pt x="908885" y="1000111"/>
                  </a:lnTo>
                  <a:lnTo>
                    <a:pt x="920096" y="1007658"/>
                  </a:lnTo>
                  <a:lnTo>
                    <a:pt x="933825" y="1010426"/>
                  </a:lnTo>
                  <a:lnTo>
                    <a:pt x="947529" y="1007658"/>
                  </a:lnTo>
                  <a:lnTo>
                    <a:pt x="958727" y="1000111"/>
                  </a:lnTo>
                  <a:lnTo>
                    <a:pt x="966280" y="988915"/>
                  </a:lnTo>
                  <a:lnTo>
                    <a:pt x="969051" y="975206"/>
                  </a:lnTo>
                  <a:lnTo>
                    <a:pt x="966280" y="961522"/>
                  </a:lnTo>
                  <a:lnTo>
                    <a:pt x="958727" y="950341"/>
                  </a:lnTo>
                  <a:lnTo>
                    <a:pt x="947529" y="942798"/>
                  </a:lnTo>
                  <a:lnTo>
                    <a:pt x="933825" y="940031"/>
                  </a:lnTo>
                  <a:close/>
                </a:path>
                <a:path extrusionOk="0" h="1906905" w="4916805">
                  <a:moveTo>
                    <a:pt x="1236373" y="937515"/>
                  </a:moveTo>
                  <a:lnTo>
                    <a:pt x="1221688" y="940479"/>
                  </a:lnTo>
                  <a:lnTo>
                    <a:pt x="1209689" y="948560"/>
                  </a:lnTo>
                  <a:lnTo>
                    <a:pt x="1201596" y="960542"/>
                  </a:lnTo>
                  <a:lnTo>
                    <a:pt x="1198628" y="975206"/>
                  </a:lnTo>
                  <a:lnTo>
                    <a:pt x="1201596" y="989896"/>
                  </a:lnTo>
                  <a:lnTo>
                    <a:pt x="1209689" y="1001891"/>
                  </a:lnTo>
                  <a:lnTo>
                    <a:pt x="1221688" y="1009977"/>
                  </a:lnTo>
                  <a:lnTo>
                    <a:pt x="1236373" y="1012942"/>
                  </a:lnTo>
                  <a:lnTo>
                    <a:pt x="1251084" y="1009977"/>
                  </a:lnTo>
                  <a:lnTo>
                    <a:pt x="1263096" y="1001891"/>
                  </a:lnTo>
                  <a:lnTo>
                    <a:pt x="1271194" y="989896"/>
                  </a:lnTo>
                  <a:lnTo>
                    <a:pt x="1274163" y="975206"/>
                  </a:lnTo>
                  <a:lnTo>
                    <a:pt x="1271194" y="960542"/>
                  </a:lnTo>
                  <a:lnTo>
                    <a:pt x="1263096" y="948561"/>
                  </a:lnTo>
                  <a:lnTo>
                    <a:pt x="1251084" y="940479"/>
                  </a:lnTo>
                  <a:lnTo>
                    <a:pt x="1236373" y="937515"/>
                  </a:lnTo>
                  <a:close/>
                </a:path>
                <a:path extrusionOk="0" h="1906905" w="4916805">
                  <a:moveTo>
                    <a:pt x="1538965" y="934146"/>
                  </a:moveTo>
                  <a:lnTo>
                    <a:pt x="1522982" y="937371"/>
                  </a:lnTo>
                  <a:lnTo>
                    <a:pt x="1509925" y="946168"/>
                  </a:lnTo>
                  <a:lnTo>
                    <a:pt x="1501120" y="959219"/>
                  </a:lnTo>
                  <a:lnTo>
                    <a:pt x="1497891" y="975206"/>
                  </a:lnTo>
                  <a:lnTo>
                    <a:pt x="1501120" y="991200"/>
                  </a:lnTo>
                  <a:lnTo>
                    <a:pt x="1509925" y="1004266"/>
                  </a:lnTo>
                  <a:lnTo>
                    <a:pt x="1522982" y="1013079"/>
                  </a:lnTo>
                  <a:lnTo>
                    <a:pt x="1538965" y="1016311"/>
                  </a:lnTo>
                  <a:lnTo>
                    <a:pt x="1554982" y="1013079"/>
                  </a:lnTo>
                  <a:lnTo>
                    <a:pt x="1568067" y="1004266"/>
                  </a:lnTo>
                  <a:lnTo>
                    <a:pt x="1576893" y="991200"/>
                  </a:lnTo>
                  <a:lnTo>
                    <a:pt x="1580130" y="975206"/>
                  </a:lnTo>
                  <a:lnTo>
                    <a:pt x="1576893" y="959219"/>
                  </a:lnTo>
                  <a:lnTo>
                    <a:pt x="1568067" y="946168"/>
                  </a:lnTo>
                  <a:lnTo>
                    <a:pt x="1554982" y="937371"/>
                  </a:lnTo>
                  <a:lnTo>
                    <a:pt x="1538965" y="934146"/>
                  </a:lnTo>
                  <a:close/>
                </a:path>
                <a:path extrusionOk="0" h="1906905" w="4916805">
                  <a:moveTo>
                    <a:pt x="1841558" y="931630"/>
                  </a:moveTo>
                  <a:lnTo>
                    <a:pt x="1824592" y="935060"/>
                  </a:lnTo>
                  <a:lnTo>
                    <a:pt x="1810735" y="944411"/>
                  </a:lnTo>
                  <a:lnTo>
                    <a:pt x="1801391" y="958277"/>
                  </a:lnTo>
                  <a:lnTo>
                    <a:pt x="1797964" y="975251"/>
                  </a:lnTo>
                  <a:lnTo>
                    <a:pt x="1801391" y="992199"/>
                  </a:lnTo>
                  <a:lnTo>
                    <a:pt x="1810735" y="1006052"/>
                  </a:lnTo>
                  <a:lnTo>
                    <a:pt x="1824592" y="1015398"/>
                  </a:lnTo>
                  <a:lnTo>
                    <a:pt x="1841558" y="1018827"/>
                  </a:lnTo>
                  <a:lnTo>
                    <a:pt x="1858550" y="1015398"/>
                  </a:lnTo>
                  <a:lnTo>
                    <a:pt x="1872420" y="1006052"/>
                  </a:lnTo>
                  <a:lnTo>
                    <a:pt x="1881769" y="992199"/>
                  </a:lnTo>
                  <a:lnTo>
                    <a:pt x="1885197" y="975251"/>
                  </a:lnTo>
                  <a:lnTo>
                    <a:pt x="1881769" y="958277"/>
                  </a:lnTo>
                  <a:lnTo>
                    <a:pt x="1872420" y="944411"/>
                  </a:lnTo>
                  <a:lnTo>
                    <a:pt x="1858550" y="935060"/>
                  </a:lnTo>
                  <a:lnTo>
                    <a:pt x="1841558" y="931630"/>
                  </a:lnTo>
                  <a:close/>
                </a:path>
                <a:path extrusionOk="0" h="1906905" w="4916805">
                  <a:moveTo>
                    <a:pt x="2144150" y="929114"/>
                  </a:moveTo>
                  <a:lnTo>
                    <a:pt x="2126203" y="932741"/>
                  </a:lnTo>
                  <a:lnTo>
                    <a:pt x="2111545" y="942631"/>
                  </a:lnTo>
                  <a:lnTo>
                    <a:pt x="2101662" y="957296"/>
                  </a:lnTo>
                  <a:lnTo>
                    <a:pt x="2098037" y="975251"/>
                  </a:lnTo>
                  <a:lnTo>
                    <a:pt x="2101662" y="993199"/>
                  </a:lnTo>
                  <a:lnTo>
                    <a:pt x="2111545" y="1007849"/>
                  </a:lnTo>
                  <a:lnTo>
                    <a:pt x="2126203" y="1017723"/>
                  </a:lnTo>
                  <a:lnTo>
                    <a:pt x="2144151" y="1021343"/>
                  </a:lnTo>
                  <a:lnTo>
                    <a:pt x="2162124" y="1017723"/>
                  </a:lnTo>
                  <a:lnTo>
                    <a:pt x="2176795" y="1007849"/>
                  </a:lnTo>
                  <a:lnTo>
                    <a:pt x="2186684" y="993199"/>
                  </a:lnTo>
                  <a:lnTo>
                    <a:pt x="2190309" y="975251"/>
                  </a:lnTo>
                  <a:lnTo>
                    <a:pt x="2186684" y="957296"/>
                  </a:lnTo>
                  <a:lnTo>
                    <a:pt x="2176795" y="942631"/>
                  </a:lnTo>
                  <a:lnTo>
                    <a:pt x="2162124" y="932741"/>
                  </a:lnTo>
                  <a:lnTo>
                    <a:pt x="2144150" y="929114"/>
                  </a:lnTo>
                  <a:close/>
                </a:path>
                <a:path extrusionOk="0" h="1906905" w="4916805">
                  <a:moveTo>
                    <a:pt x="2446743" y="926598"/>
                  </a:moveTo>
                  <a:lnTo>
                    <a:pt x="2427813" y="930423"/>
                  </a:lnTo>
                  <a:lnTo>
                    <a:pt x="2412355" y="940851"/>
                  </a:lnTo>
                  <a:lnTo>
                    <a:pt x="2401932" y="956316"/>
                  </a:lnTo>
                  <a:lnTo>
                    <a:pt x="2398110" y="975251"/>
                  </a:lnTo>
                  <a:lnTo>
                    <a:pt x="2401932" y="994179"/>
                  </a:lnTo>
                  <a:lnTo>
                    <a:pt x="2412355" y="1009629"/>
                  </a:lnTo>
                  <a:lnTo>
                    <a:pt x="2427813" y="1020041"/>
                  </a:lnTo>
                  <a:lnTo>
                    <a:pt x="2446743" y="1023859"/>
                  </a:lnTo>
                  <a:lnTo>
                    <a:pt x="2465706" y="1020041"/>
                  </a:lnTo>
                  <a:lnTo>
                    <a:pt x="2481193" y="1009629"/>
                  </a:lnTo>
                  <a:lnTo>
                    <a:pt x="2491636" y="994179"/>
                  </a:lnTo>
                  <a:lnTo>
                    <a:pt x="2495466" y="975251"/>
                  </a:lnTo>
                  <a:lnTo>
                    <a:pt x="2491636" y="956316"/>
                  </a:lnTo>
                  <a:lnTo>
                    <a:pt x="2481193" y="940851"/>
                  </a:lnTo>
                  <a:lnTo>
                    <a:pt x="2465706" y="930423"/>
                  </a:lnTo>
                  <a:lnTo>
                    <a:pt x="2446743" y="926598"/>
                  </a:lnTo>
                  <a:close/>
                </a:path>
                <a:path extrusionOk="0" h="1906905" w="4916805">
                  <a:moveTo>
                    <a:pt x="2749336" y="924083"/>
                  </a:moveTo>
                  <a:lnTo>
                    <a:pt x="2729424" y="928104"/>
                  </a:lnTo>
                  <a:lnTo>
                    <a:pt x="2713165" y="939070"/>
                  </a:lnTo>
                  <a:lnTo>
                    <a:pt x="2702203" y="955335"/>
                  </a:lnTo>
                  <a:lnTo>
                    <a:pt x="2698184" y="975251"/>
                  </a:lnTo>
                  <a:lnTo>
                    <a:pt x="2702203" y="995160"/>
                  </a:lnTo>
                  <a:lnTo>
                    <a:pt x="2713165" y="1011409"/>
                  </a:lnTo>
                  <a:lnTo>
                    <a:pt x="2729424" y="1022360"/>
                  </a:lnTo>
                  <a:lnTo>
                    <a:pt x="2749336" y="1026374"/>
                  </a:lnTo>
                  <a:lnTo>
                    <a:pt x="2769280" y="1022360"/>
                  </a:lnTo>
                  <a:lnTo>
                    <a:pt x="2785568" y="1011409"/>
                  </a:lnTo>
                  <a:lnTo>
                    <a:pt x="2796550" y="995160"/>
                  </a:lnTo>
                  <a:lnTo>
                    <a:pt x="2800577" y="975251"/>
                  </a:lnTo>
                  <a:lnTo>
                    <a:pt x="2796550" y="955335"/>
                  </a:lnTo>
                  <a:lnTo>
                    <a:pt x="2785568" y="939070"/>
                  </a:lnTo>
                  <a:lnTo>
                    <a:pt x="2769280" y="928104"/>
                  </a:lnTo>
                  <a:lnTo>
                    <a:pt x="2749336" y="924083"/>
                  </a:lnTo>
                  <a:close/>
                </a:path>
                <a:path extrusionOk="0" h="1906905" w="4916805">
                  <a:moveTo>
                    <a:pt x="3051928" y="920758"/>
                  </a:moveTo>
                  <a:lnTo>
                    <a:pt x="3030711" y="925040"/>
                  </a:lnTo>
                  <a:lnTo>
                    <a:pt x="3013379" y="936718"/>
                  </a:lnTo>
                  <a:lnTo>
                    <a:pt x="3001689" y="954039"/>
                  </a:lnTo>
                  <a:lnTo>
                    <a:pt x="2997402" y="975251"/>
                  </a:lnTo>
                  <a:lnTo>
                    <a:pt x="3001689" y="996464"/>
                  </a:lnTo>
                  <a:lnTo>
                    <a:pt x="3013379" y="1013784"/>
                  </a:lnTo>
                  <a:lnTo>
                    <a:pt x="3030711" y="1025462"/>
                  </a:lnTo>
                  <a:lnTo>
                    <a:pt x="3051928" y="1029744"/>
                  </a:lnTo>
                  <a:lnTo>
                    <a:pt x="3073171" y="1025462"/>
                  </a:lnTo>
                  <a:lnTo>
                    <a:pt x="3090517" y="1013784"/>
                  </a:lnTo>
                  <a:lnTo>
                    <a:pt x="3102211" y="996464"/>
                  </a:lnTo>
                  <a:lnTo>
                    <a:pt x="3106499" y="975251"/>
                  </a:lnTo>
                  <a:lnTo>
                    <a:pt x="3102211" y="954039"/>
                  </a:lnTo>
                  <a:lnTo>
                    <a:pt x="3090517" y="936718"/>
                  </a:lnTo>
                  <a:lnTo>
                    <a:pt x="3073171" y="925040"/>
                  </a:lnTo>
                  <a:lnTo>
                    <a:pt x="3051928" y="920758"/>
                  </a:lnTo>
                  <a:close/>
                </a:path>
                <a:path extrusionOk="0" h="1906905" w="4916805">
                  <a:moveTo>
                    <a:pt x="3354566" y="918243"/>
                  </a:moveTo>
                  <a:lnTo>
                    <a:pt x="3332367" y="922722"/>
                  </a:lnTo>
                  <a:lnTo>
                    <a:pt x="3314233" y="934938"/>
                  </a:lnTo>
                  <a:lnTo>
                    <a:pt x="3302005" y="953058"/>
                  </a:lnTo>
                  <a:lnTo>
                    <a:pt x="3297520" y="975251"/>
                  </a:lnTo>
                  <a:lnTo>
                    <a:pt x="3302005" y="997444"/>
                  </a:lnTo>
                  <a:lnTo>
                    <a:pt x="3314233" y="1015565"/>
                  </a:lnTo>
                  <a:lnTo>
                    <a:pt x="3332367" y="1027780"/>
                  </a:lnTo>
                  <a:lnTo>
                    <a:pt x="3354566" y="1032259"/>
                  </a:lnTo>
                  <a:lnTo>
                    <a:pt x="3376784" y="1027780"/>
                  </a:lnTo>
                  <a:lnTo>
                    <a:pt x="3394915" y="1015565"/>
                  </a:lnTo>
                  <a:lnTo>
                    <a:pt x="3407132" y="997444"/>
                  </a:lnTo>
                  <a:lnTo>
                    <a:pt x="3411611" y="975251"/>
                  </a:lnTo>
                  <a:lnTo>
                    <a:pt x="3407126" y="953058"/>
                  </a:lnTo>
                  <a:lnTo>
                    <a:pt x="3394898" y="934938"/>
                  </a:lnTo>
                  <a:lnTo>
                    <a:pt x="3376765" y="922722"/>
                  </a:lnTo>
                  <a:lnTo>
                    <a:pt x="3354566" y="918243"/>
                  </a:lnTo>
                  <a:close/>
                </a:path>
                <a:path extrusionOk="0" h="1906905" w="4916805">
                  <a:moveTo>
                    <a:pt x="3657158" y="915727"/>
                  </a:moveTo>
                  <a:lnTo>
                    <a:pt x="3633977" y="920403"/>
                  </a:lnTo>
                  <a:lnTo>
                    <a:pt x="3615043" y="933157"/>
                  </a:lnTo>
                  <a:lnTo>
                    <a:pt x="3602276" y="952077"/>
                  </a:lnTo>
                  <a:lnTo>
                    <a:pt x="3597593" y="975251"/>
                  </a:lnTo>
                  <a:lnTo>
                    <a:pt x="3602276" y="998425"/>
                  </a:lnTo>
                  <a:lnTo>
                    <a:pt x="3615043" y="1017345"/>
                  </a:lnTo>
                  <a:lnTo>
                    <a:pt x="3633977" y="1030099"/>
                  </a:lnTo>
                  <a:lnTo>
                    <a:pt x="3657158" y="1034775"/>
                  </a:lnTo>
                  <a:lnTo>
                    <a:pt x="3680339" y="1030099"/>
                  </a:lnTo>
                  <a:lnTo>
                    <a:pt x="3699273" y="1017345"/>
                  </a:lnTo>
                  <a:lnTo>
                    <a:pt x="3712040" y="998425"/>
                  </a:lnTo>
                  <a:lnTo>
                    <a:pt x="3716723" y="975251"/>
                  </a:lnTo>
                  <a:lnTo>
                    <a:pt x="3712040" y="952077"/>
                  </a:lnTo>
                  <a:lnTo>
                    <a:pt x="3699273" y="933157"/>
                  </a:lnTo>
                  <a:lnTo>
                    <a:pt x="3680339" y="920403"/>
                  </a:lnTo>
                  <a:lnTo>
                    <a:pt x="3657158" y="915727"/>
                  </a:lnTo>
                  <a:close/>
                </a:path>
                <a:path extrusionOk="0" h="1906905" w="4916805">
                  <a:moveTo>
                    <a:pt x="3959751" y="911549"/>
                  </a:moveTo>
                  <a:lnTo>
                    <a:pt x="3934929" y="916556"/>
                  </a:lnTo>
                  <a:lnTo>
                    <a:pt x="3914666" y="930209"/>
                  </a:lnTo>
                  <a:lnTo>
                    <a:pt x="3901009" y="950458"/>
                  </a:lnTo>
                  <a:lnTo>
                    <a:pt x="3896002" y="975251"/>
                  </a:lnTo>
                  <a:lnTo>
                    <a:pt x="3901009" y="1000070"/>
                  </a:lnTo>
                  <a:lnTo>
                    <a:pt x="3914666" y="1020332"/>
                  </a:lnTo>
                  <a:lnTo>
                    <a:pt x="3934929" y="1033990"/>
                  </a:lnTo>
                  <a:lnTo>
                    <a:pt x="3959751" y="1038998"/>
                  </a:lnTo>
                  <a:lnTo>
                    <a:pt x="3984553" y="1033990"/>
                  </a:lnTo>
                  <a:lnTo>
                    <a:pt x="4004818" y="1020332"/>
                  </a:lnTo>
                  <a:lnTo>
                    <a:pt x="4018486" y="1000070"/>
                  </a:lnTo>
                  <a:lnTo>
                    <a:pt x="4023499" y="975251"/>
                  </a:lnTo>
                  <a:lnTo>
                    <a:pt x="4018486" y="950458"/>
                  </a:lnTo>
                  <a:lnTo>
                    <a:pt x="4004818" y="930209"/>
                  </a:lnTo>
                  <a:lnTo>
                    <a:pt x="3984553" y="916556"/>
                  </a:lnTo>
                  <a:lnTo>
                    <a:pt x="3959751" y="911549"/>
                  </a:lnTo>
                  <a:close/>
                </a:path>
                <a:path extrusionOk="0" h="1906905" w="4916805">
                  <a:moveTo>
                    <a:pt x="4262343" y="908180"/>
                  </a:moveTo>
                  <a:lnTo>
                    <a:pt x="4236216" y="913454"/>
                  </a:lnTo>
                  <a:lnTo>
                    <a:pt x="4214880" y="927834"/>
                  </a:lnTo>
                  <a:lnTo>
                    <a:pt x="4200495" y="949155"/>
                  </a:lnTo>
                  <a:lnTo>
                    <a:pt x="4195220" y="975251"/>
                  </a:lnTo>
                  <a:lnTo>
                    <a:pt x="4200495" y="1001367"/>
                  </a:lnTo>
                  <a:lnTo>
                    <a:pt x="4214880" y="1022685"/>
                  </a:lnTo>
                  <a:lnTo>
                    <a:pt x="4236216" y="1037054"/>
                  </a:lnTo>
                  <a:lnTo>
                    <a:pt x="4262343" y="1042322"/>
                  </a:lnTo>
                  <a:lnTo>
                    <a:pt x="4288470" y="1037054"/>
                  </a:lnTo>
                  <a:lnTo>
                    <a:pt x="4309806" y="1022685"/>
                  </a:lnTo>
                  <a:lnTo>
                    <a:pt x="4324191" y="1001367"/>
                  </a:lnTo>
                  <a:lnTo>
                    <a:pt x="4329466" y="975251"/>
                  </a:lnTo>
                  <a:lnTo>
                    <a:pt x="4324191" y="949155"/>
                  </a:lnTo>
                  <a:lnTo>
                    <a:pt x="4309806" y="927834"/>
                  </a:lnTo>
                  <a:lnTo>
                    <a:pt x="4288470" y="913454"/>
                  </a:lnTo>
                  <a:lnTo>
                    <a:pt x="4262343" y="908180"/>
                  </a:lnTo>
                  <a:close/>
                </a:path>
                <a:path extrusionOk="0" h="1906905" w="4916805">
                  <a:moveTo>
                    <a:pt x="4564936" y="909887"/>
                  </a:moveTo>
                  <a:lnTo>
                    <a:pt x="4539448" y="915027"/>
                  </a:lnTo>
                  <a:lnTo>
                    <a:pt x="4518642" y="929041"/>
                  </a:lnTo>
                  <a:lnTo>
                    <a:pt x="4504619" y="949819"/>
                  </a:lnTo>
                  <a:lnTo>
                    <a:pt x="4499477" y="975251"/>
                  </a:lnTo>
                  <a:lnTo>
                    <a:pt x="4504619" y="1000709"/>
                  </a:lnTo>
                  <a:lnTo>
                    <a:pt x="4518642" y="1021500"/>
                  </a:lnTo>
                  <a:lnTo>
                    <a:pt x="4539448" y="1035519"/>
                  </a:lnTo>
                  <a:lnTo>
                    <a:pt x="4564936" y="1040660"/>
                  </a:lnTo>
                  <a:lnTo>
                    <a:pt x="4590397" y="1035519"/>
                  </a:lnTo>
                  <a:lnTo>
                    <a:pt x="4611189" y="1021500"/>
                  </a:lnTo>
                  <a:lnTo>
                    <a:pt x="4625208" y="1000709"/>
                  </a:lnTo>
                  <a:lnTo>
                    <a:pt x="4630349" y="975251"/>
                  </a:lnTo>
                  <a:lnTo>
                    <a:pt x="4625208" y="949819"/>
                  </a:lnTo>
                  <a:lnTo>
                    <a:pt x="4611189" y="929041"/>
                  </a:lnTo>
                  <a:lnTo>
                    <a:pt x="4590397" y="915027"/>
                  </a:lnTo>
                  <a:lnTo>
                    <a:pt x="4564936" y="909887"/>
                  </a:lnTo>
                  <a:close/>
                </a:path>
                <a:path extrusionOk="0" h="1906905" w="4916805">
                  <a:moveTo>
                    <a:pt x="4874501" y="962673"/>
                  </a:moveTo>
                  <a:lnTo>
                    <a:pt x="4860555" y="962673"/>
                  </a:lnTo>
                  <a:lnTo>
                    <a:pt x="4854931" y="968288"/>
                  </a:lnTo>
                  <a:lnTo>
                    <a:pt x="4854931" y="982214"/>
                  </a:lnTo>
                  <a:lnTo>
                    <a:pt x="4860555" y="987830"/>
                  </a:lnTo>
                  <a:lnTo>
                    <a:pt x="4874456" y="987830"/>
                  </a:lnTo>
                  <a:lnTo>
                    <a:pt x="4880125" y="982214"/>
                  </a:lnTo>
                  <a:lnTo>
                    <a:pt x="4880125" y="968288"/>
                  </a:lnTo>
                  <a:lnTo>
                    <a:pt x="4874501" y="962673"/>
                  </a:lnTo>
                  <a:close/>
                </a:path>
                <a:path extrusionOk="0" h="1906905" w="4916805">
                  <a:moveTo>
                    <a:pt x="26048" y="1251667"/>
                  </a:moveTo>
                  <a:lnTo>
                    <a:pt x="15904" y="1253709"/>
                  </a:lnTo>
                  <a:lnTo>
                    <a:pt x="7625" y="1259276"/>
                  </a:lnTo>
                  <a:lnTo>
                    <a:pt x="2045" y="1267530"/>
                  </a:lnTo>
                  <a:lnTo>
                    <a:pt x="0" y="1277633"/>
                  </a:lnTo>
                  <a:lnTo>
                    <a:pt x="2045" y="1287762"/>
                  </a:lnTo>
                  <a:lnTo>
                    <a:pt x="7625" y="1296029"/>
                  </a:lnTo>
                  <a:lnTo>
                    <a:pt x="15904" y="1301601"/>
                  </a:lnTo>
                  <a:lnTo>
                    <a:pt x="26048" y="1303644"/>
                  </a:lnTo>
                  <a:lnTo>
                    <a:pt x="36165" y="1301601"/>
                  </a:lnTo>
                  <a:lnTo>
                    <a:pt x="44431" y="1296029"/>
                  </a:lnTo>
                  <a:lnTo>
                    <a:pt x="50006" y="1287762"/>
                  </a:lnTo>
                  <a:lnTo>
                    <a:pt x="52051" y="1277633"/>
                  </a:lnTo>
                  <a:lnTo>
                    <a:pt x="50006" y="1267530"/>
                  </a:lnTo>
                  <a:lnTo>
                    <a:pt x="44431" y="1259276"/>
                  </a:lnTo>
                  <a:lnTo>
                    <a:pt x="36165" y="1253709"/>
                  </a:lnTo>
                  <a:lnTo>
                    <a:pt x="26048" y="1251667"/>
                  </a:lnTo>
                  <a:close/>
                </a:path>
                <a:path extrusionOk="0" h="1906905" w="4916805">
                  <a:moveTo>
                    <a:pt x="328640" y="1248298"/>
                  </a:moveTo>
                  <a:lnTo>
                    <a:pt x="317199" y="1250601"/>
                  </a:lnTo>
                  <a:lnTo>
                    <a:pt x="307861" y="1256884"/>
                  </a:lnTo>
                  <a:lnTo>
                    <a:pt x="301569" y="1266208"/>
                  </a:lnTo>
                  <a:lnTo>
                    <a:pt x="299263" y="1277633"/>
                  </a:lnTo>
                  <a:lnTo>
                    <a:pt x="301569" y="1289059"/>
                  </a:lnTo>
                  <a:lnTo>
                    <a:pt x="307861" y="1298382"/>
                  </a:lnTo>
                  <a:lnTo>
                    <a:pt x="317199" y="1304665"/>
                  </a:lnTo>
                  <a:lnTo>
                    <a:pt x="328640" y="1306968"/>
                  </a:lnTo>
                  <a:lnTo>
                    <a:pt x="340056" y="1304665"/>
                  </a:lnTo>
                  <a:lnTo>
                    <a:pt x="349380" y="1298382"/>
                  </a:lnTo>
                  <a:lnTo>
                    <a:pt x="355667" y="1289059"/>
                  </a:lnTo>
                  <a:lnTo>
                    <a:pt x="357973" y="1277633"/>
                  </a:lnTo>
                  <a:lnTo>
                    <a:pt x="355667" y="1266208"/>
                  </a:lnTo>
                  <a:lnTo>
                    <a:pt x="349380" y="1256884"/>
                  </a:lnTo>
                  <a:lnTo>
                    <a:pt x="340056" y="1250601"/>
                  </a:lnTo>
                  <a:lnTo>
                    <a:pt x="328640" y="1248298"/>
                  </a:lnTo>
                  <a:close/>
                </a:path>
                <a:path extrusionOk="0" h="1906905" w="4916805">
                  <a:moveTo>
                    <a:pt x="631233" y="1244929"/>
                  </a:moveTo>
                  <a:lnTo>
                    <a:pt x="618486" y="1247499"/>
                  </a:lnTo>
                  <a:lnTo>
                    <a:pt x="608075" y="1254509"/>
                  </a:lnTo>
                  <a:lnTo>
                    <a:pt x="601056" y="1264904"/>
                  </a:lnTo>
                  <a:lnTo>
                    <a:pt x="598481" y="1277633"/>
                  </a:lnTo>
                  <a:lnTo>
                    <a:pt x="601056" y="1290362"/>
                  </a:lnTo>
                  <a:lnTo>
                    <a:pt x="608075" y="1300758"/>
                  </a:lnTo>
                  <a:lnTo>
                    <a:pt x="618486" y="1307767"/>
                  </a:lnTo>
                  <a:lnTo>
                    <a:pt x="631233" y="1310338"/>
                  </a:lnTo>
                  <a:lnTo>
                    <a:pt x="643954" y="1307767"/>
                  </a:lnTo>
                  <a:lnTo>
                    <a:pt x="654351" y="1300758"/>
                  </a:lnTo>
                  <a:lnTo>
                    <a:pt x="661366" y="1290362"/>
                  </a:lnTo>
                  <a:lnTo>
                    <a:pt x="663940" y="1277633"/>
                  </a:lnTo>
                  <a:lnTo>
                    <a:pt x="661366" y="1264904"/>
                  </a:lnTo>
                  <a:lnTo>
                    <a:pt x="654351" y="1254509"/>
                  </a:lnTo>
                  <a:lnTo>
                    <a:pt x="643954" y="1247499"/>
                  </a:lnTo>
                  <a:lnTo>
                    <a:pt x="631233" y="1244929"/>
                  </a:lnTo>
                  <a:close/>
                </a:path>
                <a:path extrusionOk="0" h="1906905" w="4916805">
                  <a:moveTo>
                    <a:pt x="933825" y="1242458"/>
                  </a:moveTo>
                  <a:lnTo>
                    <a:pt x="920096" y="1245226"/>
                  </a:lnTo>
                  <a:lnTo>
                    <a:pt x="908885" y="1252774"/>
                  </a:lnTo>
                  <a:lnTo>
                    <a:pt x="901326" y="1263969"/>
                  </a:lnTo>
                  <a:lnTo>
                    <a:pt x="898554" y="1277678"/>
                  </a:lnTo>
                  <a:lnTo>
                    <a:pt x="901326" y="1291362"/>
                  </a:lnTo>
                  <a:lnTo>
                    <a:pt x="908885" y="1302544"/>
                  </a:lnTo>
                  <a:lnTo>
                    <a:pt x="920096" y="1310086"/>
                  </a:lnTo>
                  <a:lnTo>
                    <a:pt x="933825" y="1312854"/>
                  </a:lnTo>
                  <a:lnTo>
                    <a:pt x="947529" y="1310086"/>
                  </a:lnTo>
                  <a:lnTo>
                    <a:pt x="958727" y="1302544"/>
                  </a:lnTo>
                  <a:lnTo>
                    <a:pt x="966280" y="1291362"/>
                  </a:lnTo>
                  <a:lnTo>
                    <a:pt x="969051" y="1277678"/>
                  </a:lnTo>
                  <a:lnTo>
                    <a:pt x="966280" y="1263969"/>
                  </a:lnTo>
                  <a:lnTo>
                    <a:pt x="958727" y="1252774"/>
                  </a:lnTo>
                  <a:lnTo>
                    <a:pt x="947529" y="1245226"/>
                  </a:lnTo>
                  <a:lnTo>
                    <a:pt x="933825" y="1242458"/>
                  </a:lnTo>
                  <a:close/>
                </a:path>
                <a:path extrusionOk="0" h="1906905" w="4916805">
                  <a:moveTo>
                    <a:pt x="1236373" y="1239942"/>
                  </a:moveTo>
                  <a:lnTo>
                    <a:pt x="1221688" y="1242907"/>
                  </a:lnTo>
                  <a:lnTo>
                    <a:pt x="1209689" y="1250993"/>
                  </a:lnTo>
                  <a:lnTo>
                    <a:pt x="1201596" y="1262988"/>
                  </a:lnTo>
                  <a:lnTo>
                    <a:pt x="1198628" y="1277678"/>
                  </a:lnTo>
                  <a:lnTo>
                    <a:pt x="1201596" y="1292342"/>
                  </a:lnTo>
                  <a:lnTo>
                    <a:pt x="1209689" y="1304324"/>
                  </a:lnTo>
                  <a:lnTo>
                    <a:pt x="1221688" y="1312405"/>
                  </a:lnTo>
                  <a:lnTo>
                    <a:pt x="1236373" y="1315369"/>
                  </a:lnTo>
                  <a:lnTo>
                    <a:pt x="1251084" y="1312405"/>
                  </a:lnTo>
                  <a:lnTo>
                    <a:pt x="1263096" y="1304324"/>
                  </a:lnTo>
                  <a:lnTo>
                    <a:pt x="1271194" y="1292342"/>
                  </a:lnTo>
                  <a:lnTo>
                    <a:pt x="1274163" y="1277678"/>
                  </a:lnTo>
                  <a:lnTo>
                    <a:pt x="1271194" y="1262988"/>
                  </a:lnTo>
                  <a:lnTo>
                    <a:pt x="1263096" y="1250993"/>
                  </a:lnTo>
                  <a:lnTo>
                    <a:pt x="1251084" y="1242907"/>
                  </a:lnTo>
                  <a:lnTo>
                    <a:pt x="1236373" y="1239942"/>
                  </a:lnTo>
                  <a:close/>
                </a:path>
                <a:path extrusionOk="0" h="1906905" w="4916805">
                  <a:moveTo>
                    <a:pt x="1538965" y="1236573"/>
                  </a:moveTo>
                  <a:lnTo>
                    <a:pt x="1522982" y="1239799"/>
                  </a:lnTo>
                  <a:lnTo>
                    <a:pt x="1509925" y="1248601"/>
                  </a:lnTo>
                  <a:lnTo>
                    <a:pt x="1501120" y="1261666"/>
                  </a:lnTo>
                  <a:lnTo>
                    <a:pt x="1497891" y="1277678"/>
                  </a:lnTo>
                  <a:lnTo>
                    <a:pt x="1501120" y="1293665"/>
                  </a:lnTo>
                  <a:lnTo>
                    <a:pt x="1509925" y="1306716"/>
                  </a:lnTo>
                  <a:lnTo>
                    <a:pt x="1522982" y="1315513"/>
                  </a:lnTo>
                  <a:lnTo>
                    <a:pt x="1538965" y="1318739"/>
                  </a:lnTo>
                  <a:lnTo>
                    <a:pt x="1554982" y="1315513"/>
                  </a:lnTo>
                  <a:lnTo>
                    <a:pt x="1568067" y="1306716"/>
                  </a:lnTo>
                  <a:lnTo>
                    <a:pt x="1576893" y="1293665"/>
                  </a:lnTo>
                  <a:lnTo>
                    <a:pt x="1580130" y="1277678"/>
                  </a:lnTo>
                  <a:lnTo>
                    <a:pt x="1576893" y="1261666"/>
                  </a:lnTo>
                  <a:lnTo>
                    <a:pt x="1568067" y="1248601"/>
                  </a:lnTo>
                  <a:lnTo>
                    <a:pt x="1554982" y="1239799"/>
                  </a:lnTo>
                  <a:lnTo>
                    <a:pt x="1538965" y="1236573"/>
                  </a:lnTo>
                  <a:close/>
                </a:path>
                <a:path extrusionOk="0" h="1906905" w="4916805">
                  <a:moveTo>
                    <a:pt x="1841558" y="1234102"/>
                  </a:moveTo>
                  <a:lnTo>
                    <a:pt x="1824592" y="1237525"/>
                  </a:lnTo>
                  <a:lnTo>
                    <a:pt x="1810735" y="1246860"/>
                  </a:lnTo>
                  <a:lnTo>
                    <a:pt x="1801391" y="1260711"/>
                  </a:lnTo>
                  <a:lnTo>
                    <a:pt x="1797964" y="1277678"/>
                  </a:lnTo>
                  <a:lnTo>
                    <a:pt x="1801391" y="1294645"/>
                  </a:lnTo>
                  <a:lnTo>
                    <a:pt x="1810735" y="1308496"/>
                  </a:lnTo>
                  <a:lnTo>
                    <a:pt x="1824592" y="1317832"/>
                  </a:lnTo>
                  <a:lnTo>
                    <a:pt x="1841558" y="1321254"/>
                  </a:lnTo>
                  <a:lnTo>
                    <a:pt x="1858550" y="1317832"/>
                  </a:lnTo>
                  <a:lnTo>
                    <a:pt x="1872420" y="1308496"/>
                  </a:lnTo>
                  <a:lnTo>
                    <a:pt x="1881769" y="1294645"/>
                  </a:lnTo>
                  <a:lnTo>
                    <a:pt x="1885197" y="1277678"/>
                  </a:lnTo>
                  <a:lnTo>
                    <a:pt x="1881769" y="1260711"/>
                  </a:lnTo>
                  <a:lnTo>
                    <a:pt x="1872420" y="1246860"/>
                  </a:lnTo>
                  <a:lnTo>
                    <a:pt x="1858550" y="1237525"/>
                  </a:lnTo>
                  <a:lnTo>
                    <a:pt x="1841558" y="1234102"/>
                  </a:lnTo>
                  <a:close/>
                </a:path>
                <a:path extrusionOk="0" h="1906905" w="4916805">
                  <a:moveTo>
                    <a:pt x="2144151" y="1231586"/>
                  </a:moveTo>
                  <a:lnTo>
                    <a:pt x="2126203" y="1235206"/>
                  </a:lnTo>
                  <a:lnTo>
                    <a:pt x="2111545" y="1245080"/>
                  </a:lnTo>
                  <a:lnTo>
                    <a:pt x="2101662" y="1259730"/>
                  </a:lnTo>
                  <a:lnTo>
                    <a:pt x="2098037" y="1277678"/>
                  </a:lnTo>
                  <a:lnTo>
                    <a:pt x="2101662" y="1295626"/>
                  </a:lnTo>
                  <a:lnTo>
                    <a:pt x="2111545" y="1310276"/>
                  </a:lnTo>
                  <a:lnTo>
                    <a:pt x="2126203" y="1320150"/>
                  </a:lnTo>
                  <a:lnTo>
                    <a:pt x="2144151" y="1323770"/>
                  </a:lnTo>
                  <a:lnTo>
                    <a:pt x="2162124" y="1320150"/>
                  </a:lnTo>
                  <a:lnTo>
                    <a:pt x="2176795" y="1310276"/>
                  </a:lnTo>
                  <a:lnTo>
                    <a:pt x="2186684" y="1295626"/>
                  </a:lnTo>
                  <a:lnTo>
                    <a:pt x="2190309" y="1277678"/>
                  </a:lnTo>
                  <a:lnTo>
                    <a:pt x="2186684" y="1259730"/>
                  </a:lnTo>
                  <a:lnTo>
                    <a:pt x="2176795" y="1245080"/>
                  </a:lnTo>
                  <a:lnTo>
                    <a:pt x="2162124" y="1235206"/>
                  </a:lnTo>
                  <a:lnTo>
                    <a:pt x="2144151" y="1231586"/>
                  </a:lnTo>
                  <a:close/>
                </a:path>
                <a:path extrusionOk="0" h="1906905" w="4916805">
                  <a:moveTo>
                    <a:pt x="2446743" y="1229071"/>
                  </a:moveTo>
                  <a:lnTo>
                    <a:pt x="2427813" y="1232888"/>
                  </a:lnTo>
                  <a:lnTo>
                    <a:pt x="2412355" y="1243300"/>
                  </a:lnTo>
                  <a:lnTo>
                    <a:pt x="2401932" y="1258750"/>
                  </a:lnTo>
                  <a:lnTo>
                    <a:pt x="2398110" y="1277678"/>
                  </a:lnTo>
                  <a:lnTo>
                    <a:pt x="2401932" y="1296607"/>
                  </a:lnTo>
                  <a:lnTo>
                    <a:pt x="2412355" y="1312056"/>
                  </a:lnTo>
                  <a:lnTo>
                    <a:pt x="2427813" y="1322469"/>
                  </a:lnTo>
                  <a:lnTo>
                    <a:pt x="2446743" y="1326286"/>
                  </a:lnTo>
                  <a:lnTo>
                    <a:pt x="2465706" y="1322469"/>
                  </a:lnTo>
                  <a:lnTo>
                    <a:pt x="2481193" y="1312056"/>
                  </a:lnTo>
                  <a:lnTo>
                    <a:pt x="2491636" y="1296607"/>
                  </a:lnTo>
                  <a:lnTo>
                    <a:pt x="2495466" y="1277678"/>
                  </a:lnTo>
                  <a:lnTo>
                    <a:pt x="2491636" y="1258750"/>
                  </a:lnTo>
                  <a:lnTo>
                    <a:pt x="2481193" y="1243300"/>
                  </a:lnTo>
                  <a:lnTo>
                    <a:pt x="2465706" y="1232888"/>
                  </a:lnTo>
                  <a:lnTo>
                    <a:pt x="2446743" y="1229071"/>
                  </a:lnTo>
                  <a:close/>
                </a:path>
                <a:path extrusionOk="0" h="1906905" w="4916805">
                  <a:moveTo>
                    <a:pt x="2749336" y="1226510"/>
                  </a:moveTo>
                  <a:lnTo>
                    <a:pt x="2729424" y="1230531"/>
                  </a:lnTo>
                  <a:lnTo>
                    <a:pt x="2713165" y="1241498"/>
                  </a:lnTo>
                  <a:lnTo>
                    <a:pt x="2702203" y="1257762"/>
                  </a:lnTo>
                  <a:lnTo>
                    <a:pt x="2698184" y="1277678"/>
                  </a:lnTo>
                  <a:lnTo>
                    <a:pt x="2702203" y="1297587"/>
                  </a:lnTo>
                  <a:lnTo>
                    <a:pt x="2713165" y="1313836"/>
                  </a:lnTo>
                  <a:lnTo>
                    <a:pt x="2729424" y="1324787"/>
                  </a:lnTo>
                  <a:lnTo>
                    <a:pt x="2749336" y="1328802"/>
                  </a:lnTo>
                  <a:lnTo>
                    <a:pt x="2769280" y="1324787"/>
                  </a:lnTo>
                  <a:lnTo>
                    <a:pt x="2785568" y="1313836"/>
                  </a:lnTo>
                  <a:lnTo>
                    <a:pt x="2796550" y="1297587"/>
                  </a:lnTo>
                  <a:lnTo>
                    <a:pt x="2800577" y="1277678"/>
                  </a:lnTo>
                  <a:lnTo>
                    <a:pt x="2796550" y="1257762"/>
                  </a:lnTo>
                  <a:lnTo>
                    <a:pt x="2785568" y="1241498"/>
                  </a:lnTo>
                  <a:lnTo>
                    <a:pt x="2769280" y="1230531"/>
                  </a:lnTo>
                  <a:lnTo>
                    <a:pt x="2749336" y="1226510"/>
                  </a:lnTo>
                  <a:close/>
                </a:path>
                <a:path extrusionOk="0" h="1906905" w="4916805">
                  <a:moveTo>
                    <a:pt x="3051928" y="1223186"/>
                  </a:moveTo>
                  <a:lnTo>
                    <a:pt x="3030711" y="1227474"/>
                  </a:lnTo>
                  <a:lnTo>
                    <a:pt x="3013379" y="1239162"/>
                  </a:lnTo>
                  <a:lnTo>
                    <a:pt x="3001689" y="1256485"/>
                  </a:lnTo>
                  <a:lnTo>
                    <a:pt x="2997402" y="1277678"/>
                  </a:lnTo>
                  <a:lnTo>
                    <a:pt x="3001689" y="1298891"/>
                  </a:lnTo>
                  <a:lnTo>
                    <a:pt x="3013379" y="1316212"/>
                  </a:lnTo>
                  <a:lnTo>
                    <a:pt x="3030711" y="1327889"/>
                  </a:lnTo>
                  <a:lnTo>
                    <a:pt x="3051928" y="1332171"/>
                  </a:lnTo>
                  <a:lnTo>
                    <a:pt x="3073171" y="1327889"/>
                  </a:lnTo>
                  <a:lnTo>
                    <a:pt x="3090517" y="1316212"/>
                  </a:lnTo>
                  <a:lnTo>
                    <a:pt x="3102211" y="1298891"/>
                  </a:lnTo>
                  <a:lnTo>
                    <a:pt x="3106499" y="1277678"/>
                  </a:lnTo>
                  <a:lnTo>
                    <a:pt x="3102211" y="1256485"/>
                  </a:lnTo>
                  <a:lnTo>
                    <a:pt x="3090517" y="1239162"/>
                  </a:lnTo>
                  <a:lnTo>
                    <a:pt x="3073171" y="1227474"/>
                  </a:lnTo>
                  <a:lnTo>
                    <a:pt x="3051928" y="1223186"/>
                  </a:lnTo>
                  <a:close/>
                </a:path>
                <a:path extrusionOk="0" h="1906905" w="4916805">
                  <a:moveTo>
                    <a:pt x="3354566" y="1220670"/>
                  </a:moveTo>
                  <a:lnTo>
                    <a:pt x="3332367" y="1225155"/>
                  </a:lnTo>
                  <a:lnTo>
                    <a:pt x="3314233" y="1237382"/>
                  </a:lnTo>
                  <a:lnTo>
                    <a:pt x="3302005" y="1255504"/>
                  </a:lnTo>
                  <a:lnTo>
                    <a:pt x="3297520" y="1277678"/>
                  </a:lnTo>
                  <a:lnTo>
                    <a:pt x="3302005" y="1299871"/>
                  </a:lnTo>
                  <a:lnTo>
                    <a:pt x="3314233" y="1317992"/>
                  </a:lnTo>
                  <a:lnTo>
                    <a:pt x="3332367" y="1330208"/>
                  </a:lnTo>
                  <a:lnTo>
                    <a:pt x="3354566" y="1334687"/>
                  </a:lnTo>
                  <a:lnTo>
                    <a:pt x="3376784" y="1330208"/>
                  </a:lnTo>
                  <a:lnTo>
                    <a:pt x="3394915" y="1317992"/>
                  </a:lnTo>
                  <a:lnTo>
                    <a:pt x="3407132" y="1299871"/>
                  </a:lnTo>
                  <a:lnTo>
                    <a:pt x="3411611" y="1277678"/>
                  </a:lnTo>
                  <a:lnTo>
                    <a:pt x="3407126" y="1255504"/>
                  </a:lnTo>
                  <a:lnTo>
                    <a:pt x="3394898" y="1237382"/>
                  </a:lnTo>
                  <a:lnTo>
                    <a:pt x="3376765" y="1225155"/>
                  </a:lnTo>
                  <a:lnTo>
                    <a:pt x="3354566" y="1220670"/>
                  </a:lnTo>
                  <a:close/>
                </a:path>
                <a:path extrusionOk="0" h="1906905" w="4916805">
                  <a:moveTo>
                    <a:pt x="3657158" y="1218154"/>
                  </a:moveTo>
                  <a:lnTo>
                    <a:pt x="3633977" y="1222837"/>
                  </a:lnTo>
                  <a:lnTo>
                    <a:pt x="3615043" y="1235602"/>
                  </a:lnTo>
                  <a:lnTo>
                    <a:pt x="3602276" y="1254524"/>
                  </a:lnTo>
                  <a:lnTo>
                    <a:pt x="3597593" y="1277678"/>
                  </a:lnTo>
                  <a:lnTo>
                    <a:pt x="3602276" y="1300852"/>
                  </a:lnTo>
                  <a:lnTo>
                    <a:pt x="3615043" y="1319772"/>
                  </a:lnTo>
                  <a:lnTo>
                    <a:pt x="3633977" y="1332526"/>
                  </a:lnTo>
                  <a:lnTo>
                    <a:pt x="3657158" y="1337203"/>
                  </a:lnTo>
                  <a:lnTo>
                    <a:pt x="3680339" y="1332526"/>
                  </a:lnTo>
                  <a:lnTo>
                    <a:pt x="3699273" y="1319772"/>
                  </a:lnTo>
                  <a:lnTo>
                    <a:pt x="3712041" y="1300852"/>
                  </a:lnTo>
                  <a:lnTo>
                    <a:pt x="3716723" y="1277678"/>
                  </a:lnTo>
                  <a:lnTo>
                    <a:pt x="3712041" y="1254524"/>
                  </a:lnTo>
                  <a:lnTo>
                    <a:pt x="3699273" y="1235602"/>
                  </a:lnTo>
                  <a:lnTo>
                    <a:pt x="3680339" y="1222837"/>
                  </a:lnTo>
                  <a:lnTo>
                    <a:pt x="3657158" y="1218154"/>
                  </a:lnTo>
                  <a:close/>
                </a:path>
                <a:path extrusionOk="0" h="1906905" w="4916805">
                  <a:moveTo>
                    <a:pt x="3959751" y="1215639"/>
                  </a:moveTo>
                  <a:lnTo>
                    <a:pt x="3935562" y="1220518"/>
                  </a:lnTo>
                  <a:lnTo>
                    <a:pt x="3915814" y="1233822"/>
                  </a:lnTo>
                  <a:lnTo>
                    <a:pt x="3902502" y="1253543"/>
                  </a:lnTo>
                  <a:lnTo>
                    <a:pt x="3897621" y="1277678"/>
                  </a:lnTo>
                  <a:lnTo>
                    <a:pt x="3902502" y="1301840"/>
                  </a:lnTo>
                  <a:lnTo>
                    <a:pt x="3915814" y="1321575"/>
                  </a:lnTo>
                  <a:lnTo>
                    <a:pt x="3935562" y="1334883"/>
                  </a:lnTo>
                  <a:lnTo>
                    <a:pt x="3959751" y="1339763"/>
                  </a:lnTo>
                  <a:lnTo>
                    <a:pt x="3983914" y="1334883"/>
                  </a:lnTo>
                  <a:lnTo>
                    <a:pt x="4003648" y="1321575"/>
                  </a:lnTo>
                  <a:lnTo>
                    <a:pt x="4016955" y="1301840"/>
                  </a:lnTo>
                  <a:lnTo>
                    <a:pt x="4021835" y="1277678"/>
                  </a:lnTo>
                  <a:lnTo>
                    <a:pt x="4016955" y="1253543"/>
                  </a:lnTo>
                  <a:lnTo>
                    <a:pt x="4003648" y="1233822"/>
                  </a:lnTo>
                  <a:lnTo>
                    <a:pt x="3983914" y="1220518"/>
                  </a:lnTo>
                  <a:lnTo>
                    <a:pt x="3959751" y="1215639"/>
                  </a:lnTo>
                  <a:close/>
                </a:path>
                <a:path extrusionOk="0" h="1906905" w="4916805">
                  <a:moveTo>
                    <a:pt x="4262343" y="1229924"/>
                  </a:moveTo>
                  <a:lnTo>
                    <a:pt x="4243730" y="1233678"/>
                  </a:lnTo>
                  <a:lnTo>
                    <a:pt x="4228529" y="1243913"/>
                  </a:lnTo>
                  <a:lnTo>
                    <a:pt x="4218279" y="1259092"/>
                  </a:lnTo>
                  <a:lnTo>
                    <a:pt x="4214520" y="1277678"/>
                  </a:lnTo>
                  <a:lnTo>
                    <a:pt x="4218279" y="1296291"/>
                  </a:lnTo>
                  <a:lnTo>
                    <a:pt x="4228529" y="1311484"/>
                  </a:lnTo>
                  <a:lnTo>
                    <a:pt x="4243730" y="1321723"/>
                  </a:lnTo>
                  <a:lnTo>
                    <a:pt x="4262343" y="1325477"/>
                  </a:lnTo>
                  <a:lnTo>
                    <a:pt x="4280956" y="1321723"/>
                  </a:lnTo>
                  <a:lnTo>
                    <a:pt x="4296158" y="1311484"/>
                  </a:lnTo>
                  <a:lnTo>
                    <a:pt x="4306407" y="1296291"/>
                  </a:lnTo>
                  <a:lnTo>
                    <a:pt x="4310166" y="1277678"/>
                  </a:lnTo>
                  <a:lnTo>
                    <a:pt x="4306407" y="1259092"/>
                  </a:lnTo>
                  <a:lnTo>
                    <a:pt x="4296158" y="1243913"/>
                  </a:lnTo>
                  <a:lnTo>
                    <a:pt x="4280956" y="1233678"/>
                  </a:lnTo>
                  <a:lnTo>
                    <a:pt x="4262343" y="1229924"/>
                  </a:lnTo>
                  <a:close/>
                </a:path>
                <a:path extrusionOk="0" h="1906905" w="4916805">
                  <a:moveTo>
                    <a:pt x="4571414" y="1265953"/>
                  </a:moveTo>
                  <a:lnTo>
                    <a:pt x="4558412" y="1265953"/>
                  </a:lnTo>
                  <a:lnTo>
                    <a:pt x="4553149" y="1271209"/>
                  </a:lnTo>
                  <a:lnTo>
                    <a:pt x="4553149" y="1284192"/>
                  </a:lnTo>
                  <a:lnTo>
                    <a:pt x="4558412" y="1289449"/>
                  </a:lnTo>
                  <a:lnTo>
                    <a:pt x="4571414" y="1289449"/>
                  </a:lnTo>
                  <a:lnTo>
                    <a:pt x="4576678" y="1284192"/>
                  </a:lnTo>
                  <a:lnTo>
                    <a:pt x="4576678" y="1271209"/>
                  </a:lnTo>
                  <a:lnTo>
                    <a:pt x="4571414" y="1265953"/>
                  </a:lnTo>
                  <a:close/>
                </a:path>
                <a:path extrusionOk="0" h="1906905" w="4916805">
                  <a:moveTo>
                    <a:pt x="26048" y="1554068"/>
                  </a:moveTo>
                  <a:lnTo>
                    <a:pt x="15904" y="1556110"/>
                  </a:lnTo>
                  <a:lnTo>
                    <a:pt x="7625" y="1561680"/>
                  </a:lnTo>
                  <a:lnTo>
                    <a:pt x="2045" y="1569940"/>
                  </a:lnTo>
                  <a:lnTo>
                    <a:pt x="0" y="1580051"/>
                  </a:lnTo>
                  <a:lnTo>
                    <a:pt x="2045" y="1590163"/>
                  </a:lnTo>
                  <a:lnTo>
                    <a:pt x="7625" y="1598423"/>
                  </a:lnTo>
                  <a:lnTo>
                    <a:pt x="15904" y="1603993"/>
                  </a:lnTo>
                  <a:lnTo>
                    <a:pt x="26048" y="1606035"/>
                  </a:lnTo>
                  <a:lnTo>
                    <a:pt x="36165" y="1603993"/>
                  </a:lnTo>
                  <a:lnTo>
                    <a:pt x="44431" y="1598423"/>
                  </a:lnTo>
                  <a:lnTo>
                    <a:pt x="50006" y="1590163"/>
                  </a:lnTo>
                  <a:lnTo>
                    <a:pt x="52051" y="1580051"/>
                  </a:lnTo>
                  <a:lnTo>
                    <a:pt x="50006" y="1569940"/>
                  </a:lnTo>
                  <a:lnTo>
                    <a:pt x="44431" y="1561680"/>
                  </a:lnTo>
                  <a:lnTo>
                    <a:pt x="36165" y="1556110"/>
                  </a:lnTo>
                  <a:lnTo>
                    <a:pt x="26048" y="1554068"/>
                  </a:lnTo>
                  <a:close/>
                </a:path>
                <a:path extrusionOk="0" h="1906905" w="4916805">
                  <a:moveTo>
                    <a:pt x="328640" y="1550707"/>
                  </a:moveTo>
                  <a:lnTo>
                    <a:pt x="317199" y="1553013"/>
                  </a:lnTo>
                  <a:lnTo>
                    <a:pt x="307861" y="1559301"/>
                  </a:lnTo>
                  <a:lnTo>
                    <a:pt x="301569" y="1568628"/>
                  </a:lnTo>
                  <a:lnTo>
                    <a:pt x="299263" y="1580051"/>
                  </a:lnTo>
                  <a:lnTo>
                    <a:pt x="301569" y="1591475"/>
                  </a:lnTo>
                  <a:lnTo>
                    <a:pt x="307861" y="1600802"/>
                  </a:lnTo>
                  <a:lnTo>
                    <a:pt x="317199" y="1607090"/>
                  </a:lnTo>
                  <a:lnTo>
                    <a:pt x="328640" y="1609396"/>
                  </a:lnTo>
                  <a:lnTo>
                    <a:pt x="340056" y="1607090"/>
                  </a:lnTo>
                  <a:lnTo>
                    <a:pt x="349380" y="1600802"/>
                  </a:lnTo>
                  <a:lnTo>
                    <a:pt x="355667" y="1591475"/>
                  </a:lnTo>
                  <a:lnTo>
                    <a:pt x="357973" y="1580052"/>
                  </a:lnTo>
                  <a:lnTo>
                    <a:pt x="355667" y="1568628"/>
                  </a:lnTo>
                  <a:lnTo>
                    <a:pt x="349380" y="1559301"/>
                  </a:lnTo>
                  <a:lnTo>
                    <a:pt x="340056" y="1553013"/>
                  </a:lnTo>
                  <a:lnTo>
                    <a:pt x="328640" y="1550707"/>
                  </a:lnTo>
                  <a:close/>
                </a:path>
                <a:path extrusionOk="0" h="1906905" w="4916805">
                  <a:moveTo>
                    <a:pt x="631233" y="1547347"/>
                  </a:moveTo>
                  <a:lnTo>
                    <a:pt x="618486" y="1549918"/>
                  </a:lnTo>
                  <a:lnTo>
                    <a:pt x="608075" y="1556929"/>
                  </a:lnTo>
                  <a:lnTo>
                    <a:pt x="601056" y="1567325"/>
                  </a:lnTo>
                  <a:lnTo>
                    <a:pt x="598481" y="1580052"/>
                  </a:lnTo>
                  <a:lnTo>
                    <a:pt x="601056" y="1592779"/>
                  </a:lnTo>
                  <a:lnTo>
                    <a:pt x="608075" y="1603174"/>
                  </a:lnTo>
                  <a:lnTo>
                    <a:pt x="618486" y="1610185"/>
                  </a:lnTo>
                  <a:lnTo>
                    <a:pt x="631233" y="1612756"/>
                  </a:lnTo>
                  <a:lnTo>
                    <a:pt x="643954" y="1610185"/>
                  </a:lnTo>
                  <a:lnTo>
                    <a:pt x="654351" y="1603174"/>
                  </a:lnTo>
                  <a:lnTo>
                    <a:pt x="661366" y="1592779"/>
                  </a:lnTo>
                  <a:lnTo>
                    <a:pt x="663940" y="1580052"/>
                  </a:lnTo>
                  <a:lnTo>
                    <a:pt x="661366" y="1567325"/>
                  </a:lnTo>
                  <a:lnTo>
                    <a:pt x="654351" y="1556929"/>
                  </a:lnTo>
                  <a:lnTo>
                    <a:pt x="643954" y="1549918"/>
                  </a:lnTo>
                  <a:lnTo>
                    <a:pt x="631233" y="1547347"/>
                  </a:lnTo>
                  <a:close/>
                </a:path>
                <a:path extrusionOk="0" h="1906905" w="4916805">
                  <a:moveTo>
                    <a:pt x="933825" y="1544863"/>
                  </a:moveTo>
                  <a:lnTo>
                    <a:pt x="920096" y="1547631"/>
                  </a:lnTo>
                  <a:lnTo>
                    <a:pt x="908885" y="1555178"/>
                  </a:lnTo>
                  <a:lnTo>
                    <a:pt x="901326" y="1566370"/>
                  </a:lnTo>
                  <a:lnTo>
                    <a:pt x="898555" y="1580070"/>
                  </a:lnTo>
                  <a:lnTo>
                    <a:pt x="901326" y="1593769"/>
                  </a:lnTo>
                  <a:lnTo>
                    <a:pt x="908885" y="1604958"/>
                  </a:lnTo>
                  <a:lnTo>
                    <a:pt x="920096" y="1612504"/>
                  </a:lnTo>
                  <a:lnTo>
                    <a:pt x="933825" y="1615272"/>
                  </a:lnTo>
                  <a:lnTo>
                    <a:pt x="947529" y="1612504"/>
                  </a:lnTo>
                  <a:lnTo>
                    <a:pt x="958727" y="1604958"/>
                  </a:lnTo>
                  <a:lnTo>
                    <a:pt x="966280" y="1593769"/>
                  </a:lnTo>
                  <a:lnTo>
                    <a:pt x="969051" y="1580070"/>
                  </a:lnTo>
                  <a:lnTo>
                    <a:pt x="966280" y="1566370"/>
                  </a:lnTo>
                  <a:lnTo>
                    <a:pt x="958727" y="1555178"/>
                  </a:lnTo>
                  <a:lnTo>
                    <a:pt x="947529" y="1547631"/>
                  </a:lnTo>
                  <a:lnTo>
                    <a:pt x="933825" y="1544863"/>
                  </a:lnTo>
                  <a:close/>
                </a:path>
                <a:path extrusionOk="0" h="1906905" w="4916805">
                  <a:moveTo>
                    <a:pt x="1236373" y="1542343"/>
                  </a:moveTo>
                  <a:lnTo>
                    <a:pt x="1221688" y="1545308"/>
                  </a:lnTo>
                  <a:lnTo>
                    <a:pt x="1209689" y="1553394"/>
                  </a:lnTo>
                  <a:lnTo>
                    <a:pt x="1201596" y="1565387"/>
                  </a:lnTo>
                  <a:lnTo>
                    <a:pt x="1198628" y="1580070"/>
                  </a:lnTo>
                  <a:lnTo>
                    <a:pt x="1201596" y="1594750"/>
                  </a:lnTo>
                  <a:lnTo>
                    <a:pt x="1209689" y="1606741"/>
                  </a:lnTo>
                  <a:lnTo>
                    <a:pt x="1221688" y="1614827"/>
                  </a:lnTo>
                  <a:lnTo>
                    <a:pt x="1236373" y="1617792"/>
                  </a:lnTo>
                  <a:lnTo>
                    <a:pt x="1251084" y="1614827"/>
                  </a:lnTo>
                  <a:lnTo>
                    <a:pt x="1263096" y="1606741"/>
                  </a:lnTo>
                  <a:lnTo>
                    <a:pt x="1271194" y="1594750"/>
                  </a:lnTo>
                  <a:lnTo>
                    <a:pt x="1274163" y="1580070"/>
                  </a:lnTo>
                  <a:lnTo>
                    <a:pt x="1271194" y="1565387"/>
                  </a:lnTo>
                  <a:lnTo>
                    <a:pt x="1263096" y="1553394"/>
                  </a:lnTo>
                  <a:lnTo>
                    <a:pt x="1251084" y="1545308"/>
                  </a:lnTo>
                  <a:lnTo>
                    <a:pt x="1236373" y="1542343"/>
                  </a:lnTo>
                  <a:close/>
                </a:path>
                <a:path extrusionOk="0" h="1906905" w="4916805">
                  <a:moveTo>
                    <a:pt x="1538966" y="1538982"/>
                  </a:moveTo>
                  <a:lnTo>
                    <a:pt x="1522982" y="1542211"/>
                  </a:lnTo>
                  <a:lnTo>
                    <a:pt x="1509925" y="1551015"/>
                  </a:lnTo>
                  <a:lnTo>
                    <a:pt x="1501120" y="1564075"/>
                  </a:lnTo>
                  <a:lnTo>
                    <a:pt x="1497891" y="1580070"/>
                  </a:lnTo>
                  <a:lnTo>
                    <a:pt x="1501120" y="1596062"/>
                  </a:lnTo>
                  <a:lnTo>
                    <a:pt x="1509925" y="1609120"/>
                  </a:lnTo>
                  <a:lnTo>
                    <a:pt x="1522982" y="1617924"/>
                  </a:lnTo>
                  <a:lnTo>
                    <a:pt x="1538966" y="1621152"/>
                  </a:lnTo>
                  <a:lnTo>
                    <a:pt x="1554982" y="1617924"/>
                  </a:lnTo>
                  <a:lnTo>
                    <a:pt x="1568067" y="1609120"/>
                  </a:lnTo>
                  <a:lnTo>
                    <a:pt x="1576893" y="1596062"/>
                  </a:lnTo>
                  <a:lnTo>
                    <a:pt x="1580130" y="1580070"/>
                  </a:lnTo>
                  <a:lnTo>
                    <a:pt x="1576893" y="1564075"/>
                  </a:lnTo>
                  <a:lnTo>
                    <a:pt x="1568067" y="1551015"/>
                  </a:lnTo>
                  <a:lnTo>
                    <a:pt x="1554982" y="1542211"/>
                  </a:lnTo>
                  <a:lnTo>
                    <a:pt x="1538966" y="1538982"/>
                  </a:lnTo>
                  <a:close/>
                </a:path>
                <a:path extrusionOk="0" h="1906905" w="4916805">
                  <a:moveTo>
                    <a:pt x="1841558" y="1536498"/>
                  </a:moveTo>
                  <a:lnTo>
                    <a:pt x="1824592" y="1539923"/>
                  </a:lnTo>
                  <a:lnTo>
                    <a:pt x="1810735" y="1549264"/>
                  </a:lnTo>
                  <a:lnTo>
                    <a:pt x="1801391" y="1563118"/>
                  </a:lnTo>
                  <a:lnTo>
                    <a:pt x="1797964" y="1580083"/>
                  </a:lnTo>
                  <a:lnTo>
                    <a:pt x="1801391" y="1597049"/>
                  </a:lnTo>
                  <a:lnTo>
                    <a:pt x="1810735" y="1610904"/>
                  </a:lnTo>
                  <a:lnTo>
                    <a:pt x="1824592" y="1620247"/>
                  </a:lnTo>
                  <a:lnTo>
                    <a:pt x="1841558" y="1623673"/>
                  </a:lnTo>
                  <a:lnTo>
                    <a:pt x="1858550" y="1620247"/>
                  </a:lnTo>
                  <a:lnTo>
                    <a:pt x="1872420" y="1610904"/>
                  </a:lnTo>
                  <a:lnTo>
                    <a:pt x="1881769" y="1597049"/>
                  </a:lnTo>
                  <a:lnTo>
                    <a:pt x="1885197" y="1580083"/>
                  </a:lnTo>
                  <a:lnTo>
                    <a:pt x="1881769" y="1563118"/>
                  </a:lnTo>
                  <a:lnTo>
                    <a:pt x="1872420" y="1549264"/>
                  </a:lnTo>
                  <a:lnTo>
                    <a:pt x="1858550" y="1539923"/>
                  </a:lnTo>
                  <a:lnTo>
                    <a:pt x="1841558" y="1536498"/>
                  </a:lnTo>
                  <a:close/>
                </a:path>
                <a:path extrusionOk="0" h="1906905" w="4916805">
                  <a:moveTo>
                    <a:pt x="2144151" y="1533978"/>
                  </a:moveTo>
                  <a:lnTo>
                    <a:pt x="2126203" y="1537602"/>
                  </a:lnTo>
                  <a:lnTo>
                    <a:pt x="2111545" y="1547484"/>
                  </a:lnTo>
                  <a:lnTo>
                    <a:pt x="2101662" y="1562139"/>
                  </a:lnTo>
                  <a:lnTo>
                    <a:pt x="2098037" y="1580083"/>
                  </a:lnTo>
                  <a:lnTo>
                    <a:pt x="2101662" y="1598032"/>
                  </a:lnTo>
                  <a:lnTo>
                    <a:pt x="2111545" y="1612688"/>
                  </a:lnTo>
                  <a:lnTo>
                    <a:pt x="2126203" y="1622570"/>
                  </a:lnTo>
                  <a:lnTo>
                    <a:pt x="2144151" y="1626193"/>
                  </a:lnTo>
                  <a:lnTo>
                    <a:pt x="2162124" y="1622570"/>
                  </a:lnTo>
                  <a:lnTo>
                    <a:pt x="2176795" y="1612688"/>
                  </a:lnTo>
                  <a:lnTo>
                    <a:pt x="2186684" y="1598032"/>
                  </a:lnTo>
                  <a:lnTo>
                    <a:pt x="2190309" y="1580083"/>
                  </a:lnTo>
                  <a:lnTo>
                    <a:pt x="2186684" y="1562139"/>
                  </a:lnTo>
                  <a:lnTo>
                    <a:pt x="2176795" y="1547484"/>
                  </a:lnTo>
                  <a:lnTo>
                    <a:pt x="2162124" y="1537602"/>
                  </a:lnTo>
                  <a:lnTo>
                    <a:pt x="2144151" y="1533978"/>
                  </a:lnTo>
                  <a:close/>
                </a:path>
                <a:path extrusionOk="0" h="1906905" w="4916805">
                  <a:moveTo>
                    <a:pt x="2446743" y="1531458"/>
                  </a:moveTo>
                  <a:lnTo>
                    <a:pt x="2427813" y="1535279"/>
                  </a:lnTo>
                  <a:lnTo>
                    <a:pt x="2412355" y="1545700"/>
                  </a:lnTo>
                  <a:lnTo>
                    <a:pt x="2401932" y="1561156"/>
                  </a:lnTo>
                  <a:lnTo>
                    <a:pt x="2398111" y="1580083"/>
                  </a:lnTo>
                  <a:lnTo>
                    <a:pt x="2401932" y="1599012"/>
                  </a:lnTo>
                  <a:lnTo>
                    <a:pt x="2412355" y="1614468"/>
                  </a:lnTo>
                  <a:lnTo>
                    <a:pt x="2427813" y="1624888"/>
                  </a:lnTo>
                  <a:lnTo>
                    <a:pt x="2446743" y="1628709"/>
                  </a:lnTo>
                  <a:lnTo>
                    <a:pt x="2465706" y="1624888"/>
                  </a:lnTo>
                  <a:lnTo>
                    <a:pt x="2481193" y="1614468"/>
                  </a:lnTo>
                  <a:lnTo>
                    <a:pt x="2491636" y="1599012"/>
                  </a:lnTo>
                  <a:lnTo>
                    <a:pt x="2495466" y="1580083"/>
                  </a:lnTo>
                  <a:lnTo>
                    <a:pt x="2491636" y="1561156"/>
                  </a:lnTo>
                  <a:lnTo>
                    <a:pt x="2481193" y="1545700"/>
                  </a:lnTo>
                  <a:lnTo>
                    <a:pt x="2465706" y="1535279"/>
                  </a:lnTo>
                  <a:lnTo>
                    <a:pt x="2446743" y="1531458"/>
                  </a:lnTo>
                  <a:close/>
                </a:path>
                <a:path extrusionOk="0" h="1906905" w="4916805">
                  <a:moveTo>
                    <a:pt x="2749336" y="1528937"/>
                  </a:moveTo>
                  <a:lnTo>
                    <a:pt x="2729424" y="1532957"/>
                  </a:lnTo>
                  <a:lnTo>
                    <a:pt x="2713165" y="1543917"/>
                  </a:lnTo>
                  <a:lnTo>
                    <a:pt x="2702203" y="1560174"/>
                  </a:lnTo>
                  <a:lnTo>
                    <a:pt x="2698184" y="1580083"/>
                  </a:lnTo>
                  <a:lnTo>
                    <a:pt x="2702203" y="1599994"/>
                  </a:lnTo>
                  <a:lnTo>
                    <a:pt x="2713165" y="1616251"/>
                  </a:lnTo>
                  <a:lnTo>
                    <a:pt x="2729424" y="1627210"/>
                  </a:lnTo>
                  <a:lnTo>
                    <a:pt x="2749336" y="1631229"/>
                  </a:lnTo>
                  <a:lnTo>
                    <a:pt x="2769280" y="1627210"/>
                  </a:lnTo>
                  <a:lnTo>
                    <a:pt x="2785568" y="1616251"/>
                  </a:lnTo>
                  <a:lnTo>
                    <a:pt x="2796550" y="1599994"/>
                  </a:lnTo>
                  <a:lnTo>
                    <a:pt x="2800577" y="1580083"/>
                  </a:lnTo>
                  <a:lnTo>
                    <a:pt x="2796550" y="1560174"/>
                  </a:lnTo>
                  <a:lnTo>
                    <a:pt x="2785568" y="1543917"/>
                  </a:lnTo>
                  <a:lnTo>
                    <a:pt x="2769280" y="1532957"/>
                  </a:lnTo>
                  <a:lnTo>
                    <a:pt x="2749336" y="1528937"/>
                  </a:lnTo>
                  <a:close/>
                </a:path>
                <a:path extrusionOk="0" h="1906905" w="4916805">
                  <a:moveTo>
                    <a:pt x="3051928" y="1528937"/>
                  </a:moveTo>
                  <a:lnTo>
                    <a:pt x="3032016" y="1532957"/>
                  </a:lnTo>
                  <a:lnTo>
                    <a:pt x="3015757" y="1543917"/>
                  </a:lnTo>
                  <a:lnTo>
                    <a:pt x="3004796" y="1560174"/>
                  </a:lnTo>
                  <a:lnTo>
                    <a:pt x="3000776" y="1580083"/>
                  </a:lnTo>
                  <a:lnTo>
                    <a:pt x="3004796" y="1599994"/>
                  </a:lnTo>
                  <a:lnTo>
                    <a:pt x="3015757" y="1616251"/>
                  </a:lnTo>
                  <a:lnTo>
                    <a:pt x="3032016" y="1627210"/>
                  </a:lnTo>
                  <a:lnTo>
                    <a:pt x="3051928" y="1631229"/>
                  </a:lnTo>
                  <a:lnTo>
                    <a:pt x="3071873" y="1627210"/>
                  </a:lnTo>
                  <a:lnTo>
                    <a:pt x="3088161" y="1616251"/>
                  </a:lnTo>
                  <a:lnTo>
                    <a:pt x="3099143" y="1599994"/>
                  </a:lnTo>
                  <a:lnTo>
                    <a:pt x="3103170" y="1580083"/>
                  </a:lnTo>
                  <a:lnTo>
                    <a:pt x="3099143" y="1560175"/>
                  </a:lnTo>
                  <a:lnTo>
                    <a:pt x="3088161" y="1543917"/>
                  </a:lnTo>
                  <a:lnTo>
                    <a:pt x="3071873" y="1532957"/>
                  </a:lnTo>
                  <a:lnTo>
                    <a:pt x="3051928" y="1528937"/>
                  </a:lnTo>
                  <a:close/>
                </a:path>
                <a:path extrusionOk="0" h="1906905" w="4916805">
                  <a:moveTo>
                    <a:pt x="3354566" y="1534836"/>
                  </a:moveTo>
                  <a:lnTo>
                    <a:pt x="3336934" y="1538394"/>
                  </a:lnTo>
                  <a:lnTo>
                    <a:pt x="3322534" y="1548097"/>
                  </a:lnTo>
                  <a:lnTo>
                    <a:pt x="3312823" y="1562485"/>
                  </a:lnTo>
                  <a:lnTo>
                    <a:pt x="3309262" y="1580101"/>
                  </a:lnTo>
                  <a:lnTo>
                    <a:pt x="3312823" y="1597719"/>
                  </a:lnTo>
                  <a:lnTo>
                    <a:pt x="3322534" y="1612107"/>
                  </a:lnTo>
                  <a:lnTo>
                    <a:pt x="3336934" y="1621809"/>
                  </a:lnTo>
                  <a:lnTo>
                    <a:pt x="3354566" y="1625366"/>
                  </a:lnTo>
                  <a:lnTo>
                    <a:pt x="3372197" y="1621809"/>
                  </a:lnTo>
                  <a:lnTo>
                    <a:pt x="3386597" y="1612107"/>
                  </a:lnTo>
                  <a:lnTo>
                    <a:pt x="3396308" y="1597719"/>
                  </a:lnTo>
                  <a:lnTo>
                    <a:pt x="3399869" y="1580101"/>
                  </a:lnTo>
                  <a:lnTo>
                    <a:pt x="3396308" y="1562485"/>
                  </a:lnTo>
                  <a:lnTo>
                    <a:pt x="3386597" y="1548097"/>
                  </a:lnTo>
                  <a:lnTo>
                    <a:pt x="3372197" y="1538394"/>
                  </a:lnTo>
                  <a:lnTo>
                    <a:pt x="3354566" y="1534836"/>
                  </a:lnTo>
                  <a:close/>
                </a:path>
                <a:path extrusionOk="0" h="1906905" w="4916805">
                  <a:moveTo>
                    <a:pt x="3657158" y="1549059"/>
                  </a:moveTo>
                  <a:lnTo>
                    <a:pt x="3645051" y="1551498"/>
                  </a:lnTo>
                  <a:lnTo>
                    <a:pt x="3635170" y="1558148"/>
                  </a:lnTo>
                  <a:lnTo>
                    <a:pt x="3628512" y="1568009"/>
                  </a:lnTo>
                  <a:lnTo>
                    <a:pt x="3626071" y="1580083"/>
                  </a:lnTo>
                  <a:lnTo>
                    <a:pt x="3628512" y="1592159"/>
                  </a:lnTo>
                  <a:lnTo>
                    <a:pt x="3635170" y="1602021"/>
                  </a:lnTo>
                  <a:lnTo>
                    <a:pt x="3645051" y="1608670"/>
                  </a:lnTo>
                  <a:lnTo>
                    <a:pt x="3657158" y="1611108"/>
                  </a:lnTo>
                  <a:lnTo>
                    <a:pt x="3669240" y="1608670"/>
                  </a:lnTo>
                  <a:lnTo>
                    <a:pt x="3679107" y="1602021"/>
                  </a:lnTo>
                  <a:lnTo>
                    <a:pt x="3685760" y="1592159"/>
                  </a:lnTo>
                  <a:lnTo>
                    <a:pt x="3688200" y="1580083"/>
                  </a:lnTo>
                  <a:lnTo>
                    <a:pt x="3685760" y="1568009"/>
                  </a:lnTo>
                  <a:lnTo>
                    <a:pt x="3679107" y="1558148"/>
                  </a:lnTo>
                  <a:lnTo>
                    <a:pt x="3669240" y="1551498"/>
                  </a:lnTo>
                  <a:lnTo>
                    <a:pt x="3657158" y="1549059"/>
                  </a:lnTo>
                  <a:close/>
                </a:path>
                <a:path extrusionOk="0" h="1906905" w="4916805">
                  <a:moveTo>
                    <a:pt x="3966724" y="1567505"/>
                  </a:moveTo>
                  <a:lnTo>
                    <a:pt x="3952777" y="1567505"/>
                  </a:lnTo>
                  <a:lnTo>
                    <a:pt x="3947154" y="1573129"/>
                  </a:lnTo>
                  <a:lnTo>
                    <a:pt x="3947154" y="1587037"/>
                  </a:lnTo>
                  <a:lnTo>
                    <a:pt x="3952777" y="1592666"/>
                  </a:lnTo>
                  <a:lnTo>
                    <a:pt x="3966679" y="1592666"/>
                  </a:lnTo>
                  <a:lnTo>
                    <a:pt x="3972347" y="1587037"/>
                  </a:lnTo>
                  <a:lnTo>
                    <a:pt x="3972347" y="1573129"/>
                  </a:lnTo>
                  <a:lnTo>
                    <a:pt x="3966724" y="1567505"/>
                  </a:lnTo>
                  <a:close/>
                </a:path>
                <a:path extrusionOk="0" h="1906905" w="4916805">
                  <a:moveTo>
                    <a:pt x="34371" y="1867377"/>
                  </a:moveTo>
                  <a:lnTo>
                    <a:pt x="17680" y="1867377"/>
                  </a:lnTo>
                  <a:lnTo>
                    <a:pt x="10932" y="1874125"/>
                  </a:lnTo>
                  <a:lnTo>
                    <a:pt x="10932" y="1890790"/>
                  </a:lnTo>
                  <a:lnTo>
                    <a:pt x="17680" y="1897542"/>
                  </a:lnTo>
                  <a:lnTo>
                    <a:pt x="34371" y="1897542"/>
                  </a:lnTo>
                  <a:lnTo>
                    <a:pt x="41119" y="1890790"/>
                  </a:lnTo>
                  <a:lnTo>
                    <a:pt x="41119" y="1874125"/>
                  </a:lnTo>
                  <a:lnTo>
                    <a:pt x="34371" y="1867377"/>
                  </a:lnTo>
                  <a:close/>
                </a:path>
                <a:path extrusionOk="0" h="1906905" w="4916805">
                  <a:moveTo>
                    <a:pt x="338358" y="1864857"/>
                  </a:moveTo>
                  <a:lnTo>
                    <a:pt x="318878" y="1864857"/>
                  </a:lnTo>
                  <a:lnTo>
                    <a:pt x="311005" y="1872734"/>
                  </a:lnTo>
                  <a:lnTo>
                    <a:pt x="311005" y="1892185"/>
                  </a:lnTo>
                  <a:lnTo>
                    <a:pt x="318878" y="1900062"/>
                  </a:lnTo>
                  <a:lnTo>
                    <a:pt x="338358" y="1900062"/>
                  </a:lnTo>
                  <a:lnTo>
                    <a:pt x="346231" y="1892185"/>
                  </a:lnTo>
                  <a:lnTo>
                    <a:pt x="346231" y="1872734"/>
                  </a:lnTo>
                  <a:lnTo>
                    <a:pt x="338358" y="1864857"/>
                  </a:lnTo>
                  <a:close/>
                </a:path>
                <a:path extrusionOk="0" h="1906905" w="4916805">
                  <a:moveTo>
                    <a:pt x="631233" y="1861499"/>
                  </a:moveTo>
                  <a:lnTo>
                    <a:pt x="623054" y="1863147"/>
                  </a:lnTo>
                  <a:lnTo>
                    <a:pt x="616376" y="1867638"/>
                  </a:lnTo>
                  <a:lnTo>
                    <a:pt x="611874" y="1874300"/>
                  </a:lnTo>
                  <a:lnTo>
                    <a:pt x="610223" y="1882458"/>
                  </a:lnTo>
                  <a:lnTo>
                    <a:pt x="611874" y="1890616"/>
                  </a:lnTo>
                  <a:lnTo>
                    <a:pt x="616376" y="1897280"/>
                  </a:lnTo>
                  <a:lnTo>
                    <a:pt x="623054" y="1901773"/>
                  </a:lnTo>
                  <a:lnTo>
                    <a:pt x="631233" y="1903421"/>
                  </a:lnTo>
                  <a:lnTo>
                    <a:pt x="639386" y="1901773"/>
                  </a:lnTo>
                  <a:lnTo>
                    <a:pt x="646051" y="1897280"/>
                  </a:lnTo>
                  <a:lnTo>
                    <a:pt x="650548" y="1890616"/>
                  </a:lnTo>
                  <a:lnTo>
                    <a:pt x="652198" y="1882458"/>
                  </a:lnTo>
                  <a:lnTo>
                    <a:pt x="650548" y="1874300"/>
                  </a:lnTo>
                  <a:lnTo>
                    <a:pt x="646051" y="1867638"/>
                  </a:lnTo>
                  <a:lnTo>
                    <a:pt x="639386" y="1863147"/>
                  </a:lnTo>
                  <a:lnTo>
                    <a:pt x="631233" y="1861499"/>
                  </a:lnTo>
                  <a:close/>
                </a:path>
                <a:path extrusionOk="0" h="1906905" w="4916805">
                  <a:moveTo>
                    <a:pt x="933825" y="1859815"/>
                  </a:moveTo>
                  <a:lnTo>
                    <a:pt x="924987" y="1861593"/>
                  </a:lnTo>
                  <a:lnTo>
                    <a:pt x="917781" y="1866444"/>
                  </a:lnTo>
                  <a:lnTo>
                    <a:pt x="912929" y="1873641"/>
                  </a:lnTo>
                  <a:lnTo>
                    <a:pt x="911151" y="1882458"/>
                  </a:lnTo>
                  <a:lnTo>
                    <a:pt x="912929" y="1891275"/>
                  </a:lnTo>
                  <a:lnTo>
                    <a:pt x="917781" y="1898471"/>
                  </a:lnTo>
                  <a:lnTo>
                    <a:pt x="924987" y="1903321"/>
                  </a:lnTo>
                  <a:lnTo>
                    <a:pt x="933825" y="1905099"/>
                  </a:lnTo>
                  <a:lnTo>
                    <a:pt x="942638" y="1903321"/>
                  </a:lnTo>
                  <a:lnTo>
                    <a:pt x="949830" y="1898471"/>
                  </a:lnTo>
                  <a:lnTo>
                    <a:pt x="954678" y="1891275"/>
                  </a:lnTo>
                  <a:lnTo>
                    <a:pt x="956455" y="1882458"/>
                  </a:lnTo>
                  <a:lnTo>
                    <a:pt x="954678" y="1873641"/>
                  </a:lnTo>
                  <a:lnTo>
                    <a:pt x="949830" y="1866444"/>
                  </a:lnTo>
                  <a:lnTo>
                    <a:pt x="942638" y="1861593"/>
                  </a:lnTo>
                  <a:lnTo>
                    <a:pt x="933825" y="1859815"/>
                  </a:lnTo>
                  <a:close/>
                </a:path>
                <a:path extrusionOk="0" h="1906905" w="4916805">
                  <a:moveTo>
                    <a:pt x="1236373" y="1859815"/>
                  </a:moveTo>
                  <a:lnTo>
                    <a:pt x="1227561" y="1861593"/>
                  </a:lnTo>
                  <a:lnTo>
                    <a:pt x="1220368" y="1866444"/>
                  </a:lnTo>
                  <a:lnTo>
                    <a:pt x="1215521" y="1873641"/>
                  </a:lnTo>
                  <a:lnTo>
                    <a:pt x="1213744" y="1882458"/>
                  </a:lnTo>
                  <a:lnTo>
                    <a:pt x="1215521" y="1891275"/>
                  </a:lnTo>
                  <a:lnTo>
                    <a:pt x="1220368" y="1898471"/>
                  </a:lnTo>
                  <a:lnTo>
                    <a:pt x="1227561" y="1903321"/>
                  </a:lnTo>
                  <a:lnTo>
                    <a:pt x="1236373" y="1905099"/>
                  </a:lnTo>
                  <a:lnTo>
                    <a:pt x="1245211" y="1903321"/>
                  </a:lnTo>
                  <a:lnTo>
                    <a:pt x="1252417" y="1898471"/>
                  </a:lnTo>
                  <a:lnTo>
                    <a:pt x="1257269" y="1891275"/>
                  </a:lnTo>
                  <a:lnTo>
                    <a:pt x="1259047" y="1882458"/>
                  </a:lnTo>
                  <a:lnTo>
                    <a:pt x="1257269" y="1873641"/>
                  </a:lnTo>
                  <a:lnTo>
                    <a:pt x="1252417" y="1866444"/>
                  </a:lnTo>
                  <a:lnTo>
                    <a:pt x="1245211" y="1861593"/>
                  </a:lnTo>
                  <a:lnTo>
                    <a:pt x="1236373" y="1859815"/>
                  </a:lnTo>
                  <a:close/>
                </a:path>
                <a:path extrusionOk="0" h="1906905" w="4916805">
                  <a:moveTo>
                    <a:pt x="1538966" y="1858171"/>
                  </a:moveTo>
                  <a:lnTo>
                    <a:pt x="1529514" y="1860081"/>
                  </a:lnTo>
                  <a:lnTo>
                    <a:pt x="1521791" y="1865290"/>
                  </a:lnTo>
                  <a:lnTo>
                    <a:pt x="1516582" y="1873015"/>
                  </a:lnTo>
                  <a:lnTo>
                    <a:pt x="1514672" y="1882474"/>
                  </a:lnTo>
                  <a:lnTo>
                    <a:pt x="1516582" y="1891934"/>
                  </a:lnTo>
                  <a:lnTo>
                    <a:pt x="1521791" y="1899660"/>
                  </a:lnTo>
                  <a:lnTo>
                    <a:pt x="1529514" y="1904870"/>
                  </a:lnTo>
                  <a:lnTo>
                    <a:pt x="1538966" y="1906780"/>
                  </a:lnTo>
                  <a:lnTo>
                    <a:pt x="1548443" y="1904870"/>
                  </a:lnTo>
                  <a:lnTo>
                    <a:pt x="1556179" y="1899660"/>
                  </a:lnTo>
                  <a:lnTo>
                    <a:pt x="1561393" y="1891934"/>
                  </a:lnTo>
                  <a:lnTo>
                    <a:pt x="1563304" y="1882474"/>
                  </a:lnTo>
                  <a:lnTo>
                    <a:pt x="1561393" y="1873015"/>
                  </a:lnTo>
                  <a:lnTo>
                    <a:pt x="1556179" y="1865290"/>
                  </a:lnTo>
                  <a:lnTo>
                    <a:pt x="1548443" y="1860081"/>
                  </a:lnTo>
                  <a:lnTo>
                    <a:pt x="1538966" y="1858171"/>
                  </a:lnTo>
                  <a:close/>
                </a:path>
                <a:path extrusionOk="0" h="1906905" w="4916805">
                  <a:moveTo>
                    <a:pt x="1841558" y="1859815"/>
                  </a:moveTo>
                  <a:lnTo>
                    <a:pt x="1832746" y="1861593"/>
                  </a:lnTo>
                  <a:lnTo>
                    <a:pt x="1825553" y="1866444"/>
                  </a:lnTo>
                  <a:lnTo>
                    <a:pt x="1820706" y="1873641"/>
                  </a:lnTo>
                  <a:lnTo>
                    <a:pt x="1818929" y="1882458"/>
                  </a:lnTo>
                  <a:lnTo>
                    <a:pt x="1820706" y="1891275"/>
                  </a:lnTo>
                  <a:lnTo>
                    <a:pt x="1825553" y="1898471"/>
                  </a:lnTo>
                  <a:lnTo>
                    <a:pt x="1832746" y="1903321"/>
                  </a:lnTo>
                  <a:lnTo>
                    <a:pt x="1841558" y="1905099"/>
                  </a:lnTo>
                  <a:lnTo>
                    <a:pt x="1850396" y="1903321"/>
                  </a:lnTo>
                  <a:lnTo>
                    <a:pt x="1857602" y="1898471"/>
                  </a:lnTo>
                  <a:lnTo>
                    <a:pt x="1862454" y="1891275"/>
                  </a:lnTo>
                  <a:lnTo>
                    <a:pt x="1864232" y="1882458"/>
                  </a:lnTo>
                  <a:lnTo>
                    <a:pt x="1862454" y="1873641"/>
                  </a:lnTo>
                  <a:lnTo>
                    <a:pt x="1857602" y="1866444"/>
                  </a:lnTo>
                  <a:lnTo>
                    <a:pt x="1850396" y="1861593"/>
                  </a:lnTo>
                  <a:lnTo>
                    <a:pt x="1841558" y="1859815"/>
                  </a:lnTo>
                  <a:close/>
                </a:path>
                <a:path extrusionOk="0" h="1906905" w="4916805">
                  <a:moveTo>
                    <a:pt x="2144151" y="1862335"/>
                  </a:moveTo>
                  <a:lnTo>
                    <a:pt x="2136339" y="1863916"/>
                  </a:lnTo>
                  <a:lnTo>
                    <a:pt x="2129945" y="1868227"/>
                  </a:lnTo>
                  <a:lnTo>
                    <a:pt x="2125627" y="1874623"/>
                  </a:lnTo>
                  <a:lnTo>
                    <a:pt x="2124041" y="1882458"/>
                  </a:lnTo>
                  <a:lnTo>
                    <a:pt x="2125627" y="1890293"/>
                  </a:lnTo>
                  <a:lnTo>
                    <a:pt x="2129945" y="1896690"/>
                  </a:lnTo>
                  <a:lnTo>
                    <a:pt x="2136339" y="1901002"/>
                  </a:lnTo>
                  <a:lnTo>
                    <a:pt x="2144151" y="1902583"/>
                  </a:lnTo>
                  <a:lnTo>
                    <a:pt x="2152007" y="1901002"/>
                  </a:lnTo>
                  <a:lnTo>
                    <a:pt x="2158412" y="1896690"/>
                  </a:lnTo>
                  <a:lnTo>
                    <a:pt x="2162725" y="1890293"/>
                  </a:lnTo>
                  <a:lnTo>
                    <a:pt x="2164305" y="1882458"/>
                  </a:lnTo>
                  <a:lnTo>
                    <a:pt x="2162725" y="1874623"/>
                  </a:lnTo>
                  <a:lnTo>
                    <a:pt x="2158412" y="1868227"/>
                  </a:lnTo>
                  <a:lnTo>
                    <a:pt x="2152007" y="1863916"/>
                  </a:lnTo>
                  <a:lnTo>
                    <a:pt x="2144151" y="1862335"/>
                  </a:lnTo>
                  <a:close/>
                </a:path>
                <a:path extrusionOk="0" h="1906905" w="4916805">
                  <a:moveTo>
                    <a:pt x="2455561" y="1866535"/>
                  </a:moveTo>
                  <a:lnTo>
                    <a:pt x="2437970" y="1866535"/>
                  </a:lnTo>
                  <a:lnTo>
                    <a:pt x="2430817" y="1873674"/>
                  </a:lnTo>
                  <a:lnTo>
                    <a:pt x="2430817" y="1891241"/>
                  </a:lnTo>
                  <a:lnTo>
                    <a:pt x="2437970" y="1898381"/>
                  </a:lnTo>
                  <a:lnTo>
                    <a:pt x="2455561" y="1898381"/>
                  </a:lnTo>
                  <a:lnTo>
                    <a:pt x="2462714" y="1891241"/>
                  </a:lnTo>
                  <a:lnTo>
                    <a:pt x="2462714" y="1873674"/>
                  </a:lnTo>
                  <a:lnTo>
                    <a:pt x="2455561" y="1866535"/>
                  </a:lnTo>
                  <a:close/>
                </a:path>
                <a:path extrusionOk="0" h="1906905" w="4916805">
                  <a:moveTo>
                    <a:pt x="2754914" y="1872397"/>
                  </a:moveTo>
                  <a:lnTo>
                    <a:pt x="2743802" y="1872397"/>
                  </a:lnTo>
                  <a:lnTo>
                    <a:pt x="2739303" y="1876899"/>
                  </a:lnTo>
                  <a:lnTo>
                    <a:pt x="2739303" y="1888017"/>
                  </a:lnTo>
                  <a:lnTo>
                    <a:pt x="2743802" y="1892522"/>
                  </a:lnTo>
                  <a:lnTo>
                    <a:pt x="2754914" y="1892522"/>
                  </a:lnTo>
                  <a:lnTo>
                    <a:pt x="2759458" y="1888017"/>
                  </a:lnTo>
                  <a:lnTo>
                    <a:pt x="2759458" y="1876899"/>
                  </a:lnTo>
                  <a:lnTo>
                    <a:pt x="2754914" y="1872397"/>
                  </a:lnTo>
                  <a:close/>
                </a:path>
                <a:path extrusionOk="0" h="1906905" w="4916805">
                  <a:moveTo>
                    <a:pt x="3053818" y="1879099"/>
                  </a:moveTo>
                  <a:lnTo>
                    <a:pt x="3050084" y="1879099"/>
                  </a:lnTo>
                  <a:lnTo>
                    <a:pt x="3048599" y="1880595"/>
                  </a:lnTo>
                  <a:lnTo>
                    <a:pt x="3048599" y="1884321"/>
                  </a:lnTo>
                  <a:lnTo>
                    <a:pt x="3050084" y="1885817"/>
                  </a:lnTo>
                  <a:lnTo>
                    <a:pt x="3053818" y="1885817"/>
                  </a:lnTo>
                  <a:lnTo>
                    <a:pt x="3055302" y="1884321"/>
                  </a:lnTo>
                  <a:lnTo>
                    <a:pt x="3055302" y="1880595"/>
                  </a:lnTo>
                  <a:lnTo>
                    <a:pt x="3053818" y="1879099"/>
                  </a:lnTo>
                  <a:close/>
                </a:path>
              </a:pathLst>
            </a:custGeom>
            <a:solidFill>
              <a:srgbClr val="E9C6C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06" name="Google Shape;106;p5"/>
            <p:cNvPicPr preferRelativeResize="0"/>
            <p:nvPr/>
          </p:nvPicPr>
          <p:blipFill rotWithShape="1">
            <a:blip r:embed="rId3">
              <a:alphaModFix/>
            </a:blip>
            <a:srcRect b="0" l="0" r="0" t="0"/>
            <a:stretch/>
          </p:blipFill>
          <p:spPr>
            <a:xfrm>
              <a:off x="1285875" y="533400"/>
              <a:ext cx="15487650" cy="7753350"/>
            </a:xfrm>
            <a:prstGeom prst="rect">
              <a:avLst/>
            </a:prstGeom>
            <a:noFill/>
            <a:ln>
              <a:noFill/>
            </a:ln>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6"/>
          <p:cNvSpPr/>
          <p:nvPr/>
        </p:nvSpPr>
        <p:spPr>
          <a:xfrm>
            <a:off x="95250" y="9420225"/>
            <a:ext cx="7105650" cy="19050"/>
          </a:xfrm>
          <a:custGeom>
            <a:rect b="b" l="l" r="r" t="t"/>
            <a:pathLst>
              <a:path extrusionOk="0" h="19050" w="7105650">
                <a:moveTo>
                  <a:pt x="0" y="0"/>
                </a:moveTo>
                <a:lnTo>
                  <a:pt x="7105650" y="19050"/>
                </a:lnTo>
              </a:path>
            </a:pathLst>
          </a:custGeom>
          <a:noFill/>
          <a:ln cap="flat" cmpd="sng" w="114300">
            <a:solidFill>
              <a:srgbClr val="9FC3D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2" name="Google Shape;112;p6"/>
          <p:cNvSpPr/>
          <p:nvPr/>
        </p:nvSpPr>
        <p:spPr>
          <a:xfrm>
            <a:off x="13765409" y="6216258"/>
            <a:ext cx="4523105" cy="2468880"/>
          </a:xfrm>
          <a:custGeom>
            <a:rect b="b" l="l" r="r" t="t"/>
            <a:pathLst>
              <a:path extrusionOk="0" h="2468879" w="4523105">
                <a:moveTo>
                  <a:pt x="2119916" y="23405"/>
                </a:moveTo>
                <a:lnTo>
                  <a:pt x="2118071" y="23405"/>
                </a:lnTo>
                <a:lnTo>
                  <a:pt x="2117306" y="24169"/>
                </a:lnTo>
                <a:lnTo>
                  <a:pt x="2117306" y="26010"/>
                </a:lnTo>
                <a:lnTo>
                  <a:pt x="2118071" y="26774"/>
                </a:lnTo>
                <a:lnTo>
                  <a:pt x="2119916" y="26774"/>
                </a:lnTo>
                <a:lnTo>
                  <a:pt x="2120681" y="26010"/>
                </a:lnTo>
                <a:lnTo>
                  <a:pt x="2120681" y="24169"/>
                </a:lnTo>
                <a:lnTo>
                  <a:pt x="2119916" y="23405"/>
                </a:lnTo>
                <a:close/>
              </a:path>
              <a:path extrusionOk="0" h="2468879" w="4523105">
                <a:moveTo>
                  <a:pt x="2424353" y="20080"/>
                </a:moveTo>
                <a:lnTo>
                  <a:pt x="2418819" y="20080"/>
                </a:lnTo>
                <a:lnTo>
                  <a:pt x="2416570" y="22372"/>
                </a:lnTo>
                <a:lnTo>
                  <a:pt x="2416570" y="27897"/>
                </a:lnTo>
                <a:lnTo>
                  <a:pt x="2418819" y="30143"/>
                </a:lnTo>
                <a:lnTo>
                  <a:pt x="2424353" y="30143"/>
                </a:lnTo>
                <a:lnTo>
                  <a:pt x="2426602" y="27897"/>
                </a:lnTo>
                <a:lnTo>
                  <a:pt x="2426602" y="22372"/>
                </a:lnTo>
                <a:lnTo>
                  <a:pt x="2424353" y="20080"/>
                </a:lnTo>
                <a:close/>
              </a:path>
              <a:path extrusionOk="0" h="2468879" w="4523105">
                <a:moveTo>
                  <a:pt x="2728835" y="16756"/>
                </a:moveTo>
                <a:lnTo>
                  <a:pt x="2719522" y="16756"/>
                </a:lnTo>
                <a:lnTo>
                  <a:pt x="2715788" y="20485"/>
                </a:lnTo>
                <a:lnTo>
                  <a:pt x="2715788" y="29739"/>
                </a:lnTo>
                <a:lnTo>
                  <a:pt x="2719522" y="33513"/>
                </a:lnTo>
                <a:lnTo>
                  <a:pt x="2728835" y="33513"/>
                </a:lnTo>
                <a:lnTo>
                  <a:pt x="2732569" y="29739"/>
                </a:lnTo>
                <a:lnTo>
                  <a:pt x="2732569" y="20485"/>
                </a:lnTo>
                <a:lnTo>
                  <a:pt x="2728835" y="16756"/>
                </a:lnTo>
                <a:close/>
              </a:path>
              <a:path extrusionOk="0" h="2468879" w="4523105">
                <a:moveTo>
                  <a:pt x="3033272" y="13387"/>
                </a:moveTo>
                <a:lnTo>
                  <a:pt x="3020270" y="13387"/>
                </a:lnTo>
                <a:lnTo>
                  <a:pt x="3015007" y="18643"/>
                </a:lnTo>
                <a:lnTo>
                  <a:pt x="3015007" y="31626"/>
                </a:lnTo>
                <a:lnTo>
                  <a:pt x="3020270" y="36882"/>
                </a:lnTo>
                <a:lnTo>
                  <a:pt x="3033272" y="36882"/>
                </a:lnTo>
                <a:lnTo>
                  <a:pt x="3038536" y="31626"/>
                </a:lnTo>
                <a:lnTo>
                  <a:pt x="3038536" y="18643"/>
                </a:lnTo>
                <a:lnTo>
                  <a:pt x="3033272" y="13387"/>
                </a:lnTo>
                <a:close/>
              </a:path>
              <a:path extrusionOk="0" h="2468879" w="4523105">
                <a:moveTo>
                  <a:pt x="3337709" y="10062"/>
                </a:moveTo>
                <a:lnTo>
                  <a:pt x="3321018" y="10062"/>
                </a:lnTo>
                <a:lnTo>
                  <a:pt x="3314270" y="16801"/>
                </a:lnTo>
                <a:lnTo>
                  <a:pt x="3314270" y="33468"/>
                </a:lnTo>
                <a:lnTo>
                  <a:pt x="3321018" y="40206"/>
                </a:lnTo>
                <a:lnTo>
                  <a:pt x="3337709" y="40206"/>
                </a:lnTo>
                <a:lnTo>
                  <a:pt x="3344457" y="33468"/>
                </a:lnTo>
                <a:lnTo>
                  <a:pt x="3344457" y="16801"/>
                </a:lnTo>
                <a:lnTo>
                  <a:pt x="3337709" y="10062"/>
                </a:lnTo>
                <a:close/>
              </a:path>
              <a:path extrusionOk="0" h="2468879" w="4523105">
                <a:moveTo>
                  <a:pt x="3631934" y="6693"/>
                </a:moveTo>
                <a:lnTo>
                  <a:pt x="3624762" y="8144"/>
                </a:lnTo>
                <a:lnTo>
                  <a:pt x="3618898" y="12101"/>
                </a:lnTo>
                <a:lnTo>
                  <a:pt x="3614941" y="17970"/>
                </a:lnTo>
                <a:lnTo>
                  <a:pt x="3613488" y="25157"/>
                </a:lnTo>
                <a:lnTo>
                  <a:pt x="3614941" y="32318"/>
                </a:lnTo>
                <a:lnTo>
                  <a:pt x="3618898" y="38174"/>
                </a:lnTo>
                <a:lnTo>
                  <a:pt x="3624762" y="42125"/>
                </a:lnTo>
                <a:lnTo>
                  <a:pt x="3631934" y="43576"/>
                </a:lnTo>
                <a:lnTo>
                  <a:pt x="3639131" y="42125"/>
                </a:lnTo>
                <a:lnTo>
                  <a:pt x="3645008" y="38174"/>
                </a:lnTo>
                <a:lnTo>
                  <a:pt x="3648971" y="32318"/>
                </a:lnTo>
                <a:lnTo>
                  <a:pt x="3650424" y="25157"/>
                </a:lnTo>
                <a:lnTo>
                  <a:pt x="3648971" y="17970"/>
                </a:lnTo>
                <a:lnTo>
                  <a:pt x="3645008" y="12101"/>
                </a:lnTo>
                <a:lnTo>
                  <a:pt x="3639131" y="8144"/>
                </a:lnTo>
                <a:lnTo>
                  <a:pt x="3631934" y="6693"/>
                </a:lnTo>
                <a:close/>
              </a:path>
              <a:path extrusionOk="0" h="2468879" w="4523105">
                <a:moveTo>
                  <a:pt x="3934526" y="2515"/>
                </a:moveTo>
                <a:lnTo>
                  <a:pt x="3925714" y="4290"/>
                </a:lnTo>
                <a:lnTo>
                  <a:pt x="3918521" y="9136"/>
                </a:lnTo>
                <a:lnTo>
                  <a:pt x="3913674" y="16331"/>
                </a:lnTo>
                <a:lnTo>
                  <a:pt x="3911897" y="25157"/>
                </a:lnTo>
                <a:lnTo>
                  <a:pt x="3913674" y="33963"/>
                </a:lnTo>
                <a:lnTo>
                  <a:pt x="3918521" y="41161"/>
                </a:lnTo>
                <a:lnTo>
                  <a:pt x="3925714" y="46017"/>
                </a:lnTo>
                <a:lnTo>
                  <a:pt x="3934526" y="47798"/>
                </a:lnTo>
                <a:lnTo>
                  <a:pt x="3943364" y="46017"/>
                </a:lnTo>
                <a:lnTo>
                  <a:pt x="3950570" y="41161"/>
                </a:lnTo>
                <a:lnTo>
                  <a:pt x="3955423" y="33963"/>
                </a:lnTo>
                <a:lnTo>
                  <a:pt x="3957200" y="25157"/>
                </a:lnTo>
                <a:lnTo>
                  <a:pt x="3955423" y="16331"/>
                </a:lnTo>
                <a:lnTo>
                  <a:pt x="3950570" y="9136"/>
                </a:lnTo>
                <a:lnTo>
                  <a:pt x="3943364" y="4290"/>
                </a:lnTo>
                <a:lnTo>
                  <a:pt x="3934526" y="2515"/>
                </a:lnTo>
                <a:close/>
              </a:path>
              <a:path extrusionOk="0" h="2468879" w="4523105">
                <a:moveTo>
                  <a:pt x="4237119" y="0"/>
                </a:moveTo>
                <a:lnTo>
                  <a:pt x="4227331" y="1978"/>
                </a:lnTo>
                <a:lnTo>
                  <a:pt x="4219354" y="7373"/>
                </a:lnTo>
                <a:lnTo>
                  <a:pt x="4213983" y="15370"/>
                </a:lnTo>
                <a:lnTo>
                  <a:pt x="4212015" y="25157"/>
                </a:lnTo>
                <a:lnTo>
                  <a:pt x="4213983" y="34944"/>
                </a:lnTo>
                <a:lnTo>
                  <a:pt x="4219354" y="42941"/>
                </a:lnTo>
                <a:lnTo>
                  <a:pt x="4227332" y="48335"/>
                </a:lnTo>
                <a:lnTo>
                  <a:pt x="4237119" y="50314"/>
                </a:lnTo>
                <a:lnTo>
                  <a:pt x="4246920" y="48335"/>
                </a:lnTo>
                <a:lnTo>
                  <a:pt x="4254928" y="42941"/>
                </a:lnTo>
                <a:lnTo>
                  <a:pt x="4260331" y="34944"/>
                </a:lnTo>
                <a:lnTo>
                  <a:pt x="4262312" y="25157"/>
                </a:lnTo>
                <a:lnTo>
                  <a:pt x="4260331" y="15370"/>
                </a:lnTo>
                <a:lnTo>
                  <a:pt x="4254928" y="7373"/>
                </a:lnTo>
                <a:lnTo>
                  <a:pt x="4246920" y="1978"/>
                </a:lnTo>
                <a:lnTo>
                  <a:pt x="4237119" y="0"/>
                </a:lnTo>
                <a:close/>
              </a:path>
              <a:path extrusionOk="0" h="2468879" w="4523105">
                <a:moveTo>
                  <a:pt x="4522590" y="4950"/>
                </a:moveTo>
                <a:lnTo>
                  <a:pt x="4520754" y="6188"/>
                </a:lnTo>
                <a:lnTo>
                  <a:pt x="4515006" y="14712"/>
                </a:lnTo>
                <a:lnTo>
                  <a:pt x="4512898" y="25157"/>
                </a:lnTo>
                <a:lnTo>
                  <a:pt x="4515006" y="35602"/>
                </a:lnTo>
                <a:lnTo>
                  <a:pt x="4520754" y="44126"/>
                </a:lnTo>
                <a:lnTo>
                  <a:pt x="4522590" y="45364"/>
                </a:lnTo>
                <a:lnTo>
                  <a:pt x="4522590" y="4950"/>
                </a:lnTo>
                <a:close/>
              </a:path>
              <a:path extrusionOk="0" h="2468879" w="4523105">
                <a:moveTo>
                  <a:pt x="909996" y="324979"/>
                </a:moveTo>
                <a:lnTo>
                  <a:pt x="907206" y="324979"/>
                </a:lnTo>
                <a:lnTo>
                  <a:pt x="906082" y="326102"/>
                </a:lnTo>
                <a:lnTo>
                  <a:pt x="906082" y="328887"/>
                </a:lnTo>
                <a:lnTo>
                  <a:pt x="907206" y="330010"/>
                </a:lnTo>
                <a:lnTo>
                  <a:pt x="909996" y="330010"/>
                </a:lnTo>
                <a:lnTo>
                  <a:pt x="911120" y="328887"/>
                </a:lnTo>
                <a:lnTo>
                  <a:pt x="911120" y="326102"/>
                </a:lnTo>
                <a:lnTo>
                  <a:pt x="909996" y="324979"/>
                </a:lnTo>
                <a:close/>
              </a:path>
              <a:path extrusionOk="0" h="2468879" w="4523105">
                <a:moveTo>
                  <a:pt x="1215378" y="319947"/>
                </a:moveTo>
                <a:lnTo>
                  <a:pt x="1207055" y="319947"/>
                </a:lnTo>
                <a:lnTo>
                  <a:pt x="1203681" y="323316"/>
                </a:lnTo>
                <a:lnTo>
                  <a:pt x="1203681" y="331672"/>
                </a:lnTo>
                <a:lnTo>
                  <a:pt x="1207055" y="335042"/>
                </a:lnTo>
                <a:lnTo>
                  <a:pt x="1215378" y="335042"/>
                </a:lnTo>
                <a:lnTo>
                  <a:pt x="1218752" y="331672"/>
                </a:lnTo>
                <a:lnTo>
                  <a:pt x="1218752" y="323316"/>
                </a:lnTo>
                <a:lnTo>
                  <a:pt x="1215378" y="319947"/>
                </a:lnTo>
                <a:close/>
              </a:path>
              <a:path extrusionOk="0" h="2468879" w="4523105">
                <a:moveTo>
                  <a:pt x="1520759" y="314916"/>
                </a:moveTo>
                <a:lnTo>
                  <a:pt x="1506858" y="314916"/>
                </a:lnTo>
                <a:lnTo>
                  <a:pt x="1501234" y="320531"/>
                </a:lnTo>
                <a:lnTo>
                  <a:pt x="1501234" y="334413"/>
                </a:lnTo>
                <a:lnTo>
                  <a:pt x="1506858" y="340073"/>
                </a:lnTo>
                <a:lnTo>
                  <a:pt x="1520759" y="340073"/>
                </a:lnTo>
                <a:lnTo>
                  <a:pt x="1526383" y="334413"/>
                </a:lnTo>
                <a:lnTo>
                  <a:pt x="1526383" y="320531"/>
                </a:lnTo>
                <a:lnTo>
                  <a:pt x="1520759" y="314916"/>
                </a:lnTo>
                <a:close/>
              </a:path>
              <a:path extrusionOk="0" h="2468879" w="4523105">
                <a:moveTo>
                  <a:pt x="1826141" y="309884"/>
                </a:moveTo>
                <a:lnTo>
                  <a:pt x="1806661" y="309884"/>
                </a:lnTo>
                <a:lnTo>
                  <a:pt x="1798788" y="317746"/>
                </a:lnTo>
                <a:lnTo>
                  <a:pt x="1798788" y="337198"/>
                </a:lnTo>
                <a:lnTo>
                  <a:pt x="1806661" y="345060"/>
                </a:lnTo>
                <a:lnTo>
                  <a:pt x="1826141" y="345060"/>
                </a:lnTo>
                <a:lnTo>
                  <a:pt x="1834014" y="337198"/>
                </a:lnTo>
                <a:lnTo>
                  <a:pt x="1834014" y="317746"/>
                </a:lnTo>
                <a:lnTo>
                  <a:pt x="1826141" y="309884"/>
                </a:lnTo>
                <a:close/>
              </a:path>
              <a:path extrusionOk="0" h="2468879" w="4523105">
                <a:moveTo>
                  <a:pt x="2118971" y="304808"/>
                </a:moveTo>
                <a:lnTo>
                  <a:pt x="2110159" y="306589"/>
                </a:lnTo>
                <a:lnTo>
                  <a:pt x="2102967" y="311445"/>
                </a:lnTo>
                <a:lnTo>
                  <a:pt x="2098119" y="318643"/>
                </a:lnTo>
                <a:lnTo>
                  <a:pt x="2096342" y="327449"/>
                </a:lnTo>
                <a:lnTo>
                  <a:pt x="2098119" y="336275"/>
                </a:lnTo>
                <a:lnTo>
                  <a:pt x="2102967" y="343470"/>
                </a:lnTo>
                <a:lnTo>
                  <a:pt x="2110159" y="348316"/>
                </a:lnTo>
                <a:lnTo>
                  <a:pt x="2118971" y="350091"/>
                </a:lnTo>
                <a:lnTo>
                  <a:pt x="2127809" y="348316"/>
                </a:lnTo>
                <a:lnTo>
                  <a:pt x="2135015" y="343470"/>
                </a:lnTo>
                <a:lnTo>
                  <a:pt x="2139868" y="336275"/>
                </a:lnTo>
                <a:lnTo>
                  <a:pt x="2141645" y="327449"/>
                </a:lnTo>
                <a:lnTo>
                  <a:pt x="2139868" y="318643"/>
                </a:lnTo>
                <a:lnTo>
                  <a:pt x="2135015" y="311445"/>
                </a:lnTo>
                <a:lnTo>
                  <a:pt x="2127809" y="306589"/>
                </a:lnTo>
                <a:lnTo>
                  <a:pt x="2118971" y="304808"/>
                </a:lnTo>
                <a:close/>
              </a:path>
              <a:path extrusionOk="0" h="2468879" w="4523105">
                <a:moveTo>
                  <a:pt x="2421609" y="301483"/>
                </a:moveTo>
                <a:lnTo>
                  <a:pt x="2411465" y="303526"/>
                </a:lnTo>
                <a:lnTo>
                  <a:pt x="2403186" y="309098"/>
                </a:lnTo>
                <a:lnTo>
                  <a:pt x="2397606" y="317365"/>
                </a:lnTo>
                <a:lnTo>
                  <a:pt x="2395560" y="327494"/>
                </a:lnTo>
                <a:lnTo>
                  <a:pt x="2397606" y="337597"/>
                </a:lnTo>
                <a:lnTo>
                  <a:pt x="2403186" y="345851"/>
                </a:lnTo>
                <a:lnTo>
                  <a:pt x="2411465" y="351418"/>
                </a:lnTo>
                <a:lnTo>
                  <a:pt x="2421609" y="353460"/>
                </a:lnTo>
                <a:lnTo>
                  <a:pt x="2431726" y="351418"/>
                </a:lnTo>
                <a:lnTo>
                  <a:pt x="2439992" y="345851"/>
                </a:lnTo>
                <a:lnTo>
                  <a:pt x="2445567" y="337597"/>
                </a:lnTo>
                <a:lnTo>
                  <a:pt x="2447612" y="327494"/>
                </a:lnTo>
                <a:lnTo>
                  <a:pt x="2445567" y="317365"/>
                </a:lnTo>
                <a:lnTo>
                  <a:pt x="2439992" y="309098"/>
                </a:lnTo>
                <a:lnTo>
                  <a:pt x="2431726" y="303526"/>
                </a:lnTo>
                <a:lnTo>
                  <a:pt x="2421609" y="301483"/>
                </a:lnTo>
                <a:close/>
              </a:path>
              <a:path extrusionOk="0" h="2468879" w="4523105">
                <a:moveTo>
                  <a:pt x="2724201" y="298114"/>
                </a:moveTo>
                <a:lnTo>
                  <a:pt x="2712759" y="300424"/>
                </a:lnTo>
                <a:lnTo>
                  <a:pt x="2703422" y="306723"/>
                </a:lnTo>
                <a:lnTo>
                  <a:pt x="2697130" y="316062"/>
                </a:lnTo>
                <a:lnTo>
                  <a:pt x="2694824" y="327494"/>
                </a:lnTo>
                <a:lnTo>
                  <a:pt x="2697130" y="338901"/>
                </a:lnTo>
                <a:lnTo>
                  <a:pt x="2703422" y="348227"/>
                </a:lnTo>
                <a:lnTo>
                  <a:pt x="2712759" y="354520"/>
                </a:lnTo>
                <a:lnTo>
                  <a:pt x="2724201" y="356830"/>
                </a:lnTo>
                <a:lnTo>
                  <a:pt x="2735617" y="354520"/>
                </a:lnTo>
                <a:lnTo>
                  <a:pt x="2744941" y="348227"/>
                </a:lnTo>
                <a:lnTo>
                  <a:pt x="2751228" y="338901"/>
                </a:lnTo>
                <a:lnTo>
                  <a:pt x="2753534" y="327494"/>
                </a:lnTo>
                <a:lnTo>
                  <a:pt x="2751228" y="316062"/>
                </a:lnTo>
                <a:lnTo>
                  <a:pt x="2744941" y="306723"/>
                </a:lnTo>
                <a:lnTo>
                  <a:pt x="2735617" y="300424"/>
                </a:lnTo>
                <a:lnTo>
                  <a:pt x="2724201" y="298114"/>
                </a:lnTo>
                <a:close/>
              </a:path>
              <a:path extrusionOk="0" h="2468879" w="4523105">
                <a:moveTo>
                  <a:pt x="3026794" y="294790"/>
                </a:moveTo>
                <a:lnTo>
                  <a:pt x="3014046" y="297360"/>
                </a:lnTo>
                <a:lnTo>
                  <a:pt x="3003636" y="304370"/>
                </a:lnTo>
                <a:lnTo>
                  <a:pt x="2996616" y="314765"/>
                </a:lnTo>
                <a:lnTo>
                  <a:pt x="2994042" y="327494"/>
                </a:lnTo>
                <a:lnTo>
                  <a:pt x="2996616" y="340223"/>
                </a:lnTo>
                <a:lnTo>
                  <a:pt x="3003636" y="350619"/>
                </a:lnTo>
                <a:lnTo>
                  <a:pt x="3014047" y="357628"/>
                </a:lnTo>
                <a:lnTo>
                  <a:pt x="3026794" y="360199"/>
                </a:lnTo>
                <a:lnTo>
                  <a:pt x="3039515" y="357628"/>
                </a:lnTo>
                <a:lnTo>
                  <a:pt x="3049912" y="350619"/>
                </a:lnTo>
                <a:lnTo>
                  <a:pt x="3056927" y="340223"/>
                </a:lnTo>
                <a:lnTo>
                  <a:pt x="3059500" y="327494"/>
                </a:lnTo>
                <a:lnTo>
                  <a:pt x="3056927" y="314765"/>
                </a:lnTo>
                <a:lnTo>
                  <a:pt x="3049912" y="304370"/>
                </a:lnTo>
                <a:lnTo>
                  <a:pt x="3039515" y="297360"/>
                </a:lnTo>
                <a:lnTo>
                  <a:pt x="3026794" y="294790"/>
                </a:lnTo>
                <a:close/>
              </a:path>
              <a:path extrusionOk="0" h="2468879" w="4523105">
                <a:moveTo>
                  <a:pt x="3329386" y="292274"/>
                </a:moveTo>
                <a:lnTo>
                  <a:pt x="3315657" y="295042"/>
                </a:lnTo>
                <a:lnTo>
                  <a:pt x="3304446" y="302590"/>
                </a:lnTo>
                <a:lnTo>
                  <a:pt x="3296887" y="313785"/>
                </a:lnTo>
                <a:lnTo>
                  <a:pt x="3294115" y="327494"/>
                </a:lnTo>
                <a:lnTo>
                  <a:pt x="3296887" y="341204"/>
                </a:lnTo>
                <a:lnTo>
                  <a:pt x="3304446" y="352399"/>
                </a:lnTo>
                <a:lnTo>
                  <a:pt x="3315657" y="359947"/>
                </a:lnTo>
                <a:lnTo>
                  <a:pt x="3329386" y="362715"/>
                </a:lnTo>
                <a:lnTo>
                  <a:pt x="3343089" y="359947"/>
                </a:lnTo>
                <a:lnTo>
                  <a:pt x="3354287" y="352399"/>
                </a:lnTo>
                <a:lnTo>
                  <a:pt x="3361841" y="341204"/>
                </a:lnTo>
                <a:lnTo>
                  <a:pt x="3364612" y="327494"/>
                </a:lnTo>
                <a:lnTo>
                  <a:pt x="3361841" y="313785"/>
                </a:lnTo>
                <a:lnTo>
                  <a:pt x="3354287" y="302590"/>
                </a:lnTo>
                <a:lnTo>
                  <a:pt x="3343089" y="295042"/>
                </a:lnTo>
                <a:lnTo>
                  <a:pt x="3329386" y="292274"/>
                </a:lnTo>
                <a:close/>
              </a:path>
              <a:path extrusionOk="0" h="2468879" w="4523105">
                <a:moveTo>
                  <a:pt x="3631934" y="289758"/>
                </a:moveTo>
                <a:lnTo>
                  <a:pt x="3617248" y="292723"/>
                </a:lnTo>
                <a:lnTo>
                  <a:pt x="3605250" y="300810"/>
                </a:lnTo>
                <a:lnTo>
                  <a:pt x="3597157" y="312804"/>
                </a:lnTo>
                <a:lnTo>
                  <a:pt x="3594188" y="327494"/>
                </a:lnTo>
                <a:lnTo>
                  <a:pt x="3597157" y="342184"/>
                </a:lnTo>
                <a:lnTo>
                  <a:pt x="3605250" y="354179"/>
                </a:lnTo>
                <a:lnTo>
                  <a:pt x="3617249" y="362265"/>
                </a:lnTo>
                <a:lnTo>
                  <a:pt x="3631934" y="365230"/>
                </a:lnTo>
                <a:lnTo>
                  <a:pt x="3646645" y="362265"/>
                </a:lnTo>
                <a:lnTo>
                  <a:pt x="3658657" y="354179"/>
                </a:lnTo>
                <a:lnTo>
                  <a:pt x="3666755" y="342184"/>
                </a:lnTo>
                <a:lnTo>
                  <a:pt x="3669724" y="327494"/>
                </a:lnTo>
                <a:lnTo>
                  <a:pt x="3666755" y="312804"/>
                </a:lnTo>
                <a:lnTo>
                  <a:pt x="3658657" y="300810"/>
                </a:lnTo>
                <a:lnTo>
                  <a:pt x="3646645" y="292723"/>
                </a:lnTo>
                <a:lnTo>
                  <a:pt x="3631934" y="289758"/>
                </a:lnTo>
                <a:close/>
              </a:path>
              <a:path extrusionOk="0" h="2468879" w="4523105">
                <a:moveTo>
                  <a:pt x="3934526" y="286389"/>
                </a:moveTo>
                <a:lnTo>
                  <a:pt x="3918543" y="289621"/>
                </a:lnTo>
                <a:lnTo>
                  <a:pt x="3905486" y="298434"/>
                </a:lnTo>
                <a:lnTo>
                  <a:pt x="3896681" y="311501"/>
                </a:lnTo>
                <a:lnTo>
                  <a:pt x="3893452" y="327494"/>
                </a:lnTo>
                <a:lnTo>
                  <a:pt x="3896681" y="343488"/>
                </a:lnTo>
                <a:lnTo>
                  <a:pt x="3905486" y="356554"/>
                </a:lnTo>
                <a:lnTo>
                  <a:pt x="3918543" y="365367"/>
                </a:lnTo>
                <a:lnTo>
                  <a:pt x="3934526" y="368600"/>
                </a:lnTo>
                <a:lnTo>
                  <a:pt x="3950543" y="365367"/>
                </a:lnTo>
                <a:lnTo>
                  <a:pt x="3963628" y="356554"/>
                </a:lnTo>
                <a:lnTo>
                  <a:pt x="3972454" y="343488"/>
                </a:lnTo>
                <a:lnTo>
                  <a:pt x="3975691" y="327494"/>
                </a:lnTo>
                <a:lnTo>
                  <a:pt x="3972454" y="311501"/>
                </a:lnTo>
                <a:lnTo>
                  <a:pt x="3963628" y="298434"/>
                </a:lnTo>
                <a:lnTo>
                  <a:pt x="3950543" y="289621"/>
                </a:lnTo>
                <a:lnTo>
                  <a:pt x="3934526" y="286389"/>
                </a:lnTo>
                <a:close/>
              </a:path>
              <a:path extrusionOk="0" h="2468879" w="4523105">
                <a:moveTo>
                  <a:pt x="4237119" y="283918"/>
                </a:moveTo>
                <a:lnTo>
                  <a:pt x="4220153" y="287347"/>
                </a:lnTo>
                <a:lnTo>
                  <a:pt x="4206296" y="296693"/>
                </a:lnTo>
                <a:lnTo>
                  <a:pt x="4196952" y="310546"/>
                </a:lnTo>
                <a:lnTo>
                  <a:pt x="4193525" y="327494"/>
                </a:lnTo>
                <a:lnTo>
                  <a:pt x="4196952" y="344469"/>
                </a:lnTo>
                <a:lnTo>
                  <a:pt x="4206296" y="358335"/>
                </a:lnTo>
                <a:lnTo>
                  <a:pt x="4220153" y="367686"/>
                </a:lnTo>
                <a:lnTo>
                  <a:pt x="4237119" y="371115"/>
                </a:lnTo>
                <a:lnTo>
                  <a:pt x="4254110" y="367686"/>
                </a:lnTo>
                <a:lnTo>
                  <a:pt x="4267981" y="358335"/>
                </a:lnTo>
                <a:lnTo>
                  <a:pt x="4277330" y="344469"/>
                </a:lnTo>
                <a:lnTo>
                  <a:pt x="4280758" y="327494"/>
                </a:lnTo>
                <a:lnTo>
                  <a:pt x="4277330" y="310546"/>
                </a:lnTo>
                <a:lnTo>
                  <a:pt x="4267981" y="296693"/>
                </a:lnTo>
                <a:lnTo>
                  <a:pt x="4254110" y="287347"/>
                </a:lnTo>
                <a:lnTo>
                  <a:pt x="4237119" y="283918"/>
                </a:lnTo>
                <a:close/>
              </a:path>
              <a:path extrusionOk="0" h="2468879" w="4523105">
                <a:moveTo>
                  <a:pt x="4522590" y="284862"/>
                </a:moveTo>
                <a:lnTo>
                  <a:pt x="4521764" y="285029"/>
                </a:lnTo>
                <a:lnTo>
                  <a:pt x="4507106" y="294913"/>
                </a:lnTo>
                <a:lnTo>
                  <a:pt x="4497222" y="309565"/>
                </a:lnTo>
                <a:lnTo>
                  <a:pt x="4493598" y="327494"/>
                </a:lnTo>
                <a:lnTo>
                  <a:pt x="4497222" y="345449"/>
                </a:lnTo>
                <a:lnTo>
                  <a:pt x="4507106" y="360115"/>
                </a:lnTo>
                <a:lnTo>
                  <a:pt x="4521764" y="370004"/>
                </a:lnTo>
                <a:lnTo>
                  <a:pt x="4522590" y="370171"/>
                </a:lnTo>
                <a:lnTo>
                  <a:pt x="4522590" y="284862"/>
                </a:lnTo>
                <a:close/>
              </a:path>
              <a:path extrusionOk="0" h="2468879" w="4523105">
                <a:moveTo>
                  <a:pt x="304357" y="628170"/>
                </a:moveTo>
                <a:lnTo>
                  <a:pt x="302507" y="628170"/>
                </a:lnTo>
                <a:lnTo>
                  <a:pt x="301752" y="628933"/>
                </a:lnTo>
                <a:lnTo>
                  <a:pt x="301752" y="630775"/>
                </a:lnTo>
                <a:lnTo>
                  <a:pt x="302507" y="631539"/>
                </a:lnTo>
                <a:lnTo>
                  <a:pt x="304357" y="631539"/>
                </a:lnTo>
                <a:lnTo>
                  <a:pt x="305112" y="630775"/>
                </a:lnTo>
                <a:lnTo>
                  <a:pt x="305112" y="628933"/>
                </a:lnTo>
                <a:lnTo>
                  <a:pt x="304357" y="628170"/>
                </a:lnTo>
                <a:close/>
              </a:path>
              <a:path extrusionOk="0" h="2468879" w="4523105">
                <a:moveTo>
                  <a:pt x="609293" y="624037"/>
                </a:moveTo>
                <a:lnTo>
                  <a:pt x="602770" y="624037"/>
                </a:lnTo>
                <a:lnTo>
                  <a:pt x="600160" y="626642"/>
                </a:lnTo>
                <a:lnTo>
                  <a:pt x="600160" y="633111"/>
                </a:lnTo>
                <a:lnTo>
                  <a:pt x="602770" y="635762"/>
                </a:lnTo>
                <a:lnTo>
                  <a:pt x="609293" y="635762"/>
                </a:lnTo>
                <a:lnTo>
                  <a:pt x="611902" y="633111"/>
                </a:lnTo>
                <a:lnTo>
                  <a:pt x="611902" y="626642"/>
                </a:lnTo>
                <a:lnTo>
                  <a:pt x="609293" y="624037"/>
                </a:lnTo>
                <a:close/>
              </a:path>
              <a:path extrusionOk="0" h="2468879" w="4523105">
                <a:moveTo>
                  <a:pt x="914180" y="619814"/>
                </a:moveTo>
                <a:lnTo>
                  <a:pt x="903068" y="619814"/>
                </a:lnTo>
                <a:lnTo>
                  <a:pt x="898569" y="624306"/>
                </a:lnTo>
                <a:lnTo>
                  <a:pt x="898569" y="635447"/>
                </a:lnTo>
                <a:lnTo>
                  <a:pt x="903068" y="639940"/>
                </a:lnTo>
                <a:lnTo>
                  <a:pt x="914180" y="639940"/>
                </a:lnTo>
                <a:lnTo>
                  <a:pt x="918679" y="635447"/>
                </a:lnTo>
                <a:lnTo>
                  <a:pt x="918679" y="624306"/>
                </a:lnTo>
                <a:lnTo>
                  <a:pt x="914180" y="619814"/>
                </a:lnTo>
                <a:close/>
              </a:path>
              <a:path extrusionOk="0" h="2468879" w="4523105">
                <a:moveTo>
                  <a:pt x="1218617" y="616444"/>
                </a:moveTo>
                <a:lnTo>
                  <a:pt x="1203816" y="616444"/>
                </a:lnTo>
                <a:lnTo>
                  <a:pt x="1197787" y="622464"/>
                </a:lnTo>
                <a:lnTo>
                  <a:pt x="1197787" y="637289"/>
                </a:lnTo>
                <a:lnTo>
                  <a:pt x="1203816" y="643309"/>
                </a:lnTo>
                <a:lnTo>
                  <a:pt x="1218617" y="643309"/>
                </a:lnTo>
                <a:lnTo>
                  <a:pt x="1224645" y="637289"/>
                </a:lnTo>
                <a:lnTo>
                  <a:pt x="1224645" y="622464"/>
                </a:lnTo>
                <a:lnTo>
                  <a:pt x="1218617" y="616444"/>
                </a:lnTo>
                <a:close/>
              </a:path>
              <a:path extrusionOk="0" h="2468879" w="4523105">
                <a:moveTo>
                  <a:pt x="1523054" y="613120"/>
                </a:moveTo>
                <a:lnTo>
                  <a:pt x="1504564" y="613120"/>
                </a:lnTo>
                <a:lnTo>
                  <a:pt x="1497051" y="620667"/>
                </a:lnTo>
                <a:lnTo>
                  <a:pt x="1497051" y="639176"/>
                </a:lnTo>
                <a:lnTo>
                  <a:pt x="1504564" y="646678"/>
                </a:lnTo>
                <a:lnTo>
                  <a:pt x="1523054" y="646678"/>
                </a:lnTo>
                <a:lnTo>
                  <a:pt x="1530567" y="639176"/>
                </a:lnTo>
                <a:lnTo>
                  <a:pt x="1530567" y="620667"/>
                </a:lnTo>
                <a:lnTo>
                  <a:pt x="1523054" y="613120"/>
                </a:lnTo>
                <a:close/>
              </a:path>
              <a:path extrusionOk="0" h="2468879" w="4523105">
                <a:moveTo>
                  <a:pt x="1816379" y="609796"/>
                </a:moveTo>
                <a:lnTo>
                  <a:pt x="1808549" y="611374"/>
                </a:lnTo>
                <a:lnTo>
                  <a:pt x="1802157" y="615681"/>
                </a:lnTo>
                <a:lnTo>
                  <a:pt x="1797848" y="622077"/>
                </a:lnTo>
                <a:lnTo>
                  <a:pt x="1796269" y="629922"/>
                </a:lnTo>
                <a:lnTo>
                  <a:pt x="1797848" y="637740"/>
                </a:lnTo>
                <a:lnTo>
                  <a:pt x="1802157" y="644123"/>
                </a:lnTo>
                <a:lnTo>
                  <a:pt x="1808549" y="648425"/>
                </a:lnTo>
                <a:lnTo>
                  <a:pt x="1816379" y="650003"/>
                </a:lnTo>
                <a:lnTo>
                  <a:pt x="1824235" y="648425"/>
                </a:lnTo>
                <a:lnTo>
                  <a:pt x="1830640" y="644123"/>
                </a:lnTo>
                <a:lnTo>
                  <a:pt x="1834953" y="637740"/>
                </a:lnTo>
                <a:lnTo>
                  <a:pt x="1836534" y="629922"/>
                </a:lnTo>
                <a:lnTo>
                  <a:pt x="1834953" y="622077"/>
                </a:lnTo>
                <a:lnTo>
                  <a:pt x="1830640" y="615681"/>
                </a:lnTo>
                <a:lnTo>
                  <a:pt x="1824235" y="611374"/>
                </a:lnTo>
                <a:lnTo>
                  <a:pt x="1816379" y="609796"/>
                </a:lnTo>
                <a:close/>
              </a:path>
              <a:path extrusionOk="0" h="2468879" w="4523105">
                <a:moveTo>
                  <a:pt x="2118971" y="606426"/>
                </a:moveTo>
                <a:lnTo>
                  <a:pt x="2109836" y="608272"/>
                </a:lnTo>
                <a:lnTo>
                  <a:pt x="2102371" y="613305"/>
                </a:lnTo>
                <a:lnTo>
                  <a:pt x="2097335" y="620773"/>
                </a:lnTo>
                <a:lnTo>
                  <a:pt x="2095487" y="629922"/>
                </a:lnTo>
                <a:lnTo>
                  <a:pt x="2097335" y="639044"/>
                </a:lnTo>
                <a:lnTo>
                  <a:pt x="2102371" y="646499"/>
                </a:lnTo>
                <a:lnTo>
                  <a:pt x="2109836" y="651527"/>
                </a:lnTo>
                <a:lnTo>
                  <a:pt x="2118971" y="653372"/>
                </a:lnTo>
                <a:lnTo>
                  <a:pt x="2128133" y="651527"/>
                </a:lnTo>
                <a:lnTo>
                  <a:pt x="2135611" y="646499"/>
                </a:lnTo>
                <a:lnTo>
                  <a:pt x="2140652" y="639044"/>
                </a:lnTo>
                <a:lnTo>
                  <a:pt x="2142500" y="629922"/>
                </a:lnTo>
                <a:lnTo>
                  <a:pt x="2140652" y="620773"/>
                </a:lnTo>
                <a:lnTo>
                  <a:pt x="2135611" y="613305"/>
                </a:lnTo>
                <a:lnTo>
                  <a:pt x="2128133" y="608272"/>
                </a:lnTo>
                <a:lnTo>
                  <a:pt x="2118971" y="606426"/>
                </a:lnTo>
                <a:close/>
              </a:path>
              <a:path extrusionOk="0" h="2468879" w="4523105">
                <a:moveTo>
                  <a:pt x="2421609" y="603956"/>
                </a:moveTo>
                <a:lnTo>
                  <a:pt x="2411465" y="605998"/>
                </a:lnTo>
                <a:lnTo>
                  <a:pt x="2403186" y="611565"/>
                </a:lnTo>
                <a:lnTo>
                  <a:pt x="2397606" y="619819"/>
                </a:lnTo>
                <a:lnTo>
                  <a:pt x="2395561" y="629922"/>
                </a:lnTo>
                <a:lnTo>
                  <a:pt x="2397606" y="640025"/>
                </a:lnTo>
                <a:lnTo>
                  <a:pt x="2403186" y="648279"/>
                </a:lnTo>
                <a:lnTo>
                  <a:pt x="2411465" y="653846"/>
                </a:lnTo>
                <a:lnTo>
                  <a:pt x="2421609" y="655888"/>
                </a:lnTo>
                <a:lnTo>
                  <a:pt x="2431726" y="653846"/>
                </a:lnTo>
                <a:lnTo>
                  <a:pt x="2439992" y="648279"/>
                </a:lnTo>
                <a:lnTo>
                  <a:pt x="2445567" y="640025"/>
                </a:lnTo>
                <a:lnTo>
                  <a:pt x="2447612" y="629922"/>
                </a:lnTo>
                <a:lnTo>
                  <a:pt x="2445567" y="619819"/>
                </a:lnTo>
                <a:lnTo>
                  <a:pt x="2439992" y="611565"/>
                </a:lnTo>
                <a:lnTo>
                  <a:pt x="2431726" y="605998"/>
                </a:lnTo>
                <a:lnTo>
                  <a:pt x="2421609" y="603956"/>
                </a:lnTo>
                <a:close/>
              </a:path>
              <a:path extrusionOk="0" h="2468879" w="4523105">
                <a:moveTo>
                  <a:pt x="2724201" y="600586"/>
                </a:moveTo>
                <a:lnTo>
                  <a:pt x="2712760" y="602889"/>
                </a:lnTo>
                <a:lnTo>
                  <a:pt x="2703422" y="609172"/>
                </a:lnTo>
                <a:lnTo>
                  <a:pt x="2697130" y="618496"/>
                </a:lnTo>
                <a:lnTo>
                  <a:pt x="2694824" y="629922"/>
                </a:lnTo>
                <a:lnTo>
                  <a:pt x="2697130" y="641347"/>
                </a:lnTo>
                <a:lnTo>
                  <a:pt x="2703422" y="650671"/>
                </a:lnTo>
                <a:lnTo>
                  <a:pt x="2712760" y="656954"/>
                </a:lnTo>
                <a:lnTo>
                  <a:pt x="2724201" y="659257"/>
                </a:lnTo>
                <a:lnTo>
                  <a:pt x="2735617" y="656954"/>
                </a:lnTo>
                <a:lnTo>
                  <a:pt x="2744941" y="650671"/>
                </a:lnTo>
                <a:lnTo>
                  <a:pt x="2751228" y="641347"/>
                </a:lnTo>
                <a:lnTo>
                  <a:pt x="2753534" y="629922"/>
                </a:lnTo>
                <a:lnTo>
                  <a:pt x="2751228" y="618496"/>
                </a:lnTo>
                <a:lnTo>
                  <a:pt x="2744941" y="609172"/>
                </a:lnTo>
                <a:lnTo>
                  <a:pt x="2735617" y="602889"/>
                </a:lnTo>
                <a:lnTo>
                  <a:pt x="2724201" y="600586"/>
                </a:lnTo>
                <a:close/>
              </a:path>
              <a:path extrusionOk="0" h="2468879" w="4523105">
                <a:moveTo>
                  <a:pt x="3026794" y="597217"/>
                </a:moveTo>
                <a:lnTo>
                  <a:pt x="3014047" y="599788"/>
                </a:lnTo>
                <a:lnTo>
                  <a:pt x="3003636" y="606797"/>
                </a:lnTo>
                <a:lnTo>
                  <a:pt x="2996616" y="617193"/>
                </a:lnTo>
                <a:lnTo>
                  <a:pt x="2994042" y="629922"/>
                </a:lnTo>
                <a:lnTo>
                  <a:pt x="2996616" y="642651"/>
                </a:lnTo>
                <a:lnTo>
                  <a:pt x="3003636" y="653046"/>
                </a:lnTo>
                <a:lnTo>
                  <a:pt x="3014047" y="660056"/>
                </a:lnTo>
                <a:lnTo>
                  <a:pt x="3026794" y="662626"/>
                </a:lnTo>
                <a:lnTo>
                  <a:pt x="3039515" y="660056"/>
                </a:lnTo>
                <a:lnTo>
                  <a:pt x="3049912" y="653046"/>
                </a:lnTo>
                <a:lnTo>
                  <a:pt x="3056927" y="642651"/>
                </a:lnTo>
                <a:lnTo>
                  <a:pt x="3059500" y="629922"/>
                </a:lnTo>
                <a:lnTo>
                  <a:pt x="3056927" y="617193"/>
                </a:lnTo>
                <a:lnTo>
                  <a:pt x="3049912" y="606797"/>
                </a:lnTo>
                <a:lnTo>
                  <a:pt x="3039515" y="599788"/>
                </a:lnTo>
                <a:lnTo>
                  <a:pt x="3026794" y="597217"/>
                </a:lnTo>
                <a:close/>
              </a:path>
              <a:path extrusionOk="0" h="2468879" w="4523105">
                <a:moveTo>
                  <a:pt x="3329386" y="594746"/>
                </a:moveTo>
                <a:lnTo>
                  <a:pt x="3315657" y="597513"/>
                </a:lnTo>
                <a:lnTo>
                  <a:pt x="3304446" y="605056"/>
                </a:lnTo>
                <a:lnTo>
                  <a:pt x="3296887" y="616238"/>
                </a:lnTo>
                <a:lnTo>
                  <a:pt x="3294115" y="629922"/>
                </a:lnTo>
                <a:lnTo>
                  <a:pt x="3296887" y="643631"/>
                </a:lnTo>
                <a:lnTo>
                  <a:pt x="3304446" y="654826"/>
                </a:lnTo>
                <a:lnTo>
                  <a:pt x="3315657" y="662374"/>
                </a:lnTo>
                <a:lnTo>
                  <a:pt x="3329386" y="665142"/>
                </a:lnTo>
                <a:lnTo>
                  <a:pt x="3343090" y="662374"/>
                </a:lnTo>
                <a:lnTo>
                  <a:pt x="3354288" y="654826"/>
                </a:lnTo>
                <a:lnTo>
                  <a:pt x="3361841" y="643631"/>
                </a:lnTo>
                <a:lnTo>
                  <a:pt x="3364612" y="629922"/>
                </a:lnTo>
                <a:lnTo>
                  <a:pt x="3361841" y="616238"/>
                </a:lnTo>
                <a:lnTo>
                  <a:pt x="3354287" y="605056"/>
                </a:lnTo>
                <a:lnTo>
                  <a:pt x="3343090" y="597513"/>
                </a:lnTo>
                <a:lnTo>
                  <a:pt x="3329386" y="594746"/>
                </a:lnTo>
                <a:close/>
              </a:path>
              <a:path extrusionOk="0" h="2468879" w="4523105">
                <a:moveTo>
                  <a:pt x="3631934" y="592231"/>
                </a:moveTo>
                <a:lnTo>
                  <a:pt x="3617249" y="595195"/>
                </a:lnTo>
                <a:lnTo>
                  <a:pt x="3605250" y="603276"/>
                </a:lnTo>
                <a:lnTo>
                  <a:pt x="3597157" y="615257"/>
                </a:lnTo>
                <a:lnTo>
                  <a:pt x="3594189" y="629922"/>
                </a:lnTo>
                <a:lnTo>
                  <a:pt x="3597157" y="644612"/>
                </a:lnTo>
                <a:lnTo>
                  <a:pt x="3605250" y="656606"/>
                </a:lnTo>
                <a:lnTo>
                  <a:pt x="3617249" y="664693"/>
                </a:lnTo>
                <a:lnTo>
                  <a:pt x="3631934" y="667658"/>
                </a:lnTo>
                <a:lnTo>
                  <a:pt x="3646645" y="664693"/>
                </a:lnTo>
                <a:lnTo>
                  <a:pt x="3658657" y="656606"/>
                </a:lnTo>
                <a:lnTo>
                  <a:pt x="3666755" y="644612"/>
                </a:lnTo>
                <a:lnTo>
                  <a:pt x="3669724" y="629922"/>
                </a:lnTo>
                <a:lnTo>
                  <a:pt x="3666755" y="615257"/>
                </a:lnTo>
                <a:lnTo>
                  <a:pt x="3658657" y="603276"/>
                </a:lnTo>
                <a:lnTo>
                  <a:pt x="3646645" y="595195"/>
                </a:lnTo>
                <a:lnTo>
                  <a:pt x="3631934" y="592231"/>
                </a:lnTo>
                <a:close/>
              </a:path>
              <a:path extrusionOk="0" h="2468879" w="4523105">
                <a:moveTo>
                  <a:pt x="3934526" y="588861"/>
                </a:moveTo>
                <a:lnTo>
                  <a:pt x="3918543" y="592087"/>
                </a:lnTo>
                <a:lnTo>
                  <a:pt x="3905486" y="600884"/>
                </a:lnTo>
                <a:lnTo>
                  <a:pt x="3896681" y="613935"/>
                </a:lnTo>
                <a:lnTo>
                  <a:pt x="3893452" y="629922"/>
                </a:lnTo>
                <a:lnTo>
                  <a:pt x="3896681" y="645915"/>
                </a:lnTo>
                <a:lnTo>
                  <a:pt x="3905486" y="658982"/>
                </a:lnTo>
                <a:lnTo>
                  <a:pt x="3918543" y="667795"/>
                </a:lnTo>
                <a:lnTo>
                  <a:pt x="3934526" y="671027"/>
                </a:lnTo>
                <a:lnTo>
                  <a:pt x="3950543" y="667795"/>
                </a:lnTo>
                <a:lnTo>
                  <a:pt x="3963628" y="658982"/>
                </a:lnTo>
                <a:lnTo>
                  <a:pt x="3972454" y="645915"/>
                </a:lnTo>
                <a:lnTo>
                  <a:pt x="3975691" y="629922"/>
                </a:lnTo>
                <a:lnTo>
                  <a:pt x="3972454" y="613935"/>
                </a:lnTo>
                <a:lnTo>
                  <a:pt x="3963628" y="600884"/>
                </a:lnTo>
                <a:lnTo>
                  <a:pt x="3950543" y="592087"/>
                </a:lnTo>
                <a:lnTo>
                  <a:pt x="3934526" y="588861"/>
                </a:lnTo>
                <a:close/>
              </a:path>
              <a:path extrusionOk="0" h="2468879" w="4523105">
                <a:moveTo>
                  <a:pt x="4237119" y="586345"/>
                </a:moveTo>
                <a:lnTo>
                  <a:pt x="4220153" y="589775"/>
                </a:lnTo>
                <a:lnTo>
                  <a:pt x="4206296" y="599126"/>
                </a:lnTo>
                <a:lnTo>
                  <a:pt x="4196952" y="612992"/>
                </a:lnTo>
                <a:lnTo>
                  <a:pt x="4193525" y="629967"/>
                </a:lnTo>
                <a:lnTo>
                  <a:pt x="4196952" y="646915"/>
                </a:lnTo>
                <a:lnTo>
                  <a:pt x="4206296" y="660767"/>
                </a:lnTo>
                <a:lnTo>
                  <a:pt x="4220153" y="670114"/>
                </a:lnTo>
                <a:lnTo>
                  <a:pt x="4237119" y="673543"/>
                </a:lnTo>
                <a:lnTo>
                  <a:pt x="4254111" y="670114"/>
                </a:lnTo>
                <a:lnTo>
                  <a:pt x="4267981" y="660767"/>
                </a:lnTo>
                <a:lnTo>
                  <a:pt x="4277330" y="646915"/>
                </a:lnTo>
                <a:lnTo>
                  <a:pt x="4280758" y="629967"/>
                </a:lnTo>
                <a:lnTo>
                  <a:pt x="4277330" y="612992"/>
                </a:lnTo>
                <a:lnTo>
                  <a:pt x="4267981" y="599126"/>
                </a:lnTo>
                <a:lnTo>
                  <a:pt x="4254110" y="589775"/>
                </a:lnTo>
                <a:lnTo>
                  <a:pt x="4237119" y="586345"/>
                </a:lnTo>
                <a:close/>
              </a:path>
              <a:path extrusionOk="0" h="2468879" w="4523105">
                <a:moveTo>
                  <a:pt x="4522590" y="587290"/>
                </a:moveTo>
                <a:lnTo>
                  <a:pt x="4521764" y="587457"/>
                </a:lnTo>
                <a:lnTo>
                  <a:pt x="4507106" y="597346"/>
                </a:lnTo>
                <a:lnTo>
                  <a:pt x="4497223" y="612012"/>
                </a:lnTo>
                <a:lnTo>
                  <a:pt x="4493598" y="629967"/>
                </a:lnTo>
                <a:lnTo>
                  <a:pt x="4497223" y="647914"/>
                </a:lnTo>
                <a:lnTo>
                  <a:pt x="4507106" y="662564"/>
                </a:lnTo>
                <a:lnTo>
                  <a:pt x="4521764" y="672439"/>
                </a:lnTo>
                <a:lnTo>
                  <a:pt x="4522590" y="672605"/>
                </a:lnTo>
                <a:lnTo>
                  <a:pt x="4522590" y="587290"/>
                </a:lnTo>
                <a:close/>
              </a:path>
              <a:path extrusionOk="0" h="2468879" w="4523105">
                <a:moveTo>
                  <a:pt x="1680" y="931855"/>
                </a:moveTo>
                <a:lnTo>
                  <a:pt x="0" y="931855"/>
                </a:lnTo>
                <a:lnTo>
                  <a:pt x="0" y="932798"/>
                </a:lnTo>
                <a:lnTo>
                  <a:pt x="1680" y="932798"/>
                </a:lnTo>
                <a:lnTo>
                  <a:pt x="1680" y="931855"/>
                </a:lnTo>
                <a:close/>
              </a:path>
              <a:path extrusionOk="0" h="2468879" w="4523105">
                <a:moveTo>
                  <a:pt x="305301" y="928980"/>
                </a:moveTo>
                <a:lnTo>
                  <a:pt x="301567" y="928980"/>
                </a:lnTo>
                <a:lnTo>
                  <a:pt x="300069" y="930462"/>
                </a:lnTo>
                <a:lnTo>
                  <a:pt x="300069" y="934191"/>
                </a:lnTo>
                <a:lnTo>
                  <a:pt x="301567" y="935673"/>
                </a:lnTo>
                <a:lnTo>
                  <a:pt x="305283" y="935673"/>
                </a:lnTo>
                <a:lnTo>
                  <a:pt x="306795" y="934191"/>
                </a:lnTo>
                <a:lnTo>
                  <a:pt x="306795" y="930462"/>
                </a:lnTo>
                <a:lnTo>
                  <a:pt x="305301" y="928980"/>
                </a:lnTo>
                <a:close/>
              </a:path>
              <a:path extrusionOk="0" h="2468879" w="4523105">
                <a:moveTo>
                  <a:pt x="609743" y="925655"/>
                </a:moveTo>
                <a:lnTo>
                  <a:pt x="602320" y="925655"/>
                </a:lnTo>
                <a:lnTo>
                  <a:pt x="599306" y="928665"/>
                </a:lnTo>
                <a:lnTo>
                  <a:pt x="599306" y="936033"/>
                </a:lnTo>
                <a:lnTo>
                  <a:pt x="602320" y="939043"/>
                </a:lnTo>
                <a:lnTo>
                  <a:pt x="609743" y="939043"/>
                </a:lnTo>
                <a:lnTo>
                  <a:pt x="612757" y="936033"/>
                </a:lnTo>
                <a:lnTo>
                  <a:pt x="612757" y="928665"/>
                </a:lnTo>
                <a:lnTo>
                  <a:pt x="609743" y="925655"/>
                </a:lnTo>
                <a:close/>
              </a:path>
              <a:path extrusionOk="0" h="2468879" w="4523105">
                <a:moveTo>
                  <a:pt x="914180" y="922286"/>
                </a:moveTo>
                <a:lnTo>
                  <a:pt x="903068" y="922286"/>
                </a:lnTo>
                <a:lnTo>
                  <a:pt x="898569" y="926778"/>
                </a:lnTo>
                <a:lnTo>
                  <a:pt x="898569" y="937919"/>
                </a:lnTo>
                <a:lnTo>
                  <a:pt x="903068" y="942412"/>
                </a:lnTo>
                <a:lnTo>
                  <a:pt x="914180" y="942412"/>
                </a:lnTo>
                <a:lnTo>
                  <a:pt x="918679" y="937919"/>
                </a:lnTo>
                <a:lnTo>
                  <a:pt x="918679" y="926778"/>
                </a:lnTo>
                <a:lnTo>
                  <a:pt x="914180" y="922286"/>
                </a:lnTo>
                <a:close/>
              </a:path>
              <a:path extrusionOk="0" h="2468879" w="4523105">
                <a:moveTo>
                  <a:pt x="1218617" y="918917"/>
                </a:moveTo>
                <a:lnTo>
                  <a:pt x="1203816" y="918917"/>
                </a:lnTo>
                <a:lnTo>
                  <a:pt x="1197787" y="924936"/>
                </a:lnTo>
                <a:lnTo>
                  <a:pt x="1197787" y="939761"/>
                </a:lnTo>
                <a:lnTo>
                  <a:pt x="1203816" y="945781"/>
                </a:lnTo>
                <a:lnTo>
                  <a:pt x="1218617" y="945781"/>
                </a:lnTo>
                <a:lnTo>
                  <a:pt x="1224646" y="939761"/>
                </a:lnTo>
                <a:lnTo>
                  <a:pt x="1224646" y="924936"/>
                </a:lnTo>
                <a:lnTo>
                  <a:pt x="1218617" y="918917"/>
                </a:lnTo>
                <a:close/>
              </a:path>
              <a:path extrusionOk="0" h="2468879" w="4523105">
                <a:moveTo>
                  <a:pt x="1523054" y="915592"/>
                </a:moveTo>
                <a:lnTo>
                  <a:pt x="1504564" y="915592"/>
                </a:lnTo>
                <a:lnTo>
                  <a:pt x="1497051" y="923095"/>
                </a:lnTo>
                <a:lnTo>
                  <a:pt x="1497051" y="941603"/>
                </a:lnTo>
                <a:lnTo>
                  <a:pt x="1504564" y="949106"/>
                </a:lnTo>
                <a:lnTo>
                  <a:pt x="1523054" y="949106"/>
                </a:lnTo>
                <a:lnTo>
                  <a:pt x="1530567" y="941603"/>
                </a:lnTo>
                <a:lnTo>
                  <a:pt x="1530567" y="923095"/>
                </a:lnTo>
                <a:lnTo>
                  <a:pt x="1523054" y="915592"/>
                </a:lnTo>
                <a:close/>
              </a:path>
              <a:path extrusionOk="0" h="2468879" w="4523105">
                <a:moveTo>
                  <a:pt x="1816379" y="912223"/>
                </a:moveTo>
                <a:lnTo>
                  <a:pt x="1808549" y="913807"/>
                </a:lnTo>
                <a:lnTo>
                  <a:pt x="1802157" y="918125"/>
                </a:lnTo>
                <a:lnTo>
                  <a:pt x="1797849" y="924523"/>
                </a:lnTo>
                <a:lnTo>
                  <a:pt x="1796269" y="932349"/>
                </a:lnTo>
                <a:lnTo>
                  <a:pt x="1797849" y="940194"/>
                </a:lnTo>
                <a:lnTo>
                  <a:pt x="1802157" y="946590"/>
                </a:lnTo>
                <a:lnTo>
                  <a:pt x="1808549" y="950897"/>
                </a:lnTo>
                <a:lnTo>
                  <a:pt x="1816379" y="952475"/>
                </a:lnTo>
                <a:lnTo>
                  <a:pt x="1824235" y="950897"/>
                </a:lnTo>
                <a:lnTo>
                  <a:pt x="1830640" y="946590"/>
                </a:lnTo>
                <a:lnTo>
                  <a:pt x="1834954" y="940194"/>
                </a:lnTo>
                <a:lnTo>
                  <a:pt x="1836534" y="932349"/>
                </a:lnTo>
                <a:lnTo>
                  <a:pt x="1834954" y="924523"/>
                </a:lnTo>
                <a:lnTo>
                  <a:pt x="1830640" y="918125"/>
                </a:lnTo>
                <a:lnTo>
                  <a:pt x="1824235" y="913807"/>
                </a:lnTo>
                <a:lnTo>
                  <a:pt x="1816379" y="912223"/>
                </a:lnTo>
                <a:close/>
              </a:path>
              <a:path extrusionOk="0" h="2468879" w="4523105">
                <a:moveTo>
                  <a:pt x="2118971" y="908899"/>
                </a:moveTo>
                <a:lnTo>
                  <a:pt x="2109836" y="910743"/>
                </a:lnTo>
                <a:lnTo>
                  <a:pt x="2102371" y="915772"/>
                </a:lnTo>
                <a:lnTo>
                  <a:pt x="2097335" y="923227"/>
                </a:lnTo>
                <a:lnTo>
                  <a:pt x="2095488" y="932349"/>
                </a:lnTo>
                <a:lnTo>
                  <a:pt x="2097335" y="941497"/>
                </a:lnTo>
                <a:lnTo>
                  <a:pt x="2102371" y="948965"/>
                </a:lnTo>
                <a:lnTo>
                  <a:pt x="2109836" y="953999"/>
                </a:lnTo>
                <a:lnTo>
                  <a:pt x="2118972" y="955844"/>
                </a:lnTo>
                <a:lnTo>
                  <a:pt x="2128133" y="953999"/>
                </a:lnTo>
                <a:lnTo>
                  <a:pt x="2135612" y="948965"/>
                </a:lnTo>
                <a:lnTo>
                  <a:pt x="2140652" y="941497"/>
                </a:lnTo>
                <a:lnTo>
                  <a:pt x="2142500" y="932349"/>
                </a:lnTo>
                <a:lnTo>
                  <a:pt x="2140652" y="923227"/>
                </a:lnTo>
                <a:lnTo>
                  <a:pt x="2135612" y="915772"/>
                </a:lnTo>
                <a:lnTo>
                  <a:pt x="2128133" y="910743"/>
                </a:lnTo>
                <a:lnTo>
                  <a:pt x="2118971" y="908899"/>
                </a:lnTo>
                <a:close/>
              </a:path>
              <a:path extrusionOk="0" h="2468879" w="4523105">
                <a:moveTo>
                  <a:pt x="2421609" y="906383"/>
                </a:moveTo>
                <a:lnTo>
                  <a:pt x="2411466" y="908426"/>
                </a:lnTo>
                <a:lnTo>
                  <a:pt x="2403186" y="913998"/>
                </a:lnTo>
                <a:lnTo>
                  <a:pt x="2397606" y="922265"/>
                </a:lnTo>
                <a:lnTo>
                  <a:pt x="2395561" y="932394"/>
                </a:lnTo>
                <a:lnTo>
                  <a:pt x="2397606" y="942497"/>
                </a:lnTo>
                <a:lnTo>
                  <a:pt x="2403186" y="950751"/>
                </a:lnTo>
                <a:lnTo>
                  <a:pt x="2411466" y="956318"/>
                </a:lnTo>
                <a:lnTo>
                  <a:pt x="2421609" y="958360"/>
                </a:lnTo>
                <a:lnTo>
                  <a:pt x="2431727" y="956318"/>
                </a:lnTo>
                <a:lnTo>
                  <a:pt x="2439992" y="950751"/>
                </a:lnTo>
                <a:lnTo>
                  <a:pt x="2445567" y="942497"/>
                </a:lnTo>
                <a:lnTo>
                  <a:pt x="2447612" y="932394"/>
                </a:lnTo>
                <a:lnTo>
                  <a:pt x="2445567" y="922265"/>
                </a:lnTo>
                <a:lnTo>
                  <a:pt x="2439992" y="913998"/>
                </a:lnTo>
                <a:lnTo>
                  <a:pt x="2431726" y="908426"/>
                </a:lnTo>
                <a:lnTo>
                  <a:pt x="2421609" y="906383"/>
                </a:lnTo>
                <a:close/>
              </a:path>
              <a:path extrusionOk="0" h="2468879" w="4523105">
                <a:moveTo>
                  <a:pt x="2724202" y="903014"/>
                </a:moveTo>
                <a:lnTo>
                  <a:pt x="2712760" y="905324"/>
                </a:lnTo>
                <a:lnTo>
                  <a:pt x="2703422" y="911622"/>
                </a:lnTo>
                <a:lnTo>
                  <a:pt x="2697130" y="920961"/>
                </a:lnTo>
                <a:lnTo>
                  <a:pt x="2694824" y="932394"/>
                </a:lnTo>
                <a:lnTo>
                  <a:pt x="2697130" y="943800"/>
                </a:lnTo>
                <a:lnTo>
                  <a:pt x="2703422" y="953126"/>
                </a:lnTo>
                <a:lnTo>
                  <a:pt x="2712760" y="959420"/>
                </a:lnTo>
                <a:lnTo>
                  <a:pt x="2724202" y="961729"/>
                </a:lnTo>
                <a:lnTo>
                  <a:pt x="2735617" y="959420"/>
                </a:lnTo>
                <a:lnTo>
                  <a:pt x="2744941" y="953126"/>
                </a:lnTo>
                <a:lnTo>
                  <a:pt x="2751228" y="943800"/>
                </a:lnTo>
                <a:lnTo>
                  <a:pt x="2753534" y="932394"/>
                </a:lnTo>
                <a:lnTo>
                  <a:pt x="2751228" y="920961"/>
                </a:lnTo>
                <a:lnTo>
                  <a:pt x="2744941" y="911622"/>
                </a:lnTo>
                <a:lnTo>
                  <a:pt x="2735617" y="905324"/>
                </a:lnTo>
                <a:lnTo>
                  <a:pt x="2724202" y="903014"/>
                </a:lnTo>
                <a:close/>
              </a:path>
              <a:path extrusionOk="0" h="2468879" w="4523105">
                <a:moveTo>
                  <a:pt x="3026794" y="899689"/>
                </a:moveTo>
                <a:lnTo>
                  <a:pt x="3014047" y="902260"/>
                </a:lnTo>
                <a:lnTo>
                  <a:pt x="3003636" y="909269"/>
                </a:lnTo>
                <a:lnTo>
                  <a:pt x="2996617" y="919665"/>
                </a:lnTo>
                <a:lnTo>
                  <a:pt x="2994042" y="932394"/>
                </a:lnTo>
                <a:lnTo>
                  <a:pt x="2996617" y="945123"/>
                </a:lnTo>
                <a:lnTo>
                  <a:pt x="3003636" y="955518"/>
                </a:lnTo>
                <a:lnTo>
                  <a:pt x="3014047" y="962528"/>
                </a:lnTo>
                <a:lnTo>
                  <a:pt x="3026794" y="965098"/>
                </a:lnTo>
                <a:lnTo>
                  <a:pt x="3039515" y="962528"/>
                </a:lnTo>
                <a:lnTo>
                  <a:pt x="3049913" y="955518"/>
                </a:lnTo>
                <a:lnTo>
                  <a:pt x="3056927" y="945123"/>
                </a:lnTo>
                <a:lnTo>
                  <a:pt x="3059501" y="932394"/>
                </a:lnTo>
                <a:lnTo>
                  <a:pt x="3056927" y="919665"/>
                </a:lnTo>
                <a:lnTo>
                  <a:pt x="3049912" y="909269"/>
                </a:lnTo>
                <a:lnTo>
                  <a:pt x="3039515" y="902260"/>
                </a:lnTo>
                <a:lnTo>
                  <a:pt x="3026794" y="899689"/>
                </a:lnTo>
                <a:close/>
              </a:path>
              <a:path extrusionOk="0" h="2468879" w="4523105">
                <a:moveTo>
                  <a:pt x="3329387" y="897174"/>
                </a:moveTo>
                <a:lnTo>
                  <a:pt x="3315657" y="899941"/>
                </a:lnTo>
                <a:lnTo>
                  <a:pt x="3304446" y="907489"/>
                </a:lnTo>
                <a:lnTo>
                  <a:pt x="3296887" y="918684"/>
                </a:lnTo>
                <a:lnTo>
                  <a:pt x="3294116" y="932394"/>
                </a:lnTo>
                <a:lnTo>
                  <a:pt x="3296887" y="946103"/>
                </a:lnTo>
                <a:lnTo>
                  <a:pt x="3304446" y="957299"/>
                </a:lnTo>
                <a:lnTo>
                  <a:pt x="3315657" y="964846"/>
                </a:lnTo>
                <a:lnTo>
                  <a:pt x="3329387" y="967614"/>
                </a:lnTo>
                <a:lnTo>
                  <a:pt x="3343090" y="964846"/>
                </a:lnTo>
                <a:lnTo>
                  <a:pt x="3354288" y="957299"/>
                </a:lnTo>
                <a:lnTo>
                  <a:pt x="3361842" y="946103"/>
                </a:lnTo>
                <a:lnTo>
                  <a:pt x="3364613" y="932394"/>
                </a:lnTo>
                <a:lnTo>
                  <a:pt x="3361842" y="918684"/>
                </a:lnTo>
                <a:lnTo>
                  <a:pt x="3354288" y="907489"/>
                </a:lnTo>
                <a:lnTo>
                  <a:pt x="3343090" y="899941"/>
                </a:lnTo>
                <a:lnTo>
                  <a:pt x="3329387" y="897174"/>
                </a:lnTo>
                <a:close/>
              </a:path>
              <a:path extrusionOk="0" h="2468879" w="4523105">
                <a:moveTo>
                  <a:pt x="3631934" y="894658"/>
                </a:moveTo>
                <a:lnTo>
                  <a:pt x="3617249" y="897623"/>
                </a:lnTo>
                <a:lnTo>
                  <a:pt x="3605250" y="905709"/>
                </a:lnTo>
                <a:lnTo>
                  <a:pt x="3597157" y="917704"/>
                </a:lnTo>
                <a:lnTo>
                  <a:pt x="3594189" y="932394"/>
                </a:lnTo>
                <a:lnTo>
                  <a:pt x="3597157" y="947084"/>
                </a:lnTo>
                <a:lnTo>
                  <a:pt x="3605250" y="959079"/>
                </a:lnTo>
                <a:lnTo>
                  <a:pt x="3617249" y="967165"/>
                </a:lnTo>
                <a:lnTo>
                  <a:pt x="3631934" y="970130"/>
                </a:lnTo>
                <a:lnTo>
                  <a:pt x="3646645" y="967165"/>
                </a:lnTo>
                <a:lnTo>
                  <a:pt x="3658657" y="959079"/>
                </a:lnTo>
                <a:lnTo>
                  <a:pt x="3666755" y="947084"/>
                </a:lnTo>
                <a:lnTo>
                  <a:pt x="3669724" y="932394"/>
                </a:lnTo>
                <a:lnTo>
                  <a:pt x="3666755" y="917704"/>
                </a:lnTo>
                <a:lnTo>
                  <a:pt x="3658657" y="905709"/>
                </a:lnTo>
                <a:lnTo>
                  <a:pt x="3646645" y="897623"/>
                </a:lnTo>
                <a:lnTo>
                  <a:pt x="3631934" y="894658"/>
                </a:lnTo>
                <a:close/>
              </a:path>
              <a:path extrusionOk="0" h="2468879" w="4523105">
                <a:moveTo>
                  <a:pt x="3934527" y="891289"/>
                </a:moveTo>
                <a:lnTo>
                  <a:pt x="3918543" y="894521"/>
                </a:lnTo>
                <a:lnTo>
                  <a:pt x="3905487" y="903334"/>
                </a:lnTo>
                <a:lnTo>
                  <a:pt x="3896681" y="916400"/>
                </a:lnTo>
                <a:lnTo>
                  <a:pt x="3893452" y="932394"/>
                </a:lnTo>
                <a:lnTo>
                  <a:pt x="3896681" y="948387"/>
                </a:lnTo>
                <a:lnTo>
                  <a:pt x="3905487" y="961454"/>
                </a:lnTo>
                <a:lnTo>
                  <a:pt x="3918543" y="970267"/>
                </a:lnTo>
                <a:lnTo>
                  <a:pt x="3934527" y="973499"/>
                </a:lnTo>
                <a:lnTo>
                  <a:pt x="3950543" y="970267"/>
                </a:lnTo>
                <a:lnTo>
                  <a:pt x="3963629" y="961454"/>
                </a:lnTo>
                <a:lnTo>
                  <a:pt x="3972454" y="948387"/>
                </a:lnTo>
                <a:lnTo>
                  <a:pt x="3975691" y="932394"/>
                </a:lnTo>
                <a:lnTo>
                  <a:pt x="3972454" y="916400"/>
                </a:lnTo>
                <a:lnTo>
                  <a:pt x="3963628" y="903334"/>
                </a:lnTo>
                <a:lnTo>
                  <a:pt x="3950543" y="894521"/>
                </a:lnTo>
                <a:lnTo>
                  <a:pt x="3934527" y="891289"/>
                </a:lnTo>
                <a:close/>
              </a:path>
              <a:path extrusionOk="0" h="2468879" w="4523105">
                <a:moveTo>
                  <a:pt x="4237119" y="888818"/>
                </a:moveTo>
                <a:lnTo>
                  <a:pt x="4220154" y="892247"/>
                </a:lnTo>
                <a:lnTo>
                  <a:pt x="4206296" y="901593"/>
                </a:lnTo>
                <a:lnTo>
                  <a:pt x="4196952" y="915446"/>
                </a:lnTo>
                <a:lnTo>
                  <a:pt x="4193525" y="932394"/>
                </a:lnTo>
                <a:lnTo>
                  <a:pt x="4196952" y="949368"/>
                </a:lnTo>
                <a:lnTo>
                  <a:pt x="4206296" y="963234"/>
                </a:lnTo>
                <a:lnTo>
                  <a:pt x="4220154" y="972585"/>
                </a:lnTo>
                <a:lnTo>
                  <a:pt x="4237119" y="976015"/>
                </a:lnTo>
                <a:lnTo>
                  <a:pt x="4254111" y="972585"/>
                </a:lnTo>
                <a:lnTo>
                  <a:pt x="4267981" y="963234"/>
                </a:lnTo>
                <a:lnTo>
                  <a:pt x="4277330" y="949368"/>
                </a:lnTo>
                <a:lnTo>
                  <a:pt x="4280758" y="932394"/>
                </a:lnTo>
                <a:lnTo>
                  <a:pt x="4277330" y="915446"/>
                </a:lnTo>
                <a:lnTo>
                  <a:pt x="4267981" y="901593"/>
                </a:lnTo>
                <a:lnTo>
                  <a:pt x="4254111" y="892247"/>
                </a:lnTo>
                <a:lnTo>
                  <a:pt x="4237119" y="888818"/>
                </a:lnTo>
                <a:close/>
              </a:path>
              <a:path extrusionOk="0" h="2468879" w="4523105">
                <a:moveTo>
                  <a:pt x="4522590" y="889761"/>
                </a:moveTo>
                <a:lnTo>
                  <a:pt x="4521764" y="889928"/>
                </a:lnTo>
                <a:lnTo>
                  <a:pt x="4507106" y="899813"/>
                </a:lnTo>
                <a:lnTo>
                  <a:pt x="4497223" y="914465"/>
                </a:lnTo>
                <a:lnTo>
                  <a:pt x="4493598" y="932394"/>
                </a:lnTo>
                <a:lnTo>
                  <a:pt x="4497223" y="950349"/>
                </a:lnTo>
                <a:lnTo>
                  <a:pt x="4507106" y="965014"/>
                </a:lnTo>
                <a:lnTo>
                  <a:pt x="4521764" y="974904"/>
                </a:lnTo>
                <a:lnTo>
                  <a:pt x="4522590" y="975071"/>
                </a:lnTo>
                <a:lnTo>
                  <a:pt x="4522590" y="889761"/>
                </a:lnTo>
                <a:close/>
              </a:path>
              <a:path extrusionOk="0" h="2468879" w="4523105">
                <a:moveTo>
                  <a:pt x="1681" y="1234327"/>
                </a:moveTo>
                <a:lnTo>
                  <a:pt x="0" y="1234327"/>
                </a:lnTo>
                <a:lnTo>
                  <a:pt x="0" y="1235270"/>
                </a:lnTo>
                <a:lnTo>
                  <a:pt x="1681" y="1235270"/>
                </a:lnTo>
                <a:lnTo>
                  <a:pt x="1681" y="1234327"/>
                </a:lnTo>
                <a:close/>
              </a:path>
              <a:path extrusionOk="0" h="2468879" w="4523105">
                <a:moveTo>
                  <a:pt x="305302" y="1231407"/>
                </a:moveTo>
                <a:lnTo>
                  <a:pt x="301568" y="1231407"/>
                </a:lnTo>
                <a:lnTo>
                  <a:pt x="300069" y="1232934"/>
                </a:lnTo>
                <a:lnTo>
                  <a:pt x="300069" y="1236663"/>
                </a:lnTo>
                <a:lnTo>
                  <a:pt x="301568" y="1238146"/>
                </a:lnTo>
                <a:lnTo>
                  <a:pt x="305284" y="1238146"/>
                </a:lnTo>
                <a:lnTo>
                  <a:pt x="306795" y="1236663"/>
                </a:lnTo>
                <a:lnTo>
                  <a:pt x="306795" y="1232934"/>
                </a:lnTo>
                <a:lnTo>
                  <a:pt x="305302" y="1231407"/>
                </a:lnTo>
                <a:close/>
              </a:path>
              <a:path extrusionOk="0" h="2468879" w="4523105">
                <a:moveTo>
                  <a:pt x="609743" y="1228083"/>
                </a:moveTo>
                <a:lnTo>
                  <a:pt x="602320" y="1228083"/>
                </a:lnTo>
                <a:lnTo>
                  <a:pt x="599306" y="1231092"/>
                </a:lnTo>
                <a:lnTo>
                  <a:pt x="599306" y="1238505"/>
                </a:lnTo>
                <a:lnTo>
                  <a:pt x="602320" y="1241515"/>
                </a:lnTo>
                <a:lnTo>
                  <a:pt x="609743" y="1241515"/>
                </a:lnTo>
                <a:lnTo>
                  <a:pt x="612757" y="1238505"/>
                </a:lnTo>
                <a:lnTo>
                  <a:pt x="612757" y="1231092"/>
                </a:lnTo>
                <a:lnTo>
                  <a:pt x="609743" y="1228083"/>
                </a:lnTo>
                <a:close/>
              </a:path>
              <a:path extrusionOk="0" h="2468879" w="4523105">
                <a:moveTo>
                  <a:pt x="914180" y="1224758"/>
                </a:moveTo>
                <a:lnTo>
                  <a:pt x="903068" y="1224758"/>
                </a:lnTo>
                <a:lnTo>
                  <a:pt x="898569" y="1229251"/>
                </a:lnTo>
                <a:lnTo>
                  <a:pt x="898569" y="1240347"/>
                </a:lnTo>
                <a:lnTo>
                  <a:pt x="903068" y="1244839"/>
                </a:lnTo>
                <a:lnTo>
                  <a:pt x="914180" y="1244839"/>
                </a:lnTo>
                <a:lnTo>
                  <a:pt x="918679" y="1240347"/>
                </a:lnTo>
                <a:lnTo>
                  <a:pt x="918679" y="1229251"/>
                </a:lnTo>
                <a:lnTo>
                  <a:pt x="914180" y="1224758"/>
                </a:lnTo>
                <a:close/>
              </a:path>
              <a:path extrusionOk="0" h="2468879" w="4523105">
                <a:moveTo>
                  <a:pt x="1218617" y="1221389"/>
                </a:moveTo>
                <a:lnTo>
                  <a:pt x="1203816" y="1221389"/>
                </a:lnTo>
                <a:lnTo>
                  <a:pt x="1197788" y="1227409"/>
                </a:lnTo>
                <a:lnTo>
                  <a:pt x="1197788" y="1242189"/>
                </a:lnTo>
                <a:lnTo>
                  <a:pt x="1203816" y="1248208"/>
                </a:lnTo>
                <a:lnTo>
                  <a:pt x="1218617" y="1248208"/>
                </a:lnTo>
                <a:lnTo>
                  <a:pt x="1224646" y="1242189"/>
                </a:lnTo>
                <a:lnTo>
                  <a:pt x="1224646" y="1227409"/>
                </a:lnTo>
                <a:lnTo>
                  <a:pt x="1218617" y="1221389"/>
                </a:lnTo>
                <a:close/>
              </a:path>
              <a:path extrusionOk="0" h="2468879" w="4523105">
                <a:moveTo>
                  <a:pt x="1523054" y="1218065"/>
                </a:moveTo>
                <a:lnTo>
                  <a:pt x="1504564" y="1218065"/>
                </a:lnTo>
                <a:lnTo>
                  <a:pt x="1497051" y="1225567"/>
                </a:lnTo>
                <a:lnTo>
                  <a:pt x="1497051" y="1244075"/>
                </a:lnTo>
                <a:lnTo>
                  <a:pt x="1504564" y="1251578"/>
                </a:lnTo>
                <a:lnTo>
                  <a:pt x="1523054" y="1251578"/>
                </a:lnTo>
                <a:lnTo>
                  <a:pt x="1530567" y="1244075"/>
                </a:lnTo>
                <a:lnTo>
                  <a:pt x="1530567" y="1225567"/>
                </a:lnTo>
                <a:lnTo>
                  <a:pt x="1523054" y="1218065"/>
                </a:lnTo>
                <a:close/>
              </a:path>
              <a:path extrusionOk="0" h="2468879" w="4523105">
                <a:moveTo>
                  <a:pt x="1816379" y="1214695"/>
                </a:moveTo>
                <a:lnTo>
                  <a:pt x="1808549" y="1216273"/>
                </a:lnTo>
                <a:lnTo>
                  <a:pt x="1802157" y="1220580"/>
                </a:lnTo>
                <a:lnTo>
                  <a:pt x="1797849" y="1226976"/>
                </a:lnTo>
                <a:lnTo>
                  <a:pt x="1796269" y="1234821"/>
                </a:lnTo>
                <a:lnTo>
                  <a:pt x="1797849" y="1242647"/>
                </a:lnTo>
                <a:lnTo>
                  <a:pt x="1802157" y="1249045"/>
                </a:lnTo>
                <a:lnTo>
                  <a:pt x="1808549" y="1253363"/>
                </a:lnTo>
                <a:lnTo>
                  <a:pt x="1816379" y="1254947"/>
                </a:lnTo>
                <a:lnTo>
                  <a:pt x="1824235" y="1253363"/>
                </a:lnTo>
                <a:lnTo>
                  <a:pt x="1830641" y="1249045"/>
                </a:lnTo>
                <a:lnTo>
                  <a:pt x="1834954" y="1242647"/>
                </a:lnTo>
                <a:lnTo>
                  <a:pt x="1836534" y="1234821"/>
                </a:lnTo>
                <a:lnTo>
                  <a:pt x="1834954" y="1226976"/>
                </a:lnTo>
                <a:lnTo>
                  <a:pt x="1830641" y="1220580"/>
                </a:lnTo>
                <a:lnTo>
                  <a:pt x="1824235" y="1216273"/>
                </a:lnTo>
                <a:lnTo>
                  <a:pt x="1816379" y="1214695"/>
                </a:lnTo>
                <a:close/>
              </a:path>
              <a:path extrusionOk="0" h="2468879" w="4523105">
                <a:moveTo>
                  <a:pt x="2118972" y="1211326"/>
                </a:moveTo>
                <a:lnTo>
                  <a:pt x="2109836" y="1213171"/>
                </a:lnTo>
                <a:lnTo>
                  <a:pt x="2102371" y="1218205"/>
                </a:lnTo>
                <a:lnTo>
                  <a:pt x="2097335" y="1225673"/>
                </a:lnTo>
                <a:lnTo>
                  <a:pt x="2095488" y="1234821"/>
                </a:lnTo>
                <a:lnTo>
                  <a:pt x="2097335" y="1243969"/>
                </a:lnTo>
                <a:lnTo>
                  <a:pt x="2102371" y="1251437"/>
                </a:lnTo>
                <a:lnTo>
                  <a:pt x="2109836" y="1256471"/>
                </a:lnTo>
                <a:lnTo>
                  <a:pt x="2118972" y="1258316"/>
                </a:lnTo>
                <a:lnTo>
                  <a:pt x="2128133" y="1256471"/>
                </a:lnTo>
                <a:lnTo>
                  <a:pt x="2135612" y="1251437"/>
                </a:lnTo>
                <a:lnTo>
                  <a:pt x="2140653" y="1243969"/>
                </a:lnTo>
                <a:lnTo>
                  <a:pt x="2142501" y="1234821"/>
                </a:lnTo>
                <a:lnTo>
                  <a:pt x="2140653" y="1225673"/>
                </a:lnTo>
                <a:lnTo>
                  <a:pt x="2135612" y="1218205"/>
                </a:lnTo>
                <a:lnTo>
                  <a:pt x="2128133" y="1213171"/>
                </a:lnTo>
                <a:lnTo>
                  <a:pt x="2118972" y="1211326"/>
                </a:lnTo>
                <a:close/>
              </a:path>
              <a:path extrusionOk="0" h="2468879" w="4523105">
                <a:moveTo>
                  <a:pt x="2421609" y="1208855"/>
                </a:moveTo>
                <a:lnTo>
                  <a:pt x="2411466" y="1210897"/>
                </a:lnTo>
                <a:lnTo>
                  <a:pt x="2403186" y="1216464"/>
                </a:lnTo>
                <a:lnTo>
                  <a:pt x="2397606" y="1224718"/>
                </a:lnTo>
                <a:lnTo>
                  <a:pt x="2395561" y="1234821"/>
                </a:lnTo>
                <a:lnTo>
                  <a:pt x="2397606" y="1244950"/>
                </a:lnTo>
                <a:lnTo>
                  <a:pt x="2403186" y="1253217"/>
                </a:lnTo>
                <a:lnTo>
                  <a:pt x="2411466" y="1258789"/>
                </a:lnTo>
                <a:lnTo>
                  <a:pt x="2421609" y="1260832"/>
                </a:lnTo>
                <a:lnTo>
                  <a:pt x="2431727" y="1258789"/>
                </a:lnTo>
                <a:lnTo>
                  <a:pt x="2439993" y="1253217"/>
                </a:lnTo>
                <a:lnTo>
                  <a:pt x="2445568" y="1244950"/>
                </a:lnTo>
                <a:lnTo>
                  <a:pt x="2447613" y="1234821"/>
                </a:lnTo>
                <a:lnTo>
                  <a:pt x="2445568" y="1224718"/>
                </a:lnTo>
                <a:lnTo>
                  <a:pt x="2439993" y="1216464"/>
                </a:lnTo>
                <a:lnTo>
                  <a:pt x="2431727" y="1210897"/>
                </a:lnTo>
                <a:lnTo>
                  <a:pt x="2421609" y="1208855"/>
                </a:lnTo>
                <a:close/>
              </a:path>
              <a:path extrusionOk="0" h="2468879" w="4523105">
                <a:moveTo>
                  <a:pt x="2724202" y="1205486"/>
                </a:moveTo>
                <a:lnTo>
                  <a:pt x="2712760" y="1207789"/>
                </a:lnTo>
                <a:lnTo>
                  <a:pt x="2703423" y="1214072"/>
                </a:lnTo>
                <a:lnTo>
                  <a:pt x="2697131" y="1223396"/>
                </a:lnTo>
                <a:lnTo>
                  <a:pt x="2694824" y="1234821"/>
                </a:lnTo>
                <a:lnTo>
                  <a:pt x="2697131" y="1246247"/>
                </a:lnTo>
                <a:lnTo>
                  <a:pt x="2703423" y="1255570"/>
                </a:lnTo>
                <a:lnTo>
                  <a:pt x="2712760" y="1261853"/>
                </a:lnTo>
                <a:lnTo>
                  <a:pt x="2724202" y="1264156"/>
                </a:lnTo>
                <a:lnTo>
                  <a:pt x="2735618" y="1261853"/>
                </a:lnTo>
                <a:lnTo>
                  <a:pt x="2744941" y="1255570"/>
                </a:lnTo>
                <a:lnTo>
                  <a:pt x="2751229" y="1246247"/>
                </a:lnTo>
                <a:lnTo>
                  <a:pt x="2753534" y="1234821"/>
                </a:lnTo>
                <a:lnTo>
                  <a:pt x="2751229" y="1223396"/>
                </a:lnTo>
                <a:lnTo>
                  <a:pt x="2744941" y="1214072"/>
                </a:lnTo>
                <a:lnTo>
                  <a:pt x="2735618" y="1207789"/>
                </a:lnTo>
                <a:lnTo>
                  <a:pt x="2724202" y="1205486"/>
                </a:lnTo>
                <a:close/>
              </a:path>
              <a:path extrusionOk="0" h="2468879" w="4523105">
                <a:moveTo>
                  <a:pt x="3026794" y="1202117"/>
                </a:moveTo>
                <a:lnTo>
                  <a:pt x="3014047" y="1204687"/>
                </a:lnTo>
                <a:lnTo>
                  <a:pt x="3003636" y="1211697"/>
                </a:lnTo>
                <a:lnTo>
                  <a:pt x="2996617" y="1222092"/>
                </a:lnTo>
                <a:lnTo>
                  <a:pt x="2994043" y="1234821"/>
                </a:lnTo>
                <a:lnTo>
                  <a:pt x="2996617" y="1247550"/>
                </a:lnTo>
                <a:lnTo>
                  <a:pt x="3003636" y="1257946"/>
                </a:lnTo>
                <a:lnTo>
                  <a:pt x="3014047" y="1264955"/>
                </a:lnTo>
                <a:lnTo>
                  <a:pt x="3026794" y="1267526"/>
                </a:lnTo>
                <a:lnTo>
                  <a:pt x="3039515" y="1264955"/>
                </a:lnTo>
                <a:lnTo>
                  <a:pt x="3049913" y="1257946"/>
                </a:lnTo>
                <a:lnTo>
                  <a:pt x="3056927" y="1247550"/>
                </a:lnTo>
                <a:lnTo>
                  <a:pt x="3059501" y="1234821"/>
                </a:lnTo>
                <a:lnTo>
                  <a:pt x="3056927" y="1222092"/>
                </a:lnTo>
                <a:lnTo>
                  <a:pt x="3049913" y="1211697"/>
                </a:lnTo>
                <a:lnTo>
                  <a:pt x="3039515" y="1204687"/>
                </a:lnTo>
                <a:lnTo>
                  <a:pt x="3026794" y="1202117"/>
                </a:lnTo>
                <a:close/>
              </a:path>
              <a:path extrusionOk="0" h="2468879" w="4523105">
                <a:moveTo>
                  <a:pt x="3329387" y="1199646"/>
                </a:moveTo>
                <a:lnTo>
                  <a:pt x="3315657" y="1202414"/>
                </a:lnTo>
                <a:lnTo>
                  <a:pt x="3304446" y="1209961"/>
                </a:lnTo>
                <a:lnTo>
                  <a:pt x="3296887" y="1221157"/>
                </a:lnTo>
                <a:lnTo>
                  <a:pt x="3294116" y="1234866"/>
                </a:lnTo>
                <a:lnTo>
                  <a:pt x="3296887" y="1248550"/>
                </a:lnTo>
                <a:lnTo>
                  <a:pt x="3304446" y="1259731"/>
                </a:lnTo>
                <a:lnTo>
                  <a:pt x="3315658" y="1267274"/>
                </a:lnTo>
                <a:lnTo>
                  <a:pt x="3329387" y="1270041"/>
                </a:lnTo>
                <a:lnTo>
                  <a:pt x="3343090" y="1267274"/>
                </a:lnTo>
                <a:lnTo>
                  <a:pt x="3354288" y="1259731"/>
                </a:lnTo>
                <a:lnTo>
                  <a:pt x="3361842" y="1248550"/>
                </a:lnTo>
                <a:lnTo>
                  <a:pt x="3364613" y="1234866"/>
                </a:lnTo>
                <a:lnTo>
                  <a:pt x="3361842" y="1221157"/>
                </a:lnTo>
                <a:lnTo>
                  <a:pt x="3354288" y="1209961"/>
                </a:lnTo>
                <a:lnTo>
                  <a:pt x="3343090" y="1202414"/>
                </a:lnTo>
                <a:lnTo>
                  <a:pt x="3329387" y="1199646"/>
                </a:lnTo>
                <a:close/>
              </a:path>
              <a:path extrusionOk="0" h="2468879" w="4523105">
                <a:moveTo>
                  <a:pt x="3631934" y="1197130"/>
                </a:moveTo>
                <a:lnTo>
                  <a:pt x="3617249" y="1200095"/>
                </a:lnTo>
                <a:lnTo>
                  <a:pt x="3605250" y="1208181"/>
                </a:lnTo>
                <a:lnTo>
                  <a:pt x="3597157" y="1220176"/>
                </a:lnTo>
                <a:lnTo>
                  <a:pt x="3594189" y="1234866"/>
                </a:lnTo>
                <a:lnTo>
                  <a:pt x="3597157" y="1249530"/>
                </a:lnTo>
                <a:lnTo>
                  <a:pt x="3605250" y="1261512"/>
                </a:lnTo>
                <a:lnTo>
                  <a:pt x="3617249" y="1269593"/>
                </a:lnTo>
                <a:lnTo>
                  <a:pt x="3631934" y="1272557"/>
                </a:lnTo>
                <a:lnTo>
                  <a:pt x="3646645" y="1269593"/>
                </a:lnTo>
                <a:lnTo>
                  <a:pt x="3658657" y="1261512"/>
                </a:lnTo>
                <a:lnTo>
                  <a:pt x="3666755" y="1249530"/>
                </a:lnTo>
                <a:lnTo>
                  <a:pt x="3669725" y="1234866"/>
                </a:lnTo>
                <a:lnTo>
                  <a:pt x="3666755" y="1220176"/>
                </a:lnTo>
                <a:lnTo>
                  <a:pt x="3658657" y="1208181"/>
                </a:lnTo>
                <a:lnTo>
                  <a:pt x="3646645" y="1200095"/>
                </a:lnTo>
                <a:lnTo>
                  <a:pt x="3631934" y="1197130"/>
                </a:lnTo>
                <a:close/>
              </a:path>
              <a:path extrusionOk="0" h="2468879" w="4523105">
                <a:moveTo>
                  <a:pt x="3934527" y="1193761"/>
                </a:moveTo>
                <a:lnTo>
                  <a:pt x="3918543" y="1196993"/>
                </a:lnTo>
                <a:lnTo>
                  <a:pt x="3905487" y="1205806"/>
                </a:lnTo>
                <a:lnTo>
                  <a:pt x="3896682" y="1218872"/>
                </a:lnTo>
                <a:lnTo>
                  <a:pt x="3893452" y="1234866"/>
                </a:lnTo>
                <a:lnTo>
                  <a:pt x="3896682" y="1250853"/>
                </a:lnTo>
                <a:lnTo>
                  <a:pt x="3905487" y="1263904"/>
                </a:lnTo>
                <a:lnTo>
                  <a:pt x="3918543" y="1272701"/>
                </a:lnTo>
                <a:lnTo>
                  <a:pt x="3934527" y="1275926"/>
                </a:lnTo>
                <a:lnTo>
                  <a:pt x="3950543" y="1272701"/>
                </a:lnTo>
                <a:lnTo>
                  <a:pt x="3963629" y="1263904"/>
                </a:lnTo>
                <a:lnTo>
                  <a:pt x="3972454" y="1250853"/>
                </a:lnTo>
                <a:lnTo>
                  <a:pt x="3975691" y="1234866"/>
                </a:lnTo>
                <a:lnTo>
                  <a:pt x="3972454" y="1218872"/>
                </a:lnTo>
                <a:lnTo>
                  <a:pt x="3963629" y="1205806"/>
                </a:lnTo>
                <a:lnTo>
                  <a:pt x="3950543" y="1196993"/>
                </a:lnTo>
                <a:lnTo>
                  <a:pt x="3934527" y="1193761"/>
                </a:lnTo>
                <a:close/>
              </a:path>
              <a:path extrusionOk="0" h="2468879" w="4523105">
                <a:moveTo>
                  <a:pt x="4237119" y="1191290"/>
                </a:moveTo>
                <a:lnTo>
                  <a:pt x="4220154" y="1194713"/>
                </a:lnTo>
                <a:lnTo>
                  <a:pt x="4206297" y="1204048"/>
                </a:lnTo>
                <a:lnTo>
                  <a:pt x="4196952" y="1217899"/>
                </a:lnTo>
                <a:lnTo>
                  <a:pt x="4193525" y="1234866"/>
                </a:lnTo>
                <a:lnTo>
                  <a:pt x="4196952" y="1251833"/>
                </a:lnTo>
                <a:lnTo>
                  <a:pt x="4206297" y="1265684"/>
                </a:lnTo>
                <a:lnTo>
                  <a:pt x="4220154" y="1275020"/>
                </a:lnTo>
                <a:lnTo>
                  <a:pt x="4237119" y="1278442"/>
                </a:lnTo>
                <a:lnTo>
                  <a:pt x="4254111" y="1275020"/>
                </a:lnTo>
                <a:lnTo>
                  <a:pt x="4267981" y="1265684"/>
                </a:lnTo>
                <a:lnTo>
                  <a:pt x="4277331" y="1251833"/>
                </a:lnTo>
                <a:lnTo>
                  <a:pt x="4280758" y="1234866"/>
                </a:lnTo>
                <a:lnTo>
                  <a:pt x="4277331" y="1217899"/>
                </a:lnTo>
                <a:lnTo>
                  <a:pt x="4267981" y="1204048"/>
                </a:lnTo>
                <a:lnTo>
                  <a:pt x="4254111" y="1194713"/>
                </a:lnTo>
                <a:lnTo>
                  <a:pt x="4237119" y="1191290"/>
                </a:lnTo>
                <a:close/>
              </a:path>
              <a:path extrusionOk="0" h="2468879" w="4523105">
                <a:moveTo>
                  <a:pt x="4522590" y="1192227"/>
                </a:moveTo>
                <a:lnTo>
                  <a:pt x="4521764" y="1192394"/>
                </a:lnTo>
                <a:lnTo>
                  <a:pt x="4507106" y="1202268"/>
                </a:lnTo>
                <a:lnTo>
                  <a:pt x="4497223" y="1216918"/>
                </a:lnTo>
                <a:lnTo>
                  <a:pt x="4493599" y="1234866"/>
                </a:lnTo>
                <a:lnTo>
                  <a:pt x="4497223" y="1252814"/>
                </a:lnTo>
                <a:lnTo>
                  <a:pt x="4507106" y="1267464"/>
                </a:lnTo>
                <a:lnTo>
                  <a:pt x="4521764" y="1277338"/>
                </a:lnTo>
                <a:lnTo>
                  <a:pt x="4522590" y="1277505"/>
                </a:lnTo>
                <a:lnTo>
                  <a:pt x="4522590" y="1192227"/>
                </a:lnTo>
                <a:close/>
              </a:path>
              <a:path extrusionOk="0" h="2468879" w="4523105">
                <a:moveTo>
                  <a:pt x="1681" y="1536754"/>
                </a:moveTo>
                <a:lnTo>
                  <a:pt x="0" y="1536754"/>
                </a:lnTo>
                <a:lnTo>
                  <a:pt x="0" y="1537698"/>
                </a:lnTo>
                <a:lnTo>
                  <a:pt x="1681" y="1537698"/>
                </a:lnTo>
                <a:lnTo>
                  <a:pt x="1681" y="1536754"/>
                </a:lnTo>
                <a:close/>
              </a:path>
              <a:path extrusionOk="0" h="2468879" w="4523105">
                <a:moveTo>
                  <a:pt x="305302" y="1533879"/>
                </a:moveTo>
                <a:lnTo>
                  <a:pt x="301568" y="1533879"/>
                </a:lnTo>
                <a:lnTo>
                  <a:pt x="300070" y="1535362"/>
                </a:lnTo>
                <a:lnTo>
                  <a:pt x="300070" y="1539090"/>
                </a:lnTo>
                <a:lnTo>
                  <a:pt x="301568" y="1540618"/>
                </a:lnTo>
                <a:lnTo>
                  <a:pt x="305284" y="1540618"/>
                </a:lnTo>
                <a:lnTo>
                  <a:pt x="306795" y="1539090"/>
                </a:lnTo>
                <a:lnTo>
                  <a:pt x="306795" y="1535362"/>
                </a:lnTo>
                <a:lnTo>
                  <a:pt x="305302" y="1533879"/>
                </a:lnTo>
                <a:close/>
              </a:path>
              <a:path extrusionOk="0" h="2468879" w="4523105">
                <a:moveTo>
                  <a:pt x="609743" y="1530555"/>
                </a:moveTo>
                <a:lnTo>
                  <a:pt x="602320" y="1530555"/>
                </a:lnTo>
                <a:lnTo>
                  <a:pt x="599306" y="1533565"/>
                </a:lnTo>
                <a:lnTo>
                  <a:pt x="599306" y="1540932"/>
                </a:lnTo>
                <a:lnTo>
                  <a:pt x="602320" y="1543942"/>
                </a:lnTo>
                <a:lnTo>
                  <a:pt x="609743" y="1543942"/>
                </a:lnTo>
                <a:lnTo>
                  <a:pt x="612758" y="1540932"/>
                </a:lnTo>
                <a:lnTo>
                  <a:pt x="612758" y="1533565"/>
                </a:lnTo>
                <a:lnTo>
                  <a:pt x="609743" y="1530555"/>
                </a:lnTo>
                <a:close/>
              </a:path>
              <a:path extrusionOk="0" h="2468879" w="4523105">
                <a:moveTo>
                  <a:pt x="914180" y="1527186"/>
                </a:moveTo>
                <a:lnTo>
                  <a:pt x="903068" y="1527186"/>
                </a:lnTo>
                <a:lnTo>
                  <a:pt x="898569" y="1531678"/>
                </a:lnTo>
                <a:lnTo>
                  <a:pt x="898569" y="1542819"/>
                </a:lnTo>
                <a:lnTo>
                  <a:pt x="903068" y="1547311"/>
                </a:lnTo>
                <a:lnTo>
                  <a:pt x="914180" y="1547311"/>
                </a:lnTo>
                <a:lnTo>
                  <a:pt x="918679" y="1542819"/>
                </a:lnTo>
                <a:lnTo>
                  <a:pt x="918679" y="1531678"/>
                </a:lnTo>
                <a:lnTo>
                  <a:pt x="914180" y="1527186"/>
                </a:lnTo>
                <a:close/>
              </a:path>
              <a:path extrusionOk="0" h="2468879" w="4523105">
                <a:moveTo>
                  <a:pt x="1218617" y="1523816"/>
                </a:moveTo>
                <a:lnTo>
                  <a:pt x="1203816" y="1523816"/>
                </a:lnTo>
                <a:lnTo>
                  <a:pt x="1197788" y="1529836"/>
                </a:lnTo>
                <a:lnTo>
                  <a:pt x="1197788" y="1544661"/>
                </a:lnTo>
                <a:lnTo>
                  <a:pt x="1203816" y="1550681"/>
                </a:lnTo>
                <a:lnTo>
                  <a:pt x="1218617" y="1550681"/>
                </a:lnTo>
                <a:lnTo>
                  <a:pt x="1224646" y="1544661"/>
                </a:lnTo>
                <a:lnTo>
                  <a:pt x="1224646" y="1529836"/>
                </a:lnTo>
                <a:lnTo>
                  <a:pt x="1218617" y="1523816"/>
                </a:lnTo>
                <a:close/>
              </a:path>
              <a:path extrusionOk="0" h="2468879" w="4523105">
                <a:moveTo>
                  <a:pt x="1523054" y="1520492"/>
                </a:moveTo>
                <a:lnTo>
                  <a:pt x="1504564" y="1520492"/>
                </a:lnTo>
                <a:lnTo>
                  <a:pt x="1497051" y="1528039"/>
                </a:lnTo>
                <a:lnTo>
                  <a:pt x="1497051" y="1546548"/>
                </a:lnTo>
                <a:lnTo>
                  <a:pt x="1504564" y="1554050"/>
                </a:lnTo>
                <a:lnTo>
                  <a:pt x="1523054" y="1554050"/>
                </a:lnTo>
                <a:lnTo>
                  <a:pt x="1530568" y="1546548"/>
                </a:lnTo>
                <a:lnTo>
                  <a:pt x="1530568" y="1528039"/>
                </a:lnTo>
                <a:lnTo>
                  <a:pt x="1523054" y="1520492"/>
                </a:lnTo>
                <a:close/>
              </a:path>
              <a:path extrusionOk="0" h="2468879" w="4523105">
                <a:moveTo>
                  <a:pt x="1816379" y="1517168"/>
                </a:moveTo>
                <a:lnTo>
                  <a:pt x="1808549" y="1518745"/>
                </a:lnTo>
                <a:lnTo>
                  <a:pt x="1802157" y="1523053"/>
                </a:lnTo>
                <a:lnTo>
                  <a:pt x="1797849" y="1529449"/>
                </a:lnTo>
                <a:lnTo>
                  <a:pt x="1796269" y="1537293"/>
                </a:lnTo>
                <a:lnTo>
                  <a:pt x="1797849" y="1545119"/>
                </a:lnTo>
                <a:lnTo>
                  <a:pt x="1802157" y="1551517"/>
                </a:lnTo>
                <a:lnTo>
                  <a:pt x="1808549" y="1555835"/>
                </a:lnTo>
                <a:lnTo>
                  <a:pt x="1816379" y="1557419"/>
                </a:lnTo>
                <a:lnTo>
                  <a:pt x="1824235" y="1555835"/>
                </a:lnTo>
                <a:lnTo>
                  <a:pt x="1830641" y="1551517"/>
                </a:lnTo>
                <a:lnTo>
                  <a:pt x="1834954" y="1545119"/>
                </a:lnTo>
                <a:lnTo>
                  <a:pt x="1836534" y="1537293"/>
                </a:lnTo>
                <a:lnTo>
                  <a:pt x="1834954" y="1529449"/>
                </a:lnTo>
                <a:lnTo>
                  <a:pt x="1830641" y="1523053"/>
                </a:lnTo>
                <a:lnTo>
                  <a:pt x="1824235" y="1518745"/>
                </a:lnTo>
                <a:lnTo>
                  <a:pt x="1816379" y="1517168"/>
                </a:lnTo>
                <a:close/>
              </a:path>
              <a:path extrusionOk="0" h="2468879" w="4523105">
                <a:moveTo>
                  <a:pt x="2118972" y="1513798"/>
                </a:moveTo>
                <a:lnTo>
                  <a:pt x="2109836" y="1515644"/>
                </a:lnTo>
                <a:lnTo>
                  <a:pt x="2102371" y="1520677"/>
                </a:lnTo>
                <a:lnTo>
                  <a:pt x="2097335" y="1528145"/>
                </a:lnTo>
                <a:lnTo>
                  <a:pt x="2095488" y="1537293"/>
                </a:lnTo>
                <a:lnTo>
                  <a:pt x="2097335" y="1546416"/>
                </a:lnTo>
                <a:lnTo>
                  <a:pt x="2102371" y="1553870"/>
                </a:lnTo>
                <a:lnTo>
                  <a:pt x="2109836" y="1558899"/>
                </a:lnTo>
                <a:lnTo>
                  <a:pt x="2118972" y="1560744"/>
                </a:lnTo>
                <a:lnTo>
                  <a:pt x="2128133" y="1558899"/>
                </a:lnTo>
                <a:lnTo>
                  <a:pt x="2135612" y="1553870"/>
                </a:lnTo>
                <a:lnTo>
                  <a:pt x="2140653" y="1546416"/>
                </a:lnTo>
                <a:lnTo>
                  <a:pt x="2142501" y="1537293"/>
                </a:lnTo>
                <a:lnTo>
                  <a:pt x="2140653" y="1528145"/>
                </a:lnTo>
                <a:lnTo>
                  <a:pt x="2135612" y="1520677"/>
                </a:lnTo>
                <a:lnTo>
                  <a:pt x="2128133" y="1515644"/>
                </a:lnTo>
                <a:lnTo>
                  <a:pt x="2118972" y="1513798"/>
                </a:lnTo>
                <a:close/>
              </a:path>
              <a:path extrusionOk="0" h="2468879" w="4523105">
                <a:moveTo>
                  <a:pt x="2421609" y="1511327"/>
                </a:moveTo>
                <a:lnTo>
                  <a:pt x="2411466" y="1513369"/>
                </a:lnTo>
                <a:lnTo>
                  <a:pt x="2403187" y="1518936"/>
                </a:lnTo>
                <a:lnTo>
                  <a:pt x="2397607" y="1527190"/>
                </a:lnTo>
                <a:lnTo>
                  <a:pt x="2395561" y="1537293"/>
                </a:lnTo>
                <a:lnTo>
                  <a:pt x="2397607" y="1547396"/>
                </a:lnTo>
                <a:lnTo>
                  <a:pt x="2403187" y="1555650"/>
                </a:lnTo>
                <a:lnTo>
                  <a:pt x="2411466" y="1561217"/>
                </a:lnTo>
                <a:lnTo>
                  <a:pt x="2421609" y="1563259"/>
                </a:lnTo>
                <a:lnTo>
                  <a:pt x="2431727" y="1561217"/>
                </a:lnTo>
                <a:lnTo>
                  <a:pt x="2439993" y="1555650"/>
                </a:lnTo>
                <a:lnTo>
                  <a:pt x="2445568" y="1547396"/>
                </a:lnTo>
                <a:lnTo>
                  <a:pt x="2447613" y="1537293"/>
                </a:lnTo>
                <a:lnTo>
                  <a:pt x="2445568" y="1527190"/>
                </a:lnTo>
                <a:lnTo>
                  <a:pt x="2439993" y="1518936"/>
                </a:lnTo>
                <a:lnTo>
                  <a:pt x="2431727" y="1513369"/>
                </a:lnTo>
                <a:lnTo>
                  <a:pt x="2421609" y="1511327"/>
                </a:lnTo>
                <a:close/>
              </a:path>
              <a:path extrusionOk="0" h="2468879" w="4523105">
                <a:moveTo>
                  <a:pt x="2724202" y="1507958"/>
                </a:moveTo>
                <a:lnTo>
                  <a:pt x="2712760" y="1510261"/>
                </a:lnTo>
                <a:lnTo>
                  <a:pt x="2703423" y="1516544"/>
                </a:lnTo>
                <a:lnTo>
                  <a:pt x="2697131" y="1525868"/>
                </a:lnTo>
                <a:lnTo>
                  <a:pt x="2694824" y="1537293"/>
                </a:lnTo>
                <a:lnTo>
                  <a:pt x="2697131" y="1548719"/>
                </a:lnTo>
                <a:lnTo>
                  <a:pt x="2703423" y="1558043"/>
                </a:lnTo>
                <a:lnTo>
                  <a:pt x="2712760" y="1564326"/>
                </a:lnTo>
                <a:lnTo>
                  <a:pt x="2724202" y="1566629"/>
                </a:lnTo>
                <a:lnTo>
                  <a:pt x="2735618" y="1564326"/>
                </a:lnTo>
                <a:lnTo>
                  <a:pt x="2744942" y="1558043"/>
                </a:lnTo>
                <a:lnTo>
                  <a:pt x="2751229" y="1548719"/>
                </a:lnTo>
                <a:lnTo>
                  <a:pt x="2753534" y="1537293"/>
                </a:lnTo>
                <a:lnTo>
                  <a:pt x="2751229" y="1525868"/>
                </a:lnTo>
                <a:lnTo>
                  <a:pt x="2744942" y="1516544"/>
                </a:lnTo>
                <a:lnTo>
                  <a:pt x="2735618" y="1510261"/>
                </a:lnTo>
                <a:lnTo>
                  <a:pt x="2724202" y="1507958"/>
                </a:lnTo>
                <a:close/>
              </a:path>
              <a:path extrusionOk="0" h="2468879" w="4523105">
                <a:moveTo>
                  <a:pt x="3026794" y="1504589"/>
                </a:moveTo>
                <a:lnTo>
                  <a:pt x="3014047" y="1507159"/>
                </a:lnTo>
                <a:lnTo>
                  <a:pt x="3003637" y="1514169"/>
                </a:lnTo>
                <a:lnTo>
                  <a:pt x="2996617" y="1524564"/>
                </a:lnTo>
                <a:lnTo>
                  <a:pt x="2994043" y="1537293"/>
                </a:lnTo>
                <a:lnTo>
                  <a:pt x="2996617" y="1550022"/>
                </a:lnTo>
                <a:lnTo>
                  <a:pt x="3003637" y="1560418"/>
                </a:lnTo>
                <a:lnTo>
                  <a:pt x="3014047" y="1567427"/>
                </a:lnTo>
                <a:lnTo>
                  <a:pt x="3026794" y="1569998"/>
                </a:lnTo>
                <a:lnTo>
                  <a:pt x="3039516" y="1567427"/>
                </a:lnTo>
                <a:lnTo>
                  <a:pt x="3049913" y="1560418"/>
                </a:lnTo>
                <a:lnTo>
                  <a:pt x="3056928" y="1550022"/>
                </a:lnTo>
                <a:lnTo>
                  <a:pt x="3059501" y="1537293"/>
                </a:lnTo>
                <a:lnTo>
                  <a:pt x="3056928" y="1524564"/>
                </a:lnTo>
                <a:lnTo>
                  <a:pt x="3049913" y="1514169"/>
                </a:lnTo>
                <a:lnTo>
                  <a:pt x="3039516" y="1507159"/>
                </a:lnTo>
                <a:lnTo>
                  <a:pt x="3026794" y="1504589"/>
                </a:lnTo>
                <a:close/>
              </a:path>
              <a:path extrusionOk="0" h="2468879" w="4523105">
                <a:moveTo>
                  <a:pt x="3329387" y="1502118"/>
                </a:moveTo>
                <a:lnTo>
                  <a:pt x="3315658" y="1504885"/>
                </a:lnTo>
                <a:lnTo>
                  <a:pt x="3304446" y="1512428"/>
                </a:lnTo>
                <a:lnTo>
                  <a:pt x="3296888" y="1523610"/>
                </a:lnTo>
                <a:lnTo>
                  <a:pt x="3294116" y="1537293"/>
                </a:lnTo>
                <a:lnTo>
                  <a:pt x="3296888" y="1551003"/>
                </a:lnTo>
                <a:lnTo>
                  <a:pt x="3304446" y="1562198"/>
                </a:lnTo>
                <a:lnTo>
                  <a:pt x="3315658" y="1569746"/>
                </a:lnTo>
                <a:lnTo>
                  <a:pt x="3329387" y="1572514"/>
                </a:lnTo>
                <a:lnTo>
                  <a:pt x="3343090" y="1569746"/>
                </a:lnTo>
                <a:lnTo>
                  <a:pt x="3354288" y="1562198"/>
                </a:lnTo>
                <a:lnTo>
                  <a:pt x="3361842" y="1551003"/>
                </a:lnTo>
                <a:lnTo>
                  <a:pt x="3364613" y="1537293"/>
                </a:lnTo>
                <a:lnTo>
                  <a:pt x="3361842" y="1523610"/>
                </a:lnTo>
                <a:lnTo>
                  <a:pt x="3354288" y="1512428"/>
                </a:lnTo>
                <a:lnTo>
                  <a:pt x="3343090" y="1504885"/>
                </a:lnTo>
                <a:lnTo>
                  <a:pt x="3329387" y="1502118"/>
                </a:lnTo>
                <a:close/>
              </a:path>
              <a:path extrusionOk="0" h="2468879" w="4523105">
                <a:moveTo>
                  <a:pt x="3631934" y="1499602"/>
                </a:moveTo>
                <a:lnTo>
                  <a:pt x="3617249" y="1502567"/>
                </a:lnTo>
                <a:lnTo>
                  <a:pt x="3605251" y="1510648"/>
                </a:lnTo>
                <a:lnTo>
                  <a:pt x="3597158" y="1522629"/>
                </a:lnTo>
                <a:lnTo>
                  <a:pt x="3594189" y="1537293"/>
                </a:lnTo>
                <a:lnTo>
                  <a:pt x="3597158" y="1551983"/>
                </a:lnTo>
                <a:lnTo>
                  <a:pt x="3605251" y="1563978"/>
                </a:lnTo>
                <a:lnTo>
                  <a:pt x="3617249" y="1572064"/>
                </a:lnTo>
                <a:lnTo>
                  <a:pt x="3631934" y="1575029"/>
                </a:lnTo>
                <a:lnTo>
                  <a:pt x="3646646" y="1572064"/>
                </a:lnTo>
                <a:lnTo>
                  <a:pt x="3658658" y="1563978"/>
                </a:lnTo>
                <a:lnTo>
                  <a:pt x="3666756" y="1551983"/>
                </a:lnTo>
                <a:lnTo>
                  <a:pt x="3669725" y="1537293"/>
                </a:lnTo>
                <a:lnTo>
                  <a:pt x="3666755" y="1522629"/>
                </a:lnTo>
                <a:lnTo>
                  <a:pt x="3658658" y="1510648"/>
                </a:lnTo>
                <a:lnTo>
                  <a:pt x="3646646" y="1502567"/>
                </a:lnTo>
                <a:lnTo>
                  <a:pt x="3631934" y="1499602"/>
                </a:lnTo>
                <a:close/>
              </a:path>
              <a:path extrusionOk="0" h="2468879" w="4523105">
                <a:moveTo>
                  <a:pt x="3934527" y="1496233"/>
                </a:moveTo>
                <a:lnTo>
                  <a:pt x="3918543" y="1499458"/>
                </a:lnTo>
                <a:lnTo>
                  <a:pt x="3905487" y="1508256"/>
                </a:lnTo>
                <a:lnTo>
                  <a:pt x="3896682" y="1521307"/>
                </a:lnTo>
                <a:lnTo>
                  <a:pt x="3893452" y="1537293"/>
                </a:lnTo>
                <a:lnTo>
                  <a:pt x="3896682" y="1553287"/>
                </a:lnTo>
                <a:lnTo>
                  <a:pt x="3905487" y="1566353"/>
                </a:lnTo>
                <a:lnTo>
                  <a:pt x="3918543" y="1575166"/>
                </a:lnTo>
                <a:lnTo>
                  <a:pt x="3934527" y="1578399"/>
                </a:lnTo>
                <a:lnTo>
                  <a:pt x="3950544" y="1575166"/>
                </a:lnTo>
                <a:lnTo>
                  <a:pt x="3963629" y="1566353"/>
                </a:lnTo>
                <a:lnTo>
                  <a:pt x="3972454" y="1553287"/>
                </a:lnTo>
                <a:lnTo>
                  <a:pt x="3975691" y="1537293"/>
                </a:lnTo>
                <a:lnTo>
                  <a:pt x="3972454" y="1521307"/>
                </a:lnTo>
                <a:lnTo>
                  <a:pt x="3963629" y="1508256"/>
                </a:lnTo>
                <a:lnTo>
                  <a:pt x="3950544" y="1499458"/>
                </a:lnTo>
                <a:lnTo>
                  <a:pt x="3934527" y="1496233"/>
                </a:lnTo>
                <a:close/>
              </a:path>
              <a:path extrusionOk="0" h="2468879" w="4523105">
                <a:moveTo>
                  <a:pt x="4237119" y="1493717"/>
                </a:moveTo>
                <a:lnTo>
                  <a:pt x="4220154" y="1497147"/>
                </a:lnTo>
                <a:lnTo>
                  <a:pt x="4206297" y="1506498"/>
                </a:lnTo>
                <a:lnTo>
                  <a:pt x="4196952" y="1520364"/>
                </a:lnTo>
                <a:lnTo>
                  <a:pt x="4193526" y="1537338"/>
                </a:lnTo>
                <a:lnTo>
                  <a:pt x="4196952" y="1554287"/>
                </a:lnTo>
                <a:lnTo>
                  <a:pt x="4206297" y="1568139"/>
                </a:lnTo>
                <a:lnTo>
                  <a:pt x="4220154" y="1577485"/>
                </a:lnTo>
                <a:lnTo>
                  <a:pt x="4237119" y="1580914"/>
                </a:lnTo>
                <a:lnTo>
                  <a:pt x="4254111" y="1577485"/>
                </a:lnTo>
                <a:lnTo>
                  <a:pt x="4267982" y="1568139"/>
                </a:lnTo>
                <a:lnTo>
                  <a:pt x="4277331" y="1554287"/>
                </a:lnTo>
                <a:lnTo>
                  <a:pt x="4280758" y="1537338"/>
                </a:lnTo>
                <a:lnTo>
                  <a:pt x="4277331" y="1520364"/>
                </a:lnTo>
                <a:lnTo>
                  <a:pt x="4267982" y="1506498"/>
                </a:lnTo>
                <a:lnTo>
                  <a:pt x="4254111" y="1497147"/>
                </a:lnTo>
                <a:lnTo>
                  <a:pt x="4237119" y="1493717"/>
                </a:lnTo>
                <a:close/>
              </a:path>
              <a:path extrusionOk="0" h="2468879" w="4523105">
                <a:moveTo>
                  <a:pt x="4522590" y="1494661"/>
                </a:moveTo>
                <a:lnTo>
                  <a:pt x="4521764" y="1494828"/>
                </a:lnTo>
                <a:lnTo>
                  <a:pt x="4507107" y="1504718"/>
                </a:lnTo>
                <a:lnTo>
                  <a:pt x="4497223" y="1519384"/>
                </a:lnTo>
                <a:lnTo>
                  <a:pt x="4493599" y="1537338"/>
                </a:lnTo>
                <a:lnTo>
                  <a:pt x="4497223" y="1555286"/>
                </a:lnTo>
                <a:lnTo>
                  <a:pt x="4507107" y="1569936"/>
                </a:lnTo>
                <a:lnTo>
                  <a:pt x="4521764" y="1579810"/>
                </a:lnTo>
                <a:lnTo>
                  <a:pt x="4522590" y="1579977"/>
                </a:lnTo>
                <a:lnTo>
                  <a:pt x="4522590" y="1494661"/>
                </a:lnTo>
                <a:close/>
              </a:path>
              <a:path extrusionOk="0" h="2468879" w="4523105">
                <a:moveTo>
                  <a:pt x="304830" y="1837160"/>
                </a:moveTo>
                <a:lnTo>
                  <a:pt x="302040" y="1837160"/>
                </a:lnTo>
                <a:lnTo>
                  <a:pt x="300911" y="1838283"/>
                </a:lnTo>
                <a:lnTo>
                  <a:pt x="300911" y="1841068"/>
                </a:lnTo>
                <a:lnTo>
                  <a:pt x="302040" y="1842192"/>
                </a:lnTo>
                <a:lnTo>
                  <a:pt x="304830" y="1842192"/>
                </a:lnTo>
                <a:lnTo>
                  <a:pt x="305954" y="1841068"/>
                </a:lnTo>
                <a:lnTo>
                  <a:pt x="305954" y="1838283"/>
                </a:lnTo>
                <a:lnTo>
                  <a:pt x="304830" y="1837160"/>
                </a:lnTo>
                <a:close/>
              </a:path>
              <a:path extrusionOk="0" h="2468879" w="4523105">
                <a:moveTo>
                  <a:pt x="609743" y="1832982"/>
                </a:moveTo>
                <a:lnTo>
                  <a:pt x="602320" y="1832982"/>
                </a:lnTo>
                <a:lnTo>
                  <a:pt x="599306" y="1835992"/>
                </a:lnTo>
                <a:lnTo>
                  <a:pt x="599306" y="1843404"/>
                </a:lnTo>
                <a:lnTo>
                  <a:pt x="602320" y="1846414"/>
                </a:lnTo>
                <a:lnTo>
                  <a:pt x="609743" y="1846414"/>
                </a:lnTo>
                <a:lnTo>
                  <a:pt x="612758" y="1843404"/>
                </a:lnTo>
                <a:lnTo>
                  <a:pt x="612758" y="1835992"/>
                </a:lnTo>
                <a:lnTo>
                  <a:pt x="609743" y="1832982"/>
                </a:lnTo>
                <a:close/>
              </a:path>
              <a:path extrusionOk="0" h="2468879" w="4523105">
                <a:moveTo>
                  <a:pt x="914181" y="1829658"/>
                </a:moveTo>
                <a:lnTo>
                  <a:pt x="903068" y="1829658"/>
                </a:lnTo>
                <a:lnTo>
                  <a:pt x="898570" y="1834150"/>
                </a:lnTo>
                <a:lnTo>
                  <a:pt x="898570" y="1845246"/>
                </a:lnTo>
                <a:lnTo>
                  <a:pt x="903068" y="1849739"/>
                </a:lnTo>
                <a:lnTo>
                  <a:pt x="914181" y="1849739"/>
                </a:lnTo>
                <a:lnTo>
                  <a:pt x="918679" y="1845246"/>
                </a:lnTo>
                <a:lnTo>
                  <a:pt x="918679" y="1834150"/>
                </a:lnTo>
                <a:lnTo>
                  <a:pt x="914181" y="1829658"/>
                </a:lnTo>
                <a:close/>
              </a:path>
              <a:path extrusionOk="0" h="2468879" w="4523105">
                <a:moveTo>
                  <a:pt x="1218618" y="1826288"/>
                </a:moveTo>
                <a:lnTo>
                  <a:pt x="1203816" y="1826288"/>
                </a:lnTo>
                <a:lnTo>
                  <a:pt x="1197788" y="1832308"/>
                </a:lnTo>
                <a:lnTo>
                  <a:pt x="1197788" y="1847088"/>
                </a:lnTo>
                <a:lnTo>
                  <a:pt x="1203816" y="1853108"/>
                </a:lnTo>
                <a:lnTo>
                  <a:pt x="1218618" y="1853108"/>
                </a:lnTo>
                <a:lnTo>
                  <a:pt x="1224646" y="1847088"/>
                </a:lnTo>
                <a:lnTo>
                  <a:pt x="1224646" y="1832308"/>
                </a:lnTo>
                <a:lnTo>
                  <a:pt x="1218618" y="1826288"/>
                </a:lnTo>
                <a:close/>
              </a:path>
              <a:path extrusionOk="0" h="2468879" w="4523105">
                <a:moveTo>
                  <a:pt x="1523055" y="1822964"/>
                </a:moveTo>
                <a:lnTo>
                  <a:pt x="1504564" y="1822964"/>
                </a:lnTo>
                <a:lnTo>
                  <a:pt x="1497051" y="1830466"/>
                </a:lnTo>
                <a:lnTo>
                  <a:pt x="1497051" y="1848975"/>
                </a:lnTo>
                <a:lnTo>
                  <a:pt x="1504564" y="1856477"/>
                </a:lnTo>
                <a:lnTo>
                  <a:pt x="1523055" y="1856477"/>
                </a:lnTo>
                <a:lnTo>
                  <a:pt x="1530568" y="1848975"/>
                </a:lnTo>
                <a:lnTo>
                  <a:pt x="1530568" y="1830466"/>
                </a:lnTo>
                <a:lnTo>
                  <a:pt x="1523055" y="1822964"/>
                </a:lnTo>
                <a:close/>
              </a:path>
              <a:path extrusionOk="0" h="2468879" w="4523105">
                <a:moveTo>
                  <a:pt x="1816379" y="1819595"/>
                </a:moveTo>
                <a:lnTo>
                  <a:pt x="1808549" y="1821173"/>
                </a:lnTo>
                <a:lnTo>
                  <a:pt x="1802158" y="1825480"/>
                </a:lnTo>
                <a:lnTo>
                  <a:pt x="1797849" y="1831876"/>
                </a:lnTo>
                <a:lnTo>
                  <a:pt x="1796270" y="1839721"/>
                </a:lnTo>
                <a:lnTo>
                  <a:pt x="1797849" y="1847547"/>
                </a:lnTo>
                <a:lnTo>
                  <a:pt x="1802158" y="1853945"/>
                </a:lnTo>
                <a:lnTo>
                  <a:pt x="1808549" y="1858262"/>
                </a:lnTo>
                <a:lnTo>
                  <a:pt x="1816380" y="1859847"/>
                </a:lnTo>
                <a:lnTo>
                  <a:pt x="1824236" y="1858262"/>
                </a:lnTo>
                <a:lnTo>
                  <a:pt x="1830641" y="1853945"/>
                </a:lnTo>
                <a:lnTo>
                  <a:pt x="1834954" y="1847547"/>
                </a:lnTo>
                <a:lnTo>
                  <a:pt x="1836534" y="1839721"/>
                </a:lnTo>
                <a:lnTo>
                  <a:pt x="1834954" y="1831876"/>
                </a:lnTo>
                <a:lnTo>
                  <a:pt x="1830641" y="1825480"/>
                </a:lnTo>
                <a:lnTo>
                  <a:pt x="1824236" y="1821173"/>
                </a:lnTo>
                <a:lnTo>
                  <a:pt x="1816379" y="1819595"/>
                </a:lnTo>
                <a:close/>
              </a:path>
              <a:path extrusionOk="0" h="2468879" w="4523105">
                <a:moveTo>
                  <a:pt x="2118972" y="1816226"/>
                </a:moveTo>
                <a:lnTo>
                  <a:pt x="2109837" y="1818071"/>
                </a:lnTo>
                <a:lnTo>
                  <a:pt x="2102371" y="1823104"/>
                </a:lnTo>
                <a:lnTo>
                  <a:pt x="2097335" y="1830572"/>
                </a:lnTo>
                <a:lnTo>
                  <a:pt x="2095488" y="1839721"/>
                </a:lnTo>
                <a:lnTo>
                  <a:pt x="2097335" y="1848869"/>
                </a:lnTo>
                <a:lnTo>
                  <a:pt x="2102371" y="1856337"/>
                </a:lnTo>
                <a:lnTo>
                  <a:pt x="2109837" y="1861370"/>
                </a:lnTo>
                <a:lnTo>
                  <a:pt x="2118972" y="1863216"/>
                </a:lnTo>
                <a:lnTo>
                  <a:pt x="2128134" y="1861370"/>
                </a:lnTo>
                <a:lnTo>
                  <a:pt x="2135612" y="1856337"/>
                </a:lnTo>
                <a:lnTo>
                  <a:pt x="2140653" y="1848869"/>
                </a:lnTo>
                <a:lnTo>
                  <a:pt x="2142501" y="1839721"/>
                </a:lnTo>
                <a:lnTo>
                  <a:pt x="2140653" y="1830572"/>
                </a:lnTo>
                <a:lnTo>
                  <a:pt x="2135612" y="1823104"/>
                </a:lnTo>
                <a:lnTo>
                  <a:pt x="2128133" y="1818071"/>
                </a:lnTo>
                <a:lnTo>
                  <a:pt x="2118972" y="1816226"/>
                </a:lnTo>
                <a:close/>
              </a:path>
              <a:path extrusionOk="0" h="2468879" w="4523105">
                <a:moveTo>
                  <a:pt x="2421610" y="1813755"/>
                </a:moveTo>
                <a:lnTo>
                  <a:pt x="2411466" y="1815797"/>
                </a:lnTo>
                <a:lnTo>
                  <a:pt x="2403187" y="1821364"/>
                </a:lnTo>
                <a:lnTo>
                  <a:pt x="2397607" y="1829618"/>
                </a:lnTo>
                <a:lnTo>
                  <a:pt x="2395561" y="1839721"/>
                </a:lnTo>
                <a:lnTo>
                  <a:pt x="2397607" y="1849850"/>
                </a:lnTo>
                <a:lnTo>
                  <a:pt x="2403187" y="1858117"/>
                </a:lnTo>
                <a:lnTo>
                  <a:pt x="2411466" y="1863689"/>
                </a:lnTo>
                <a:lnTo>
                  <a:pt x="2421610" y="1865732"/>
                </a:lnTo>
                <a:lnTo>
                  <a:pt x="2431727" y="1863689"/>
                </a:lnTo>
                <a:lnTo>
                  <a:pt x="2439993" y="1858117"/>
                </a:lnTo>
                <a:lnTo>
                  <a:pt x="2445568" y="1849850"/>
                </a:lnTo>
                <a:lnTo>
                  <a:pt x="2447613" y="1839721"/>
                </a:lnTo>
                <a:lnTo>
                  <a:pt x="2445568" y="1829618"/>
                </a:lnTo>
                <a:lnTo>
                  <a:pt x="2439993" y="1821364"/>
                </a:lnTo>
                <a:lnTo>
                  <a:pt x="2431727" y="1815797"/>
                </a:lnTo>
                <a:lnTo>
                  <a:pt x="2421610" y="1813755"/>
                </a:lnTo>
                <a:close/>
              </a:path>
              <a:path extrusionOk="0" h="2468879" w="4523105">
                <a:moveTo>
                  <a:pt x="2724202" y="1810385"/>
                </a:moveTo>
                <a:lnTo>
                  <a:pt x="2712760" y="1812688"/>
                </a:lnTo>
                <a:lnTo>
                  <a:pt x="2703423" y="1818971"/>
                </a:lnTo>
                <a:lnTo>
                  <a:pt x="2697131" y="1828295"/>
                </a:lnTo>
                <a:lnTo>
                  <a:pt x="2694825" y="1839721"/>
                </a:lnTo>
                <a:lnTo>
                  <a:pt x="2697131" y="1851146"/>
                </a:lnTo>
                <a:lnTo>
                  <a:pt x="2703423" y="1860470"/>
                </a:lnTo>
                <a:lnTo>
                  <a:pt x="2712760" y="1866753"/>
                </a:lnTo>
                <a:lnTo>
                  <a:pt x="2724202" y="1869056"/>
                </a:lnTo>
                <a:lnTo>
                  <a:pt x="2735618" y="1866753"/>
                </a:lnTo>
                <a:lnTo>
                  <a:pt x="2744942" y="1860470"/>
                </a:lnTo>
                <a:lnTo>
                  <a:pt x="2751229" y="1851146"/>
                </a:lnTo>
                <a:lnTo>
                  <a:pt x="2753535" y="1839721"/>
                </a:lnTo>
                <a:lnTo>
                  <a:pt x="2751229" y="1828295"/>
                </a:lnTo>
                <a:lnTo>
                  <a:pt x="2744942" y="1818971"/>
                </a:lnTo>
                <a:lnTo>
                  <a:pt x="2735618" y="1812688"/>
                </a:lnTo>
                <a:lnTo>
                  <a:pt x="2724202" y="1810385"/>
                </a:lnTo>
                <a:close/>
              </a:path>
              <a:path extrusionOk="0" h="2468879" w="4523105">
                <a:moveTo>
                  <a:pt x="3026795" y="1807016"/>
                </a:moveTo>
                <a:lnTo>
                  <a:pt x="3014047" y="1809587"/>
                </a:lnTo>
                <a:lnTo>
                  <a:pt x="3003637" y="1816596"/>
                </a:lnTo>
                <a:lnTo>
                  <a:pt x="2996617" y="1826992"/>
                </a:lnTo>
                <a:lnTo>
                  <a:pt x="2994043" y="1839721"/>
                </a:lnTo>
                <a:lnTo>
                  <a:pt x="2996617" y="1852450"/>
                </a:lnTo>
                <a:lnTo>
                  <a:pt x="3003637" y="1862845"/>
                </a:lnTo>
                <a:lnTo>
                  <a:pt x="3014047" y="1869855"/>
                </a:lnTo>
                <a:lnTo>
                  <a:pt x="3026795" y="1872425"/>
                </a:lnTo>
                <a:lnTo>
                  <a:pt x="3039516" y="1869855"/>
                </a:lnTo>
                <a:lnTo>
                  <a:pt x="3049913" y="1862845"/>
                </a:lnTo>
                <a:lnTo>
                  <a:pt x="3056928" y="1852450"/>
                </a:lnTo>
                <a:lnTo>
                  <a:pt x="3059501" y="1839721"/>
                </a:lnTo>
                <a:lnTo>
                  <a:pt x="3056928" y="1826992"/>
                </a:lnTo>
                <a:lnTo>
                  <a:pt x="3049913" y="1816596"/>
                </a:lnTo>
                <a:lnTo>
                  <a:pt x="3039516" y="1809587"/>
                </a:lnTo>
                <a:lnTo>
                  <a:pt x="3026795" y="1807016"/>
                </a:lnTo>
                <a:close/>
              </a:path>
              <a:path extrusionOk="0" h="2468879" w="4523105">
                <a:moveTo>
                  <a:pt x="3329387" y="1804545"/>
                </a:moveTo>
                <a:lnTo>
                  <a:pt x="3315658" y="1807313"/>
                </a:lnTo>
                <a:lnTo>
                  <a:pt x="3304447" y="1814861"/>
                </a:lnTo>
                <a:lnTo>
                  <a:pt x="3296888" y="1826056"/>
                </a:lnTo>
                <a:lnTo>
                  <a:pt x="3294116" y="1839766"/>
                </a:lnTo>
                <a:lnTo>
                  <a:pt x="3296888" y="1853449"/>
                </a:lnTo>
                <a:lnTo>
                  <a:pt x="3304447" y="1864631"/>
                </a:lnTo>
                <a:lnTo>
                  <a:pt x="3315658" y="1872174"/>
                </a:lnTo>
                <a:lnTo>
                  <a:pt x="3329387" y="1874941"/>
                </a:lnTo>
                <a:lnTo>
                  <a:pt x="3343090" y="1872174"/>
                </a:lnTo>
                <a:lnTo>
                  <a:pt x="3354288" y="1864631"/>
                </a:lnTo>
                <a:lnTo>
                  <a:pt x="3361842" y="1853449"/>
                </a:lnTo>
                <a:lnTo>
                  <a:pt x="3364613" y="1839766"/>
                </a:lnTo>
                <a:lnTo>
                  <a:pt x="3361842" y="1826056"/>
                </a:lnTo>
                <a:lnTo>
                  <a:pt x="3354288" y="1814861"/>
                </a:lnTo>
                <a:lnTo>
                  <a:pt x="3343090" y="1807313"/>
                </a:lnTo>
                <a:lnTo>
                  <a:pt x="3329387" y="1804545"/>
                </a:lnTo>
                <a:close/>
              </a:path>
              <a:path extrusionOk="0" h="2468879" w="4523105">
                <a:moveTo>
                  <a:pt x="3631935" y="1802030"/>
                </a:moveTo>
                <a:lnTo>
                  <a:pt x="3617249" y="1804995"/>
                </a:lnTo>
                <a:lnTo>
                  <a:pt x="3605251" y="1813081"/>
                </a:lnTo>
                <a:lnTo>
                  <a:pt x="3597158" y="1825076"/>
                </a:lnTo>
                <a:lnTo>
                  <a:pt x="3594189" y="1839766"/>
                </a:lnTo>
                <a:lnTo>
                  <a:pt x="3597158" y="1854430"/>
                </a:lnTo>
                <a:lnTo>
                  <a:pt x="3605251" y="1866411"/>
                </a:lnTo>
                <a:lnTo>
                  <a:pt x="3617249" y="1874492"/>
                </a:lnTo>
                <a:lnTo>
                  <a:pt x="3631935" y="1877457"/>
                </a:lnTo>
                <a:lnTo>
                  <a:pt x="3646646" y="1874492"/>
                </a:lnTo>
                <a:lnTo>
                  <a:pt x="3658658" y="1866411"/>
                </a:lnTo>
                <a:lnTo>
                  <a:pt x="3666756" y="1854430"/>
                </a:lnTo>
                <a:lnTo>
                  <a:pt x="3669725" y="1839766"/>
                </a:lnTo>
                <a:lnTo>
                  <a:pt x="3666756" y="1825076"/>
                </a:lnTo>
                <a:lnTo>
                  <a:pt x="3658658" y="1813081"/>
                </a:lnTo>
                <a:lnTo>
                  <a:pt x="3646646" y="1804995"/>
                </a:lnTo>
                <a:lnTo>
                  <a:pt x="3631935" y="1802030"/>
                </a:lnTo>
                <a:close/>
              </a:path>
              <a:path extrusionOk="0" h="2468879" w="4523105">
                <a:moveTo>
                  <a:pt x="3934527" y="1798660"/>
                </a:moveTo>
                <a:lnTo>
                  <a:pt x="3918544" y="1801886"/>
                </a:lnTo>
                <a:lnTo>
                  <a:pt x="3905487" y="1810689"/>
                </a:lnTo>
                <a:lnTo>
                  <a:pt x="3896682" y="1823753"/>
                </a:lnTo>
                <a:lnTo>
                  <a:pt x="3893453" y="1839766"/>
                </a:lnTo>
                <a:lnTo>
                  <a:pt x="3896682" y="1855752"/>
                </a:lnTo>
                <a:lnTo>
                  <a:pt x="3905487" y="1868803"/>
                </a:lnTo>
                <a:lnTo>
                  <a:pt x="3918544" y="1877601"/>
                </a:lnTo>
                <a:lnTo>
                  <a:pt x="3934527" y="1880826"/>
                </a:lnTo>
                <a:lnTo>
                  <a:pt x="3950544" y="1877601"/>
                </a:lnTo>
                <a:lnTo>
                  <a:pt x="3963629" y="1868803"/>
                </a:lnTo>
                <a:lnTo>
                  <a:pt x="3972455" y="1855752"/>
                </a:lnTo>
                <a:lnTo>
                  <a:pt x="3975692" y="1839766"/>
                </a:lnTo>
                <a:lnTo>
                  <a:pt x="3972454" y="1823753"/>
                </a:lnTo>
                <a:lnTo>
                  <a:pt x="3963629" y="1810689"/>
                </a:lnTo>
                <a:lnTo>
                  <a:pt x="3950544" y="1801886"/>
                </a:lnTo>
                <a:lnTo>
                  <a:pt x="3934527" y="1798660"/>
                </a:lnTo>
                <a:close/>
              </a:path>
              <a:path extrusionOk="0" h="2468879" w="4523105">
                <a:moveTo>
                  <a:pt x="4237120" y="1796189"/>
                </a:moveTo>
                <a:lnTo>
                  <a:pt x="4220154" y="1799612"/>
                </a:lnTo>
                <a:lnTo>
                  <a:pt x="4206297" y="1808948"/>
                </a:lnTo>
                <a:lnTo>
                  <a:pt x="4196953" y="1822798"/>
                </a:lnTo>
                <a:lnTo>
                  <a:pt x="4193526" y="1839766"/>
                </a:lnTo>
                <a:lnTo>
                  <a:pt x="4196953" y="1856733"/>
                </a:lnTo>
                <a:lnTo>
                  <a:pt x="4206297" y="1870583"/>
                </a:lnTo>
                <a:lnTo>
                  <a:pt x="4220154" y="1879919"/>
                </a:lnTo>
                <a:lnTo>
                  <a:pt x="4237120" y="1883342"/>
                </a:lnTo>
                <a:lnTo>
                  <a:pt x="4254111" y="1879919"/>
                </a:lnTo>
                <a:lnTo>
                  <a:pt x="4267982" y="1870583"/>
                </a:lnTo>
                <a:lnTo>
                  <a:pt x="4277331" y="1856733"/>
                </a:lnTo>
                <a:lnTo>
                  <a:pt x="4280758" y="1839766"/>
                </a:lnTo>
                <a:lnTo>
                  <a:pt x="4277331" y="1822798"/>
                </a:lnTo>
                <a:lnTo>
                  <a:pt x="4267982" y="1808948"/>
                </a:lnTo>
                <a:lnTo>
                  <a:pt x="4254111" y="1799612"/>
                </a:lnTo>
                <a:lnTo>
                  <a:pt x="4237120" y="1796189"/>
                </a:lnTo>
                <a:close/>
              </a:path>
              <a:path extrusionOk="0" h="2468879" w="4523105">
                <a:moveTo>
                  <a:pt x="4522590" y="1797127"/>
                </a:moveTo>
                <a:lnTo>
                  <a:pt x="4521765" y="1797294"/>
                </a:lnTo>
                <a:lnTo>
                  <a:pt x="4507107" y="1807168"/>
                </a:lnTo>
                <a:lnTo>
                  <a:pt x="4497223" y="1821818"/>
                </a:lnTo>
                <a:lnTo>
                  <a:pt x="4493599" y="1839766"/>
                </a:lnTo>
                <a:lnTo>
                  <a:pt x="4497223" y="1857713"/>
                </a:lnTo>
                <a:lnTo>
                  <a:pt x="4507107" y="1872363"/>
                </a:lnTo>
                <a:lnTo>
                  <a:pt x="4521765" y="1882238"/>
                </a:lnTo>
                <a:lnTo>
                  <a:pt x="4522590" y="1882404"/>
                </a:lnTo>
                <a:lnTo>
                  <a:pt x="4522590" y="1797127"/>
                </a:lnTo>
                <a:close/>
              </a:path>
              <a:path extrusionOk="0" h="2468879" w="4523105">
                <a:moveTo>
                  <a:pt x="607404" y="2139601"/>
                </a:moveTo>
                <a:lnTo>
                  <a:pt x="604615" y="2139601"/>
                </a:lnTo>
                <a:lnTo>
                  <a:pt x="603490" y="2140728"/>
                </a:lnTo>
                <a:lnTo>
                  <a:pt x="603490" y="2143518"/>
                </a:lnTo>
                <a:lnTo>
                  <a:pt x="604615" y="2144641"/>
                </a:lnTo>
                <a:lnTo>
                  <a:pt x="607404" y="2144641"/>
                </a:lnTo>
                <a:lnTo>
                  <a:pt x="608529" y="2143518"/>
                </a:lnTo>
                <a:lnTo>
                  <a:pt x="608529" y="2140728"/>
                </a:lnTo>
                <a:lnTo>
                  <a:pt x="607404" y="2139601"/>
                </a:lnTo>
                <a:close/>
              </a:path>
              <a:path extrusionOk="0" h="2468879" w="4523105">
                <a:moveTo>
                  <a:pt x="912786" y="2134583"/>
                </a:moveTo>
                <a:lnTo>
                  <a:pt x="904463" y="2134583"/>
                </a:lnTo>
                <a:lnTo>
                  <a:pt x="901089" y="2137957"/>
                </a:lnTo>
                <a:lnTo>
                  <a:pt x="901089" y="2146290"/>
                </a:lnTo>
                <a:lnTo>
                  <a:pt x="904463" y="2149664"/>
                </a:lnTo>
                <a:lnTo>
                  <a:pt x="912786" y="2149664"/>
                </a:lnTo>
                <a:lnTo>
                  <a:pt x="916160" y="2146290"/>
                </a:lnTo>
                <a:lnTo>
                  <a:pt x="916160" y="2137957"/>
                </a:lnTo>
                <a:lnTo>
                  <a:pt x="912786" y="2134583"/>
                </a:lnTo>
                <a:close/>
              </a:path>
              <a:path extrusionOk="0" h="2468879" w="4523105">
                <a:moveTo>
                  <a:pt x="1218168" y="2129524"/>
                </a:moveTo>
                <a:lnTo>
                  <a:pt x="1204266" y="2129524"/>
                </a:lnTo>
                <a:lnTo>
                  <a:pt x="1198643" y="2135149"/>
                </a:lnTo>
                <a:lnTo>
                  <a:pt x="1198643" y="2149057"/>
                </a:lnTo>
                <a:lnTo>
                  <a:pt x="1204266" y="2154686"/>
                </a:lnTo>
                <a:lnTo>
                  <a:pt x="1218168" y="2154686"/>
                </a:lnTo>
                <a:lnTo>
                  <a:pt x="1223791" y="2149057"/>
                </a:lnTo>
                <a:lnTo>
                  <a:pt x="1223791" y="2135149"/>
                </a:lnTo>
                <a:lnTo>
                  <a:pt x="1218168" y="2129524"/>
                </a:lnTo>
                <a:close/>
              </a:path>
              <a:path extrusionOk="0" h="2468879" w="4523105">
                <a:moveTo>
                  <a:pt x="1523055" y="2125360"/>
                </a:moveTo>
                <a:lnTo>
                  <a:pt x="1504565" y="2125360"/>
                </a:lnTo>
                <a:lnTo>
                  <a:pt x="1497051" y="2132867"/>
                </a:lnTo>
                <a:lnTo>
                  <a:pt x="1497051" y="2151375"/>
                </a:lnTo>
                <a:lnTo>
                  <a:pt x="1504565" y="2158887"/>
                </a:lnTo>
                <a:lnTo>
                  <a:pt x="1523055" y="2158887"/>
                </a:lnTo>
                <a:lnTo>
                  <a:pt x="1530568" y="2151375"/>
                </a:lnTo>
                <a:lnTo>
                  <a:pt x="1530568" y="2132867"/>
                </a:lnTo>
                <a:lnTo>
                  <a:pt x="1523055" y="2125360"/>
                </a:lnTo>
                <a:close/>
              </a:path>
              <a:path extrusionOk="0" h="2468879" w="4523105">
                <a:moveTo>
                  <a:pt x="1816380" y="2122000"/>
                </a:moveTo>
                <a:lnTo>
                  <a:pt x="1808550" y="2123580"/>
                </a:lnTo>
                <a:lnTo>
                  <a:pt x="1802158" y="2127891"/>
                </a:lnTo>
                <a:lnTo>
                  <a:pt x="1797849" y="2134286"/>
                </a:lnTo>
                <a:lnTo>
                  <a:pt x="1796270" y="2142121"/>
                </a:lnTo>
                <a:lnTo>
                  <a:pt x="1797849" y="2149958"/>
                </a:lnTo>
                <a:lnTo>
                  <a:pt x="1802158" y="2156355"/>
                </a:lnTo>
                <a:lnTo>
                  <a:pt x="1808550" y="2160666"/>
                </a:lnTo>
                <a:lnTo>
                  <a:pt x="1816380" y="2162247"/>
                </a:lnTo>
                <a:lnTo>
                  <a:pt x="1824236" y="2160666"/>
                </a:lnTo>
                <a:lnTo>
                  <a:pt x="1830641" y="2156355"/>
                </a:lnTo>
                <a:lnTo>
                  <a:pt x="1834954" y="2149958"/>
                </a:lnTo>
                <a:lnTo>
                  <a:pt x="1836535" y="2142121"/>
                </a:lnTo>
                <a:lnTo>
                  <a:pt x="1834954" y="2134286"/>
                </a:lnTo>
                <a:lnTo>
                  <a:pt x="1830641" y="2127891"/>
                </a:lnTo>
                <a:lnTo>
                  <a:pt x="1824236" y="2123580"/>
                </a:lnTo>
                <a:lnTo>
                  <a:pt x="1816380" y="2122000"/>
                </a:lnTo>
                <a:close/>
              </a:path>
              <a:path extrusionOk="0" h="2468879" w="4523105">
                <a:moveTo>
                  <a:pt x="2118972" y="2118639"/>
                </a:moveTo>
                <a:lnTo>
                  <a:pt x="2109837" y="2120485"/>
                </a:lnTo>
                <a:lnTo>
                  <a:pt x="2102371" y="2125518"/>
                </a:lnTo>
                <a:lnTo>
                  <a:pt x="2097336" y="2132982"/>
                </a:lnTo>
                <a:lnTo>
                  <a:pt x="2095488" y="2142121"/>
                </a:lnTo>
                <a:lnTo>
                  <a:pt x="2097336" y="2151262"/>
                </a:lnTo>
                <a:lnTo>
                  <a:pt x="2102371" y="2158725"/>
                </a:lnTo>
                <a:lnTo>
                  <a:pt x="2109837" y="2163758"/>
                </a:lnTo>
                <a:lnTo>
                  <a:pt x="2118972" y="2165603"/>
                </a:lnTo>
                <a:lnTo>
                  <a:pt x="2128134" y="2163758"/>
                </a:lnTo>
                <a:lnTo>
                  <a:pt x="2135612" y="2158725"/>
                </a:lnTo>
                <a:lnTo>
                  <a:pt x="2140653" y="2151262"/>
                </a:lnTo>
                <a:lnTo>
                  <a:pt x="2142501" y="2142121"/>
                </a:lnTo>
                <a:lnTo>
                  <a:pt x="2140653" y="2132982"/>
                </a:lnTo>
                <a:lnTo>
                  <a:pt x="2135612" y="2125518"/>
                </a:lnTo>
                <a:lnTo>
                  <a:pt x="2128134" y="2120485"/>
                </a:lnTo>
                <a:lnTo>
                  <a:pt x="2118972" y="2118639"/>
                </a:lnTo>
                <a:close/>
              </a:path>
              <a:path extrusionOk="0" h="2468879" w="4523105">
                <a:moveTo>
                  <a:pt x="2421610" y="2116155"/>
                </a:moveTo>
                <a:lnTo>
                  <a:pt x="2411466" y="2118198"/>
                </a:lnTo>
                <a:lnTo>
                  <a:pt x="2403187" y="2123768"/>
                </a:lnTo>
                <a:lnTo>
                  <a:pt x="2397607" y="2132028"/>
                </a:lnTo>
                <a:lnTo>
                  <a:pt x="2395561" y="2142139"/>
                </a:lnTo>
                <a:lnTo>
                  <a:pt x="2397607" y="2152250"/>
                </a:lnTo>
                <a:lnTo>
                  <a:pt x="2403187" y="2160510"/>
                </a:lnTo>
                <a:lnTo>
                  <a:pt x="2411466" y="2166080"/>
                </a:lnTo>
                <a:lnTo>
                  <a:pt x="2421610" y="2168123"/>
                </a:lnTo>
                <a:lnTo>
                  <a:pt x="2431727" y="2166080"/>
                </a:lnTo>
                <a:lnTo>
                  <a:pt x="2439993" y="2160510"/>
                </a:lnTo>
                <a:lnTo>
                  <a:pt x="2445568" y="2152250"/>
                </a:lnTo>
                <a:lnTo>
                  <a:pt x="2447613" y="2142139"/>
                </a:lnTo>
                <a:lnTo>
                  <a:pt x="2445568" y="2132028"/>
                </a:lnTo>
                <a:lnTo>
                  <a:pt x="2439993" y="2123768"/>
                </a:lnTo>
                <a:lnTo>
                  <a:pt x="2431727" y="2118198"/>
                </a:lnTo>
                <a:lnTo>
                  <a:pt x="2421610" y="2116155"/>
                </a:lnTo>
                <a:close/>
              </a:path>
              <a:path extrusionOk="0" h="2468879" w="4523105">
                <a:moveTo>
                  <a:pt x="2724202" y="2112795"/>
                </a:moveTo>
                <a:lnTo>
                  <a:pt x="2712760" y="2115100"/>
                </a:lnTo>
                <a:lnTo>
                  <a:pt x="2703423" y="2121389"/>
                </a:lnTo>
                <a:lnTo>
                  <a:pt x="2697131" y="2130716"/>
                </a:lnTo>
                <a:lnTo>
                  <a:pt x="2694825" y="2142139"/>
                </a:lnTo>
                <a:lnTo>
                  <a:pt x="2697131" y="2153562"/>
                </a:lnTo>
                <a:lnTo>
                  <a:pt x="2703423" y="2162889"/>
                </a:lnTo>
                <a:lnTo>
                  <a:pt x="2712760" y="2169178"/>
                </a:lnTo>
                <a:lnTo>
                  <a:pt x="2724202" y="2171483"/>
                </a:lnTo>
                <a:lnTo>
                  <a:pt x="2735618" y="2169178"/>
                </a:lnTo>
                <a:lnTo>
                  <a:pt x="2744942" y="2162889"/>
                </a:lnTo>
                <a:lnTo>
                  <a:pt x="2751229" y="2153562"/>
                </a:lnTo>
                <a:lnTo>
                  <a:pt x="2753535" y="2142139"/>
                </a:lnTo>
                <a:lnTo>
                  <a:pt x="2751229" y="2130716"/>
                </a:lnTo>
                <a:lnTo>
                  <a:pt x="2744942" y="2121389"/>
                </a:lnTo>
                <a:lnTo>
                  <a:pt x="2735618" y="2115100"/>
                </a:lnTo>
                <a:lnTo>
                  <a:pt x="2724202" y="2112795"/>
                </a:lnTo>
                <a:close/>
              </a:path>
              <a:path extrusionOk="0" h="2468879" w="4523105">
                <a:moveTo>
                  <a:pt x="3026795" y="2109434"/>
                </a:moveTo>
                <a:lnTo>
                  <a:pt x="3014047" y="2112006"/>
                </a:lnTo>
                <a:lnTo>
                  <a:pt x="3003637" y="2119016"/>
                </a:lnTo>
                <a:lnTo>
                  <a:pt x="2996617" y="2129412"/>
                </a:lnTo>
                <a:lnTo>
                  <a:pt x="2994043" y="2142139"/>
                </a:lnTo>
                <a:lnTo>
                  <a:pt x="2996617" y="2154866"/>
                </a:lnTo>
                <a:lnTo>
                  <a:pt x="3003637" y="2165262"/>
                </a:lnTo>
                <a:lnTo>
                  <a:pt x="3014048" y="2172272"/>
                </a:lnTo>
                <a:lnTo>
                  <a:pt x="3026795" y="2174844"/>
                </a:lnTo>
                <a:lnTo>
                  <a:pt x="3039516" y="2172272"/>
                </a:lnTo>
                <a:lnTo>
                  <a:pt x="3049913" y="2165262"/>
                </a:lnTo>
                <a:lnTo>
                  <a:pt x="3056928" y="2154866"/>
                </a:lnTo>
                <a:lnTo>
                  <a:pt x="3059501" y="2142139"/>
                </a:lnTo>
                <a:lnTo>
                  <a:pt x="3056928" y="2129412"/>
                </a:lnTo>
                <a:lnTo>
                  <a:pt x="3049913" y="2119016"/>
                </a:lnTo>
                <a:lnTo>
                  <a:pt x="3039516" y="2112006"/>
                </a:lnTo>
                <a:lnTo>
                  <a:pt x="3026795" y="2109434"/>
                </a:lnTo>
                <a:close/>
              </a:path>
              <a:path extrusionOk="0" h="2468879" w="4523105">
                <a:moveTo>
                  <a:pt x="3329387" y="2106950"/>
                </a:moveTo>
                <a:lnTo>
                  <a:pt x="3315658" y="2109718"/>
                </a:lnTo>
                <a:lnTo>
                  <a:pt x="3304447" y="2117266"/>
                </a:lnTo>
                <a:lnTo>
                  <a:pt x="3296888" y="2128457"/>
                </a:lnTo>
                <a:lnTo>
                  <a:pt x="3294116" y="2142157"/>
                </a:lnTo>
                <a:lnTo>
                  <a:pt x="3296888" y="2155856"/>
                </a:lnTo>
                <a:lnTo>
                  <a:pt x="3304447" y="2167046"/>
                </a:lnTo>
                <a:lnTo>
                  <a:pt x="3315658" y="2174592"/>
                </a:lnTo>
                <a:lnTo>
                  <a:pt x="3329387" y="2177359"/>
                </a:lnTo>
                <a:lnTo>
                  <a:pt x="3343090" y="2174592"/>
                </a:lnTo>
                <a:lnTo>
                  <a:pt x="3354288" y="2167046"/>
                </a:lnTo>
                <a:lnTo>
                  <a:pt x="3361842" y="2155856"/>
                </a:lnTo>
                <a:lnTo>
                  <a:pt x="3364613" y="2142157"/>
                </a:lnTo>
                <a:lnTo>
                  <a:pt x="3361842" y="2128457"/>
                </a:lnTo>
                <a:lnTo>
                  <a:pt x="3354288" y="2117266"/>
                </a:lnTo>
                <a:lnTo>
                  <a:pt x="3343090" y="2109718"/>
                </a:lnTo>
                <a:lnTo>
                  <a:pt x="3329387" y="2106950"/>
                </a:lnTo>
                <a:close/>
              </a:path>
              <a:path extrusionOk="0" h="2468879" w="4523105">
                <a:moveTo>
                  <a:pt x="3631935" y="2104430"/>
                </a:moveTo>
                <a:lnTo>
                  <a:pt x="3617250" y="2107395"/>
                </a:lnTo>
                <a:lnTo>
                  <a:pt x="3605251" y="2115482"/>
                </a:lnTo>
                <a:lnTo>
                  <a:pt x="3597158" y="2127474"/>
                </a:lnTo>
                <a:lnTo>
                  <a:pt x="3594189" y="2142157"/>
                </a:lnTo>
                <a:lnTo>
                  <a:pt x="3597158" y="2156837"/>
                </a:lnTo>
                <a:lnTo>
                  <a:pt x="3605251" y="2168828"/>
                </a:lnTo>
                <a:lnTo>
                  <a:pt x="3617250" y="2176914"/>
                </a:lnTo>
                <a:lnTo>
                  <a:pt x="3631935" y="2179880"/>
                </a:lnTo>
                <a:lnTo>
                  <a:pt x="3646646" y="2176914"/>
                </a:lnTo>
                <a:lnTo>
                  <a:pt x="3658658" y="2168828"/>
                </a:lnTo>
                <a:lnTo>
                  <a:pt x="3666756" y="2156837"/>
                </a:lnTo>
                <a:lnTo>
                  <a:pt x="3669725" y="2142157"/>
                </a:lnTo>
                <a:lnTo>
                  <a:pt x="3666756" y="2127474"/>
                </a:lnTo>
                <a:lnTo>
                  <a:pt x="3658658" y="2115482"/>
                </a:lnTo>
                <a:lnTo>
                  <a:pt x="3646646" y="2107395"/>
                </a:lnTo>
                <a:lnTo>
                  <a:pt x="3631935" y="2104430"/>
                </a:lnTo>
                <a:close/>
              </a:path>
              <a:path extrusionOk="0" h="2468879" w="4523105">
                <a:moveTo>
                  <a:pt x="3934527" y="2101070"/>
                </a:moveTo>
                <a:lnTo>
                  <a:pt x="3918544" y="2104298"/>
                </a:lnTo>
                <a:lnTo>
                  <a:pt x="3905487" y="2113102"/>
                </a:lnTo>
                <a:lnTo>
                  <a:pt x="3896682" y="2126162"/>
                </a:lnTo>
                <a:lnTo>
                  <a:pt x="3893453" y="2142157"/>
                </a:lnTo>
                <a:lnTo>
                  <a:pt x="3896682" y="2158149"/>
                </a:lnTo>
                <a:lnTo>
                  <a:pt x="3905487" y="2171208"/>
                </a:lnTo>
                <a:lnTo>
                  <a:pt x="3918544" y="2180012"/>
                </a:lnTo>
                <a:lnTo>
                  <a:pt x="3934527" y="2183240"/>
                </a:lnTo>
                <a:lnTo>
                  <a:pt x="3950544" y="2180012"/>
                </a:lnTo>
                <a:lnTo>
                  <a:pt x="3963629" y="2171208"/>
                </a:lnTo>
                <a:lnTo>
                  <a:pt x="3972455" y="2158149"/>
                </a:lnTo>
                <a:lnTo>
                  <a:pt x="3975692" y="2142157"/>
                </a:lnTo>
                <a:lnTo>
                  <a:pt x="3972455" y="2126162"/>
                </a:lnTo>
                <a:lnTo>
                  <a:pt x="3963629" y="2113102"/>
                </a:lnTo>
                <a:lnTo>
                  <a:pt x="3950544" y="2104298"/>
                </a:lnTo>
                <a:lnTo>
                  <a:pt x="3934527" y="2101070"/>
                </a:lnTo>
                <a:close/>
              </a:path>
              <a:path extrusionOk="0" h="2468879" w="4523105">
                <a:moveTo>
                  <a:pt x="4237120" y="2098585"/>
                </a:moveTo>
                <a:lnTo>
                  <a:pt x="4220154" y="2102011"/>
                </a:lnTo>
                <a:lnTo>
                  <a:pt x="4206297" y="2111352"/>
                </a:lnTo>
                <a:lnTo>
                  <a:pt x="4196953" y="2125206"/>
                </a:lnTo>
                <a:lnTo>
                  <a:pt x="4193526" y="2142170"/>
                </a:lnTo>
                <a:lnTo>
                  <a:pt x="4196953" y="2159136"/>
                </a:lnTo>
                <a:lnTo>
                  <a:pt x="4206297" y="2172992"/>
                </a:lnTo>
                <a:lnTo>
                  <a:pt x="4220154" y="2182334"/>
                </a:lnTo>
                <a:lnTo>
                  <a:pt x="4237120" y="2185760"/>
                </a:lnTo>
                <a:lnTo>
                  <a:pt x="4254111" y="2182334"/>
                </a:lnTo>
                <a:lnTo>
                  <a:pt x="4267982" y="2172992"/>
                </a:lnTo>
                <a:lnTo>
                  <a:pt x="4277331" y="2159136"/>
                </a:lnTo>
                <a:lnTo>
                  <a:pt x="4280759" y="2142170"/>
                </a:lnTo>
                <a:lnTo>
                  <a:pt x="4277331" y="2125206"/>
                </a:lnTo>
                <a:lnTo>
                  <a:pt x="4267982" y="2111352"/>
                </a:lnTo>
                <a:lnTo>
                  <a:pt x="4254111" y="2102011"/>
                </a:lnTo>
                <a:lnTo>
                  <a:pt x="4237120" y="2098585"/>
                </a:lnTo>
                <a:close/>
              </a:path>
              <a:path extrusionOk="0" h="2468879" w="4523105">
                <a:moveTo>
                  <a:pt x="4522590" y="2099522"/>
                </a:moveTo>
                <a:lnTo>
                  <a:pt x="4521765" y="2099689"/>
                </a:lnTo>
                <a:lnTo>
                  <a:pt x="4507107" y="2109571"/>
                </a:lnTo>
                <a:lnTo>
                  <a:pt x="4497223" y="2124226"/>
                </a:lnTo>
                <a:lnTo>
                  <a:pt x="4493599" y="2142170"/>
                </a:lnTo>
                <a:lnTo>
                  <a:pt x="4497223" y="2160119"/>
                </a:lnTo>
                <a:lnTo>
                  <a:pt x="4507107" y="2174776"/>
                </a:lnTo>
                <a:lnTo>
                  <a:pt x="4521765" y="2184657"/>
                </a:lnTo>
                <a:lnTo>
                  <a:pt x="4522590" y="2184824"/>
                </a:lnTo>
                <a:lnTo>
                  <a:pt x="4522590" y="2099522"/>
                </a:lnTo>
                <a:close/>
              </a:path>
              <a:path extrusionOk="0" h="2468879" w="4523105">
                <a:moveTo>
                  <a:pt x="1212050" y="2444043"/>
                </a:moveTo>
                <a:lnTo>
                  <a:pt x="1210385" y="2444043"/>
                </a:lnTo>
                <a:lnTo>
                  <a:pt x="1210385" y="2444983"/>
                </a:lnTo>
                <a:lnTo>
                  <a:pt x="1212050" y="2444983"/>
                </a:lnTo>
                <a:lnTo>
                  <a:pt x="1212050" y="2444043"/>
                </a:lnTo>
                <a:close/>
              </a:path>
              <a:path extrusionOk="0" h="2468879" w="4523105">
                <a:moveTo>
                  <a:pt x="1515677" y="2441152"/>
                </a:moveTo>
                <a:lnTo>
                  <a:pt x="1511943" y="2441152"/>
                </a:lnTo>
                <a:lnTo>
                  <a:pt x="1510458" y="2442648"/>
                </a:lnTo>
                <a:lnTo>
                  <a:pt x="1510458" y="2446378"/>
                </a:lnTo>
                <a:lnTo>
                  <a:pt x="1511943" y="2447871"/>
                </a:lnTo>
                <a:lnTo>
                  <a:pt x="1515677" y="2447871"/>
                </a:lnTo>
                <a:lnTo>
                  <a:pt x="1517161" y="2446378"/>
                </a:lnTo>
                <a:lnTo>
                  <a:pt x="1517161" y="2442648"/>
                </a:lnTo>
                <a:lnTo>
                  <a:pt x="1515677" y="2441152"/>
                </a:lnTo>
                <a:close/>
              </a:path>
              <a:path extrusionOk="0" h="2468879" w="4523105">
                <a:moveTo>
                  <a:pt x="1820564" y="2436988"/>
                </a:moveTo>
                <a:lnTo>
                  <a:pt x="1812241" y="2436988"/>
                </a:lnTo>
                <a:lnTo>
                  <a:pt x="1808867" y="2440364"/>
                </a:lnTo>
                <a:lnTo>
                  <a:pt x="1808867" y="2448696"/>
                </a:lnTo>
                <a:lnTo>
                  <a:pt x="1812241" y="2452072"/>
                </a:lnTo>
                <a:lnTo>
                  <a:pt x="1820564" y="2452072"/>
                </a:lnTo>
                <a:lnTo>
                  <a:pt x="1823938" y="2448696"/>
                </a:lnTo>
                <a:lnTo>
                  <a:pt x="1823938" y="2440364"/>
                </a:lnTo>
                <a:lnTo>
                  <a:pt x="1820564" y="2436988"/>
                </a:lnTo>
                <a:close/>
              </a:path>
              <a:path extrusionOk="0" h="2468879" w="4523105">
                <a:moveTo>
                  <a:pt x="2125001" y="2433629"/>
                </a:moveTo>
                <a:lnTo>
                  <a:pt x="2112989" y="2433629"/>
                </a:lnTo>
                <a:lnTo>
                  <a:pt x="2108085" y="2438517"/>
                </a:lnTo>
                <a:lnTo>
                  <a:pt x="2108085" y="2450543"/>
                </a:lnTo>
                <a:lnTo>
                  <a:pt x="2112989" y="2455431"/>
                </a:lnTo>
                <a:lnTo>
                  <a:pt x="2125001" y="2455431"/>
                </a:lnTo>
                <a:lnTo>
                  <a:pt x="2129905" y="2450543"/>
                </a:lnTo>
                <a:lnTo>
                  <a:pt x="2129905" y="2438517"/>
                </a:lnTo>
                <a:lnTo>
                  <a:pt x="2125001" y="2433629"/>
                </a:lnTo>
                <a:close/>
              </a:path>
              <a:path extrusionOk="0" h="2468879" w="4523105">
                <a:moveTo>
                  <a:pt x="2429933" y="2429464"/>
                </a:moveTo>
                <a:lnTo>
                  <a:pt x="2413242" y="2429464"/>
                </a:lnTo>
                <a:lnTo>
                  <a:pt x="2406494" y="2436213"/>
                </a:lnTo>
                <a:lnTo>
                  <a:pt x="2406494" y="2452878"/>
                </a:lnTo>
                <a:lnTo>
                  <a:pt x="2413242" y="2459629"/>
                </a:lnTo>
                <a:lnTo>
                  <a:pt x="2429933" y="2459629"/>
                </a:lnTo>
                <a:lnTo>
                  <a:pt x="2436681" y="2452878"/>
                </a:lnTo>
                <a:lnTo>
                  <a:pt x="2436681" y="2436213"/>
                </a:lnTo>
                <a:lnTo>
                  <a:pt x="2429933" y="2429464"/>
                </a:lnTo>
                <a:close/>
              </a:path>
              <a:path extrusionOk="0" h="2468879" w="4523105">
                <a:moveTo>
                  <a:pt x="2733920" y="2426944"/>
                </a:moveTo>
                <a:lnTo>
                  <a:pt x="2714440" y="2426944"/>
                </a:lnTo>
                <a:lnTo>
                  <a:pt x="2706567" y="2434821"/>
                </a:lnTo>
                <a:lnTo>
                  <a:pt x="2706567" y="2454272"/>
                </a:lnTo>
                <a:lnTo>
                  <a:pt x="2714440" y="2462150"/>
                </a:lnTo>
                <a:lnTo>
                  <a:pt x="2733920" y="2462150"/>
                </a:lnTo>
                <a:lnTo>
                  <a:pt x="2741793" y="2454272"/>
                </a:lnTo>
                <a:lnTo>
                  <a:pt x="2741793" y="2434821"/>
                </a:lnTo>
                <a:lnTo>
                  <a:pt x="2733920" y="2426944"/>
                </a:lnTo>
                <a:close/>
              </a:path>
              <a:path extrusionOk="0" h="2468879" w="4523105">
                <a:moveTo>
                  <a:pt x="3026795" y="2423587"/>
                </a:moveTo>
                <a:lnTo>
                  <a:pt x="3018615" y="2425234"/>
                </a:lnTo>
                <a:lnTo>
                  <a:pt x="3011937" y="2429726"/>
                </a:lnTo>
                <a:lnTo>
                  <a:pt x="3007436" y="2436388"/>
                </a:lnTo>
                <a:lnTo>
                  <a:pt x="3005785" y="2444545"/>
                </a:lnTo>
                <a:lnTo>
                  <a:pt x="3007436" y="2452703"/>
                </a:lnTo>
                <a:lnTo>
                  <a:pt x="3011937" y="2459367"/>
                </a:lnTo>
                <a:lnTo>
                  <a:pt x="3018615" y="2463861"/>
                </a:lnTo>
                <a:lnTo>
                  <a:pt x="3026795" y="2465509"/>
                </a:lnTo>
                <a:lnTo>
                  <a:pt x="3034948" y="2463861"/>
                </a:lnTo>
                <a:lnTo>
                  <a:pt x="3041613" y="2459367"/>
                </a:lnTo>
                <a:lnTo>
                  <a:pt x="3046110" y="2452703"/>
                </a:lnTo>
                <a:lnTo>
                  <a:pt x="3047760" y="2444545"/>
                </a:lnTo>
                <a:lnTo>
                  <a:pt x="3046110" y="2436388"/>
                </a:lnTo>
                <a:lnTo>
                  <a:pt x="3041613" y="2429726"/>
                </a:lnTo>
                <a:lnTo>
                  <a:pt x="3034948" y="2425234"/>
                </a:lnTo>
                <a:lnTo>
                  <a:pt x="3026795" y="2423587"/>
                </a:lnTo>
                <a:close/>
              </a:path>
              <a:path extrusionOk="0" h="2468879" w="4523105">
                <a:moveTo>
                  <a:pt x="3329387" y="2421902"/>
                </a:moveTo>
                <a:lnTo>
                  <a:pt x="3320549" y="2423680"/>
                </a:lnTo>
                <a:lnTo>
                  <a:pt x="3313343" y="2428531"/>
                </a:lnTo>
                <a:lnTo>
                  <a:pt x="3308491" y="2435728"/>
                </a:lnTo>
                <a:lnTo>
                  <a:pt x="3306713" y="2444545"/>
                </a:lnTo>
                <a:lnTo>
                  <a:pt x="3308491" y="2453362"/>
                </a:lnTo>
                <a:lnTo>
                  <a:pt x="3313343" y="2460558"/>
                </a:lnTo>
                <a:lnTo>
                  <a:pt x="3320549" y="2465409"/>
                </a:lnTo>
                <a:lnTo>
                  <a:pt x="3329387" y="2467187"/>
                </a:lnTo>
                <a:lnTo>
                  <a:pt x="3338200" y="2465409"/>
                </a:lnTo>
                <a:lnTo>
                  <a:pt x="3345392" y="2460558"/>
                </a:lnTo>
                <a:lnTo>
                  <a:pt x="3350240" y="2453362"/>
                </a:lnTo>
                <a:lnTo>
                  <a:pt x="3352017" y="2444545"/>
                </a:lnTo>
                <a:lnTo>
                  <a:pt x="3350240" y="2435728"/>
                </a:lnTo>
                <a:lnTo>
                  <a:pt x="3345392" y="2428531"/>
                </a:lnTo>
                <a:lnTo>
                  <a:pt x="3338200" y="2423680"/>
                </a:lnTo>
                <a:lnTo>
                  <a:pt x="3329387" y="2421902"/>
                </a:lnTo>
                <a:close/>
              </a:path>
              <a:path extrusionOk="0" h="2468879" w="4523105">
                <a:moveTo>
                  <a:pt x="3631935" y="2421902"/>
                </a:moveTo>
                <a:lnTo>
                  <a:pt x="3623123" y="2423680"/>
                </a:lnTo>
                <a:lnTo>
                  <a:pt x="3615930" y="2428531"/>
                </a:lnTo>
                <a:lnTo>
                  <a:pt x="3611083" y="2435728"/>
                </a:lnTo>
                <a:lnTo>
                  <a:pt x="3609306" y="2444545"/>
                </a:lnTo>
                <a:lnTo>
                  <a:pt x="3611083" y="2453362"/>
                </a:lnTo>
                <a:lnTo>
                  <a:pt x="3615930" y="2460558"/>
                </a:lnTo>
                <a:lnTo>
                  <a:pt x="3623123" y="2465409"/>
                </a:lnTo>
                <a:lnTo>
                  <a:pt x="3631935" y="2467187"/>
                </a:lnTo>
                <a:lnTo>
                  <a:pt x="3640773" y="2465409"/>
                </a:lnTo>
                <a:lnTo>
                  <a:pt x="3647979" y="2460558"/>
                </a:lnTo>
                <a:lnTo>
                  <a:pt x="3652831" y="2453362"/>
                </a:lnTo>
                <a:lnTo>
                  <a:pt x="3654609" y="2444545"/>
                </a:lnTo>
                <a:lnTo>
                  <a:pt x="3652831" y="2435728"/>
                </a:lnTo>
                <a:lnTo>
                  <a:pt x="3647979" y="2428531"/>
                </a:lnTo>
                <a:lnTo>
                  <a:pt x="3640773" y="2423680"/>
                </a:lnTo>
                <a:lnTo>
                  <a:pt x="3631935" y="2421902"/>
                </a:lnTo>
                <a:close/>
              </a:path>
              <a:path extrusionOk="0" h="2468879" w="4523105">
                <a:moveTo>
                  <a:pt x="3934527" y="2420258"/>
                </a:moveTo>
                <a:lnTo>
                  <a:pt x="3925076" y="2422168"/>
                </a:lnTo>
                <a:lnTo>
                  <a:pt x="3917353" y="2427377"/>
                </a:lnTo>
                <a:lnTo>
                  <a:pt x="3912144" y="2435103"/>
                </a:lnTo>
                <a:lnTo>
                  <a:pt x="3910234" y="2444562"/>
                </a:lnTo>
                <a:lnTo>
                  <a:pt x="3912144" y="2454021"/>
                </a:lnTo>
                <a:lnTo>
                  <a:pt x="3917353" y="2461747"/>
                </a:lnTo>
                <a:lnTo>
                  <a:pt x="3925076" y="2466957"/>
                </a:lnTo>
                <a:lnTo>
                  <a:pt x="3934527" y="2468868"/>
                </a:lnTo>
                <a:lnTo>
                  <a:pt x="3944005" y="2466957"/>
                </a:lnTo>
                <a:lnTo>
                  <a:pt x="3951741" y="2461747"/>
                </a:lnTo>
                <a:lnTo>
                  <a:pt x="3956955" y="2454021"/>
                </a:lnTo>
                <a:lnTo>
                  <a:pt x="3958866" y="2444562"/>
                </a:lnTo>
                <a:lnTo>
                  <a:pt x="3956955" y="2435103"/>
                </a:lnTo>
                <a:lnTo>
                  <a:pt x="3951741" y="2427377"/>
                </a:lnTo>
                <a:lnTo>
                  <a:pt x="3944005" y="2422168"/>
                </a:lnTo>
                <a:lnTo>
                  <a:pt x="3934527" y="2420258"/>
                </a:lnTo>
                <a:close/>
              </a:path>
              <a:path extrusionOk="0" h="2468879" w="4523105">
                <a:moveTo>
                  <a:pt x="4237120" y="2421902"/>
                </a:moveTo>
                <a:lnTo>
                  <a:pt x="4228308" y="2423680"/>
                </a:lnTo>
                <a:lnTo>
                  <a:pt x="4221115" y="2428531"/>
                </a:lnTo>
                <a:lnTo>
                  <a:pt x="4216268" y="2435728"/>
                </a:lnTo>
                <a:lnTo>
                  <a:pt x="4214491" y="2444545"/>
                </a:lnTo>
                <a:lnTo>
                  <a:pt x="4216268" y="2453362"/>
                </a:lnTo>
                <a:lnTo>
                  <a:pt x="4221115" y="2460558"/>
                </a:lnTo>
                <a:lnTo>
                  <a:pt x="4228308" y="2465409"/>
                </a:lnTo>
                <a:lnTo>
                  <a:pt x="4237120" y="2467187"/>
                </a:lnTo>
                <a:lnTo>
                  <a:pt x="4245958" y="2465409"/>
                </a:lnTo>
                <a:lnTo>
                  <a:pt x="4253164" y="2460558"/>
                </a:lnTo>
                <a:lnTo>
                  <a:pt x="4258016" y="2453362"/>
                </a:lnTo>
                <a:lnTo>
                  <a:pt x="4259794" y="2444545"/>
                </a:lnTo>
                <a:lnTo>
                  <a:pt x="4258016" y="2435728"/>
                </a:lnTo>
                <a:lnTo>
                  <a:pt x="4253164" y="2428531"/>
                </a:lnTo>
                <a:lnTo>
                  <a:pt x="4245958" y="2423680"/>
                </a:lnTo>
                <a:lnTo>
                  <a:pt x="4237120" y="2421902"/>
                </a:lnTo>
                <a:close/>
              </a:path>
              <a:path extrusionOk="0" h="2468879" w="4523105">
                <a:moveTo>
                  <a:pt x="4522590" y="2434634"/>
                </a:moveTo>
                <a:lnTo>
                  <a:pt x="4521188" y="2436710"/>
                </a:lnTo>
                <a:lnTo>
                  <a:pt x="4519603" y="2444545"/>
                </a:lnTo>
                <a:lnTo>
                  <a:pt x="4521188" y="2452380"/>
                </a:lnTo>
                <a:lnTo>
                  <a:pt x="4522590" y="2454457"/>
                </a:lnTo>
                <a:lnTo>
                  <a:pt x="4522590" y="2434634"/>
                </a:lnTo>
                <a:close/>
              </a:path>
            </a:pathLst>
          </a:custGeom>
          <a:solidFill>
            <a:srgbClr val="E9C6C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3" name="Google Shape;113;p6"/>
          <p:cNvSpPr/>
          <p:nvPr/>
        </p:nvSpPr>
        <p:spPr>
          <a:xfrm>
            <a:off x="11563350" y="9458325"/>
            <a:ext cx="6724650" cy="18415"/>
          </a:xfrm>
          <a:custGeom>
            <a:rect b="b" l="l" r="r" t="t"/>
            <a:pathLst>
              <a:path extrusionOk="0" h="18415" w="6724650">
                <a:moveTo>
                  <a:pt x="0" y="0"/>
                </a:moveTo>
                <a:lnTo>
                  <a:pt x="6724650" y="18028"/>
                </a:lnTo>
              </a:path>
            </a:pathLst>
          </a:custGeom>
          <a:noFill/>
          <a:ln cap="flat" cmpd="sng" w="114300">
            <a:solidFill>
              <a:srgbClr val="9FC3D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4" name="Google Shape;114;p6"/>
          <p:cNvSpPr txBox="1"/>
          <p:nvPr>
            <p:ph type="title"/>
          </p:nvPr>
        </p:nvSpPr>
        <p:spPr>
          <a:xfrm>
            <a:off x="2434589" y="22034"/>
            <a:ext cx="13001625" cy="3056890"/>
          </a:xfrm>
          <a:prstGeom prst="rect">
            <a:avLst/>
          </a:prstGeom>
          <a:noFill/>
          <a:ln>
            <a:noFill/>
          </a:ln>
        </p:spPr>
        <p:txBody>
          <a:bodyPr anchorCtr="0" anchor="t" bIns="0" lIns="0" spcFirstLastPara="1" rIns="0" wrap="square" tIns="11425">
            <a:spAutoFit/>
          </a:bodyPr>
          <a:lstStyle/>
          <a:p>
            <a:pPr indent="-2188845" lvl="0" marL="2200910" marR="5080" rtl="0" algn="l">
              <a:lnSpc>
                <a:spcPct val="117700"/>
              </a:lnSpc>
              <a:spcBef>
                <a:spcPts val="0"/>
              </a:spcBef>
              <a:spcAft>
                <a:spcPts val="0"/>
              </a:spcAft>
              <a:buNone/>
            </a:pPr>
            <a:r>
              <a:rPr lang="es-GT" sz="8450">
                <a:solidFill>
                  <a:srgbClr val="000000"/>
                </a:solidFill>
                <a:latin typeface="Calibri"/>
                <a:ea typeface="Calibri"/>
                <a:cs typeface="Calibri"/>
                <a:sym typeface="Calibri"/>
              </a:rPr>
              <a:t>COMPONENTES DEL MODELO ENTIDAD RELACIÓN</a:t>
            </a:r>
            <a:endParaRPr sz="8450">
              <a:latin typeface="Calibri"/>
              <a:ea typeface="Calibri"/>
              <a:cs typeface="Calibri"/>
              <a:sym typeface="Calibri"/>
            </a:endParaRPr>
          </a:p>
        </p:txBody>
      </p:sp>
      <p:sp>
        <p:nvSpPr>
          <p:cNvPr id="115" name="Google Shape;115;p6"/>
          <p:cNvSpPr/>
          <p:nvPr/>
        </p:nvSpPr>
        <p:spPr>
          <a:xfrm>
            <a:off x="15916275" y="0"/>
            <a:ext cx="1447800" cy="1676400"/>
          </a:xfrm>
          <a:custGeom>
            <a:rect b="b" l="l" r="r" t="t"/>
            <a:pathLst>
              <a:path extrusionOk="0" h="1676400" w="1447800">
                <a:moveTo>
                  <a:pt x="1447800" y="0"/>
                </a:moveTo>
                <a:lnTo>
                  <a:pt x="0" y="0"/>
                </a:lnTo>
                <a:lnTo>
                  <a:pt x="0" y="998093"/>
                </a:lnTo>
                <a:lnTo>
                  <a:pt x="2451" y="1046894"/>
                </a:lnTo>
                <a:lnTo>
                  <a:pt x="8414" y="1094753"/>
                </a:lnTo>
                <a:lnTo>
                  <a:pt x="17766" y="1141553"/>
                </a:lnTo>
                <a:lnTo>
                  <a:pt x="30388" y="1187177"/>
                </a:lnTo>
                <a:lnTo>
                  <a:pt x="46159" y="1231509"/>
                </a:lnTo>
                <a:lnTo>
                  <a:pt x="64958" y="1274430"/>
                </a:lnTo>
                <a:lnTo>
                  <a:pt x="86664" y="1315826"/>
                </a:lnTo>
                <a:lnTo>
                  <a:pt x="111158" y="1355578"/>
                </a:lnTo>
                <a:lnTo>
                  <a:pt x="138318" y="1393570"/>
                </a:lnTo>
                <a:lnTo>
                  <a:pt x="168025" y="1429686"/>
                </a:lnTo>
                <a:lnTo>
                  <a:pt x="200156" y="1463808"/>
                </a:lnTo>
                <a:lnTo>
                  <a:pt x="234592" y="1495820"/>
                </a:lnTo>
                <a:lnTo>
                  <a:pt x="271212" y="1525604"/>
                </a:lnTo>
                <a:lnTo>
                  <a:pt x="309896" y="1553044"/>
                </a:lnTo>
                <a:lnTo>
                  <a:pt x="350522" y="1578024"/>
                </a:lnTo>
                <a:lnTo>
                  <a:pt x="392971" y="1600426"/>
                </a:lnTo>
                <a:lnTo>
                  <a:pt x="437122" y="1620133"/>
                </a:lnTo>
                <a:lnTo>
                  <a:pt x="482853" y="1637029"/>
                </a:lnTo>
                <a:lnTo>
                  <a:pt x="528493" y="1650244"/>
                </a:lnTo>
                <a:lnTo>
                  <a:pt x="576029" y="1661147"/>
                </a:lnTo>
                <a:lnTo>
                  <a:pt x="624887" y="1669381"/>
                </a:lnTo>
                <a:lnTo>
                  <a:pt x="674495" y="1674585"/>
                </a:lnTo>
                <a:lnTo>
                  <a:pt x="724280" y="1676400"/>
                </a:lnTo>
                <a:lnTo>
                  <a:pt x="773571" y="1674823"/>
                </a:lnTo>
                <a:lnTo>
                  <a:pt x="821971" y="1670186"/>
                </a:lnTo>
                <a:lnTo>
                  <a:pt x="869323" y="1662629"/>
                </a:lnTo>
                <a:lnTo>
                  <a:pt x="915467" y="1652292"/>
                </a:lnTo>
                <a:lnTo>
                  <a:pt x="960246" y="1639316"/>
                </a:lnTo>
                <a:lnTo>
                  <a:pt x="961771" y="1638553"/>
                </a:lnTo>
                <a:lnTo>
                  <a:pt x="963421" y="1638553"/>
                </a:lnTo>
                <a:lnTo>
                  <a:pt x="964946" y="1637792"/>
                </a:lnTo>
                <a:lnTo>
                  <a:pt x="1010224" y="1620535"/>
                </a:lnTo>
                <a:lnTo>
                  <a:pt x="1054025" y="1600510"/>
                </a:lnTo>
                <a:lnTo>
                  <a:pt x="1096218" y="1577833"/>
                </a:lnTo>
                <a:lnTo>
                  <a:pt x="1136674" y="1552621"/>
                </a:lnTo>
                <a:lnTo>
                  <a:pt x="1175262" y="1524990"/>
                </a:lnTo>
                <a:lnTo>
                  <a:pt x="1211852" y="1495058"/>
                </a:lnTo>
                <a:lnTo>
                  <a:pt x="1246315" y="1462940"/>
                </a:lnTo>
                <a:lnTo>
                  <a:pt x="1278520" y="1428755"/>
                </a:lnTo>
                <a:lnTo>
                  <a:pt x="1308338" y="1392618"/>
                </a:lnTo>
                <a:lnTo>
                  <a:pt x="1335637" y="1354647"/>
                </a:lnTo>
                <a:lnTo>
                  <a:pt x="1360290" y="1314958"/>
                </a:lnTo>
                <a:lnTo>
                  <a:pt x="1382164" y="1273668"/>
                </a:lnTo>
                <a:lnTo>
                  <a:pt x="1401131" y="1230895"/>
                </a:lnTo>
                <a:lnTo>
                  <a:pt x="1417060" y="1186754"/>
                </a:lnTo>
                <a:lnTo>
                  <a:pt x="1429821" y="1141363"/>
                </a:lnTo>
                <a:lnTo>
                  <a:pt x="1439285" y="1094838"/>
                </a:lnTo>
                <a:lnTo>
                  <a:pt x="1445321" y="1047296"/>
                </a:lnTo>
                <a:lnTo>
                  <a:pt x="1447800" y="998854"/>
                </a:lnTo>
                <a:lnTo>
                  <a:pt x="1447800" y="0"/>
                </a:lnTo>
                <a:close/>
              </a:path>
            </a:pathLst>
          </a:custGeom>
          <a:solidFill>
            <a:srgbClr val="9FC3D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6" name="Google Shape;116;p6"/>
          <p:cNvSpPr txBox="1"/>
          <p:nvPr/>
        </p:nvSpPr>
        <p:spPr>
          <a:xfrm>
            <a:off x="16435451" y="353948"/>
            <a:ext cx="428625" cy="87249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s-GT" sz="5550">
                <a:latin typeface="Arial Black"/>
                <a:ea typeface="Arial Black"/>
                <a:cs typeface="Arial Black"/>
                <a:sym typeface="Arial Black"/>
              </a:rPr>
              <a:t>9</a:t>
            </a:r>
            <a:endParaRPr sz="5550">
              <a:latin typeface="Arial Black"/>
              <a:ea typeface="Arial Black"/>
              <a:cs typeface="Arial Black"/>
              <a:sym typeface="Arial Black"/>
            </a:endParaRPr>
          </a:p>
        </p:txBody>
      </p:sp>
      <p:sp>
        <p:nvSpPr>
          <p:cNvPr id="117" name="Google Shape;117;p6"/>
          <p:cNvSpPr/>
          <p:nvPr/>
        </p:nvSpPr>
        <p:spPr>
          <a:xfrm>
            <a:off x="67709" y="133724"/>
            <a:ext cx="4617085" cy="1607820"/>
          </a:xfrm>
          <a:custGeom>
            <a:rect b="b" l="l" r="r" t="t"/>
            <a:pathLst>
              <a:path extrusionOk="0" h="1607820" w="4617085">
                <a:moveTo>
                  <a:pt x="29377" y="41823"/>
                </a:moveTo>
                <a:lnTo>
                  <a:pt x="17935" y="44133"/>
                </a:lnTo>
                <a:lnTo>
                  <a:pt x="8598" y="50431"/>
                </a:lnTo>
                <a:lnTo>
                  <a:pt x="2306" y="59771"/>
                </a:lnTo>
                <a:lnTo>
                  <a:pt x="0" y="71203"/>
                </a:lnTo>
                <a:lnTo>
                  <a:pt x="2306" y="82609"/>
                </a:lnTo>
                <a:lnTo>
                  <a:pt x="8598" y="91935"/>
                </a:lnTo>
                <a:lnTo>
                  <a:pt x="17935" y="98229"/>
                </a:lnTo>
                <a:lnTo>
                  <a:pt x="29377" y="100538"/>
                </a:lnTo>
                <a:lnTo>
                  <a:pt x="40793" y="98229"/>
                </a:lnTo>
                <a:lnTo>
                  <a:pt x="50117" y="91935"/>
                </a:lnTo>
                <a:lnTo>
                  <a:pt x="56404" y="82609"/>
                </a:lnTo>
                <a:lnTo>
                  <a:pt x="58709" y="71203"/>
                </a:lnTo>
                <a:lnTo>
                  <a:pt x="56404" y="59771"/>
                </a:lnTo>
                <a:lnTo>
                  <a:pt x="50117" y="50431"/>
                </a:lnTo>
                <a:lnTo>
                  <a:pt x="40793" y="44133"/>
                </a:lnTo>
                <a:lnTo>
                  <a:pt x="29377" y="41823"/>
                </a:lnTo>
                <a:close/>
              </a:path>
              <a:path extrusionOk="0" h="1607820" w="4617085">
                <a:moveTo>
                  <a:pt x="331969" y="38498"/>
                </a:moveTo>
                <a:lnTo>
                  <a:pt x="319222" y="41069"/>
                </a:lnTo>
                <a:lnTo>
                  <a:pt x="308812" y="48078"/>
                </a:lnTo>
                <a:lnTo>
                  <a:pt x="301792" y="58474"/>
                </a:lnTo>
                <a:lnTo>
                  <a:pt x="299218" y="71203"/>
                </a:lnTo>
                <a:lnTo>
                  <a:pt x="301792" y="83932"/>
                </a:lnTo>
                <a:lnTo>
                  <a:pt x="308812" y="94328"/>
                </a:lnTo>
                <a:lnTo>
                  <a:pt x="319222" y="101337"/>
                </a:lnTo>
                <a:lnTo>
                  <a:pt x="331969" y="103908"/>
                </a:lnTo>
                <a:lnTo>
                  <a:pt x="344691" y="101337"/>
                </a:lnTo>
                <a:lnTo>
                  <a:pt x="355088" y="94328"/>
                </a:lnTo>
                <a:lnTo>
                  <a:pt x="362103" y="83932"/>
                </a:lnTo>
                <a:lnTo>
                  <a:pt x="364676" y="71203"/>
                </a:lnTo>
                <a:lnTo>
                  <a:pt x="362103" y="58474"/>
                </a:lnTo>
                <a:lnTo>
                  <a:pt x="355088" y="48079"/>
                </a:lnTo>
                <a:lnTo>
                  <a:pt x="344691" y="41069"/>
                </a:lnTo>
                <a:lnTo>
                  <a:pt x="331969" y="38498"/>
                </a:lnTo>
                <a:close/>
              </a:path>
              <a:path extrusionOk="0" h="1607820" w="4617085">
                <a:moveTo>
                  <a:pt x="634562" y="35983"/>
                </a:moveTo>
                <a:lnTo>
                  <a:pt x="620833" y="38751"/>
                </a:lnTo>
                <a:lnTo>
                  <a:pt x="609622" y="46298"/>
                </a:lnTo>
                <a:lnTo>
                  <a:pt x="602063" y="57494"/>
                </a:lnTo>
                <a:lnTo>
                  <a:pt x="599291" y="71203"/>
                </a:lnTo>
                <a:lnTo>
                  <a:pt x="602063" y="84913"/>
                </a:lnTo>
                <a:lnTo>
                  <a:pt x="609622" y="96108"/>
                </a:lnTo>
                <a:lnTo>
                  <a:pt x="620833" y="103656"/>
                </a:lnTo>
                <a:lnTo>
                  <a:pt x="634562" y="106423"/>
                </a:lnTo>
                <a:lnTo>
                  <a:pt x="648265" y="103656"/>
                </a:lnTo>
                <a:lnTo>
                  <a:pt x="659463" y="96108"/>
                </a:lnTo>
                <a:lnTo>
                  <a:pt x="667017" y="84913"/>
                </a:lnTo>
                <a:lnTo>
                  <a:pt x="669788" y="71203"/>
                </a:lnTo>
                <a:lnTo>
                  <a:pt x="667017" y="57494"/>
                </a:lnTo>
                <a:lnTo>
                  <a:pt x="659463" y="46298"/>
                </a:lnTo>
                <a:lnTo>
                  <a:pt x="648265" y="38751"/>
                </a:lnTo>
                <a:lnTo>
                  <a:pt x="634562" y="35983"/>
                </a:lnTo>
                <a:close/>
              </a:path>
              <a:path extrusionOk="0" h="1607820" w="4617085">
                <a:moveTo>
                  <a:pt x="937110" y="33467"/>
                </a:moveTo>
                <a:lnTo>
                  <a:pt x="922424" y="36432"/>
                </a:lnTo>
                <a:lnTo>
                  <a:pt x="910426" y="44518"/>
                </a:lnTo>
                <a:lnTo>
                  <a:pt x="902333" y="56513"/>
                </a:lnTo>
                <a:lnTo>
                  <a:pt x="899364" y="71203"/>
                </a:lnTo>
                <a:lnTo>
                  <a:pt x="902333" y="85893"/>
                </a:lnTo>
                <a:lnTo>
                  <a:pt x="910426" y="97888"/>
                </a:lnTo>
                <a:lnTo>
                  <a:pt x="922424" y="105974"/>
                </a:lnTo>
                <a:lnTo>
                  <a:pt x="937110" y="108939"/>
                </a:lnTo>
                <a:lnTo>
                  <a:pt x="951821" y="105974"/>
                </a:lnTo>
                <a:lnTo>
                  <a:pt x="963833" y="97888"/>
                </a:lnTo>
                <a:lnTo>
                  <a:pt x="971931" y="85893"/>
                </a:lnTo>
                <a:lnTo>
                  <a:pt x="974900" y="71203"/>
                </a:lnTo>
                <a:lnTo>
                  <a:pt x="971931" y="56513"/>
                </a:lnTo>
                <a:lnTo>
                  <a:pt x="963833" y="44518"/>
                </a:lnTo>
                <a:lnTo>
                  <a:pt x="951821" y="36432"/>
                </a:lnTo>
                <a:lnTo>
                  <a:pt x="937110" y="33467"/>
                </a:lnTo>
                <a:close/>
              </a:path>
              <a:path extrusionOk="0" h="1607820" w="4617085">
                <a:moveTo>
                  <a:pt x="1239702" y="30098"/>
                </a:moveTo>
                <a:lnTo>
                  <a:pt x="1223718" y="33330"/>
                </a:lnTo>
                <a:lnTo>
                  <a:pt x="1210662" y="42143"/>
                </a:lnTo>
                <a:lnTo>
                  <a:pt x="1201857" y="55210"/>
                </a:lnTo>
                <a:lnTo>
                  <a:pt x="1198628" y="71203"/>
                </a:lnTo>
                <a:lnTo>
                  <a:pt x="1201857" y="87197"/>
                </a:lnTo>
                <a:lnTo>
                  <a:pt x="1210662" y="100263"/>
                </a:lnTo>
                <a:lnTo>
                  <a:pt x="1223718" y="109076"/>
                </a:lnTo>
                <a:lnTo>
                  <a:pt x="1239702" y="112309"/>
                </a:lnTo>
                <a:lnTo>
                  <a:pt x="1255719" y="109076"/>
                </a:lnTo>
                <a:lnTo>
                  <a:pt x="1268804" y="100263"/>
                </a:lnTo>
                <a:lnTo>
                  <a:pt x="1277629" y="87197"/>
                </a:lnTo>
                <a:lnTo>
                  <a:pt x="1280867" y="71203"/>
                </a:lnTo>
                <a:lnTo>
                  <a:pt x="1277629" y="55210"/>
                </a:lnTo>
                <a:lnTo>
                  <a:pt x="1268804" y="42143"/>
                </a:lnTo>
                <a:lnTo>
                  <a:pt x="1255719" y="33330"/>
                </a:lnTo>
                <a:lnTo>
                  <a:pt x="1239702" y="30098"/>
                </a:lnTo>
                <a:close/>
              </a:path>
              <a:path extrusionOk="0" h="1607820" w="4617085">
                <a:moveTo>
                  <a:pt x="1542295" y="27627"/>
                </a:moveTo>
                <a:lnTo>
                  <a:pt x="1525329" y="31056"/>
                </a:lnTo>
                <a:lnTo>
                  <a:pt x="1511472" y="40402"/>
                </a:lnTo>
                <a:lnTo>
                  <a:pt x="1502128" y="54255"/>
                </a:lnTo>
                <a:lnTo>
                  <a:pt x="1498701" y="71203"/>
                </a:lnTo>
                <a:lnTo>
                  <a:pt x="1502128" y="88177"/>
                </a:lnTo>
                <a:lnTo>
                  <a:pt x="1511472" y="102043"/>
                </a:lnTo>
                <a:lnTo>
                  <a:pt x="1525329" y="111395"/>
                </a:lnTo>
                <a:lnTo>
                  <a:pt x="1542295" y="114824"/>
                </a:lnTo>
                <a:lnTo>
                  <a:pt x="1559286" y="111395"/>
                </a:lnTo>
                <a:lnTo>
                  <a:pt x="1573157" y="102044"/>
                </a:lnTo>
                <a:lnTo>
                  <a:pt x="1582506" y="88177"/>
                </a:lnTo>
                <a:lnTo>
                  <a:pt x="1585933" y="71203"/>
                </a:lnTo>
                <a:lnTo>
                  <a:pt x="1582506" y="54255"/>
                </a:lnTo>
                <a:lnTo>
                  <a:pt x="1573157" y="40402"/>
                </a:lnTo>
                <a:lnTo>
                  <a:pt x="1559286" y="31056"/>
                </a:lnTo>
                <a:lnTo>
                  <a:pt x="1542295" y="27627"/>
                </a:lnTo>
                <a:close/>
              </a:path>
              <a:path extrusionOk="0" h="1607820" w="4617085">
                <a:moveTo>
                  <a:pt x="1844887" y="25111"/>
                </a:moveTo>
                <a:lnTo>
                  <a:pt x="1826939" y="28738"/>
                </a:lnTo>
                <a:lnTo>
                  <a:pt x="1812282" y="38622"/>
                </a:lnTo>
                <a:lnTo>
                  <a:pt x="1802398" y="53275"/>
                </a:lnTo>
                <a:lnTo>
                  <a:pt x="1798774" y="71203"/>
                </a:lnTo>
                <a:lnTo>
                  <a:pt x="1802398" y="89158"/>
                </a:lnTo>
                <a:lnTo>
                  <a:pt x="1812282" y="103824"/>
                </a:lnTo>
                <a:lnTo>
                  <a:pt x="1826939" y="113713"/>
                </a:lnTo>
                <a:lnTo>
                  <a:pt x="1844887" y="117340"/>
                </a:lnTo>
                <a:lnTo>
                  <a:pt x="1862861" y="113713"/>
                </a:lnTo>
                <a:lnTo>
                  <a:pt x="1877532" y="103824"/>
                </a:lnTo>
                <a:lnTo>
                  <a:pt x="1887420" y="89158"/>
                </a:lnTo>
                <a:lnTo>
                  <a:pt x="1891045" y="71203"/>
                </a:lnTo>
                <a:lnTo>
                  <a:pt x="1887420" y="53275"/>
                </a:lnTo>
                <a:lnTo>
                  <a:pt x="1877532" y="38622"/>
                </a:lnTo>
                <a:lnTo>
                  <a:pt x="1862861" y="28738"/>
                </a:lnTo>
                <a:lnTo>
                  <a:pt x="1844887" y="25111"/>
                </a:lnTo>
                <a:close/>
              </a:path>
              <a:path extrusionOk="0" h="1607820" w="4617085">
                <a:moveTo>
                  <a:pt x="2147480" y="22596"/>
                </a:moveTo>
                <a:lnTo>
                  <a:pt x="2128550" y="26419"/>
                </a:lnTo>
                <a:lnTo>
                  <a:pt x="2113092" y="36842"/>
                </a:lnTo>
                <a:lnTo>
                  <a:pt x="2102669" y="52294"/>
                </a:lnTo>
                <a:lnTo>
                  <a:pt x="2098847" y="71203"/>
                </a:lnTo>
                <a:lnTo>
                  <a:pt x="2102669" y="90139"/>
                </a:lnTo>
                <a:lnTo>
                  <a:pt x="2113092" y="105604"/>
                </a:lnTo>
                <a:lnTo>
                  <a:pt x="2128550" y="116032"/>
                </a:lnTo>
                <a:lnTo>
                  <a:pt x="2147480" y="119856"/>
                </a:lnTo>
                <a:lnTo>
                  <a:pt x="2166442" y="116032"/>
                </a:lnTo>
                <a:lnTo>
                  <a:pt x="2181930" y="105604"/>
                </a:lnTo>
                <a:lnTo>
                  <a:pt x="2192372" y="90139"/>
                </a:lnTo>
                <a:lnTo>
                  <a:pt x="2196202" y="71203"/>
                </a:lnTo>
                <a:lnTo>
                  <a:pt x="2192372" y="52294"/>
                </a:lnTo>
                <a:lnTo>
                  <a:pt x="2181930" y="36842"/>
                </a:lnTo>
                <a:lnTo>
                  <a:pt x="2166442" y="26419"/>
                </a:lnTo>
                <a:lnTo>
                  <a:pt x="2147480" y="22596"/>
                </a:lnTo>
                <a:close/>
              </a:path>
              <a:path extrusionOk="0" h="1607820" w="4617085">
                <a:moveTo>
                  <a:pt x="2450072" y="20080"/>
                </a:moveTo>
                <a:lnTo>
                  <a:pt x="2430160" y="24094"/>
                </a:lnTo>
                <a:lnTo>
                  <a:pt x="2413901" y="35045"/>
                </a:lnTo>
                <a:lnTo>
                  <a:pt x="2402940" y="51294"/>
                </a:lnTo>
                <a:lnTo>
                  <a:pt x="2398920" y="71203"/>
                </a:lnTo>
                <a:lnTo>
                  <a:pt x="2402940" y="91119"/>
                </a:lnTo>
                <a:lnTo>
                  <a:pt x="2413901" y="107384"/>
                </a:lnTo>
                <a:lnTo>
                  <a:pt x="2430160" y="118350"/>
                </a:lnTo>
                <a:lnTo>
                  <a:pt x="2450072" y="122372"/>
                </a:lnTo>
                <a:lnTo>
                  <a:pt x="2470017" y="118350"/>
                </a:lnTo>
                <a:lnTo>
                  <a:pt x="2486305" y="107384"/>
                </a:lnTo>
                <a:lnTo>
                  <a:pt x="2497287" y="91119"/>
                </a:lnTo>
                <a:lnTo>
                  <a:pt x="2501314" y="71203"/>
                </a:lnTo>
                <a:lnTo>
                  <a:pt x="2497287" y="51294"/>
                </a:lnTo>
                <a:lnTo>
                  <a:pt x="2486305" y="35045"/>
                </a:lnTo>
                <a:lnTo>
                  <a:pt x="2470017" y="24094"/>
                </a:lnTo>
                <a:lnTo>
                  <a:pt x="2450072" y="20080"/>
                </a:lnTo>
                <a:close/>
              </a:path>
              <a:path extrusionOk="0" h="1607820" w="4617085">
                <a:moveTo>
                  <a:pt x="2752665" y="16756"/>
                </a:moveTo>
                <a:lnTo>
                  <a:pt x="2731448" y="21038"/>
                </a:lnTo>
                <a:lnTo>
                  <a:pt x="2714115" y="32715"/>
                </a:lnTo>
                <a:lnTo>
                  <a:pt x="2702426" y="50036"/>
                </a:lnTo>
                <a:lnTo>
                  <a:pt x="2698139" y="71248"/>
                </a:lnTo>
                <a:lnTo>
                  <a:pt x="2702426" y="92442"/>
                </a:lnTo>
                <a:lnTo>
                  <a:pt x="2714115" y="109765"/>
                </a:lnTo>
                <a:lnTo>
                  <a:pt x="2731448" y="121453"/>
                </a:lnTo>
                <a:lnTo>
                  <a:pt x="2752665" y="125741"/>
                </a:lnTo>
                <a:lnTo>
                  <a:pt x="2773908" y="121453"/>
                </a:lnTo>
                <a:lnTo>
                  <a:pt x="2791253" y="109765"/>
                </a:lnTo>
                <a:lnTo>
                  <a:pt x="2802948" y="92442"/>
                </a:lnTo>
                <a:lnTo>
                  <a:pt x="2807236" y="71248"/>
                </a:lnTo>
                <a:lnTo>
                  <a:pt x="2802948" y="50036"/>
                </a:lnTo>
                <a:lnTo>
                  <a:pt x="2791253" y="32715"/>
                </a:lnTo>
                <a:lnTo>
                  <a:pt x="2773908" y="21038"/>
                </a:lnTo>
                <a:lnTo>
                  <a:pt x="2752665" y="16756"/>
                </a:lnTo>
                <a:close/>
              </a:path>
              <a:path extrusionOk="0" h="1607820" w="4617085">
                <a:moveTo>
                  <a:pt x="3055302" y="14240"/>
                </a:moveTo>
                <a:lnTo>
                  <a:pt x="3033103" y="18719"/>
                </a:lnTo>
                <a:lnTo>
                  <a:pt x="3014970" y="30935"/>
                </a:lnTo>
                <a:lnTo>
                  <a:pt x="3002742" y="49055"/>
                </a:lnTo>
                <a:lnTo>
                  <a:pt x="2998257" y="71248"/>
                </a:lnTo>
                <a:lnTo>
                  <a:pt x="3002742" y="93423"/>
                </a:lnTo>
                <a:lnTo>
                  <a:pt x="3014970" y="111545"/>
                </a:lnTo>
                <a:lnTo>
                  <a:pt x="3033103" y="123771"/>
                </a:lnTo>
                <a:lnTo>
                  <a:pt x="3055302" y="128257"/>
                </a:lnTo>
                <a:lnTo>
                  <a:pt x="3077520" y="123771"/>
                </a:lnTo>
                <a:lnTo>
                  <a:pt x="3095651" y="111545"/>
                </a:lnTo>
                <a:lnTo>
                  <a:pt x="3107869" y="93423"/>
                </a:lnTo>
                <a:lnTo>
                  <a:pt x="3112348" y="71248"/>
                </a:lnTo>
                <a:lnTo>
                  <a:pt x="3107863" y="49055"/>
                </a:lnTo>
                <a:lnTo>
                  <a:pt x="3095634" y="30935"/>
                </a:lnTo>
                <a:lnTo>
                  <a:pt x="3077501" y="18719"/>
                </a:lnTo>
                <a:lnTo>
                  <a:pt x="3055302" y="14240"/>
                </a:lnTo>
                <a:close/>
              </a:path>
              <a:path extrusionOk="0" h="1607820" w="4617085">
                <a:moveTo>
                  <a:pt x="3357895" y="11724"/>
                </a:moveTo>
                <a:lnTo>
                  <a:pt x="3334714" y="16401"/>
                </a:lnTo>
                <a:lnTo>
                  <a:pt x="3315780" y="29155"/>
                </a:lnTo>
                <a:lnTo>
                  <a:pt x="3303012" y="48075"/>
                </a:lnTo>
                <a:lnTo>
                  <a:pt x="3298330" y="71249"/>
                </a:lnTo>
                <a:lnTo>
                  <a:pt x="3303012" y="94403"/>
                </a:lnTo>
                <a:lnTo>
                  <a:pt x="3315780" y="113325"/>
                </a:lnTo>
                <a:lnTo>
                  <a:pt x="3334714" y="126090"/>
                </a:lnTo>
                <a:lnTo>
                  <a:pt x="3357895" y="130773"/>
                </a:lnTo>
                <a:lnTo>
                  <a:pt x="3381076" y="126090"/>
                </a:lnTo>
                <a:lnTo>
                  <a:pt x="3400009" y="113325"/>
                </a:lnTo>
                <a:lnTo>
                  <a:pt x="3412777" y="94403"/>
                </a:lnTo>
                <a:lnTo>
                  <a:pt x="3417459" y="71249"/>
                </a:lnTo>
                <a:lnTo>
                  <a:pt x="3412777" y="48075"/>
                </a:lnTo>
                <a:lnTo>
                  <a:pt x="3400009" y="29155"/>
                </a:lnTo>
                <a:lnTo>
                  <a:pt x="3381076" y="16401"/>
                </a:lnTo>
                <a:lnTo>
                  <a:pt x="3357895" y="11724"/>
                </a:lnTo>
                <a:close/>
              </a:path>
              <a:path extrusionOk="0" h="1607820" w="4617085">
                <a:moveTo>
                  <a:pt x="3660487" y="7547"/>
                </a:moveTo>
                <a:lnTo>
                  <a:pt x="3635665" y="12553"/>
                </a:lnTo>
                <a:lnTo>
                  <a:pt x="3615403" y="26207"/>
                </a:lnTo>
                <a:lnTo>
                  <a:pt x="3601746" y="46456"/>
                </a:lnTo>
                <a:lnTo>
                  <a:pt x="3596738" y="71249"/>
                </a:lnTo>
                <a:lnTo>
                  <a:pt x="3601746" y="96042"/>
                </a:lnTo>
                <a:lnTo>
                  <a:pt x="3615403" y="116290"/>
                </a:lnTo>
                <a:lnTo>
                  <a:pt x="3635665" y="129944"/>
                </a:lnTo>
                <a:lnTo>
                  <a:pt x="3660487" y="134951"/>
                </a:lnTo>
                <a:lnTo>
                  <a:pt x="3685290" y="129944"/>
                </a:lnTo>
                <a:lnTo>
                  <a:pt x="3705554" y="116290"/>
                </a:lnTo>
                <a:lnTo>
                  <a:pt x="3719222" y="96042"/>
                </a:lnTo>
                <a:lnTo>
                  <a:pt x="3724236" y="71249"/>
                </a:lnTo>
                <a:lnTo>
                  <a:pt x="3719222" y="46456"/>
                </a:lnTo>
                <a:lnTo>
                  <a:pt x="3705554" y="26207"/>
                </a:lnTo>
                <a:lnTo>
                  <a:pt x="3685290" y="12553"/>
                </a:lnTo>
                <a:lnTo>
                  <a:pt x="3660487" y="7547"/>
                </a:lnTo>
                <a:close/>
              </a:path>
              <a:path extrusionOk="0" h="1607820" w="4617085">
                <a:moveTo>
                  <a:pt x="3963080" y="4177"/>
                </a:moveTo>
                <a:lnTo>
                  <a:pt x="3936953" y="9452"/>
                </a:lnTo>
                <a:lnTo>
                  <a:pt x="3915617" y="23832"/>
                </a:lnTo>
                <a:lnTo>
                  <a:pt x="3901232" y="45152"/>
                </a:lnTo>
                <a:lnTo>
                  <a:pt x="3895957" y="71249"/>
                </a:lnTo>
                <a:lnTo>
                  <a:pt x="3901232" y="97364"/>
                </a:lnTo>
                <a:lnTo>
                  <a:pt x="3915617" y="118683"/>
                </a:lnTo>
                <a:lnTo>
                  <a:pt x="3936953" y="133052"/>
                </a:lnTo>
                <a:lnTo>
                  <a:pt x="3963080" y="138320"/>
                </a:lnTo>
                <a:lnTo>
                  <a:pt x="3989207" y="133052"/>
                </a:lnTo>
                <a:lnTo>
                  <a:pt x="4010543" y="118683"/>
                </a:lnTo>
                <a:lnTo>
                  <a:pt x="4024928" y="97364"/>
                </a:lnTo>
                <a:lnTo>
                  <a:pt x="4030202" y="71249"/>
                </a:lnTo>
                <a:lnTo>
                  <a:pt x="4024928" y="45152"/>
                </a:lnTo>
                <a:lnTo>
                  <a:pt x="4010542" y="23832"/>
                </a:lnTo>
                <a:lnTo>
                  <a:pt x="3989207" y="9452"/>
                </a:lnTo>
                <a:lnTo>
                  <a:pt x="3963080" y="4177"/>
                </a:lnTo>
                <a:close/>
              </a:path>
              <a:path extrusionOk="0" h="1607820" w="4617085">
                <a:moveTo>
                  <a:pt x="4265672" y="0"/>
                </a:moveTo>
                <a:lnTo>
                  <a:pt x="4237904" y="5598"/>
                </a:lnTo>
                <a:lnTo>
                  <a:pt x="4215240" y="20867"/>
                </a:lnTo>
                <a:lnTo>
                  <a:pt x="4199965" y="43514"/>
                </a:lnTo>
                <a:lnTo>
                  <a:pt x="4194365" y="71249"/>
                </a:lnTo>
                <a:lnTo>
                  <a:pt x="4199965" y="99003"/>
                </a:lnTo>
                <a:lnTo>
                  <a:pt x="4215240" y="121648"/>
                </a:lnTo>
                <a:lnTo>
                  <a:pt x="4237904" y="136906"/>
                </a:lnTo>
                <a:lnTo>
                  <a:pt x="4265672" y="142498"/>
                </a:lnTo>
                <a:lnTo>
                  <a:pt x="4293428" y="136906"/>
                </a:lnTo>
                <a:lnTo>
                  <a:pt x="4316110" y="121648"/>
                </a:lnTo>
                <a:lnTo>
                  <a:pt x="4331411" y="99003"/>
                </a:lnTo>
                <a:lnTo>
                  <a:pt x="4337024" y="71249"/>
                </a:lnTo>
                <a:lnTo>
                  <a:pt x="4331411" y="43514"/>
                </a:lnTo>
                <a:lnTo>
                  <a:pt x="4316110" y="20867"/>
                </a:lnTo>
                <a:lnTo>
                  <a:pt x="4293428" y="5598"/>
                </a:lnTo>
                <a:lnTo>
                  <a:pt x="4265672" y="0"/>
                </a:lnTo>
                <a:close/>
              </a:path>
              <a:path extrusionOk="0" h="1607820" w="4617085">
                <a:moveTo>
                  <a:pt x="4568265" y="22641"/>
                </a:moveTo>
                <a:lnTo>
                  <a:pt x="4549309" y="26458"/>
                </a:lnTo>
                <a:lnTo>
                  <a:pt x="4533837" y="36871"/>
                </a:lnTo>
                <a:lnTo>
                  <a:pt x="4523410" y="52320"/>
                </a:lnTo>
                <a:lnTo>
                  <a:pt x="4519587" y="71249"/>
                </a:lnTo>
                <a:lnTo>
                  <a:pt x="4523410" y="90177"/>
                </a:lnTo>
                <a:lnTo>
                  <a:pt x="4533837" y="105627"/>
                </a:lnTo>
                <a:lnTo>
                  <a:pt x="4549309" y="116039"/>
                </a:lnTo>
                <a:lnTo>
                  <a:pt x="4568265" y="119856"/>
                </a:lnTo>
                <a:lnTo>
                  <a:pt x="4587201" y="116039"/>
                </a:lnTo>
                <a:lnTo>
                  <a:pt x="4602675" y="105627"/>
                </a:lnTo>
                <a:lnTo>
                  <a:pt x="4613113" y="90177"/>
                </a:lnTo>
                <a:lnTo>
                  <a:pt x="4616942" y="71249"/>
                </a:lnTo>
                <a:lnTo>
                  <a:pt x="4613113" y="52320"/>
                </a:lnTo>
                <a:lnTo>
                  <a:pt x="4602675" y="36871"/>
                </a:lnTo>
                <a:lnTo>
                  <a:pt x="4587201" y="26458"/>
                </a:lnTo>
                <a:lnTo>
                  <a:pt x="4568265" y="22641"/>
                </a:lnTo>
                <a:close/>
              </a:path>
              <a:path extrusionOk="0" h="1607820" w="4617085">
                <a:moveTo>
                  <a:pt x="29377" y="344295"/>
                </a:moveTo>
                <a:lnTo>
                  <a:pt x="17935" y="346598"/>
                </a:lnTo>
                <a:lnTo>
                  <a:pt x="8598" y="352881"/>
                </a:lnTo>
                <a:lnTo>
                  <a:pt x="2306" y="362205"/>
                </a:lnTo>
                <a:lnTo>
                  <a:pt x="0" y="373630"/>
                </a:lnTo>
                <a:lnTo>
                  <a:pt x="2306" y="385056"/>
                </a:lnTo>
                <a:lnTo>
                  <a:pt x="8598" y="394379"/>
                </a:lnTo>
                <a:lnTo>
                  <a:pt x="17935" y="400663"/>
                </a:lnTo>
                <a:lnTo>
                  <a:pt x="29377" y="402966"/>
                </a:lnTo>
                <a:lnTo>
                  <a:pt x="40793" y="400663"/>
                </a:lnTo>
                <a:lnTo>
                  <a:pt x="50117" y="394380"/>
                </a:lnTo>
                <a:lnTo>
                  <a:pt x="56404" y="385056"/>
                </a:lnTo>
                <a:lnTo>
                  <a:pt x="58709" y="373630"/>
                </a:lnTo>
                <a:lnTo>
                  <a:pt x="56404" y="362205"/>
                </a:lnTo>
                <a:lnTo>
                  <a:pt x="50117" y="352881"/>
                </a:lnTo>
                <a:lnTo>
                  <a:pt x="40793" y="346598"/>
                </a:lnTo>
                <a:lnTo>
                  <a:pt x="29377" y="344295"/>
                </a:lnTo>
                <a:close/>
              </a:path>
              <a:path extrusionOk="0" h="1607820" w="4617085">
                <a:moveTo>
                  <a:pt x="331970" y="340926"/>
                </a:moveTo>
                <a:lnTo>
                  <a:pt x="319222" y="343496"/>
                </a:lnTo>
                <a:lnTo>
                  <a:pt x="308812" y="350506"/>
                </a:lnTo>
                <a:lnTo>
                  <a:pt x="301792" y="360901"/>
                </a:lnTo>
                <a:lnTo>
                  <a:pt x="299218" y="373630"/>
                </a:lnTo>
                <a:lnTo>
                  <a:pt x="301792" y="386359"/>
                </a:lnTo>
                <a:lnTo>
                  <a:pt x="308812" y="396755"/>
                </a:lnTo>
                <a:lnTo>
                  <a:pt x="319222" y="403764"/>
                </a:lnTo>
                <a:lnTo>
                  <a:pt x="331970" y="406335"/>
                </a:lnTo>
                <a:lnTo>
                  <a:pt x="344691" y="403764"/>
                </a:lnTo>
                <a:lnTo>
                  <a:pt x="355088" y="396755"/>
                </a:lnTo>
                <a:lnTo>
                  <a:pt x="362103" y="386359"/>
                </a:lnTo>
                <a:lnTo>
                  <a:pt x="364676" y="373630"/>
                </a:lnTo>
                <a:lnTo>
                  <a:pt x="362103" y="360901"/>
                </a:lnTo>
                <a:lnTo>
                  <a:pt x="355088" y="350506"/>
                </a:lnTo>
                <a:lnTo>
                  <a:pt x="344691" y="343496"/>
                </a:lnTo>
                <a:lnTo>
                  <a:pt x="331970" y="340926"/>
                </a:lnTo>
                <a:close/>
              </a:path>
              <a:path extrusionOk="0" h="1607820" w="4617085">
                <a:moveTo>
                  <a:pt x="634562" y="338455"/>
                </a:moveTo>
                <a:lnTo>
                  <a:pt x="620833" y="341223"/>
                </a:lnTo>
                <a:lnTo>
                  <a:pt x="609622" y="348771"/>
                </a:lnTo>
                <a:lnTo>
                  <a:pt x="602063" y="359966"/>
                </a:lnTo>
                <a:lnTo>
                  <a:pt x="599291" y="373675"/>
                </a:lnTo>
                <a:lnTo>
                  <a:pt x="602063" y="387359"/>
                </a:lnTo>
                <a:lnTo>
                  <a:pt x="609622" y="398541"/>
                </a:lnTo>
                <a:lnTo>
                  <a:pt x="620833" y="406084"/>
                </a:lnTo>
                <a:lnTo>
                  <a:pt x="634562" y="408851"/>
                </a:lnTo>
                <a:lnTo>
                  <a:pt x="648265" y="406084"/>
                </a:lnTo>
                <a:lnTo>
                  <a:pt x="659463" y="398541"/>
                </a:lnTo>
                <a:lnTo>
                  <a:pt x="667017" y="387359"/>
                </a:lnTo>
                <a:lnTo>
                  <a:pt x="669788" y="373675"/>
                </a:lnTo>
                <a:lnTo>
                  <a:pt x="667017" y="359966"/>
                </a:lnTo>
                <a:lnTo>
                  <a:pt x="659463" y="348771"/>
                </a:lnTo>
                <a:lnTo>
                  <a:pt x="648265" y="341223"/>
                </a:lnTo>
                <a:lnTo>
                  <a:pt x="634562" y="338455"/>
                </a:lnTo>
                <a:close/>
              </a:path>
              <a:path extrusionOk="0" h="1607820" w="4617085">
                <a:moveTo>
                  <a:pt x="937110" y="335939"/>
                </a:moveTo>
                <a:lnTo>
                  <a:pt x="922424" y="338904"/>
                </a:lnTo>
                <a:lnTo>
                  <a:pt x="910426" y="346991"/>
                </a:lnTo>
                <a:lnTo>
                  <a:pt x="902333" y="358985"/>
                </a:lnTo>
                <a:lnTo>
                  <a:pt x="899364" y="373675"/>
                </a:lnTo>
                <a:lnTo>
                  <a:pt x="902333" y="388340"/>
                </a:lnTo>
                <a:lnTo>
                  <a:pt x="910426" y="400321"/>
                </a:lnTo>
                <a:lnTo>
                  <a:pt x="922424" y="408402"/>
                </a:lnTo>
                <a:lnTo>
                  <a:pt x="937110" y="411366"/>
                </a:lnTo>
                <a:lnTo>
                  <a:pt x="951821" y="408402"/>
                </a:lnTo>
                <a:lnTo>
                  <a:pt x="963833" y="400321"/>
                </a:lnTo>
                <a:lnTo>
                  <a:pt x="971931" y="388340"/>
                </a:lnTo>
                <a:lnTo>
                  <a:pt x="974900" y="373675"/>
                </a:lnTo>
                <a:lnTo>
                  <a:pt x="971931" y="358985"/>
                </a:lnTo>
                <a:lnTo>
                  <a:pt x="963833" y="346991"/>
                </a:lnTo>
                <a:lnTo>
                  <a:pt x="951821" y="338904"/>
                </a:lnTo>
                <a:lnTo>
                  <a:pt x="937110" y="335939"/>
                </a:lnTo>
                <a:close/>
              </a:path>
              <a:path extrusionOk="0" h="1607820" w="4617085">
                <a:moveTo>
                  <a:pt x="1239702" y="332570"/>
                </a:moveTo>
                <a:lnTo>
                  <a:pt x="1223718" y="335803"/>
                </a:lnTo>
                <a:lnTo>
                  <a:pt x="1210662" y="344615"/>
                </a:lnTo>
                <a:lnTo>
                  <a:pt x="1201857" y="357682"/>
                </a:lnTo>
                <a:lnTo>
                  <a:pt x="1198628" y="373675"/>
                </a:lnTo>
                <a:lnTo>
                  <a:pt x="1201857" y="389662"/>
                </a:lnTo>
                <a:lnTo>
                  <a:pt x="1210662" y="402713"/>
                </a:lnTo>
                <a:lnTo>
                  <a:pt x="1223719" y="411510"/>
                </a:lnTo>
                <a:lnTo>
                  <a:pt x="1239702" y="414736"/>
                </a:lnTo>
                <a:lnTo>
                  <a:pt x="1255719" y="411510"/>
                </a:lnTo>
                <a:lnTo>
                  <a:pt x="1268804" y="402713"/>
                </a:lnTo>
                <a:lnTo>
                  <a:pt x="1277629" y="389662"/>
                </a:lnTo>
                <a:lnTo>
                  <a:pt x="1280867" y="373675"/>
                </a:lnTo>
                <a:lnTo>
                  <a:pt x="1277629" y="357682"/>
                </a:lnTo>
                <a:lnTo>
                  <a:pt x="1268804" y="344615"/>
                </a:lnTo>
                <a:lnTo>
                  <a:pt x="1255719" y="335803"/>
                </a:lnTo>
                <a:lnTo>
                  <a:pt x="1239702" y="332570"/>
                </a:lnTo>
                <a:close/>
              </a:path>
              <a:path extrusionOk="0" h="1607820" w="4617085">
                <a:moveTo>
                  <a:pt x="1542295" y="330099"/>
                </a:moveTo>
                <a:lnTo>
                  <a:pt x="1525329" y="333522"/>
                </a:lnTo>
                <a:lnTo>
                  <a:pt x="1511472" y="342858"/>
                </a:lnTo>
                <a:lnTo>
                  <a:pt x="1502128" y="356708"/>
                </a:lnTo>
                <a:lnTo>
                  <a:pt x="1498701" y="373675"/>
                </a:lnTo>
                <a:lnTo>
                  <a:pt x="1502128" y="390643"/>
                </a:lnTo>
                <a:lnTo>
                  <a:pt x="1511472" y="404493"/>
                </a:lnTo>
                <a:lnTo>
                  <a:pt x="1525329" y="413829"/>
                </a:lnTo>
                <a:lnTo>
                  <a:pt x="1542295" y="417252"/>
                </a:lnTo>
                <a:lnTo>
                  <a:pt x="1559286" y="413829"/>
                </a:lnTo>
                <a:lnTo>
                  <a:pt x="1573157" y="404493"/>
                </a:lnTo>
                <a:lnTo>
                  <a:pt x="1582506" y="390643"/>
                </a:lnTo>
                <a:lnTo>
                  <a:pt x="1585933" y="373676"/>
                </a:lnTo>
                <a:lnTo>
                  <a:pt x="1582506" y="356708"/>
                </a:lnTo>
                <a:lnTo>
                  <a:pt x="1573157" y="342858"/>
                </a:lnTo>
                <a:lnTo>
                  <a:pt x="1559286" y="333522"/>
                </a:lnTo>
                <a:lnTo>
                  <a:pt x="1542295" y="330099"/>
                </a:lnTo>
                <a:close/>
              </a:path>
              <a:path extrusionOk="0" h="1607820" w="4617085">
                <a:moveTo>
                  <a:pt x="1844887" y="327584"/>
                </a:moveTo>
                <a:lnTo>
                  <a:pt x="1826939" y="331204"/>
                </a:lnTo>
                <a:lnTo>
                  <a:pt x="1812282" y="341078"/>
                </a:lnTo>
                <a:lnTo>
                  <a:pt x="1802398" y="355728"/>
                </a:lnTo>
                <a:lnTo>
                  <a:pt x="1798774" y="373676"/>
                </a:lnTo>
                <a:lnTo>
                  <a:pt x="1802398" y="391623"/>
                </a:lnTo>
                <a:lnTo>
                  <a:pt x="1812282" y="406273"/>
                </a:lnTo>
                <a:lnTo>
                  <a:pt x="1826940" y="416148"/>
                </a:lnTo>
                <a:lnTo>
                  <a:pt x="1844887" y="419767"/>
                </a:lnTo>
                <a:lnTo>
                  <a:pt x="1862861" y="416148"/>
                </a:lnTo>
                <a:lnTo>
                  <a:pt x="1877532" y="406273"/>
                </a:lnTo>
                <a:lnTo>
                  <a:pt x="1887420" y="391623"/>
                </a:lnTo>
                <a:lnTo>
                  <a:pt x="1891045" y="373676"/>
                </a:lnTo>
                <a:lnTo>
                  <a:pt x="1887420" y="355728"/>
                </a:lnTo>
                <a:lnTo>
                  <a:pt x="1877532" y="341078"/>
                </a:lnTo>
                <a:lnTo>
                  <a:pt x="1862861" y="331204"/>
                </a:lnTo>
                <a:lnTo>
                  <a:pt x="1844887" y="327584"/>
                </a:lnTo>
                <a:close/>
              </a:path>
              <a:path extrusionOk="0" h="1607820" w="4617085">
                <a:moveTo>
                  <a:pt x="2147480" y="325068"/>
                </a:moveTo>
                <a:lnTo>
                  <a:pt x="2128550" y="328885"/>
                </a:lnTo>
                <a:lnTo>
                  <a:pt x="2113092" y="339298"/>
                </a:lnTo>
                <a:lnTo>
                  <a:pt x="2102669" y="354747"/>
                </a:lnTo>
                <a:lnTo>
                  <a:pt x="2098847" y="373676"/>
                </a:lnTo>
                <a:lnTo>
                  <a:pt x="2102669" y="392604"/>
                </a:lnTo>
                <a:lnTo>
                  <a:pt x="2113092" y="408054"/>
                </a:lnTo>
                <a:lnTo>
                  <a:pt x="2128550" y="418466"/>
                </a:lnTo>
                <a:lnTo>
                  <a:pt x="2147480" y="422283"/>
                </a:lnTo>
                <a:lnTo>
                  <a:pt x="2166442" y="418466"/>
                </a:lnTo>
                <a:lnTo>
                  <a:pt x="2181930" y="408054"/>
                </a:lnTo>
                <a:lnTo>
                  <a:pt x="2192372" y="392604"/>
                </a:lnTo>
                <a:lnTo>
                  <a:pt x="2196202" y="373676"/>
                </a:lnTo>
                <a:lnTo>
                  <a:pt x="2192372" y="354747"/>
                </a:lnTo>
                <a:lnTo>
                  <a:pt x="2181930" y="339298"/>
                </a:lnTo>
                <a:lnTo>
                  <a:pt x="2166442" y="328885"/>
                </a:lnTo>
                <a:lnTo>
                  <a:pt x="2147480" y="325068"/>
                </a:lnTo>
                <a:close/>
              </a:path>
              <a:path extrusionOk="0" h="1607820" w="4617085">
                <a:moveTo>
                  <a:pt x="2450072" y="322552"/>
                </a:moveTo>
                <a:lnTo>
                  <a:pt x="2430160" y="326567"/>
                </a:lnTo>
                <a:lnTo>
                  <a:pt x="2413901" y="337518"/>
                </a:lnTo>
                <a:lnTo>
                  <a:pt x="2402940" y="353767"/>
                </a:lnTo>
                <a:lnTo>
                  <a:pt x="2398920" y="373676"/>
                </a:lnTo>
                <a:lnTo>
                  <a:pt x="2402940" y="393592"/>
                </a:lnTo>
                <a:lnTo>
                  <a:pt x="2413901" y="409856"/>
                </a:lnTo>
                <a:lnTo>
                  <a:pt x="2430161" y="420823"/>
                </a:lnTo>
                <a:lnTo>
                  <a:pt x="2450072" y="424844"/>
                </a:lnTo>
                <a:lnTo>
                  <a:pt x="2470017" y="420823"/>
                </a:lnTo>
                <a:lnTo>
                  <a:pt x="2486305" y="409856"/>
                </a:lnTo>
                <a:lnTo>
                  <a:pt x="2497287" y="393592"/>
                </a:lnTo>
                <a:lnTo>
                  <a:pt x="2501314" y="373676"/>
                </a:lnTo>
                <a:lnTo>
                  <a:pt x="2497287" y="353767"/>
                </a:lnTo>
                <a:lnTo>
                  <a:pt x="2486305" y="337518"/>
                </a:lnTo>
                <a:lnTo>
                  <a:pt x="2470017" y="326567"/>
                </a:lnTo>
                <a:lnTo>
                  <a:pt x="2450072" y="322552"/>
                </a:lnTo>
                <a:close/>
              </a:path>
              <a:path extrusionOk="0" h="1607820" w="4617085">
                <a:moveTo>
                  <a:pt x="2752665" y="319183"/>
                </a:moveTo>
                <a:lnTo>
                  <a:pt x="2731448" y="323471"/>
                </a:lnTo>
                <a:lnTo>
                  <a:pt x="2714115" y="335159"/>
                </a:lnTo>
                <a:lnTo>
                  <a:pt x="2702426" y="352482"/>
                </a:lnTo>
                <a:lnTo>
                  <a:pt x="2698139" y="373676"/>
                </a:lnTo>
                <a:lnTo>
                  <a:pt x="2702426" y="394888"/>
                </a:lnTo>
                <a:lnTo>
                  <a:pt x="2714115" y="412209"/>
                </a:lnTo>
                <a:lnTo>
                  <a:pt x="2731448" y="423887"/>
                </a:lnTo>
                <a:lnTo>
                  <a:pt x="2752665" y="428168"/>
                </a:lnTo>
                <a:lnTo>
                  <a:pt x="2773908" y="423887"/>
                </a:lnTo>
                <a:lnTo>
                  <a:pt x="2791254" y="412209"/>
                </a:lnTo>
                <a:lnTo>
                  <a:pt x="2802948" y="394888"/>
                </a:lnTo>
                <a:lnTo>
                  <a:pt x="2807236" y="373676"/>
                </a:lnTo>
                <a:lnTo>
                  <a:pt x="2802948" y="352482"/>
                </a:lnTo>
                <a:lnTo>
                  <a:pt x="2791253" y="335159"/>
                </a:lnTo>
                <a:lnTo>
                  <a:pt x="2773908" y="323471"/>
                </a:lnTo>
                <a:lnTo>
                  <a:pt x="2752665" y="319183"/>
                </a:lnTo>
                <a:close/>
              </a:path>
              <a:path extrusionOk="0" h="1607820" w="4617085">
                <a:moveTo>
                  <a:pt x="3055302" y="316667"/>
                </a:moveTo>
                <a:lnTo>
                  <a:pt x="3033103" y="321153"/>
                </a:lnTo>
                <a:lnTo>
                  <a:pt x="3014970" y="333379"/>
                </a:lnTo>
                <a:lnTo>
                  <a:pt x="3002742" y="351502"/>
                </a:lnTo>
                <a:lnTo>
                  <a:pt x="2998257" y="373676"/>
                </a:lnTo>
                <a:lnTo>
                  <a:pt x="3002742" y="395869"/>
                </a:lnTo>
                <a:lnTo>
                  <a:pt x="3014970" y="413989"/>
                </a:lnTo>
                <a:lnTo>
                  <a:pt x="3033103" y="426205"/>
                </a:lnTo>
                <a:lnTo>
                  <a:pt x="3055302" y="430684"/>
                </a:lnTo>
                <a:lnTo>
                  <a:pt x="3077520" y="426205"/>
                </a:lnTo>
                <a:lnTo>
                  <a:pt x="3095651" y="413989"/>
                </a:lnTo>
                <a:lnTo>
                  <a:pt x="3107869" y="395869"/>
                </a:lnTo>
                <a:lnTo>
                  <a:pt x="3112348" y="373676"/>
                </a:lnTo>
                <a:lnTo>
                  <a:pt x="3107863" y="351502"/>
                </a:lnTo>
                <a:lnTo>
                  <a:pt x="3095634" y="333379"/>
                </a:lnTo>
                <a:lnTo>
                  <a:pt x="3077501" y="321153"/>
                </a:lnTo>
                <a:lnTo>
                  <a:pt x="3055302" y="316667"/>
                </a:lnTo>
                <a:close/>
              </a:path>
              <a:path extrusionOk="0" h="1607820" w="4617085">
                <a:moveTo>
                  <a:pt x="3357895" y="314152"/>
                </a:moveTo>
                <a:lnTo>
                  <a:pt x="3334714" y="318834"/>
                </a:lnTo>
                <a:lnTo>
                  <a:pt x="3315780" y="331599"/>
                </a:lnTo>
                <a:lnTo>
                  <a:pt x="3303012" y="350521"/>
                </a:lnTo>
                <a:lnTo>
                  <a:pt x="3298330" y="373676"/>
                </a:lnTo>
                <a:lnTo>
                  <a:pt x="3303012" y="396850"/>
                </a:lnTo>
                <a:lnTo>
                  <a:pt x="3315780" y="415769"/>
                </a:lnTo>
                <a:lnTo>
                  <a:pt x="3334714" y="428524"/>
                </a:lnTo>
                <a:lnTo>
                  <a:pt x="3357895" y="433200"/>
                </a:lnTo>
                <a:lnTo>
                  <a:pt x="3381076" y="428524"/>
                </a:lnTo>
                <a:lnTo>
                  <a:pt x="3400009" y="415769"/>
                </a:lnTo>
                <a:lnTo>
                  <a:pt x="3412777" y="396850"/>
                </a:lnTo>
                <a:lnTo>
                  <a:pt x="3417459" y="373676"/>
                </a:lnTo>
                <a:lnTo>
                  <a:pt x="3412777" y="350521"/>
                </a:lnTo>
                <a:lnTo>
                  <a:pt x="3400009" y="331599"/>
                </a:lnTo>
                <a:lnTo>
                  <a:pt x="3381076" y="318834"/>
                </a:lnTo>
                <a:lnTo>
                  <a:pt x="3357895" y="314152"/>
                </a:lnTo>
                <a:close/>
              </a:path>
              <a:path extrusionOk="0" h="1607820" w="4617085">
                <a:moveTo>
                  <a:pt x="3660487" y="310019"/>
                </a:moveTo>
                <a:lnTo>
                  <a:pt x="3635665" y="315019"/>
                </a:lnTo>
                <a:lnTo>
                  <a:pt x="3615403" y="328662"/>
                </a:lnTo>
                <a:lnTo>
                  <a:pt x="3601746" y="348909"/>
                </a:lnTo>
                <a:lnTo>
                  <a:pt x="3596738" y="373721"/>
                </a:lnTo>
                <a:lnTo>
                  <a:pt x="3601746" y="398514"/>
                </a:lnTo>
                <a:lnTo>
                  <a:pt x="3615403" y="418763"/>
                </a:lnTo>
                <a:lnTo>
                  <a:pt x="3635665" y="432416"/>
                </a:lnTo>
                <a:lnTo>
                  <a:pt x="3660487" y="437423"/>
                </a:lnTo>
                <a:lnTo>
                  <a:pt x="3685290" y="432416"/>
                </a:lnTo>
                <a:lnTo>
                  <a:pt x="3705554" y="418763"/>
                </a:lnTo>
                <a:lnTo>
                  <a:pt x="3719222" y="398514"/>
                </a:lnTo>
                <a:lnTo>
                  <a:pt x="3724236" y="373721"/>
                </a:lnTo>
                <a:lnTo>
                  <a:pt x="3719222" y="348909"/>
                </a:lnTo>
                <a:lnTo>
                  <a:pt x="3705554" y="328662"/>
                </a:lnTo>
                <a:lnTo>
                  <a:pt x="3685290" y="315019"/>
                </a:lnTo>
                <a:lnTo>
                  <a:pt x="3660487" y="310019"/>
                </a:lnTo>
                <a:close/>
              </a:path>
              <a:path extrusionOk="0" h="1607820" w="4617085">
                <a:moveTo>
                  <a:pt x="3963080" y="306650"/>
                </a:moveTo>
                <a:lnTo>
                  <a:pt x="3936953" y="311918"/>
                </a:lnTo>
                <a:lnTo>
                  <a:pt x="3915617" y="326287"/>
                </a:lnTo>
                <a:lnTo>
                  <a:pt x="3901232" y="347605"/>
                </a:lnTo>
                <a:lnTo>
                  <a:pt x="3895957" y="373721"/>
                </a:lnTo>
                <a:lnTo>
                  <a:pt x="3901232" y="399817"/>
                </a:lnTo>
                <a:lnTo>
                  <a:pt x="3915617" y="421138"/>
                </a:lnTo>
                <a:lnTo>
                  <a:pt x="3936953" y="435518"/>
                </a:lnTo>
                <a:lnTo>
                  <a:pt x="3963080" y="440792"/>
                </a:lnTo>
                <a:lnTo>
                  <a:pt x="3989207" y="435518"/>
                </a:lnTo>
                <a:lnTo>
                  <a:pt x="4010543" y="421138"/>
                </a:lnTo>
                <a:lnTo>
                  <a:pt x="4024928" y="399817"/>
                </a:lnTo>
                <a:lnTo>
                  <a:pt x="4030202" y="373721"/>
                </a:lnTo>
                <a:lnTo>
                  <a:pt x="4024928" y="347605"/>
                </a:lnTo>
                <a:lnTo>
                  <a:pt x="4010543" y="326287"/>
                </a:lnTo>
                <a:lnTo>
                  <a:pt x="3989207" y="311918"/>
                </a:lnTo>
                <a:lnTo>
                  <a:pt x="3963080" y="306650"/>
                </a:lnTo>
                <a:close/>
              </a:path>
              <a:path extrusionOk="0" h="1607820" w="4617085">
                <a:moveTo>
                  <a:pt x="4265672" y="302427"/>
                </a:moveTo>
                <a:lnTo>
                  <a:pt x="4237904" y="308026"/>
                </a:lnTo>
                <a:lnTo>
                  <a:pt x="4215240" y="323300"/>
                </a:lnTo>
                <a:lnTo>
                  <a:pt x="4199965" y="345960"/>
                </a:lnTo>
                <a:lnTo>
                  <a:pt x="4194365" y="373721"/>
                </a:lnTo>
                <a:lnTo>
                  <a:pt x="4199965" y="401456"/>
                </a:lnTo>
                <a:lnTo>
                  <a:pt x="4215240" y="424103"/>
                </a:lnTo>
                <a:lnTo>
                  <a:pt x="4237904" y="439372"/>
                </a:lnTo>
                <a:lnTo>
                  <a:pt x="4265672" y="444970"/>
                </a:lnTo>
                <a:lnTo>
                  <a:pt x="4293428" y="439372"/>
                </a:lnTo>
                <a:lnTo>
                  <a:pt x="4316110" y="424103"/>
                </a:lnTo>
                <a:lnTo>
                  <a:pt x="4331411" y="401456"/>
                </a:lnTo>
                <a:lnTo>
                  <a:pt x="4337024" y="373721"/>
                </a:lnTo>
                <a:lnTo>
                  <a:pt x="4331411" y="345960"/>
                </a:lnTo>
                <a:lnTo>
                  <a:pt x="4316110" y="323300"/>
                </a:lnTo>
                <a:lnTo>
                  <a:pt x="4293428" y="308026"/>
                </a:lnTo>
                <a:lnTo>
                  <a:pt x="4265672" y="302427"/>
                </a:lnTo>
                <a:close/>
              </a:path>
              <a:path extrusionOk="0" h="1607820" w="4617085">
                <a:moveTo>
                  <a:pt x="4568265" y="334323"/>
                </a:moveTo>
                <a:lnTo>
                  <a:pt x="4552914" y="337415"/>
                </a:lnTo>
                <a:lnTo>
                  <a:pt x="4540372" y="345851"/>
                </a:lnTo>
                <a:lnTo>
                  <a:pt x="4531913" y="358373"/>
                </a:lnTo>
                <a:lnTo>
                  <a:pt x="4528810" y="373721"/>
                </a:lnTo>
                <a:lnTo>
                  <a:pt x="4531913" y="389050"/>
                </a:lnTo>
                <a:lnTo>
                  <a:pt x="4540372" y="401574"/>
                </a:lnTo>
                <a:lnTo>
                  <a:pt x="4552914" y="410021"/>
                </a:lnTo>
                <a:lnTo>
                  <a:pt x="4568265" y="413119"/>
                </a:lnTo>
                <a:lnTo>
                  <a:pt x="4583609" y="410021"/>
                </a:lnTo>
                <a:lnTo>
                  <a:pt x="4596135" y="401574"/>
                </a:lnTo>
                <a:lnTo>
                  <a:pt x="4604579" y="389050"/>
                </a:lnTo>
                <a:lnTo>
                  <a:pt x="4607675" y="373721"/>
                </a:lnTo>
                <a:lnTo>
                  <a:pt x="4604579" y="358373"/>
                </a:lnTo>
                <a:lnTo>
                  <a:pt x="4596135" y="345851"/>
                </a:lnTo>
                <a:lnTo>
                  <a:pt x="4583609" y="337415"/>
                </a:lnTo>
                <a:lnTo>
                  <a:pt x="4568265" y="334323"/>
                </a:lnTo>
                <a:close/>
              </a:path>
              <a:path extrusionOk="0" h="1607820" w="4617085">
                <a:moveTo>
                  <a:pt x="29377" y="646767"/>
                </a:moveTo>
                <a:lnTo>
                  <a:pt x="17935" y="649070"/>
                </a:lnTo>
                <a:lnTo>
                  <a:pt x="8598" y="655353"/>
                </a:lnTo>
                <a:lnTo>
                  <a:pt x="2306" y="664677"/>
                </a:lnTo>
                <a:lnTo>
                  <a:pt x="0" y="676103"/>
                </a:lnTo>
                <a:lnTo>
                  <a:pt x="2306" y="687528"/>
                </a:lnTo>
                <a:lnTo>
                  <a:pt x="8598" y="696852"/>
                </a:lnTo>
                <a:lnTo>
                  <a:pt x="17935" y="703135"/>
                </a:lnTo>
                <a:lnTo>
                  <a:pt x="29377" y="705438"/>
                </a:lnTo>
                <a:lnTo>
                  <a:pt x="40793" y="703135"/>
                </a:lnTo>
                <a:lnTo>
                  <a:pt x="50117" y="696852"/>
                </a:lnTo>
                <a:lnTo>
                  <a:pt x="56404" y="687528"/>
                </a:lnTo>
                <a:lnTo>
                  <a:pt x="58710" y="676103"/>
                </a:lnTo>
                <a:lnTo>
                  <a:pt x="56404" y="664677"/>
                </a:lnTo>
                <a:lnTo>
                  <a:pt x="50117" y="655353"/>
                </a:lnTo>
                <a:lnTo>
                  <a:pt x="40793" y="649070"/>
                </a:lnTo>
                <a:lnTo>
                  <a:pt x="29377" y="646767"/>
                </a:lnTo>
                <a:close/>
              </a:path>
              <a:path extrusionOk="0" h="1607820" w="4617085">
                <a:moveTo>
                  <a:pt x="331970" y="643398"/>
                </a:moveTo>
                <a:lnTo>
                  <a:pt x="319222" y="645969"/>
                </a:lnTo>
                <a:lnTo>
                  <a:pt x="308812" y="652978"/>
                </a:lnTo>
                <a:lnTo>
                  <a:pt x="301792" y="663374"/>
                </a:lnTo>
                <a:lnTo>
                  <a:pt x="299218" y="676103"/>
                </a:lnTo>
                <a:lnTo>
                  <a:pt x="301792" y="688831"/>
                </a:lnTo>
                <a:lnTo>
                  <a:pt x="308812" y="699227"/>
                </a:lnTo>
                <a:lnTo>
                  <a:pt x="319222" y="706237"/>
                </a:lnTo>
                <a:lnTo>
                  <a:pt x="331970" y="708807"/>
                </a:lnTo>
                <a:lnTo>
                  <a:pt x="344691" y="706237"/>
                </a:lnTo>
                <a:lnTo>
                  <a:pt x="355088" y="699227"/>
                </a:lnTo>
                <a:lnTo>
                  <a:pt x="362103" y="688831"/>
                </a:lnTo>
                <a:lnTo>
                  <a:pt x="364676" y="676103"/>
                </a:lnTo>
                <a:lnTo>
                  <a:pt x="362103" y="663374"/>
                </a:lnTo>
                <a:lnTo>
                  <a:pt x="355088" y="652978"/>
                </a:lnTo>
                <a:lnTo>
                  <a:pt x="344691" y="645969"/>
                </a:lnTo>
                <a:lnTo>
                  <a:pt x="331970" y="643398"/>
                </a:lnTo>
                <a:close/>
              </a:path>
              <a:path extrusionOk="0" h="1607820" w="4617085">
                <a:moveTo>
                  <a:pt x="634562" y="640927"/>
                </a:moveTo>
                <a:lnTo>
                  <a:pt x="620833" y="643694"/>
                </a:lnTo>
                <a:lnTo>
                  <a:pt x="609622" y="651237"/>
                </a:lnTo>
                <a:lnTo>
                  <a:pt x="602063" y="662419"/>
                </a:lnTo>
                <a:lnTo>
                  <a:pt x="599291" y="676103"/>
                </a:lnTo>
                <a:lnTo>
                  <a:pt x="602063" y="689812"/>
                </a:lnTo>
                <a:lnTo>
                  <a:pt x="609622" y="701007"/>
                </a:lnTo>
                <a:lnTo>
                  <a:pt x="620833" y="708555"/>
                </a:lnTo>
                <a:lnTo>
                  <a:pt x="634562" y="711323"/>
                </a:lnTo>
                <a:lnTo>
                  <a:pt x="648265" y="708555"/>
                </a:lnTo>
                <a:lnTo>
                  <a:pt x="659463" y="701007"/>
                </a:lnTo>
                <a:lnTo>
                  <a:pt x="667017" y="689812"/>
                </a:lnTo>
                <a:lnTo>
                  <a:pt x="669788" y="676103"/>
                </a:lnTo>
                <a:lnTo>
                  <a:pt x="667017" y="662419"/>
                </a:lnTo>
                <a:lnTo>
                  <a:pt x="659463" y="651237"/>
                </a:lnTo>
                <a:lnTo>
                  <a:pt x="648265" y="643694"/>
                </a:lnTo>
                <a:lnTo>
                  <a:pt x="634562" y="640927"/>
                </a:lnTo>
                <a:close/>
              </a:path>
              <a:path extrusionOk="0" h="1607820" w="4617085">
                <a:moveTo>
                  <a:pt x="937110" y="638412"/>
                </a:moveTo>
                <a:lnTo>
                  <a:pt x="922424" y="641376"/>
                </a:lnTo>
                <a:lnTo>
                  <a:pt x="910426" y="649457"/>
                </a:lnTo>
                <a:lnTo>
                  <a:pt x="902333" y="661439"/>
                </a:lnTo>
                <a:lnTo>
                  <a:pt x="899364" y="676103"/>
                </a:lnTo>
                <a:lnTo>
                  <a:pt x="902333" y="690793"/>
                </a:lnTo>
                <a:lnTo>
                  <a:pt x="910426" y="702787"/>
                </a:lnTo>
                <a:lnTo>
                  <a:pt x="922424" y="710874"/>
                </a:lnTo>
                <a:lnTo>
                  <a:pt x="937110" y="713839"/>
                </a:lnTo>
                <a:lnTo>
                  <a:pt x="951821" y="710874"/>
                </a:lnTo>
                <a:lnTo>
                  <a:pt x="963833" y="702787"/>
                </a:lnTo>
                <a:lnTo>
                  <a:pt x="971931" y="690793"/>
                </a:lnTo>
                <a:lnTo>
                  <a:pt x="974900" y="676103"/>
                </a:lnTo>
                <a:lnTo>
                  <a:pt x="971931" y="661439"/>
                </a:lnTo>
                <a:lnTo>
                  <a:pt x="963833" y="649457"/>
                </a:lnTo>
                <a:lnTo>
                  <a:pt x="951821" y="641376"/>
                </a:lnTo>
                <a:lnTo>
                  <a:pt x="937110" y="638412"/>
                </a:lnTo>
                <a:close/>
              </a:path>
              <a:path extrusionOk="0" h="1607820" w="4617085">
                <a:moveTo>
                  <a:pt x="1239702" y="635042"/>
                </a:moveTo>
                <a:lnTo>
                  <a:pt x="1223719" y="638268"/>
                </a:lnTo>
                <a:lnTo>
                  <a:pt x="1210662" y="647065"/>
                </a:lnTo>
                <a:lnTo>
                  <a:pt x="1201857" y="660116"/>
                </a:lnTo>
                <a:lnTo>
                  <a:pt x="1198628" y="676103"/>
                </a:lnTo>
                <a:lnTo>
                  <a:pt x="1201857" y="692096"/>
                </a:lnTo>
                <a:lnTo>
                  <a:pt x="1210662" y="705163"/>
                </a:lnTo>
                <a:lnTo>
                  <a:pt x="1223719" y="713976"/>
                </a:lnTo>
                <a:lnTo>
                  <a:pt x="1239702" y="717208"/>
                </a:lnTo>
                <a:lnTo>
                  <a:pt x="1255719" y="713976"/>
                </a:lnTo>
                <a:lnTo>
                  <a:pt x="1268804" y="705163"/>
                </a:lnTo>
                <a:lnTo>
                  <a:pt x="1277629" y="692096"/>
                </a:lnTo>
                <a:lnTo>
                  <a:pt x="1280867" y="676103"/>
                </a:lnTo>
                <a:lnTo>
                  <a:pt x="1277629" y="660116"/>
                </a:lnTo>
                <a:lnTo>
                  <a:pt x="1268804" y="647065"/>
                </a:lnTo>
                <a:lnTo>
                  <a:pt x="1255719" y="638268"/>
                </a:lnTo>
                <a:lnTo>
                  <a:pt x="1239702" y="635042"/>
                </a:lnTo>
                <a:close/>
              </a:path>
              <a:path extrusionOk="0" h="1607820" w="4617085">
                <a:moveTo>
                  <a:pt x="1542295" y="632527"/>
                </a:moveTo>
                <a:lnTo>
                  <a:pt x="1525329" y="635956"/>
                </a:lnTo>
                <a:lnTo>
                  <a:pt x="1511472" y="645308"/>
                </a:lnTo>
                <a:lnTo>
                  <a:pt x="1502128" y="659174"/>
                </a:lnTo>
                <a:lnTo>
                  <a:pt x="1498701" y="676148"/>
                </a:lnTo>
                <a:lnTo>
                  <a:pt x="1502128" y="693096"/>
                </a:lnTo>
                <a:lnTo>
                  <a:pt x="1511472" y="706949"/>
                </a:lnTo>
                <a:lnTo>
                  <a:pt x="1525329" y="716295"/>
                </a:lnTo>
                <a:lnTo>
                  <a:pt x="1542295" y="719724"/>
                </a:lnTo>
                <a:lnTo>
                  <a:pt x="1559286" y="716295"/>
                </a:lnTo>
                <a:lnTo>
                  <a:pt x="1573157" y="706949"/>
                </a:lnTo>
                <a:lnTo>
                  <a:pt x="1582506" y="693096"/>
                </a:lnTo>
                <a:lnTo>
                  <a:pt x="1585933" y="676148"/>
                </a:lnTo>
                <a:lnTo>
                  <a:pt x="1582506" y="659174"/>
                </a:lnTo>
                <a:lnTo>
                  <a:pt x="1573157" y="645308"/>
                </a:lnTo>
                <a:lnTo>
                  <a:pt x="1559286" y="635956"/>
                </a:lnTo>
                <a:lnTo>
                  <a:pt x="1542295" y="632527"/>
                </a:lnTo>
                <a:close/>
              </a:path>
              <a:path extrusionOk="0" h="1607820" w="4617085">
                <a:moveTo>
                  <a:pt x="1844887" y="630011"/>
                </a:moveTo>
                <a:lnTo>
                  <a:pt x="1826940" y="633638"/>
                </a:lnTo>
                <a:lnTo>
                  <a:pt x="1812282" y="643527"/>
                </a:lnTo>
                <a:lnTo>
                  <a:pt x="1802398" y="658193"/>
                </a:lnTo>
                <a:lnTo>
                  <a:pt x="1798774" y="676148"/>
                </a:lnTo>
                <a:lnTo>
                  <a:pt x="1802398" y="694096"/>
                </a:lnTo>
                <a:lnTo>
                  <a:pt x="1812282" y="708746"/>
                </a:lnTo>
                <a:lnTo>
                  <a:pt x="1826940" y="718620"/>
                </a:lnTo>
                <a:lnTo>
                  <a:pt x="1844887" y="722240"/>
                </a:lnTo>
                <a:lnTo>
                  <a:pt x="1862861" y="718620"/>
                </a:lnTo>
                <a:lnTo>
                  <a:pt x="1877532" y="708746"/>
                </a:lnTo>
                <a:lnTo>
                  <a:pt x="1887420" y="694096"/>
                </a:lnTo>
                <a:lnTo>
                  <a:pt x="1891045" y="676148"/>
                </a:lnTo>
                <a:lnTo>
                  <a:pt x="1887420" y="658193"/>
                </a:lnTo>
                <a:lnTo>
                  <a:pt x="1877532" y="643527"/>
                </a:lnTo>
                <a:lnTo>
                  <a:pt x="1862861" y="633638"/>
                </a:lnTo>
                <a:lnTo>
                  <a:pt x="1844887" y="630011"/>
                </a:lnTo>
                <a:close/>
              </a:path>
              <a:path extrusionOk="0" h="1607820" w="4617085">
                <a:moveTo>
                  <a:pt x="2147480" y="627495"/>
                </a:moveTo>
                <a:lnTo>
                  <a:pt x="2128550" y="631319"/>
                </a:lnTo>
                <a:lnTo>
                  <a:pt x="2113092" y="641747"/>
                </a:lnTo>
                <a:lnTo>
                  <a:pt x="2102669" y="657212"/>
                </a:lnTo>
                <a:lnTo>
                  <a:pt x="2098847" y="676148"/>
                </a:lnTo>
                <a:lnTo>
                  <a:pt x="2102669" y="695076"/>
                </a:lnTo>
                <a:lnTo>
                  <a:pt x="2113092" y="710526"/>
                </a:lnTo>
                <a:lnTo>
                  <a:pt x="2128550" y="720938"/>
                </a:lnTo>
                <a:lnTo>
                  <a:pt x="2147480" y="724755"/>
                </a:lnTo>
                <a:lnTo>
                  <a:pt x="2166442" y="720938"/>
                </a:lnTo>
                <a:lnTo>
                  <a:pt x="2181930" y="710526"/>
                </a:lnTo>
                <a:lnTo>
                  <a:pt x="2192373" y="695076"/>
                </a:lnTo>
                <a:lnTo>
                  <a:pt x="2196202" y="676148"/>
                </a:lnTo>
                <a:lnTo>
                  <a:pt x="2192373" y="657212"/>
                </a:lnTo>
                <a:lnTo>
                  <a:pt x="2181930" y="641747"/>
                </a:lnTo>
                <a:lnTo>
                  <a:pt x="2166442" y="631319"/>
                </a:lnTo>
                <a:lnTo>
                  <a:pt x="2147480" y="627495"/>
                </a:lnTo>
                <a:close/>
              </a:path>
              <a:path extrusionOk="0" h="1607820" w="4617085">
                <a:moveTo>
                  <a:pt x="2450072" y="624980"/>
                </a:moveTo>
                <a:lnTo>
                  <a:pt x="2430161" y="629001"/>
                </a:lnTo>
                <a:lnTo>
                  <a:pt x="2413901" y="639967"/>
                </a:lnTo>
                <a:lnTo>
                  <a:pt x="2402940" y="656232"/>
                </a:lnTo>
                <a:lnTo>
                  <a:pt x="2398920" y="676148"/>
                </a:lnTo>
                <a:lnTo>
                  <a:pt x="2402940" y="696057"/>
                </a:lnTo>
                <a:lnTo>
                  <a:pt x="2413901" y="712306"/>
                </a:lnTo>
                <a:lnTo>
                  <a:pt x="2430161" y="723257"/>
                </a:lnTo>
                <a:lnTo>
                  <a:pt x="2450072" y="727271"/>
                </a:lnTo>
                <a:lnTo>
                  <a:pt x="2470017" y="723257"/>
                </a:lnTo>
                <a:lnTo>
                  <a:pt x="2486305" y="712306"/>
                </a:lnTo>
                <a:lnTo>
                  <a:pt x="2497287" y="696057"/>
                </a:lnTo>
                <a:lnTo>
                  <a:pt x="2501314" y="676148"/>
                </a:lnTo>
                <a:lnTo>
                  <a:pt x="2497287" y="656232"/>
                </a:lnTo>
                <a:lnTo>
                  <a:pt x="2486305" y="639967"/>
                </a:lnTo>
                <a:lnTo>
                  <a:pt x="2470017" y="629001"/>
                </a:lnTo>
                <a:lnTo>
                  <a:pt x="2450072" y="624980"/>
                </a:lnTo>
                <a:close/>
              </a:path>
              <a:path extrusionOk="0" h="1607820" w="4617085">
                <a:moveTo>
                  <a:pt x="2752665" y="621655"/>
                </a:moveTo>
                <a:lnTo>
                  <a:pt x="2731448" y="625937"/>
                </a:lnTo>
                <a:lnTo>
                  <a:pt x="2714115" y="637615"/>
                </a:lnTo>
                <a:lnTo>
                  <a:pt x="2702426" y="654935"/>
                </a:lnTo>
                <a:lnTo>
                  <a:pt x="2698139" y="676148"/>
                </a:lnTo>
                <a:lnTo>
                  <a:pt x="2702426" y="697360"/>
                </a:lnTo>
                <a:lnTo>
                  <a:pt x="2714115" y="714681"/>
                </a:lnTo>
                <a:lnTo>
                  <a:pt x="2731448" y="726359"/>
                </a:lnTo>
                <a:lnTo>
                  <a:pt x="2752665" y="730641"/>
                </a:lnTo>
                <a:lnTo>
                  <a:pt x="2773908" y="726359"/>
                </a:lnTo>
                <a:lnTo>
                  <a:pt x="2791254" y="714681"/>
                </a:lnTo>
                <a:lnTo>
                  <a:pt x="2802948" y="697360"/>
                </a:lnTo>
                <a:lnTo>
                  <a:pt x="2807236" y="676148"/>
                </a:lnTo>
                <a:lnTo>
                  <a:pt x="2802948" y="654935"/>
                </a:lnTo>
                <a:lnTo>
                  <a:pt x="2791254" y="637615"/>
                </a:lnTo>
                <a:lnTo>
                  <a:pt x="2773908" y="625937"/>
                </a:lnTo>
                <a:lnTo>
                  <a:pt x="2752665" y="621655"/>
                </a:lnTo>
                <a:close/>
              </a:path>
              <a:path extrusionOk="0" h="1607820" w="4617085">
                <a:moveTo>
                  <a:pt x="3055302" y="619140"/>
                </a:moveTo>
                <a:lnTo>
                  <a:pt x="3033103" y="623619"/>
                </a:lnTo>
                <a:lnTo>
                  <a:pt x="3014970" y="635834"/>
                </a:lnTo>
                <a:lnTo>
                  <a:pt x="3002742" y="653955"/>
                </a:lnTo>
                <a:lnTo>
                  <a:pt x="2998257" y="676148"/>
                </a:lnTo>
                <a:lnTo>
                  <a:pt x="3002742" y="698341"/>
                </a:lnTo>
                <a:lnTo>
                  <a:pt x="3014970" y="716462"/>
                </a:lnTo>
                <a:lnTo>
                  <a:pt x="3033103" y="728677"/>
                </a:lnTo>
                <a:lnTo>
                  <a:pt x="3055302" y="733156"/>
                </a:lnTo>
                <a:lnTo>
                  <a:pt x="3077520" y="728677"/>
                </a:lnTo>
                <a:lnTo>
                  <a:pt x="3095651" y="716462"/>
                </a:lnTo>
                <a:lnTo>
                  <a:pt x="3107869" y="698341"/>
                </a:lnTo>
                <a:lnTo>
                  <a:pt x="3112348" y="676148"/>
                </a:lnTo>
                <a:lnTo>
                  <a:pt x="3107863" y="653955"/>
                </a:lnTo>
                <a:lnTo>
                  <a:pt x="3095634" y="635834"/>
                </a:lnTo>
                <a:lnTo>
                  <a:pt x="3077501" y="623619"/>
                </a:lnTo>
                <a:lnTo>
                  <a:pt x="3055302" y="619140"/>
                </a:lnTo>
                <a:close/>
              </a:path>
              <a:path extrusionOk="0" h="1607820" w="4617085">
                <a:moveTo>
                  <a:pt x="3357895" y="616624"/>
                </a:moveTo>
                <a:lnTo>
                  <a:pt x="3334714" y="621300"/>
                </a:lnTo>
                <a:lnTo>
                  <a:pt x="3315780" y="634054"/>
                </a:lnTo>
                <a:lnTo>
                  <a:pt x="3303012" y="652974"/>
                </a:lnTo>
                <a:lnTo>
                  <a:pt x="3298330" y="676148"/>
                </a:lnTo>
                <a:lnTo>
                  <a:pt x="3303012" y="699322"/>
                </a:lnTo>
                <a:lnTo>
                  <a:pt x="3315780" y="718242"/>
                </a:lnTo>
                <a:lnTo>
                  <a:pt x="3334714" y="730996"/>
                </a:lnTo>
                <a:lnTo>
                  <a:pt x="3357895" y="735672"/>
                </a:lnTo>
                <a:lnTo>
                  <a:pt x="3381076" y="730996"/>
                </a:lnTo>
                <a:lnTo>
                  <a:pt x="3400010" y="718242"/>
                </a:lnTo>
                <a:lnTo>
                  <a:pt x="3412777" y="699322"/>
                </a:lnTo>
                <a:lnTo>
                  <a:pt x="3417459" y="676148"/>
                </a:lnTo>
                <a:lnTo>
                  <a:pt x="3412777" y="652974"/>
                </a:lnTo>
                <a:lnTo>
                  <a:pt x="3400010" y="634054"/>
                </a:lnTo>
                <a:lnTo>
                  <a:pt x="3381076" y="621300"/>
                </a:lnTo>
                <a:lnTo>
                  <a:pt x="3357895" y="616624"/>
                </a:lnTo>
                <a:close/>
              </a:path>
              <a:path extrusionOk="0" h="1607820" w="4617085">
                <a:moveTo>
                  <a:pt x="3660487" y="612446"/>
                </a:moveTo>
                <a:lnTo>
                  <a:pt x="3635665" y="617453"/>
                </a:lnTo>
                <a:lnTo>
                  <a:pt x="3615403" y="631106"/>
                </a:lnTo>
                <a:lnTo>
                  <a:pt x="3601746" y="651355"/>
                </a:lnTo>
                <a:lnTo>
                  <a:pt x="3596739" y="676148"/>
                </a:lnTo>
                <a:lnTo>
                  <a:pt x="3601746" y="700967"/>
                </a:lnTo>
                <a:lnTo>
                  <a:pt x="3615403" y="721229"/>
                </a:lnTo>
                <a:lnTo>
                  <a:pt x="3635665" y="734887"/>
                </a:lnTo>
                <a:lnTo>
                  <a:pt x="3660487" y="739895"/>
                </a:lnTo>
                <a:lnTo>
                  <a:pt x="3685290" y="734887"/>
                </a:lnTo>
                <a:lnTo>
                  <a:pt x="3705554" y="721229"/>
                </a:lnTo>
                <a:lnTo>
                  <a:pt x="3719222" y="700967"/>
                </a:lnTo>
                <a:lnTo>
                  <a:pt x="3724236" y="676148"/>
                </a:lnTo>
                <a:lnTo>
                  <a:pt x="3719222" y="651355"/>
                </a:lnTo>
                <a:lnTo>
                  <a:pt x="3705554" y="631106"/>
                </a:lnTo>
                <a:lnTo>
                  <a:pt x="3685290" y="617453"/>
                </a:lnTo>
                <a:lnTo>
                  <a:pt x="3660487" y="612446"/>
                </a:lnTo>
                <a:close/>
              </a:path>
              <a:path extrusionOk="0" h="1607820" w="4617085">
                <a:moveTo>
                  <a:pt x="3963080" y="609077"/>
                </a:moveTo>
                <a:lnTo>
                  <a:pt x="3936953" y="614351"/>
                </a:lnTo>
                <a:lnTo>
                  <a:pt x="3915617" y="628731"/>
                </a:lnTo>
                <a:lnTo>
                  <a:pt x="3901232" y="650052"/>
                </a:lnTo>
                <a:lnTo>
                  <a:pt x="3895957" y="676148"/>
                </a:lnTo>
                <a:lnTo>
                  <a:pt x="3901232" y="702264"/>
                </a:lnTo>
                <a:lnTo>
                  <a:pt x="3915617" y="723582"/>
                </a:lnTo>
                <a:lnTo>
                  <a:pt x="3936953" y="737951"/>
                </a:lnTo>
                <a:lnTo>
                  <a:pt x="3963080" y="743219"/>
                </a:lnTo>
                <a:lnTo>
                  <a:pt x="3989207" y="737951"/>
                </a:lnTo>
                <a:lnTo>
                  <a:pt x="4010543" y="723582"/>
                </a:lnTo>
                <a:lnTo>
                  <a:pt x="4024928" y="702264"/>
                </a:lnTo>
                <a:lnTo>
                  <a:pt x="4030203" y="676148"/>
                </a:lnTo>
                <a:lnTo>
                  <a:pt x="4024928" y="650052"/>
                </a:lnTo>
                <a:lnTo>
                  <a:pt x="4010543" y="628731"/>
                </a:lnTo>
                <a:lnTo>
                  <a:pt x="3989207" y="614351"/>
                </a:lnTo>
                <a:lnTo>
                  <a:pt x="3963080" y="609077"/>
                </a:lnTo>
                <a:close/>
              </a:path>
              <a:path extrusionOk="0" h="1607820" w="4617085">
                <a:moveTo>
                  <a:pt x="4265672" y="610784"/>
                </a:moveTo>
                <a:lnTo>
                  <a:pt x="4240185" y="615924"/>
                </a:lnTo>
                <a:lnTo>
                  <a:pt x="4219379" y="629938"/>
                </a:lnTo>
                <a:lnTo>
                  <a:pt x="4205355" y="650716"/>
                </a:lnTo>
                <a:lnTo>
                  <a:pt x="4200214" y="676148"/>
                </a:lnTo>
                <a:lnTo>
                  <a:pt x="4205355" y="701606"/>
                </a:lnTo>
                <a:lnTo>
                  <a:pt x="4219379" y="722397"/>
                </a:lnTo>
                <a:lnTo>
                  <a:pt x="4240185" y="736416"/>
                </a:lnTo>
                <a:lnTo>
                  <a:pt x="4265672" y="741557"/>
                </a:lnTo>
                <a:lnTo>
                  <a:pt x="4291134" y="736416"/>
                </a:lnTo>
                <a:lnTo>
                  <a:pt x="4311926" y="722397"/>
                </a:lnTo>
                <a:lnTo>
                  <a:pt x="4325945" y="701606"/>
                </a:lnTo>
                <a:lnTo>
                  <a:pt x="4331085" y="676148"/>
                </a:lnTo>
                <a:lnTo>
                  <a:pt x="4325945" y="650716"/>
                </a:lnTo>
                <a:lnTo>
                  <a:pt x="4311926" y="629938"/>
                </a:lnTo>
                <a:lnTo>
                  <a:pt x="4291134" y="615924"/>
                </a:lnTo>
                <a:lnTo>
                  <a:pt x="4265672" y="610784"/>
                </a:lnTo>
                <a:close/>
              </a:path>
              <a:path extrusionOk="0" h="1607820" w="4617085">
                <a:moveTo>
                  <a:pt x="4575238" y="663570"/>
                </a:moveTo>
                <a:lnTo>
                  <a:pt x="4561292" y="663570"/>
                </a:lnTo>
                <a:lnTo>
                  <a:pt x="4555668" y="669185"/>
                </a:lnTo>
                <a:lnTo>
                  <a:pt x="4555668" y="683112"/>
                </a:lnTo>
                <a:lnTo>
                  <a:pt x="4561292" y="688727"/>
                </a:lnTo>
                <a:lnTo>
                  <a:pt x="4575193" y="688727"/>
                </a:lnTo>
                <a:lnTo>
                  <a:pt x="4580861" y="683112"/>
                </a:lnTo>
                <a:lnTo>
                  <a:pt x="4580861" y="669185"/>
                </a:lnTo>
                <a:lnTo>
                  <a:pt x="4575238" y="663570"/>
                </a:lnTo>
                <a:close/>
              </a:path>
              <a:path extrusionOk="0" h="1607820" w="4617085">
                <a:moveTo>
                  <a:pt x="29377" y="949195"/>
                </a:moveTo>
                <a:lnTo>
                  <a:pt x="17935" y="951498"/>
                </a:lnTo>
                <a:lnTo>
                  <a:pt x="8598" y="957781"/>
                </a:lnTo>
                <a:lnTo>
                  <a:pt x="2306" y="967104"/>
                </a:lnTo>
                <a:lnTo>
                  <a:pt x="0" y="978530"/>
                </a:lnTo>
                <a:lnTo>
                  <a:pt x="2306" y="989955"/>
                </a:lnTo>
                <a:lnTo>
                  <a:pt x="8598" y="999279"/>
                </a:lnTo>
                <a:lnTo>
                  <a:pt x="17935" y="1005562"/>
                </a:lnTo>
                <a:lnTo>
                  <a:pt x="29377" y="1007865"/>
                </a:lnTo>
                <a:lnTo>
                  <a:pt x="40793" y="1005562"/>
                </a:lnTo>
                <a:lnTo>
                  <a:pt x="50117" y="999279"/>
                </a:lnTo>
                <a:lnTo>
                  <a:pt x="56404" y="989955"/>
                </a:lnTo>
                <a:lnTo>
                  <a:pt x="58710" y="978530"/>
                </a:lnTo>
                <a:lnTo>
                  <a:pt x="56404" y="967104"/>
                </a:lnTo>
                <a:lnTo>
                  <a:pt x="50117" y="957781"/>
                </a:lnTo>
                <a:lnTo>
                  <a:pt x="40793" y="951498"/>
                </a:lnTo>
                <a:lnTo>
                  <a:pt x="29377" y="949195"/>
                </a:lnTo>
                <a:close/>
              </a:path>
              <a:path extrusionOk="0" h="1607820" w="4617085">
                <a:moveTo>
                  <a:pt x="331970" y="945825"/>
                </a:moveTo>
                <a:lnTo>
                  <a:pt x="319222" y="948396"/>
                </a:lnTo>
                <a:lnTo>
                  <a:pt x="308812" y="955405"/>
                </a:lnTo>
                <a:lnTo>
                  <a:pt x="301792" y="965801"/>
                </a:lnTo>
                <a:lnTo>
                  <a:pt x="299218" y="978530"/>
                </a:lnTo>
                <a:lnTo>
                  <a:pt x="301792" y="991259"/>
                </a:lnTo>
                <a:lnTo>
                  <a:pt x="308812" y="1001654"/>
                </a:lnTo>
                <a:lnTo>
                  <a:pt x="319222" y="1008664"/>
                </a:lnTo>
                <a:lnTo>
                  <a:pt x="331970" y="1011234"/>
                </a:lnTo>
                <a:lnTo>
                  <a:pt x="344691" y="1008664"/>
                </a:lnTo>
                <a:lnTo>
                  <a:pt x="355088" y="1001654"/>
                </a:lnTo>
                <a:lnTo>
                  <a:pt x="362103" y="991259"/>
                </a:lnTo>
                <a:lnTo>
                  <a:pt x="364676" y="978530"/>
                </a:lnTo>
                <a:lnTo>
                  <a:pt x="362103" y="965801"/>
                </a:lnTo>
                <a:lnTo>
                  <a:pt x="355088" y="955405"/>
                </a:lnTo>
                <a:lnTo>
                  <a:pt x="344691" y="948396"/>
                </a:lnTo>
                <a:lnTo>
                  <a:pt x="331970" y="945825"/>
                </a:lnTo>
                <a:close/>
              </a:path>
              <a:path extrusionOk="0" h="1607820" w="4617085">
                <a:moveTo>
                  <a:pt x="634562" y="943355"/>
                </a:moveTo>
                <a:lnTo>
                  <a:pt x="620833" y="946122"/>
                </a:lnTo>
                <a:lnTo>
                  <a:pt x="609622" y="953670"/>
                </a:lnTo>
                <a:lnTo>
                  <a:pt x="602063" y="964865"/>
                </a:lnTo>
                <a:lnTo>
                  <a:pt x="599291" y="978575"/>
                </a:lnTo>
                <a:lnTo>
                  <a:pt x="602063" y="992258"/>
                </a:lnTo>
                <a:lnTo>
                  <a:pt x="609622" y="1003440"/>
                </a:lnTo>
                <a:lnTo>
                  <a:pt x="620833" y="1010983"/>
                </a:lnTo>
                <a:lnTo>
                  <a:pt x="634562" y="1013750"/>
                </a:lnTo>
                <a:lnTo>
                  <a:pt x="648265" y="1010983"/>
                </a:lnTo>
                <a:lnTo>
                  <a:pt x="659463" y="1003440"/>
                </a:lnTo>
                <a:lnTo>
                  <a:pt x="667017" y="992258"/>
                </a:lnTo>
                <a:lnTo>
                  <a:pt x="669788" y="978575"/>
                </a:lnTo>
                <a:lnTo>
                  <a:pt x="667017" y="964865"/>
                </a:lnTo>
                <a:lnTo>
                  <a:pt x="659463" y="953670"/>
                </a:lnTo>
                <a:lnTo>
                  <a:pt x="648265" y="946122"/>
                </a:lnTo>
                <a:lnTo>
                  <a:pt x="634562" y="943355"/>
                </a:lnTo>
                <a:close/>
              </a:path>
              <a:path extrusionOk="0" h="1607820" w="4617085">
                <a:moveTo>
                  <a:pt x="937110" y="940839"/>
                </a:moveTo>
                <a:lnTo>
                  <a:pt x="922424" y="943804"/>
                </a:lnTo>
                <a:lnTo>
                  <a:pt x="910426" y="951890"/>
                </a:lnTo>
                <a:lnTo>
                  <a:pt x="902333" y="963885"/>
                </a:lnTo>
                <a:lnTo>
                  <a:pt x="899364" y="978575"/>
                </a:lnTo>
                <a:lnTo>
                  <a:pt x="902333" y="993239"/>
                </a:lnTo>
                <a:lnTo>
                  <a:pt x="910426" y="1005220"/>
                </a:lnTo>
                <a:lnTo>
                  <a:pt x="922424" y="1013302"/>
                </a:lnTo>
                <a:lnTo>
                  <a:pt x="937110" y="1016266"/>
                </a:lnTo>
                <a:lnTo>
                  <a:pt x="951821" y="1013302"/>
                </a:lnTo>
                <a:lnTo>
                  <a:pt x="963833" y="1005220"/>
                </a:lnTo>
                <a:lnTo>
                  <a:pt x="971931" y="993239"/>
                </a:lnTo>
                <a:lnTo>
                  <a:pt x="974900" y="978575"/>
                </a:lnTo>
                <a:lnTo>
                  <a:pt x="971931" y="963885"/>
                </a:lnTo>
                <a:lnTo>
                  <a:pt x="963833" y="951890"/>
                </a:lnTo>
                <a:lnTo>
                  <a:pt x="951821" y="943804"/>
                </a:lnTo>
                <a:lnTo>
                  <a:pt x="937110" y="940839"/>
                </a:lnTo>
                <a:close/>
              </a:path>
              <a:path extrusionOk="0" h="1607820" w="4617085">
                <a:moveTo>
                  <a:pt x="1239702" y="937470"/>
                </a:moveTo>
                <a:lnTo>
                  <a:pt x="1223719" y="940696"/>
                </a:lnTo>
                <a:lnTo>
                  <a:pt x="1210662" y="949498"/>
                </a:lnTo>
                <a:lnTo>
                  <a:pt x="1201857" y="962562"/>
                </a:lnTo>
                <a:lnTo>
                  <a:pt x="1198628" y="978575"/>
                </a:lnTo>
                <a:lnTo>
                  <a:pt x="1201857" y="994562"/>
                </a:lnTo>
                <a:lnTo>
                  <a:pt x="1210662" y="1007613"/>
                </a:lnTo>
                <a:lnTo>
                  <a:pt x="1223719" y="1016410"/>
                </a:lnTo>
                <a:lnTo>
                  <a:pt x="1239702" y="1019635"/>
                </a:lnTo>
                <a:lnTo>
                  <a:pt x="1255719" y="1016410"/>
                </a:lnTo>
                <a:lnTo>
                  <a:pt x="1268804" y="1007613"/>
                </a:lnTo>
                <a:lnTo>
                  <a:pt x="1277630" y="994562"/>
                </a:lnTo>
                <a:lnTo>
                  <a:pt x="1280867" y="978575"/>
                </a:lnTo>
                <a:lnTo>
                  <a:pt x="1277630" y="962562"/>
                </a:lnTo>
                <a:lnTo>
                  <a:pt x="1268804" y="949498"/>
                </a:lnTo>
                <a:lnTo>
                  <a:pt x="1255719" y="940696"/>
                </a:lnTo>
                <a:lnTo>
                  <a:pt x="1239702" y="937470"/>
                </a:lnTo>
                <a:close/>
              </a:path>
              <a:path extrusionOk="0" h="1607820" w="4617085">
                <a:moveTo>
                  <a:pt x="1542295" y="934999"/>
                </a:moveTo>
                <a:lnTo>
                  <a:pt x="1525329" y="938422"/>
                </a:lnTo>
                <a:lnTo>
                  <a:pt x="1511472" y="947757"/>
                </a:lnTo>
                <a:lnTo>
                  <a:pt x="1502128" y="961608"/>
                </a:lnTo>
                <a:lnTo>
                  <a:pt x="1498701" y="978575"/>
                </a:lnTo>
                <a:lnTo>
                  <a:pt x="1502128" y="995542"/>
                </a:lnTo>
                <a:lnTo>
                  <a:pt x="1511472" y="1009393"/>
                </a:lnTo>
                <a:lnTo>
                  <a:pt x="1525329" y="1018729"/>
                </a:lnTo>
                <a:lnTo>
                  <a:pt x="1542295" y="1022151"/>
                </a:lnTo>
                <a:lnTo>
                  <a:pt x="1559286" y="1018729"/>
                </a:lnTo>
                <a:lnTo>
                  <a:pt x="1573157" y="1009393"/>
                </a:lnTo>
                <a:lnTo>
                  <a:pt x="1582506" y="995542"/>
                </a:lnTo>
                <a:lnTo>
                  <a:pt x="1585933" y="978575"/>
                </a:lnTo>
                <a:lnTo>
                  <a:pt x="1582506" y="961608"/>
                </a:lnTo>
                <a:lnTo>
                  <a:pt x="1573157" y="947757"/>
                </a:lnTo>
                <a:lnTo>
                  <a:pt x="1559286" y="938422"/>
                </a:lnTo>
                <a:lnTo>
                  <a:pt x="1542295" y="934999"/>
                </a:lnTo>
                <a:close/>
              </a:path>
              <a:path extrusionOk="0" h="1607820" w="4617085">
                <a:moveTo>
                  <a:pt x="1844887" y="932483"/>
                </a:moveTo>
                <a:lnTo>
                  <a:pt x="1826940" y="936103"/>
                </a:lnTo>
                <a:lnTo>
                  <a:pt x="1812282" y="945977"/>
                </a:lnTo>
                <a:lnTo>
                  <a:pt x="1802398" y="960627"/>
                </a:lnTo>
                <a:lnTo>
                  <a:pt x="1798774" y="978575"/>
                </a:lnTo>
                <a:lnTo>
                  <a:pt x="1802398" y="996523"/>
                </a:lnTo>
                <a:lnTo>
                  <a:pt x="1812282" y="1011173"/>
                </a:lnTo>
                <a:lnTo>
                  <a:pt x="1826940" y="1021047"/>
                </a:lnTo>
                <a:lnTo>
                  <a:pt x="1844887" y="1024667"/>
                </a:lnTo>
                <a:lnTo>
                  <a:pt x="1862861" y="1021047"/>
                </a:lnTo>
                <a:lnTo>
                  <a:pt x="1877532" y="1011173"/>
                </a:lnTo>
                <a:lnTo>
                  <a:pt x="1887420" y="996523"/>
                </a:lnTo>
                <a:lnTo>
                  <a:pt x="1891045" y="978575"/>
                </a:lnTo>
                <a:lnTo>
                  <a:pt x="1887420" y="960627"/>
                </a:lnTo>
                <a:lnTo>
                  <a:pt x="1877532" y="945977"/>
                </a:lnTo>
                <a:lnTo>
                  <a:pt x="1862861" y="936103"/>
                </a:lnTo>
                <a:lnTo>
                  <a:pt x="1844887" y="932483"/>
                </a:lnTo>
                <a:close/>
              </a:path>
              <a:path extrusionOk="0" h="1607820" w="4617085">
                <a:moveTo>
                  <a:pt x="2147480" y="929968"/>
                </a:moveTo>
                <a:lnTo>
                  <a:pt x="2128550" y="933785"/>
                </a:lnTo>
                <a:lnTo>
                  <a:pt x="2113092" y="944197"/>
                </a:lnTo>
                <a:lnTo>
                  <a:pt x="2102669" y="959647"/>
                </a:lnTo>
                <a:lnTo>
                  <a:pt x="2098847" y="978575"/>
                </a:lnTo>
                <a:lnTo>
                  <a:pt x="2102669" y="997504"/>
                </a:lnTo>
                <a:lnTo>
                  <a:pt x="2113092" y="1012953"/>
                </a:lnTo>
                <a:lnTo>
                  <a:pt x="2128550" y="1023366"/>
                </a:lnTo>
                <a:lnTo>
                  <a:pt x="2147480" y="1027183"/>
                </a:lnTo>
                <a:lnTo>
                  <a:pt x="2166442" y="1023366"/>
                </a:lnTo>
                <a:lnTo>
                  <a:pt x="2181930" y="1012953"/>
                </a:lnTo>
                <a:lnTo>
                  <a:pt x="2192373" y="997504"/>
                </a:lnTo>
                <a:lnTo>
                  <a:pt x="2196202" y="978575"/>
                </a:lnTo>
                <a:lnTo>
                  <a:pt x="2192373" y="959647"/>
                </a:lnTo>
                <a:lnTo>
                  <a:pt x="2181930" y="944197"/>
                </a:lnTo>
                <a:lnTo>
                  <a:pt x="2166442" y="933785"/>
                </a:lnTo>
                <a:lnTo>
                  <a:pt x="2147480" y="929968"/>
                </a:lnTo>
                <a:close/>
              </a:path>
              <a:path extrusionOk="0" h="1607820" w="4617085">
                <a:moveTo>
                  <a:pt x="2450072" y="927407"/>
                </a:moveTo>
                <a:lnTo>
                  <a:pt x="2430161" y="931428"/>
                </a:lnTo>
                <a:lnTo>
                  <a:pt x="2413901" y="942395"/>
                </a:lnTo>
                <a:lnTo>
                  <a:pt x="2402940" y="958659"/>
                </a:lnTo>
                <a:lnTo>
                  <a:pt x="2398920" y="978575"/>
                </a:lnTo>
                <a:lnTo>
                  <a:pt x="2402940" y="998484"/>
                </a:lnTo>
                <a:lnTo>
                  <a:pt x="2413901" y="1014733"/>
                </a:lnTo>
                <a:lnTo>
                  <a:pt x="2430161" y="1025684"/>
                </a:lnTo>
                <a:lnTo>
                  <a:pt x="2450072" y="1029699"/>
                </a:lnTo>
                <a:lnTo>
                  <a:pt x="2470017" y="1025684"/>
                </a:lnTo>
                <a:lnTo>
                  <a:pt x="2486305" y="1014733"/>
                </a:lnTo>
                <a:lnTo>
                  <a:pt x="2497287" y="998484"/>
                </a:lnTo>
                <a:lnTo>
                  <a:pt x="2501314" y="978575"/>
                </a:lnTo>
                <a:lnTo>
                  <a:pt x="2497287" y="958659"/>
                </a:lnTo>
                <a:lnTo>
                  <a:pt x="2486305" y="942395"/>
                </a:lnTo>
                <a:lnTo>
                  <a:pt x="2470017" y="931428"/>
                </a:lnTo>
                <a:lnTo>
                  <a:pt x="2450072" y="927407"/>
                </a:lnTo>
                <a:close/>
              </a:path>
              <a:path extrusionOk="0" h="1607820" w="4617085">
                <a:moveTo>
                  <a:pt x="2752665" y="924083"/>
                </a:moveTo>
                <a:lnTo>
                  <a:pt x="2731448" y="928371"/>
                </a:lnTo>
                <a:lnTo>
                  <a:pt x="2714115" y="940059"/>
                </a:lnTo>
                <a:lnTo>
                  <a:pt x="2702426" y="957382"/>
                </a:lnTo>
                <a:lnTo>
                  <a:pt x="2698139" y="978575"/>
                </a:lnTo>
                <a:lnTo>
                  <a:pt x="2702426" y="999788"/>
                </a:lnTo>
                <a:lnTo>
                  <a:pt x="2714115" y="1017109"/>
                </a:lnTo>
                <a:lnTo>
                  <a:pt x="2731448" y="1028786"/>
                </a:lnTo>
                <a:lnTo>
                  <a:pt x="2752665" y="1033068"/>
                </a:lnTo>
                <a:lnTo>
                  <a:pt x="2773908" y="1028786"/>
                </a:lnTo>
                <a:lnTo>
                  <a:pt x="2791254" y="1017109"/>
                </a:lnTo>
                <a:lnTo>
                  <a:pt x="2802948" y="999788"/>
                </a:lnTo>
                <a:lnTo>
                  <a:pt x="2807236" y="978575"/>
                </a:lnTo>
                <a:lnTo>
                  <a:pt x="2802948" y="957382"/>
                </a:lnTo>
                <a:lnTo>
                  <a:pt x="2791254" y="940059"/>
                </a:lnTo>
                <a:lnTo>
                  <a:pt x="2773908" y="928371"/>
                </a:lnTo>
                <a:lnTo>
                  <a:pt x="2752665" y="924083"/>
                </a:lnTo>
                <a:close/>
              </a:path>
              <a:path extrusionOk="0" h="1607820" w="4617085">
                <a:moveTo>
                  <a:pt x="3055302" y="921567"/>
                </a:moveTo>
                <a:lnTo>
                  <a:pt x="3033103" y="926052"/>
                </a:lnTo>
                <a:lnTo>
                  <a:pt x="3014970" y="938279"/>
                </a:lnTo>
                <a:lnTo>
                  <a:pt x="3002742" y="956401"/>
                </a:lnTo>
                <a:lnTo>
                  <a:pt x="2998257" y="978575"/>
                </a:lnTo>
                <a:lnTo>
                  <a:pt x="3002742" y="1000768"/>
                </a:lnTo>
                <a:lnTo>
                  <a:pt x="3014970" y="1018889"/>
                </a:lnTo>
                <a:lnTo>
                  <a:pt x="3033103" y="1031105"/>
                </a:lnTo>
                <a:lnTo>
                  <a:pt x="3055302" y="1035584"/>
                </a:lnTo>
                <a:lnTo>
                  <a:pt x="3077520" y="1031105"/>
                </a:lnTo>
                <a:lnTo>
                  <a:pt x="3095651" y="1018889"/>
                </a:lnTo>
                <a:lnTo>
                  <a:pt x="3107869" y="1000768"/>
                </a:lnTo>
                <a:lnTo>
                  <a:pt x="3112348" y="978575"/>
                </a:lnTo>
                <a:lnTo>
                  <a:pt x="3107863" y="956401"/>
                </a:lnTo>
                <a:lnTo>
                  <a:pt x="3095634" y="938279"/>
                </a:lnTo>
                <a:lnTo>
                  <a:pt x="3077501" y="926052"/>
                </a:lnTo>
                <a:lnTo>
                  <a:pt x="3055302" y="921567"/>
                </a:lnTo>
                <a:close/>
              </a:path>
              <a:path extrusionOk="0" h="1607820" w="4617085">
                <a:moveTo>
                  <a:pt x="3357895" y="919051"/>
                </a:moveTo>
                <a:lnTo>
                  <a:pt x="3334714" y="923734"/>
                </a:lnTo>
                <a:lnTo>
                  <a:pt x="3315780" y="936499"/>
                </a:lnTo>
                <a:lnTo>
                  <a:pt x="3303012" y="955421"/>
                </a:lnTo>
                <a:lnTo>
                  <a:pt x="3298330" y="978575"/>
                </a:lnTo>
                <a:lnTo>
                  <a:pt x="3303012" y="1001749"/>
                </a:lnTo>
                <a:lnTo>
                  <a:pt x="3315780" y="1020669"/>
                </a:lnTo>
                <a:lnTo>
                  <a:pt x="3334714" y="1033423"/>
                </a:lnTo>
                <a:lnTo>
                  <a:pt x="3357895" y="1038099"/>
                </a:lnTo>
                <a:lnTo>
                  <a:pt x="3381076" y="1033423"/>
                </a:lnTo>
                <a:lnTo>
                  <a:pt x="3400010" y="1020669"/>
                </a:lnTo>
                <a:lnTo>
                  <a:pt x="3412777" y="1001749"/>
                </a:lnTo>
                <a:lnTo>
                  <a:pt x="3417459" y="978575"/>
                </a:lnTo>
                <a:lnTo>
                  <a:pt x="3412777" y="955421"/>
                </a:lnTo>
                <a:lnTo>
                  <a:pt x="3400010" y="936499"/>
                </a:lnTo>
                <a:lnTo>
                  <a:pt x="3381076" y="923734"/>
                </a:lnTo>
                <a:lnTo>
                  <a:pt x="3357895" y="919051"/>
                </a:lnTo>
                <a:close/>
              </a:path>
              <a:path extrusionOk="0" h="1607820" w="4617085">
                <a:moveTo>
                  <a:pt x="3660487" y="916536"/>
                </a:moveTo>
                <a:lnTo>
                  <a:pt x="3636298" y="921415"/>
                </a:lnTo>
                <a:lnTo>
                  <a:pt x="3616550" y="934719"/>
                </a:lnTo>
                <a:lnTo>
                  <a:pt x="3603239" y="954440"/>
                </a:lnTo>
                <a:lnTo>
                  <a:pt x="3598358" y="978575"/>
                </a:lnTo>
                <a:lnTo>
                  <a:pt x="3603239" y="1002737"/>
                </a:lnTo>
                <a:lnTo>
                  <a:pt x="3616550" y="1022472"/>
                </a:lnTo>
                <a:lnTo>
                  <a:pt x="3636298" y="1035780"/>
                </a:lnTo>
                <a:lnTo>
                  <a:pt x="3660487" y="1040660"/>
                </a:lnTo>
                <a:lnTo>
                  <a:pt x="3684650" y="1035780"/>
                </a:lnTo>
                <a:lnTo>
                  <a:pt x="3704385" y="1022472"/>
                </a:lnTo>
                <a:lnTo>
                  <a:pt x="3717691" y="1002737"/>
                </a:lnTo>
                <a:lnTo>
                  <a:pt x="3722571" y="978575"/>
                </a:lnTo>
                <a:lnTo>
                  <a:pt x="3717691" y="954440"/>
                </a:lnTo>
                <a:lnTo>
                  <a:pt x="3704385" y="934719"/>
                </a:lnTo>
                <a:lnTo>
                  <a:pt x="3684650" y="921415"/>
                </a:lnTo>
                <a:lnTo>
                  <a:pt x="3660487" y="916536"/>
                </a:lnTo>
                <a:close/>
              </a:path>
              <a:path extrusionOk="0" h="1607820" w="4617085">
                <a:moveTo>
                  <a:pt x="3963080" y="930821"/>
                </a:moveTo>
                <a:lnTo>
                  <a:pt x="3944466" y="934575"/>
                </a:lnTo>
                <a:lnTo>
                  <a:pt x="3929265" y="944810"/>
                </a:lnTo>
                <a:lnTo>
                  <a:pt x="3919016" y="959989"/>
                </a:lnTo>
                <a:lnTo>
                  <a:pt x="3915257" y="978575"/>
                </a:lnTo>
                <a:lnTo>
                  <a:pt x="3919016" y="997188"/>
                </a:lnTo>
                <a:lnTo>
                  <a:pt x="3929265" y="1012381"/>
                </a:lnTo>
                <a:lnTo>
                  <a:pt x="3944466" y="1022621"/>
                </a:lnTo>
                <a:lnTo>
                  <a:pt x="3963080" y="1026374"/>
                </a:lnTo>
                <a:lnTo>
                  <a:pt x="3981693" y="1022621"/>
                </a:lnTo>
                <a:lnTo>
                  <a:pt x="3996894" y="1012381"/>
                </a:lnTo>
                <a:lnTo>
                  <a:pt x="4007144" y="997188"/>
                </a:lnTo>
                <a:lnTo>
                  <a:pt x="4010902" y="978576"/>
                </a:lnTo>
                <a:lnTo>
                  <a:pt x="4007144" y="959989"/>
                </a:lnTo>
                <a:lnTo>
                  <a:pt x="3996894" y="944810"/>
                </a:lnTo>
                <a:lnTo>
                  <a:pt x="3981693" y="934575"/>
                </a:lnTo>
                <a:lnTo>
                  <a:pt x="3963080" y="930821"/>
                </a:lnTo>
                <a:close/>
              </a:path>
              <a:path extrusionOk="0" h="1607820" w="4617085">
                <a:moveTo>
                  <a:pt x="4272151" y="966850"/>
                </a:moveTo>
                <a:lnTo>
                  <a:pt x="4259149" y="966850"/>
                </a:lnTo>
                <a:lnTo>
                  <a:pt x="4253885" y="972107"/>
                </a:lnTo>
                <a:lnTo>
                  <a:pt x="4253885" y="985090"/>
                </a:lnTo>
                <a:lnTo>
                  <a:pt x="4259149" y="990346"/>
                </a:lnTo>
                <a:lnTo>
                  <a:pt x="4272151" y="990346"/>
                </a:lnTo>
                <a:lnTo>
                  <a:pt x="4277414" y="985090"/>
                </a:lnTo>
                <a:lnTo>
                  <a:pt x="4277414" y="972107"/>
                </a:lnTo>
                <a:lnTo>
                  <a:pt x="4272151" y="966850"/>
                </a:lnTo>
                <a:close/>
              </a:path>
              <a:path extrusionOk="0" h="1607820" w="4617085">
                <a:moveTo>
                  <a:pt x="29377" y="1251604"/>
                </a:moveTo>
                <a:lnTo>
                  <a:pt x="17935" y="1253910"/>
                </a:lnTo>
                <a:lnTo>
                  <a:pt x="8598" y="1260198"/>
                </a:lnTo>
                <a:lnTo>
                  <a:pt x="2306" y="1269525"/>
                </a:lnTo>
                <a:lnTo>
                  <a:pt x="0" y="1280948"/>
                </a:lnTo>
                <a:lnTo>
                  <a:pt x="2306" y="1292371"/>
                </a:lnTo>
                <a:lnTo>
                  <a:pt x="8598" y="1301698"/>
                </a:lnTo>
                <a:lnTo>
                  <a:pt x="17935" y="1307987"/>
                </a:lnTo>
                <a:lnTo>
                  <a:pt x="29377" y="1310292"/>
                </a:lnTo>
                <a:lnTo>
                  <a:pt x="40793" y="1307987"/>
                </a:lnTo>
                <a:lnTo>
                  <a:pt x="50117" y="1301698"/>
                </a:lnTo>
                <a:lnTo>
                  <a:pt x="56404" y="1292371"/>
                </a:lnTo>
                <a:lnTo>
                  <a:pt x="58710" y="1280948"/>
                </a:lnTo>
                <a:lnTo>
                  <a:pt x="56404" y="1269525"/>
                </a:lnTo>
                <a:lnTo>
                  <a:pt x="50117" y="1260198"/>
                </a:lnTo>
                <a:lnTo>
                  <a:pt x="40793" y="1253910"/>
                </a:lnTo>
                <a:lnTo>
                  <a:pt x="29377" y="1251604"/>
                </a:lnTo>
                <a:close/>
              </a:path>
              <a:path extrusionOk="0" h="1607820" w="4617085">
                <a:moveTo>
                  <a:pt x="331970" y="1248244"/>
                </a:moveTo>
                <a:lnTo>
                  <a:pt x="319222" y="1250815"/>
                </a:lnTo>
                <a:lnTo>
                  <a:pt x="308812" y="1257825"/>
                </a:lnTo>
                <a:lnTo>
                  <a:pt x="301792" y="1268221"/>
                </a:lnTo>
                <a:lnTo>
                  <a:pt x="299218" y="1280948"/>
                </a:lnTo>
                <a:lnTo>
                  <a:pt x="301792" y="1293675"/>
                </a:lnTo>
                <a:lnTo>
                  <a:pt x="308812" y="1304071"/>
                </a:lnTo>
                <a:lnTo>
                  <a:pt x="319222" y="1311082"/>
                </a:lnTo>
                <a:lnTo>
                  <a:pt x="331970" y="1313653"/>
                </a:lnTo>
                <a:lnTo>
                  <a:pt x="344691" y="1311082"/>
                </a:lnTo>
                <a:lnTo>
                  <a:pt x="355088" y="1304071"/>
                </a:lnTo>
                <a:lnTo>
                  <a:pt x="362103" y="1293675"/>
                </a:lnTo>
                <a:lnTo>
                  <a:pt x="364676" y="1280948"/>
                </a:lnTo>
                <a:lnTo>
                  <a:pt x="362103" y="1268221"/>
                </a:lnTo>
                <a:lnTo>
                  <a:pt x="355088" y="1257825"/>
                </a:lnTo>
                <a:lnTo>
                  <a:pt x="344691" y="1250815"/>
                </a:lnTo>
                <a:lnTo>
                  <a:pt x="331970" y="1248244"/>
                </a:lnTo>
                <a:close/>
              </a:path>
              <a:path extrusionOk="0" h="1607820" w="4617085">
                <a:moveTo>
                  <a:pt x="634562" y="1245759"/>
                </a:moveTo>
                <a:lnTo>
                  <a:pt x="620833" y="1248528"/>
                </a:lnTo>
                <a:lnTo>
                  <a:pt x="609622" y="1256075"/>
                </a:lnTo>
                <a:lnTo>
                  <a:pt x="602063" y="1267266"/>
                </a:lnTo>
                <a:lnTo>
                  <a:pt x="599291" y="1280966"/>
                </a:lnTo>
                <a:lnTo>
                  <a:pt x="602063" y="1294665"/>
                </a:lnTo>
                <a:lnTo>
                  <a:pt x="609622" y="1305855"/>
                </a:lnTo>
                <a:lnTo>
                  <a:pt x="620833" y="1313401"/>
                </a:lnTo>
                <a:lnTo>
                  <a:pt x="634562" y="1316169"/>
                </a:lnTo>
                <a:lnTo>
                  <a:pt x="648265" y="1313401"/>
                </a:lnTo>
                <a:lnTo>
                  <a:pt x="659463" y="1305855"/>
                </a:lnTo>
                <a:lnTo>
                  <a:pt x="667017" y="1294665"/>
                </a:lnTo>
                <a:lnTo>
                  <a:pt x="669788" y="1280966"/>
                </a:lnTo>
                <a:lnTo>
                  <a:pt x="667017" y="1267266"/>
                </a:lnTo>
                <a:lnTo>
                  <a:pt x="659463" y="1256075"/>
                </a:lnTo>
                <a:lnTo>
                  <a:pt x="648265" y="1248528"/>
                </a:lnTo>
                <a:lnTo>
                  <a:pt x="634562" y="1245759"/>
                </a:lnTo>
                <a:close/>
              </a:path>
              <a:path extrusionOk="0" h="1607820" w="4617085">
                <a:moveTo>
                  <a:pt x="937110" y="1243239"/>
                </a:moveTo>
                <a:lnTo>
                  <a:pt x="922424" y="1246205"/>
                </a:lnTo>
                <a:lnTo>
                  <a:pt x="910426" y="1254291"/>
                </a:lnTo>
                <a:lnTo>
                  <a:pt x="902333" y="1266283"/>
                </a:lnTo>
                <a:lnTo>
                  <a:pt x="899364" y="1280966"/>
                </a:lnTo>
                <a:lnTo>
                  <a:pt x="902333" y="1295647"/>
                </a:lnTo>
                <a:lnTo>
                  <a:pt x="910426" y="1307638"/>
                </a:lnTo>
                <a:lnTo>
                  <a:pt x="922424" y="1315723"/>
                </a:lnTo>
                <a:lnTo>
                  <a:pt x="937110" y="1318689"/>
                </a:lnTo>
                <a:lnTo>
                  <a:pt x="951821" y="1315723"/>
                </a:lnTo>
                <a:lnTo>
                  <a:pt x="963833" y="1307638"/>
                </a:lnTo>
                <a:lnTo>
                  <a:pt x="971931" y="1295647"/>
                </a:lnTo>
                <a:lnTo>
                  <a:pt x="974900" y="1280966"/>
                </a:lnTo>
                <a:lnTo>
                  <a:pt x="971931" y="1266283"/>
                </a:lnTo>
                <a:lnTo>
                  <a:pt x="963833" y="1254291"/>
                </a:lnTo>
                <a:lnTo>
                  <a:pt x="951821" y="1246205"/>
                </a:lnTo>
                <a:lnTo>
                  <a:pt x="937110" y="1243239"/>
                </a:lnTo>
                <a:close/>
              </a:path>
              <a:path extrusionOk="0" h="1607820" w="4617085">
                <a:moveTo>
                  <a:pt x="1239702" y="1239879"/>
                </a:moveTo>
                <a:lnTo>
                  <a:pt x="1223719" y="1243107"/>
                </a:lnTo>
                <a:lnTo>
                  <a:pt x="1210662" y="1251912"/>
                </a:lnTo>
                <a:lnTo>
                  <a:pt x="1201857" y="1264972"/>
                </a:lnTo>
                <a:lnTo>
                  <a:pt x="1198628" y="1280966"/>
                </a:lnTo>
                <a:lnTo>
                  <a:pt x="1201857" y="1296958"/>
                </a:lnTo>
                <a:lnTo>
                  <a:pt x="1210662" y="1310017"/>
                </a:lnTo>
                <a:lnTo>
                  <a:pt x="1223719" y="1318821"/>
                </a:lnTo>
                <a:lnTo>
                  <a:pt x="1239702" y="1322049"/>
                </a:lnTo>
                <a:lnTo>
                  <a:pt x="1255719" y="1318821"/>
                </a:lnTo>
                <a:lnTo>
                  <a:pt x="1268804" y="1310017"/>
                </a:lnTo>
                <a:lnTo>
                  <a:pt x="1277630" y="1296958"/>
                </a:lnTo>
                <a:lnTo>
                  <a:pt x="1280867" y="1280966"/>
                </a:lnTo>
                <a:lnTo>
                  <a:pt x="1277630" y="1264972"/>
                </a:lnTo>
                <a:lnTo>
                  <a:pt x="1268804" y="1251912"/>
                </a:lnTo>
                <a:lnTo>
                  <a:pt x="1255719" y="1243107"/>
                </a:lnTo>
                <a:lnTo>
                  <a:pt x="1239702" y="1239879"/>
                </a:lnTo>
                <a:close/>
              </a:path>
              <a:path extrusionOk="0" h="1607820" w="4617085">
                <a:moveTo>
                  <a:pt x="1542295" y="1237395"/>
                </a:moveTo>
                <a:lnTo>
                  <a:pt x="1525329" y="1240820"/>
                </a:lnTo>
                <a:lnTo>
                  <a:pt x="1511472" y="1250161"/>
                </a:lnTo>
                <a:lnTo>
                  <a:pt x="1502128" y="1264015"/>
                </a:lnTo>
                <a:lnTo>
                  <a:pt x="1498701" y="1280980"/>
                </a:lnTo>
                <a:lnTo>
                  <a:pt x="1502128" y="1297945"/>
                </a:lnTo>
                <a:lnTo>
                  <a:pt x="1511472" y="1311801"/>
                </a:lnTo>
                <a:lnTo>
                  <a:pt x="1525329" y="1321143"/>
                </a:lnTo>
                <a:lnTo>
                  <a:pt x="1542295" y="1324569"/>
                </a:lnTo>
                <a:lnTo>
                  <a:pt x="1559286" y="1321143"/>
                </a:lnTo>
                <a:lnTo>
                  <a:pt x="1573157" y="1311801"/>
                </a:lnTo>
                <a:lnTo>
                  <a:pt x="1582506" y="1297945"/>
                </a:lnTo>
                <a:lnTo>
                  <a:pt x="1585933" y="1280980"/>
                </a:lnTo>
                <a:lnTo>
                  <a:pt x="1582506" y="1264015"/>
                </a:lnTo>
                <a:lnTo>
                  <a:pt x="1573157" y="1250161"/>
                </a:lnTo>
                <a:lnTo>
                  <a:pt x="1559286" y="1240820"/>
                </a:lnTo>
                <a:lnTo>
                  <a:pt x="1542295" y="1237395"/>
                </a:lnTo>
                <a:close/>
              </a:path>
              <a:path extrusionOk="0" h="1607820" w="4617085">
                <a:moveTo>
                  <a:pt x="1844887" y="1234875"/>
                </a:moveTo>
                <a:lnTo>
                  <a:pt x="1826940" y="1238498"/>
                </a:lnTo>
                <a:lnTo>
                  <a:pt x="1812282" y="1248380"/>
                </a:lnTo>
                <a:lnTo>
                  <a:pt x="1802398" y="1263036"/>
                </a:lnTo>
                <a:lnTo>
                  <a:pt x="1798774" y="1280980"/>
                </a:lnTo>
                <a:lnTo>
                  <a:pt x="1802398" y="1298929"/>
                </a:lnTo>
                <a:lnTo>
                  <a:pt x="1812282" y="1313585"/>
                </a:lnTo>
                <a:lnTo>
                  <a:pt x="1826940" y="1323466"/>
                </a:lnTo>
                <a:lnTo>
                  <a:pt x="1844887" y="1327090"/>
                </a:lnTo>
                <a:lnTo>
                  <a:pt x="1862861" y="1323466"/>
                </a:lnTo>
                <a:lnTo>
                  <a:pt x="1877532" y="1313585"/>
                </a:lnTo>
                <a:lnTo>
                  <a:pt x="1887420" y="1298929"/>
                </a:lnTo>
                <a:lnTo>
                  <a:pt x="1891045" y="1280980"/>
                </a:lnTo>
                <a:lnTo>
                  <a:pt x="1887420" y="1263036"/>
                </a:lnTo>
                <a:lnTo>
                  <a:pt x="1877532" y="1248380"/>
                </a:lnTo>
                <a:lnTo>
                  <a:pt x="1862861" y="1238498"/>
                </a:lnTo>
                <a:lnTo>
                  <a:pt x="1844887" y="1234875"/>
                </a:lnTo>
                <a:close/>
              </a:path>
              <a:path extrusionOk="0" h="1607820" w="4617085">
                <a:moveTo>
                  <a:pt x="2147480" y="1232354"/>
                </a:moveTo>
                <a:lnTo>
                  <a:pt x="2128550" y="1236176"/>
                </a:lnTo>
                <a:lnTo>
                  <a:pt x="2113092" y="1246596"/>
                </a:lnTo>
                <a:lnTo>
                  <a:pt x="2102669" y="1262053"/>
                </a:lnTo>
                <a:lnTo>
                  <a:pt x="2098847" y="1280980"/>
                </a:lnTo>
                <a:lnTo>
                  <a:pt x="2102669" y="1299909"/>
                </a:lnTo>
                <a:lnTo>
                  <a:pt x="2113092" y="1315365"/>
                </a:lnTo>
                <a:lnTo>
                  <a:pt x="2128550" y="1325785"/>
                </a:lnTo>
                <a:lnTo>
                  <a:pt x="2147480" y="1329606"/>
                </a:lnTo>
                <a:lnTo>
                  <a:pt x="2166442" y="1325785"/>
                </a:lnTo>
                <a:lnTo>
                  <a:pt x="2181930" y="1315365"/>
                </a:lnTo>
                <a:lnTo>
                  <a:pt x="2192373" y="1299909"/>
                </a:lnTo>
                <a:lnTo>
                  <a:pt x="2196202" y="1280980"/>
                </a:lnTo>
                <a:lnTo>
                  <a:pt x="2192373" y="1262053"/>
                </a:lnTo>
                <a:lnTo>
                  <a:pt x="2181930" y="1246596"/>
                </a:lnTo>
                <a:lnTo>
                  <a:pt x="2166442" y="1236176"/>
                </a:lnTo>
                <a:lnTo>
                  <a:pt x="2147480" y="1232354"/>
                </a:lnTo>
                <a:close/>
              </a:path>
              <a:path extrusionOk="0" h="1607820" w="4617085">
                <a:moveTo>
                  <a:pt x="2450072" y="1229834"/>
                </a:moveTo>
                <a:lnTo>
                  <a:pt x="2430161" y="1233853"/>
                </a:lnTo>
                <a:lnTo>
                  <a:pt x="2413901" y="1244814"/>
                </a:lnTo>
                <a:lnTo>
                  <a:pt x="2402940" y="1261071"/>
                </a:lnTo>
                <a:lnTo>
                  <a:pt x="2398920" y="1280980"/>
                </a:lnTo>
                <a:lnTo>
                  <a:pt x="2402940" y="1300891"/>
                </a:lnTo>
                <a:lnTo>
                  <a:pt x="2413901" y="1317148"/>
                </a:lnTo>
                <a:lnTo>
                  <a:pt x="2430161" y="1328107"/>
                </a:lnTo>
                <a:lnTo>
                  <a:pt x="2450072" y="1332126"/>
                </a:lnTo>
                <a:lnTo>
                  <a:pt x="2470017" y="1328107"/>
                </a:lnTo>
                <a:lnTo>
                  <a:pt x="2486305" y="1317148"/>
                </a:lnTo>
                <a:lnTo>
                  <a:pt x="2497287" y="1300891"/>
                </a:lnTo>
                <a:lnTo>
                  <a:pt x="2501314" y="1280980"/>
                </a:lnTo>
                <a:lnTo>
                  <a:pt x="2497287" y="1261071"/>
                </a:lnTo>
                <a:lnTo>
                  <a:pt x="2486305" y="1244814"/>
                </a:lnTo>
                <a:lnTo>
                  <a:pt x="2470017" y="1233853"/>
                </a:lnTo>
                <a:lnTo>
                  <a:pt x="2450072" y="1229834"/>
                </a:lnTo>
                <a:close/>
              </a:path>
              <a:path extrusionOk="0" h="1607820" w="4617085">
                <a:moveTo>
                  <a:pt x="2752665" y="1229834"/>
                </a:moveTo>
                <a:lnTo>
                  <a:pt x="2732753" y="1233853"/>
                </a:lnTo>
                <a:lnTo>
                  <a:pt x="2716494" y="1244814"/>
                </a:lnTo>
                <a:lnTo>
                  <a:pt x="2705532" y="1261071"/>
                </a:lnTo>
                <a:lnTo>
                  <a:pt x="2701513" y="1280980"/>
                </a:lnTo>
                <a:lnTo>
                  <a:pt x="2705532" y="1300891"/>
                </a:lnTo>
                <a:lnTo>
                  <a:pt x="2716494" y="1317148"/>
                </a:lnTo>
                <a:lnTo>
                  <a:pt x="2732753" y="1328107"/>
                </a:lnTo>
                <a:lnTo>
                  <a:pt x="2752665" y="1332126"/>
                </a:lnTo>
                <a:lnTo>
                  <a:pt x="2772609" y="1328107"/>
                </a:lnTo>
                <a:lnTo>
                  <a:pt x="2788897" y="1317148"/>
                </a:lnTo>
                <a:lnTo>
                  <a:pt x="2799879" y="1300891"/>
                </a:lnTo>
                <a:lnTo>
                  <a:pt x="2803907" y="1280980"/>
                </a:lnTo>
                <a:lnTo>
                  <a:pt x="2799879" y="1261071"/>
                </a:lnTo>
                <a:lnTo>
                  <a:pt x="2788897" y="1244814"/>
                </a:lnTo>
                <a:lnTo>
                  <a:pt x="2772609" y="1233853"/>
                </a:lnTo>
                <a:lnTo>
                  <a:pt x="2752665" y="1229834"/>
                </a:lnTo>
                <a:close/>
              </a:path>
              <a:path extrusionOk="0" h="1607820" w="4617085">
                <a:moveTo>
                  <a:pt x="3055302" y="1235733"/>
                </a:moveTo>
                <a:lnTo>
                  <a:pt x="3037671" y="1239291"/>
                </a:lnTo>
                <a:lnTo>
                  <a:pt x="3023270" y="1248994"/>
                </a:lnTo>
                <a:lnTo>
                  <a:pt x="3013560" y="1263382"/>
                </a:lnTo>
                <a:lnTo>
                  <a:pt x="3009999" y="1280998"/>
                </a:lnTo>
                <a:lnTo>
                  <a:pt x="3013560" y="1298616"/>
                </a:lnTo>
                <a:lnTo>
                  <a:pt x="3023270" y="1313004"/>
                </a:lnTo>
                <a:lnTo>
                  <a:pt x="3037671" y="1322706"/>
                </a:lnTo>
                <a:lnTo>
                  <a:pt x="3055302" y="1326263"/>
                </a:lnTo>
                <a:lnTo>
                  <a:pt x="3072933" y="1322706"/>
                </a:lnTo>
                <a:lnTo>
                  <a:pt x="3087334" y="1313004"/>
                </a:lnTo>
                <a:lnTo>
                  <a:pt x="3097044" y="1298616"/>
                </a:lnTo>
                <a:lnTo>
                  <a:pt x="3100606" y="1280998"/>
                </a:lnTo>
                <a:lnTo>
                  <a:pt x="3097044" y="1263382"/>
                </a:lnTo>
                <a:lnTo>
                  <a:pt x="3087334" y="1248994"/>
                </a:lnTo>
                <a:lnTo>
                  <a:pt x="3072933" y="1239291"/>
                </a:lnTo>
                <a:lnTo>
                  <a:pt x="3055302" y="1235733"/>
                </a:lnTo>
                <a:close/>
              </a:path>
              <a:path extrusionOk="0" h="1607820" w="4617085">
                <a:moveTo>
                  <a:pt x="3357895" y="1249956"/>
                </a:moveTo>
                <a:lnTo>
                  <a:pt x="3345787" y="1252395"/>
                </a:lnTo>
                <a:lnTo>
                  <a:pt x="3335907" y="1259044"/>
                </a:lnTo>
                <a:lnTo>
                  <a:pt x="3329248" y="1268906"/>
                </a:lnTo>
                <a:lnTo>
                  <a:pt x="3326808" y="1280980"/>
                </a:lnTo>
                <a:lnTo>
                  <a:pt x="3329248" y="1293056"/>
                </a:lnTo>
                <a:lnTo>
                  <a:pt x="3335907" y="1302918"/>
                </a:lnTo>
                <a:lnTo>
                  <a:pt x="3345787" y="1309567"/>
                </a:lnTo>
                <a:lnTo>
                  <a:pt x="3357895" y="1312005"/>
                </a:lnTo>
                <a:lnTo>
                  <a:pt x="3369976" y="1309567"/>
                </a:lnTo>
                <a:lnTo>
                  <a:pt x="3379843" y="1302918"/>
                </a:lnTo>
                <a:lnTo>
                  <a:pt x="3386497" y="1293056"/>
                </a:lnTo>
                <a:lnTo>
                  <a:pt x="3388937" y="1280980"/>
                </a:lnTo>
                <a:lnTo>
                  <a:pt x="3386497" y="1268906"/>
                </a:lnTo>
                <a:lnTo>
                  <a:pt x="3379843" y="1259044"/>
                </a:lnTo>
                <a:lnTo>
                  <a:pt x="3369976" y="1252395"/>
                </a:lnTo>
                <a:lnTo>
                  <a:pt x="3357895" y="1249956"/>
                </a:lnTo>
                <a:close/>
              </a:path>
              <a:path extrusionOk="0" h="1607820" w="4617085">
                <a:moveTo>
                  <a:pt x="3667460" y="1268402"/>
                </a:moveTo>
                <a:lnTo>
                  <a:pt x="3653514" y="1268402"/>
                </a:lnTo>
                <a:lnTo>
                  <a:pt x="3647890" y="1274026"/>
                </a:lnTo>
                <a:lnTo>
                  <a:pt x="3647890" y="1287934"/>
                </a:lnTo>
                <a:lnTo>
                  <a:pt x="3653514" y="1293563"/>
                </a:lnTo>
                <a:lnTo>
                  <a:pt x="3667415" y="1293563"/>
                </a:lnTo>
                <a:lnTo>
                  <a:pt x="3673084" y="1287935"/>
                </a:lnTo>
                <a:lnTo>
                  <a:pt x="3673084" y="1274026"/>
                </a:lnTo>
                <a:lnTo>
                  <a:pt x="3667460" y="1268402"/>
                </a:lnTo>
                <a:close/>
              </a:path>
              <a:path extrusionOk="0" h="1607820" w="4617085">
                <a:moveTo>
                  <a:pt x="39095" y="1565753"/>
                </a:moveTo>
                <a:lnTo>
                  <a:pt x="19615" y="1565753"/>
                </a:lnTo>
                <a:lnTo>
                  <a:pt x="11742" y="1573631"/>
                </a:lnTo>
                <a:lnTo>
                  <a:pt x="11742" y="1593081"/>
                </a:lnTo>
                <a:lnTo>
                  <a:pt x="19615" y="1600959"/>
                </a:lnTo>
                <a:lnTo>
                  <a:pt x="39095" y="1600959"/>
                </a:lnTo>
                <a:lnTo>
                  <a:pt x="46968" y="1593081"/>
                </a:lnTo>
                <a:lnTo>
                  <a:pt x="46968" y="1573631"/>
                </a:lnTo>
                <a:lnTo>
                  <a:pt x="39095" y="1565753"/>
                </a:lnTo>
                <a:close/>
              </a:path>
              <a:path extrusionOk="0" h="1607820" w="4617085">
                <a:moveTo>
                  <a:pt x="331970" y="1562396"/>
                </a:moveTo>
                <a:lnTo>
                  <a:pt x="323790" y="1564043"/>
                </a:lnTo>
                <a:lnTo>
                  <a:pt x="317112" y="1568535"/>
                </a:lnTo>
                <a:lnTo>
                  <a:pt x="312610" y="1575197"/>
                </a:lnTo>
                <a:lnTo>
                  <a:pt x="310960" y="1583354"/>
                </a:lnTo>
                <a:lnTo>
                  <a:pt x="312610" y="1591513"/>
                </a:lnTo>
                <a:lnTo>
                  <a:pt x="317112" y="1598176"/>
                </a:lnTo>
                <a:lnTo>
                  <a:pt x="323790" y="1602670"/>
                </a:lnTo>
                <a:lnTo>
                  <a:pt x="331970" y="1604318"/>
                </a:lnTo>
                <a:lnTo>
                  <a:pt x="340123" y="1602670"/>
                </a:lnTo>
                <a:lnTo>
                  <a:pt x="346788" y="1598176"/>
                </a:lnTo>
                <a:lnTo>
                  <a:pt x="351284" y="1591513"/>
                </a:lnTo>
                <a:lnTo>
                  <a:pt x="352934" y="1583354"/>
                </a:lnTo>
                <a:lnTo>
                  <a:pt x="351284" y="1575197"/>
                </a:lnTo>
                <a:lnTo>
                  <a:pt x="346788" y="1568535"/>
                </a:lnTo>
                <a:lnTo>
                  <a:pt x="340123" y="1564043"/>
                </a:lnTo>
                <a:lnTo>
                  <a:pt x="331970" y="1562396"/>
                </a:lnTo>
                <a:close/>
              </a:path>
              <a:path extrusionOk="0" h="1607820" w="4617085">
                <a:moveTo>
                  <a:pt x="634562" y="1560712"/>
                </a:moveTo>
                <a:lnTo>
                  <a:pt x="625724" y="1562490"/>
                </a:lnTo>
                <a:lnTo>
                  <a:pt x="618518" y="1567340"/>
                </a:lnTo>
                <a:lnTo>
                  <a:pt x="613666" y="1574537"/>
                </a:lnTo>
                <a:lnTo>
                  <a:pt x="611888" y="1583354"/>
                </a:lnTo>
                <a:lnTo>
                  <a:pt x="613666" y="1592171"/>
                </a:lnTo>
                <a:lnTo>
                  <a:pt x="618518" y="1599368"/>
                </a:lnTo>
                <a:lnTo>
                  <a:pt x="625724" y="1604218"/>
                </a:lnTo>
                <a:lnTo>
                  <a:pt x="634562" y="1605996"/>
                </a:lnTo>
                <a:lnTo>
                  <a:pt x="643374" y="1604218"/>
                </a:lnTo>
                <a:lnTo>
                  <a:pt x="650567" y="1599368"/>
                </a:lnTo>
                <a:lnTo>
                  <a:pt x="655414" y="1592171"/>
                </a:lnTo>
                <a:lnTo>
                  <a:pt x="657191" y="1583354"/>
                </a:lnTo>
                <a:lnTo>
                  <a:pt x="655414" y="1574537"/>
                </a:lnTo>
                <a:lnTo>
                  <a:pt x="650567" y="1567340"/>
                </a:lnTo>
                <a:lnTo>
                  <a:pt x="643374" y="1562490"/>
                </a:lnTo>
                <a:lnTo>
                  <a:pt x="634562" y="1560712"/>
                </a:lnTo>
                <a:close/>
              </a:path>
              <a:path extrusionOk="0" h="1607820" w="4617085">
                <a:moveTo>
                  <a:pt x="937110" y="1560712"/>
                </a:moveTo>
                <a:lnTo>
                  <a:pt x="928298" y="1562490"/>
                </a:lnTo>
                <a:lnTo>
                  <a:pt x="921105" y="1567340"/>
                </a:lnTo>
                <a:lnTo>
                  <a:pt x="916257" y="1574537"/>
                </a:lnTo>
                <a:lnTo>
                  <a:pt x="914480" y="1583355"/>
                </a:lnTo>
                <a:lnTo>
                  <a:pt x="916257" y="1592171"/>
                </a:lnTo>
                <a:lnTo>
                  <a:pt x="921105" y="1599368"/>
                </a:lnTo>
                <a:lnTo>
                  <a:pt x="928298" y="1604218"/>
                </a:lnTo>
                <a:lnTo>
                  <a:pt x="937110" y="1605996"/>
                </a:lnTo>
                <a:lnTo>
                  <a:pt x="945948" y="1604218"/>
                </a:lnTo>
                <a:lnTo>
                  <a:pt x="953154" y="1599368"/>
                </a:lnTo>
                <a:lnTo>
                  <a:pt x="958006" y="1592171"/>
                </a:lnTo>
                <a:lnTo>
                  <a:pt x="959784" y="1583355"/>
                </a:lnTo>
                <a:lnTo>
                  <a:pt x="958006" y="1574537"/>
                </a:lnTo>
                <a:lnTo>
                  <a:pt x="953154" y="1567340"/>
                </a:lnTo>
                <a:lnTo>
                  <a:pt x="945948" y="1562490"/>
                </a:lnTo>
                <a:lnTo>
                  <a:pt x="937110" y="1560712"/>
                </a:lnTo>
                <a:close/>
              </a:path>
              <a:path extrusionOk="0" h="1607820" w="4617085">
                <a:moveTo>
                  <a:pt x="1239702" y="1559067"/>
                </a:moveTo>
                <a:lnTo>
                  <a:pt x="1230250" y="1560978"/>
                </a:lnTo>
                <a:lnTo>
                  <a:pt x="1222528" y="1566187"/>
                </a:lnTo>
                <a:lnTo>
                  <a:pt x="1217319" y="1573912"/>
                </a:lnTo>
                <a:lnTo>
                  <a:pt x="1215408" y="1583371"/>
                </a:lnTo>
                <a:lnTo>
                  <a:pt x="1217319" y="1592831"/>
                </a:lnTo>
                <a:lnTo>
                  <a:pt x="1222528" y="1600557"/>
                </a:lnTo>
                <a:lnTo>
                  <a:pt x="1230250" y="1605767"/>
                </a:lnTo>
                <a:lnTo>
                  <a:pt x="1239702" y="1607677"/>
                </a:lnTo>
                <a:lnTo>
                  <a:pt x="1249180" y="1605767"/>
                </a:lnTo>
                <a:lnTo>
                  <a:pt x="1256916" y="1600557"/>
                </a:lnTo>
                <a:lnTo>
                  <a:pt x="1262130" y="1592831"/>
                </a:lnTo>
                <a:lnTo>
                  <a:pt x="1264041" y="1583371"/>
                </a:lnTo>
                <a:lnTo>
                  <a:pt x="1262130" y="1573912"/>
                </a:lnTo>
                <a:lnTo>
                  <a:pt x="1256916" y="1566187"/>
                </a:lnTo>
                <a:lnTo>
                  <a:pt x="1249180" y="1560978"/>
                </a:lnTo>
                <a:lnTo>
                  <a:pt x="1239702" y="1559067"/>
                </a:lnTo>
                <a:close/>
              </a:path>
              <a:path extrusionOk="0" h="1607820" w="4617085">
                <a:moveTo>
                  <a:pt x="1542295" y="1560712"/>
                </a:moveTo>
                <a:lnTo>
                  <a:pt x="1533483" y="1562490"/>
                </a:lnTo>
                <a:lnTo>
                  <a:pt x="1526290" y="1567341"/>
                </a:lnTo>
                <a:lnTo>
                  <a:pt x="1521443" y="1574538"/>
                </a:lnTo>
                <a:lnTo>
                  <a:pt x="1519665" y="1583355"/>
                </a:lnTo>
                <a:lnTo>
                  <a:pt x="1521443" y="1592171"/>
                </a:lnTo>
                <a:lnTo>
                  <a:pt x="1526290" y="1599368"/>
                </a:lnTo>
                <a:lnTo>
                  <a:pt x="1533483" y="1604218"/>
                </a:lnTo>
                <a:lnTo>
                  <a:pt x="1542295" y="1605996"/>
                </a:lnTo>
                <a:lnTo>
                  <a:pt x="1551133" y="1604218"/>
                </a:lnTo>
                <a:lnTo>
                  <a:pt x="1558339" y="1599368"/>
                </a:lnTo>
                <a:lnTo>
                  <a:pt x="1563191" y="1592171"/>
                </a:lnTo>
                <a:lnTo>
                  <a:pt x="1564969" y="1583355"/>
                </a:lnTo>
                <a:lnTo>
                  <a:pt x="1563191" y="1574538"/>
                </a:lnTo>
                <a:lnTo>
                  <a:pt x="1558339" y="1567341"/>
                </a:lnTo>
                <a:lnTo>
                  <a:pt x="1551133" y="1562490"/>
                </a:lnTo>
                <a:lnTo>
                  <a:pt x="1542295" y="1560712"/>
                </a:lnTo>
                <a:close/>
              </a:path>
              <a:path extrusionOk="0" h="1607820" w="4617085">
                <a:moveTo>
                  <a:pt x="1844887" y="1563232"/>
                </a:moveTo>
                <a:lnTo>
                  <a:pt x="1837076" y="1564813"/>
                </a:lnTo>
                <a:lnTo>
                  <a:pt x="1830682" y="1569124"/>
                </a:lnTo>
                <a:lnTo>
                  <a:pt x="1826363" y="1575520"/>
                </a:lnTo>
                <a:lnTo>
                  <a:pt x="1824777" y="1583355"/>
                </a:lnTo>
                <a:lnTo>
                  <a:pt x="1826363" y="1591190"/>
                </a:lnTo>
                <a:lnTo>
                  <a:pt x="1830682" y="1597587"/>
                </a:lnTo>
                <a:lnTo>
                  <a:pt x="1837076" y="1601899"/>
                </a:lnTo>
                <a:lnTo>
                  <a:pt x="1844887" y="1603480"/>
                </a:lnTo>
                <a:lnTo>
                  <a:pt x="1852743" y="1601899"/>
                </a:lnTo>
                <a:lnTo>
                  <a:pt x="1859149" y="1597587"/>
                </a:lnTo>
                <a:lnTo>
                  <a:pt x="1863462" y="1591190"/>
                </a:lnTo>
                <a:lnTo>
                  <a:pt x="1865042" y="1583355"/>
                </a:lnTo>
                <a:lnTo>
                  <a:pt x="1863462" y="1575520"/>
                </a:lnTo>
                <a:lnTo>
                  <a:pt x="1859149" y="1569124"/>
                </a:lnTo>
                <a:lnTo>
                  <a:pt x="1852743" y="1564813"/>
                </a:lnTo>
                <a:lnTo>
                  <a:pt x="1844887" y="1563232"/>
                </a:lnTo>
                <a:close/>
              </a:path>
              <a:path extrusionOk="0" h="1607820" w="4617085">
                <a:moveTo>
                  <a:pt x="2156297" y="1567431"/>
                </a:moveTo>
                <a:lnTo>
                  <a:pt x="2138707" y="1567431"/>
                </a:lnTo>
                <a:lnTo>
                  <a:pt x="2131554" y="1574571"/>
                </a:lnTo>
                <a:lnTo>
                  <a:pt x="2131554" y="1592138"/>
                </a:lnTo>
                <a:lnTo>
                  <a:pt x="2138707" y="1599278"/>
                </a:lnTo>
                <a:lnTo>
                  <a:pt x="2156297" y="1599278"/>
                </a:lnTo>
                <a:lnTo>
                  <a:pt x="2163451" y="1592138"/>
                </a:lnTo>
                <a:lnTo>
                  <a:pt x="2163451" y="1574571"/>
                </a:lnTo>
                <a:lnTo>
                  <a:pt x="2156297" y="1567431"/>
                </a:lnTo>
                <a:close/>
              </a:path>
              <a:path extrusionOk="0" h="1607820" w="4617085">
                <a:moveTo>
                  <a:pt x="2455651" y="1573294"/>
                </a:moveTo>
                <a:lnTo>
                  <a:pt x="2444539" y="1573294"/>
                </a:lnTo>
                <a:lnTo>
                  <a:pt x="2440040" y="1577795"/>
                </a:lnTo>
                <a:lnTo>
                  <a:pt x="2440040" y="1588914"/>
                </a:lnTo>
                <a:lnTo>
                  <a:pt x="2444539" y="1593419"/>
                </a:lnTo>
                <a:lnTo>
                  <a:pt x="2455651" y="1593419"/>
                </a:lnTo>
                <a:lnTo>
                  <a:pt x="2460195" y="1588914"/>
                </a:lnTo>
                <a:lnTo>
                  <a:pt x="2460195" y="1577795"/>
                </a:lnTo>
                <a:lnTo>
                  <a:pt x="2455651" y="1573294"/>
                </a:lnTo>
                <a:close/>
              </a:path>
              <a:path extrusionOk="0" h="1607820" w="4617085">
                <a:moveTo>
                  <a:pt x="2754554" y="1579995"/>
                </a:moveTo>
                <a:lnTo>
                  <a:pt x="2750820" y="1579995"/>
                </a:lnTo>
                <a:lnTo>
                  <a:pt x="2749336" y="1581491"/>
                </a:lnTo>
                <a:lnTo>
                  <a:pt x="2749336" y="1585218"/>
                </a:lnTo>
                <a:lnTo>
                  <a:pt x="2750820" y="1586714"/>
                </a:lnTo>
                <a:lnTo>
                  <a:pt x="2754554" y="1586714"/>
                </a:lnTo>
                <a:lnTo>
                  <a:pt x="2756039" y="1585218"/>
                </a:lnTo>
                <a:lnTo>
                  <a:pt x="2756039" y="1581491"/>
                </a:lnTo>
                <a:lnTo>
                  <a:pt x="2754554" y="1579995"/>
                </a:lnTo>
                <a:close/>
              </a:path>
            </a:pathLst>
          </a:custGeom>
          <a:solidFill>
            <a:srgbClr val="E9C6C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8" name="Google Shape;118;p6"/>
          <p:cNvSpPr txBox="1"/>
          <p:nvPr/>
        </p:nvSpPr>
        <p:spPr>
          <a:xfrm>
            <a:off x="1141095" y="3078924"/>
            <a:ext cx="8210550" cy="3444875"/>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lang="es-GT" sz="3200">
                <a:latin typeface="Calibri"/>
                <a:ea typeface="Calibri"/>
                <a:cs typeface="Calibri"/>
                <a:sym typeface="Calibri"/>
              </a:rPr>
              <a:t>a</a:t>
            </a:r>
            <a:r>
              <a:rPr b="1" lang="es-GT" sz="3200">
                <a:latin typeface="Calibri"/>
                <a:ea typeface="Calibri"/>
                <a:cs typeface="Calibri"/>
                <a:sym typeface="Calibri"/>
              </a:rPr>
              <a:t>. Entidades:</a:t>
            </a:r>
            <a:endParaRPr sz="3200">
              <a:latin typeface="Calibri"/>
              <a:ea typeface="Calibri"/>
              <a:cs typeface="Calibri"/>
              <a:sym typeface="Calibri"/>
            </a:endParaRPr>
          </a:p>
          <a:p>
            <a:pPr indent="0" lvl="0" marL="12700" marR="5080" rtl="0" algn="just">
              <a:lnSpc>
                <a:spcPct val="100200"/>
              </a:lnSpc>
              <a:spcBef>
                <a:spcPts val="3810"/>
              </a:spcBef>
              <a:spcAft>
                <a:spcPts val="0"/>
              </a:spcAft>
              <a:buNone/>
            </a:pPr>
            <a:r>
              <a:rPr lang="es-GT" sz="3200">
                <a:latin typeface="Calibri"/>
                <a:ea typeface="Calibri"/>
                <a:cs typeface="Calibri"/>
                <a:sym typeface="Calibri"/>
              </a:rPr>
              <a:t>Las entidades representan objetos o cosas en el mundo real que son distinguibles entre		sí. Cada entidad tiene un conjunto de propiedades, conocidas	como	atributos,	que describen sus características.</a:t>
            </a:r>
            <a:endParaRPr sz="3200">
              <a:latin typeface="Calibri"/>
              <a:ea typeface="Calibri"/>
              <a:cs typeface="Calibri"/>
              <a:sym typeface="Calibri"/>
            </a:endParaRPr>
          </a:p>
        </p:txBody>
      </p:sp>
      <p:pic>
        <p:nvPicPr>
          <p:cNvPr id="119" name="Google Shape;119;p6"/>
          <p:cNvPicPr preferRelativeResize="0"/>
          <p:nvPr/>
        </p:nvPicPr>
        <p:blipFill rotWithShape="1">
          <a:blip r:embed="rId3">
            <a:alphaModFix/>
          </a:blip>
          <a:srcRect b="0" l="0" r="0" t="0"/>
          <a:stretch/>
        </p:blipFill>
        <p:spPr>
          <a:xfrm>
            <a:off x="10067925" y="3124200"/>
            <a:ext cx="7105650" cy="4038600"/>
          </a:xfrm>
          <a:prstGeom prst="rect">
            <a:avLst/>
          </a:prstGeom>
          <a:noFill/>
          <a:ln>
            <a:noFill/>
          </a:ln>
        </p:spPr>
      </p:pic>
      <p:sp>
        <p:nvSpPr>
          <p:cNvPr id="120" name="Google Shape;120;p6"/>
          <p:cNvSpPr txBox="1"/>
          <p:nvPr/>
        </p:nvSpPr>
        <p:spPr>
          <a:xfrm>
            <a:off x="6889115" y="9171622"/>
            <a:ext cx="4925060" cy="4648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2700">
                <a:latin typeface="Tahoma"/>
                <a:ea typeface="Tahoma"/>
                <a:cs typeface="Tahoma"/>
                <a:sym typeface="Tahoma"/>
              </a:rPr>
              <a:t>Programación Comercial |1S2025</a:t>
            </a:r>
            <a:endParaRPr sz="2700">
              <a:latin typeface="Tahoma"/>
              <a:ea typeface="Tahoma"/>
              <a:cs typeface="Tahoma"/>
              <a:sym typeface="Tahom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7"/>
          <p:cNvSpPr/>
          <p:nvPr/>
        </p:nvSpPr>
        <p:spPr>
          <a:xfrm>
            <a:off x="95250" y="9420225"/>
            <a:ext cx="7105650" cy="19050"/>
          </a:xfrm>
          <a:custGeom>
            <a:rect b="b" l="l" r="r" t="t"/>
            <a:pathLst>
              <a:path extrusionOk="0" h="19050" w="7105650">
                <a:moveTo>
                  <a:pt x="0" y="0"/>
                </a:moveTo>
                <a:lnTo>
                  <a:pt x="7105650" y="19050"/>
                </a:lnTo>
              </a:path>
            </a:pathLst>
          </a:custGeom>
          <a:noFill/>
          <a:ln cap="flat" cmpd="sng" w="114300">
            <a:solidFill>
              <a:srgbClr val="9FC3D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6" name="Google Shape;126;p7"/>
          <p:cNvSpPr/>
          <p:nvPr/>
        </p:nvSpPr>
        <p:spPr>
          <a:xfrm>
            <a:off x="13765409" y="6216258"/>
            <a:ext cx="4523105" cy="2468880"/>
          </a:xfrm>
          <a:custGeom>
            <a:rect b="b" l="l" r="r" t="t"/>
            <a:pathLst>
              <a:path extrusionOk="0" h="2468879" w="4523105">
                <a:moveTo>
                  <a:pt x="2119916" y="23405"/>
                </a:moveTo>
                <a:lnTo>
                  <a:pt x="2118071" y="23405"/>
                </a:lnTo>
                <a:lnTo>
                  <a:pt x="2117306" y="24169"/>
                </a:lnTo>
                <a:lnTo>
                  <a:pt x="2117306" y="26010"/>
                </a:lnTo>
                <a:lnTo>
                  <a:pt x="2118071" y="26774"/>
                </a:lnTo>
                <a:lnTo>
                  <a:pt x="2119916" y="26774"/>
                </a:lnTo>
                <a:lnTo>
                  <a:pt x="2120681" y="26010"/>
                </a:lnTo>
                <a:lnTo>
                  <a:pt x="2120681" y="24169"/>
                </a:lnTo>
                <a:lnTo>
                  <a:pt x="2119916" y="23405"/>
                </a:lnTo>
                <a:close/>
              </a:path>
              <a:path extrusionOk="0" h="2468879" w="4523105">
                <a:moveTo>
                  <a:pt x="2424353" y="20080"/>
                </a:moveTo>
                <a:lnTo>
                  <a:pt x="2418819" y="20080"/>
                </a:lnTo>
                <a:lnTo>
                  <a:pt x="2416570" y="22372"/>
                </a:lnTo>
                <a:lnTo>
                  <a:pt x="2416570" y="27897"/>
                </a:lnTo>
                <a:lnTo>
                  <a:pt x="2418819" y="30143"/>
                </a:lnTo>
                <a:lnTo>
                  <a:pt x="2424353" y="30143"/>
                </a:lnTo>
                <a:lnTo>
                  <a:pt x="2426602" y="27897"/>
                </a:lnTo>
                <a:lnTo>
                  <a:pt x="2426602" y="22372"/>
                </a:lnTo>
                <a:lnTo>
                  <a:pt x="2424353" y="20080"/>
                </a:lnTo>
                <a:close/>
              </a:path>
              <a:path extrusionOk="0" h="2468879" w="4523105">
                <a:moveTo>
                  <a:pt x="2728835" y="16756"/>
                </a:moveTo>
                <a:lnTo>
                  <a:pt x="2719522" y="16756"/>
                </a:lnTo>
                <a:lnTo>
                  <a:pt x="2715788" y="20485"/>
                </a:lnTo>
                <a:lnTo>
                  <a:pt x="2715788" y="29739"/>
                </a:lnTo>
                <a:lnTo>
                  <a:pt x="2719522" y="33513"/>
                </a:lnTo>
                <a:lnTo>
                  <a:pt x="2728835" y="33513"/>
                </a:lnTo>
                <a:lnTo>
                  <a:pt x="2732569" y="29739"/>
                </a:lnTo>
                <a:lnTo>
                  <a:pt x="2732569" y="20485"/>
                </a:lnTo>
                <a:lnTo>
                  <a:pt x="2728835" y="16756"/>
                </a:lnTo>
                <a:close/>
              </a:path>
              <a:path extrusionOk="0" h="2468879" w="4523105">
                <a:moveTo>
                  <a:pt x="3033272" y="13387"/>
                </a:moveTo>
                <a:lnTo>
                  <a:pt x="3020270" y="13387"/>
                </a:lnTo>
                <a:lnTo>
                  <a:pt x="3015007" y="18643"/>
                </a:lnTo>
                <a:lnTo>
                  <a:pt x="3015007" y="31626"/>
                </a:lnTo>
                <a:lnTo>
                  <a:pt x="3020270" y="36882"/>
                </a:lnTo>
                <a:lnTo>
                  <a:pt x="3033272" y="36882"/>
                </a:lnTo>
                <a:lnTo>
                  <a:pt x="3038536" y="31626"/>
                </a:lnTo>
                <a:lnTo>
                  <a:pt x="3038536" y="18643"/>
                </a:lnTo>
                <a:lnTo>
                  <a:pt x="3033272" y="13387"/>
                </a:lnTo>
                <a:close/>
              </a:path>
              <a:path extrusionOk="0" h="2468879" w="4523105">
                <a:moveTo>
                  <a:pt x="3337709" y="10062"/>
                </a:moveTo>
                <a:lnTo>
                  <a:pt x="3321018" y="10062"/>
                </a:lnTo>
                <a:lnTo>
                  <a:pt x="3314270" y="16801"/>
                </a:lnTo>
                <a:lnTo>
                  <a:pt x="3314270" y="33468"/>
                </a:lnTo>
                <a:lnTo>
                  <a:pt x="3321018" y="40206"/>
                </a:lnTo>
                <a:lnTo>
                  <a:pt x="3337709" y="40206"/>
                </a:lnTo>
                <a:lnTo>
                  <a:pt x="3344457" y="33468"/>
                </a:lnTo>
                <a:lnTo>
                  <a:pt x="3344457" y="16801"/>
                </a:lnTo>
                <a:lnTo>
                  <a:pt x="3337709" y="10062"/>
                </a:lnTo>
                <a:close/>
              </a:path>
              <a:path extrusionOk="0" h="2468879" w="4523105">
                <a:moveTo>
                  <a:pt x="3631934" y="6693"/>
                </a:moveTo>
                <a:lnTo>
                  <a:pt x="3624762" y="8144"/>
                </a:lnTo>
                <a:lnTo>
                  <a:pt x="3618898" y="12101"/>
                </a:lnTo>
                <a:lnTo>
                  <a:pt x="3614941" y="17970"/>
                </a:lnTo>
                <a:lnTo>
                  <a:pt x="3613488" y="25157"/>
                </a:lnTo>
                <a:lnTo>
                  <a:pt x="3614941" y="32318"/>
                </a:lnTo>
                <a:lnTo>
                  <a:pt x="3618898" y="38174"/>
                </a:lnTo>
                <a:lnTo>
                  <a:pt x="3624762" y="42125"/>
                </a:lnTo>
                <a:lnTo>
                  <a:pt x="3631934" y="43576"/>
                </a:lnTo>
                <a:lnTo>
                  <a:pt x="3639131" y="42125"/>
                </a:lnTo>
                <a:lnTo>
                  <a:pt x="3645008" y="38174"/>
                </a:lnTo>
                <a:lnTo>
                  <a:pt x="3648971" y="32318"/>
                </a:lnTo>
                <a:lnTo>
                  <a:pt x="3650424" y="25157"/>
                </a:lnTo>
                <a:lnTo>
                  <a:pt x="3648971" y="17970"/>
                </a:lnTo>
                <a:lnTo>
                  <a:pt x="3645008" y="12101"/>
                </a:lnTo>
                <a:lnTo>
                  <a:pt x="3639131" y="8144"/>
                </a:lnTo>
                <a:lnTo>
                  <a:pt x="3631934" y="6693"/>
                </a:lnTo>
                <a:close/>
              </a:path>
              <a:path extrusionOk="0" h="2468879" w="4523105">
                <a:moveTo>
                  <a:pt x="3934526" y="2515"/>
                </a:moveTo>
                <a:lnTo>
                  <a:pt x="3925714" y="4290"/>
                </a:lnTo>
                <a:lnTo>
                  <a:pt x="3918521" y="9136"/>
                </a:lnTo>
                <a:lnTo>
                  <a:pt x="3913674" y="16331"/>
                </a:lnTo>
                <a:lnTo>
                  <a:pt x="3911897" y="25157"/>
                </a:lnTo>
                <a:lnTo>
                  <a:pt x="3913674" y="33963"/>
                </a:lnTo>
                <a:lnTo>
                  <a:pt x="3918521" y="41161"/>
                </a:lnTo>
                <a:lnTo>
                  <a:pt x="3925714" y="46017"/>
                </a:lnTo>
                <a:lnTo>
                  <a:pt x="3934526" y="47798"/>
                </a:lnTo>
                <a:lnTo>
                  <a:pt x="3943364" y="46017"/>
                </a:lnTo>
                <a:lnTo>
                  <a:pt x="3950570" y="41161"/>
                </a:lnTo>
                <a:lnTo>
                  <a:pt x="3955423" y="33963"/>
                </a:lnTo>
                <a:lnTo>
                  <a:pt x="3957200" y="25157"/>
                </a:lnTo>
                <a:lnTo>
                  <a:pt x="3955423" y="16331"/>
                </a:lnTo>
                <a:lnTo>
                  <a:pt x="3950570" y="9136"/>
                </a:lnTo>
                <a:lnTo>
                  <a:pt x="3943364" y="4290"/>
                </a:lnTo>
                <a:lnTo>
                  <a:pt x="3934526" y="2515"/>
                </a:lnTo>
                <a:close/>
              </a:path>
              <a:path extrusionOk="0" h="2468879" w="4523105">
                <a:moveTo>
                  <a:pt x="4237119" y="0"/>
                </a:moveTo>
                <a:lnTo>
                  <a:pt x="4227331" y="1978"/>
                </a:lnTo>
                <a:lnTo>
                  <a:pt x="4219354" y="7373"/>
                </a:lnTo>
                <a:lnTo>
                  <a:pt x="4213983" y="15370"/>
                </a:lnTo>
                <a:lnTo>
                  <a:pt x="4212015" y="25157"/>
                </a:lnTo>
                <a:lnTo>
                  <a:pt x="4213983" y="34944"/>
                </a:lnTo>
                <a:lnTo>
                  <a:pt x="4219354" y="42941"/>
                </a:lnTo>
                <a:lnTo>
                  <a:pt x="4227332" y="48335"/>
                </a:lnTo>
                <a:lnTo>
                  <a:pt x="4237119" y="50314"/>
                </a:lnTo>
                <a:lnTo>
                  <a:pt x="4246920" y="48335"/>
                </a:lnTo>
                <a:lnTo>
                  <a:pt x="4254928" y="42941"/>
                </a:lnTo>
                <a:lnTo>
                  <a:pt x="4260331" y="34944"/>
                </a:lnTo>
                <a:lnTo>
                  <a:pt x="4262312" y="25157"/>
                </a:lnTo>
                <a:lnTo>
                  <a:pt x="4260331" y="15370"/>
                </a:lnTo>
                <a:lnTo>
                  <a:pt x="4254928" y="7373"/>
                </a:lnTo>
                <a:lnTo>
                  <a:pt x="4246920" y="1978"/>
                </a:lnTo>
                <a:lnTo>
                  <a:pt x="4237119" y="0"/>
                </a:lnTo>
                <a:close/>
              </a:path>
              <a:path extrusionOk="0" h="2468879" w="4523105">
                <a:moveTo>
                  <a:pt x="4522590" y="4950"/>
                </a:moveTo>
                <a:lnTo>
                  <a:pt x="4520754" y="6188"/>
                </a:lnTo>
                <a:lnTo>
                  <a:pt x="4515006" y="14712"/>
                </a:lnTo>
                <a:lnTo>
                  <a:pt x="4512898" y="25157"/>
                </a:lnTo>
                <a:lnTo>
                  <a:pt x="4515006" y="35602"/>
                </a:lnTo>
                <a:lnTo>
                  <a:pt x="4520754" y="44126"/>
                </a:lnTo>
                <a:lnTo>
                  <a:pt x="4522590" y="45364"/>
                </a:lnTo>
                <a:lnTo>
                  <a:pt x="4522590" y="4950"/>
                </a:lnTo>
                <a:close/>
              </a:path>
              <a:path extrusionOk="0" h="2468879" w="4523105">
                <a:moveTo>
                  <a:pt x="909996" y="324979"/>
                </a:moveTo>
                <a:lnTo>
                  <a:pt x="907206" y="324979"/>
                </a:lnTo>
                <a:lnTo>
                  <a:pt x="906082" y="326102"/>
                </a:lnTo>
                <a:lnTo>
                  <a:pt x="906082" y="328887"/>
                </a:lnTo>
                <a:lnTo>
                  <a:pt x="907206" y="330010"/>
                </a:lnTo>
                <a:lnTo>
                  <a:pt x="909996" y="330010"/>
                </a:lnTo>
                <a:lnTo>
                  <a:pt x="911120" y="328887"/>
                </a:lnTo>
                <a:lnTo>
                  <a:pt x="911120" y="326102"/>
                </a:lnTo>
                <a:lnTo>
                  <a:pt x="909996" y="324979"/>
                </a:lnTo>
                <a:close/>
              </a:path>
              <a:path extrusionOk="0" h="2468879" w="4523105">
                <a:moveTo>
                  <a:pt x="1215378" y="319947"/>
                </a:moveTo>
                <a:lnTo>
                  <a:pt x="1207055" y="319947"/>
                </a:lnTo>
                <a:lnTo>
                  <a:pt x="1203681" y="323316"/>
                </a:lnTo>
                <a:lnTo>
                  <a:pt x="1203681" y="331672"/>
                </a:lnTo>
                <a:lnTo>
                  <a:pt x="1207055" y="335042"/>
                </a:lnTo>
                <a:lnTo>
                  <a:pt x="1215378" y="335042"/>
                </a:lnTo>
                <a:lnTo>
                  <a:pt x="1218752" y="331672"/>
                </a:lnTo>
                <a:lnTo>
                  <a:pt x="1218752" y="323316"/>
                </a:lnTo>
                <a:lnTo>
                  <a:pt x="1215378" y="319947"/>
                </a:lnTo>
                <a:close/>
              </a:path>
              <a:path extrusionOk="0" h="2468879" w="4523105">
                <a:moveTo>
                  <a:pt x="1520759" y="314916"/>
                </a:moveTo>
                <a:lnTo>
                  <a:pt x="1506858" y="314916"/>
                </a:lnTo>
                <a:lnTo>
                  <a:pt x="1501234" y="320531"/>
                </a:lnTo>
                <a:lnTo>
                  <a:pt x="1501234" y="334413"/>
                </a:lnTo>
                <a:lnTo>
                  <a:pt x="1506858" y="340073"/>
                </a:lnTo>
                <a:lnTo>
                  <a:pt x="1520759" y="340073"/>
                </a:lnTo>
                <a:lnTo>
                  <a:pt x="1526383" y="334413"/>
                </a:lnTo>
                <a:lnTo>
                  <a:pt x="1526383" y="320531"/>
                </a:lnTo>
                <a:lnTo>
                  <a:pt x="1520759" y="314916"/>
                </a:lnTo>
                <a:close/>
              </a:path>
              <a:path extrusionOk="0" h="2468879" w="4523105">
                <a:moveTo>
                  <a:pt x="1826141" y="309884"/>
                </a:moveTo>
                <a:lnTo>
                  <a:pt x="1806661" y="309884"/>
                </a:lnTo>
                <a:lnTo>
                  <a:pt x="1798788" y="317746"/>
                </a:lnTo>
                <a:lnTo>
                  <a:pt x="1798788" y="337198"/>
                </a:lnTo>
                <a:lnTo>
                  <a:pt x="1806661" y="345060"/>
                </a:lnTo>
                <a:lnTo>
                  <a:pt x="1826141" y="345060"/>
                </a:lnTo>
                <a:lnTo>
                  <a:pt x="1834014" y="337198"/>
                </a:lnTo>
                <a:lnTo>
                  <a:pt x="1834014" y="317746"/>
                </a:lnTo>
                <a:lnTo>
                  <a:pt x="1826141" y="309884"/>
                </a:lnTo>
                <a:close/>
              </a:path>
              <a:path extrusionOk="0" h="2468879" w="4523105">
                <a:moveTo>
                  <a:pt x="2118971" y="304808"/>
                </a:moveTo>
                <a:lnTo>
                  <a:pt x="2110159" y="306589"/>
                </a:lnTo>
                <a:lnTo>
                  <a:pt x="2102967" y="311445"/>
                </a:lnTo>
                <a:lnTo>
                  <a:pt x="2098119" y="318643"/>
                </a:lnTo>
                <a:lnTo>
                  <a:pt x="2096342" y="327449"/>
                </a:lnTo>
                <a:lnTo>
                  <a:pt x="2098119" y="336275"/>
                </a:lnTo>
                <a:lnTo>
                  <a:pt x="2102967" y="343470"/>
                </a:lnTo>
                <a:lnTo>
                  <a:pt x="2110159" y="348316"/>
                </a:lnTo>
                <a:lnTo>
                  <a:pt x="2118971" y="350091"/>
                </a:lnTo>
                <a:lnTo>
                  <a:pt x="2127809" y="348316"/>
                </a:lnTo>
                <a:lnTo>
                  <a:pt x="2135015" y="343470"/>
                </a:lnTo>
                <a:lnTo>
                  <a:pt x="2139868" y="336275"/>
                </a:lnTo>
                <a:lnTo>
                  <a:pt x="2141645" y="327449"/>
                </a:lnTo>
                <a:lnTo>
                  <a:pt x="2139868" y="318643"/>
                </a:lnTo>
                <a:lnTo>
                  <a:pt x="2135015" y="311445"/>
                </a:lnTo>
                <a:lnTo>
                  <a:pt x="2127809" y="306589"/>
                </a:lnTo>
                <a:lnTo>
                  <a:pt x="2118971" y="304808"/>
                </a:lnTo>
                <a:close/>
              </a:path>
              <a:path extrusionOk="0" h="2468879" w="4523105">
                <a:moveTo>
                  <a:pt x="2421609" y="301483"/>
                </a:moveTo>
                <a:lnTo>
                  <a:pt x="2411465" y="303526"/>
                </a:lnTo>
                <a:lnTo>
                  <a:pt x="2403186" y="309098"/>
                </a:lnTo>
                <a:lnTo>
                  <a:pt x="2397606" y="317365"/>
                </a:lnTo>
                <a:lnTo>
                  <a:pt x="2395560" y="327494"/>
                </a:lnTo>
                <a:lnTo>
                  <a:pt x="2397606" y="337597"/>
                </a:lnTo>
                <a:lnTo>
                  <a:pt x="2403186" y="345851"/>
                </a:lnTo>
                <a:lnTo>
                  <a:pt x="2411465" y="351418"/>
                </a:lnTo>
                <a:lnTo>
                  <a:pt x="2421609" y="353460"/>
                </a:lnTo>
                <a:lnTo>
                  <a:pt x="2431726" y="351418"/>
                </a:lnTo>
                <a:lnTo>
                  <a:pt x="2439992" y="345851"/>
                </a:lnTo>
                <a:lnTo>
                  <a:pt x="2445567" y="337597"/>
                </a:lnTo>
                <a:lnTo>
                  <a:pt x="2447612" y="327494"/>
                </a:lnTo>
                <a:lnTo>
                  <a:pt x="2445567" y="317365"/>
                </a:lnTo>
                <a:lnTo>
                  <a:pt x="2439992" y="309098"/>
                </a:lnTo>
                <a:lnTo>
                  <a:pt x="2431726" y="303526"/>
                </a:lnTo>
                <a:lnTo>
                  <a:pt x="2421609" y="301483"/>
                </a:lnTo>
                <a:close/>
              </a:path>
              <a:path extrusionOk="0" h="2468879" w="4523105">
                <a:moveTo>
                  <a:pt x="2724201" y="298114"/>
                </a:moveTo>
                <a:lnTo>
                  <a:pt x="2712759" y="300424"/>
                </a:lnTo>
                <a:lnTo>
                  <a:pt x="2703422" y="306723"/>
                </a:lnTo>
                <a:lnTo>
                  <a:pt x="2697130" y="316062"/>
                </a:lnTo>
                <a:lnTo>
                  <a:pt x="2694824" y="327494"/>
                </a:lnTo>
                <a:lnTo>
                  <a:pt x="2697130" y="338901"/>
                </a:lnTo>
                <a:lnTo>
                  <a:pt x="2703422" y="348227"/>
                </a:lnTo>
                <a:lnTo>
                  <a:pt x="2712759" y="354520"/>
                </a:lnTo>
                <a:lnTo>
                  <a:pt x="2724201" y="356830"/>
                </a:lnTo>
                <a:lnTo>
                  <a:pt x="2735617" y="354520"/>
                </a:lnTo>
                <a:lnTo>
                  <a:pt x="2744941" y="348227"/>
                </a:lnTo>
                <a:lnTo>
                  <a:pt x="2751228" y="338901"/>
                </a:lnTo>
                <a:lnTo>
                  <a:pt x="2753534" y="327494"/>
                </a:lnTo>
                <a:lnTo>
                  <a:pt x="2751228" y="316062"/>
                </a:lnTo>
                <a:lnTo>
                  <a:pt x="2744941" y="306723"/>
                </a:lnTo>
                <a:lnTo>
                  <a:pt x="2735617" y="300424"/>
                </a:lnTo>
                <a:lnTo>
                  <a:pt x="2724201" y="298114"/>
                </a:lnTo>
                <a:close/>
              </a:path>
              <a:path extrusionOk="0" h="2468879" w="4523105">
                <a:moveTo>
                  <a:pt x="3026794" y="294790"/>
                </a:moveTo>
                <a:lnTo>
                  <a:pt x="3014046" y="297360"/>
                </a:lnTo>
                <a:lnTo>
                  <a:pt x="3003636" y="304370"/>
                </a:lnTo>
                <a:lnTo>
                  <a:pt x="2996616" y="314765"/>
                </a:lnTo>
                <a:lnTo>
                  <a:pt x="2994042" y="327494"/>
                </a:lnTo>
                <a:lnTo>
                  <a:pt x="2996616" y="340223"/>
                </a:lnTo>
                <a:lnTo>
                  <a:pt x="3003636" y="350619"/>
                </a:lnTo>
                <a:lnTo>
                  <a:pt x="3014047" y="357628"/>
                </a:lnTo>
                <a:lnTo>
                  <a:pt x="3026794" y="360199"/>
                </a:lnTo>
                <a:lnTo>
                  <a:pt x="3039515" y="357628"/>
                </a:lnTo>
                <a:lnTo>
                  <a:pt x="3049912" y="350619"/>
                </a:lnTo>
                <a:lnTo>
                  <a:pt x="3056927" y="340223"/>
                </a:lnTo>
                <a:lnTo>
                  <a:pt x="3059500" y="327494"/>
                </a:lnTo>
                <a:lnTo>
                  <a:pt x="3056927" y="314765"/>
                </a:lnTo>
                <a:lnTo>
                  <a:pt x="3049912" y="304370"/>
                </a:lnTo>
                <a:lnTo>
                  <a:pt x="3039515" y="297360"/>
                </a:lnTo>
                <a:lnTo>
                  <a:pt x="3026794" y="294790"/>
                </a:lnTo>
                <a:close/>
              </a:path>
              <a:path extrusionOk="0" h="2468879" w="4523105">
                <a:moveTo>
                  <a:pt x="3329386" y="292274"/>
                </a:moveTo>
                <a:lnTo>
                  <a:pt x="3315657" y="295042"/>
                </a:lnTo>
                <a:lnTo>
                  <a:pt x="3304446" y="302590"/>
                </a:lnTo>
                <a:lnTo>
                  <a:pt x="3296887" y="313785"/>
                </a:lnTo>
                <a:lnTo>
                  <a:pt x="3294115" y="327494"/>
                </a:lnTo>
                <a:lnTo>
                  <a:pt x="3296887" y="341204"/>
                </a:lnTo>
                <a:lnTo>
                  <a:pt x="3304446" y="352399"/>
                </a:lnTo>
                <a:lnTo>
                  <a:pt x="3315657" y="359947"/>
                </a:lnTo>
                <a:lnTo>
                  <a:pt x="3329386" y="362715"/>
                </a:lnTo>
                <a:lnTo>
                  <a:pt x="3343089" y="359947"/>
                </a:lnTo>
                <a:lnTo>
                  <a:pt x="3354287" y="352399"/>
                </a:lnTo>
                <a:lnTo>
                  <a:pt x="3361841" y="341204"/>
                </a:lnTo>
                <a:lnTo>
                  <a:pt x="3364612" y="327494"/>
                </a:lnTo>
                <a:lnTo>
                  <a:pt x="3361841" y="313785"/>
                </a:lnTo>
                <a:lnTo>
                  <a:pt x="3354287" y="302590"/>
                </a:lnTo>
                <a:lnTo>
                  <a:pt x="3343089" y="295042"/>
                </a:lnTo>
                <a:lnTo>
                  <a:pt x="3329386" y="292274"/>
                </a:lnTo>
                <a:close/>
              </a:path>
              <a:path extrusionOk="0" h="2468879" w="4523105">
                <a:moveTo>
                  <a:pt x="3631934" y="289758"/>
                </a:moveTo>
                <a:lnTo>
                  <a:pt x="3617248" y="292723"/>
                </a:lnTo>
                <a:lnTo>
                  <a:pt x="3605250" y="300810"/>
                </a:lnTo>
                <a:lnTo>
                  <a:pt x="3597157" y="312804"/>
                </a:lnTo>
                <a:lnTo>
                  <a:pt x="3594188" y="327494"/>
                </a:lnTo>
                <a:lnTo>
                  <a:pt x="3597157" y="342184"/>
                </a:lnTo>
                <a:lnTo>
                  <a:pt x="3605250" y="354179"/>
                </a:lnTo>
                <a:lnTo>
                  <a:pt x="3617249" y="362265"/>
                </a:lnTo>
                <a:lnTo>
                  <a:pt x="3631934" y="365230"/>
                </a:lnTo>
                <a:lnTo>
                  <a:pt x="3646645" y="362265"/>
                </a:lnTo>
                <a:lnTo>
                  <a:pt x="3658657" y="354179"/>
                </a:lnTo>
                <a:lnTo>
                  <a:pt x="3666755" y="342184"/>
                </a:lnTo>
                <a:lnTo>
                  <a:pt x="3669724" y="327494"/>
                </a:lnTo>
                <a:lnTo>
                  <a:pt x="3666755" y="312804"/>
                </a:lnTo>
                <a:lnTo>
                  <a:pt x="3658657" y="300810"/>
                </a:lnTo>
                <a:lnTo>
                  <a:pt x="3646645" y="292723"/>
                </a:lnTo>
                <a:lnTo>
                  <a:pt x="3631934" y="289758"/>
                </a:lnTo>
                <a:close/>
              </a:path>
              <a:path extrusionOk="0" h="2468879" w="4523105">
                <a:moveTo>
                  <a:pt x="3934526" y="286389"/>
                </a:moveTo>
                <a:lnTo>
                  <a:pt x="3918543" y="289621"/>
                </a:lnTo>
                <a:lnTo>
                  <a:pt x="3905486" y="298434"/>
                </a:lnTo>
                <a:lnTo>
                  <a:pt x="3896681" y="311501"/>
                </a:lnTo>
                <a:lnTo>
                  <a:pt x="3893452" y="327494"/>
                </a:lnTo>
                <a:lnTo>
                  <a:pt x="3896681" y="343488"/>
                </a:lnTo>
                <a:lnTo>
                  <a:pt x="3905486" y="356554"/>
                </a:lnTo>
                <a:lnTo>
                  <a:pt x="3918543" y="365367"/>
                </a:lnTo>
                <a:lnTo>
                  <a:pt x="3934526" y="368600"/>
                </a:lnTo>
                <a:lnTo>
                  <a:pt x="3950543" y="365367"/>
                </a:lnTo>
                <a:lnTo>
                  <a:pt x="3963628" y="356554"/>
                </a:lnTo>
                <a:lnTo>
                  <a:pt x="3972454" y="343488"/>
                </a:lnTo>
                <a:lnTo>
                  <a:pt x="3975691" y="327494"/>
                </a:lnTo>
                <a:lnTo>
                  <a:pt x="3972454" y="311501"/>
                </a:lnTo>
                <a:lnTo>
                  <a:pt x="3963628" y="298434"/>
                </a:lnTo>
                <a:lnTo>
                  <a:pt x="3950543" y="289621"/>
                </a:lnTo>
                <a:lnTo>
                  <a:pt x="3934526" y="286389"/>
                </a:lnTo>
                <a:close/>
              </a:path>
              <a:path extrusionOk="0" h="2468879" w="4523105">
                <a:moveTo>
                  <a:pt x="4237119" y="283918"/>
                </a:moveTo>
                <a:lnTo>
                  <a:pt x="4220153" y="287347"/>
                </a:lnTo>
                <a:lnTo>
                  <a:pt x="4206296" y="296693"/>
                </a:lnTo>
                <a:lnTo>
                  <a:pt x="4196952" y="310546"/>
                </a:lnTo>
                <a:lnTo>
                  <a:pt x="4193525" y="327494"/>
                </a:lnTo>
                <a:lnTo>
                  <a:pt x="4196952" y="344469"/>
                </a:lnTo>
                <a:lnTo>
                  <a:pt x="4206296" y="358335"/>
                </a:lnTo>
                <a:lnTo>
                  <a:pt x="4220153" y="367686"/>
                </a:lnTo>
                <a:lnTo>
                  <a:pt x="4237119" y="371115"/>
                </a:lnTo>
                <a:lnTo>
                  <a:pt x="4254110" y="367686"/>
                </a:lnTo>
                <a:lnTo>
                  <a:pt x="4267981" y="358335"/>
                </a:lnTo>
                <a:lnTo>
                  <a:pt x="4277330" y="344469"/>
                </a:lnTo>
                <a:lnTo>
                  <a:pt x="4280758" y="327494"/>
                </a:lnTo>
                <a:lnTo>
                  <a:pt x="4277330" y="310546"/>
                </a:lnTo>
                <a:lnTo>
                  <a:pt x="4267981" y="296693"/>
                </a:lnTo>
                <a:lnTo>
                  <a:pt x="4254110" y="287347"/>
                </a:lnTo>
                <a:lnTo>
                  <a:pt x="4237119" y="283918"/>
                </a:lnTo>
                <a:close/>
              </a:path>
              <a:path extrusionOk="0" h="2468879" w="4523105">
                <a:moveTo>
                  <a:pt x="4522590" y="284862"/>
                </a:moveTo>
                <a:lnTo>
                  <a:pt x="4521764" y="285029"/>
                </a:lnTo>
                <a:lnTo>
                  <a:pt x="4507106" y="294913"/>
                </a:lnTo>
                <a:lnTo>
                  <a:pt x="4497222" y="309565"/>
                </a:lnTo>
                <a:lnTo>
                  <a:pt x="4493598" y="327494"/>
                </a:lnTo>
                <a:lnTo>
                  <a:pt x="4497222" y="345449"/>
                </a:lnTo>
                <a:lnTo>
                  <a:pt x="4507106" y="360115"/>
                </a:lnTo>
                <a:lnTo>
                  <a:pt x="4521764" y="370004"/>
                </a:lnTo>
                <a:lnTo>
                  <a:pt x="4522590" y="370171"/>
                </a:lnTo>
                <a:lnTo>
                  <a:pt x="4522590" y="284862"/>
                </a:lnTo>
                <a:close/>
              </a:path>
              <a:path extrusionOk="0" h="2468879" w="4523105">
                <a:moveTo>
                  <a:pt x="304357" y="628170"/>
                </a:moveTo>
                <a:lnTo>
                  <a:pt x="302507" y="628170"/>
                </a:lnTo>
                <a:lnTo>
                  <a:pt x="301752" y="628933"/>
                </a:lnTo>
                <a:lnTo>
                  <a:pt x="301752" y="630775"/>
                </a:lnTo>
                <a:lnTo>
                  <a:pt x="302507" y="631539"/>
                </a:lnTo>
                <a:lnTo>
                  <a:pt x="304357" y="631539"/>
                </a:lnTo>
                <a:lnTo>
                  <a:pt x="305112" y="630775"/>
                </a:lnTo>
                <a:lnTo>
                  <a:pt x="305112" y="628933"/>
                </a:lnTo>
                <a:lnTo>
                  <a:pt x="304357" y="628170"/>
                </a:lnTo>
                <a:close/>
              </a:path>
              <a:path extrusionOk="0" h="2468879" w="4523105">
                <a:moveTo>
                  <a:pt x="609293" y="624037"/>
                </a:moveTo>
                <a:lnTo>
                  <a:pt x="602770" y="624037"/>
                </a:lnTo>
                <a:lnTo>
                  <a:pt x="600160" y="626642"/>
                </a:lnTo>
                <a:lnTo>
                  <a:pt x="600160" y="633111"/>
                </a:lnTo>
                <a:lnTo>
                  <a:pt x="602770" y="635762"/>
                </a:lnTo>
                <a:lnTo>
                  <a:pt x="609293" y="635762"/>
                </a:lnTo>
                <a:lnTo>
                  <a:pt x="611902" y="633111"/>
                </a:lnTo>
                <a:lnTo>
                  <a:pt x="611902" y="626642"/>
                </a:lnTo>
                <a:lnTo>
                  <a:pt x="609293" y="624037"/>
                </a:lnTo>
                <a:close/>
              </a:path>
              <a:path extrusionOk="0" h="2468879" w="4523105">
                <a:moveTo>
                  <a:pt x="914180" y="619814"/>
                </a:moveTo>
                <a:lnTo>
                  <a:pt x="903068" y="619814"/>
                </a:lnTo>
                <a:lnTo>
                  <a:pt x="898569" y="624306"/>
                </a:lnTo>
                <a:lnTo>
                  <a:pt x="898569" y="635447"/>
                </a:lnTo>
                <a:lnTo>
                  <a:pt x="903068" y="639940"/>
                </a:lnTo>
                <a:lnTo>
                  <a:pt x="914180" y="639940"/>
                </a:lnTo>
                <a:lnTo>
                  <a:pt x="918679" y="635447"/>
                </a:lnTo>
                <a:lnTo>
                  <a:pt x="918679" y="624306"/>
                </a:lnTo>
                <a:lnTo>
                  <a:pt x="914180" y="619814"/>
                </a:lnTo>
                <a:close/>
              </a:path>
              <a:path extrusionOk="0" h="2468879" w="4523105">
                <a:moveTo>
                  <a:pt x="1218617" y="616444"/>
                </a:moveTo>
                <a:lnTo>
                  <a:pt x="1203816" y="616444"/>
                </a:lnTo>
                <a:lnTo>
                  <a:pt x="1197787" y="622464"/>
                </a:lnTo>
                <a:lnTo>
                  <a:pt x="1197787" y="637289"/>
                </a:lnTo>
                <a:lnTo>
                  <a:pt x="1203816" y="643309"/>
                </a:lnTo>
                <a:lnTo>
                  <a:pt x="1218617" y="643309"/>
                </a:lnTo>
                <a:lnTo>
                  <a:pt x="1224645" y="637289"/>
                </a:lnTo>
                <a:lnTo>
                  <a:pt x="1224645" y="622464"/>
                </a:lnTo>
                <a:lnTo>
                  <a:pt x="1218617" y="616444"/>
                </a:lnTo>
                <a:close/>
              </a:path>
              <a:path extrusionOk="0" h="2468879" w="4523105">
                <a:moveTo>
                  <a:pt x="1523054" y="613120"/>
                </a:moveTo>
                <a:lnTo>
                  <a:pt x="1504564" y="613120"/>
                </a:lnTo>
                <a:lnTo>
                  <a:pt x="1497051" y="620667"/>
                </a:lnTo>
                <a:lnTo>
                  <a:pt x="1497051" y="639176"/>
                </a:lnTo>
                <a:lnTo>
                  <a:pt x="1504564" y="646678"/>
                </a:lnTo>
                <a:lnTo>
                  <a:pt x="1523054" y="646678"/>
                </a:lnTo>
                <a:lnTo>
                  <a:pt x="1530567" y="639176"/>
                </a:lnTo>
                <a:lnTo>
                  <a:pt x="1530567" y="620667"/>
                </a:lnTo>
                <a:lnTo>
                  <a:pt x="1523054" y="613120"/>
                </a:lnTo>
                <a:close/>
              </a:path>
              <a:path extrusionOk="0" h="2468879" w="4523105">
                <a:moveTo>
                  <a:pt x="1816379" y="609796"/>
                </a:moveTo>
                <a:lnTo>
                  <a:pt x="1808549" y="611374"/>
                </a:lnTo>
                <a:lnTo>
                  <a:pt x="1802157" y="615681"/>
                </a:lnTo>
                <a:lnTo>
                  <a:pt x="1797848" y="622077"/>
                </a:lnTo>
                <a:lnTo>
                  <a:pt x="1796269" y="629922"/>
                </a:lnTo>
                <a:lnTo>
                  <a:pt x="1797848" y="637740"/>
                </a:lnTo>
                <a:lnTo>
                  <a:pt x="1802157" y="644123"/>
                </a:lnTo>
                <a:lnTo>
                  <a:pt x="1808549" y="648425"/>
                </a:lnTo>
                <a:lnTo>
                  <a:pt x="1816379" y="650003"/>
                </a:lnTo>
                <a:lnTo>
                  <a:pt x="1824235" y="648425"/>
                </a:lnTo>
                <a:lnTo>
                  <a:pt x="1830640" y="644123"/>
                </a:lnTo>
                <a:lnTo>
                  <a:pt x="1834953" y="637740"/>
                </a:lnTo>
                <a:lnTo>
                  <a:pt x="1836534" y="629922"/>
                </a:lnTo>
                <a:lnTo>
                  <a:pt x="1834953" y="622077"/>
                </a:lnTo>
                <a:lnTo>
                  <a:pt x="1830640" y="615681"/>
                </a:lnTo>
                <a:lnTo>
                  <a:pt x="1824235" y="611374"/>
                </a:lnTo>
                <a:lnTo>
                  <a:pt x="1816379" y="609796"/>
                </a:lnTo>
                <a:close/>
              </a:path>
              <a:path extrusionOk="0" h="2468879" w="4523105">
                <a:moveTo>
                  <a:pt x="2118971" y="606426"/>
                </a:moveTo>
                <a:lnTo>
                  <a:pt x="2109836" y="608272"/>
                </a:lnTo>
                <a:lnTo>
                  <a:pt x="2102371" y="613305"/>
                </a:lnTo>
                <a:lnTo>
                  <a:pt x="2097335" y="620773"/>
                </a:lnTo>
                <a:lnTo>
                  <a:pt x="2095487" y="629922"/>
                </a:lnTo>
                <a:lnTo>
                  <a:pt x="2097335" y="639044"/>
                </a:lnTo>
                <a:lnTo>
                  <a:pt x="2102371" y="646499"/>
                </a:lnTo>
                <a:lnTo>
                  <a:pt x="2109836" y="651527"/>
                </a:lnTo>
                <a:lnTo>
                  <a:pt x="2118971" y="653372"/>
                </a:lnTo>
                <a:lnTo>
                  <a:pt x="2128133" y="651527"/>
                </a:lnTo>
                <a:lnTo>
                  <a:pt x="2135611" y="646499"/>
                </a:lnTo>
                <a:lnTo>
                  <a:pt x="2140652" y="639044"/>
                </a:lnTo>
                <a:lnTo>
                  <a:pt x="2142500" y="629922"/>
                </a:lnTo>
                <a:lnTo>
                  <a:pt x="2140652" y="620773"/>
                </a:lnTo>
                <a:lnTo>
                  <a:pt x="2135611" y="613305"/>
                </a:lnTo>
                <a:lnTo>
                  <a:pt x="2128133" y="608272"/>
                </a:lnTo>
                <a:lnTo>
                  <a:pt x="2118971" y="606426"/>
                </a:lnTo>
                <a:close/>
              </a:path>
              <a:path extrusionOk="0" h="2468879" w="4523105">
                <a:moveTo>
                  <a:pt x="2421609" y="603956"/>
                </a:moveTo>
                <a:lnTo>
                  <a:pt x="2411465" y="605998"/>
                </a:lnTo>
                <a:lnTo>
                  <a:pt x="2403186" y="611565"/>
                </a:lnTo>
                <a:lnTo>
                  <a:pt x="2397606" y="619819"/>
                </a:lnTo>
                <a:lnTo>
                  <a:pt x="2395561" y="629922"/>
                </a:lnTo>
                <a:lnTo>
                  <a:pt x="2397606" y="640025"/>
                </a:lnTo>
                <a:lnTo>
                  <a:pt x="2403186" y="648279"/>
                </a:lnTo>
                <a:lnTo>
                  <a:pt x="2411465" y="653846"/>
                </a:lnTo>
                <a:lnTo>
                  <a:pt x="2421609" y="655888"/>
                </a:lnTo>
                <a:lnTo>
                  <a:pt x="2431726" y="653846"/>
                </a:lnTo>
                <a:lnTo>
                  <a:pt x="2439992" y="648279"/>
                </a:lnTo>
                <a:lnTo>
                  <a:pt x="2445567" y="640025"/>
                </a:lnTo>
                <a:lnTo>
                  <a:pt x="2447612" y="629922"/>
                </a:lnTo>
                <a:lnTo>
                  <a:pt x="2445567" y="619819"/>
                </a:lnTo>
                <a:lnTo>
                  <a:pt x="2439992" y="611565"/>
                </a:lnTo>
                <a:lnTo>
                  <a:pt x="2431726" y="605998"/>
                </a:lnTo>
                <a:lnTo>
                  <a:pt x="2421609" y="603956"/>
                </a:lnTo>
                <a:close/>
              </a:path>
              <a:path extrusionOk="0" h="2468879" w="4523105">
                <a:moveTo>
                  <a:pt x="2724201" y="600586"/>
                </a:moveTo>
                <a:lnTo>
                  <a:pt x="2712760" y="602889"/>
                </a:lnTo>
                <a:lnTo>
                  <a:pt x="2703422" y="609172"/>
                </a:lnTo>
                <a:lnTo>
                  <a:pt x="2697130" y="618496"/>
                </a:lnTo>
                <a:lnTo>
                  <a:pt x="2694824" y="629922"/>
                </a:lnTo>
                <a:lnTo>
                  <a:pt x="2697130" y="641347"/>
                </a:lnTo>
                <a:lnTo>
                  <a:pt x="2703422" y="650671"/>
                </a:lnTo>
                <a:lnTo>
                  <a:pt x="2712760" y="656954"/>
                </a:lnTo>
                <a:lnTo>
                  <a:pt x="2724201" y="659257"/>
                </a:lnTo>
                <a:lnTo>
                  <a:pt x="2735617" y="656954"/>
                </a:lnTo>
                <a:lnTo>
                  <a:pt x="2744941" y="650671"/>
                </a:lnTo>
                <a:lnTo>
                  <a:pt x="2751228" y="641347"/>
                </a:lnTo>
                <a:lnTo>
                  <a:pt x="2753534" y="629922"/>
                </a:lnTo>
                <a:lnTo>
                  <a:pt x="2751228" y="618496"/>
                </a:lnTo>
                <a:lnTo>
                  <a:pt x="2744941" y="609172"/>
                </a:lnTo>
                <a:lnTo>
                  <a:pt x="2735617" y="602889"/>
                </a:lnTo>
                <a:lnTo>
                  <a:pt x="2724201" y="600586"/>
                </a:lnTo>
                <a:close/>
              </a:path>
              <a:path extrusionOk="0" h="2468879" w="4523105">
                <a:moveTo>
                  <a:pt x="3026794" y="597217"/>
                </a:moveTo>
                <a:lnTo>
                  <a:pt x="3014047" y="599788"/>
                </a:lnTo>
                <a:lnTo>
                  <a:pt x="3003636" y="606797"/>
                </a:lnTo>
                <a:lnTo>
                  <a:pt x="2996616" y="617193"/>
                </a:lnTo>
                <a:lnTo>
                  <a:pt x="2994042" y="629922"/>
                </a:lnTo>
                <a:lnTo>
                  <a:pt x="2996616" y="642651"/>
                </a:lnTo>
                <a:lnTo>
                  <a:pt x="3003636" y="653046"/>
                </a:lnTo>
                <a:lnTo>
                  <a:pt x="3014047" y="660056"/>
                </a:lnTo>
                <a:lnTo>
                  <a:pt x="3026794" y="662626"/>
                </a:lnTo>
                <a:lnTo>
                  <a:pt x="3039515" y="660056"/>
                </a:lnTo>
                <a:lnTo>
                  <a:pt x="3049912" y="653046"/>
                </a:lnTo>
                <a:lnTo>
                  <a:pt x="3056927" y="642651"/>
                </a:lnTo>
                <a:lnTo>
                  <a:pt x="3059500" y="629922"/>
                </a:lnTo>
                <a:lnTo>
                  <a:pt x="3056927" y="617193"/>
                </a:lnTo>
                <a:lnTo>
                  <a:pt x="3049912" y="606797"/>
                </a:lnTo>
                <a:lnTo>
                  <a:pt x="3039515" y="599788"/>
                </a:lnTo>
                <a:lnTo>
                  <a:pt x="3026794" y="597217"/>
                </a:lnTo>
                <a:close/>
              </a:path>
              <a:path extrusionOk="0" h="2468879" w="4523105">
                <a:moveTo>
                  <a:pt x="3329386" y="594746"/>
                </a:moveTo>
                <a:lnTo>
                  <a:pt x="3315657" y="597513"/>
                </a:lnTo>
                <a:lnTo>
                  <a:pt x="3304446" y="605056"/>
                </a:lnTo>
                <a:lnTo>
                  <a:pt x="3296887" y="616238"/>
                </a:lnTo>
                <a:lnTo>
                  <a:pt x="3294115" y="629922"/>
                </a:lnTo>
                <a:lnTo>
                  <a:pt x="3296887" y="643631"/>
                </a:lnTo>
                <a:lnTo>
                  <a:pt x="3304446" y="654826"/>
                </a:lnTo>
                <a:lnTo>
                  <a:pt x="3315657" y="662374"/>
                </a:lnTo>
                <a:lnTo>
                  <a:pt x="3329386" y="665142"/>
                </a:lnTo>
                <a:lnTo>
                  <a:pt x="3343090" y="662374"/>
                </a:lnTo>
                <a:lnTo>
                  <a:pt x="3354288" y="654826"/>
                </a:lnTo>
                <a:lnTo>
                  <a:pt x="3361841" y="643631"/>
                </a:lnTo>
                <a:lnTo>
                  <a:pt x="3364612" y="629922"/>
                </a:lnTo>
                <a:lnTo>
                  <a:pt x="3361841" y="616238"/>
                </a:lnTo>
                <a:lnTo>
                  <a:pt x="3354287" y="605056"/>
                </a:lnTo>
                <a:lnTo>
                  <a:pt x="3343090" y="597513"/>
                </a:lnTo>
                <a:lnTo>
                  <a:pt x="3329386" y="594746"/>
                </a:lnTo>
                <a:close/>
              </a:path>
              <a:path extrusionOk="0" h="2468879" w="4523105">
                <a:moveTo>
                  <a:pt x="3631934" y="592231"/>
                </a:moveTo>
                <a:lnTo>
                  <a:pt x="3617249" y="595195"/>
                </a:lnTo>
                <a:lnTo>
                  <a:pt x="3605250" y="603276"/>
                </a:lnTo>
                <a:lnTo>
                  <a:pt x="3597157" y="615257"/>
                </a:lnTo>
                <a:lnTo>
                  <a:pt x="3594189" y="629922"/>
                </a:lnTo>
                <a:lnTo>
                  <a:pt x="3597157" y="644612"/>
                </a:lnTo>
                <a:lnTo>
                  <a:pt x="3605250" y="656606"/>
                </a:lnTo>
                <a:lnTo>
                  <a:pt x="3617249" y="664693"/>
                </a:lnTo>
                <a:lnTo>
                  <a:pt x="3631934" y="667658"/>
                </a:lnTo>
                <a:lnTo>
                  <a:pt x="3646645" y="664693"/>
                </a:lnTo>
                <a:lnTo>
                  <a:pt x="3658657" y="656606"/>
                </a:lnTo>
                <a:lnTo>
                  <a:pt x="3666755" y="644612"/>
                </a:lnTo>
                <a:lnTo>
                  <a:pt x="3669724" y="629922"/>
                </a:lnTo>
                <a:lnTo>
                  <a:pt x="3666755" y="615257"/>
                </a:lnTo>
                <a:lnTo>
                  <a:pt x="3658657" y="603276"/>
                </a:lnTo>
                <a:lnTo>
                  <a:pt x="3646645" y="595195"/>
                </a:lnTo>
                <a:lnTo>
                  <a:pt x="3631934" y="592231"/>
                </a:lnTo>
                <a:close/>
              </a:path>
              <a:path extrusionOk="0" h="2468879" w="4523105">
                <a:moveTo>
                  <a:pt x="3934526" y="588861"/>
                </a:moveTo>
                <a:lnTo>
                  <a:pt x="3918543" y="592087"/>
                </a:lnTo>
                <a:lnTo>
                  <a:pt x="3905486" y="600884"/>
                </a:lnTo>
                <a:lnTo>
                  <a:pt x="3896681" y="613935"/>
                </a:lnTo>
                <a:lnTo>
                  <a:pt x="3893452" y="629922"/>
                </a:lnTo>
                <a:lnTo>
                  <a:pt x="3896681" y="645915"/>
                </a:lnTo>
                <a:lnTo>
                  <a:pt x="3905486" y="658982"/>
                </a:lnTo>
                <a:lnTo>
                  <a:pt x="3918543" y="667795"/>
                </a:lnTo>
                <a:lnTo>
                  <a:pt x="3934526" y="671027"/>
                </a:lnTo>
                <a:lnTo>
                  <a:pt x="3950543" y="667795"/>
                </a:lnTo>
                <a:lnTo>
                  <a:pt x="3963628" y="658982"/>
                </a:lnTo>
                <a:lnTo>
                  <a:pt x="3972454" y="645915"/>
                </a:lnTo>
                <a:lnTo>
                  <a:pt x="3975691" y="629922"/>
                </a:lnTo>
                <a:lnTo>
                  <a:pt x="3972454" y="613935"/>
                </a:lnTo>
                <a:lnTo>
                  <a:pt x="3963628" y="600884"/>
                </a:lnTo>
                <a:lnTo>
                  <a:pt x="3950543" y="592087"/>
                </a:lnTo>
                <a:lnTo>
                  <a:pt x="3934526" y="588861"/>
                </a:lnTo>
                <a:close/>
              </a:path>
              <a:path extrusionOk="0" h="2468879" w="4523105">
                <a:moveTo>
                  <a:pt x="4237119" y="586345"/>
                </a:moveTo>
                <a:lnTo>
                  <a:pt x="4220153" y="589775"/>
                </a:lnTo>
                <a:lnTo>
                  <a:pt x="4206296" y="599126"/>
                </a:lnTo>
                <a:lnTo>
                  <a:pt x="4196952" y="612992"/>
                </a:lnTo>
                <a:lnTo>
                  <a:pt x="4193525" y="629967"/>
                </a:lnTo>
                <a:lnTo>
                  <a:pt x="4196952" y="646915"/>
                </a:lnTo>
                <a:lnTo>
                  <a:pt x="4206296" y="660767"/>
                </a:lnTo>
                <a:lnTo>
                  <a:pt x="4220153" y="670114"/>
                </a:lnTo>
                <a:lnTo>
                  <a:pt x="4237119" y="673543"/>
                </a:lnTo>
                <a:lnTo>
                  <a:pt x="4254111" y="670114"/>
                </a:lnTo>
                <a:lnTo>
                  <a:pt x="4267981" y="660767"/>
                </a:lnTo>
                <a:lnTo>
                  <a:pt x="4277330" y="646915"/>
                </a:lnTo>
                <a:lnTo>
                  <a:pt x="4280758" y="629967"/>
                </a:lnTo>
                <a:lnTo>
                  <a:pt x="4277330" y="612992"/>
                </a:lnTo>
                <a:lnTo>
                  <a:pt x="4267981" y="599126"/>
                </a:lnTo>
                <a:lnTo>
                  <a:pt x="4254110" y="589775"/>
                </a:lnTo>
                <a:lnTo>
                  <a:pt x="4237119" y="586345"/>
                </a:lnTo>
                <a:close/>
              </a:path>
              <a:path extrusionOk="0" h="2468879" w="4523105">
                <a:moveTo>
                  <a:pt x="4522590" y="587290"/>
                </a:moveTo>
                <a:lnTo>
                  <a:pt x="4521764" y="587457"/>
                </a:lnTo>
                <a:lnTo>
                  <a:pt x="4507106" y="597346"/>
                </a:lnTo>
                <a:lnTo>
                  <a:pt x="4497223" y="612012"/>
                </a:lnTo>
                <a:lnTo>
                  <a:pt x="4493598" y="629967"/>
                </a:lnTo>
                <a:lnTo>
                  <a:pt x="4497223" y="647914"/>
                </a:lnTo>
                <a:lnTo>
                  <a:pt x="4507106" y="662564"/>
                </a:lnTo>
                <a:lnTo>
                  <a:pt x="4521764" y="672439"/>
                </a:lnTo>
                <a:lnTo>
                  <a:pt x="4522590" y="672605"/>
                </a:lnTo>
                <a:lnTo>
                  <a:pt x="4522590" y="587290"/>
                </a:lnTo>
                <a:close/>
              </a:path>
              <a:path extrusionOk="0" h="2468879" w="4523105">
                <a:moveTo>
                  <a:pt x="1680" y="931855"/>
                </a:moveTo>
                <a:lnTo>
                  <a:pt x="0" y="931855"/>
                </a:lnTo>
                <a:lnTo>
                  <a:pt x="0" y="932798"/>
                </a:lnTo>
                <a:lnTo>
                  <a:pt x="1680" y="932798"/>
                </a:lnTo>
                <a:lnTo>
                  <a:pt x="1680" y="931855"/>
                </a:lnTo>
                <a:close/>
              </a:path>
              <a:path extrusionOk="0" h="2468879" w="4523105">
                <a:moveTo>
                  <a:pt x="305301" y="928980"/>
                </a:moveTo>
                <a:lnTo>
                  <a:pt x="301567" y="928980"/>
                </a:lnTo>
                <a:lnTo>
                  <a:pt x="300069" y="930462"/>
                </a:lnTo>
                <a:lnTo>
                  <a:pt x="300069" y="934191"/>
                </a:lnTo>
                <a:lnTo>
                  <a:pt x="301567" y="935673"/>
                </a:lnTo>
                <a:lnTo>
                  <a:pt x="305283" y="935673"/>
                </a:lnTo>
                <a:lnTo>
                  <a:pt x="306795" y="934191"/>
                </a:lnTo>
                <a:lnTo>
                  <a:pt x="306795" y="930462"/>
                </a:lnTo>
                <a:lnTo>
                  <a:pt x="305301" y="928980"/>
                </a:lnTo>
                <a:close/>
              </a:path>
              <a:path extrusionOk="0" h="2468879" w="4523105">
                <a:moveTo>
                  <a:pt x="609743" y="925655"/>
                </a:moveTo>
                <a:lnTo>
                  <a:pt x="602320" y="925655"/>
                </a:lnTo>
                <a:lnTo>
                  <a:pt x="599306" y="928665"/>
                </a:lnTo>
                <a:lnTo>
                  <a:pt x="599306" y="936033"/>
                </a:lnTo>
                <a:lnTo>
                  <a:pt x="602320" y="939043"/>
                </a:lnTo>
                <a:lnTo>
                  <a:pt x="609743" y="939043"/>
                </a:lnTo>
                <a:lnTo>
                  <a:pt x="612757" y="936033"/>
                </a:lnTo>
                <a:lnTo>
                  <a:pt x="612757" y="928665"/>
                </a:lnTo>
                <a:lnTo>
                  <a:pt x="609743" y="925655"/>
                </a:lnTo>
                <a:close/>
              </a:path>
              <a:path extrusionOk="0" h="2468879" w="4523105">
                <a:moveTo>
                  <a:pt x="914180" y="922286"/>
                </a:moveTo>
                <a:lnTo>
                  <a:pt x="903068" y="922286"/>
                </a:lnTo>
                <a:lnTo>
                  <a:pt x="898569" y="926778"/>
                </a:lnTo>
                <a:lnTo>
                  <a:pt x="898569" y="937919"/>
                </a:lnTo>
                <a:lnTo>
                  <a:pt x="903068" y="942412"/>
                </a:lnTo>
                <a:lnTo>
                  <a:pt x="914180" y="942412"/>
                </a:lnTo>
                <a:lnTo>
                  <a:pt x="918679" y="937919"/>
                </a:lnTo>
                <a:lnTo>
                  <a:pt x="918679" y="926778"/>
                </a:lnTo>
                <a:lnTo>
                  <a:pt x="914180" y="922286"/>
                </a:lnTo>
                <a:close/>
              </a:path>
              <a:path extrusionOk="0" h="2468879" w="4523105">
                <a:moveTo>
                  <a:pt x="1218617" y="918917"/>
                </a:moveTo>
                <a:lnTo>
                  <a:pt x="1203816" y="918917"/>
                </a:lnTo>
                <a:lnTo>
                  <a:pt x="1197787" y="924936"/>
                </a:lnTo>
                <a:lnTo>
                  <a:pt x="1197787" y="939761"/>
                </a:lnTo>
                <a:lnTo>
                  <a:pt x="1203816" y="945781"/>
                </a:lnTo>
                <a:lnTo>
                  <a:pt x="1218617" y="945781"/>
                </a:lnTo>
                <a:lnTo>
                  <a:pt x="1224646" y="939761"/>
                </a:lnTo>
                <a:lnTo>
                  <a:pt x="1224646" y="924936"/>
                </a:lnTo>
                <a:lnTo>
                  <a:pt x="1218617" y="918917"/>
                </a:lnTo>
                <a:close/>
              </a:path>
              <a:path extrusionOk="0" h="2468879" w="4523105">
                <a:moveTo>
                  <a:pt x="1523054" y="915592"/>
                </a:moveTo>
                <a:lnTo>
                  <a:pt x="1504564" y="915592"/>
                </a:lnTo>
                <a:lnTo>
                  <a:pt x="1497051" y="923095"/>
                </a:lnTo>
                <a:lnTo>
                  <a:pt x="1497051" y="941603"/>
                </a:lnTo>
                <a:lnTo>
                  <a:pt x="1504564" y="949106"/>
                </a:lnTo>
                <a:lnTo>
                  <a:pt x="1523054" y="949106"/>
                </a:lnTo>
                <a:lnTo>
                  <a:pt x="1530567" y="941603"/>
                </a:lnTo>
                <a:lnTo>
                  <a:pt x="1530567" y="923095"/>
                </a:lnTo>
                <a:lnTo>
                  <a:pt x="1523054" y="915592"/>
                </a:lnTo>
                <a:close/>
              </a:path>
              <a:path extrusionOk="0" h="2468879" w="4523105">
                <a:moveTo>
                  <a:pt x="1816379" y="912223"/>
                </a:moveTo>
                <a:lnTo>
                  <a:pt x="1808549" y="913807"/>
                </a:lnTo>
                <a:lnTo>
                  <a:pt x="1802157" y="918125"/>
                </a:lnTo>
                <a:lnTo>
                  <a:pt x="1797849" y="924523"/>
                </a:lnTo>
                <a:lnTo>
                  <a:pt x="1796269" y="932349"/>
                </a:lnTo>
                <a:lnTo>
                  <a:pt x="1797849" y="940194"/>
                </a:lnTo>
                <a:lnTo>
                  <a:pt x="1802157" y="946590"/>
                </a:lnTo>
                <a:lnTo>
                  <a:pt x="1808549" y="950897"/>
                </a:lnTo>
                <a:lnTo>
                  <a:pt x="1816379" y="952475"/>
                </a:lnTo>
                <a:lnTo>
                  <a:pt x="1824235" y="950897"/>
                </a:lnTo>
                <a:lnTo>
                  <a:pt x="1830640" y="946590"/>
                </a:lnTo>
                <a:lnTo>
                  <a:pt x="1834954" y="940194"/>
                </a:lnTo>
                <a:lnTo>
                  <a:pt x="1836534" y="932349"/>
                </a:lnTo>
                <a:lnTo>
                  <a:pt x="1834954" y="924523"/>
                </a:lnTo>
                <a:lnTo>
                  <a:pt x="1830640" y="918125"/>
                </a:lnTo>
                <a:lnTo>
                  <a:pt x="1824235" y="913807"/>
                </a:lnTo>
                <a:lnTo>
                  <a:pt x="1816379" y="912223"/>
                </a:lnTo>
                <a:close/>
              </a:path>
              <a:path extrusionOk="0" h="2468879" w="4523105">
                <a:moveTo>
                  <a:pt x="2118971" y="908899"/>
                </a:moveTo>
                <a:lnTo>
                  <a:pt x="2109836" y="910743"/>
                </a:lnTo>
                <a:lnTo>
                  <a:pt x="2102371" y="915772"/>
                </a:lnTo>
                <a:lnTo>
                  <a:pt x="2097335" y="923227"/>
                </a:lnTo>
                <a:lnTo>
                  <a:pt x="2095488" y="932349"/>
                </a:lnTo>
                <a:lnTo>
                  <a:pt x="2097335" y="941497"/>
                </a:lnTo>
                <a:lnTo>
                  <a:pt x="2102371" y="948965"/>
                </a:lnTo>
                <a:lnTo>
                  <a:pt x="2109836" y="953999"/>
                </a:lnTo>
                <a:lnTo>
                  <a:pt x="2118972" y="955844"/>
                </a:lnTo>
                <a:lnTo>
                  <a:pt x="2128133" y="953999"/>
                </a:lnTo>
                <a:lnTo>
                  <a:pt x="2135612" y="948965"/>
                </a:lnTo>
                <a:lnTo>
                  <a:pt x="2140652" y="941497"/>
                </a:lnTo>
                <a:lnTo>
                  <a:pt x="2142500" y="932349"/>
                </a:lnTo>
                <a:lnTo>
                  <a:pt x="2140652" y="923227"/>
                </a:lnTo>
                <a:lnTo>
                  <a:pt x="2135612" y="915772"/>
                </a:lnTo>
                <a:lnTo>
                  <a:pt x="2128133" y="910743"/>
                </a:lnTo>
                <a:lnTo>
                  <a:pt x="2118971" y="908899"/>
                </a:lnTo>
                <a:close/>
              </a:path>
              <a:path extrusionOk="0" h="2468879" w="4523105">
                <a:moveTo>
                  <a:pt x="2421609" y="906383"/>
                </a:moveTo>
                <a:lnTo>
                  <a:pt x="2411466" y="908426"/>
                </a:lnTo>
                <a:lnTo>
                  <a:pt x="2403186" y="913998"/>
                </a:lnTo>
                <a:lnTo>
                  <a:pt x="2397606" y="922265"/>
                </a:lnTo>
                <a:lnTo>
                  <a:pt x="2395561" y="932394"/>
                </a:lnTo>
                <a:lnTo>
                  <a:pt x="2397606" y="942497"/>
                </a:lnTo>
                <a:lnTo>
                  <a:pt x="2403186" y="950751"/>
                </a:lnTo>
                <a:lnTo>
                  <a:pt x="2411466" y="956318"/>
                </a:lnTo>
                <a:lnTo>
                  <a:pt x="2421609" y="958360"/>
                </a:lnTo>
                <a:lnTo>
                  <a:pt x="2431727" y="956318"/>
                </a:lnTo>
                <a:lnTo>
                  <a:pt x="2439992" y="950751"/>
                </a:lnTo>
                <a:lnTo>
                  <a:pt x="2445567" y="942497"/>
                </a:lnTo>
                <a:lnTo>
                  <a:pt x="2447612" y="932394"/>
                </a:lnTo>
                <a:lnTo>
                  <a:pt x="2445567" y="922265"/>
                </a:lnTo>
                <a:lnTo>
                  <a:pt x="2439992" y="913998"/>
                </a:lnTo>
                <a:lnTo>
                  <a:pt x="2431726" y="908426"/>
                </a:lnTo>
                <a:lnTo>
                  <a:pt x="2421609" y="906383"/>
                </a:lnTo>
                <a:close/>
              </a:path>
              <a:path extrusionOk="0" h="2468879" w="4523105">
                <a:moveTo>
                  <a:pt x="2724202" y="903014"/>
                </a:moveTo>
                <a:lnTo>
                  <a:pt x="2712760" y="905324"/>
                </a:lnTo>
                <a:lnTo>
                  <a:pt x="2703422" y="911622"/>
                </a:lnTo>
                <a:lnTo>
                  <a:pt x="2697130" y="920961"/>
                </a:lnTo>
                <a:lnTo>
                  <a:pt x="2694824" y="932394"/>
                </a:lnTo>
                <a:lnTo>
                  <a:pt x="2697130" y="943800"/>
                </a:lnTo>
                <a:lnTo>
                  <a:pt x="2703422" y="953126"/>
                </a:lnTo>
                <a:lnTo>
                  <a:pt x="2712760" y="959420"/>
                </a:lnTo>
                <a:lnTo>
                  <a:pt x="2724202" y="961729"/>
                </a:lnTo>
                <a:lnTo>
                  <a:pt x="2735617" y="959420"/>
                </a:lnTo>
                <a:lnTo>
                  <a:pt x="2744941" y="953126"/>
                </a:lnTo>
                <a:lnTo>
                  <a:pt x="2751228" y="943800"/>
                </a:lnTo>
                <a:lnTo>
                  <a:pt x="2753534" y="932394"/>
                </a:lnTo>
                <a:lnTo>
                  <a:pt x="2751228" y="920961"/>
                </a:lnTo>
                <a:lnTo>
                  <a:pt x="2744941" y="911622"/>
                </a:lnTo>
                <a:lnTo>
                  <a:pt x="2735617" y="905324"/>
                </a:lnTo>
                <a:lnTo>
                  <a:pt x="2724202" y="903014"/>
                </a:lnTo>
                <a:close/>
              </a:path>
              <a:path extrusionOk="0" h="2468879" w="4523105">
                <a:moveTo>
                  <a:pt x="3026794" y="899689"/>
                </a:moveTo>
                <a:lnTo>
                  <a:pt x="3014047" y="902260"/>
                </a:lnTo>
                <a:lnTo>
                  <a:pt x="3003636" y="909269"/>
                </a:lnTo>
                <a:lnTo>
                  <a:pt x="2996617" y="919665"/>
                </a:lnTo>
                <a:lnTo>
                  <a:pt x="2994042" y="932394"/>
                </a:lnTo>
                <a:lnTo>
                  <a:pt x="2996617" y="945123"/>
                </a:lnTo>
                <a:lnTo>
                  <a:pt x="3003636" y="955518"/>
                </a:lnTo>
                <a:lnTo>
                  <a:pt x="3014047" y="962528"/>
                </a:lnTo>
                <a:lnTo>
                  <a:pt x="3026794" y="965098"/>
                </a:lnTo>
                <a:lnTo>
                  <a:pt x="3039515" y="962528"/>
                </a:lnTo>
                <a:lnTo>
                  <a:pt x="3049913" y="955518"/>
                </a:lnTo>
                <a:lnTo>
                  <a:pt x="3056927" y="945123"/>
                </a:lnTo>
                <a:lnTo>
                  <a:pt x="3059501" y="932394"/>
                </a:lnTo>
                <a:lnTo>
                  <a:pt x="3056927" y="919665"/>
                </a:lnTo>
                <a:lnTo>
                  <a:pt x="3049912" y="909269"/>
                </a:lnTo>
                <a:lnTo>
                  <a:pt x="3039515" y="902260"/>
                </a:lnTo>
                <a:lnTo>
                  <a:pt x="3026794" y="899689"/>
                </a:lnTo>
                <a:close/>
              </a:path>
              <a:path extrusionOk="0" h="2468879" w="4523105">
                <a:moveTo>
                  <a:pt x="3329387" y="897174"/>
                </a:moveTo>
                <a:lnTo>
                  <a:pt x="3315657" y="899941"/>
                </a:lnTo>
                <a:lnTo>
                  <a:pt x="3304446" y="907489"/>
                </a:lnTo>
                <a:lnTo>
                  <a:pt x="3296887" y="918684"/>
                </a:lnTo>
                <a:lnTo>
                  <a:pt x="3294116" y="932394"/>
                </a:lnTo>
                <a:lnTo>
                  <a:pt x="3296887" y="946103"/>
                </a:lnTo>
                <a:lnTo>
                  <a:pt x="3304446" y="957299"/>
                </a:lnTo>
                <a:lnTo>
                  <a:pt x="3315657" y="964846"/>
                </a:lnTo>
                <a:lnTo>
                  <a:pt x="3329387" y="967614"/>
                </a:lnTo>
                <a:lnTo>
                  <a:pt x="3343090" y="964846"/>
                </a:lnTo>
                <a:lnTo>
                  <a:pt x="3354288" y="957299"/>
                </a:lnTo>
                <a:lnTo>
                  <a:pt x="3361842" y="946103"/>
                </a:lnTo>
                <a:lnTo>
                  <a:pt x="3364613" y="932394"/>
                </a:lnTo>
                <a:lnTo>
                  <a:pt x="3361842" y="918684"/>
                </a:lnTo>
                <a:lnTo>
                  <a:pt x="3354288" y="907489"/>
                </a:lnTo>
                <a:lnTo>
                  <a:pt x="3343090" y="899941"/>
                </a:lnTo>
                <a:lnTo>
                  <a:pt x="3329387" y="897174"/>
                </a:lnTo>
                <a:close/>
              </a:path>
              <a:path extrusionOk="0" h="2468879" w="4523105">
                <a:moveTo>
                  <a:pt x="3631934" y="894658"/>
                </a:moveTo>
                <a:lnTo>
                  <a:pt x="3617249" y="897623"/>
                </a:lnTo>
                <a:lnTo>
                  <a:pt x="3605250" y="905709"/>
                </a:lnTo>
                <a:lnTo>
                  <a:pt x="3597157" y="917704"/>
                </a:lnTo>
                <a:lnTo>
                  <a:pt x="3594189" y="932394"/>
                </a:lnTo>
                <a:lnTo>
                  <a:pt x="3597157" y="947084"/>
                </a:lnTo>
                <a:lnTo>
                  <a:pt x="3605250" y="959079"/>
                </a:lnTo>
                <a:lnTo>
                  <a:pt x="3617249" y="967165"/>
                </a:lnTo>
                <a:lnTo>
                  <a:pt x="3631934" y="970130"/>
                </a:lnTo>
                <a:lnTo>
                  <a:pt x="3646645" y="967165"/>
                </a:lnTo>
                <a:lnTo>
                  <a:pt x="3658657" y="959079"/>
                </a:lnTo>
                <a:lnTo>
                  <a:pt x="3666755" y="947084"/>
                </a:lnTo>
                <a:lnTo>
                  <a:pt x="3669724" y="932394"/>
                </a:lnTo>
                <a:lnTo>
                  <a:pt x="3666755" y="917704"/>
                </a:lnTo>
                <a:lnTo>
                  <a:pt x="3658657" y="905709"/>
                </a:lnTo>
                <a:lnTo>
                  <a:pt x="3646645" y="897623"/>
                </a:lnTo>
                <a:lnTo>
                  <a:pt x="3631934" y="894658"/>
                </a:lnTo>
                <a:close/>
              </a:path>
              <a:path extrusionOk="0" h="2468879" w="4523105">
                <a:moveTo>
                  <a:pt x="3934527" y="891289"/>
                </a:moveTo>
                <a:lnTo>
                  <a:pt x="3918543" y="894521"/>
                </a:lnTo>
                <a:lnTo>
                  <a:pt x="3905487" y="903334"/>
                </a:lnTo>
                <a:lnTo>
                  <a:pt x="3896681" y="916400"/>
                </a:lnTo>
                <a:lnTo>
                  <a:pt x="3893452" y="932394"/>
                </a:lnTo>
                <a:lnTo>
                  <a:pt x="3896681" y="948387"/>
                </a:lnTo>
                <a:lnTo>
                  <a:pt x="3905487" y="961454"/>
                </a:lnTo>
                <a:lnTo>
                  <a:pt x="3918543" y="970267"/>
                </a:lnTo>
                <a:lnTo>
                  <a:pt x="3934527" y="973499"/>
                </a:lnTo>
                <a:lnTo>
                  <a:pt x="3950543" y="970267"/>
                </a:lnTo>
                <a:lnTo>
                  <a:pt x="3963629" y="961454"/>
                </a:lnTo>
                <a:lnTo>
                  <a:pt x="3972454" y="948387"/>
                </a:lnTo>
                <a:lnTo>
                  <a:pt x="3975691" y="932394"/>
                </a:lnTo>
                <a:lnTo>
                  <a:pt x="3972454" y="916400"/>
                </a:lnTo>
                <a:lnTo>
                  <a:pt x="3963628" y="903334"/>
                </a:lnTo>
                <a:lnTo>
                  <a:pt x="3950543" y="894521"/>
                </a:lnTo>
                <a:lnTo>
                  <a:pt x="3934527" y="891289"/>
                </a:lnTo>
                <a:close/>
              </a:path>
              <a:path extrusionOk="0" h="2468879" w="4523105">
                <a:moveTo>
                  <a:pt x="4237119" y="888818"/>
                </a:moveTo>
                <a:lnTo>
                  <a:pt x="4220154" y="892247"/>
                </a:lnTo>
                <a:lnTo>
                  <a:pt x="4206296" y="901593"/>
                </a:lnTo>
                <a:lnTo>
                  <a:pt x="4196952" y="915446"/>
                </a:lnTo>
                <a:lnTo>
                  <a:pt x="4193525" y="932394"/>
                </a:lnTo>
                <a:lnTo>
                  <a:pt x="4196952" y="949368"/>
                </a:lnTo>
                <a:lnTo>
                  <a:pt x="4206296" y="963234"/>
                </a:lnTo>
                <a:lnTo>
                  <a:pt x="4220154" y="972585"/>
                </a:lnTo>
                <a:lnTo>
                  <a:pt x="4237119" y="976015"/>
                </a:lnTo>
                <a:lnTo>
                  <a:pt x="4254111" y="972585"/>
                </a:lnTo>
                <a:lnTo>
                  <a:pt x="4267981" y="963234"/>
                </a:lnTo>
                <a:lnTo>
                  <a:pt x="4277330" y="949368"/>
                </a:lnTo>
                <a:lnTo>
                  <a:pt x="4280758" y="932394"/>
                </a:lnTo>
                <a:lnTo>
                  <a:pt x="4277330" y="915446"/>
                </a:lnTo>
                <a:lnTo>
                  <a:pt x="4267981" y="901593"/>
                </a:lnTo>
                <a:lnTo>
                  <a:pt x="4254111" y="892247"/>
                </a:lnTo>
                <a:lnTo>
                  <a:pt x="4237119" y="888818"/>
                </a:lnTo>
                <a:close/>
              </a:path>
              <a:path extrusionOk="0" h="2468879" w="4523105">
                <a:moveTo>
                  <a:pt x="4522590" y="889761"/>
                </a:moveTo>
                <a:lnTo>
                  <a:pt x="4521764" y="889928"/>
                </a:lnTo>
                <a:lnTo>
                  <a:pt x="4507106" y="899813"/>
                </a:lnTo>
                <a:lnTo>
                  <a:pt x="4497223" y="914465"/>
                </a:lnTo>
                <a:lnTo>
                  <a:pt x="4493598" y="932394"/>
                </a:lnTo>
                <a:lnTo>
                  <a:pt x="4497223" y="950349"/>
                </a:lnTo>
                <a:lnTo>
                  <a:pt x="4507106" y="965014"/>
                </a:lnTo>
                <a:lnTo>
                  <a:pt x="4521764" y="974904"/>
                </a:lnTo>
                <a:lnTo>
                  <a:pt x="4522590" y="975071"/>
                </a:lnTo>
                <a:lnTo>
                  <a:pt x="4522590" y="889761"/>
                </a:lnTo>
                <a:close/>
              </a:path>
              <a:path extrusionOk="0" h="2468879" w="4523105">
                <a:moveTo>
                  <a:pt x="1681" y="1234327"/>
                </a:moveTo>
                <a:lnTo>
                  <a:pt x="0" y="1234327"/>
                </a:lnTo>
                <a:lnTo>
                  <a:pt x="0" y="1235270"/>
                </a:lnTo>
                <a:lnTo>
                  <a:pt x="1681" y="1235270"/>
                </a:lnTo>
                <a:lnTo>
                  <a:pt x="1681" y="1234327"/>
                </a:lnTo>
                <a:close/>
              </a:path>
              <a:path extrusionOk="0" h="2468879" w="4523105">
                <a:moveTo>
                  <a:pt x="305302" y="1231407"/>
                </a:moveTo>
                <a:lnTo>
                  <a:pt x="301568" y="1231407"/>
                </a:lnTo>
                <a:lnTo>
                  <a:pt x="300069" y="1232934"/>
                </a:lnTo>
                <a:lnTo>
                  <a:pt x="300069" y="1236663"/>
                </a:lnTo>
                <a:lnTo>
                  <a:pt x="301568" y="1238146"/>
                </a:lnTo>
                <a:lnTo>
                  <a:pt x="305284" y="1238146"/>
                </a:lnTo>
                <a:lnTo>
                  <a:pt x="306795" y="1236663"/>
                </a:lnTo>
                <a:lnTo>
                  <a:pt x="306795" y="1232934"/>
                </a:lnTo>
                <a:lnTo>
                  <a:pt x="305302" y="1231407"/>
                </a:lnTo>
                <a:close/>
              </a:path>
              <a:path extrusionOk="0" h="2468879" w="4523105">
                <a:moveTo>
                  <a:pt x="609743" y="1228083"/>
                </a:moveTo>
                <a:lnTo>
                  <a:pt x="602320" y="1228083"/>
                </a:lnTo>
                <a:lnTo>
                  <a:pt x="599306" y="1231092"/>
                </a:lnTo>
                <a:lnTo>
                  <a:pt x="599306" y="1238505"/>
                </a:lnTo>
                <a:lnTo>
                  <a:pt x="602320" y="1241515"/>
                </a:lnTo>
                <a:lnTo>
                  <a:pt x="609743" y="1241515"/>
                </a:lnTo>
                <a:lnTo>
                  <a:pt x="612757" y="1238505"/>
                </a:lnTo>
                <a:lnTo>
                  <a:pt x="612757" y="1231092"/>
                </a:lnTo>
                <a:lnTo>
                  <a:pt x="609743" y="1228083"/>
                </a:lnTo>
                <a:close/>
              </a:path>
              <a:path extrusionOk="0" h="2468879" w="4523105">
                <a:moveTo>
                  <a:pt x="914180" y="1224758"/>
                </a:moveTo>
                <a:lnTo>
                  <a:pt x="903068" y="1224758"/>
                </a:lnTo>
                <a:lnTo>
                  <a:pt x="898569" y="1229251"/>
                </a:lnTo>
                <a:lnTo>
                  <a:pt x="898569" y="1240347"/>
                </a:lnTo>
                <a:lnTo>
                  <a:pt x="903068" y="1244839"/>
                </a:lnTo>
                <a:lnTo>
                  <a:pt x="914180" y="1244839"/>
                </a:lnTo>
                <a:lnTo>
                  <a:pt x="918679" y="1240347"/>
                </a:lnTo>
                <a:lnTo>
                  <a:pt x="918679" y="1229251"/>
                </a:lnTo>
                <a:lnTo>
                  <a:pt x="914180" y="1224758"/>
                </a:lnTo>
                <a:close/>
              </a:path>
              <a:path extrusionOk="0" h="2468879" w="4523105">
                <a:moveTo>
                  <a:pt x="1218617" y="1221389"/>
                </a:moveTo>
                <a:lnTo>
                  <a:pt x="1203816" y="1221389"/>
                </a:lnTo>
                <a:lnTo>
                  <a:pt x="1197788" y="1227409"/>
                </a:lnTo>
                <a:lnTo>
                  <a:pt x="1197788" y="1242189"/>
                </a:lnTo>
                <a:lnTo>
                  <a:pt x="1203816" y="1248208"/>
                </a:lnTo>
                <a:lnTo>
                  <a:pt x="1218617" y="1248208"/>
                </a:lnTo>
                <a:lnTo>
                  <a:pt x="1224646" y="1242189"/>
                </a:lnTo>
                <a:lnTo>
                  <a:pt x="1224646" y="1227409"/>
                </a:lnTo>
                <a:lnTo>
                  <a:pt x="1218617" y="1221389"/>
                </a:lnTo>
                <a:close/>
              </a:path>
              <a:path extrusionOk="0" h="2468879" w="4523105">
                <a:moveTo>
                  <a:pt x="1523054" y="1218065"/>
                </a:moveTo>
                <a:lnTo>
                  <a:pt x="1504564" y="1218065"/>
                </a:lnTo>
                <a:lnTo>
                  <a:pt x="1497051" y="1225567"/>
                </a:lnTo>
                <a:lnTo>
                  <a:pt x="1497051" y="1244075"/>
                </a:lnTo>
                <a:lnTo>
                  <a:pt x="1504564" y="1251578"/>
                </a:lnTo>
                <a:lnTo>
                  <a:pt x="1523054" y="1251578"/>
                </a:lnTo>
                <a:lnTo>
                  <a:pt x="1530567" y="1244075"/>
                </a:lnTo>
                <a:lnTo>
                  <a:pt x="1530567" y="1225567"/>
                </a:lnTo>
                <a:lnTo>
                  <a:pt x="1523054" y="1218065"/>
                </a:lnTo>
                <a:close/>
              </a:path>
              <a:path extrusionOk="0" h="2468879" w="4523105">
                <a:moveTo>
                  <a:pt x="1816379" y="1214695"/>
                </a:moveTo>
                <a:lnTo>
                  <a:pt x="1808549" y="1216273"/>
                </a:lnTo>
                <a:lnTo>
                  <a:pt x="1802157" y="1220580"/>
                </a:lnTo>
                <a:lnTo>
                  <a:pt x="1797849" y="1226976"/>
                </a:lnTo>
                <a:lnTo>
                  <a:pt x="1796269" y="1234821"/>
                </a:lnTo>
                <a:lnTo>
                  <a:pt x="1797849" y="1242647"/>
                </a:lnTo>
                <a:lnTo>
                  <a:pt x="1802157" y="1249045"/>
                </a:lnTo>
                <a:lnTo>
                  <a:pt x="1808549" y="1253363"/>
                </a:lnTo>
                <a:lnTo>
                  <a:pt x="1816379" y="1254947"/>
                </a:lnTo>
                <a:lnTo>
                  <a:pt x="1824235" y="1253363"/>
                </a:lnTo>
                <a:lnTo>
                  <a:pt x="1830641" y="1249045"/>
                </a:lnTo>
                <a:lnTo>
                  <a:pt x="1834954" y="1242647"/>
                </a:lnTo>
                <a:lnTo>
                  <a:pt x="1836534" y="1234821"/>
                </a:lnTo>
                <a:lnTo>
                  <a:pt x="1834954" y="1226976"/>
                </a:lnTo>
                <a:lnTo>
                  <a:pt x="1830641" y="1220580"/>
                </a:lnTo>
                <a:lnTo>
                  <a:pt x="1824235" y="1216273"/>
                </a:lnTo>
                <a:lnTo>
                  <a:pt x="1816379" y="1214695"/>
                </a:lnTo>
                <a:close/>
              </a:path>
              <a:path extrusionOk="0" h="2468879" w="4523105">
                <a:moveTo>
                  <a:pt x="2118972" y="1211326"/>
                </a:moveTo>
                <a:lnTo>
                  <a:pt x="2109836" y="1213171"/>
                </a:lnTo>
                <a:lnTo>
                  <a:pt x="2102371" y="1218205"/>
                </a:lnTo>
                <a:lnTo>
                  <a:pt x="2097335" y="1225673"/>
                </a:lnTo>
                <a:lnTo>
                  <a:pt x="2095488" y="1234821"/>
                </a:lnTo>
                <a:lnTo>
                  <a:pt x="2097335" y="1243969"/>
                </a:lnTo>
                <a:lnTo>
                  <a:pt x="2102371" y="1251437"/>
                </a:lnTo>
                <a:lnTo>
                  <a:pt x="2109836" y="1256471"/>
                </a:lnTo>
                <a:lnTo>
                  <a:pt x="2118972" y="1258316"/>
                </a:lnTo>
                <a:lnTo>
                  <a:pt x="2128133" y="1256471"/>
                </a:lnTo>
                <a:lnTo>
                  <a:pt x="2135612" y="1251437"/>
                </a:lnTo>
                <a:lnTo>
                  <a:pt x="2140653" y="1243969"/>
                </a:lnTo>
                <a:lnTo>
                  <a:pt x="2142501" y="1234821"/>
                </a:lnTo>
                <a:lnTo>
                  <a:pt x="2140653" y="1225673"/>
                </a:lnTo>
                <a:lnTo>
                  <a:pt x="2135612" y="1218205"/>
                </a:lnTo>
                <a:lnTo>
                  <a:pt x="2128133" y="1213171"/>
                </a:lnTo>
                <a:lnTo>
                  <a:pt x="2118972" y="1211326"/>
                </a:lnTo>
                <a:close/>
              </a:path>
              <a:path extrusionOk="0" h="2468879" w="4523105">
                <a:moveTo>
                  <a:pt x="2421609" y="1208855"/>
                </a:moveTo>
                <a:lnTo>
                  <a:pt x="2411466" y="1210897"/>
                </a:lnTo>
                <a:lnTo>
                  <a:pt x="2403186" y="1216464"/>
                </a:lnTo>
                <a:lnTo>
                  <a:pt x="2397606" y="1224718"/>
                </a:lnTo>
                <a:lnTo>
                  <a:pt x="2395561" y="1234821"/>
                </a:lnTo>
                <a:lnTo>
                  <a:pt x="2397606" y="1244950"/>
                </a:lnTo>
                <a:lnTo>
                  <a:pt x="2403186" y="1253217"/>
                </a:lnTo>
                <a:lnTo>
                  <a:pt x="2411466" y="1258789"/>
                </a:lnTo>
                <a:lnTo>
                  <a:pt x="2421609" y="1260832"/>
                </a:lnTo>
                <a:lnTo>
                  <a:pt x="2431727" y="1258789"/>
                </a:lnTo>
                <a:lnTo>
                  <a:pt x="2439993" y="1253217"/>
                </a:lnTo>
                <a:lnTo>
                  <a:pt x="2445568" y="1244950"/>
                </a:lnTo>
                <a:lnTo>
                  <a:pt x="2447613" y="1234821"/>
                </a:lnTo>
                <a:lnTo>
                  <a:pt x="2445568" y="1224718"/>
                </a:lnTo>
                <a:lnTo>
                  <a:pt x="2439993" y="1216464"/>
                </a:lnTo>
                <a:lnTo>
                  <a:pt x="2431727" y="1210897"/>
                </a:lnTo>
                <a:lnTo>
                  <a:pt x="2421609" y="1208855"/>
                </a:lnTo>
                <a:close/>
              </a:path>
              <a:path extrusionOk="0" h="2468879" w="4523105">
                <a:moveTo>
                  <a:pt x="2724202" y="1205486"/>
                </a:moveTo>
                <a:lnTo>
                  <a:pt x="2712760" y="1207789"/>
                </a:lnTo>
                <a:lnTo>
                  <a:pt x="2703423" y="1214072"/>
                </a:lnTo>
                <a:lnTo>
                  <a:pt x="2697131" y="1223396"/>
                </a:lnTo>
                <a:lnTo>
                  <a:pt x="2694824" y="1234821"/>
                </a:lnTo>
                <a:lnTo>
                  <a:pt x="2697131" y="1246247"/>
                </a:lnTo>
                <a:lnTo>
                  <a:pt x="2703423" y="1255570"/>
                </a:lnTo>
                <a:lnTo>
                  <a:pt x="2712760" y="1261853"/>
                </a:lnTo>
                <a:lnTo>
                  <a:pt x="2724202" y="1264156"/>
                </a:lnTo>
                <a:lnTo>
                  <a:pt x="2735618" y="1261853"/>
                </a:lnTo>
                <a:lnTo>
                  <a:pt x="2744941" y="1255570"/>
                </a:lnTo>
                <a:lnTo>
                  <a:pt x="2751229" y="1246247"/>
                </a:lnTo>
                <a:lnTo>
                  <a:pt x="2753534" y="1234821"/>
                </a:lnTo>
                <a:lnTo>
                  <a:pt x="2751229" y="1223396"/>
                </a:lnTo>
                <a:lnTo>
                  <a:pt x="2744941" y="1214072"/>
                </a:lnTo>
                <a:lnTo>
                  <a:pt x="2735618" y="1207789"/>
                </a:lnTo>
                <a:lnTo>
                  <a:pt x="2724202" y="1205486"/>
                </a:lnTo>
                <a:close/>
              </a:path>
              <a:path extrusionOk="0" h="2468879" w="4523105">
                <a:moveTo>
                  <a:pt x="3026794" y="1202117"/>
                </a:moveTo>
                <a:lnTo>
                  <a:pt x="3014047" y="1204687"/>
                </a:lnTo>
                <a:lnTo>
                  <a:pt x="3003636" y="1211697"/>
                </a:lnTo>
                <a:lnTo>
                  <a:pt x="2996617" y="1222092"/>
                </a:lnTo>
                <a:lnTo>
                  <a:pt x="2994043" y="1234821"/>
                </a:lnTo>
                <a:lnTo>
                  <a:pt x="2996617" y="1247550"/>
                </a:lnTo>
                <a:lnTo>
                  <a:pt x="3003636" y="1257946"/>
                </a:lnTo>
                <a:lnTo>
                  <a:pt x="3014047" y="1264955"/>
                </a:lnTo>
                <a:lnTo>
                  <a:pt x="3026794" y="1267526"/>
                </a:lnTo>
                <a:lnTo>
                  <a:pt x="3039515" y="1264955"/>
                </a:lnTo>
                <a:lnTo>
                  <a:pt x="3049913" y="1257946"/>
                </a:lnTo>
                <a:lnTo>
                  <a:pt x="3056927" y="1247550"/>
                </a:lnTo>
                <a:lnTo>
                  <a:pt x="3059501" y="1234821"/>
                </a:lnTo>
                <a:lnTo>
                  <a:pt x="3056927" y="1222092"/>
                </a:lnTo>
                <a:lnTo>
                  <a:pt x="3049913" y="1211697"/>
                </a:lnTo>
                <a:lnTo>
                  <a:pt x="3039515" y="1204687"/>
                </a:lnTo>
                <a:lnTo>
                  <a:pt x="3026794" y="1202117"/>
                </a:lnTo>
                <a:close/>
              </a:path>
              <a:path extrusionOk="0" h="2468879" w="4523105">
                <a:moveTo>
                  <a:pt x="3329387" y="1199646"/>
                </a:moveTo>
                <a:lnTo>
                  <a:pt x="3315657" y="1202414"/>
                </a:lnTo>
                <a:lnTo>
                  <a:pt x="3304446" y="1209961"/>
                </a:lnTo>
                <a:lnTo>
                  <a:pt x="3296887" y="1221157"/>
                </a:lnTo>
                <a:lnTo>
                  <a:pt x="3294116" y="1234866"/>
                </a:lnTo>
                <a:lnTo>
                  <a:pt x="3296887" y="1248550"/>
                </a:lnTo>
                <a:lnTo>
                  <a:pt x="3304446" y="1259731"/>
                </a:lnTo>
                <a:lnTo>
                  <a:pt x="3315658" y="1267274"/>
                </a:lnTo>
                <a:lnTo>
                  <a:pt x="3329387" y="1270041"/>
                </a:lnTo>
                <a:lnTo>
                  <a:pt x="3343090" y="1267274"/>
                </a:lnTo>
                <a:lnTo>
                  <a:pt x="3354288" y="1259731"/>
                </a:lnTo>
                <a:lnTo>
                  <a:pt x="3361842" y="1248550"/>
                </a:lnTo>
                <a:lnTo>
                  <a:pt x="3364613" y="1234866"/>
                </a:lnTo>
                <a:lnTo>
                  <a:pt x="3361842" y="1221157"/>
                </a:lnTo>
                <a:lnTo>
                  <a:pt x="3354288" y="1209961"/>
                </a:lnTo>
                <a:lnTo>
                  <a:pt x="3343090" y="1202414"/>
                </a:lnTo>
                <a:lnTo>
                  <a:pt x="3329387" y="1199646"/>
                </a:lnTo>
                <a:close/>
              </a:path>
              <a:path extrusionOk="0" h="2468879" w="4523105">
                <a:moveTo>
                  <a:pt x="3631934" y="1197130"/>
                </a:moveTo>
                <a:lnTo>
                  <a:pt x="3617249" y="1200095"/>
                </a:lnTo>
                <a:lnTo>
                  <a:pt x="3605250" y="1208181"/>
                </a:lnTo>
                <a:lnTo>
                  <a:pt x="3597157" y="1220176"/>
                </a:lnTo>
                <a:lnTo>
                  <a:pt x="3594189" y="1234866"/>
                </a:lnTo>
                <a:lnTo>
                  <a:pt x="3597157" y="1249530"/>
                </a:lnTo>
                <a:lnTo>
                  <a:pt x="3605250" y="1261512"/>
                </a:lnTo>
                <a:lnTo>
                  <a:pt x="3617249" y="1269593"/>
                </a:lnTo>
                <a:lnTo>
                  <a:pt x="3631934" y="1272557"/>
                </a:lnTo>
                <a:lnTo>
                  <a:pt x="3646645" y="1269593"/>
                </a:lnTo>
                <a:lnTo>
                  <a:pt x="3658657" y="1261512"/>
                </a:lnTo>
                <a:lnTo>
                  <a:pt x="3666755" y="1249530"/>
                </a:lnTo>
                <a:lnTo>
                  <a:pt x="3669725" y="1234866"/>
                </a:lnTo>
                <a:lnTo>
                  <a:pt x="3666755" y="1220176"/>
                </a:lnTo>
                <a:lnTo>
                  <a:pt x="3658657" y="1208181"/>
                </a:lnTo>
                <a:lnTo>
                  <a:pt x="3646645" y="1200095"/>
                </a:lnTo>
                <a:lnTo>
                  <a:pt x="3631934" y="1197130"/>
                </a:lnTo>
                <a:close/>
              </a:path>
              <a:path extrusionOk="0" h="2468879" w="4523105">
                <a:moveTo>
                  <a:pt x="3934527" y="1193761"/>
                </a:moveTo>
                <a:lnTo>
                  <a:pt x="3918543" y="1196993"/>
                </a:lnTo>
                <a:lnTo>
                  <a:pt x="3905487" y="1205806"/>
                </a:lnTo>
                <a:lnTo>
                  <a:pt x="3896682" y="1218872"/>
                </a:lnTo>
                <a:lnTo>
                  <a:pt x="3893452" y="1234866"/>
                </a:lnTo>
                <a:lnTo>
                  <a:pt x="3896682" y="1250853"/>
                </a:lnTo>
                <a:lnTo>
                  <a:pt x="3905487" y="1263904"/>
                </a:lnTo>
                <a:lnTo>
                  <a:pt x="3918543" y="1272701"/>
                </a:lnTo>
                <a:lnTo>
                  <a:pt x="3934527" y="1275926"/>
                </a:lnTo>
                <a:lnTo>
                  <a:pt x="3950543" y="1272701"/>
                </a:lnTo>
                <a:lnTo>
                  <a:pt x="3963629" y="1263904"/>
                </a:lnTo>
                <a:lnTo>
                  <a:pt x="3972454" y="1250853"/>
                </a:lnTo>
                <a:lnTo>
                  <a:pt x="3975691" y="1234866"/>
                </a:lnTo>
                <a:lnTo>
                  <a:pt x="3972454" y="1218872"/>
                </a:lnTo>
                <a:lnTo>
                  <a:pt x="3963629" y="1205806"/>
                </a:lnTo>
                <a:lnTo>
                  <a:pt x="3950543" y="1196993"/>
                </a:lnTo>
                <a:lnTo>
                  <a:pt x="3934527" y="1193761"/>
                </a:lnTo>
                <a:close/>
              </a:path>
              <a:path extrusionOk="0" h="2468879" w="4523105">
                <a:moveTo>
                  <a:pt x="4237119" y="1191290"/>
                </a:moveTo>
                <a:lnTo>
                  <a:pt x="4220154" y="1194713"/>
                </a:lnTo>
                <a:lnTo>
                  <a:pt x="4206297" y="1204048"/>
                </a:lnTo>
                <a:lnTo>
                  <a:pt x="4196952" y="1217899"/>
                </a:lnTo>
                <a:lnTo>
                  <a:pt x="4193525" y="1234866"/>
                </a:lnTo>
                <a:lnTo>
                  <a:pt x="4196952" y="1251833"/>
                </a:lnTo>
                <a:lnTo>
                  <a:pt x="4206297" y="1265684"/>
                </a:lnTo>
                <a:lnTo>
                  <a:pt x="4220154" y="1275020"/>
                </a:lnTo>
                <a:lnTo>
                  <a:pt x="4237119" y="1278442"/>
                </a:lnTo>
                <a:lnTo>
                  <a:pt x="4254111" y="1275020"/>
                </a:lnTo>
                <a:lnTo>
                  <a:pt x="4267981" y="1265684"/>
                </a:lnTo>
                <a:lnTo>
                  <a:pt x="4277331" y="1251833"/>
                </a:lnTo>
                <a:lnTo>
                  <a:pt x="4280758" y="1234866"/>
                </a:lnTo>
                <a:lnTo>
                  <a:pt x="4277331" y="1217899"/>
                </a:lnTo>
                <a:lnTo>
                  <a:pt x="4267981" y="1204048"/>
                </a:lnTo>
                <a:lnTo>
                  <a:pt x="4254111" y="1194713"/>
                </a:lnTo>
                <a:lnTo>
                  <a:pt x="4237119" y="1191290"/>
                </a:lnTo>
                <a:close/>
              </a:path>
              <a:path extrusionOk="0" h="2468879" w="4523105">
                <a:moveTo>
                  <a:pt x="4522590" y="1192227"/>
                </a:moveTo>
                <a:lnTo>
                  <a:pt x="4521764" y="1192394"/>
                </a:lnTo>
                <a:lnTo>
                  <a:pt x="4507106" y="1202268"/>
                </a:lnTo>
                <a:lnTo>
                  <a:pt x="4497223" y="1216918"/>
                </a:lnTo>
                <a:lnTo>
                  <a:pt x="4493599" y="1234866"/>
                </a:lnTo>
                <a:lnTo>
                  <a:pt x="4497223" y="1252814"/>
                </a:lnTo>
                <a:lnTo>
                  <a:pt x="4507106" y="1267464"/>
                </a:lnTo>
                <a:lnTo>
                  <a:pt x="4521764" y="1277338"/>
                </a:lnTo>
                <a:lnTo>
                  <a:pt x="4522590" y="1277505"/>
                </a:lnTo>
                <a:lnTo>
                  <a:pt x="4522590" y="1192227"/>
                </a:lnTo>
                <a:close/>
              </a:path>
              <a:path extrusionOk="0" h="2468879" w="4523105">
                <a:moveTo>
                  <a:pt x="1681" y="1536754"/>
                </a:moveTo>
                <a:lnTo>
                  <a:pt x="0" y="1536754"/>
                </a:lnTo>
                <a:lnTo>
                  <a:pt x="0" y="1537698"/>
                </a:lnTo>
                <a:lnTo>
                  <a:pt x="1681" y="1537698"/>
                </a:lnTo>
                <a:lnTo>
                  <a:pt x="1681" y="1536754"/>
                </a:lnTo>
                <a:close/>
              </a:path>
              <a:path extrusionOk="0" h="2468879" w="4523105">
                <a:moveTo>
                  <a:pt x="305302" y="1533879"/>
                </a:moveTo>
                <a:lnTo>
                  <a:pt x="301568" y="1533879"/>
                </a:lnTo>
                <a:lnTo>
                  <a:pt x="300070" y="1535362"/>
                </a:lnTo>
                <a:lnTo>
                  <a:pt x="300070" y="1539090"/>
                </a:lnTo>
                <a:lnTo>
                  <a:pt x="301568" y="1540618"/>
                </a:lnTo>
                <a:lnTo>
                  <a:pt x="305284" y="1540618"/>
                </a:lnTo>
                <a:lnTo>
                  <a:pt x="306795" y="1539090"/>
                </a:lnTo>
                <a:lnTo>
                  <a:pt x="306795" y="1535362"/>
                </a:lnTo>
                <a:lnTo>
                  <a:pt x="305302" y="1533879"/>
                </a:lnTo>
                <a:close/>
              </a:path>
              <a:path extrusionOk="0" h="2468879" w="4523105">
                <a:moveTo>
                  <a:pt x="609743" y="1530555"/>
                </a:moveTo>
                <a:lnTo>
                  <a:pt x="602320" y="1530555"/>
                </a:lnTo>
                <a:lnTo>
                  <a:pt x="599306" y="1533565"/>
                </a:lnTo>
                <a:lnTo>
                  <a:pt x="599306" y="1540932"/>
                </a:lnTo>
                <a:lnTo>
                  <a:pt x="602320" y="1543942"/>
                </a:lnTo>
                <a:lnTo>
                  <a:pt x="609743" y="1543942"/>
                </a:lnTo>
                <a:lnTo>
                  <a:pt x="612758" y="1540932"/>
                </a:lnTo>
                <a:lnTo>
                  <a:pt x="612758" y="1533565"/>
                </a:lnTo>
                <a:lnTo>
                  <a:pt x="609743" y="1530555"/>
                </a:lnTo>
                <a:close/>
              </a:path>
              <a:path extrusionOk="0" h="2468879" w="4523105">
                <a:moveTo>
                  <a:pt x="914180" y="1527186"/>
                </a:moveTo>
                <a:lnTo>
                  <a:pt x="903068" y="1527186"/>
                </a:lnTo>
                <a:lnTo>
                  <a:pt x="898569" y="1531678"/>
                </a:lnTo>
                <a:lnTo>
                  <a:pt x="898569" y="1542819"/>
                </a:lnTo>
                <a:lnTo>
                  <a:pt x="903068" y="1547311"/>
                </a:lnTo>
                <a:lnTo>
                  <a:pt x="914180" y="1547311"/>
                </a:lnTo>
                <a:lnTo>
                  <a:pt x="918679" y="1542819"/>
                </a:lnTo>
                <a:lnTo>
                  <a:pt x="918679" y="1531678"/>
                </a:lnTo>
                <a:lnTo>
                  <a:pt x="914180" y="1527186"/>
                </a:lnTo>
                <a:close/>
              </a:path>
              <a:path extrusionOk="0" h="2468879" w="4523105">
                <a:moveTo>
                  <a:pt x="1218617" y="1523816"/>
                </a:moveTo>
                <a:lnTo>
                  <a:pt x="1203816" y="1523816"/>
                </a:lnTo>
                <a:lnTo>
                  <a:pt x="1197788" y="1529836"/>
                </a:lnTo>
                <a:lnTo>
                  <a:pt x="1197788" y="1544661"/>
                </a:lnTo>
                <a:lnTo>
                  <a:pt x="1203816" y="1550681"/>
                </a:lnTo>
                <a:lnTo>
                  <a:pt x="1218617" y="1550681"/>
                </a:lnTo>
                <a:lnTo>
                  <a:pt x="1224646" y="1544661"/>
                </a:lnTo>
                <a:lnTo>
                  <a:pt x="1224646" y="1529836"/>
                </a:lnTo>
                <a:lnTo>
                  <a:pt x="1218617" y="1523816"/>
                </a:lnTo>
                <a:close/>
              </a:path>
              <a:path extrusionOk="0" h="2468879" w="4523105">
                <a:moveTo>
                  <a:pt x="1523054" y="1520492"/>
                </a:moveTo>
                <a:lnTo>
                  <a:pt x="1504564" y="1520492"/>
                </a:lnTo>
                <a:lnTo>
                  <a:pt x="1497051" y="1528039"/>
                </a:lnTo>
                <a:lnTo>
                  <a:pt x="1497051" y="1546548"/>
                </a:lnTo>
                <a:lnTo>
                  <a:pt x="1504564" y="1554050"/>
                </a:lnTo>
                <a:lnTo>
                  <a:pt x="1523054" y="1554050"/>
                </a:lnTo>
                <a:lnTo>
                  <a:pt x="1530568" y="1546548"/>
                </a:lnTo>
                <a:lnTo>
                  <a:pt x="1530568" y="1528039"/>
                </a:lnTo>
                <a:lnTo>
                  <a:pt x="1523054" y="1520492"/>
                </a:lnTo>
                <a:close/>
              </a:path>
              <a:path extrusionOk="0" h="2468879" w="4523105">
                <a:moveTo>
                  <a:pt x="1816379" y="1517168"/>
                </a:moveTo>
                <a:lnTo>
                  <a:pt x="1808549" y="1518745"/>
                </a:lnTo>
                <a:lnTo>
                  <a:pt x="1802157" y="1523053"/>
                </a:lnTo>
                <a:lnTo>
                  <a:pt x="1797849" y="1529449"/>
                </a:lnTo>
                <a:lnTo>
                  <a:pt x="1796269" y="1537293"/>
                </a:lnTo>
                <a:lnTo>
                  <a:pt x="1797849" y="1545119"/>
                </a:lnTo>
                <a:lnTo>
                  <a:pt x="1802157" y="1551517"/>
                </a:lnTo>
                <a:lnTo>
                  <a:pt x="1808549" y="1555835"/>
                </a:lnTo>
                <a:lnTo>
                  <a:pt x="1816379" y="1557419"/>
                </a:lnTo>
                <a:lnTo>
                  <a:pt x="1824235" y="1555835"/>
                </a:lnTo>
                <a:lnTo>
                  <a:pt x="1830641" y="1551517"/>
                </a:lnTo>
                <a:lnTo>
                  <a:pt x="1834954" y="1545119"/>
                </a:lnTo>
                <a:lnTo>
                  <a:pt x="1836534" y="1537293"/>
                </a:lnTo>
                <a:lnTo>
                  <a:pt x="1834954" y="1529449"/>
                </a:lnTo>
                <a:lnTo>
                  <a:pt x="1830641" y="1523053"/>
                </a:lnTo>
                <a:lnTo>
                  <a:pt x="1824235" y="1518745"/>
                </a:lnTo>
                <a:lnTo>
                  <a:pt x="1816379" y="1517168"/>
                </a:lnTo>
                <a:close/>
              </a:path>
              <a:path extrusionOk="0" h="2468879" w="4523105">
                <a:moveTo>
                  <a:pt x="2118972" y="1513798"/>
                </a:moveTo>
                <a:lnTo>
                  <a:pt x="2109836" y="1515644"/>
                </a:lnTo>
                <a:lnTo>
                  <a:pt x="2102371" y="1520677"/>
                </a:lnTo>
                <a:lnTo>
                  <a:pt x="2097335" y="1528145"/>
                </a:lnTo>
                <a:lnTo>
                  <a:pt x="2095488" y="1537293"/>
                </a:lnTo>
                <a:lnTo>
                  <a:pt x="2097335" y="1546416"/>
                </a:lnTo>
                <a:lnTo>
                  <a:pt x="2102371" y="1553870"/>
                </a:lnTo>
                <a:lnTo>
                  <a:pt x="2109836" y="1558899"/>
                </a:lnTo>
                <a:lnTo>
                  <a:pt x="2118972" y="1560744"/>
                </a:lnTo>
                <a:lnTo>
                  <a:pt x="2128133" y="1558899"/>
                </a:lnTo>
                <a:lnTo>
                  <a:pt x="2135612" y="1553870"/>
                </a:lnTo>
                <a:lnTo>
                  <a:pt x="2140653" y="1546416"/>
                </a:lnTo>
                <a:lnTo>
                  <a:pt x="2142501" y="1537293"/>
                </a:lnTo>
                <a:lnTo>
                  <a:pt x="2140653" y="1528145"/>
                </a:lnTo>
                <a:lnTo>
                  <a:pt x="2135612" y="1520677"/>
                </a:lnTo>
                <a:lnTo>
                  <a:pt x="2128133" y="1515644"/>
                </a:lnTo>
                <a:lnTo>
                  <a:pt x="2118972" y="1513798"/>
                </a:lnTo>
                <a:close/>
              </a:path>
              <a:path extrusionOk="0" h="2468879" w="4523105">
                <a:moveTo>
                  <a:pt x="2421609" y="1511327"/>
                </a:moveTo>
                <a:lnTo>
                  <a:pt x="2411466" y="1513369"/>
                </a:lnTo>
                <a:lnTo>
                  <a:pt x="2403187" y="1518936"/>
                </a:lnTo>
                <a:lnTo>
                  <a:pt x="2397607" y="1527190"/>
                </a:lnTo>
                <a:lnTo>
                  <a:pt x="2395561" y="1537293"/>
                </a:lnTo>
                <a:lnTo>
                  <a:pt x="2397607" y="1547396"/>
                </a:lnTo>
                <a:lnTo>
                  <a:pt x="2403187" y="1555650"/>
                </a:lnTo>
                <a:lnTo>
                  <a:pt x="2411466" y="1561217"/>
                </a:lnTo>
                <a:lnTo>
                  <a:pt x="2421609" y="1563259"/>
                </a:lnTo>
                <a:lnTo>
                  <a:pt x="2431727" y="1561217"/>
                </a:lnTo>
                <a:lnTo>
                  <a:pt x="2439993" y="1555650"/>
                </a:lnTo>
                <a:lnTo>
                  <a:pt x="2445568" y="1547396"/>
                </a:lnTo>
                <a:lnTo>
                  <a:pt x="2447613" y="1537293"/>
                </a:lnTo>
                <a:lnTo>
                  <a:pt x="2445568" y="1527190"/>
                </a:lnTo>
                <a:lnTo>
                  <a:pt x="2439993" y="1518936"/>
                </a:lnTo>
                <a:lnTo>
                  <a:pt x="2431727" y="1513369"/>
                </a:lnTo>
                <a:lnTo>
                  <a:pt x="2421609" y="1511327"/>
                </a:lnTo>
                <a:close/>
              </a:path>
              <a:path extrusionOk="0" h="2468879" w="4523105">
                <a:moveTo>
                  <a:pt x="2724202" y="1507958"/>
                </a:moveTo>
                <a:lnTo>
                  <a:pt x="2712760" y="1510261"/>
                </a:lnTo>
                <a:lnTo>
                  <a:pt x="2703423" y="1516544"/>
                </a:lnTo>
                <a:lnTo>
                  <a:pt x="2697131" y="1525868"/>
                </a:lnTo>
                <a:lnTo>
                  <a:pt x="2694824" y="1537293"/>
                </a:lnTo>
                <a:lnTo>
                  <a:pt x="2697131" y="1548719"/>
                </a:lnTo>
                <a:lnTo>
                  <a:pt x="2703423" y="1558043"/>
                </a:lnTo>
                <a:lnTo>
                  <a:pt x="2712760" y="1564326"/>
                </a:lnTo>
                <a:lnTo>
                  <a:pt x="2724202" y="1566629"/>
                </a:lnTo>
                <a:lnTo>
                  <a:pt x="2735618" y="1564326"/>
                </a:lnTo>
                <a:lnTo>
                  <a:pt x="2744942" y="1558043"/>
                </a:lnTo>
                <a:lnTo>
                  <a:pt x="2751229" y="1548719"/>
                </a:lnTo>
                <a:lnTo>
                  <a:pt x="2753534" y="1537293"/>
                </a:lnTo>
                <a:lnTo>
                  <a:pt x="2751229" y="1525868"/>
                </a:lnTo>
                <a:lnTo>
                  <a:pt x="2744942" y="1516544"/>
                </a:lnTo>
                <a:lnTo>
                  <a:pt x="2735618" y="1510261"/>
                </a:lnTo>
                <a:lnTo>
                  <a:pt x="2724202" y="1507958"/>
                </a:lnTo>
                <a:close/>
              </a:path>
              <a:path extrusionOk="0" h="2468879" w="4523105">
                <a:moveTo>
                  <a:pt x="3026794" y="1504589"/>
                </a:moveTo>
                <a:lnTo>
                  <a:pt x="3014047" y="1507159"/>
                </a:lnTo>
                <a:lnTo>
                  <a:pt x="3003637" y="1514169"/>
                </a:lnTo>
                <a:lnTo>
                  <a:pt x="2996617" y="1524564"/>
                </a:lnTo>
                <a:lnTo>
                  <a:pt x="2994043" y="1537293"/>
                </a:lnTo>
                <a:lnTo>
                  <a:pt x="2996617" y="1550022"/>
                </a:lnTo>
                <a:lnTo>
                  <a:pt x="3003637" y="1560418"/>
                </a:lnTo>
                <a:lnTo>
                  <a:pt x="3014047" y="1567427"/>
                </a:lnTo>
                <a:lnTo>
                  <a:pt x="3026794" y="1569998"/>
                </a:lnTo>
                <a:lnTo>
                  <a:pt x="3039516" y="1567427"/>
                </a:lnTo>
                <a:lnTo>
                  <a:pt x="3049913" y="1560418"/>
                </a:lnTo>
                <a:lnTo>
                  <a:pt x="3056928" y="1550022"/>
                </a:lnTo>
                <a:lnTo>
                  <a:pt x="3059501" y="1537293"/>
                </a:lnTo>
                <a:lnTo>
                  <a:pt x="3056928" y="1524564"/>
                </a:lnTo>
                <a:lnTo>
                  <a:pt x="3049913" y="1514169"/>
                </a:lnTo>
                <a:lnTo>
                  <a:pt x="3039516" y="1507159"/>
                </a:lnTo>
                <a:lnTo>
                  <a:pt x="3026794" y="1504589"/>
                </a:lnTo>
                <a:close/>
              </a:path>
              <a:path extrusionOk="0" h="2468879" w="4523105">
                <a:moveTo>
                  <a:pt x="3329387" y="1502118"/>
                </a:moveTo>
                <a:lnTo>
                  <a:pt x="3315658" y="1504885"/>
                </a:lnTo>
                <a:lnTo>
                  <a:pt x="3304446" y="1512428"/>
                </a:lnTo>
                <a:lnTo>
                  <a:pt x="3296888" y="1523610"/>
                </a:lnTo>
                <a:lnTo>
                  <a:pt x="3294116" y="1537293"/>
                </a:lnTo>
                <a:lnTo>
                  <a:pt x="3296888" y="1551003"/>
                </a:lnTo>
                <a:lnTo>
                  <a:pt x="3304446" y="1562198"/>
                </a:lnTo>
                <a:lnTo>
                  <a:pt x="3315658" y="1569746"/>
                </a:lnTo>
                <a:lnTo>
                  <a:pt x="3329387" y="1572514"/>
                </a:lnTo>
                <a:lnTo>
                  <a:pt x="3343090" y="1569746"/>
                </a:lnTo>
                <a:lnTo>
                  <a:pt x="3354288" y="1562198"/>
                </a:lnTo>
                <a:lnTo>
                  <a:pt x="3361842" y="1551003"/>
                </a:lnTo>
                <a:lnTo>
                  <a:pt x="3364613" y="1537293"/>
                </a:lnTo>
                <a:lnTo>
                  <a:pt x="3361842" y="1523610"/>
                </a:lnTo>
                <a:lnTo>
                  <a:pt x="3354288" y="1512428"/>
                </a:lnTo>
                <a:lnTo>
                  <a:pt x="3343090" y="1504885"/>
                </a:lnTo>
                <a:lnTo>
                  <a:pt x="3329387" y="1502118"/>
                </a:lnTo>
                <a:close/>
              </a:path>
              <a:path extrusionOk="0" h="2468879" w="4523105">
                <a:moveTo>
                  <a:pt x="3631934" y="1499602"/>
                </a:moveTo>
                <a:lnTo>
                  <a:pt x="3617249" y="1502567"/>
                </a:lnTo>
                <a:lnTo>
                  <a:pt x="3605251" y="1510648"/>
                </a:lnTo>
                <a:lnTo>
                  <a:pt x="3597158" y="1522629"/>
                </a:lnTo>
                <a:lnTo>
                  <a:pt x="3594189" y="1537293"/>
                </a:lnTo>
                <a:lnTo>
                  <a:pt x="3597158" y="1551983"/>
                </a:lnTo>
                <a:lnTo>
                  <a:pt x="3605251" y="1563978"/>
                </a:lnTo>
                <a:lnTo>
                  <a:pt x="3617249" y="1572064"/>
                </a:lnTo>
                <a:lnTo>
                  <a:pt x="3631934" y="1575029"/>
                </a:lnTo>
                <a:lnTo>
                  <a:pt x="3646646" y="1572064"/>
                </a:lnTo>
                <a:lnTo>
                  <a:pt x="3658658" y="1563978"/>
                </a:lnTo>
                <a:lnTo>
                  <a:pt x="3666756" y="1551983"/>
                </a:lnTo>
                <a:lnTo>
                  <a:pt x="3669725" y="1537293"/>
                </a:lnTo>
                <a:lnTo>
                  <a:pt x="3666755" y="1522629"/>
                </a:lnTo>
                <a:lnTo>
                  <a:pt x="3658658" y="1510648"/>
                </a:lnTo>
                <a:lnTo>
                  <a:pt x="3646646" y="1502567"/>
                </a:lnTo>
                <a:lnTo>
                  <a:pt x="3631934" y="1499602"/>
                </a:lnTo>
                <a:close/>
              </a:path>
              <a:path extrusionOk="0" h="2468879" w="4523105">
                <a:moveTo>
                  <a:pt x="3934527" y="1496233"/>
                </a:moveTo>
                <a:lnTo>
                  <a:pt x="3918543" y="1499458"/>
                </a:lnTo>
                <a:lnTo>
                  <a:pt x="3905487" y="1508256"/>
                </a:lnTo>
                <a:lnTo>
                  <a:pt x="3896682" y="1521307"/>
                </a:lnTo>
                <a:lnTo>
                  <a:pt x="3893452" y="1537293"/>
                </a:lnTo>
                <a:lnTo>
                  <a:pt x="3896682" y="1553287"/>
                </a:lnTo>
                <a:lnTo>
                  <a:pt x="3905487" y="1566353"/>
                </a:lnTo>
                <a:lnTo>
                  <a:pt x="3918543" y="1575166"/>
                </a:lnTo>
                <a:lnTo>
                  <a:pt x="3934527" y="1578399"/>
                </a:lnTo>
                <a:lnTo>
                  <a:pt x="3950544" y="1575166"/>
                </a:lnTo>
                <a:lnTo>
                  <a:pt x="3963629" y="1566353"/>
                </a:lnTo>
                <a:lnTo>
                  <a:pt x="3972454" y="1553287"/>
                </a:lnTo>
                <a:lnTo>
                  <a:pt x="3975691" y="1537293"/>
                </a:lnTo>
                <a:lnTo>
                  <a:pt x="3972454" y="1521307"/>
                </a:lnTo>
                <a:lnTo>
                  <a:pt x="3963629" y="1508256"/>
                </a:lnTo>
                <a:lnTo>
                  <a:pt x="3950544" y="1499458"/>
                </a:lnTo>
                <a:lnTo>
                  <a:pt x="3934527" y="1496233"/>
                </a:lnTo>
                <a:close/>
              </a:path>
              <a:path extrusionOk="0" h="2468879" w="4523105">
                <a:moveTo>
                  <a:pt x="4237119" y="1493717"/>
                </a:moveTo>
                <a:lnTo>
                  <a:pt x="4220154" y="1497147"/>
                </a:lnTo>
                <a:lnTo>
                  <a:pt x="4206297" y="1506498"/>
                </a:lnTo>
                <a:lnTo>
                  <a:pt x="4196952" y="1520364"/>
                </a:lnTo>
                <a:lnTo>
                  <a:pt x="4193526" y="1537338"/>
                </a:lnTo>
                <a:lnTo>
                  <a:pt x="4196952" y="1554287"/>
                </a:lnTo>
                <a:lnTo>
                  <a:pt x="4206297" y="1568139"/>
                </a:lnTo>
                <a:lnTo>
                  <a:pt x="4220154" y="1577485"/>
                </a:lnTo>
                <a:lnTo>
                  <a:pt x="4237119" y="1580914"/>
                </a:lnTo>
                <a:lnTo>
                  <a:pt x="4254111" y="1577485"/>
                </a:lnTo>
                <a:lnTo>
                  <a:pt x="4267982" y="1568139"/>
                </a:lnTo>
                <a:lnTo>
                  <a:pt x="4277331" y="1554287"/>
                </a:lnTo>
                <a:lnTo>
                  <a:pt x="4280758" y="1537338"/>
                </a:lnTo>
                <a:lnTo>
                  <a:pt x="4277331" y="1520364"/>
                </a:lnTo>
                <a:lnTo>
                  <a:pt x="4267982" y="1506498"/>
                </a:lnTo>
                <a:lnTo>
                  <a:pt x="4254111" y="1497147"/>
                </a:lnTo>
                <a:lnTo>
                  <a:pt x="4237119" y="1493717"/>
                </a:lnTo>
                <a:close/>
              </a:path>
              <a:path extrusionOk="0" h="2468879" w="4523105">
                <a:moveTo>
                  <a:pt x="4522590" y="1494661"/>
                </a:moveTo>
                <a:lnTo>
                  <a:pt x="4521764" y="1494828"/>
                </a:lnTo>
                <a:lnTo>
                  <a:pt x="4507107" y="1504718"/>
                </a:lnTo>
                <a:lnTo>
                  <a:pt x="4497223" y="1519384"/>
                </a:lnTo>
                <a:lnTo>
                  <a:pt x="4493599" y="1537338"/>
                </a:lnTo>
                <a:lnTo>
                  <a:pt x="4497223" y="1555286"/>
                </a:lnTo>
                <a:lnTo>
                  <a:pt x="4507107" y="1569936"/>
                </a:lnTo>
                <a:lnTo>
                  <a:pt x="4521764" y="1579810"/>
                </a:lnTo>
                <a:lnTo>
                  <a:pt x="4522590" y="1579977"/>
                </a:lnTo>
                <a:lnTo>
                  <a:pt x="4522590" y="1494661"/>
                </a:lnTo>
                <a:close/>
              </a:path>
              <a:path extrusionOk="0" h="2468879" w="4523105">
                <a:moveTo>
                  <a:pt x="304830" y="1837160"/>
                </a:moveTo>
                <a:lnTo>
                  <a:pt x="302040" y="1837160"/>
                </a:lnTo>
                <a:lnTo>
                  <a:pt x="300911" y="1838283"/>
                </a:lnTo>
                <a:lnTo>
                  <a:pt x="300911" y="1841068"/>
                </a:lnTo>
                <a:lnTo>
                  <a:pt x="302040" y="1842192"/>
                </a:lnTo>
                <a:lnTo>
                  <a:pt x="304830" y="1842192"/>
                </a:lnTo>
                <a:lnTo>
                  <a:pt x="305954" y="1841068"/>
                </a:lnTo>
                <a:lnTo>
                  <a:pt x="305954" y="1838283"/>
                </a:lnTo>
                <a:lnTo>
                  <a:pt x="304830" y="1837160"/>
                </a:lnTo>
                <a:close/>
              </a:path>
              <a:path extrusionOk="0" h="2468879" w="4523105">
                <a:moveTo>
                  <a:pt x="609743" y="1832982"/>
                </a:moveTo>
                <a:lnTo>
                  <a:pt x="602320" y="1832982"/>
                </a:lnTo>
                <a:lnTo>
                  <a:pt x="599306" y="1835992"/>
                </a:lnTo>
                <a:lnTo>
                  <a:pt x="599306" y="1843404"/>
                </a:lnTo>
                <a:lnTo>
                  <a:pt x="602320" y="1846414"/>
                </a:lnTo>
                <a:lnTo>
                  <a:pt x="609743" y="1846414"/>
                </a:lnTo>
                <a:lnTo>
                  <a:pt x="612758" y="1843404"/>
                </a:lnTo>
                <a:lnTo>
                  <a:pt x="612758" y="1835992"/>
                </a:lnTo>
                <a:lnTo>
                  <a:pt x="609743" y="1832982"/>
                </a:lnTo>
                <a:close/>
              </a:path>
              <a:path extrusionOk="0" h="2468879" w="4523105">
                <a:moveTo>
                  <a:pt x="914181" y="1829658"/>
                </a:moveTo>
                <a:lnTo>
                  <a:pt x="903068" y="1829658"/>
                </a:lnTo>
                <a:lnTo>
                  <a:pt x="898570" y="1834150"/>
                </a:lnTo>
                <a:lnTo>
                  <a:pt x="898570" y="1845246"/>
                </a:lnTo>
                <a:lnTo>
                  <a:pt x="903068" y="1849739"/>
                </a:lnTo>
                <a:lnTo>
                  <a:pt x="914181" y="1849739"/>
                </a:lnTo>
                <a:lnTo>
                  <a:pt x="918679" y="1845246"/>
                </a:lnTo>
                <a:lnTo>
                  <a:pt x="918679" y="1834150"/>
                </a:lnTo>
                <a:lnTo>
                  <a:pt x="914181" y="1829658"/>
                </a:lnTo>
                <a:close/>
              </a:path>
              <a:path extrusionOk="0" h="2468879" w="4523105">
                <a:moveTo>
                  <a:pt x="1218618" y="1826288"/>
                </a:moveTo>
                <a:lnTo>
                  <a:pt x="1203816" y="1826288"/>
                </a:lnTo>
                <a:lnTo>
                  <a:pt x="1197788" y="1832308"/>
                </a:lnTo>
                <a:lnTo>
                  <a:pt x="1197788" y="1847088"/>
                </a:lnTo>
                <a:lnTo>
                  <a:pt x="1203816" y="1853108"/>
                </a:lnTo>
                <a:lnTo>
                  <a:pt x="1218618" y="1853108"/>
                </a:lnTo>
                <a:lnTo>
                  <a:pt x="1224646" y="1847088"/>
                </a:lnTo>
                <a:lnTo>
                  <a:pt x="1224646" y="1832308"/>
                </a:lnTo>
                <a:lnTo>
                  <a:pt x="1218618" y="1826288"/>
                </a:lnTo>
                <a:close/>
              </a:path>
              <a:path extrusionOk="0" h="2468879" w="4523105">
                <a:moveTo>
                  <a:pt x="1523055" y="1822964"/>
                </a:moveTo>
                <a:lnTo>
                  <a:pt x="1504564" y="1822964"/>
                </a:lnTo>
                <a:lnTo>
                  <a:pt x="1497051" y="1830466"/>
                </a:lnTo>
                <a:lnTo>
                  <a:pt x="1497051" y="1848975"/>
                </a:lnTo>
                <a:lnTo>
                  <a:pt x="1504564" y="1856477"/>
                </a:lnTo>
                <a:lnTo>
                  <a:pt x="1523055" y="1856477"/>
                </a:lnTo>
                <a:lnTo>
                  <a:pt x="1530568" y="1848975"/>
                </a:lnTo>
                <a:lnTo>
                  <a:pt x="1530568" y="1830466"/>
                </a:lnTo>
                <a:lnTo>
                  <a:pt x="1523055" y="1822964"/>
                </a:lnTo>
                <a:close/>
              </a:path>
              <a:path extrusionOk="0" h="2468879" w="4523105">
                <a:moveTo>
                  <a:pt x="1816379" y="1819595"/>
                </a:moveTo>
                <a:lnTo>
                  <a:pt x="1808549" y="1821173"/>
                </a:lnTo>
                <a:lnTo>
                  <a:pt x="1802158" y="1825480"/>
                </a:lnTo>
                <a:lnTo>
                  <a:pt x="1797849" y="1831876"/>
                </a:lnTo>
                <a:lnTo>
                  <a:pt x="1796270" y="1839721"/>
                </a:lnTo>
                <a:lnTo>
                  <a:pt x="1797849" y="1847547"/>
                </a:lnTo>
                <a:lnTo>
                  <a:pt x="1802158" y="1853945"/>
                </a:lnTo>
                <a:lnTo>
                  <a:pt x="1808549" y="1858262"/>
                </a:lnTo>
                <a:lnTo>
                  <a:pt x="1816380" y="1859847"/>
                </a:lnTo>
                <a:lnTo>
                  <a:pt x="1824236" y="1858262"/>
                </a:lnTo>
                <a:lnTo>
                  <a:pt x="1830641" y="1853945"/>
                </a:lnTo>
                <a:lnTo>
                  <a:pt x="1834954" y="1847547"/>
                </a:lnTo>
                <a:lnTo>
                  <a:pt x="1836534" y="1839721"/>
                </a:lnTo>
                <a:lnTo>
                  <a:pt x="1834954" y="1831876"/>
                </a:lnTo>
                <a:lnTo>
                  <a:pt x="1830641" y="1825480"/>
                </a:lnTo>
                <a:lnTo>
                  <a:pt x="1824236" y="1821173"/>
                </a:lnTo>
                <a:lnTo>
                  <a:pt x="1816379" y="1819595"/>
                </a:lnTo>
                <a:close/>
              </a:path>
              <a:path extrusionOk="0" h="2468879" w="4523105">
                <a:moveTo>
                  <a:pt x="2118972" y="1816226"/>
                </a:moveTo>
                <a:lnTo>
                  <a:pt x="2109837" y="1818071"/>
                </a:lnTo>
                <a:lnTo>
                  <a:pt x="2102371" y="1823104"/>
                </a:lnTo>
                <a:lnTo>
                  <a:pt x="2097335" y="1830572"/>
                </a:lnTo>
                <a:lnTo>
                  <a:pt x="2095488" y="1839721"/>
                </a:lnTo>
                <a:lnTo>
                  <a:pt x="2097335" y="1848869"/>
                </a:lnTo>
                <a:lnTo>
                  <a:pt x="2102371" y="1856337"/>
                </a:lnTo>
                <a:lnTo>
                  <a:pt x="2109837" y="1861370"/>
                </a:lnTo>
                <a:lnTo>
                  <a:pt x="2118972" y="1863216"/>
                </a:lnTo>
                <a:lnTo>
                  <a:pt x="2128134" y="1861370"/>
                </a:lnTo>
                <a:lnTo>
                  <a:pt x="2135612" y="1856337"/>
                </a:lnTo>
                <a:lnTo>
                  <a:pt x="2140653" y="1848869"/>
                </a:lnTo>
                <a:lnTo>
                  <a:pt x="2142501" y="1839721"/>
                </a:lnTo>
                <a:lnTo>
                  <a:pt x="2140653" y="1830572"/>
                </a:lnTo>
                <a:lnTo>
                  <a:pt x="2135612" y="1823104"/>
                </a:lnTo>
                <a:lnTo>
                  <a:pt x="2128133" y="1818071"/>
                </a:lnTo>
                <a:lnTo>
                  <a:pt x="2118972" y="1816226"/>
                </a:lnTo>
                <a:close/>
              </a:path>
              <a:path extrusionOk="0" h="2468879" w="4523105">
                <a:moveTo>
                  <a:pt x="2421610" y="1813755"/>
                </a:moveTo>
                <a:lnTo>
                  <a:pt x="2411466" y="1815797"/>
                </a:lnTo>
                <a:lnTo>
                  <a:pt x="2403187" y="1821364"/>
                </a:lnTo>
                <a:lnTo>
                  <a:pt x="2397607" y="1829618"/>
                </a:lnTo>
                <a:lnTo>
                  <a:pt x="2395561" y="1839721"/>
                </a:lnTo>
                <a:lnTo>
                  <a:pt x="2397607" y="1849850"/>
                </a:lnTo>
                <a:lnTo>
                  <a:pt x="2403187" y="1858117"/>
                </a:lnTo>
                <a:lnTo>
                  <a:pt x="2411466" y="1863689"/>
                </a:lnTo>
                <a:lnTo>
                  <a:pt x="2421610" y="1865732"/>
                </a:lnTo>
                <a:lnTo>
                  <a:pt x="2431727" y="1863689"/>
                </a:lnTo>
                <a:lnTo>
                  <a:pt x="2439993" y="1858117"/>
                </a:lnTo>
                <a:lnTo>
                  <a:pt x="2445568" y="1849850"/>
                </a:lnTo>
                <a:lnTo>
                  <a:pt x="2447613" y="1839721"/>
                </a:lnTo>
                <a:lnTo>
                  <a:pt x="2445568" y="1829618"/>
                </a:lnTo>
                <a:lnTo>
                  <a:pt x="2439993" y="1821364"/>
                </a:lnTo>
                <a:lnTo>
                  <a:pt x="2431727" y="1815797"/>
                </a:lnTo>
                <a:lnTo>
                  <a:pt x="2421610" y="1813755"/>
                </a:lnTo>
                <a:close/>
              </a:path>
              <a:path extrusionOk="0" h="2468879" w="4523105">
                <a:moveTo>
                  <a:pt x="2724202" y="1810385"/>
                </a:moveTo>
                <a:lnTo>
                  <a:pt x="2712760" y="1812688"/>
                </a:lnTo>
                <a:lnTo>
                  <a:pt x="2703423" y="1818971"/>
                </a:lnTo>
                <a:lnTo>
                  <a:pt x="2697131" y="1828295"/>
                </a:lnTo>
                <a:lnTo>
                  <a:pt x="2694825" y="1839721"/>
                </a:lnTo>
                <a:lnTo>
                  <a:pt x="2697131" y="1851146"/>
                </a:lnTo>
                <a:lnTo>
                  <a:pt x="2703423" y="1860470"/>
                </a:lnTo>
                <a:lnTo>
                  <a:pt x="2712760" y="1866753"/>
                </a:lnTo>
                <a:lnTo>
                  <a:pt x="2724202" y="1869056"/>
                </a:lnTo>
                <a:lnTo>
                  <a:pt x="2735618" y="1866753"/>
                </a:lnTo>
                <a:lnTo>
                  <a:pt x="2744942" y="1860470"/>
                </a:lnTo>
                <a:lnTo>
                  <a:pt x="2751229" y="1851146"/>
                </a:lnTo>
                <a:lnTo>
                  <a:pt x="2753535" y="1839721"/>
                </a:lnTo>
                <a:lnTo>
                  <a:pt x="2751229" y="1828295"/>
                </a:lnTo>
                <a:lnTo>
                  <a:pt x="2744942" y="1818971"/>
                </a:lnTo>
                <a:lnTo>
                  <a:pt x="2735618" y="1812688"/>
                </a:lnTo>
                <a:lnTo>
                  <a:pt x="2724202" y="1810385"/>
                </a:lnTo>
                <a:close/>
              </a:path>
              <a:path extrusionOk="0" h="2468879" w="4523105">
                <a:moveTo>
                  <a:pt x="3026795" y="1807016"/>
                </a:moveTo>
                <a:lnTo>
                  <a:pt x="3014047" y="1809587"/>
                </a:lnTo>
                <a:lnTo>
                  <a:pt x="3003637" y="1816596"/>
                </a:lnTo>
                <a:lnTo>
                  <a:pt x="2996617" y="1826992"/>
                </a:lnTo>
                <a:lnTo>
                  <a:pt x="2994043" y="1839721"/>
                </a:lnTo>
                <a:lnTo>
                  <a:pt x="2996617" y="1852450"/>
                </a:lnTo>
                <a:lnTo>
                  <a:pt x="3003637" y="1862845"/>
                </a:lnTo>
                <a:lnTo>
                  <a:pt x="3014047" y="1869855"/>
                </a:lnTo>
                <a:lnTo>
                  <a:pt x="3026795" y="1872425"/>
                </a:lnTo>
                <a:lnTo>
                  <a:pt x="3039516" y="1869855"/>
                </a:lnTo>
                <a:lnTo>
                  <a:pt x="3049913" y="1862845"/>
                </a:lnTo>
                <a:lnTo>
                  <a:pt x="3056928" y="1852450"/>
                </a:lnTo>
                <a:lnTo>
                  <a:pt x="3059501" y="1839721"/>
                </a:lnTo>
                <a:lnTo>
                  <a:pt x="3056928" y="1826992"/>
                </a:lnTo>
                <a:lnTo>
                  <a:pt x="3049913" y="1816596"/>
                </a:lnTo>
                <a:lnTo>
                  <a:pt x="3039516" y="1809587"/>
                </a:lnTo>
                <a:lnTo>
                  <a:pt x="3026795" y="1807016"/>
                </a:lnTo>
                <a:close/>
              </a:path>
              <a:path extrusionOk="0" h="2468879" w="4523105">
                <a:moveTo>
                  <a:pt x="3329387" y="1804545"/>
                </a:moveTo>
                <a:lnTo>
                  <a:pt x="3315658" y="1807313"/>
                </a:lnTo>
                <a:lnTo>
                  <a:pt x="3304447" y="1814861"/>
                </a:lnTo>
                <a:lnTo>
                  <a:pt x="3296888" y="1826056"/>
                </a:lnTo>
                <a:lnTo>
                  <a:pt x="3294116" y="1839766"/>
                </a:lnTo>
                <a:lnTo>
                  <a:pt x="3296888" y="1853449"/>
                </a:lnTo>
                <a:lnTo>
                  <a:pt x="3304447" y="1864631"/>
                </a:lnTo>
                <a:lnTo>
                  <a:pt x="3315658" y="1872174"/>
                </a:lnTo>
                <a:lnTo>
                  <a:pt x="3329387" y="1874941"/>
                </a:lnTo>
                <a:lnTo>
                  <a:pt x="3343090" y="1872174"/>
                </a:lnTo>
                <a:lnTo>
                  <a:pt x="3354288" y="1864631"/>
                </a:lnTo>
                <a:lnTo>
                  <a:pt x="3361842" y="1853449"/>
                </a:lnTo>
                <a:lnTo>
                  <a:pt x="3364613" y="1839766"/>
                </a:lnTo>
                <a:lnTo>
                  <a:pt x="3361842" y="1826056"/>
                </a:lnTo>
                <a:lnTo>
                  <a:pt x="3354288" y="1814861"/>
                </a:lnTo>
                <a:lnTo>
                  <a:pt x="3343090" y="1807313"/>
                </a:lnTo>
                <a:lnTo>
                  <a:pt x="3329387" y="1804545"/>
                </a:lnTo>
                <a:close/>
              </a:path>
              <a:path extrusionOk="0" h="2468879" w="4523105">
                <a:moveTo>
                  <a:pt x="3631935" y="1802030"/>
                </a:moveTo>
                <a:lnTo>
                  <a:pt x="3617249" y="1804995"/>
                </a:lnTo>
                <a:lnTo>
                  <a:pt x="3605251" y="1813081"/>
                </a:lnTo>
                <a:lnTo>
                  <a:pt x="3597158" y="1825076"/>
                </a:lnTo>
                <a:lnTo>
                  <a:pt x="3594189" y="1839766"/>
                </a:lnTo>
                <a:lnTo>
                  <a:pt x="3597158" y="1854430"/>
                </a:lnTo>
                <a:lnTo>
                  <a:pt x="3605251" y="1866411"/>
                </a:lnTo>
                <a:lnTo>
                  <a:pt x="3617249" y="1874492"/>
                </a:lnTo>
                <a:lnTo>
                  <a:pt x="3631935" y="1877457"/>
                </a:lnTo>
                <a:lnTo>
                  <a:pt x="3646646" y="1874492"/>
                </a:lnTo>
                <a:lnTo>
                  <a:pt x="3658658" y="1866411"/>
                </a:lnTo>
                <a:lnTo>
                  <a:pt x="3666756" y="1854430"/>
                </a:lnTo>
                <a:lnTo>
                  <a:pt x="3669725" y="1839766"/>
                </a:lnTo>
                <a:lnTo>
                  <a:pt x="3666756" y="1825076"/>
                </a:lnTo>
                <a:lnTo>
                  <a:pt x="3658658" y="1813081"/>
                </a:lnTo>
                <a:lnTo>
                  <a:pt x="3646646" y="1804995"/>
                </a:lnTo>
                <a:lnTo>
                  <a:pt x="3631935" y="1802030"/>
                </a:lnTo>
                <a:close/>
              </a:path>
              <a:path extrusionOk="0" h="2468879" w="4523105">
                <a:moveTo>
                  <a:pt x="3934527" y="1798660"/>
                </a:moveTo>
                <a:lnTo>
                  <a:pt x="3918544" y="1801886"/>
                </a:lnTo>
                <a:lnTo>
                  <a:pt x="3905487" y="1810689"/>
                </a:lnTo>
                <a:lnTo>
                  <a:pt x="3896682" y="1823753"/>
                </a:lnTo>
                <a:lnTo>
                  <a:pt x="3893453" y="1839766"/>
                </a:lnTo>
                <a:lnTo>
                  <a:pt x="3896682" y="1855752"/>
                </a:lnTo>
                <a:lnTo>
                  <a:pt x="3905487" y="1868803"/>
                </a:lnTo>
                <a:lnTo>
                  <a:pt x="3918544" y="1877601"/>
                </a:lnTo>
                <a:lnTo>
                  <a:pt x="3934527" y="1880826"/>
                </a:lnTo>
                <a:lnTo>
                  <a:pt x="3950544" y="1877601"/>
                </a:lnTo>
                <a:lnTo>
                  <a:pt x="3963629" y="1868803"/>
                </a:lnTo>
                <a:lnTo>
                  <a:pt x="3972455" y="1855752"/>
                </a:lnTo>
                <a:lnTo>
                  <a:pt x="3975692" y="1839766"/>
                </a:lnTo>
                <a:lnTo>
                  <a:pt x="3972454" y="1823753"/>
                </a:lnTo>
                <a:lnTo>
                  <a:pt x="3963629" y="1810689"/>
                </a:lnTo>
                <a:lnTo>
                  <a:pt x="3950544" y="1801886"/>
                </a:lnTo>
                <a:lnTo>
                  <a:pt x="3934527" y="1798660"/>
                </a:lnTo>
                <a:close/>
              </a:path>
              <a:path extrusionOk="0" h="2468879" w="4523105">
                <a:moveTo>
                  <a:pt x="4237120" y="1796189"/>
                </a:moveTo>
                <a:lnTo>
                  <a:pt x="4220154" y="1799612"/>
                </a:lnTo>
                <a:lnTo>
                  <a:pt x="4206297" y="1808948"/>
                </a:lnTo>
                <a:lnTo>
                  <a:pt x="4196953" y="1822798"/>
                </a:lnTo>
                <a:lnTo>
                  <a:pt x="4193526" y="1839766"/>
                </a:lnTo>
                <a:lnTo>
                  <a:pt x="4196953" y="1856733"/>
                </a:lnTo>
                <a:lnTo>
                  <a:pt x="4206297" y="1870583"/>
                </a:lnTo>
                <a:lnTo>
                  <a:pt x="4220154" y="1879919"/>
                </a:lnTo>
                <a:lnTo>
                  <a:pt x="4237120" y="1883342"/>
                </a:lnTo>
                <a:lnTo>
                  <a:pt x="4254111" y="1879919"/>
                </a:lnTo>
                <a:lnTo>
                  <a:pt x="4267982" y="1870583"/>
                </a:lnTo>
                <a:lnTo>
                  <a:pt x="4277331" y="1856733"/>
                </a:lnTo>
                <a:lnTo>
                  <a:pt x="4280758" y="1839766"/>
                </a:lnTo>
                <a:lnTo>
                  <a:pt x="4277331" y="1822798"/>
                </a:lnTo>
                <a:lnTo>
                  <a:pt x="4267982" y="1808948"/>
                </a:lnTo>
                <a:lnTo>
                  <a:pt x="4254111" y="1799612"/>
                </a:lnTo>
                <a:lnTo>
                  <a:pt x="4237120" y="1796189"/>
                </a:lnTo>
                <a:close/>
              </a:path>
              <a:path extrusionOk="0" h="2468879" w="4523105">
                <a:moveTo>
                  <a:pt x="4522590" y="1797127"/>
                </a:moveTo>
                <a:lnTo>
                  <a:pt x="4521765" y="1797294"/>
                </a:lnTo>
                <a:lnTo>
                  <a:pt x="4507107" y="1807168"/>
                </a:lnTo>
                <a:lnTo>
                  <a:pt x="4497223" y="1821818"/>
                </a:lnTo>
                <a:lnTo>
                  <a:pt x="4493599" y="1839766"/>
                </a:lnTo>
                <a:lnTo>
                  <a:pt x="4497223" y="1857713"/>
                </a:lnTo>
                <a:lnTo>
                  <a:pt x="4507107" y="1872363"/>
                </a:lnTo>
                <a:lnTo>
                  <a:pt x="4521765" y="1882238"/>
                </a:lnTo>
                <a:lnTo>
                  <a:pt x="4522590" y="1882404"/>
                </a:lnTo>
                <a:lnTo>
                  <a:pt x="4522590" y="1797127"/>
                </a:lnTo>
                <a:close/>
              </a:path>
              <a:path extrusionOk="0" h="2468879" w="4523105">
                <a:moveTo>
                  <a:pt x="607404" y="2139601"/>
                </a:moveTo>
                <a:lnTo>
                  <a:pt x="604615" y="2139601"/>
                </a:lnTo>
                <a:lnTo>
                  <a:pt x="603490" y="2140728"/>
                </a:lnTo>
                <a:lnTo>
                  <a:pt x="603490" y="2143518"/>
                </a:lnTo>
                <a:lnTo>
                  <a:pt x="604615" y="2144641"/>
                </a:lnTo>
                <a:lnTo>
                  <a:pt x="607404" y="2144641"/>
                </a:lnTo>
                <a:lnTo>
                  <a:pt x="608529" y="2143518"/>
                </a:lnTo>
                <a:lnTo>
                  <a:pt x="608529" y="2140728"/>
                </a:lnTo>
                <a:lnTo>
                  <a:pt x="607404" y="2139601"/>
                </a:lnTo>
                <a:close/>
              </a:path>
              <a:path extrusionOk="0" h="2468879" w="4523105">
                <a:moveTo>
                  <a:pt x="912786" y="2134583"/>
                </a:moveTo>
                <a:lnTo>
                  <a:pt x="904463" y="2134583"/>
                </a:lnTo>
                <a:lnTo>
                  <a:pt x="901089" y="2137957"/>
                </a:lnTo>
                <a:lnTo>
                  <a:pt x="901089" y="2146290"/>
                </a:lnTo>
                <a:lnTo>
                  <a:pt x="904463" y="2149664"/>
                </a:lnTo>
                <a:lnTo>
                  <a:pt x="912786" y="2149664"/>
                </a:lnTo>
                <a:lnTo>
                  <a:pt x="916160" y="2146290"/>
                </a:lnTo>
                <a:lnTo>
                  <a:pt x="916160" y="2137957"/>
                </a:lnTo>
                <a:lnTo>
                  <a:pt x="912786" y="2134583"/>
                </a:lnTo>
                <a:close/>
              </a:path>
              <a:path extrusionOk="0" h="2468879" w="4523105">
                <a:moveTo>
                  <a:pt x="1218168" y="2129524"/>
                </a:moveTo>
                <a:lnTo>
                  <a:pt x="1204266" y="2129524"/>
                </a:lnTo>
                <a:lnTo>
                  <a:pt x="1198643" y="2135149"/>
                </a:lnTo>
                <a:lnTo>
                  <a:pt x="1198643" y="2149057"/>
                </a:lnTo>
                <a:lnTo>
                  <a:pt x="1204266" y="2154686"/>
                </a:lnTo>
                <a:lnTo>
                  <a:pt x="1218168" y="2154686"/>
                </a:lnTo>
                <a:lnTo>
                  <a:pt x="1223791" y="2149057"/>
                </a:lnTo>
                <a:lnTo>
                  <a:pt x="1223791" y="2135149"/>
                </a:lnTo>
                <a:lnTo>
                  <a:pt x="1218168" y="2129524"/>
                </a:lnTo>
                <a:close/>
              </a:path>
              <a:path extrusionOk="0" h="2468879" w="4523105">
                <a:moveTo>
                  <a:pt x="1523055" y="2125360"/>
                </a:moveTo>
                <a:lnTo>
                  <a:pt x="1504565" y="2125360"/>
                </a:lnTo>
                <a:lnTo>
                  <a:pt x="1497051" y="2132867"/>
                </a:lnTo>
                <a:lnTo>
                  <a:pt x="1497051" y="2151375"/>
                </a:lnTo>
                <a:lnTo>
                  <a:pt x="1504565" y="2158887"/>
                </a:lnTo>
                <a:lnTo>
                  <a:pt x="1523055" y="2158887"/>
                </a:lnTo>
                <a:lnTo>
                  <a:pt x="1530568" y="2151375"/>
                </a:lnTo>
                <a:lnTo>
                  <a:pt x="1530568" y="2132867"/>
                </a:lnTo>
                <a:lnTo>
                  <a:pt x="1523055" y="2125360"/>
                </a:lnTo>
                <a:close/>
              </a:path>
              <a:path extrusionOk="0" h="2468879" w="4523105">
                <a:moveTo>
                  <a:pt x="1816380" y="2122000"/>
                </a:moveTo>
                <a:lnTo>
                  <a:pt x="1808550" y="2123580"/>
                </a:lnTo>
                <a:lnTo>
                  <a:pt x="1802158" y="2127891"/>
                </a:lnTo>
                <a:lnTo>
                  <a:pt x="1797849" y="2134286"/>
                </a:lnTo>
                <a:lnTo>
                  <a:pt x="1796270" y="2142121"/>
                </a:lnTo>
                <a:lnTo>
                  <a:pt x="1797849" y="2149958"/>
                </a:lnTo>
                <a:lnTo>
                  <a:pt x="1802158" y="2156355"/>
                </a:lnTo>
                <a:lnTo>
                  <a:pt x="1808550" y="2160666"/>
                </a:lnTo>
                <a:lnTo>
                  <a:pt x="1816380" y="2162247"/>
                </a:lnTo>
                <a:lnTo>
                  <a:pt x="1824236" y="2160666"/>
                </a:lnTo>
                <a:lnTo>
                  <a:pt x="1830641" y="2156355"/>
                </a:lnTo>
                <a:lnTo>
                  <a:pt x="1834954" y="2149958"/>
                </a:lnTo>
                <a:lnTo>
                  <a:pt x="1836535" y="2142121"/>
                </a:lnTo>
                <a:lnTo>
                  <a:pt x="1834954" y="2134286"/>
                </a:lnTo>
                <a:lnTo>
                  <a:pt x="1830641" y="2127891"/>
                </a:lnTo>
                <a:lnTo>
                  <a:pt x="1824236" y="2123580"/>
                </a:lnTo>
                <a:lnTo>
                  <a:pt x="1816380" y="2122000"/>
                </a:lnTo>
                <a:close/>
              </a:path>
              <a:path extrusionOk="0" h="2468879" w="4523105">
                <a:moveTo>
                  <a:pt x="2118972" y="2118639"/>
                </a:moveTo>
                <a:lnTo>
                  <a:pt x="2109837" y="2120485"/>
                </a:lnTo>
                <a:lnTo>
                  <a:pt x="2102371" y="2125518"/>
                </a:lnTo>
                <a:lnTo>
                  <a:pt x="2097336" y="2132982"/>
                </a:lnTo>
                <a:lnTo>
                  <a:pt x="2095488" y="2142121"/>
                </a:lnTo>
                <a:lnTo>
                  <a:pt x="2097336" y="2151262"/>
                </a:lnTo>
                <a:lnTo>
                  <a:pt x="2102371" y="2158725"/>
                </a:lnTo>
                <a:lnTo>
                  <a:pt x="2109837" y="2163758"/>
                </a:lnTo>
                <a:lnTo>
                  <a:pt x="2118972" y="2165603"/>
                </a:lnTo>
                <a:lnTo>
                  <a:pt x="2128134" y="2163758"/>
                </a:lnTo>
                <a:lnTo>
                  <a:pt x="2135612" y="2158725"/>
                </a:lnTo>
                <a:lnTo>
                  <a:pt x="2140653" y="2151262"/>
                </a:lnTo>
                <a:lnTo>
                  <a:pt x="2142501" y="2142121"/>
                </a:lnTo>
                <a:lnTo>
                  <a:pt x="2140653" y="2132982"/>
                </a:lnTo>
                <a:lnTo>
                  <a:pt x="2135612" y="2125518"/>
                </a:lnTo>
                <a:lnTo>
                  <a:pt x="2128134" y="2120485"/>
                </a:lnTo>
                <a:lnTo>
                  <a:pt x="2118972" y="2118639"/>
                </a:lnTo>
                <a:close/>
              </a:path>
              <a:path extrusionOk="0" h="2468879" w="4523105">
                <a:moveTo>
                  <a:pt x="2421610" y="2116155"/>
                </a:moveTo>
                <a:lnTo>
                  <a:pt x="2411466" y="2118198"/>
                </a:lnTo>
                <a:lnTo>
                  <a:pt x="2403187" y="2123768"/>
                </a:lnTo>
                <a:lnTo>
                  <a:pt x="2397607" y="2132028"/>
                </a:lnTo>
                <a:lnTo>
                  <a:pt x="2395561" y="2142139"/>
                </a:lnTo>
                <a:lnTo>
                  <a:pt x="2397607" y="2152250"/>
                </a:lnTo>
                <a:lnTo>
                  <a:pt x="2403187" y="2160510"/>
                </a:lnTo>
                <a:lnTo>
                  <a:pt x="2411466" y="2166080"/>
                </a:lnTo>
                <a:lnTo>
                  <a:pt x="2421610" y="2168123"/>
                </a:lnTo>
                <a:lnTo>
                  <a:pt x="2431727" y="2166080"/>
                </a:lnTo>
                <a:lnTo>
                  <a:pt x="2439993" y="2160510"/>
                </a:lnTo>
                <a:lnTo>
                  <a:pt x="2445568" y="2152250"/>
                </a:lnTo>
                <a:lnTo>
                  <a:pt x="2447613" y="2142139"/>
                </a:lnTo>
                <a:lnTo>
                  <a:pt x="2445568" y="2132028"/>
                </a:lnTo>
                <a:lnTo>
                  <a:pt x="2439993" y="2123768"/>
                </a:lnTo>
                <a:lnTo>
                  <a:pt x="2431727" y="2118198"/>
                </a:lnTo>
                <a:lnTo>
                  <a:pt x="2421610" y="2116155"/>
                </a:lnTo>
                <a:close/>
              </a:path>
              <a:path extrusionOk="0" h="2468879" w="4523105">
                <a:moveTo>
                  <a:pt x="2724202" y="2112795"/>
                </a:moveTo>
                <a:lnTo>
                  <a:pt x="2712760" y="2115100"/>
                </a:lnTo>
                <a:lnTo>
                  <a:pt x="2703423" y="2121389"/>
                </a:lnTo>
                <a:lnTo>
                  <a:pt x="2697131" y="2130716"/>
                </a:lnTo>
                <a:lnTo>
                  <a:pt x="2694825" y="2142139"/>
                </a:lnTo>
                <a:lnTo>
                  <a:pt x="2697131" y="2153562"/>
                </a:lnTo>
                <a:lnTo>
                  <a:pt x="2703423" y="2162889"/>
                </a:lnTo>
                <a:lnTo>
                  <a:pt x="2712760" y="2169178"/>
                </a:lnTo>
                <a:lnTo>
                  <a:pt x="2724202" y="2171483"/>
                </a:lnTo>
                <a:lnTo>
                  <a:pt x="2735618" y="2169178"/>
                </a:lnTo>
                <a:lnTo>
                  <a:pt x="2744942" y="2162889"/>
                </a:lnTo>
                <a:lnTo>
                  <a:pt x="2751229" y="2153562"/>
                </a:lnTo>
                <a:lnTo>
                  <a:pt x="2753535" y="2142139"/>
                </a:lnTo>
                <a:lnTo>
                  <a:pt x="2751229" y="2130716"/>
                </a:lnTo>
                <a:lnTo>
                  <a:pt x="2744942" y="2121389"/>
                </a:lnTo>
                <a:lnTo>
                  <a:pt x="2735618" y="2115100"/>
                </a:lnTo>
                <a:lnTo>
                  <a:pt x="2724202" y="2112795"/>
                </a:lnTo>
                <a:close/>
              </a:path>
              <a:path extrusionOk="0" h="2468879" w="4523105">
                <a:moveTo>
                  <a:pt x="3026795" y="2109434"/>
                </a:moveTo>
                <a:lnTo>
                  <a:pt x="3014047" y="2112006"/>
                </a:lnTo>
                <a:lnTo>
                  <a:pt x="3003637" y="2119016"/>
                </a:lnTo>
                <a:lnTo>
                  <a:pt x="2996617" y="2129412"/>
                </a:lnTo>
                <a:lnTo>
                  <a:pt x="2994043" y="2142139"/>
                </a:lnTo>
                <a:lnTo>
                  <a:pt x="2996617" y="2154866"/>
                </a:lnTo>
                <a:lnTo>
                  <a:pt x="3003637" y="2165262"/>
                </a:lnTo>
                <a:lnTo>
                  <a:pt x="3014048" y="2172272"/>
                </a:lnTo>
                <a:lnTo>
                  <a:pt x="3026795" y="2174844"/>
                </a:lnTo>
                <a:lnTo>
                  <a:pt x="3039516" y="2172272"/>
                </a:lnTo>
                <a:lnTo>
                  <a:pt x="3049913" y="2165262"/>
                </a:lnTo>
                <a:lnTo>
                  <a:pt x="3056928" y="2154866"/>
                </a:lnTo>
                <a:lnTo>
                  <a:pt x="3059501" y="2142139"/>
                </a:lnTo>
                <a:lnTo>
                  <a:pt x="3056928" y="2129412"/>
                </a:lnTo>
                <a:lnTo>
                  <a:pt x="3049913" y="2119016"/>
                </a:lnTo>
                <a:lnTo>
                  <a:pt x="3039516" y="2112006"/>
                </a:lnTo>
                <a:lnTo>
                  <a:pt x="3026795" y="2109434"/>
                </a:lnTo>
                <a:close/>
              </a:path>
              <a:path extrusionOk="0" h="2468879" w="4523105">
                <a:moveTo>
                  <a:pt x="3329387" y="2106950"/>
                </a:moveTo>
                <a:lnTo>
                  <a:pt x="3315658" y="2109718"/>
                </a:lnTo>
                <a:lnTo>
                  <a:pt x="3304447" y="2117266"/>
                </a:lnTo>
                <a:lnTo>
                  <a:pt x="3296888" y="2128457"/>
                </a:lnTo>
                <a:lnTo>
                  <a:pt x="3294116" y="2142157"/>
                </a:lnTo>
                <a:lnTo>
                  <a:pt x="3296888" y="2155856"/>
                </a:lnTo>
                <a:lnTo>
                  <a:pt x="3304447" y="2167046"/>
                </a:lnTo>
                <a:lnTo>
                  <a:pt x="3315658" y="2174592"/>
                </a:lnTo>
                <a:lnTo>
                  <a:pt x="3329387" y="2177359"/>
                </a:lnTo>
                <a:lnTo>
                  <a:pt x="3343090" y="2174592"/>
                </a:lnTo>
                <a:lnTo>
                  <a:pt x="3354288" y="2167046"/>
                </a:lnTo>
                <a:lnTo>
                  <a:pt x="3361842" y="2155856"/>
                </a:lnTo>
                <a:lnTo>
                  <a:pt x="3364613" y="2142157"/>
                </a:lnTo>
                <a:lnTo>
                  <a:pt x="3361842" y="2128457"/>
                </a:lnTo>
                <a:lnTo>
                  <a:pt x="3354288" y="2117266"/>
                </a:lnTo>
                <a:lnTo>
                  <a:pt x="3343090" y="2109718"/>
                </a:lnTo>
                <a:lnTo>
                  <a:pt x="3329387" y="2106950"/>
                </a:lnTo>
                <a:close/>
              </a:path>
              <a:path extrusionOk="0" h="2468879" w="4523105">
                <a:moveTo>
                  <a:pt x="3631935" y="2104430"/>
                </a:moveTo>
                <a:lnTo>
                  <a:pt x="3617250" y="2107395"/>
                </a:lnTo>
                <a:lnTo>
                  <a:pt x="3605251" y="2115482"/>
                </a:lnTo>
                <a:lnTo>
                  <a:pt x="3597158" y="2127474"/>
                </a:lnTo>
                <a:lnTo>
                  <a:pt x="3594189" y="2142157"/>
                </a:lnTo>
                <a:lnTo>
                  <a:pt x="3597158" y="2156837"/>
                </a:lnTo>
                <a:lnTo>
                  <a:pt x="3605251" y="2168828"/>
                </a:lnTo>
                <a:lnTo>
                  <a:pt x="3617250" y="2176914"/>
                </a:lnTo>
                <a:lnTo>
                  <a:pt x="3631935" y="2179880"/>
                </a:lnTo>
                <a:lnTo>
                  <a:pt x="3646646" y="2176914"/>
                </a:lnTo>
                <a:lnTo>
                  <a:pt x="3658658" y="2168828"/>
                </a:lnTo>
                <a:lnTo>
                  <a:pt x="3666756" y="2156837"/>
                </a:lnTo>
                <a:lnTo>
                  <a:pt x="3669725" y="2142157"/>
                </a:lnTo>
                <a:lnTo>
                  <a:pt x="3666756" y="2127474"/>
                </a:lnTo>
                <a:lnTo>
                  <a:pt x="3658658" y="2115482"/>
                </a:lnTo>
                <a:lnTo>
                  <a:pt x="3646646" y="2107395"/>
                </a:lnTo>
                <a:lnTo>
                  <a:pt x="3631935" y="2104430"/>
                </a:lnTo>
                <a:close/>
              </a:path>
              <a:path extrusionOk="0" h="2468879" w="4523105">
                <a:moveTo>
                  <a:pt x="3934527" y="2101070"/>
                </a:moveTo>
                <a:lnTo>
                  <a:pt x="3918544" y="2104298"/>
                </a:lnTo>
                <a:lnTo>
                  <a:pt x="3905487" y="2113102"/>
                </a:lnTo>
                <a:lnTo>
                  <a:pt x="3896682" y="2126162"/>
                </a:lnTo>
                <a:lnTo>
                  <a:pt x="3893453" y="2142157"/>
                </a:lnTo>
                <a:lnTo>
                  <a:pt x="3896682" y="2158149"/>
                </a:lnTo>
                <a:lnTo>
                  <a:pt x="3905487" y="2171208"/>
                </a:lnTo>
                <a:lnTo>
                  <a:pt x="3918544" y="2180012"/>
                </a:lnTo>
                <a:lnTo>
                  <a:pt x="3934527" y="2183240"/>
                </a:lnTo>
                <a:lnTo>
                  <a:pt x="3950544" y="2180012"/>
                </a:lnTo>
                <a:lnTo>
                  <a:pt x="3963629" y="2171208"/>
                </a:lnTo>
                <a:lnTo>
                  <a:pt x="3972455" y="2158149"/>
                </a:lnTo>
                <a:lnTo>
                  <a:pt x="3975692" y="2142157"/>
                </a:lnTo>
                <a:lnTo>
                  <a:pt x="3972455" y="2126162"/>
                </a:lnTo>
                <a:lnTo>
                  <a:pt x="3963629" y="2113102"/>
                </a:lnTo>
                <a:lnTo>
                  <a:pt x="3950544" y="2104298"/>
                </a:lnTo>
                <a:lnTo>
                  <a:pt x="3934527" y="2101070"/>
                </a:lnTo>
                <a:close/>
              </a:path>
              <a:path extrusionOk="0" h="2468879" w="4523105">
                <a:moveTo>
                  <a:pt x="4237120" y="2098585"/>
                </a:moveTo>
                <a:lnTo>
                  <a:pt x="4220154" y="2102011"/>
                </a:lnTo>
                <a:lnTo>
                  <a:pt x="4206297" y="2111352"/>
                </a:lnTo>
                <a:lnTo>
                  <a:pt x="4196953" y="2125206"/>
                </a:lnTo>
                <a:lnTo>
                  <a:pt x="4193526" y="2142170"/>
                </a:lnTo>
                <a:lnTo>
                  <a:pt x="4196953" y="2159136"/>
                </a:lnTo>
                <a:lnTo>
                  <a:pt x="4206297" y="2172992"/>
                </a:lnTo>
                <a:lnTo>
                  <a:pt x="4220154" y="2182334"/>
                </a:lnTo>
                <a:lnTo>
                  <a:pt x="4237120" y="2185760"/>
                </a:lnTo>
                <a:lnTo>
                  <a:pt x="4254111" y="2182334"/>
                </a:lnTo>
                <a:lnTo>
                  <a:pt x="4267982" y="2172992"/>
                </a:lnTo>
                <a:lnTo>
                  <a:pt x="4277331" y="2159136"/>
                </a:lnTo>
                <a:lnTo>
                  <a:pt x="4280759" y="2142170"/>
                </a:lnTo>
                <a:lnTo>
                  <a:pt x="4277331" y="2125206"/>
                </a:lnTo>
                <a:lnTo>
                  <a:pt x="4267982" y="2111352"/>
                </a:lnTo>
                <a:lnTo>
                  <a:pt x="4254111" y="2102011"/>
                </a:lnTo>
                <a:lnTo>
                  <a:pt x="4237120" y="2098585"/>
                </a:lnTo>
                <a:close/>
              </a:path>
              <a:path extrusionOk="0" h="2468879" w="4523105">
                <a:moveTo>
                  <a:pt x="4522590" y="2099522"/>
                </a:moveTo>
                <a:lnTo>
                  <a:pt x="4521765" y="2099689"/>
                </a:lnTo>
                <a:lnTo>
                  <a:pt x="4507107" y="2109571"/>
                </a:lnTo>
                <a:lnTo>
                  <a:pt x="4497223" y="2124226"/>
                </a:lnTo>
                <a:lnTo>
                  <a:pt x="4493599" y="2142170"/>
                </a:lnTo>
                <a:lnTo>
                  <a:pt x="4497223" y="2160119"/>
                </a:lnTo>
                <a:lnTo>
                  <a:pt x="4507107" y="2174776"/>
                </a:lnTo>
                <a:lnTo>
                  <a:pt x="4521765" y="2184657"/>
                </a:lnTo>
                <a:lnTo>
                  <a:pt x="4522590" y="2184824"/>
                </a:lnTo>
                <a:lnTo>
                  <a:pt x="4522590" y="2099522"/>
                </a:lnTo>
                <a:close/>
              </a:path>
              <a:path extrusionOk="0" h="2468879" w="4523105">
                <a:moveTo>
                  <a:pt x="1212050" y="2444043"/>
                </a:moveTo>
                <a:lnTo>
                  <a:pt x="1210385" y="2444043"/>
                </a:lnTo>
                <a:lnTo>
                  <a:pt x="1210385" y="2444983"/>
                </a:lnTo>
                <a:lnTo>
                  <a:pt x="1212050" y="2444983"/>
                </a:lnTo>
                <a:lnTo>
                  <a:pt x="1212050" y="2444043"/>
                </a:lnTo>
                <a:close/>
              </a:path>
              <a:path extrusionOk="0" h="2468879" w="4523105">
                <a:moveTo>
                  <a:pt x="1515677" y="2441152"/>
                </a:moveTo>
                <a:lnTo>
                  <a:pt x="1511943" y="2441152"/>
                </a:lnTo>
                <a:lnTo>
                  <a:pt x="1510458" y="2442648"/>
                </a:lnTo>
                <a:lnTo>
                  <a:pt x="1510458" y="2446378"/>
                </a:lnTo>
                <a:lnTo>
                  <a:pt x="1511943" y="2447871"/>
                </a:lnTo>
                <a:lnTo>
                  <a:pt x="1515677" y="2447871"/>
                </a:lnTo>
                <a:lnTo>
                  <a:pt x="1517161" y="2446378"/>
                </a:lnTo>
                <a:lnTo>
                  <a:pt x="1517161" y="2442648"/>
                </a:lnTo>
                <a:lnTo>
                  <a:pt x="1515677" y="2441152"/>
                </a:lnTo>
                <a:close/>
              </a:path>
              <a:path extrusionOk="0" h="2468879" w="4523105">
                <a:moveTo>
                  <a:pt x="1820564" y="2436988"/>
                </a:moveTo>
                <a:lnTo>
                  <a:pt x="1812241" y="2436988"/>
                </a:lnTo>
                <a:lnTo>
                  <a:pt x="1808867" y="2440364"/>
                </a:lnTo>
                <a:lnTo>
                  <a:pt x="1808867" y="2448696"/>
                </a:lnTo>
                <a:lnTo>
                  <a:pt x="1812241" y="2452072"/>
                </a:lnTo>
                <a:lnTo>
                  <a:pt x="1820564" y="2452072"/>
                </a:lnTo>
                <a:lnTo>
                  <a:pt x="1823938" y="2448696"/>
                </a:lnTo>
                <a:lnTo>
                  <a:pt x="1823938" y="2440364"/>
                </a:lnTo>
                <a:lnTo>
                  <a:pt x="1820564" y="2436988"/>
                </a:lnTo>
                <a:close/>
              </a:path>
              <a:path extrusionOk="0" h="2468879" w="4523105">
                <a:moveTo>
                  <a:pt x="2125001" y="2433629"/>
                </a:moveTo>
                <a:lnTo>
                  <a:pt x="2112989" y="2433629"/>
                </a:lnTo>
                <a:lnTo>
                  <a:pt x="2108085" y="2438517"/>
                </a:lnTo>
                <a:lnTo>
                  <a:pt x="2108085" y="2450543"/>
                </a:lnTo>
                <a:lnTo>
                  <a:pt x="2112989" y="2455431"/>
                </a:lnTo>
                <a:lnTo>
                  <a:pt x="2125001" y="2455431"/>
                </a:lnTo>
                <a:lnTo>
                  <a:pt x="2129905" y="2450543"/>
                </a:lnTo>
                <a:lnTo>
                  <a:pt x="2129905" y="2438517"/>
                </a:lnTo>
                <a:lnTo>
                  <a:pt x="2125001" y="2433629"/>
                </a:lnTo>
                <a:close/>
              </a:path>
              <a:path extrusionOk="0" h="2468879" w="4523105">
                <a:moveTo>
                  <a:pt x="2429933" y="2429464"/>
                </a:moveTo>
                <a:lnTo>
                  <a:pt x="2413242" y="2429464"/>
                </a:lnTo>
                <a:lnTo>
                  <a:pt x="2406494" y="2436213"/>
                </a:lnTo>
                <a:lnTo>
                  <a:pt x="2406494" y="2452878"/>
                </a:lnTo>
                <a:lnTo>
                  <a:pt x="2413242" y="2459629"/>
                </a:lnTo>
                <a:lnTo>
                  <a:pt x="2429933" y="2459629"/>
                </a:lnTo>
                <a:lnTo>
                  <a:pt x="2436681" y="2452878"/>
                </a:lnTo>
                <a:lnTo>
                  <a:pt x="2436681" y="2436213"/>
                </a:lnTo>
                <a:lnTo>
                  <a:pt x="2429933" y="2429464"/>
                </a:lnTo>
                <a:close/>
              </a:path>
              <a:path extrusionOk="0" h="2468879" w="4523105">
                <a:moveTo>
                  <a:pt x="2733920" y="2426944"/>
                </a:moveTo>
                <a:lnTo>
                  <a:pt x="2714440" y="2426944"/>
                </a:lnTo>
                <a:lnTo>
                  <a:pt x="2706567" y="2434821"/>
                </a:lnTo>
                <a:lnTo>
                  <a:pt x="2706567" y="2454272"/>
                </a:lnTo>
                <a:lnTo>
                  <a:pt x="2714440" y="2462150"/>
                </a:lnTo>
                <a:lnTo>
                  <a:pt x="2733920" y="2462150"/>
                </a:lnTo>
                <a:lnTo>
                  <a:pt x="2741793" y="2454272"/>
                </a:lnTo>
                <a:lnTo>
                  <a:pt x="2741793" y="2434821"/>
                </a:lnTo>
                <a:lnTo>
                  <a:pt x="2733920" y="2426944"/>
                </a:lnTo>
                <a:close/>
              </a:path>
              <a:path extrusionOk="0" h="2468879" w="4523105">
                <a:moveTo>
                  <a:pt x="3026795" y="2423587"/>
                </a:moveTo>
                <a:lnTo>
                  <a:pt x="3018615" y="2425234"/>
                </a:lnTo>
                <a:lnTo>
                  <a:pt x="3011937" y="2429726"/>
                </a:lnTo>
                <a:lnTo>
                  <a:pt x="3007436" y="2436388"/>
                </a:lnTo>
                <a:lnTo>
                  <a:pt x="3005785" y="2444545"/>
                </a:lnTo>
                <a:lnTo>
                  <a:pt x="3007436" y="2452703"/>
                </a:lnTo>
                <a:lnTo>
                  <a:pt x="3011937" y="2459367"/>
                </a:lnTo>
                <a:lnTo>
                  <a:pt x="3018615" y="2463861"/>
                </a:lnTo>
                <a:lnTo>
                  <a:pt x="3026795" y="2465509"/>
                </a:lnTo>
                <a:lnTo>
                  <a:pt x="3034948" y="2463861"/>
                </a:lnTo>
                <a:lnTo>
                  <a:pt x="3041613" y="2459367"/>
                </a:lnTo>
                <a:lnTo>
                  <a:pt x="3046110" y="2452703"/>
                </a:lnTo>
                <a:lnTo>
                  <a:pt x="3047760" y="2444545"/>
                </a:lnTo>
                <a:lnTo>
                  <a:pt x="3046110" y="2436388"/>
                </a:lnTo>
                <a:lnTo>
                  <a:pt x="3041613" y="2429726"/>
                </a:lnTo>
                <a:lnTo>
                  <a:pt x="3034948" y="2425234"/>
                </a:lnTo>
                <a:lnTo>
                  <a:pt x="3026795" y="2423587"/>
                </a:lnTo>
                <a:close/>
              </a:path>
              <a:path extrusionOk="0" h="2468879" w="4523105">
                <a:moveTo>
                  <a:pt x="3329387" y="2421902"/>
                </a:moveTo>
                <a:lnTo>
                  <a:pt x="3320549" y="2423680"/>
                </a:lnTo>
                <a:lnTo>
                  <a:pt x="3313343" y="2428531"/>
                </a:lnTo>
                <a:lnTo>
                  <a:pt x="3308491" y="2435728"/>
                </a:lnTo>
                <a:lnTo>
                  <a:pt x="3306713" y="2444545"/>
                </a:lnTo>
                <a:lnTo>
                  <a:pt x="3308491" y="2453362"/>
                </a:lnTo>
                <a:lnTo>
                  <a:pt x="3313343" y="2460558"/>
                </a:lnTo>
                <a:lnTo>
                  <a:pt x="3320549" y="2465409"/>
                </a:lnTo>
                <a:lnTo>
                  <a:pt x="3329387" y="2467187"/>
                </a:lnTo>
                <a:lnTo>
                  <a:pt x="3338200" y="2465409"/>
                </a:lnTo>
                <a:lnTo>
                  <a:pt x="3345392" y="2460558"/>
                </a:lnTo>
                <a:lnTo>
                  <a:pt x="3350240" y="2453362"/>
                </a:lnTo>
                <a:lnTo>
                  <a:pt x="3352017" y="2444545"/>
                </a:lnTo>
                <a:lnTo>
                  <a:pt x="3350240" y="2435728"/>
                </a:lnTo>
                <a:lnTo>
                  <a:pt x="3345392" y="2428531"/>
                </a:lnTo>
                <a:lnTo>
                  <a:pt x="3338200" y="2423680"/>
                </a:lnTo>
                <a:lnTo>
                  <a:pt x="3329387" y="2421902"/>
                </a:lnTo>
                <a:close/>
              </a:path>
              <a:path extrusionOk="0" h="2468879" w="4523105">
                <a:moveTo>
                  <a:pt x="3631935" y="2421902"/>
                </a:moveTo>
                <a:lnTo>
                  <a:pt x="3623123" y="2423680"/>
                </a:lnTo>
                <a:lnTo>
                  <a:pt x="3615930" y="2428531"/>
                </a:lnTo>
                <a:lnTo>
                  <a:pt x="3611083" y="2435728"/>
                </a:lnTo>
                <a:lnTo>
                  <a:pt x="3609306" y="2444545"/>
                </a:lnTo>
                <a:lnTo>
                  <a:pt x="3611083" y="2453362"/>
                </a:lnTo>
                <a:lnTo>
                  <a:pt x="3615930" y="2460558"/>
                </a:lnTo>
                <a:lnTo>
                  <a:pt x="3623123" y="2465409"/>
                </a:lnTo>
                <a:lnTo>
                  <a:pt x="3631935" y="2467187"/>
                </a:lnTo>
                <a:lnTo>
                  <a:pt x="3640773" y="2465409"/>
                </a:lnTo>
                <a:lnTo>
                  <a:pt x="3647979" y="2460558"/>
                </a:lnTo>
                <a:lnTo>
                  <a:pt x="3652831" y="2453362"/>
                </a:lnTo>
                <a:lnTo>
                  <a:pt x="3654609" y="2444545"/>
                </a:lnTo>
                <a:lnTo>
                  <a:pt x="3652831" y="2435728"/>
                </a:lnTo>
                <a:lnTo>
                  <a:pt x="3647979" y="2428531"/>
                </a:lnTo>
                <a:lnTo>
                  <a:pt x="3640773" y="2423680"/>
                </a:lnTo>
                <a:lnTo>
                  <a:pt x="3631935" y="2421902"/>
                </a:lnTo>
                <a:close/>
              </a:path>
              <a:path extrusionOk="0" h="2468879" w="4523105">
                <a:moveTo>
                  <a:pt x="3934527" y="2420258"/>
                </a:moveTo>
                <a:lnTo>
                  <a:pt x="3925076" y="2422168"/>
                </a:lnTo>
                <a:lnTo>
                  <a:pt x="3917353" y="2427377"/>
                </a:lnTo>
                <a:lnTo>
                  <a:pt x="3912144" y="2435103"/>
                </a:lnTo>
                <a:lnTo>
                  <a:pt x="3910234" y="2444562"/>
                </a:lnTo>
                <a:lnTo>
                  <a:pt x="3912144" y="2454021"/>
                </a:lnTo>
                <a:lnTo>
                  <a:pt x="3917353" y="2461747"/>
                </a:lnTo>
                <a:lnTo>
                  <a:pt x="3925076" y="2466957"/>
                </a:lnTo>
                <a:lnTo>
                  <a:pt x="3934527" y="2468868"/>
                </a:lnTo>
                <a:lnTo>
                  <a:pt x="3944005" y="2466957"/>
                </a:lnTo>
                <a:lnTo>
                  <a:pt x="3951741" y="2461747"/>
                </a:lnTo>
                <a:lnTo>
                  <a:pt x="3956955" y="2454021"/>
                </a:lnTo>
                <a:lnTo>
                  <a:pt x="3958866" y="2444562"/>
                </a:lnTo>
                <a:lnTo>
                  <a:pt x="3956955" y="2435103"/>
                </a:lnTo>
                <a:lnTo>
                  <a:pt x="3951741" y="2427377"/>
                </a:lnTo>
                <a:lnTo>
                  <a:pt x="3944005" y="2422168"/>
                </a:lnTo>
                <a:lnTo>
                  <a:pt x="3934527" y="2420258"/>
                </a:lnTo>
                <a:close/>
              </a:path>
              <a:path extrusionOk="0" h="2468879" w="4523105">
                <a:moveTo>
                  <a:pt x="4237120" y="2421902"/>
                </a:moveTo>
                <a:lnTo>
                  <a:pt x="4228308" y="2423680"/>
                </a:lnTo>
                <a:lnTo>
                  <a:pt x="4221115" y="2428531"/>
                </a:lnTo>
                <a:lnTo>
                  <a:pt x="4216268" y="2435728"/>
                </a:lnTo>
                <a:lnTo>
                  <a:pt x="4214491" y="2444545"/>
                </a:lnTo>
                <a:lnTo>
                  <a:pt x="4216268" y="2453362"/>
                </a:lnTo>
                <a:lnTo>
                  <a:pt x="4221115" y="2460558"/>
                </a:lnTo>
                <a:lnTo>
                  <a:pt x="4228308" y="2465409"/>
                </a:lnTo>
                <a:lnTo>
                  <a:pt x="4237120" y="2467187"/>
                </a:lnTo>
                <a:lnTo>
                  <a:pt x="4245958" y="2465409"/>
                </a:lnTo>
                <a:lnTo>
                  <a:pt x="4253164" y="2460558"/>
                </a:lnTo>
                <a:lnTo>
                  <a:pt x="4258016" y="2453362"/>
                </a:lnTo>
                <a:lnTo>
                  <a:pt x="4259794" y="2444545"/>
                </a:lnTo>
                <a:lnTo>
                  <a:pt x="4258016" y="2435728"/>
                </a:lnTo>
                <a:lnTo>
                  <a:pt x="4253164" y="2428531"/>
                </a:lnTo>
                <a:lnTo>
                  <a:pt x="4245958" y="2423680"/>
                </a:lnTo>
                <a:lnTo>
                  <a:pt x="4237120" y="2421902"/>
                </a:lnTo>
                <a:close/>
              </a:path>
              <a:path extrusionOk="0" h="2468879" w="4523105">
                <a:moveTo>
                  <a:pt x="4522590" y="2434634"/>
                </a:moveTo>
                <a:lnTo>
                  <a:pt x="4521188" y="2436710"/>
                </a:lnTo>
                <a:lnTo>
                  <a:pt x="4519603" y="2444545"/>
                </a:lnTo>
                <a:lnTo>
                  <a:pt x="4521188" y="2452380"/>
                </a:lnTo>
                <a:lnTo>
                  <a:pt x="4522590" y="2454457"/>
                </a:lnTo>
                <a:lnTo>
                  <a:pt x="4522590" y="2434634"/>
                </a:lnTo>
                <a:close/>
              </a:path>
            </a:pathLst>
          </a:custGeom>
          <a:solidFill>
            <a:srgbClr val="E9C6C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7" name="Google Shape;127;p7"/>
          <p:cNvSpPr/>
          <p:nvPr/>
        </p:nvSpPr>
        <p:spPr>
          <a:xfrm>
            <a:off x="11563350" y="9458325"/>
            <a:ext cx="6724650" cy="18415"/>
          </a:xfrm>
          <a:custGeom>
            <a:rect b="b" l="l" r="r" t="t"/>
            <a:pathLst>
              <a:path extrusionOk="0" h="18415" w="6724650">
                <a:moveTo>
                  <a:pt x="0" y="0"/>
                </a:moveTo>
                <a:lnTo>
                  <a:pt x="6724650" y="18028"/>
                </a:lnTo>
              </a:path>
            </a:pathLst>
          </a:custGeom>
          <a:noFill/>
          <a:ln cap="flat" cmpd="sng" w="114300">
            <a:solidFill>
              <a:srgbClr val="9FC3D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8" name="Google Shape;128;p7"/>
          <p:cNvSpPr txBox="1"/>
          <p:nvPr>
            <p:ph type="title"/>
          </p:nvPr>
        </p:nvSpPr>
        <p:spPr>
          <a:xfrm>
            <a:off x="2434589" y="22034"/>
            <a:ext cx="13001625" cy="3056890"/>
          </a:xfrm>
          <a:prstGeom prst="rect">
            <a:avLst/>
          </a:prstGeom>
          <a:noFill/>
          <a:ln>
            <a:noFill/>
          </a:ln>
        </p:spPr>
        <p:txBody>
          <a:bodyPr anchorCtr="0" anchor="t" bIns="0" lIns="0" spcFirstLastPara="1" rIns="0" wrap="square" tIns="11425">
            <a:spAutoFit/>
          </a:bodyPr>
          <a:lstStyle/>
          <a:p>
            <a:pPr indent="-2188845" lvl="0" marL="2200910" marR="5080" rtl="0" algn="l">
              <a:lnSpc>
                <a:spcPct val="117700"/>
              </a:lnSpc>
              <a:spcBef>
                <a:spcPts val="0"/>
              </a:spcBef>
              <a:spcAft>
                <a:spcPts val="0"/>
              </a:spcAft>
              <a:buNone/>
            </a:pPr>
            <a:r>
              <a:rPr lang="es-GT" sz="8450">
                <a:solidFill>
                  <a:srgbClr val="000000"/>
                </a:solidFill>
                <a:latin typeface="Calibri"/>
                <a:ea typeface="Calibri"/>
                <a:cs typeface="Calibri"/>
                <a:sym typeface="Calibri"/>
              </a:rPr>
              <a:t>COMPONENTES DEL MODELO ENTIDAD RELACIÓN</a:t>
            </a:r>
            <a:endParaRPr sz="8450">
              <a:latin typeface="Calibri"/>
              <a:ea typeface="Calibri"/>
              <a:cs typeface="Calibri"/>
              <a:sym typeface="Calibri"/>
            </a:endParaRPr>
          </a:p>
        </p:txBody>
      </p:sp>
      <p:sp>
        <p:nvSpPr>
          <p:cNvPr id="129" name="Google Shape;129;p7"/>
          <p:cNvSpPr/>
          <p:nvPr/>
        </p:nvSpPr>
        <p:spPr>
          <a:xfrm>
            <a:off x="15916275" y="0"/>
            <a:ext cx="1447800" cy="1676400"/>
          </a:xfrm>
          <a:custGeom>
            <a:rect b="b" l="l" r="r" t="t"/>
            <a:pathLst>
              <a:path extrusionOk="0" h="1676400" w="1447800">
                <a:moveTo>
                  <a:pt x="1447800" y="0"/>
                </a:moveTo>
                <a:lnTo>
                  <a:pt x="0" y="0"/>
                </a:lnTo>
                <a:lnTo>
                  <a:pt x="0" y="998093"/>
                </a:lnTo>
                <a:lnTo>
                  <a:pt x="2451" y="1046894"/>
                </a:lnTo>
                <a:lnTo>
                  <a:pt x="8414" y="1094753"/>
                </a:lnTo>
                <a:lnTo>
                  <a:pt x="17766" y="1141553"/>
                </a:lnTo>
                <a:lnTo>
                  <a:pt x="30388" y="1187177"/>
                </a:lnTo>
                <a:lnTo>
                  <a:pt x="46159" y="1231509"/>
                </a:lnTo>
                <a:lnTo>
                  <a:pt x="64958" y="1274430"/>
                </a:lnTo>
                <a:lnTo>
                  <a:pt x="86664" y="1315826"/>
                </a:lnTo>
                <a:lnTo>
                  <a:pt x="111158" y="1355578"/>
                </a:lnTo>
                <a:lnTo>
                  <a:pt x="138318" y="1393570"/>
                </a:lnTo>
                <a:lnTo>
                  <a:pt x="168025" y="1429686"/>
                </a:lnTo>
                <a:lnTo>
                  <a:pt x="200156" y="1463808"/>
                </a:lnTo>
                <a:lnTo>
                  <a:pt x="234592" y="1495820"/>
                </a:lnTo>
                <a:lnTo>
                  <a:pt x="271212" y="1525604"/>
                </a:lnTo>
                <a:lnTo>
                  <a:pt x="309896" y="1553044"/>
                </a:lnTo>
                <a:lnTo>
                  <a:pt x="350522" y="1578024"/>
                </a:lnTo>
                <a:lnTo>
                  <a:pt x="392971" y="1600426"/>
                </a:lnTo>
                <a:lnTo>
                  <a:pt x="437122" y="1620133"/>
                </a:lnTo>
                <a:lnTo>
                  <a:pt x="482853" y="1637029"/>
                </a:lnTo>
                <a:lnTo>
                  <a:pt x="528493" y="1650244"/>
                </a:lnTo>
                <a:lnTo>
                  <a:pt x="576029" y="1661147"/>
                </a:lnTo>
                <a:lnTo>
                  <a:pt x="624887" y="1669381"/>
                </a:lnTo>
                <a:lnTo>
                  <a:pt x="674495" y="1674585"/>
                </a:lnTo>
                <a:lnTo>
                  <a:pt x="724280" y="1676400"/>
                </a:lnTo>
                <a:lnTo>
                  <a:pt x="773571" y="1674823"/>
                </a:lnTo>
                <a:lnTo>
                  <a:pt x="821971" y="1670186"/>
                </a:lnTo>
                <a:lnTo>
                  <a:pt x="869323" y="1662629"/>
                </a:lnTo>
                <a:lnTo>
                  <a:pt x="915467" y="1652292"/>
                </a:lnTo>
                <a:lnTo>
                  <a:pt x="960246" y="1639316"/>
                </a:lnTo>
                <a:lnTo>
                  <a:pt x="961771" y="1638553"/>
                </a:lnTo>
                <a:lnTo>
                  <a:pt x="963421" y="1638553"/>
                </a:lnTo>
                <a:lnTo>
                  <a:pt x="964946" y="1637792"/>
                </a:lnTo>
                <a:lnTo>
                  <a:pt x="1010224" y="1620535"/>
                </a:lnTo>
                <a:lnTo>
                  <a:pt x="1054025" y="1600510"/>
                </a:lnTo>
                <a:lnTo>
                  <a:pt x="1096218" y="1577833"/>
                </a:lnTo>
                <a:lnTo>
                  <a:pt x="1136674" y="1552621"/>
                </a:lnTo>
                <a:lnTo>
                  <a:pt x="1175262" y="1524990"/>
                </a:lnTo>
                <a:lnTo>
                  <a:pt x="1211852" y="1495058"/>
                </a:lnTo>
                <a:lnTo>
                  <a:pt x="1246315" y="1462940"/>
                </a:lnTo>
                <a:lnTo>
                  <a:pt x="1278520" y="1428755"/>
                </a:lnTo>
                <a:lnTo>
                  <a:pt x="1308338" y="1392618"/>
                </a:lnTo>
                <a:lnTo>
                  <a:pt x="1335637" y="1354647"/>
                </a:lnTo>
                <a:lnTo>
                  <a:pt x="1360290" y="1314958"/>
                </a:lnTo>
                <a:lnTo>
                  <a:pt x="1382164" y="1273668"/>
                </a:lnTo>
                <a:lnTo>
                  <a:pt x="1401131" y="1230895"/>
                </a:lnTo>
                <a:lnTo>
                  <a:pt x="1417060" y="1186754"/>
                </a:lnTo>
                <a:lnTo>
                  <a:pt x="1429821" y="1141363"/>
                </a:lnTo>
                <a:lnTo>
                  <a:pt x="1439285" y="1094838"/>
                </a:lnTo>
                <a:lnTo>
                  <a:pt x="1445321" y="1047296"/>
                </a:lnTo>
                <a:lnTo>
                  <a:pt x="1447800" y="998854"/>
                </a:lnTo>
                <a:lnTo>
                  <a:pt x="1447800" y="0"/>
                </a:lnTo>
                <a:close/>
              </a:path>
            </a:pathLst>
          </a:custGeom>
          <a:solidFill>
            <a:srgbClr val="9FC3D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0" name="Google Shape;130;p7"/>
          <p:cNvSpPr txBox="1"/>
          <p:nvPr/>
        </p:nvSpPr>
        <p:spPr>
          <a:xfrm>
            <a:off x="16435451" y="353948"/>
            <a:ext cx="428625" cy="87249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s-GT" sz="5550">
                <a:latin typeface="Arial Black"/>
                <a:ea typeface="Arial Black"/>
                <a:cs typeface="Arial Black"/>
                <a:sym typeface="Arial Black"/>
              </a:rPr>
              <a:t>9</a:t>
            </a:r>
            <a:endParaRPr sz="5550">
              <a:latin typeface="Arial Black"/>
              <a:ea typeface="Arial Black"/>
              <a:cs typeface="Arial Black"/>
              <a:sym typeface="Arial Black"/>
            </a:endParaRPr>
          </a:p>
        </p:txBody>
      </p:sp>
      <p:sp>
        <p:nvSpPr>
          <p:cNvPr id="131" name="Google Shape;131;p7"/>
          <p:cNvSpPr/>
          <p:nvPr/>
        </p:nvSpPr>
        <p:spPr>
          <a:xfrm>
            <a:off x="67709" y="133724"/>
            <a:ext cx="4617085" cy="1607820"/>
          </a:xfrm>
          <a:custGeom>
            <a:rect b="b" l="l" r="r" t="t"/>
            <a:pathLst>
              <a:path extrusionOk="0" h="1607820" w="4617085">
                <a:moveTo>
                  <a:pt x="29377" y="41823"/>
                </a:moveTo>
                <a:lnTo>
                  <a:pt x="17935" y="44133"/>
                </a:lnTo>
                <a:lnTo>
                  <a:pt x="8598" y="50431"/>
                </a:lnTo>
                <a:lnTo>
                  <a:pt x="2306" y="59771"/>
                </a:lnTo>
                <a:lnTo>
                  <a:pt x="0" y="71203"/>
                </a:lnTo>
                <a:lnTo>
                  <a:pt x="2306" y="82609"/>
                </a:lnTo>
                <a:lnTo>
                  <a:pt x="8598" y="91935"/>
                </a:lnTo>
                <a:lnTo>
                  <a:pt x="17935" y="98229"/>
                </a:lnTo>
                <a:lnTo>
                  <a:pt x="29377" y="100538"/>
                </a:lnTo>
                <a:lnTo>
                  <a:pt x="40793" y="98229"/>
                </a:lnTo>
                <a:lnTo>
                  <a:pt x="50117" y="91935"/>
                </a:lnTo>
                <a:lnTo>
                  <a:pt x="56404" y="82609"/>
                </a:lnTo>
                <a:lnTo>
                  <a:pt x="58709" y="71203"/>
                </a:lnTo>
                <a:lnTo>
                  <a:pt x="56404" y="59771"/>
                </a:lnTo>
                <a:lnTo>
                  <a:pt x="50117" y="50431"/>
                </a:lnTo>
                <a:lnTo>
                  <a:pt x="40793" y="44133"/>
                </a:lnTo>
                <a:lnTo>
                  <a:pt x="29377" y="41823"/>
                </a:lnTo>
                <a:close/>
              </a:path>
              <a:path extrusionOk="0" h="1607820" w="4617085">
                <a:moveTo>
                  <a:pt x="331969" y="38498"/>
                </a:moveTo>
                <a:lnTo>
                  <a:pt x="319222" y="41069"/>
                </a:lnTo>
                <a:lnTo>
                  <a:pt x="308812" y="48078"/>
                </a:lnTo>
                <a:lnTo>
                  <a:pt x="301792" y="58474"/>
                </a:lnTo>
                <a:lnTo>
                  <a:pt x="299218" y="71203"/>
                </a:lnTo>
                <a:lnTo>
                  <a:pt x="301792" y="83932"/>
                </a:lnTo>
                <a:lnTo>
                  <a:pt x="308812" y="94328"/>
                </a:lnTo>
                <a:lnTo>
                  <a:pt x="319222" y="101337"/>
                </a:lnTo>
                <a:lnTo>
                  <a:pt x="331969" y="103908"/>
                </a:lnTo>
                <a:lnTo>
                  <a:pt x="344691" y="101337"/>
                </a:lnTo>
                <a:lnTo>
                  <a:pt x="355088" y="94328"/>
                </a:lnTo>
                <a:lnTo>
                  <a:pt x="362103" y="83932"/>
                </a:lnTo>
                <a:lnTo>
                  <a:pt x="364676" y="71203"/>
                </a:lnTo>
                <a:lnTo>
                  <a:pt x="362103" y="58474"/>
                </a:lnTo>
                <a:lnTo>
                  <a:pt x="355088" y="48079"/>
                </a:lnTo>
                <a:lnTo>
                  <a:pt x="344691" y="41069"/>
                </a:lnTo>
                <a:lnTo>
                  <a:pt x="331969" y="38498"/>
                </a:lnTo>
                <a:close/>
              </a:path>
              <a:path extrusionOk="0" h="1607820" w="4617085">
                <a:moveTo>
                  <a:pt x="634562" y="35983"/>
                </a:moveTo>
                <a:lnTo>
                  <a:pt x="620833" y="38751"/>
                </a:lnTo>
                <a:lnTo>
                  <a:pt x="609622" y="46298"/>
                </a:lnTo>
                <a:lnTo>
                  <a:pt x="602063" y="57494"/>
                </a:lnTo>
                <a:lnTo>
                  <a:pt x="599291" y="71203"/>
                </a:lnTo>
                <a:lnTo>
                  <a:pt x="602063" y="84913"/>
                </a:lnTo>
                <a:lnTo>
                  <a:pt x="609622" y="96108"/>
                </a:lnTo>
                <a:lnTo>
                  <a:pt x="620833" y="103656"/>
                </a:lnTo>
                <a:lnTo>
                  <a:pt x="634562" y="106423"/>
                </a:lnTo>
                <a:lnTo>
                  <a:pt x="648265" y="103656"/>
                </a:lnTo>
                <a:lnTo>
                  <a:pt x="659463" y="96108"/>
                </a:lnTo>
                <a:lnTo>
                  <a:pt x="667017" y="84913"/>
                </a:lnTo>
                <a:lnTo>
                  <a:pt x="669788" y="71203"/>
                </a:lnTo>
                <a:lnTo>
                  <a:pt x="667017" y="57494"/>
                </a:lnTo>
                <a:lnTo>
                  <a:pt x="659463" y="46298"/>
                </a:lnTo>
                <a:lnTo>
                  <a:pt x="648265" y="38751"/>
                </a:lnTo>
                <a:lnTo>
                  <a:pt x="634562" y="35983"/>
                </a:lnTo>
                <a:close/>
              </a:path>
              <a:path extrusionOk="0" h="1607820" w="4617085">
                <a:moveTo>
                  <a:pt x="937110" y="33467"/>
                </a:moveTo>
                <a:lnTo>
                  <a:pt x="922424" y="36432"/>
                </a:lnTo>
                <a:lnTo>
                  <a:pt x="910426" y="44518"/>
                </a:lnTo>
                <a:lnTo>
                  <a:pt x="902333" y="56513"/>
                </a:lnTo>
                <a:lnTo>
                  <a:pt x="899364" y="71203"/>
                </a:lnTo>
                <a:lnTo>
                  <a:pt x="902333" y="85893"/>
                </a:lnTo>
                <a:lnTo>
                  <a:pt x="910426" y="97888"/>
                </a:lnTo>
                <a:lnTo>
                  <a:pt x="922424" y="105974"/>
                </a:lnTo>
                <a:lnTo>
                  <a:pt x="937110" y="108939"/>
                </a:lnTo>
                <a:lnTo>
                  <a:pt x="951821" y="105974"/>
                </a:lnTo>
                <a:lnTo>
                  <a:pt x="963833" y="97888"/>
                </a:lnTo>
                <a:lnTo>
                  <a:pt x="971931" y="85893"/>
                </a:lnTo>
                <a:lnTo>
                  <a:pt x="974900" y="71203"/>
                </a:lnTo>
                <a:lnTo>
                  <a:pt x="971931" y="56513"/>
                </a:lnTo>
                <a:lnTo>
                  <a:pt x="963833" y="44518"/>
                </a:lnTo>
                <a:lnTo>
                  <a:pt x="951821" y="36432"/>
                </a:lnTo>
                <a:lnTo>
                  <a:pt x="937110" y="33467"/>
                </a:lnTo>
                <a:close/>
              </a:path>
              <a:path extrusionOk="0" h="1607820" w="4617085">
                <a:moveTo>
                  <a:pt x="1239702" y="30098"/>
                </a:moveTo>
                <a:lnTo>
                  <a:pt x="1223718" y="33330"/>
                </a:lnTo>
                <a:lnTo>
                  <a:pt x="1210662" y="42143"/>
                </a:lnTo>
                <a:lnTo>
                  <a:pt x="1201857" y="55210"/>
                </a:lnTo>
                <a:lnTo>
                  <a:pt x="1198628" y="71203"/>
                </a:lnTo>
                <a:lnTo>
                  <a:pt x="1201857" y="87197"/>
                </a:lnTo>
                <a:lnTo>
                  <a:pt x="1210662" y="100263"/>
                </a:lnTo>
                <a:lnTo>
                  <a:pt x="1223718" y="109076"/>
                </a:lnTo>
                <a:lnTo>
                  <a:pt x="1239702" y="112309"/>
                </a:lnTo>
                <a:lnTo>
                  <a:pt x="1255719" y="109076"/>
                </a:lnTo>
                <a:lnTo>
                  <a:pt x="1268804" y="100263"/>
                </a:lnTo>
                <a:lnTo>
                  <a:pt x="1277629" y="87197"/>
                </a:lnTo>
                <a:lnTo>
                  <a:pt x="1280867" y="71203"/>
                </a:lnTo>
                <a:lnTo>
                  <a:pt x="1277629" y="55210"/>
                </a:lnTo>
                <a:lnTo>
                  <a:pt x="1268804" y="42143"/>
                </a:lnTo>
                <a:lnTo>
                  <a:pt x="1255719" y="33330"/>
                </a:lnTo>
                <a:lnTo>
                  <a:pt x="1239702" y="30098"/>
                </a:lnTo>
                <a:close/>
              </a:path>
              <a:path extrusionOk="0" h="1607820" w="4617085">
                <a:moveTo>
                  <a:pt x="1542295" y="27627"/>
                </a:moveTo>
                <a:lnTo>
                  <a:pt x="1525329" y="31056"/>
                </a:lnTo>
                <a:lnTo>
                  <a:pt x="1511472" y="40402"/>
                </a:lnTo>
                <a:lnTo>
                  <a:pt x="1502128" y="54255"/>
                </a:lnTo>
                <a:lnTo>
                  <a:pt x="1498701" y="71203"/>
                </a:lnTo>
                <a:lnTo>
                  <a:pt x="1502128" y="88177"/>
                </a:lnTo>
                <a:lnTo>
                  <a:pt x="1511472" y="102043"/>
                </a:lnTo>
                <a:lnTo>
                  <a:pt x="1525329" y="111395"/>
                </a:lnTo>
                <a:lnTo>
                  <a:pt x="1542295" y="114824"/>
                </a:lnTo>
                <a:lnTo>
                  <a:pt x="1559286" y="111395"/>
                </a:lnTo>
                <a:lnTo>
                  <a:pt x="1573157" y="102044"/>
                </a:lnTo>
                <a:lnTo>
                  <a:pt x="1582506" y="88177"/>
                </a:lnTo>
                <a:lnTo>
                  <a:pt x="1585933" y="71203"/>
                </a:lnTo>
                <a:lnTo>
                  <a:pt x="1582506" y="54255"/>
                </a:lnTo>
                <a:lnTo>
                  <a:pt x="1573157" y="40402"/>
                </a:lnTo>
                <a:lnTo>
                  <a:pt x="1559286" y="31056"/>
                </a:lnTo>
                <a:lnTo>
                  <a:pt x="1542295" y="27627"/>
                </a:lnTo>
                <a:close/>
              </a:path>
              <a:path extrusionOk="0" h="1607820" w="4617085">
                <a:moveTo>
                  <a:pt x="1844887" y="25111"/>
                </a:moveTo>
                <a:lnTo>
                  <a:pt x="1826939" y="28738"/>
                </a:lnTo>
                <a:lnTo>
                  <a:pt x="1812282" y="38622"/>
                </a:lnTo>
                <a:lnTo>
                  <a:pt x="1802398" y="53275"/>
                </a:lnTo>
                <a:lnTo>
                  <a:pt x="1798774" y="71203"/>
                </a:lnTo>
                <a:lnTo>
                  <a:pt x="1802398" y="89158"/>
                </a:lnTo>
                <a:lnTo>
                  <a:pt x="1812282" y="103824"/>
                </a:lnTo>
                <a:lnTo>
                  <a:pt x="1826939" y="113713"/>
                </a:lnTo>
                <a:lnTo>
                  <a:pt x="1844887" y="117340"/>
                </a:lnTo>
                <a:lnTo>
                  <a:pt x="1862861" y="113713"/>
                </a:lnTo>
                <a:lnTo>
                  <a:pt x="1877532" y="103824"/>
                </a:lnTo>
                <a:lnTo>
                  <a:pt x="1887420" y="89158"/>
                </a:lnTo>
                <a:lnTo>
                  <a:pt x="1891045" y="71203"/>
                </a:lnTo>
                <a:lnTo>
                  <a:pt x="1887420" y="53275"/>
                </a:lnTo>
                <a:lnTo>
                  <a:pt x="1877532" y="38622"/>
                </a:lnTo>
                <a:lnTo>
                  <a:pt x="1862861" y="28738"/>
                </a:lnTo>
                <a:lnTo>
                  <a:pt x="1844887" y="25111"/>
                </a:lnTo>
                <a:close/>
              </a:path>
              <a:path extrusionOk="0" h="1607820" w="4617085">
                <a:moveTo>
                  <a:pt x="2147480" y="22596"/>
                </a:moveTo>
                <a:lnTo>
                  <a:pt x="2128550" y="26419"/>
                </a:lnTo>
                <a:lnTo>
                  <a:pt x="2113092" y="36842"/>
                </a:lnTo>
                <a:lnTo>
                  <a:pt x="2102669" y="52294"/>
                </a:lnTo>
                <a:lnTo>
                  <a:pt x="2098847" y="71203"/>
                </a:lnTo>
                <a:lnTo>
                  <a:pt x="2102669" y="90139"/>
                </a:lnTo>
                <a:lnTo>
                  <a:pt x="2113092" y="105604"/>
                </a:lnTo>
                <a:lnTo>
                  <a:pt x="2128550" y="116032"/>
                </a:lnTo>
                <a:lnTo>
                  <a:pt x="2147480" y="119856"/>
                </a:lnTo>
                <a:lnTo>
                  <a:pt x="2166442" y="116032"/>
                </a:lnTo>
                <a:lnTo>
                  <a:pt x="2181930" y="105604"/>
                </a:lnTo>
                <a:lnTo>
                  <a:pt x="2192372" y="90139"/>
                </a:lnTo>
                <a:lnTo>
                  <a:pt x="2196202" y="71203"/>
                </a:lnTo>
                <a:lnTo>
                  <a:pt x="2192372" y="52294"/>
                </a:lnTo>
                <a:lnTo>
                  <a:pt x="2181930" y="36842"/>
                </a:lnTo>
                <a:lnTo>
                  <a:pt x="2166442" y="26419"/>
                </a:lnTo>
                <a:lnTo>
                  <a:pt x="2147480" y="22596"/>
                </a:lnTo>
                <a:close/>
              </a:path>
              <a:path extrusionOk="0" h="1607820" w="4617085">
                <a:moveTo>
                  <a:pt x="2450072" y="20080"/>
                </a:moveTo>
                <a:lnTo>
                  <a:pt x="2430160" y="24094"/>
                </a:lnTo>
                <a:lnTo>
                  <a:pt x="2413901" y="35045"/>
                </a:lnTo>
                <a:lnTo>
                  <a:pt x="2402940" y="51294"/>
                </a:lnTo>
                <a:lnTo>
                  <a:pt x="2398920" y="71203"/>
                </a:lnTo>
                <a:lnTo>
                  <a:pt x="2402940" y="91119"/>
                </a:lnTo>
                <a:lnTo>
                  <a:pt x="2413901" y="107384"/>
                </a:lnTo>
                <a:lnTo>
                  <a:pt x="2430160" y="118350"/>
                </a:lnTo>
                <a:lnTo>
                  <a:pt x="2450072" y="122372"/>
                </a:lnTo>
                <a:lnTo>
                  <a:pt x="2470017" y="118350"/>
                </a:lnTo>
                <a:lnTo>
                  <a:pt x="2486305" y="107384"/>
                </a:lnTo>
                <a:lnTo>
                  <a:pt x="2497287" y="91119"/>
                </a:lnTo>
                <a:lnTo>
                  <a:pt x="2501314" y="71203"/>
                </a:lnTo>
                <a:lnTo>
                  <a:pt x="2497287" y="51294"/>
                </a:lnTo>
                <a:lnTo>
                  <a:pt x="2486305" y="35045"/>
                </a:lnTo>
                <a:lnTo>
                  <a:pt x="2470017" y="24094"/>
                </a:lnTo>
                <a:lnTo>
                  <a:pt x="2450072" y="20080"/>
                </a:lnTo>
                <a:close/>
              </a:path>
              <a:path extrusionOk="0" h="1607820" w="4617085">
                <a:moveTo>
                  <a:pt x="2752665" y="16756"/>
                </a:moveTo>
                <a:lnTo>
                  <a:pt x="2731448" y="21038"/>
                </a:lnTo>
                <a:lnTo>
                  <a:pt x="2714115" y="32715"/>
                </a:lnTo>
                <a:lnTo>
                  <a:pt x="2702426" y="50036"/>
                </a:lnTo>
                <a:lnTo>
                  <a:pt x="2698139" y="71248"/>
                </a:lnTo>
                <a:lnTo>
                  <a:pt x="2702426" y="92442"/>
                </a:lnTo>
                <a:lnTo>
                  <a:pt x="2714115" y="109765"/>
                </a:lnTo>
                <a:lnTo>
                  <a:pt x="2731448" y="121453"/>
                </a:lnTo>
                <a:lnTo>
                  <a:pt x="2752665" y="125741"/>
                </a:lnTo>
                <a:lnTo>
                  <a:pt x="2773908" y="121453"/>
                </a:lnTo>
                <a:lnTo>
                  <a:pt x="2791253" y="109765"/>
                </a:lnTo>
                <a:lnTo>
                  <a:pt x="2802948" y="92442"/>
                </a:lnTo>
                <a:lnTo>
                  <a:pt x="2807236" y="71248"/>
                </a:lnTo>
                <a:lnTo>
                  <a:pt x="2802948" y="50036"/>
                </a:lnTo>
                <a:lnTo>
                  <a:pt x="2791253" y="32715"/>
                </a:lnTo>
                <a:lnTo>
                  <a:pt x="2773908" y="21038"/>
                </a:lnTo>
                <a:lnTo>
                  <a:pt x="2752665" y="16756"/>
                </a:lnTo>
                <a:close/>
              </a:path>
              <a:path extrusionOk="0" h="1607820" w="4617085">
                <a:moveTo>
                  <a:pt x="3055302" y="14240"/>
                </a:moveTo>
                <a:lnTo>
                  <a:pt x="3033103" y="18719"/>
                </a:lnTo>
                <a:lnTo>
                  <a:pt x="3014970" y="30935"/>
                </a:lnTo>
                <a:lnTo>
                  <a:pt x="3002742" y="49055"/>
                </a:lnTo>
                <a:lnTo>
                  <a:pt x="2998257" y="71248"/>
                </a:lnTo>
                <a:lnTo>
                  <a:pt x="3002742" y="93423"/>
                </a:lnTo>
                <a:lnTo>
                  <a:pt x="3014970" y="111545"/>
                </a:lnTo>
                <a:lnTo>
                  <a:pt x="3033103" y="123771"/>
                </a:lnTo>
                <a:lnTo>
                  <a:pt x="3055302" y="128257"/>
                </a:lnTo>
                <a:lnTo>
                  <a:pt x="3077520" y="123771"/>
                </a:lnTo>
                <a:lnTo>
                  <a:pt x="3095651" y="111545"/>
                </a:lnTo>
                <a:lnTo>
                  <a:pt x="3107869" y="93423"/>
                </a:lnTo>
                <a:lnTo>
                  <a:pt x="3112348" y="71248"/>
                </a:lnTo>
                <a:lnTo>
                  <a:pt x="3107863" y="49055"/>
                </a:lnTo>
                <a:lnTo>
                  <a:pt x="3095634" y="30935"/>
                </a:lnTo>
                <a:lnTo>
                  <a:pt x="3077501" y="18719"/>
                </a:lnTo>
                <a:lnTo>
                  <a:pt x="3055302" y="14240"/>
                </a:lnTo>
                <a:close/>
              </a:path>
              <a:path extrusionOk="0" h="1607820" w="4617085">
                <a:moveTo>
                  <a:pt x="3357895" y="11724"/>
                </a:moveTo>
                <a:lnTo>
                  <a:pt x="3334714" y="16401"/>
                </a:lnTo>
                <a:lnTo>
                  <a:pt x="3315780" y="29155"/>
                </a:lnTo>
                <a:lnTo>
                  <a:pt x="3303012" y="48075"/>
                </a:lnTo>
                <a:lnTo>
                  <a:pt x="3298330" y="71249"/>
                </a:lnTo>
                <a:lnTo>
                  <a:pt x="3303012" y="94403"/>
                </a:lnTo>
                <a:lnTo>
                  <a:pt x="3315780" y="113325"/>
                </a:lnTo>
                <a:lnTo>
                  <a:pt x="3334714" y="126090"/>
                </a:lnTo>
                <a:lnTo>
                  <a:pt x="3357895" y="130773"/>
                </a:lnTo>
                <a:lnTo>
                  <a:pt x="3381076" y="126090"/>
                </a:lnTo>
                <a:lnTo>
                  <a:pt x="3400009" y="113325"/>
                </a:lnTo>
                <a:lnTo>
                  <a:pt x="3412777" y="94403"/>
                </a:lnTo>
                <a:lnTo>
                  <a:pt x="3417459" y="71249"/>
                </a:lnTo>
                <a:lnTo>
                  <a:pt x="3412777" y="48075"/>
                </a:lnTo>
                <a:lnTo>
                  <a:pt x="3400009" y="29155"/>
                </a:lnTo>
                <a:lnTo>
                  <a:pt x="3381076" y="16401"/>
                </a:lnTo>
                <a:lnTo>
                  <a:pt x="3357895" y="11724"/>
                </a:lnTo>
                <a:close/>
              </a:path>
              <a:path extrusionOk="0" h="1607820" w="4617085">
                <a:moveTo>
                  <a:pt x="3660487" y="7547"/>
                </a:moveTo>
                <a:lnTo>
                  <a:pt x="3635665" y="12553"/>
                </a:lnTo>
                <a:lnTo>
                  <a:pt x="3615403" y="26207"/>
                </a:lnTo>
                <a:lnTo>
                  <a:pt x="3601746" y="46456"/>
                </a:lnTo>
                <a:lnTo>
                  <a:pt x="3596738" y="71249"/>
                </a:lnTo>
                <a:lnTo>
                  <a:pt x="3601746" y="96042"/>
                </a:lnTo>
                <a:lnTo>
                  <a:pt x="3615403" y="116290"/>
                </a:lnTo>
                <a:lnTo>
                  <a:pt x="3635665" y="129944"/>
                </a:lnTo>
                <a:lnTo>
                  <a:pt x="3660487" y="134951"/>
                </a:lnTo>
                <a:lnTo>
                  <a:pt x="3685290" y="129944"/>
                </a:lnTo>
                <a:lnTo>
                  <a:pt x="3705554" y="116290"/>
                </a:lnTo>
                <a:lnTo>
                  <a:pt x="3719222" y="96042"/>
                </a:lnTo>
                <a:lnTo>
                  <a:pt x="3724236" y="71249"/>
                </a:lnTo>
                <a:lnTo>
                  <a:pt x="3719222" y="46456"/>
                </a:lnTo>
                <a:lnTo>
                  <a:pt x="3705554" y="26207"/>
                </a:lnTo>
                <a:lnTo>
                  <a:pt x="3685290" y="12553"/>
                </a:lnTo>
                <a:lnTo>
                  <a:pt x="3660487" y="7547"/>
                </a:lnTo>
                <a:close/>
              </a:path>
              <a:path extrusionOk="0" h="1607820" w="4617085">
                <a:moveTo>
                  <a:pt x="3963080" y="4177"/>
                </a:moveTo>
                <a:lnTo>
                  <a:pt x="3936953" y="9452"/>
                </a:lnTo>
                <a:lnTo>
                  <a:pt x="3915617" y="23832"/>
                </a:lnTo>
                <a:lnTo>
                  <a:pt x="3901232" y="45152"/>
                </a:lnTo>
                <a:lnTo>
                  <a:pt x="3895957" y="71249"/>
                </a:lnTo>
                <a:lnTo>
                  <a:pt x="3901232" y="97364"/>
                </a:lnTo>
                <a:lnTo>
                  <a:pt x="3915617" y="118683"/>
                </a:lnTo>
                <a:lnTo>
                  <a:pt x="3936953" y="133052"/>
                </a:lnTo>
                <a:lnTo>
                  <a:pt x="3963080" y="138320"/>
                </a:lnTo>
                <a:lnTo>
                  <a:pt x="3989207" y="133052"/>
                </a:lnTo>
                <a:lnTo>
                  <a:pt x="4010543" y="118683"/>
                </a:lnTo>
                <a:lnTo>
                  <a:pt x="4024928" y="97364"/>
                </a:lnTo>
                <a:lnTo>
                  <a:pt x="4030202" y="71249"/>
                </a:lnTo>
                <a:lnTo>
                  <a:pt x="4024928" y="45152"/>
                </a:lnTo>
                <a:lnTo>
                  <a:pt x="4010542" y="23832"/>
                </a:lnTo>
                <a:lnTo>
                  <a:pt x="3989207" y="9452"/>
                </a:lnTo>
                <a:lnTo>
                  <a:pt x="3963080" y="4177"/>
                </a:lnTo>
                <a:close/>
              </a:path>
              <a:path extrusionOk="0" h="1607820" w="4617085">
                <a:moveTo>
                  <a:pt x="4265672" y="0"/>
                </a:moveTo>
                <a:lnTo>
                  <a:pt x="4237904" y="5598"/>
                </a:lnTo>
                <a:lnTo>
                  <a:pt x="4215240" y="20867"/>
                </a:lnTo>
                <a:lnTo>
                  <a:pt x="4199965" y="43514"/>
                </a:lnTo>
                <a:lnTo>
                  <a:pt x="4194365" y="71249"/>
                </a:lnTo>
                <a:lnTo>
                  <a:pt x="4199965" y="99003"/>
                </a:lnTo>
                <a:lnTo>
                  <a:pt x="4215240" y="121648"/>
                </a:lnTo>
                <a:lnTo>
                  <a:pt x="4237904" y="136906"/>
                </a:lnTo>
                <a:lnTo>
                  <a:pt x="4265672" y="142498"/>
                </a:lnTo>
                <a:lnTo>
                  <a:pt x="4293428" y="136906"/>
                </a:lnTo>
                <a:lnTo>
                  <a:pt x="4316110" y="121648"/>
                </a:lnTo>
                <a:lnTo>
                  <a:pt x="4331411" y="99003"/>
                </a:lnTo>
                <a:lnTo>
                  <a:pt x="4337024" y="71249"/>
                </a:lnTo>
                <a:lnTo>
                  <a:pt x="4331411" y="43514"/>
                </a:lnTo>
                <a:lnTo>
                  <a:pt x="4316110" y="20867"/>
                </a:lnTo>
                <a:lnTo>
                  <a:pt x="4293428" y="5598"/>
                </a:lnTo>
                <a:lnTo>
                  <a:pt x="4265672" y="0"/>
                </a:lnTo>
                <a:close/>
              </a:path>
              <a:path extrusionOk="0" h="1607820" w="4617085">
                <a:moveTo>
                  <a:pt x="4568265" y="22641"/>
                </a:moveTo>
                <a:lnTo>
                  <a:pt x="4549309" y="26458"/>
                </a:lnTo>
                <a:lnTo>
                  <a:pt x="4533837" y="36871"/>
                </a:lnTo>
                <a:lnTo>
                  <a:pt x="4523410" y="52320"/>
                </a:lnTo>
                <a:lnTo>
                  <a:pt x="4519587" y="71249"/>
                </a:lnTo>
                <a:lnTo>
                  <a:pt x="4523410" y="90177"/>
                </a:lnTo>
                <a:lnTo>
                  <a:pt x="4533837" y="105627"/>
                </a:lnTo>
                <a:lnTo>
                  <a:pt x="4549309" y="116039"/>
                </a:lnTo>
                <a:lnTo>
                  <a:pt x="4568265" y="119856"/>
                </a:lnTo>
                <a:lnTo>
                  <a:pt x="4587201" y="116039"/>
                </a:lnTo>
                <a:lnTo>
                  <a:pt x="4602675" y="105627"/>
                </a:lnTo>
                <a:lnTo>
                  <a:pt x="4613113" y="90177"/>
                </a:lnTo>
                <a:lnTo>
                  <a:pt x="4616942" y="71249"/>
                </a:lnTo>
                <a:lnTo>
                  <a:pt x="4613113" y="52320"/>
                </a:lnTo>
                <a:lnTo>
                  <a:pt x="4602675" y="36871"/>
                </a:lnTo>
                <a:lnTo>
                  <a:pt x="4587201" y="26458"/>
                </a:lnTo>
                <a:lnTo>
                  <a:pt x="4568265" y="22641"/>
                </a:lnTo>
                <a:close/>
              </a:path>
              <a:path extrusionOk="0" h="1607820" w="4617085">
                <a:moveTo>
                  <a:pt x="29377" y="344295"/>
                </a:moveTo>
                <a:lnTo>
                  <a:pt x="17935" y="346598"/>
                </a:lnTo>
                <a:lnTo>
                  <a:pt x="8598" y="352881"/>
                </a:lnTo>
                <a:lnTo>
                  <a:pt x="2306" y="362205"/>
                </a:lnTo>
                <a:lnTo>
                  <a:pt x="0" y="373630"/>
                </a:lnTo>
                <a:lnTo>
                  <a:pt x="2306" y="385056"/>
                </a:lnTo>
                <a:lnTo>
                  <a:pt x="8598" y="394379"/>
                </a:lnTo>
                <a:lnTo>
                  <a:pt x="17935" y="400663"/>
                </a:lnTo>
                <a:lnTo>
                  <a:pt x="29377" y="402966"/>
                </a:lnTo>
                <a:lnTo>
                  <a:pt x="40793" y="400663"/>
                </a:lnTo>
                <a:lnTo>
                  <a:pt x="50117" y="394380"/>
                </a:lnTo>
                <a:lnTo>
                  <a:pt x="56404" y="385056"/>
                </a:lnTo>
                <a:lnTo>
                  <a:pt x="58709" y="373630"/>
                </a:lnTo>
                <a:lnTo>
                  <a:pt x="56404" y="362205"/>
                </a:lnTo>
                <a:lnTo>
                  <a:pt x="50117" y="352881"/>
                </a:lnTo>
                <a:lnTo>
                  <a:pt x="40793" y="346598"/>
                </a:lnTo>
                <a:lnTo>
                  <a:pt x="29377" y="344295"/>
                </a:lnTo>
                <a:close/>
              </a:path>
              <a:path extrusionOk="0" h="1607820" w="4617085">
                <a:moveTo>
                  <a:pt x="331970" y="340926"/>
                </a:moveTo>
                <a:lnTo>
                  <a:pt x="319222" y="343496"/>
                </a:lnTo>
                <a:lnTo>
                  <a:pt x="308812" y="350506"/>
                </a:lnTo>
                <a:lnTo>
                  <a:pt x="301792" y="360901"/>
                </a:lnTo>
                <a:lnTo>
                  <a:pt x="299218" y="373630"/>
                </a:lnTo>
                <a:lnTo>
                  <a:pt x="301792" y="386359"/>
                </a:lnTo>
                <a:lnTo>
                  <a:pt x="308812" y="396755"/>
                </a:lnTo>
                <a:lnTo>
                  <a:pt x="319222" y="403764"/>
                </a:lnTo>
                <a:lnTo>
                  <a:pt x="331970" y="406335"/>
                </a:lnTo>
                <a:lnTo>
                  <a:pt x="344691" y="403764"/>
                </a:lnTo>
                <a:lnTo>
                  <a:pt x="355088" y="396755"/>
                </a:lnTo>
                <a:lnTo>
                  <a:pt x="362103" y="386359"/>
                </a:lnTo>
                <a:lnTo>
                  <a:pt x="364676" y="373630"/>
                </a:lnTo>
                <a:lnTo>
                  <a:pt x="362103" y="360901"/>
                </a:lnTo>
                <a:lnTo>
                  <a:pt x="355088" y="350506"/>
                </a:lnTo>
                <a:lnTo>
                  <a:pt x="344691" y="343496"/>
                </a:lnTo>
                <a:lnTo>
                  <a:pt x="331970" y="340926"/>
                </a:lnTo>
                <a:close/>
              </a:path>
              <a:path extrusionOk="0" h="1607820" w="4617085">
                <a:moveTo>
                  <a:pt x="634562" y="338455"/>
                </a:moveTo>
                <a:lnTo>
                  <a:pt x="620833" y="341223"/>
                </a:lnTo>
                <a:lnTo>
                  <a:pt x="609622" y="348771"/>
                </a:lnTo>
                <a:lnTo>
                  <a:pt x="602063" y="359966"/>
                </a:lnTo>
                <a:lnTo>
                  <a:pt x="599291" y="373675"/>
                </a:lnTo>
                <a:lnTo>
                  <a:pt x="602063" y="387359"/>
                </a:lnTo>
                <a:lnTo>
                  <a:pt x="609622" y="398541"/>
                </a:lnTo>
                <a:lnTo>
                  <a:pt x="620833" y="406084"/>
                </a:lnTo>
                <a:lnTo>
                  <a:pt x="634562" y="408851"/>
                </a:lnTo>
                <a:lnTo>
                  <a:pt x="648265" y="406084"/>
                </a:lnTo>
                <a:lnTo>
                  <a:pt x="659463" y="398541"/>
                </a:lnTo>
                <a:lnTo>
                  <a:pt x="667017" y="387359"/>
                </a:lnTo>
                <a:lnTo>
                  <a:pt x="669788" y="373675"/>
                </a:lnTo>
                <a:lnTo>
                  <a:pt x="667017" y="359966"/>
                </a:lnTo>
                <a:lnTo>
                  <a:pt x="659463" y="348771"/>
                </a:lnTo>
                <a:lnTo>
                  <a:pt x="648265" y="341223"/>
                </a:lnTo>
                <a:lnTo>
                  <a:pt x="634562" y="338455"/>
                </a:lnTo>
                <a:close/>
              </a:path>
              <a:path extrusionOk="0" h="1607820" w="4617085">
                <a:moveTo>
                  <a:pt x="937110" y="335939"/>
                </a:moveTo>
                <a:lnTo>
                  <a:pt x="922424" y="338904"/>
                </a:lnTo>
                <a:lnTo>
                  <a:pt x="910426" y="346991"/>
                </a:lnTo>
                <a:lnTo>
                  <a:pt x="902333" y="358985"/>
                </a:lnTo>
                <a:lnTo>
                  <a:pt x="899364" y="373675"/>
                </a:lnTo>
                <a:lnTo>
                  <a:pt x="902333" y="388340"/>
                </a:lnTo>
                <a:lnTo>
                  <a:pt x="910426" y="400321"/>
                </a:lnTo>
                <a:lnTo>
                  <a:pt x="922424" y="408402"/>
                </a:lnTo>
                <a:lnTo>
                  <a:pt x="937110" y="411366"/>
                </a:lnTo>
                <a:lnTo>
                  <a:pt x="951821" y="408402"/>
                </a:lnTo>
                <a:lnTo>
                  <a:pt x="963833" y="400321"/>
                </a:lnTo>
                <a:lnTo>
                  <a:pt x="971931" y="388340"/>
                </a:lnTo>
                <a:lnTo>
                  <a:pt x="974900" y="373675"/>
                </a:lnTo>
                <a:lnTo>
                  <a:pt x="971931" y="358985"/>
                </a:lnTo>
                <a:lnTo>
                  <a:pt x="963833" y="346991"/>
                </a:lnTo>
                <a:lnTo>
                  <a:pt x="951821" y="338904"/>
                </a:lnTo>
                <a:lnTo>
                  <a:pt x="937110" y="335939"/>
                </a:lnTo>
                <a:close/>
              </a:path>
              <a:path extrusionOk="0" h="1607820" w="4617085">
                <a:moveTo>
                  <a:pt x="1239702" y="332570"/>
                </a:moveTo>
                <a:lnTo>
                  <a:pt x="1223718" y="335803"/>
                </a:lnTo>
                <a:lnTo>
                  <a:pt x="1210662" y="344615"/>
                </a:lnTo>
                <a:lnTo>
                  <a:pt x="1201857" y="357682"/>
                </a:lnTo>
                <a:lnTo>
                  <a:pt x="1198628" y="373675"/>
                </a:lnTo>
                <a:lnTo>
                  <a:pt x="1201857" y="389662"/>
                </a:lnTo>
                <a:lnTo>
                  <a:pt x="1210662" y="402713"/>
                </a:lnTo>
                <a:lnTo>
                  <a:pt x="1223719" y="411510"/>
                </a:lnTo>
                <a:lnTo>
                  <a:pt x="1239702" y="414736"/>
                </a:lnTo>
                <a:lnTo>
                  <a:pt x="1255719" y="411510"/>
                </a:lnTo>
                <a:lnTo>
                  <a:pt x="1268804" y="402713"/>
                </a:lnTo>
                <a:lnTo>
                  <a:pt x="1277629" y="389662"/>
                </a:lnTo>
                <a:lnTo>
                  <a:pt x="1280867" y="373675"/>
                </a:lnTo>
                <a:lnTo>
                  <a:pt x="1277629" y="357682"/>
                </a:lnTo>
                <a:lnTo>
                  <a:pt x="1268804" y="344615"/>
                </a:lnTo>
                <a:lnTo>
                  <a:pt x="1255719" y="335803"/>
                </a:lnTo>
                <a:lnTo>
                  <a:pt x="1239702" y="332570"/>
                </a:lnTo>
                <a:close/>
              </a:path>
              <a:path extrusionOk="0" h="1607820" w="4617085">
                <a:moveTo>
                  <a:pt x="1542295" y="330099"/>
                </a:moveTo>
                <a:lnTo>
                  <a:pt x="1525329" y="333522"/>
                </a:lnTo>
                <a:lnTo>
                  <a:pt x="1511472" y="342858"/>
                </a:lnTo>
                <a:lnTo>
                  <a:pt x="1502128" y="356708"/>
                </a:lnTo>
                <a:lnTo>
                  <a:pt x="1498701" y="373675"/>
                </a:lnTo>
                <a:lnTo>
                  <a:pt x="1502128" y="390643"/>
                </a:lnTo>
                <a:lnTo>
                  <a:pt x="1511472" y="404493"/>
                </a:lnTo>
                <a:lnTo>
                  <a:pt x="1525329" y="413829"/>
                </a:lnTo>
                <a:lnTo>
                  <a:pt x="1542295" y="417252"/>
                </a:lnTo>
                <a:lnTo>
                  <a:pt x="1559286" y="413829"/>
                </a:lnTo>
                <a:lnTo>
                  <a:pt x="1573157" y="404493"/>
                </a:lnTo>
                <a:lnTo>
                  <a:pt x="1582506" y="390643"/>
                </a:lnTo>
                <a:lnTo>
                  <a:pt x="1585933" y="373676"/>
                </a:lnTo>
                <a:lnTo>
                  <a:pt x="1582506" y="356708"/>
                </a:lnTo>
                <a:lnTo>
                  <a:pt x="1573157" y="342858"/>
                </a:lnTo>
                <a:lnTo>
                  <a:pt x="1559286" y="333522"/>
                </a:lnTo>
                <a:lnTo>
                  <a:pt x="1542295" y="330099"/>
                </a:lnTo>
                <a:close/>
              </a:path>
              <a:path extrusionOk="0" h="1607820" w="4617085">
                <a:moveTo>
                  <a:pt x="1844887" y="327584"/>
                </a:moveTo>
                <a:lnTo>
                  <a:pt x="1826939" y="331204"/>
                </a:lnTo>
                <a:lnTo>
                  <a:pt x="1812282" y="341078"/>
                </a:lnTo>
                <a:lnTo>
                  <a:pt x="1802398" y="355728"/>
                </a:lnTo>
                <a:lnTo>
                  <a:pt x="1798774" y="373676"/>
                </a:lnTo>
                <a:lnTo>
                  <a:pt x="1802398" y="391623"/>
                </a:lnTo>
                <a:lnTo>
                  <a:pt x="1812282" y="406273"/>
                </a:lnTo>
                <a:lnTo>
                  <a:pt x="1826940" y="416148"/>
                </a:lnTo>
                <a:lnTo>
                  <a:pt x="1844887" y="419767"/>
                </a:lnTo>
                <a:lnTo>
                  <a:pt x="1862861" y="416148"/>
                </a:lnTo>
                <a:lnTo>
                  <a:pt x="1877532" y="406273"/>
                </a:lnTo>
                <a:lnTo>
                  <a:pt x="1887420" y="391623"/>
                </a:lnTo>
                <a:lnTo>
                  <a:pt x="1891045" y="373676"/>
                </a:lnTo>
                <a:lnTo>
                  <a:pt x="1887420" y="355728"/>
                </a:lnTo>
                <a:lnTo>
                  <a:pt x="1877532" y="341078"/>
                </a:lnTo>
                <a:lnTo>
                  <a:pt x="1862861" y="331204"/>
                </a:lnTo>
                <a:lnTo>
                  <a:pt x="1844887" y="327584"/>
                </a:lnTo>
                <a:close/>
              </a:path>
              <a:path extrusionOk="0" h="1607820" w="4617085">
                <a:moveTo>
                  <a:pt x="2147480" y="325068"/>
                </a:moveTo>
                <a:lnTo>
                  <a:pt x="2128550" y="328885"/>
                </a:lnTo>
                <a:lnTo>
                  <a:pt x="2113092" y="339298"/>
                </a:lnTo>
                <a:lnTo>
                  <a:pt x="2102669" y="354747"/>
                </a:lnTo>
                <a:lnTo>
                  <a:pt x="2098847" y="373676"/>
                </a:lnTo>
                <a:lnTo>
                  <a:pt x="2102669" y="392604"/>
                </a:lnTo>
                <a:lnTo>
                  <a:pt x="2113092" y="408054"/>
                </a:lnTo>
                <a:lnTo>
                  <a:pt x="2128550" y="418466"/>
                </a:lnTo>
                <a:lnTo>
                  <a:pt x="2147480" y="422283"/>
                </a:lnTo>
                <a:lnTo>
                  <a:pt x="2166442" y="418466"/>
                </a:lnTo>
                <a:lnTo>
                  <a:pt x="2181930" y="408054"/>
                </a:lnTo>
                <a:lnTo>
                  <a:pt x="2192372" y="392604"/>
                </a:lnTo>
                <a:lnTo>
                  <a:pt x="2196202" y="373676"/>
                </a:lnTo>
                <a:lnTo>
                  <a:pt x="2192372" y="354747"/>
                </a:lnTo>
                <a:lnTo>
                  <a:pt x="2181930" y="339298"/>
                </a:lnTo>
                <a:lnTo>
                  <a:pt x="2166442" y="328885"/>
                </a:lnTo>
                <a:lnTo>
                  <a:pt x="2147480" y="325068"/>
                </a:lnTo>
                <a:close/>
              </a:path>
              <a:path extrusionOk="0" h="1607820" w="4617085">
                <a:moveTo>
                  <a:pt x="2450072" y="322552"/>
                </a:moveTo>
                <a:lnTo>
                  <a:pt x="2430160" y="326567"/>
                </a:lnTo>
                <a:lnTo>
                  <a:pt x="2413901" y="337518"/>
                </a:lnTo>
                <a:lnTo>
                  <a:pt x="2402940" y="353767"/>
                </a:lnTo>
                <a:lnTo>
                  <a:pt x="2398920" y="373676"/>
                </a:lnTo>
                <a:lnTo>
                  <a:pt x="2402940" y="393592"/>
                </a:lnTo>
                <a:lnTo>
                  <a:pt x="2413901" y="409856"/>
                </a:lnTo>
                <a:lnTo>
                  <a:pt x="2430161" y="420823"/>
                </a:lnTo>
                <a:lnTo>
                  <a:pt x="2450072" y="424844"/>
                </a:lnTo>
                <a:lnTo>
                  <a:pt x="2470017" y="420823"/>
                </a:lnTo>
                <a:lnTo>
                  <a:pt x="2486305" y="409856"/>
                </a:lnTo>
                <a:lnTo>
                  <a:pt x="2497287" y="393592"/>
                </a:lnTo>
                <a:lnTo>
                  <a:pt x="2501314" y="373676"/>
                </a:lnTo>
                <a:lnTo>
                  <a:pt x="2497287" y="353767"/>
                </a:lnTo>
                <a:lnTo>
                  <a:pt x="2486305" y="337518"/>
                </a:lnTo>
                <a:lnTo>
                  <a:pt x="2470017" y="326567"/>
                </a:lnTo>
                <a:lnTo>
                  <a:pt x="2450072" y="322552"/>
                </a:lnTo>
                <a:close/>
              </a:path>
              <a:path extrusionOk="0" h="1607820" w="4617085">
                <a:moveTo>
                  <a:pt x="2752665" y="319183"/>
                </a:moveTo>
                <a:lnTo>
                  <a:pt x="2731448" y="323471"/>
                </a:lnTo>
                <a:lnTo>
                  <a:pt x="2714115" y="335159"/>
                </a:lnTo>
                <a:lnTo>
                  <a:pt x="2702426" y="352482"/>
                </a:lnTo>
                <a:lnTo>
                  <a:pt x="2698139" y="373676"/>
                </a:lnTo>
                <a:lnTo>
                  <a:pt x="2702426" y="394888"/>
                </a:lnTo>
                <a:lnTo>
                  <a:pt x="2714115" y="412209"/>
                </a:lnTo>
                <a:lnTo>
                  <a:pt x="2731448" y="423887"/>
                </a:lnTo>
                <a:lnTo>
                  <a:pt x="2752665" y="428168"/>
                </a:lnTo>
                <a:lnTo>
                  <a:pt x="2773908" y="423887"/>
                </a:lnTo>
                <a:lnTo>
                  <a:pt x="2791254" y="412209"/>
                </a:lnTo>
                <a:lnTo>
                  <a:pt x="2802948" y="394888"/>
                </a:lnTo>
                <a:lnTo>
                  <a:pt x="2807236" y="373676"/>
                </a:lnTo>
                <a:lnTo>
                  <a:pt x="2802948" y="352482"/>
                </a:lnTo>
                <a:lnTo>
                  <a:pt x="2791253" y="335159"/>
                </a:lnTo>
                <a:lnTo>
                  <a:pt x="2773908" y="323471"/>
                </a:lnTo>
                <a:lnTo>
                  <a:pt x="2752665" y="319183"/>
                </a:lnTo>
                <a:close/>
              </a:path>
              <a:path extrusionOk="0" h="1607820" w="4617085">
                <a:moveTo>
                  <a:pt x="3055302" y="316667"/>
                </a:moveTo>
                <a:lnTo>
                  <a:pt x="3033103" y="321153"/>
                </a:lnTo>
                <a:lnTo>
                  <a:pt x="3014970" y="333379"/>
                </a:lnTo>
                <a:lnTo>
                  <a:pt x="3002742" y="351502"/>
                </a:lnTo>
                <a:lnTo>
                  <a:pt x="2998257" y="373676"/>
                </a:lnTo>
                <a:lnTo>
                  <a:pt x="3002742" y="395869"/>
                </a:lnTo>
                <a:lnTo>
                  <a:pt x="3014970" y="413989"/>
                </a:lnTo>
                <a:lnTo>
                  <a:pt x="3033103" y="426205"/>
                </a:lnTo>
                <a:lnTo>
                  <a:pt x="3055302" y="430684"/>
                </a:lnTo>
                <a:lnTo>
                  <a:pt x="3077520" y="426205"/>
                </a:lnTo>
                <a:lnTo>
                  <a:pt x="3095651" y="413989"/>
                </a:lnTo>
                <a:lnTo>
                  <a:pt x="3107869" y="395869"/>
                </a:lnTo>
                <a:lnTo>
                  <a:pt x="3112348" y="373676"/>
                </a:lnTo>
                <a:lnTo>
                  <a:pt x="3107863" y="351502"/>
                </a:lnTo>
                <a:lnTo>
                  <a:pt x="3095634" y="333379"/>
                </a:lnTo>
                <a:lnTo>
                  <a:pt x="3077501" y="321153"/>
                </a:lnTo>
                <a:lnTo>
                  <a:pt x="3055302" y="316667"/>
                </a:lnTo>
                <a:close/>
              </a:path>
              <a:path extrusionOk="0" h="1607820" w="4617085">
                <a:moveTo>
                  <a:pt x="3357895" y="314152"/>
                </a:moveTo>
                <a:lnTo>
                  <a:pt x="3334714" y="318834"/>
                </a:lnTo>
                <a:lnTo>
                  <a:pt x="3315780" y="331599"/>
                </a:lnTo>
                <a:lnTo>
                  <a:pt x="3303012" y="350521"/>
                </a:lnTo>
                <a:lnTo>
                  <a:pt x="3298330" y="373676"/>
                </a:lnTo>
                <a:lnTo>
                  <a:pt x="3303012" y="396850"/>
                </a:lnTo>
                <a:lnTo>
                  <a:pt x="3315780" y="415769"/>
                </a:lnTo>
                <a:lnTo>
                  <a:pt x="3334714" y="428524"/>
                </a:lnTo>
                <a:lnTo>
                  <a:pt x="3357895" y="433200"/>
                </a:lnTo>
                <a:lnTo>
                  <a:pt x="3381076" y="428524"/>
                </a:lnTo>
                <a:lnTo>
                  <a:pt x="3400009" y="415769"/>
                </a:lnTo>
                <a:lnTo>
                  <a:pt x="3412777" y="396850"/>
                </a:lnTo>
                <a:lnTo>
                  <a:pt x="3417459" y="373676"/>
                </a:lnTo>
                <a:lnTo>
                  <a:pt x="3412777" y="350521"/>
                </a:lnTo>
                <a:lnTo>
                  <a:pt x="3400009" y="331599"/>
                </a:lnTo>
                <a:lnTo>
                  <a:pt x="3381076" y="318834"/>
                </a:lnTo>
                <a:lnTo>
                  <a:pt x="3357895" y="314152"/>
                </a:lnTo>
                <a:close/>
              </a:path>
              <a:path extrusionOk="0" h="1607820" w="4617085">
                <a:moveTo>
                  <a:pt x="3660487" y="310019"/>
                </a:moveTo>
                <a:lnTo>
                  <a:pt x="3635665" y="315019"/>
                </a:lnTo>
                <a:lnTo>
                  <a:pt x="3615403" y="328662"/>
                </a:lnTo>
                <a:lnTo>
                  <a:pt x="3601746" y="348909"/>
                </a:lnTo>
                <a:lnTo>
                  <a:pt x="3596738" y="373721"/>
                </a:lnTo>
                <a:lnTo>
                  <a:pt x="3601746" y="398514"/>
                </a:lnTo>
                <a:lnTo>
                  <a:pt x="3615403" y="418763"/>
                </a:lnTo>
                <a:lnTo>
                  <a:pt x="3635665" y="432416"/>
                </a:lnTo>
                <a:lnTo>
                  <a:pt x="3660487" y="437423"/>
                </a:lnTo>
                <a:lnTo>
                  <a:pt x="3685290" y="432416"/>
                </a:lnTo>
                <a:lnTo>
                  <a:pt x="3705554" y="418763"/>
                </a:lnTo>
                <a:lnTo>
                  <a:pt x="3719222" y="398514"/>
                </a:lnTo>
                <a:lnTo>
                  <a:pt x="3724236" y="373721"/>
                </a:lnTo>
                <a:lnTo>
                  <a:pt x="3719222" y="348909"/>
                </a:lnTo>
                <a:lnTo>
                  <a:pt x="3705554" y="328662"/>
                </a:lnTo>
                <a:lnTo>
                  <a:pt x="3685290" y="315019"/>
                </a:lnTo>
                <a:lnTo>
                  <a:pt x="3660487" y="310019"/>
                </a:lnTo>
                <a:close/>
              </a:path>
              <a:path extrusionOk="0" h="1607820" w="4617085">
                <a:moveTo>
                  <a:pt x="3963080" y="306650"/>
                </a:moveTo>
                <a:lnTo>
                  <a:pt x="3936953" y="311918"/>
                </a:lnTo>
                <a:lnTo>
                  <a:pt x="3915617" y="326287"/>
                </a:lnTo>
                <a:lnTo>
                  <a:pt x="3901232" y="347605"/>
                </a:lnTo>
                <a:lnTo>
                  <a:pt x="3895957" y="373721"/>
                </a:lnTo>
                <a:lnTo>
                  <a:pt x="3901232" y="399817"/>
                </a:lnTo>
                <a:lnTo>
                  <a:pt x="3915617" y="421138"/>
                </a:lnTo>
                <a:lnTo>
                  <a:pt x="3936953" y="435518"/>
                </a:lnTo>
                <a:lnTo>
                  <a:pt x="3963080" y="440792"/>
                </a:lnTo>
                <a:lnTo>
                  <a:pt x="3989207" y="435518"/>
                </a:lnTo>
                <a:lnTo>
                  <a:pt x="4010543" y="421138"/>
                </a:lnTo>
                <a:lnTo>
                  <a:pt x="4024928" y="399817"/>
                </a:lnTo>
                <a:lnTo>
                  <a:pt x="4030202" y="373721"/>
                </a:lnTo>
                <a:lnTo>
                  <a:pt x="4024928" y="347605"/>
                </a:lnTo>
                <a:lnTo>
                  <a:pt x="4010543" y="326287"/>
                </a:lnTo>
                <a:lnTo>
                  <a:pt x="3989207" y="311918"/>
                </a:lnTo>
                <a:lnTo>
                  <a:pt x="3963080" y="306650"/>
                </a:lnTo>
                <a:close/>
              </a:path>
              <a:path extrusionOk="0" h="1607820" w="4617085">
                <a:moveTo>
                  <a:pt x="4265672" y="302427"/>
                </a:moveTo>
                <a:lnTo>
                  <a:pt x="4237904" y="308026"/>
                </a:lnTo>
                <a:lnTo>
                  <a:pt x="4215240" y="323300"/>
                </a:lnTo>
                <a:lnTo>
                  <a:pt x="4199965" y="345960"/>
                </a:lnTo>
                <a:lnTo>
                  <a:pt x="4194365" y="373721"/>
                </a:lnTo>
                <a:lnTo>
                  <a:pt x="4199965" y="401456"/>
                </a:lnTo>
                <a:lnTo>
                  <a:pt x="4215240" y="424103"/>
                </a:lnTo>
                <a:lnTo>
                  <a:pt x="4237904" y="439372"/>
                </a:lnTo>
                <a:lnTo>
                  <a:pt x="4265672" y="444970"/>
                </a:lnTo>
                <a:lnTo>
                  <a:pt x="4293428" y="439372"/>
                </a:lnTo>
                <a:lnTo>
                  <a:pt x="4316110" y="424103"/>
                </a:lnTo>
                <a:lnTo>
                  <a:pt x="4331411" y="401456"/>
                </a:lnTo>
                <a:lnTo>
                  <a:pt x="4337024" y="373721"/>
                </a:lnTo>
                <a:lnTo>
                  <a:pt x="4331411" y="345960"/>
                </a:lnTo>
                <a:lnTo>
                  <a:pt x="4316110" y="323300"/>
                </a:lnTo>
                <a:lnTo>
                  <a:pt x="4293428" y="308026"/>
                </a:lnTo>
                <a:lnTo>
                  <a:pt x="4265672" y="302427"/>
                </a:lnTo>
                <a:close/>
              </a:path>
              <a:path extrusionOk="0" h="1607820" w="4617085">
                <a:moveTo>
                  <a:pt x="4568265" y="334323"/>
                </a:moveTo>
                <a:lnTo>
                  <a:pt x="4552914" y="337415"/>
                </a:lnTo>
                <a:lnTo>
                  <a:pt x="4540372" y="345851"/>
                </a:lnTo>
                <a:lnTo>
                  <a:pt x="4531913" y="358373"/>
                </a:lnTo>
                <a:lnTo>
                  <a:pt x="4528810" y="373721"/>
                </a:lnTo>
                <a:lnTo>
                  <a:pt x="4531913" y="389050"/>
                </a:lnTo>
                <a:lnTo>
                  <a:pt x="4540372" y="401574"/>
                </a:lnTo>
                <a:lnTo>
                  <a:pt x="4552914" y="410021"/>
                </a:lnTo>
                <a:lnTo>
                  <a:pt x="4568265" y="413119"/>
                </a:lnTo>
                <a:lnTo>
                  <a:pt x="4583609" y="410021"/>
                </a:lnTo>
                <a:lnTo>
                  <a:pt x="4596135" y="401574"/>
                </a:lnTo>
                <a:lnTo>
                  <a:pt x="4604579" y="389050"/>
                </a:lnTo>
                <a:lnTo>
                  <a:pt x="4607675" y="373721"/>
                </a:lnTo>
                <a:lnTo>
                  <a:pt x="4604579" y="358373"/>
                </a:lnTo>
                <a:lnTo>
                  <a:pt x="4596135" y="345851"/>
                </a:lnTo>
                <a:lnTo>
                  <a:pt x="4583609" y="337415"/>
                </a:lnTo>
                <a:lnTo>
                  <a:pt x="4568265" y="334323"/>
                </a:lnTo>
                <a:close/>
              </a:path>
              <a:path extrusionOk="0" h="1607820" w="4617085">
                <a:moveTo>
                  <a:pt x="29377" y="646767"/>
                </a:moveTo>
                <a:lnTo>
                  <a:pt x="17935" y="649070"/>
                </a:lnTo>
                <a:lnTo>
                  <a:pt x="8598" y="655353"/>
                </a:lnTo>
                <a:lnTo>
                  <a:pt x="2306" y="664677"/>
                </a:lnTo>
                <a:lnTo>
                  <a:pt x="0" y="676103"/>
                </a:lnTo>
                <a:lnTo>
                  <a:pt x="2306" y="687528"/>
                </a:lnTo>
                <a:lnTo>
                  <a:pt x="8598" y="696852"/>
                </a:lnTo>
                <a:lnTo>
                  <a:pt x="17935" y="703135"/>
                </a:lnTo>
                <a:lnTo>
                  <a:pt x="29377" y="705438"/>
                </a:lnTo>
                <a:lnTo>
                  <a:pt x="40793" y="703135"/>
                </a:lnTo>
                <a:lnTo>
                  <a:pt x="50117" y="696852"/>
                </a:lnTo>
                <a:lnTo>
                  <a:pt x="56404" y="687528"/>
                </a:lnTo>
                <a:lnTo>
                  <a:pt x="58710" y="676103"/>
                </a:lnTo>
                <a:lnTo>
                  <a:pt x="56404" y="664677"/>
                </a:lnTo>
                <a:lnTo>
                  <a:pt x="50117" y="655353"/>
                </a:lnTo>
                <a:lnTo>
                  <a:pt x="40793" y="649070"/>
                </a:lnTo>
                <a:lnTo>
                  <a:pt x="29377" y="646767"/>
                </a:lnTo>
                <a:close/>
              </a:path>
              <a:path extrusionOk="0" h="1607820" w="4617085">
                <a:moveTo>
                  <a:pt x="331970" y="643398"/>
                </a:moveTo>
                <a:lnTo>
                  <a:pt x="319222" y="645969"/>
                </a:lnTo>
                <a:lnTo>
                  <a:pt x="308812" y="652978"/>
                </a:lnTo>
                <a:lnTo>
                  <a:pt x="301792" y="663374"/>
                </a:lnTo>
                <a:lnTo>
                  <a:pt x="299218" y="676103"/>
                </a:lnTo>
                <a:lnTo>
                  <a:pt x="301792" y="688831"/>
                </a:lnTo>
                <a:lnTo>
                  <a:pt x="308812" y="699227"/>
                </a:lnTo>
                <a:lnTo>
                  <a:pt x="319222" y="706237"/>
                </a:lnTo>
                <a:lnTo>
                  <a:pt x="331970" y="708807"/>
                </a:lnTo>
                <a:lnTo>
                  <a:pt x="344691" y="706237"/>
                </a:lnTo>
                <a:lnTo>
                  <a:pt x="355088" y="699227"/>
                </a:lnTo>
                <a:lnTo>
                  <a:pt x="362103" y="688831"/>
                </a:lnTo>
                <a:lnTo>
                  <a:pt x="364676" y="676103"/>
                </a:lnTo>
                <a:lnTo>
                  <a:pt x="362103" y="663374"/>
                </a:lnTo>
                <a:lnTo>
                  <a:pt x="355088" y="652978"/>
                </a:lnTo>
                <a:lnTo>
                  <a:pt x="344691" y="645969"/>
                </a:lnTo>
                <a:lnTo>
                  <a:pt x="331970" y="643398"/>
                </a:lnTo>
                <a:close/>
              </a:path>
              <a:path extrusionOk="0" h="1607820" w="4617085">
                <a:moveTo>
                  <a:pt x="634562" y="640927"/>
                </a:moveTo>
                <a:lnTo>
                  <a:pt x="620833" y="643694"/>
                </a:lnTo>
                <a:lnTo>
                  <a:pt x="609622" y="651237"/>
                </a:lnTo>
                <a:lnTo>
                  <a:pt x="602063" y="662419"/>
                </a:lnTo>
                <a:lnTo>
                  <a:pt x="599291" y="676103"/>
                </a:lnTo>
                <a:lnTo>
                  <a:pt x="602063" y="689812"/>
                </a:lnTo>
                <a:lnTo>
                  <a:pt x="609622" y="701007"/>
                </a:lnTo>
                <a:lnTo>
                  <a:pt x="620833" y="708555"/>
                </a:lnTo>
                <a:lnTo>
                  <a:pt x="634562" y="711323"/>
                </a:lnTo>
                <a:lnTo>
                  <a:pt x="648265" y="708555"/>
                </a:lnTo>
                <a:lnTo>
                  <a:pt x="659463" y="701007"/>
                </a:lnTo>
                <a:lnTo>
                  <a:pt x="667017" y="689812"/>
                </a:lnTo>
                <a:lnTo>
                  <a:pt x="669788" y="676103"/>
                </a:lnTo>
                <a:lnTo>
                  <a:pt x="667017" y="662419"/>
                </a:lnTo>
                <a:lnTo>
                  <a:pt x="659463" y="651237"/>
                </a:lnTo>
                <a:lnTo>
                  <a:pt x="648265" y="643694"/>
                </a:lnTo>
                <a:lnTo>
                  <a:pt x="634562" y="640927"/>
                </a:lnTo>
                <a:close/>
              </a:path>
              <a:path extrusionOk="0" h="1607820" w="4617085">
                <a:moveTo>
                  <a:pt x="937110" y="638412"/>
                </a:moveTo>
                <a:lnTo>
                  <a:pt x="922424" y="641376"/>
                </a:lnTo>
                <a:lnTo>
                  <a:pt x="910426" y="649457"/>
                </a:lnTo>
                <a:lnTo>
                  <a:pt x="902333" y="661439"/>
                </a:lnTo>
                <a:lnTo>
                  <a:pt x="899364" y="676103"/>
                </a:lnTo>
                <a:lnTo>
                  <a:pt x="902333" y="690793"/>
                </a:lnTo>
                <a:lnTo>
                  <a:pt x="910426" y="702787"/>
                </a:lnTo>
                <a:lnTo>
                  <a:pt x="922424" y="710874"/>
                </a:lnTo>
                <a:lnTo>
                  <a:pt x="937110" y="713839"/>
                </a:lnTo>
                <a:lnTo>
                  <a:pt x="951821" y="710874"/>
                </a:lnTo>
                <a:lnTo>
                  <a:pt x="963833" y="702787"/>
                </a:lnTo>
                <a:lnTo>
                  <a:pt x="971931" y="690793"/>
                </a:lnTo>
                <a:lnTo>
                  <a:pt x="974900" y="676103"/>
                </a:lnTo>
                <a:lnTo>
                  <a:pt x="971931" y="661439"/>
                </a:lnTo>
                <a:lnTo>
                  <a:pt x="963833" y="649457"/>
                </a:lnTo>
                <a:lnTo>
                  <a:pt x="951821" y="641376"/>
                </a:lnTo>
                <a:lnTo>
                  <a:pt x="937110" y="638412"/>
                </a:lnTo>
                <a:close/>
              </a:path>
              <a:path extrusionOk="0" h="1607820" w="4617085">
                <a:moveTo>
                  <a:pt x="1239702" y="635042"/>
                </a:moveTo>
                <a:lnTo>
                  <a:pt x="1223719" y="638268"/>
                </a:lnTo>
                <a:lnTo>
                  <a:pt x="1210662" y="647065"/>
                </a:lnTo>
                <a:lnTo>
                  <a:pt x="1201857" y="660116"/>
                </a:lnTo>
                <a:lnTo>
                  <a:pt x="1198628" y="676103"/>
                </a:lnTo>
                <a:lnTo>
                  <a:pt x="1201857" y="692096"/>
                </a:lnTo>
                <a:lnTo>
                  <a:pt x="1210662" y="705163"/>
                </a:lnTo>
                <a:lnTo>
                  <a:pt x="1223719" y="713976"/>
                </a:lnTo>
                <a:lnTo>
                  <a:pt x="1239702" y="717208"/>
                </a:lnTo>
                <a:lnTo>
                  <a:pt x="1255719" y="713976"/>
                </a:lnTo>
                <a:lnTo>
                  <a:pt x="1268804" y="705163"/>
                </a:lnTo>
                <a:lnTo>
                  <a:pt x="1277629" y="692096"/>
                </a:lnTo>
                <a:lnTo>
                  <a:pt x="1280867" y="676103"/>
                </a:lnTo>
                <a:lnTo>
                  <a:pt x="1277629" y="660116"/>
                </a:lnTo>
                <a:lnTo>
                  <a:pt x="1268804" y="647065"/>
                </a:lnTo>
                <a:lnTo>
                  <a:pt x="1255719" y="638268"/>
                </a:lnTo>
                <a:lnTo>
                  <a:pt x="1239702" y="635042"/>
                </a:lnTo>
                <a:close/>
              </a:path>
              <a:path extrusionOk="0" h="1607820" w="4617085">
                <a:moveTo>
                  <a:pt x="1542295" y="632527"/>
                </a:moveTo>
                <a:lnTo>
                  <a:pt x="1525329" y="635956"/>
                </a:lnTo>
                <a:lnTo>
                  <a:pt x="1511472" y="645308"/>
                </a:lnTo>
                <a:lnTo>
                  <a:pt x="1502128" y="659174"/>
                </a:lnTo>
                <a:lnTo>
                  <a:pt x="1498701" y="676148"/>
                </a:lnTo>
                <a:lnTo>
                  <a:pt x="1502128" y="693096"/>
                </a:lnTo>
                <a:lnTo>
                  <a:pt x="1511472" y="706949"/>
                </a:lnTo>
                <a:lnTo>
                  <a:pt x="1525329" y="716295"/>
                </a:lnTo>
                <a:lnTo>
                  <a:pt x="1542295" y="719724"/>
                </a:lnTo>
                <a:lnTo>
                  <a:pt x="1559286" y="716295"/>
                </a:lnTo>
                <a:lnTo>
                  <a:pt x="1573157" y="706949"/>
                </a:lnTo>
                <a:lnTo>
                  <a:pt x="1582506" y="693096"/>
                </a:lnTo>
                <a:lnTo>
                  <a:pt x="1585933" y="676148"/>
                </a:lnTo>
                <a:lnTo>
                  <a:pt x="1582506" y="659174"/>
                </a:lnTo>
                <a:lnTo>
                  <a:pt x="1573157" y="645308"/>
                </a:lnTo>
                <a:lnTo>
                  <a:pt x="1559286" y="635956"/>
                </a:lnTo>
                <a:lnTo>
                  <a:pt x="1542295" y="632527"/>
                </a:lnTo>
                <a:close/>
              </a:path>
              <a:path extrusionOk="0" h="1607820" w="4617085">
                <a:moveTo>
                  <a:pt x="1844887" y="630011"/>
                </a:moveTo>
                <a:lnTo>
                  <a:pt x="1826940" y="633638"/>
                </a:lnTo>
                <a:lnTo>
                  <a:pt x="1812282" y="643527"/>
                </a:lnTo>
                <a:lnTo>
                  <a:pt x="1802398" y="658193"/>
                </a:lnTo>
                <a:lnTo>
                  <a:pt x="1798774" y="676148"/>
                </a:lnTo>
                <a:lnTo>
                  <a:pt x="1802398" y="694096"/>
                </a:lnTo>
                <a:lnTo>
                  <a:pt x="1812282" y="708746"/>
                </a:lnTo>
                <a:lnTo>
                  <a:pt x="1826940" y="718620"/>
                </a:lnTo>
                <a:lnTo>
                  <a:pt x="1844887" y="722240"/>
                </a:lnTo>
                <a:lnTo>
                  <a:pt x="1862861" y="718620"/>
                </a:lnTo>
                <a:lnTo>
                  <a:pt x="1877532" y="708746"/>
                </a:lnTo>
                <a:lnTo>
                  <a:pt x="1887420" y="694096"/>
                </a:lnTo>
                <a:lnTo>
                  <a:pt x="1891045" y="676148"/>
                </a:lnTo>
                <a:lnTo>
                  <a:pt x="1887420" y="658193"/>
                </a:lnTo>
                <a:lnTo>
                  <a:pt x="1877532" y="643527"/>
                </a:lnTo>
                <a:lnTo>
                  <a:pt x="1862861" y="633638"/>
                </a:lnTo>
                <a:lnTo>
                  <a:pt x="1844887" y="630011"/>
                </a:lnTo>
                <a:close/>
              </a:path>
              <a:path extrusionOk="0" h="1607820" w="4617085">
                <a:moveTo>
                  <a:pt x="2147480" y="627495"/>
                </a:moveTo>
                <a:lnTo>
                  <a:pt x="2128550" y="631319"/>
                </a:lnTo>
                <a:lnTo>
                  <a:pt x="2113092" y="641747"/>
                </a:lnTo>
                <a:lnTo>
                  <a:pt x="2102669" y="657212"/>
                </a:lnTo>
                <a:lnTo>
                  <a:pt x="2098847" y="676148"/>
                </a:lnTo>
                <a:lnTo>
                  <a:pt x="2102669" y="695076"/>
                </a:lnTo>
                <a:lnTo>
                  <a:pt x="2113092" y="710526"/>
                </a:lnTo>
                <a:lnTo>
                  <a:pt x="2128550" y="720938"/>
                </a:lnTo>
                <a:lnTo>
                  <a:pt x="2147480" y="724755"/>
                </a:lnTo>
                <a:lnTo>
                  <a:pt x="2166442" y="720938"/>
                </a:lnTo>
                <a:lnTo>
                  <a:pt x="2181930" y="710526"/>
                </a:lnTo>
                <a:lnTo>
                  <a:pt x="2192373" y="695076"/>
                </a:lnTo>
                <a:lnTo>
                  <a:pt x="2196202" y="676148"/>
                </a:lnTo>
                <a:lnTo>
                  <a:pt x="2192373" y="657212"/>
                </a:lnTo>
                <a:lnTo>
                  <a:pt x="2181930" y="641747"/>
                </a:lnTo>
                <a:lnTo>
                  <a:pt x="2166442" y="631319"/>
                </a:lnTo>
                <a:lnTo>
                  <a:pt x="2147480" y="627495"/>
                </a:lnTo>
                <a:close/>
              </a:path>
              <a:path extrusionOk="0" h="1607820" w="4617085">
                <a:moveTo>
                  <a:pt x="2450072" y="624980"/>
                </a:moveTo>
                <a:lnTo>
                  <a:pt x="2430161" y="629001"/>
                </a:lnTo>
                <a:lnTo>
                  <a:pt x="2413901" y="639967"/>
                </a:lnTo>
                <a:lnTo>
                  <a:pt x="2402940" y="656232"/>
                </a:lnTo>
                <a:lnTo>
                  <a:pt x="2398920" y="676148"/>
                </a:lnTo>
                <a:lnTo>
                  <a:pt x="2402940" y="696057"/>
                </a:lnTo>
                <a:lnTo>
                  <a:pt x="2413901" y="712306"/>
                </a:lnTo>
                <a:lnTo>
                  <a:pt x="2430161" y="723257"/>
                </a:lnTo>
                <a:lnTo>
                  <a:pt x="2450072" y="727271"/>
                </a:lnTo>
                <a:lnTo>
                  <a:pt x="2470017" y="723257"/>
                </a:lnTo>
                <a:lnTo>
                  <a:pt x="2486305" y="712306"/>
                </a:lnTo>
                <a:lnTo>
                  <a:pt x="2497287" y="696057"/>
                </a:lnTo>
                <a:lnTo>
                  <a:pt x="2501314" y="676148"/>
                </a:lnTo>
                <a:lnTo>
                  <a:pt x="2497287" y="656232"/>
                </a:lnTo>
                <a:lnTo>
                  <a:pt x="2486305" y="639967"/>
                </a:lnTo>
                <a:lnTo>
                  <a:pt x="2470017" y="629001"/>
                </a:lnTo>
                <a:lnTo>
                  <a:pt x="2450072" y="624980"/>
                </a:lnTo>
                <a:close/>
              </a:path>
              <a:path extrusionOk="0" h="1607820" w="4617085">
                <a:moveTo>
                  <a:pt x="2752665" y="621655"/>
                </a:moveTo>
                <a:lnTo>
                  <a:pt x="2731448" y="625937"/>
                </a:lnTo>
                <a:lnTo>
                  <a:pt x="2714115" y="637615"/>
                </a:lnTo>
                <a:lnTo>
                  <a:pt x="2702426" y="654935"/>
                </a:lnTo>
                <a:lnTo>
                  <a:pt x="2698139" y="676148"/>
                </a:lnTo>
                <a:lnTo>
                  <a:pt x="2702426" y="697360"/>
                </a:lnTo>
                <a:lnTo>
                  <a:pt x="2714115" y="714681"/>
                </a:lnTo>
                <a:lnTo>
                  <a:pt x="2731448" y="726359"/>
                </a:lnTo>
                <a:lnTo>
                  <a:pt x="2752665" y="730641"/>
                </a:lnTo>
                <a:lnTo>
                  <a:pt x="2773908" y="726359"/>
                </a:lnTo>
                <a:lnTo>
                  <a:pt x="2791254" y="714681"/>
                </a:lnTo>
                <a:lnTo>
                  <a:pt x="2802948" y="697360"/>
                </a:lnTo>
                <a:lnTo>
                  <a:pt x="2807236" y="676148"/>
                </a:lnTo>
                <a:lnTo>
                  <a:pt x="2802948" y="654935"/>
                </a:lnTo>
                <a:lnTo>
                  <a:pt x="2791254" y="637615"/>
                </a:lnTo>
                <a:lnTo>
                  <a:pt x="2773908" y="625937"/>
                </a:lnTo>
                <a:lnTo>
                  <a:pt x="2752665" y="621655"/>
                </a:lnTo>
                <a:close/>
              </a:path>
              <a:path extrusionOk="0" h="1607820" w="4617085">
                <a:moveTo>
                  <a:pt x="3055302" y="619140"/>
                </a:moveTo>
                <a:lnTo>
                  <a:pt x="3033103" y="623619"/>
                </a:lnTo>
                <a:lnTo>
                  <a:pt x="3014970" y="635834"/>
                </a:lnTo>
                <a:lnTo>
                  <a:pt x="3002742" y="653955"/>
                </a:lnTo>
                <a:lnTo>
                  <a:pt x="2998257" y="676148"/>
                </a:lnTo>
                <a:lnTo>
                  <a:pt x="3002742" y="698341"/>
                </a:lnTo>
                <a:lnTo>
                  <a:pt x="3014970" y="716462"/>
                </a:lnTo>
                <a:lnTo>
                  <a:pt x="3033103" y="728677"/>
                </a:lnTo>
                <a:lnTo>
                  <a:pt x="3055302" y="733156"/>
                </a:lnTo>
                <a:lnTo>
                  <a:pt x="3077520" y="728677"/>
                </a:lnTo>
                <a:lnTo>
                  <a:pt x="3095651" y="716462"/>
                </a:lnTo>
                <a:lnTo>
                  <a:pt x="3107869" y="698341"/>
                </a:lnTo>
                <a:lnTo>
                  <a:pt x="3112348" y="676148"/>
                </a:lnTo>
                <a:lnTo>
                  <a:pt x="3107863" y="653955"/>
                </a:lnTo>
                <a:lnTo>
                  <a:pt x="3095634" y="635834"/>
                </a:lnTo>
                <a:lnTo>
                  <a:pt x="3077501" y="623619"/>
                </a:lnTo>
                <a:lnTo>
                  <a:pt x="3055302" y="619140"/>
                </a:lnTo>
                <a:close/>
              </a:path>
              <a:path extrusionOk="0" h="1607820" w="4617085">
                <a:moveTo>
                  <a:pt x="3357895" y="616624"/>
                </a:moveTo>
                <a:lnTo>
                  <a:pt x="3334714" y="621300"/>
                </a:lnTo>
                <a:lnTo>
                  <a:pt x="3315780" y="634054"/>
                </a:lnTo>
                <a:lnTo>
                  <a:pt x="3303012" y="652974"/>
                </a:lnTo>
                <a:lnTo>
                  <a:pt x="3298330" y="676148"/>
                </a:lnTo>
                <a:lnTo>
                  <a:pt x="3303012" y="699322"/>
                </a:lnTo>
                <a:lnTo>
                  <a:pt x="3315780" y="718242"/>
                </a:lnTo>
                <a:lnTo>
                  <a:pt x="3334714" y="730996"/>
                </a:lnTo>
                <a:lnTo>
                  <a:pt x="3357895" y="735672"/>
                </a:lnTo>
                <a:lnTo>
                  <a:pt x="3381076" y="730996"/>
                </a:lnTo>
                <a:lnTo>
                  <a:pt x="3400010" y="718242"/>
                </a:lnTo>
                <a:lnTo>
                  <a:pt x="3412777" y="699322"/>
                </a:lnTo>
                <a:lnTo>
                  <a:pt x="3417459" y="676148"/>
                </a:lnTo>
                <a:lnTo>
                  <a:pt x="3412777" y="652974"/>
                </a:lnTo>
                <a:lnTo>
                  <a:pt x="3400010" y="634054"/>
                </a:lnTo>
                <a:lnTo>
                  <a:pt x="3381076" y="621300"/>
                </a:lnTo>
                <a:lnTo>
                  <a:pt x="3357895" y="616624"/>
                </a:lnTo>
                <a:close/>
              </a:path>
              <a:path extrusionOk="0" h="1607820" w="4617085">
                <a:moveTo>
                  <a:pt x="3660487" y="612446"/>
                </a:moveTo>
                <a:lnTo>
                  <a:pt x="3635665" y="617453"/>
                </a:lnTo>
                <a:lnTo>
                  <a:pt x="3615403" y="631106"/>
                </a:lnTo>
                <a:lnTo>
                  <a:pt x="3601746" y="651355"/>
                </a:lnTo>
                <a:lnTo>
                  <a:pt x="3596739" y="676148"/>
                </a:lnTo>
                <a:lnTo>
                  <a:pt x="3601746" y="700967"/>
                </a:lnTo>
                <a:lnTo>
                  <a:pt x="3615403" y="721229"/>
                </a:lnTo>
                <a:lnTo>
                  <a:pt x="3635665" y="734887"/>
                </a:lnTo>
                <a:lnTo>
                  <a:pt x="3660487" y="739895"/>
                </a:lnTo>
                <a:lnTo>
                  <a:pt x="3685290" y="734887"/>
                </a:lnTo>
                <a:lnTo>
                  <a:pt x="3705554" y="721229"/>
                </a:lnTo>
                <a:lnTo>
                  <a:pt x="3719222" y="700967"/>
                </a:lnTo>
                <a:lnTo>
                  <a:pt x="3724236" y="676148"/>
                </a:lnTo>
                <a:lnTo>
                  <a:pt x="3719222" y="651355"/>
                </a:lnTo>
                <a:lnTo>
                  <a:pt x="3705554" y="631106"/>
                </a:lnTo>
                <a:lnTo>
                  <a:pt x="3685290" y="617453"/>
                </a:lnTo>
                <a:lnTo>
                  <a:pt x="3660487" y="612446"/>
                </a:lnTo>
                <a:close/>
              </a:path>
              <a:path extrusionOk="0" h="1607820" w="4617085">
                <a:moveTo>
                  <a:pt x="3963080" y="609077"/>
                </a:moveTo>
                <a:lnTo>
                  <a:pt x="3936953" y="614351"/>
                </a:lnTo>
                <a:lnTo>
                  <a:pt x="3915617" y="628731"/>
                </a:lnTo>
                <a:lnTo>
                  <a:pt x="3901232" y="650052"/>
                </a:lnTo>
                <a:lnTo>
                  <a:pt x="3895957" y="676148"/>
                </a:lnTo>
                <a:lnTo>
                  <a:pt x="3901232" y="702264"/>
                </a:lnTo>
                <a:lnTo>
                  <a:pt x="3915617" y="723582"/>
                </a:lnTo>
                <a:lnTo>
                  <a:pt x="3936953" y="737951"/>
                </a:lnTo>
                <a:lnTo>
                  <a:pt x="3963080" y="743219"/>
                </a:lnTo>
                <a:lnTo>
                  <a:pt x="3989207" y="737951"/>
                </a:lnTo>
                <a:lnTo>
                  <a:pt x="4010543" y="723582"/>
                </a:lnTo>
                <a:lnTo>
                  <a:pt x="4024928" y="702264"/>
                </a:lnTo>
                <a:lnTo>
                  <a:pt x="4030203" y="676148"/>
                </a:lnTo>
                <a:lnTo>
                  <a:pt x="4024928" y="650052"/>
                </a:lnTo>
                <a:lnTo>
                  <a:pt x="4010543" y="628731"/>
                </a:lnTo>
                <a:lnTo>
                  <a:pt x="3989207" y="614351"/>
                </a:lnTo>
                <a:lnTo>
                  <a:pt x="3963080" y="609077"/>
                </a:lnTo>
                <a:close/>
              </a:path>
              <a:path extrusionOk="0" h="1607820" w="4617085">
                <a:moveTo>
                  <a:pt x="4265672" y="610784"/>
                </a:moveTo>
                <a:lnTo>
                  <a:pt x="4240185" y="615924"/>
                </a:lnTo>
                <a:lnTo>
                  <a:pt x="4219379" y="629938"/>
                </a:lnTo>
                <a:lnTo>
                  <a:pt x="4205355" y="650716"/>
                </a:lnTo>
                <a:lnTo>
                  <a:pt x="4200214" y="676148"/>
                </a:lnTo>
                <a:lnTo>
                  <a:pt x="4205355" y="701606"/>
                </a:lnTo>
                <a:lnTo>
                  <a:pt x="4219379" y="722397"/>
                </a:lnTo>
                <a:lnTo>
                  <a:pt x="4240185" y="736416"/>
                </a:lnTo>
                <a:lnTo>
                  <a:pt x="4265672" y="741557"/>
                </a:lnTo>
                <a:lnTo>
                  <a:pt x="4291134" y="736416"/>
                </a:lnTo>
                <a:lnTo>
                  <a:pt x="4311926" y="722397"/>
                </a:lnTo>
                <a:lnTo>
                  <a:pt x="4325945" y="701606"/>
                </a:lnTo>
                <a:lnTo>
                  <a:pt x="4331085" y="676148"/>
                </a:lnTo>
                <a:lnTo>
                  <a:pt x="4325945" y="650716"/>
                </a:lnTo>
                <a:lnTo>
                  <a:pt x="4311926" y="629938"/>
                </a:lnTo>
                <a:lnTo>
                  <a:pt x="4291134" y="615924"/>
                </a:lnTo>
                <a:lnTo>
                  <a:pt x="4265672" y="610784"/>
                </a:lnTo>
                <a:close/>
              </a:path>
              <a:path extrusionOk="0" h="1607820" w="4617085">
                <a:moveTo>
                  <a:pt x="4575238" y="663570"/>
                </a:moveTo>
                <a:lnTo>
                  <a:pt x="4561292" y="663570"/>
                </a:lnTo>
                <a:lnTo>
                  <a:pt x="4555668" y="669185"/>
                </a:lnTo>
                <a:lnTo>
                  <a:pt x="4555668" y="683112"/>
                </a:lnTo>
                <a:lnTo>
                  <a:pt x="4561292" y="688727"/>
                </a:lnTo>
                <a:lnTo>
                  <a:pt x="4575193" y="688727"/>
                </a:lnTo>
                <a:lnTo>
                  <a:pt x="4580861" y="683112"/>
                </a:lnTo>
                <a:lnTo>
                  <a:pt x="4580861" y="669185"/>
                </a:lnTo>
                <a:lnTo>
                  <a:pt x="4575238" y="663570"/>
                </a:lnTo>
                <a:close/>
              </a:path>
              <a:path extrusionOk="0" h="1607820" w="4617085">
                <a:moveTo>
                  <a:pt x="29377" y="949195"/>
                </a:moveTo>
                <a:lnTo>
                  <a:pt x="17935" y="951498"/>
                </a:lnTo>
                <a:lnTo>
                  <a:pt x="8598" y="957781"/>
                </a:lnTo>
                <a:lnTo>
                  <a:pt x="2306" y="967104"/>
                </a:lnTo>
                <a:lnTo>
                  <a:pt x="0" y="978530"/>
                </a:lnTo>
                <a:lnTo>
                  <a:pt x="2306" y="989955"/>
                </a:lnTo>
                <a:lnTo>
                  <a:pt x="8598" y="999279"/>
                </a:lnTo>
                <a:lnTo>
                  <a:pt x="17935" y="1005562"/>
                </a:lnTo>
                <a:lnTo>
                  <a:pt x="29377" y="1007865"/>
                </a:lnTo>
                <a:lnTo>
                  <a:pt x="40793" y="1005562"/>
                </a:lnTo>
                <a:lnTo>
                  <a:pt x="50117" y="999279"/>
                </a:lnTo>
                <a:lnTo>
                  <a:pt x="56404" y="989955"/>
                </a:lnTo>
                <a:lnTo>
                  <a:pt x="58710" y="978530"/>
                </a:lnTo>
                <a:lnTo>
                  <a:pt x="56404" y="967104"/>
                </a:lnTo>
                <a:lnTo>
                  <a:pt x="50117" y="957781"/>
                </a:lnTo>
                <a:lnTo>
                  <a:pt x="40793" y="951498"/>
                </a:lnTo>
                <a:lnTo>
                  <a:pt x="29377" y="949195"/>
                </a:lnTo>
                <a:close/>
              </a:path>
              <a:path extrusionOk="0" h="1607820" w="4617085">
                <a:moveTo>
                  <a:pt x="331970" y="945825"/>
                </a:moveTo>
                <a:lnTo>
                  <a:pt x="319222" y="948396"/>
                </a:lnTo>
                <a:lnTo>
                  <a:pt x="308812" y="955405"/>
                </a:lnTo>
                <a:lnTo>
                  <a:pt x="301792" y="965801"/>
                </a:lnTo>
                <a:lnTo>
                  <a:pt x="299218" y="978530"/>
                </a:lnTo>
                <a:lnTo>
                  <a:pt x="301792" y="991259"/>
                </a:lnTo>
                <a:lnTo>
                  <a:pt x="308812" y="1001654"/>
                </a:lnTo>
                <a:lnTo>
                  <a:pt x="319222" y="1008664"/>
                </a:lnTo>
                <a:lnTo>
                  <a:pt x="331970" y="1011234"/>
                </a:lnTo>
                <a:lnTo>
                  <a:pt x="344691" y="1008664"/>
                </a:lnTo>
                <a:lnTo>
                  <a:pt x="355088" y="1001654"/>
                </a:lnTo>
                <a:lnTo>
                  <a:pt x="362103" y="991259"/>
                </a:lnTo>
                <a:lnTo>
                  <a:pt x="364676" y="978530"/>
                </a:lnTo>
                <a:lnTo>
                  <a:pt x="362103" y="965801"/>
                </a:lnTo>
                <a:lnTo>
                  <a:pt x="355088" y="955405"/>
                </a:lnTo>
                <a:lnTo>
                  <a:pt x="344691" y="948396"/>
                </a:lnTo>
                <a:lnTo>
                  <a:pt x="331970" y="945825"/>
                </a:lnTo>
                <a:close/>
              </a:path>
              <a:path extrusionOk="0" h="1607820" w="4617085">
                <a:moveTo>
                  <a:pt x="634562" y="943355"/>
                </a:moveTo>
                <a:lnTo>
                  <a:pt x="620833" y="946122"/>
                </a:lnTo>
                <a:lnTo>
                  <a:pt x="609622" y="953670"/>
                </a:lnTo>
                <a:lnTo>
                  <a:pt x="602063" y="964865"/>
                </a:lnTo>
                <a:lnTo>
                  <a:pt x="599291" y="978575"/>
                </a:lnTo>
                <a:lnTo>
                  <a:pt x="602063" y="992258"/>
                </a:lnTo>
                <a:lnTo>
                  <a:pt x="609622" y="1003440"/>
                </a:lnTo>
                <a:lnTo>
                  <a:pt x="620833" y="1010983"/>
                </a:lnTo>
                <a:lnTo>
                  <a:pt x="634562" y="1013750"/>
                </a:lnTo>
                <a:lnTo>
                  <a:pt x="648265" y="1010983"/>
                </a:lnTo>
                <a:lnTo>
                  <a:pt x="659463" y="1003440"/>
                </a:lnTo>
                <a:lnTo>
                  <a:pt x="667017" y="992258"/>
                </a:lnTo>
                <a:lnTo>
                  <a:pt x="669788" y="978575"/>
                </a:lnTo>
                <a:lnTo>
                  <a:pt x="667017" y="964865"/>
                </a:lnTo>
                <a:lnTo>
                  <a:pt x="659463" y="953670"/>
                </a:lnTo>
                <a:lnTo>
                  <a:pt x="648265" y="946122"/>
                </a:lnTo>
                <a:lnTo>
                  <a:pt x="634562" y="943355"/>
                </a:lnTo>
                <a:close/>
              </a:path>
              <a:path extrusionOk="0" h="1607820" w="4617085">
                <a:moveTo>
                  <a:pt x="937110" y="940839"/>
                </a:moveTo>
                <a:lnTo>
                  <a:pt x="922424" y="943804"/>
                </a:lnTo>
                <a:lnTo>
                  <a:pt x="910426" y="951890"/>
                </a:lnTo>
                <a:lnTo>
                  <a:pt x="902333" y="963885"/>
                </a:lnTo>
                <a:lnTo>
                  <a:pt x="899364" y="978575"/>
                </a:lnTo>
                <a:lnTo>
                  <a:pt x="902333" y="993239"/>
                </a:lnTo>
                <a:lnTo>
                  <a:pt x="910426" y="1005220"/>
                </a:lnTo>
                <a:lnTo>
                  <a:pt x="922424" y="1013302"/>
                </a:lnTo>
                <a:lnTo>
                  <a:pt x="937110" y="1016266"/>
                </a:lnTo>
                <a:lnTo>
                  <a:pt x="951821" y="1013302"/>
                </a:lnTo>
                <a:lnTo>
                  <a:pt x="963833" y="1005220"/>
                </a:lnTo>
                <a:lnTo>
                  <a:pt x="971931" y="993239"/>
                </a:lnTo>
                <a:lnTo>
                  <a:pt x="974900" y="978575"/>
                </a:lnTo>
                <a:lnTo>
                  <a:pt x="971931" y="963885"/>
                </a:lnTo>
                <a:lnTo>
                  <a:pt x="963833" y="951890"/>
                </a:lnTo>
                <a:lnTo>
                  <a:pt x="951821" y="943804"/>
                </a:lnTo>
                <a:lnTo>
                  <a:pt x="937110" y="940839"/>
                </a:lnTo>
                <a:close/>
              </a:path>
              <a:path extrusionOk="0" h="1607820" w="4617085">
                <a:moveTo>
                  <a:pt x="1239702" y="937470"/>
                </a:moveTo>
                <a:lnTo>
                  <a:pt x="1223719" y="940696"/>
                </a:lnTo>
                <a:lnTo>
                  <a:pt x="1210662" y="949498"/>
                </a:lnTo>
                <a:lnTo>
                  <a:pt x="1201857" y="962562"/>
                </a:lnTo>
                <a:lnTo>
                  <a:pt x="1198628" y="978575"/>
                </a:lnTo>
                <a:lnTo>
                  <a:pt x="1201857" y="994562"/>
                </a:lnTo>
                <a:lnTo>
                  <a:pt x="1210662" y="1007613"/>
                </a:lnTo>
                <a:lnTo>
                  <a:pt x="1223719" y="1016410"/>
                </a:lnTo>
                <a:lnTo>
                  <a:pt x="1239702" y="1019635"/>
                </a:lnTo>
                <a:lnTo>
                  <a:pt x="1255719" y="1016410"/>
                </a:lnTo>
                <a:lnTo>
                  <a:pt x="1268804" y="1007613"/>
                </a:lnTo>
                <a:lnTo>
                  <a:pt x="1277630" y="994562"/>
                </a:lnTo>
                <a:lnTo>
                  <a:pt x="1280867" y="978575"/>
                </a:lnTo>
                <a:lnTo>
                  <a:pt x="1277630" y="962562"/>
                </a:lnTo>
                <a:lnTo>
                  <a:pt x="1268804" y="949498"/>
                </a:lnTo>
                <a:lnTo>
                  <a:pt x="1255719" y="940696"/>
                </a:lnTo>
                <a:lnTo>
                  <a:pt x="1239702" y="937470"/>
                </a:lnTo>
                <a:close/>
              </a:path>
              <a:path extrusionOk="0" h="1607820" w="4617085">
                <a:moveTo>
                  <a:pt x="1542295" y="934999"/>
                </a:moveTo>
                <a:lnTo>
                  <a:pt x="1525329" y="938422"/>
                </a:lnTo>
                <a:lnTo>
                  <a:pt x="1511472" y="947757"/>
                </a:lnTo>
                <a:lnTo>
                  <a:pt x="1502128" y="961608"/>
                </a:lnTo>
                <a:lnTo>
                  <a:pt x="1498701" y="978575"/>
                </a:lnTo>
                <a:lnTo>
                  <a:pt x="1502128" y="995542"/>
                </a:lnTo>
                <a:lnTo>
                  <a:pt x="1511472" y="1009393"/>
                </a:lnTo>
                <a:lnTo>
                  <a:pt x="1525329" y="1018729"/>
                </a:lnTo>
                <a:lnTo>
                  <a:pt x="1542295" y="1022151"/>
                </a:lnTo>
                <a:lnTo>
                  <a:pt x="1559286" y="1018729"/>
                </a:lnTo>
                <a:lnTo>
                  <a:pt x="1573157" y="1009393"/>
                </a:lnTo>
                <a:lnTo>
                  <a:pt x="1582506" y="995542"/>
                </a:lnTo>
                <a:lnTo>
                  <a:pt x="1585933" y="978575"/>
                </a:lnTo>
                <a:lnTo>
                  <a:pt x="1582506" y="961608"/>
                </a:lnTo>
                <a:lnTo>
                  <a:pt x="1573157" y="947757"/>
                </a:lnTo>
                <a:lnTo>
                  <a:pt x="1559286" y="938422"/>
                </a:lnTo>
                <a:lnTo>
                  <a:pt x="1542295" y="934999"/>
                </a:lnTo>
                <a:close/>
              </a:path>
              <a:path extrusionOk="0" h="1607820" w="4617085">
                <a:moveTo>
                  <a:pt x="1844887" y="932483"/>
                </a:moveTo>
                <a:lnTo>
                  <a:pt x="1826940" y="936103"/>
                </a:lnTo>
                <a:lnTo>
                  <a:pt x="1812282" y="945977"/>
                </a:lnTo>
                <a:lnTo>
                  <a:pt x="1802398" y="960627"/>
                </a:lnTo>
                <a:lnTo>
                  <a:pt x="1798774" y="978575"/>
                </a:lnTo>
                <a:lnTo>
                  <a:pt x="1802398" y="996523"/>
                </a:lnTo>
                <a:lnTo>
                  <a:pt x="1812282" y="1011173"/>
                </a:lnTo>
                <a:lnTo>
                  <a:pt x="1826940" y="1021047"/>
                </a:lnTo>
                <a:lnTo>
                  <a:pt x="1844887" y="1024667"/>
                </a:lnTo>
                <a:lnTo>
                  <a:pt x="1862861" y="1021047"/>
                </a:lnTo>
                <a:lnTo>
                  <a:pt x="1877532" y="1011173"/>
                </a:lnTo>
                <a:lnTo>
                  <a:pt x="1887420" y="996523"/>
                </a:lnTo>
                <a:lnTo>
                  <a:pt x="1891045" y="978575"/>
                </a:lnTo>
                <a:lnTo>
                  <a:pt x="1887420" y="960627"/>
                </a:lnTo>
                <a:lnTo>
                  <a:pt x="1877532" y="945977"/>
                </a:lnTo>
                <a:lnTo>
                  <a:pt x="1862861" y="936103"/>
                </a:lnTo>
                <a:lnTo>
                  <a:pt x="1844887" y="932483"/>
                </a:lnTo>
                <a:close/>
              </a:path>
              <a:path extrusionOk="0" h="1607820" w="4617085">
                <a:moveTo>
                  <a:pt x="2147480" y="929968"/>
                </a:moveTo>
                <a:lnTo>
                  <a:pt x="2128550" y="933785"/>
                </a:lnTo>
                <a:lnTo>
                  <a:pt x="2113092" y="944197"/>
                </a:lnTo>
                <a:lnTo>
                  <a:pt x="2102669" y="959647"/>
                </a:lnTo>
                <a:lnTo>
                  <a:pt x="2098847" y="978575"/>
                </a:lnTo>
                <a:lnTo>
                  <a:pt x="2102669" y="997504"/>
                </a:lnTo>
                <a:lnTo>
                  <a:pt x="2113092" y="1012953"/>
                </a:lnTo>
                <a:lnTo>
                  <a:pt x="2128550" y="1023366"/>
                </a:lnTo>
                <a:lnTo>
                  <a:pt x="2147480" y="1027183"/>
                </a:lnTo>
                <a:lnTo>
                  <a:pt x="2166442" y="1023366"/>
                </a:lnTo>
                <a:lnTo>
                  <a:pt x="2181930" y="1012953"/>
                </a:lnTo>
                <a:lnTo>
                  <a:pt x="2192373" y="997504"/>
                </a:lnTo>
                <a:lnTo>
                  <a:pt x="2196202" y="978575"/>
                </a:lnTo>
                <a:lnTo>
                  <a:pt x="2192373" y="959647"/>
                </a:lnTo>
                <a:lnTo>
                  <a:pt x="2181930" y="944197"/>
                </a:lnTo>
                <a:lnTo>
                  <a:pt x="2166442" y="933785"/>
                </a:lnTo>
                <a:lnTo>
                  <a:pt x="2147480" y="929968"/>
                </a:lnTo>
                <a:close/>
              </a:path>
              <a:path extrusionOk="0" h="1607820" w="4617085">
                <a:moveTo>
                  <a:pt x="2450072" y="927407"/>
                </a:moveTo>
                <a:lnTo>
                  <a:pt x="2430161" y="931428"/>
                </a:lnTo>
                <a:lnTo>
                  <a:pt x="2413901" y="942395"/>
                </a:lnTo>
                <a:lnTo>
                  <a:pt x="2402940" y="958659"/>
                </a:lnTo>
                <a:lnTo>
                  <a:pt x="2398920" y="978575"/>
                </a:lnTo>
                <a:lnTo>
                  <a:pt x="2402940" y="998484"/>
                </a:lnTo>
                <a:lnTo>
                  <a:pt x="2413901" y="1014733"/>
                </a:lnTo>
                <a:lnTo>
                  <a:pt x="2430161" y="1025684"/>
                </a:lnTo>
                <a:lnTo>
                  <a:pt x="2450072" y="1029699"/>
                </a:lnTo>
                <a:lnTo>
                  <a:pt x="2470017" y="1025684"/>
                </a:lnTo>
                <a:lnTo>
                  <a:pt x="2486305" y="1014733"/>
                </a:lnTo>
                <a:lnTo>
                  <a:pt x="2497287" y="998484"/>
                </a:lnTo>
                <a:lnTo>
                  <a:pt x="2501314" y="978575"/>
                </a:lnTo>
                <a:lnTo>
                  <a:pt x="2497287" y="958659"/>
                </a:lnTo>
                <a:lnTo>
                  <a:pt x="2486305" y="942395"/>
                </a:lnTo>
                <a:lnTo>
                  <a:pt x="2470017" y="931428"/>
                </a:lnTo>
                <a:lnTo>
                  <a:pt x="2450072" y="927407"/>
                </a:lnTo>
                <a:close/>
              </a:path>
              <a:path extrusionOk="0" h="1607820" w="4617085">
                <a:moveTo>
                  <a:pt x="2752665" y="924083"/>
                </a:moveTo>
                <a:lnTo>
                  <a:pt x="2731448" y="928371"/>
                </a:lnTo>
                <a:lnTo>
                  <a:pt x="2714115" y="940059"/>
                </a:lnTo>
                <a:lnTo>
                  <a:pt x="2702426" y="957382"/>
                </a:lnTo>
                <a:lnTo>
                  <a:pt x="2698139" y="978575"/>
                </a:lnTo>
                <a:lnTo>
                  <a:pt x="2702426" y="999788"/>
                </a:lnTo>
                <a:lnTo>
                  <a:pt x="2714115" y="1017109"/>
                </a:lnTo>
                <a:lnTo>
                  <a:pt x="2731448" y="1028786"/>
                </a:lnTo>
                <a:lnTo>
                  <a:pt x="2752665" y="1033068"/>
                </a:lnTo>
                <a:lnTo>
                  <a:pt x="2773908" y="1028786"/>
                </a:lnTo>
                <a:lnTo>
                  <a:pt x="2791254" y="1017109"/>
                </a:lnTo>
                <a:lnTo>
                  <a:pt x="2802948" y="999788"/>
                </a:lnTo>
                <a:lnTo>
                  <a:pt x="2807236" y="978575"/>
                </a:lnTo>
                <a:lnTo>
                  <a:pt x="2802948" y="957382"/>
                </a:lnTo>
                <a:lnTo>
                  <a:pt x="2791254" y="940059"/>
                </a:lnTo>
                <a:lnTo>
                  <a:pt x="2773908" y="928371"/>
                </a:lnTo>
                <a:lnTo>
                  <a:pt x="2752665" y="924083"/>
                </a:lnTo>
                <a:close/>
              </a:path>
              <a:path extrusionOk="0" h="1607820" w="4617085">
                <a:moveTo>
                  <a:pt x="3055302" y="921567"/>
                </a:moveTo>
                <a:lnTo>
                  <a:pt x="3033103" y="926052"/>
                </a:lnTo>
                <a:lnTo>
                  <a:pt x="3014970" y="938279"/>
                </a:lnTo>
                <a:lnTo>
                  <a:pt x="3002742" y="956401"/>
                </a:lnTo>
                <a:lnTo>
                  <a:pt x="2998257" y="978575"/>
                </a:lnTo>
                <a:lnTo>
                  <a:pt x="3002742" y="1000768"/>
                </a:lnTo>
                <a:lnTo>
                  <a:pt x="3014970" y="1018889"/>
                </a:lnTo>
                <a:lnTo>
                  <a:pt x="3033103" y="1031105"/>
                </a:lnTo>
                <a:lnTo>
                  <a:pt x="3055302" y="1035584"/>
                </a:lnTo>
                <a:lnTo>
                  <a:pt x="3077520" y="1031105"/>
                </a:lnTo>
                <a:lnTo>
                  <a:pt x="3095651" y="1018889"/>
                </a:lnTo>
                <a:lnTo>
                  <a:pt x="3107869" y="1000768"/>
                </a:lnTo>
                <a:lnTo>
                  <a:pt x="3112348" y="978575"/>
                </a:lnTo>
                <a:lnTo>
                  <a:pt x="3107863" y="956401"/>
                </a:lnTo>
                <a:lnTo>
                  <a:pt x="3095634" y="938279"/>
                </a:lnTo>
                <a:lnTo>
                  <a:pt x="3077501" y="926052"/>
                </a:lnTo>
                <a:lnTo>
                  <a:pt x="3055302" y="921567"/>
                </a:lnTo>
                <a:close/>
              </a:path>
              <a:path extrusionOk="0" h="1607820" w="4617085">
                <a:moveTo>
                  <a:pt x="3357895" y="919051"/>
                </a:moveTo>
                <a:lnTo>
                  <a:pt x="3334714" y="923734"/>
                </a:lnTo>
                <a:lnTo>
                  <a:pt x="3315780" y="936499"/>
                </a:lnTo>
                <a:lnTo>
                  <a:pt x="3303012" y="955421"/>
                </a:lnTo>
                <a:lnTo>
                  <a:pt x="3298330" y="978575"/>
                </a:lnTo>
                <a:lnTo>
                  <a:pt x="3303012" y="1001749"/>
                </a:lnTo>
                <a:lnTo>
                  <a:pt x="3315780" y="1020669"/>
                </a:lnTo>
                <a:lnTo>
                  <a:pt x="3334714" y="1033423"/>
                </a:lnTo>
                <a:lnTo>
                  <a:pt x="3357895" y="1038099"/>
                </a:lnTo>
                <a:lnTo>
                  <a:pt x="3381076" y="1033423"/>
                </a:lnTo>
                <a:lnTo>
                  <a:pt x="3400010" y="1020669"/>
                </a:lnTo>
                <a:lnTo>
                  <a:pt x="3412777" y="1001749"/>
                </a:lnTo>
                <a:lnTo>
                  <a:pt x="3417459" y="978575"/>
                </a:lnTo>
                <a:lnTo>
                  <a:pt x="3412777" y="955421"/>
                </a:lnTo>
                <a:lnTo>
                  <a:pt x="3400010" y="936499"/>
                </a:lnTo>
                <a:lnTo>
                  <a:pt x="3381076" y="923734"/>
                </a:lnTo>
                <a:lnTo>
                  <a:pt x="3357895" y="919051"/>
                </a:lnTo>
                <a:close/>
              </a:path>
              <a:path extrusionOk="0" h="1607820" w="4617085">
                <a:moveTo>
                  <a:pt x="3660487" y="916536"/>
                </a:moveTo>
                <a:lnTo>
                  <a:pt x="3636298" y="921415"/>
                </a:lnTo>
                <a:lnTo>
                  <a:pt x="3616550" y="934719"/>
                </a:lnTo>
                <a:lnTo>
                  <a:pt x="3603239" y="954440"/>
                </a:lnTo>
                <a:lnTo>
                  <a:pt x="3598358" y="978575"/>
                </a:lnTo>
                <a:lnTo>
                  <a:pt x="3603239" y="1002737"/>
                </a:lnTo>
                <a:lnTo>
                  <a:pt x="3616550" y="1022472"/>
                </a:lnTo>
                <a:lnTo>
                  <a:pt x="3636298" y="1035780"/>
                </a:lnTo>
                <a:lnTo>
                  <a:pt x="3660487" y="1040660"/>
                </a:lnTo>
                <a:lnTo>
                  <a:pt x="3684650" y="1035780"/>
                </a:lnTo>
                <a:lnTo>
                  <a:pt x="3704385" y="1022472"/>
                </a:lnTo>
                <a:lnTo>
                  <a:pt x="3717691" y="1002737"/>
                </a:lnTo>
                <a:lnTo>
                  <a:pt x="3722571" y="978575"/>
                </a:lnTo>
                <a:lnTo>
                  <a:pt x="3717691" y="954440"/>
                </a:lnTo>
                <a:lnTo>
                  <a:pt x="3704385" y="934719"/>
                </a:lnTo>
                <a:lnTo>
                  <a:pt x="3684650" y="921415"/>
                </a:lnTo>
                <a:lnTo>
                  <a:pt x="3660487" y="916536"/>
                </a:lnTo>
                <a:close/>
              </a:path>
              <a:path extrusionOk="0" h="1607820" w="4617085">
                <a:moveTo>
                  <a:pt x="3963080" y="930821"/>
                </a:moveTo>
                <a:lnTo>
                  <a:pt x="3944466" y="934575"/>
                </a:lnTo>
                <a:lnTo>
                  <a:pt x="3929265" y="944810"/>
                </a:lnTo>
                <a:lnTo>
                  <a:pt x="3919016" y="959989"/>
                </a:lnTo>
                <a:lnTo>
                  <a:pt x="3915257" y="978575"/>
                </a:lnTo>
                <a:lnTo>
                  <a:pt x="3919016" y="997188"/>
                </a:lnTo>
                <a:lnTo>
                  <a:pt x="3929265" y="1012381"/>
                </a:lnTo>
                <a:lnTo>
                  <a:pt x="3944466" y="1022621"/>
                </a:lnTo>
                <a:lnTo>
                  <a:pt x="3963080" y="1026374"/>
                </a:lnTo>
                <a:lnTo>
                  <a:pt x="3981693" y="1022621"/>
                </a:lnTo>
                <a:lnTo>
                  <a:pt x="3996894" y="1012381"/>
                </a:lnTo>
                <a:lnTo>
                  <a:pt x="4007144" y="997188"/>
                </a:lnTo>
                <a:lnTo>
                  <a:pt x="4010902" y="978576"/>
                </a:lnTo>
                <a:lnTo>
                  <a:pt x="4007144" y="959989"/>
                </a:lnTo>
                <a:lnTo>
                  <a:pt x="3996894" y="944810"/>
                </a:lnTo>
                <a:lnTo>
                  <a:pt x="3981693" y="934575"/>
                </a:lnTo>
                <a:lnTo>
                  <a:pt x="3963080" y="930821"/>
                </a:lnTo>
                <a:close/>
              </a:path>
              <a:path extrusionOk="0" h="1607820" w="4617085">
                <a:moveTo>
                  <a:pt x="4272151" y="966850"/>
                </a:moveTo>
                <a:lnTo>
                  <a:pt x="4259149" y="966850"/>
                </a:lnTo>
                <a:lnTo>
                  <a:pt x="4253885" y="972107"/>
                </a:lnTo>
                <a:lnTo>
                  <a:pt x="4253885" y="985090"/>
                </a:lnTo>
                <a:lnTo>
                  <a:pt x="4259149" y="990346"/>
                </a:lnTo>
                <a:lnTo>
                  <a:pt x="4272151" y="990346"/>
                </a:lnTo>
                <a:lnTo>
                  <a:pt x="4277414" y="985090"/>
                </a:lnTo>
                <a:lnTo>
                  <a:pt x="4277414" y="972107"/>
                </a:lnTo>
                <a:lnTo>
                  <a:pt x="4272151" y="966850"/>
                </a:lnTo>
                <a:close/>
              </a:path>
              <a:path extrusionOk="0" h="1607820" w="4617085">
                <a:moveTo>
                  <a:pt x="29377" y="1251604"/>
                </a:moveTo>
                <a:lnTo>
                  <a:pt x="17935" y="1253910"/>
                </a:lnTo>
                <a:lnTo>
                  <a:pt x="8598" y="1260198"/>
                </a:lnTo>
                <a:lnTo>
                  <a:pt x="2306" y="1269525"/>
                </a:lnTo>
                <a:lnTo>
                  <a:pt x="0" y="1280948"/>
                </a:lnTo>
                <a:lnTo>
                  <a:pt x="2306" y="1292371"/>
                </a:lnTo>
                <a:lnTo>
                  <a:pt x="8598" y="1301698"/>
                </a:lnTo>
                <a:lnTo>
                  <a:pt x="17935" y="1307987"/>
                </a:lnTo>
                <a:lnTo>
                  <a:pt x="29377" y="1310292"/>
                </a:lnTo>
                <a:lnTo>
                  <a:pt x="40793" y="1307987"/>
                </a:lnTo>
                <a:lnTo>
                  <a:pt x="50117" y="1301698"/>
                </a:lnTo>
                <a:lnTo>
                  <a:pt x="56404" y="1292371"/>
                </a:lnTo>
                <a:lnTo>
                  <a:pt x="58710" y="1280948"/>
                </a:lnTo>
                <a:lnTo>
                  <a:pt x="56404" y="1269525"/>
                </a:lnTo>
                <a:lnTo>
                  <a:pt x="50117" y="1260198"/>
                </a:lnTo>
                <a:lnTo>
                  <a:pt x="40793" y="1253910"/>
                </a:lnTo>
                <a:lnTo>
                  <a:pt x="29377" y="1251604"/>
                </a:lnTo>
                <a:close/>
              </a:path>
              <a:path extrusionOk="0" h="1607820" w="4617085">
                <a:moveTo>
                  <a:pt x="331970" y="1248244"/>
                </a:moveTo>
                <a:lnTo>
                  <a:pt x="319222" y="1250815"/>
                </a:lnTo>
                <a:lnTo>
                  <a:pt x="308812" y="1257825"/>
                </a:lnTo>
                <a:lnTo>
                  <a:pt x="301792" y="1268221"/>
                </a:lnTo>
                <a:lnTo>
                  <a:pt x="299218" y="1280948"/>
                </a:lnTo>
                <a:lnTo>
                  <a:pt x="301792" y="1293675"/>
                </a:lnTo>
                <a:lnTo>
                  <a:pt x="308812" y="1304071"/>
                </a:lnTo>
                <a:lnTo>
                  <a:pt x="319222" y="1311082"/>
                </a:lnTo>
                <a:lnTo>
                  <a:pt x="331970" y="1313653"/>
                </a:lnTo>
                <a:lnTo>
                  <a:pt x="344691" y="1311082"/>
                </a:lnTo>
                <a:lnTo>
                  <a:pt x="355088" y="1304071"/>
                </a:lnTo>
                <a:lnTo>
                  <a:pt x="362103" y="1293675"/>
                </a:lnTo>
                <a:lnTo>
                  <a:pt x="364676" y="1280948"/>
                </a:lnTo>
                <a:lnTo>
                  <a:pt x="362103" y="1268221"/>
                </a:lnTo>
                <a:lnTo>
                  <a:pt x="355088" y="1257825"/>
                </a:lnTo>
                <a:lnTo>
                  <a:pt x="344691" y="1250815"/>
                </a:lnTo>
                <a:lnTo>
                  <a:pt x="331970" y="1248244"/>
                </a:lnTo>
                <a:close/>
              </a:path>
              <a:path extrusionOk="0" h="1607820" w="4617085">
                <a:moveTo>
                  <a:pt x="634562" y="1245759"/>
                </a:moveTo>
                <a:lnTo>
                  <a:pt x="620833" y="1248528"/>
                </a:lnTo>
                <a:lnTo>
                  <a:pt x="609622" y="1256075"/>
                </a:lnTo>
                <a:lnTo>
                  <a:pt x="602063" y="1267266"/>
                </a:lnTo>
                <a:lnTo>
                  <a:pt x="599291" y="1280966"/>
                </a:lnTo>
                <a:lnTo>
                  <a:pt x="602063" y="1294665"/>
                </a:lnTo>
                <a:lnTo>
                  <a:pt x="609622" y="1305855"/>
                </a:lnTo>
                <a:lnTo>
                  <a:pt x="620833" y="1313401"/>
                </a:lnTo>
                <a:lnTo>
                  <a:pt x="634562" y="1316169"/>
                </a:lnTo>
                <a:lnTo>
                  <a:pt x="648265" y="1313401"/>
                </a:lnTo>
                <a:lnTo>
                  <a:pt x="659463" y="1305855"/>
                </a:lnTo>
                <a:lnTo>
                  <a:pt x="667017" y="1294665"/>
                </a:lnTo>
                <a:lnTo>
                  <a:pt x="669788" y="1280966"/>
                </a:lnTo>
                <a:lnTo>
                  <a:pt x="667017" y="1267266"/>
                </a:lnTo>
                <a:lnTo>
                  <a:pt x="659463" y="1256075"/>
                </a:lnTo>
                <a:lnTo>
                  <a:pt x="648265" y="1248528"/>
                </a:lnTo>
                <a:lnTo>
                  <a:pt x="634562" y="1245759"/>
                </a:lnTo>
                <a:close/>
              </a:path>
              <a:path extrusionOk="0" h="1607820" w="4617085">
                <a:moveTo>
                  <a:pt x="937110" y="1243239"/>
                </a:moveTo>
                <a:lnTo>
                  <a:pt x="922424" y="1246205"/>
                </a:lnTo>
                <a:lnTo>
                  <a:pt x="910426" y="1254291"/>
                </a:lnTo>
                <a:lnTo>
                  <a:pt x="902333" y="1266283"/>
                </a:lnTo>
                <a:lnTo>
                  <a:pt x="899364" y="1280966"/>
                </a:lnTo>
                <a:lnTo>
                  <a:pt x="902333" y="1295647"/>
                </a:lnTo>
                <a:lnTo>
                  <a:pt x="910426" y="1307638"/>
                </a:lnTo>
                <a:lnTo>
                  <a:pt x="922424" y="1315723"/>
                </a:lnTo>
                <a:lnTo>
                  <a:pt x="937110" y="1318689"/>
                </a:lnTo>
                <a:lnTo>
                  <a:pt x="951821" y="1315723"/>
                </a:lnTo>
                <a:lnTo>
                  <a:pt x="963833" y="1307638"/>
                </a:lnTo>
                <a:lnTo>
                  <a:pt x="971931" y="1295647"/>
                </a:lnTo>
                <a:lnTo>
                  <a:pt x="974900" y="1280966"/>
                </a:lnTo>
                <a:lnTo>
                  <a:pt x="971931" y="1266283"/>
                </a:lnTo>
                <a:lnTo>
                  <a:pt x="963833" y="1254291"/>
                </a:lnTo>
                <a:lnTo>
                  <a:pt x="951821" y="1246205"/>
                </a:lnTo>
                <a:lnTo>
                  <a:pt x="937110" y="1243239"/>
                </a:lnTo>
                <a:close/>
              </a:path>
              <a:path extrusionOk="0" h="1607820" w="4617085">
                <a:moveTo>
                  <a:pt x="1239702" y="1239879"/>
                </a:moveTo>
                <a:lnTo>
                  <a:pt x="1223719" y="1243107"/>
                </a:lnTo>
                <a:lnTo>
                  <a:pt x="1210662" y="1251912"/>
                </a:lnTo>
                <a:lnTo>
                  <a:pt x="1201857" y="1264972"/>
                </a:lnTo>
                <a:lnTo>
                  <a:pt x="1198628" y="1280966"/>
                </a:lnTo>
                <a:lnTo>
                  <a:pt x="1201857" y="1296958"/>
                </a:lnTo>
                <a:lnTo>
                  <a:pt x="1210662" y="1310017"/>
                </a:lnTo>
                <a:lnTo>
                  <a:pt x="1223719" y="1318821"/>
                </a:lnTo>
                <a:lnTo>
                  <a:pt x="1239702" y="1322049"/>
                </a:lnTo>
                <a:lnTo>
                  <a:pt x="1255719" y="1318821"/>
                </a:lnTo>
                <a:lnTo>
                  <a:pt x="1268804" y="1310017"/>
                </a:lnTo>
                <a:lnTo>
                  <a:pt x="1277630" y="1296958"/>
                </a:lnTo>
                <a:lnTo>
                  <a:pt x="1280867" y="1280966"/>
                </a:lnTo>
                <a:lnTo>
                  <a:pt x="1277630" y="1264972"/>
                </a:lnTo>
                <a:lnTo>
                  <a:pt x="1268804" y="1251912"/>
                </a:lnTo>
                <a:lnTo>
                  <a:pt x="1255719" y="1243107"/>
                </a:lnTo>
                <a:lnTo>
                  <a:pt x="1239702" y="1239879"/>
                </a:lnTo>
                <a:close/>
              </a:path>
              <a:path extrusionOk="0" h="1607820" w="4617085">
                <a:moveTo>
                  <a:pt x="1542295" y="1237395"/>
                </a:moveTo>
                <a:lnTo>
                  <a:pt x="1525329" y="1240820"/>
                </a:lnTo>
                <a:lnTo>
                  <a:pt x="1511472" y="1250161"/>
                </a:lnTo>
                <a:lnTo>
                  <a:pt x="1502128" y="1264015"/>
                </a:lnTo>
                <a:lnTo>
                  <a:pt x="1498701" y="1280980"/>
                </a:lnTo>
                <a:lnTo>
                  <a:pt x="1502128" y="1297945"/>
                </a:lnTo>
                <a:lnTo>
                  <a:pt x="1511472" y="1311801"/>
                </a:lnTo>
                <a:lnTo>
                  <a:pt x="1525329" y="1321143"/>
                </a:lnTo>
                <a:lnTo>
                  <a:pt x="1542295" y="1324569"/>
                </a:lnTo>
                <a:lnTo>
                  <a:pt x="1559286" y="1321143"/>
                </a:lnTo>
                <a:lnTo>
                  <a:pt x="1573157" y="1311801"/>
                </a:lnTo>
                <a:lnTo>
                  <a:pt x="1582506" y="1297945"/>
                </a:lnTo>
                <a:lnTo>
                  <a:pt x="1585933" y="1280980"/>
                </a:lnTo>
                <a:lnTo>
                  <a:pt x="1582506" y="1264015"/>
                </a:lnTo>
                <a:lnTo>
                  <a:pt x="1573157" y="1250161"/>
                </a:lnTo>
                <a:lnTo>
                  <a:pt x="1559286" y="1240820"/>
                </a:lnTo>
                <a:lnTo>
                  <a:pt x="1542295" y="1237395"/>
                </a:lnTo>
                <a:close/>
              </a:path>
              <a:path extrusionOk="0" h="1607820" w="4617085">
                <a:moveTo>
                  <a:pt x="1844887" y="1234875"/>
                </a:moveTo>
                <a:lnTo>
                  <a:pt x="1826940" y="1238498"/>
                </a:lnTo>
                <a:lnTo>
                  <a:pt x="1812282" y="1248380"/>
                </a:lnTo>
                <a:lnTo>
                  <a:pt x="1802398" y="1263036"/>
                </a:lnTo>
                <a:lnTo>
                  <a:pt x="1798774" y="1280980"/>
                </a:lnTo>
                <a:lnTo>
                  <a:pt x="1802398" y="1298929"/>
                </a:lnTo>
                <a:lnTo>
                  <a:pt x="1812282" y="1313585"/>
                </a:lnTo>
                <a:lnTo>
                  <a:pt x="1826940" y="1323466"/>
                </a:lnTo>
                <a:lnTo>
                  <a:pt x="1844887" y="1327090"/>
                </a:lnTo>
                <a:lnTo>
                  <a:pt x="1862861" y="1323466"/>
                </a:lnTo>
                <a:lnTo>
                  <a:pt x="1877532" y="1313585"/>
                </a:lnTo>
                <a:lnTo>
                  <a:pt x="1887420" y="1298929"/>
                </a:lnTo>
                <a:lnTo>
                  <a:pt x="1891045" y="1280980"/>
                </a:lnTo>
                <a:lnTo>
                  <a:pt x="1887420" y="1263036"/>
                </a:lnTo>
                <a:lnTo>
                  <a:pt x="1877532" y="1248380"/>
                </a:lnTo>
                <a:lnTo>
                  <a:pt x="1862861" y="1238498"/>
                </a:lnTo>
                <a:lnTo>
                  <a:pt x="1844887" y="1234875"/>
                </a:lnTo>
                <a:close/>
              </a:path>
              <a:path extrusionOk="0" h="1607820" w="4617085">
                <a:moveTo>
                  <a:pt x="2147480" y="1232354"/>
                </a:moveTo>
                <a:lnTo>
                  <a:pt x="2128550" y="1236176"/>
                </a:lnTo>
                <a:lnTo>
                  <a:pt x="2113092" y="1246596"/>
                </a:lnTo>
                <a:lnTo>
                  <a:pt x="2102669" y="1262053"/>
                </a:lnTo>
                <a:lnTo>
                  <a:pt x="2098847" y="1280980"/>
                </a:lnTo>
                <a:lnTo>
                  <a:pt x="2102669" y="1299909"/>
                </a:lnTo>
                <a:lnTo>
                  <a:pt x="2113092" y="1315365"/>
                </a:lnTo>
                <a:lnTo>
                  <a:pt x="2128550" y="1325785"/>
                </a:lnTo>
                <a:lnTo>
                  <a:pt x="2147480" y="1329606"/>
                </a:lnTo>
                <a:lnTo>
                  <a:pt x="2166442" y="1325785"/>
                </a:lnTo>
                <a:lnTo>
                  <a:pt x="2181930" y="1315365"/>
                </a:lnTo>
                <a:lnTo>
                  <a:pt x="2192373" y="1299909"/>
                </a:lnTo>
                <a:lnTo>
                  <a:pt x="2196202" y="1280980"/>
                </a:lnTo>
                <a:lnTo>
                  <a:pt x="2192373" y="1262053"/>
                </a:lnTo>
                <a:lnTo>
                  <a:pt x="2181930" y="1246596"/>
                </a:lnTo>
                <a:lnTo>
                  <a:pt x="2166442" y="1236176"/>
                </a:lnTo>
                <a:lnTo>
                  <a:pt x="2147480" y="1232354"/>
                </a:lnTo>
                <a:close/>
              </a:path>
              <a:path extrusionOk="0" h="1607820" w="4617085">
                <a:moveTo>
                  <a:pt x="2450072" y="1229834"/>
                </a:moveTo>
                <a:lnTo>
                  <a:pt x="2430161" y="1233853"/>
                </a:lnTo>
                <a:lnTo>
                  <a:pt x="2413901" y="1244814"/>
                </a:lnTo>
                <a:lnTo>
                  <a:pt x="2402940" y="1261071"/>
                </a:lnTo>
                <a:lnTo>
                  <a:pt x="2398920" y="1280980"/>
                </a:lnTo>
                <a:lnTo>
                  <a:pt x="2402940" y="1300891"/>
                </a:lnTo>
                <a:lnTo>
                  <a:pt x="2413901" y="1317148"/>
                </a:lnTo>
                <a:lnTo>
                  <a:pt x="2430161" y="1328107"/>
                </a:lnTo>
                <a:lnTo>
                  <a:pt x="2450072" y="1332126"/>
                </a:lnTo>
                <a:lnTo>
                  <a:pt x="2470017" y="1328107"/>
                </a:lnTo>
                <a:lnTo>
                  <a:pt x="2486305" y="1317148"/>
                </a:lnTo>
                <a:lnTo>
                  <a:pt x="2497287" y="1300891"/>
                </a:lnTo>
                <a:lnTo>
                  <a:pt x="2501314" y="1280980"/>
                </a:lnTo>
                <a:lnTo>
                  <a:pt x="2497287" y="1261071"/>
                </a:lnTo>
                <a:lnTo>
                  <a:pt x="2486305" y="1244814"/>
                </a:lnTo>
                <a:lnTo>
                  <a:pt x="2470017" y="1233853"/>
                </a:lnTo>
                <a:lnTo>
                  <a:pt x="2450072" y="1229834"/>
                </a:lnTo>
                <a:close/>
              </a:path>
              <a:path extrusionOk="0" h="1607820" w="4617085">
                <a:moveTo>
                  <a:pt x="2752665" y="1229834"/>
                </a:moveTo>
                <a:lnTo>
                  <a:pt x="2732753" y="1233853"/>
                </a:lnTo>
                <a:lnTo>
                  <a:pt x="2716494" y="1244814"/>
                </a:lnTo>
                <a:lnTo>
                  <a:pt x="2705532" y="1261071"/>
                </a:lnTo>
                <a:lnTo>
                  <a:pt x="2701513" y="1280980"/>
                </a:lnTo>
                <a:lnTo>
                  <a:pt x="2705532" y="1300891"/>
                </a:lnTo>
                <a:lnTo>
                  <a:pt x="2716494" y="1317148"/>
                </a:lnTo>
                <a:lnTo>
                  <a:pt x="2732753" y="1328107"/>
                </a:lnTo>
                <a:lnTo>
                  <a:pt x="2752665" y="1332126"/>
                </a:lnTo>
                <a:lnTo>
                  <a:pt x="2772609" y="1328107"/>
                </a:lnTo>
                <a:lnTo>
                  <a:pt x="2788897" y="1317148"/>
                </a:lnTo>
                <a:lnTo>
                  <a:pt x="2799879" y="1300891"/>
                </a:lnTo>
                <a:lnTo>
                  <a:pt x="2803907" y="1280980"/>
                </a:lnTo>
                <a:lnTo>
                  <a:pt x="2799879" y="1261071"/>
                </a:lnTo>
                <a:lnTo>
                  <a:pt x="2788897" y="1244814"/>
                </a:lnTo>
                <a:lnTo>
                  <a:pt x="2772609" y="1233853"/>
                </a:lnTo>
                <a:lnTo>
                  <a:pt x="2752665" y="1229834"/>
                </a:lnTo>
                <a:close/>
              </a:path>
              <a:path extrusionOk="0" h="1607820" w="4617085">
                <a:moveTo>
                  <a:pt x="3055302" y="1235733"/>
                </a:moveTo>
                <a:lnTo>
                  <a:pt x="3037671" y="1239291"/>
                </a:lnTo>
                <a:lnTo>
                  <a:pt x="3023270" y="1248994"/>
                </a:lnTo>
                <a:lnTo>
                  <a:pt x="3013560" y="1263382"/>
                </a:lnTo>
                <a:lnTo>
                  <a:pt x="3009999" y="1280998"/>
                </a:lnTo>
                <a:lnTo>
                  <a:pt x="3013560" y="1298616"/>
                </a:lnTo>
                <a:lnTo>
                  <a:pt x="3023270" y="1313004"/>
                </a:lnTo>
                <a:lnTo>
                  <a:pt x="3037671" y="1322706"/>
                </a:lnTo>
                <a:lnTo>
                  <a:pt x="3055302" y="1326263"/>
                </a:lnTo>
                <a:lnTo>
                  <a:pt x="3072933" y="1322706"/>
                </a:lnTo>
                <a:lnTo>
                  <a:pt x="3087334" y="1313004"/>
                </a:lnTo>
                <a:lnTo>
                  <a:pt x="3097044" y="1298616"/>
                </a:lnTo>
                <a:lnTo>
                  <a:pt x="3100606" y="1280998"/>
                </a:lnTo>
                <a:lnTo>
                  <a:pt x="3097044" y="1263382"/>
                </a:lnTo>
                <a:lnTo>
                  <a:pt x="3087334" y="1248994"/>
                </a:lnTo>
                <a:lnTo>
                  <a:pt x="3072933" y="1239291"/>
                </a:lnTo>
                <a:lnTo>
                  <a:pt x="3055302" y="1235733"/>
                </a:lnTo>
                <a:close/>
              </a:path>
              <a:path extrusionOk="0" h="1607820" w="4617085">
                <a:moveTo>
                  <a:pt x="3357895" y="1249956"/>
                </a:moveTo>
                <a:lnTo>
                  <a:pt x="3345787" y="1252395"/>
                </a:lnTo>
                <a:lnTo>
                  <a:pt x="3335907" y="1259044"/>
                </a:lnTo>
                <a:lnTo>
                  <a:pt x="3329248" y="1268906"/>
                </a:lnTo>
                <a:lnTo>
                  <a:pt x="3326808" y="1280980"/>
                </a:lnTo>
                <a:lnTo>
                  <a:pt x="3329248" y="1293056"/>
                </a:lnTo>
                <a:lnTo>
                  <a:pt x="3335907" y="1302918"/>
                </a:lnTo>
                <a:lnTo>
                  <a:pt x="3345787" y="1309567"/>
                </a:lnTo>
                <a:lnTo>
                  <a:pt x="3357895" y="1312005"/>
                </a:lnTo>
                <a:lnTo>
                  <a:pt x="3369976" y="1309567"/>
                </a:lnTo>
                <a:lnTo>
                  <a:pt x="3379843" y="1302918"/>
                </a:lnTo>
                <a:lnTo>
                  <a:pt x="3386497" y="1293056"/>
                </a:lnTo>
                <a:lnTo>
                  <a:pt x="3388937" y="1280980"/>
                </a:lnTo>
                <a:lnTo>
                  <a:pt x="3386497" y="1268906"/>
                </a:lnTo>
                <a:lnTo>
                  <a:pt x="3379843" y="1259044"/>
                </a:lnTo>
                <a:lnTo>
                  <a:pt x="3369976" y="1252395"/>
                </a:lnTo>
                <a:lnTo>
                  <a:pt x="3357895" y="1249956"/>
                </a:lnTo>
                <a:close/>
              </a:path>
              <a:path extrusionOk="0" h="1607820" w="4617085">
                <a:moveTo>
                  <a:pt x="3667460" y="1268402"/>
                </a:moveTo>
                <a:lnTo>
                  <a:pt x="3653514" y="1268402"/>
                </a:lnTo>
                <a:lnTo>
                  <a:pt x="3647890" y="1274026"/>
                </a:lnTo>
                <a:lnTo>
                  <a:pt x="3647890" y="1287934"/>
                </a:lnTo>
                <a:lnTo>
                  <a:pt x="3653514" y="1293563"/>
                </a:lnTo>
                <a:lnTo>
                  <a:pt x="3667415" y="1293563"/>
                </a:lnTo>
                <a:lnTo>
                  <a:pt x="3673084" y="1287935"/>
                </a:lnTo>
                <a:lnTo>
                  <a:pt x="3673084" y="1274026"/>
                </a:lnTo>
                <a:lnTo>
                  <a:pt x="3667460" y="1268402"/>
                </a:lnTo>
                <a:close/>
              </a:path>
              <a:path extrusionOk="0" h="1607820" w="4617085">
                <a:moveTo>
                  <a:pt x="39095" y="1565753"/>
                </a:moveTo>
                <a:lnTo>
                  <a:pt x="19615" y="1565753"/>
                </a:lnTo>
                <a:lnTo>
                  <a:pt x="11742" y="1573631"/>
                </a:lnTo>
                <a:lnTo>
                  <a:pt x="11742" y="1593081"/>
                </a:lnTo>
                <a:lnTo>
                  <a:pt x="19615" y="1600959"/>
                </a:lnTo>
                <a:lnTo>
                  <a:pt x="39095" y="1600959"/>
                </a:lnTo>
                <a:lnTo>
                  <a:pt x="46968" y="1593081"/>
                </a:lnTo>
                <a:lnTo>
                  <a:pt x="46968" y="1573631"/>
                </a:lnTo>
                <a:lnTo>
                  <a:pt x="39095" y="1565753"/>
                </a:lnTo>
                <a:close/>
              </a:path>
              <a:path extrusionOk="0" h="1607820" w="4617085">
                <a:moveTo>
                  <a:pt x="331970" y="1562396"/>
                </a:moveTo>
                <a:lnTo>
                  <a:pt x="323790" y="1564043"/>
                </a:lnTo>
                <a:lnTo>
                  <a:pt x="317112" y="1568535"/>
                </a:lnTo>
                <a:lnTo>
                  <a:pt x="312610" y="1575197"/>
                </a:lnTo>
                <a:lnTo>
                  <a:pt x="310960" y="1583354"/>
                </a:lnTo>
                <a:lnTo>
                  <a:pt x="312610" y="1591513"/>
                </a:lnTo>
                <a:lnTo>
                  <a:pt x="317112" y="1598176"/>
                </a:lnTo>
                <a:lnTo>
                  <a:pt x="323790" y="1602670"/>
                </a:lnTo>
                <a:lnTo>
                  <a:pt x="331970" y="1604318"/>
                </a:lnTo>
                <a:lnTo>
                  <a:pt x="340123" y="1602670"/>
                </a:lnTo>
                <a:lnTo>
                  <a:pt x="346788" y="1598176"/>
                </a:lnTo>
                <a:lnTo>
                  <a:pt x="351284" y="1591513"/>
                </a:lnTo>
                <a:lnTo>
                  <a:pt x="352934" y="1583354"/>
                </a:lnTo>
                <a:lnTo>
                  <a:pt x="351284" y="1575197"/>
                </a:lnTo>
                <a:lnTo>
                  <a:pt x="346788" y="1568535"/>
                </a:lnTo>
                <a:lnTo>
                  <a:pt x="340123" y="1564043"/>
                </a:lnTo>
                <a:lnTo>
                  <a:pt x="331970" y="1562396"/>
                </a:lnTo>
                <a:close/>
              </a:path>
              <a:path extrusionOk="0" h="1607820" w="4617085">
                <a:moveTo>
                  <a:pt x="634562" y="1560712"/>
                </a:moveTo>
                <a:lnTo>
                  <a:pt x="625724" y="1562490"/>
                </a:lnTo>
                <a:lnTo>
                  <a:pt x="618518" y="1567340"/>
                </a:lnTo>
                <a:lnTo>
                  <a:pt x="613666" y="1574537"/>
                </a:lnTo>
                <a:lnTo>
                  <a:pt x="611888" y="1583354"/>
                </a:lnTo>
                <a:lnTo>
                  <a:pt x="613666" y="1592171"/>
                </a:lnTo>
                <a:lnTo>
                  <a:pt x="618518" y="1599368"/>
                </a:lnTo>
                <a:lnTo>
                  <a:pt x="625724" y="1604218"/>
                </a:lnTo>
                <a:lnTo>
                  <a:pt x="634562" y="1605996"/>
                </a:lnTo>
                <a:lnTo>
                  <a:pt x="643374" y="1604218"/>
                </a:lnTo>
                <a:lnTo>
                  <a:pt x="650567" y="1599368"/>
                </a:lnTo>
                <a:lnTo>
                  <a:pt x="655414" y="1592171"/>
                </a:lnTo>
                <a:lnTo>
                  <a:pt x="657191" y="1583354"/>
                </a:lnTo>
                <a:lnTo>
                  <a:pt x="655414" y="1574537"/>
                </a:lnTo>
                <a:lnTo>
                  <a:pt x="650567" y="1567340"/>
                </a:lnTo>
                <a:lnTo>
                  <a:pt x="643374" y="1562490"/>
                </a:lnTo>
                <a:lnTo>
                  <a:pt x="634562" y="1560712"/>
                </a:lnTo>
                <a:close/>
              </a:path>
              <a:path extrusionOk="0" h="1607820" w="4617085">
                <a:moveTo>
                  <a:pt x="937110" y="1560712"/>
                </a:moveTo>
                <a:lnTo>
                  <a:pt x="928298" y="1562490"/>
                </a:lnTo>
                <a:lnTo>
                  <a:pt x="921105" y="1567340"/>
                </a:lnTo>
                <a:lnTo>
                  <a:pt x="916257" y="1574537"/>
                </a:lnTo>
                <a:lnTo>
                  <a:pt x="914480" y="1583355"/>
                </a:lnTo>
                <a:lnTo>
                  <a:pt x="916257" y="1592171"/>
                </a:lnTo>
                <a:lnTo>
                  <a:pt x="921105" y="1599368"/>
                </a:lnTo>
                <a:lnTo>
                  <a:pt x="928298" y="1604218"/>
                </a:lnTo>
                <a:lnTo>
                  <a:pt x="937110" y="1605996"/>
                </a:lnTo>
                <a:lnTo>
                  <a:pt x="945948" y="1604218"/>
                </a:lnTo>
                <a:lnTo>
                  <a:pt x="953154" y="1599368"/>
                </a:lnTo>
                <a:lnTo>
                  <a:pt x="958006" y="1592171"/>
                </a:lnTo>
                <a:lnTo>
                  <a:pt x="959784" y="1583355"/>
                </a:lnTo>
                <a:lnTo>
                  <a:pt x="958006" y="1574537"/>
                </a:lnTo>
                <a:lnTo>
                  <a:pt x="953154" y="1567340"/>
                </a:lnTo>
                <a:lnTo>
                  <a:pt x="945948" y="1562490"/>
                </a:lnTo>
                <a:lnTo>
                  <a:pt x="937110" y="1560712"/>
                </a:lnTo>
                <a:close/>
              </a:path>
              <a:path extrusionOk="0" h="1607820" w="4617085">
                <a:moveTo>
                  <a:pt x="1239702" y="1559067"/>
                </a:moveTo>
                <a:lnTo>
                  <a:pt x="1230250" y="1560978"/>
                </a:lnTo>
                <a:lnTo>
                  <a:pt x="1222528" y="1566187"/>
                </a:lnTo>
                <a:lnTo>
                  <a:pt x="1217319" y="1573912"/>
                </a:lnTo>
                <a:lnTo>
                  <a:pt x="1215408" y="1583371"/>
                </a:lnTo>
                <a:lnTo>
                  <a:pt x="1217319" y="1592831"/>
                </a:lnTo>
                <a:lnTo>
                  <a:pt x="1222528" y="1600557"/>
                </a:lnTo>
                <a:lnTo>
                  <a:pt x="1230250" y="1605767"/>
                </a:lnTo>
                <a:lnTo>
                  <a:pt x="1239702" y="1607677"/>
                </a:lnTo>
                <a:lnTo>
                  <a:pt x="1249180" y="1605767"/>
                </a:lnTo>
                <a:lnTo>
                  <a:pt x="1256916" y="1600557"/>
                </a:lnTo>
                <a:lnTo>
                  <a:pt x="1262130" y="1592831"/>
                </a:lnTo>
                <a:lnTo>
                  <a:pt x="1264041" y="1583371"/>
                </a:lnTo>
                <a:lnTo>
                  <a:pt x="1262130" y="1573912"/>
                </a:lnTo>
                <a:lnTo>
                  <a:pt x="1256916" y="1566187"/>
                </a:lnTo>
                <a:lnTo>
                  <a:pt x="1249180" y="1560978"/>
                </a:lnTo>
                <a:lnTo>
                  <a:pt x="1239702" y="1559067"/>
                </a:lnTo>
                <a:close/>
              </a:path>
              <a:path extrusionOk="0" h="1607820" w="4617085">
                <a:moveTo>
                  <a:pt x="1542295" y="1560712"/>
                </a:moveTo>
                <a:lnTo>
                  <a:pt x="1533483" y="1562490"/>
                </a:lnTo>
                <a:lnTo>
                  <a:pt x="1526290" y="1567341"/>
                </a:lnTo>
                <a:lnTo>
                  <a:pt x="1521443" y="1574538"/>
                </a:lnTo>
                <a:lnTo>
                  <a:pt x="1519665" y="1583355"/>
                </a:lnTo>
                <a:lnTo>
                  <a:pt x="1521443" y="1592171"/>
                </a:lnTo>
                <a:lnTo>
                  <a:pt x="1526290" y="1599368"/>
                </a:lnTo>
                <a:lnTo>
                  <a:pt x="1533483" y="1604218"/>
                </a:lnTo>
                <a:lnTo>
                  <a:pt x="1542295" y="1605996"/>
                </a:lnTo>
                <a:lnTo>
                  <a:pt x="1551133" y="1604218"/>
                </a:lnTo>
                <a:lnTo>
                  <a:pt x="1558339" y="1599368"/>
                </a:lnTo>
                <a:lnTo>
                  <a:pt x="1563191" y="1592171"/>
                </a:lnTo>
                <a:lnTo>
                  <a:pt x="1564969" y="1583355"/>
                </a:lnTo>
                <a:lnTo>
                  <a:pt x="1563191" y="1574538"/>
                </a:lnTo>
                <a:lnTo>
                  <a:pt x="1558339" y="1567341"/>
                </a:lnTo>
                <a:lnTo>
                  <a:pt x="1551133" y="1562490"/>
                </a:lnTo>
                <a:lnTo>
                  <a:pt x="1542295" y="1560712"/>
                </a:lnTo>
                <a:close/>
              </a:path>
              <a:path extrusionOk="0" h="1607820" w="4617085">
                <a:moveTo>
                  <a:pt x="1844887" y="1563232"/>
                </a:moveTo>
                <a:lnTo>
                  <a:pt x="1837076" y="1564813"/>
                </a:lnTo>
                <a:lnTo>
                  <a:pt x="1830682" y="1569124"/>
                </a:lnTo>
                <a:lnTo>
                  <a:pt x="1826363" y="1575520"/>
                </a:lnTo>
                <a:lnTo>
                  <a:pt x="1824777" y="1583355"/>
                </a:lnTo>
                <a:lnTo>
                  <a:pt x="1826363" y="1591190"/>
                </a:lnTo>
                <a:lnTo>
                  <a:pt x="1830682" y="1597587"/>
                </a:lnTo>
                <a:lnTo>
                  <a:pt x="1837076" y="1601899"/>
                </a:lnTo>
                <a:lnTo>
                  <a:pt x="1844887" y="1603480"/>
                </a:lnTo>
                <a:lnTo>
                  <a:pt x="1852743" y="1601899"/>
                </a:lnTo>
                <a:lnTo>
                  <a:pt x="1859149" y="1597587"/>
                </a:lnTo>
                <a:lnTo>
                  <a:pt x="1863462" y="1591190"/>
                </a:lnTo>
                <a:lnTo>
                  <a:pt x="1865042" y="1583355"/>
                </a:lnTo>
                <a:lnTo>
                  <a:pt x="1863462" y="1575520"/>
                </a:lnTo>
                <a:lnTo>
                  <a:pt x="1859149" y="1569124"/>
                </a:lnTo>
                <a:lnTo>
                  <a:pt x="1852743" y="1564813"/>
                </a:lnTo>
                <a:lnTo>
                  <a:pt x="1844887" y="1563232"/>
                </a:lnTo>
                <a:close/>
              </a:path>
              <a:path extrusionOk="0" h="1607820" w="4617085">
                <a:moveTo>
                  <a:pt x="2156297" y="1567431"/>
                </a:moveTo>
                <a:lnTo>
                  <a:pt x="2138707" y="1567431"/>
                </a:lnTo>
                <a:lnTo>
                  <a:pt x="2131554" y="1574571"/>
                </a:lnTo>
                <a:lnTo>
                  <a:pt x="2131554" y="1592138"/>
                </a:lnTo>
                <a:lnTo>
                  <a:pt x="2138707" y="1599278"/>
                </a:lnTo>
                <a:lnTo>
                  <a:pt x="2156297" y="1599278"/>
                </a:lnTo>
                <a:lnTo>
                  <a:pt x="2163451" y="1592138"/>
                </a:lnTo>
                <a:lnTo>
                  <a:pt x="2163451" y="1574571"/>
                </a:lnTo>
                <a:lnTo>
                  <a:pt x="2156297" y="1567431"/>
                </a:lnTo>
                <a:close/>
              </a:path>
              <a:path extrusionOk="0" h="1607820" w="4617085">
                <a:moveTo>
                  <a:pt x="2455651" y="1573294"/>
                </a:moveTo>
                <a:lnTo>
                  <a:pt x="2444539" y="1573294"/>
                </a:lnTo>
                <a:lnTo>
                  <a:pt x="2440040" y="1577795"/>
                </a:lnTo>
                <a:lnTo>
                  <a:pt x="2440040" y="1588914"/>
                </a:lnTo>
                <a:lnTo>
                  <a:pt x="2444539" y="1593419"/>
                </a:lnTo>
                <a:lnTo>
                  <a:pt x="2455651" y="1593419"/>
                </a:lnTo>
                <a:lnTo>
                  <a:pt x="2460195" y="1588914"/>
                </a:lnTo>
                <a:lnTo>
                  <a:pt x="2460195" y="1577795"/>
                </a:lnTo>
                <a:lnTo>
                  <a:pt x="2455651" y="1573294"/>
                </a:lnTo>
                <a:close/>
              </a:path>
              <a:path extrusionOk="0" h="1607820" w="4617085">
                <a:moveTo>
                  <a:pt x="2754554" y="1579995"/>
                </a:moveTo>
                <a:lnTo>
                  <a:pt x="2750820" y="1579995"/>
                </a:lnTo>
                <a:lnTo>
                  <a:pt x="2749336" y="1581491"/>
                </a:lnTo>
                <a:lnTo>
                  <a:pt x="2749336" y="1585218"/>
                </a:lnTo>
                <a:lnTo>
                  <a:pt x="2750820" y="1586714"/>
                </a:lnTo>
                <a:lnTo>
                  <a:pt x="2754554" y="1586714"/>
                </a:lnTo>
                <a:lnTo>
                  <a:pt x="2756039" y="1585218"/>
                </a:lnTo>
                <a:lnTo>
                  <a:pt x="2756039" y="1581491"/>
                </a:lnTo>
                <a:lnTo>
                  <a:pt x="2754554" y="1579995"/>
                </a:lnTo>
                <a:close/>
              </a:path>
            </a:pathLst>
          </a:custGeom>
          <a:solidFill>
            <a:srgbClr val="E9C6C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2" name="Google Shape;132;p7"/>
          <p:cNvSpPr txBox="1"/>
          <p:nvPr/>
        </p:nvSpPr>
        <p:spPr>
          <a:xfrm>
            <a:off x="1376680" y="3178492"/>
            <a:ext cx="14222094" cy="1489710"/>
          </a:xfrm>
          <a:prstGeom prst="rect">
            <a:avLst/>
          </a:prstGeom>
          <a:noFill/>
          <a:ln>
            <a:noFill/>
          </a:ln>
        </p:spPr>
        <p:txBody>
          <a:bodyPr anchorCtr="0" anchor="t" bIns="0" lIns="0" spcFirstLastPara="1" rIns="0" wrap="square" tIns="15875">
            <a:spAutoFit/>
          </a:bodyPr>
          <a:lstStyle/>
          <a:p>
            <a:pPr indent="0" lvl="0" marL="12700" rtl="0" algn="l">
              <a:lnSpc>
                <a:spcPct val="119843"/>
              </a:lnSpc>
              <a:spcBef>
                <a:spcPts val="0"/>
              </a:spcBef>
              <a:spcAft>
                <a:spcPts val="0"/>
              </a:spcAft>
              <a:buNone/>
            </a:pPr>
            <a:r>
              <a:rPr b="1" lang="es-GT" sz="3200">
                <a:latin typeface="Calibri"/>
                <a:ea typeface="Calibri"/>
                <a:cs typeface="Calibri"/>
                <a:sym typeface="Calibri"/>
              </a:rPr>
              <a:t>b. Atributos:</a:t>
            </a:r>
            <a:endParaRPr sz="3200">
              <a:latin typeface="Calibri"/>
              <a:ea typeface="Calibri"/>
              <a:cs typeface="Calibri"/>
              <a:sym typeface="Calibri"/>
            </a:endParaRPr>
          </a:p>
          <a:p>
            <a:pPr indent="812800" lvl="0" marL="12700" marR="5080" rtl="0" algn="l">
              <a:lnSpc>
                <a:spcPct val="119656"/>
              </a:lnSpc>
              <a:spcBef>
                <a:spcPts val="110"/>
              </a:spcBef>
              <a:spcAft>
                <a:spcPts val="0"/>
              </a:spcAft>
              <a:buNone/>
            </a:pPr>
            <a:r>
              <a:rPr lang="es-GT" sz="3200">
                <a:latin typeface="Calibri"/>
                <a:ea typeface="Calibri"/>
                <a:cs typeface="Calibri"/>
                <a:sym typeface="Calibri"/>
              </a:rPr>
              <a:t>Los atributos son propiedades que describen una entidad. Cada atributo tiene un dominio de valores posibles</a:t>
            </a:r>
            <a:endParaRPr sz="3200">
              <a:latin typeface="Calibri"/>
              <a:ea typeface="Calibri"/>
              <a:cs typeface="Calibri"/>
              <a:sym typeface="Calibri"/>
            </a:endParaRPr>
          </a:p>
        </p:txBody>
      </p:sp>
      <p:pic>
        <p:nvPicPr>
          <p:cNvPr id="133" name="Google Shape;133;p7"/>
          <p:cNvPicPr preferRelativeResize="0"/>
          <p:nvPr/>
        </p:nvPicPr>
        <p:blipFill rotWithShape="1">
          <a:blip r:embed="rId3">
            <a:alphaModFix/>
          </a:blip>
          <a:srcRect b="0" l="0" r="0" t="0"/>
          <a:stretch/>
        </p:blipFill>
        <p:spPr>
          <a:xfrm>
            <a:off x="7210425" y="4552950"/>
            <a:ext cx="7486650" cy="3629025"/>
          </a:xfrm>
          <a:prstGeom prst="rect">
            <a:avLst/>
          </a:prstGeom>
          <a:noFill/>
          <a:ln>
            <a:noFill/>
          </a:ln>
        </p:spPr>
      </p:pic>
      <p:sp>
        <p:nvSpPr>
          <p:cNvPr id="134" name="Google Shape;134;p7"/>
          <p:cNvSpPr txBox="1"/>
          <p:nvPr/>
        </p:nvSpPr>
        <p:spPr>
          <a:xfrm>
            <a:off x="6889115" y="9171622"/>
            <a:ext cx="4925060" cy="4648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2700">
                <a:latin typeface="Tahoma"/>
                <a:ea typeface="Tahoma"/>
                <a:cs typeface="Tahoma"/>
                <a:sym typeface="Tahoma"/>
              </a:rPr>
              <a:t>Programación Comercial |1S2025</a:t>
            </a:r>
            <a:endParaRPr sz="2700">
              <a:latin typeface="Tahoma"/>
              <a:ea typeface="Tahoma"/>
              <a:cs typeface="Tahoma"/>
              <a:sym typeface="Tahom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8"/>
          <p:cNvSpPr/>
          <p:nvPr/>
        </p:nvSpPr>
        <p:spPr>
          <a:xfrm>
            <a:off x="95250" y="9420225"/>
            <a:ext cx="7105650" cy="19050"/>
          </a:xfrm>
          <a:custGeom>
            <a:rect b="b" l="l" r="r" t="t"/>
            <a:pathLst>
              <a:path extrusionOk="0" h="19050" w="7105650">
                <a:moveTo>
                  <a:pt x="0" y="0"/>
                </a:moveTo>
                <a:lnTo>
                  <a:pt x="7105650" y="19050"/>
                </a:lnTo>
              </a:path>
            </a:pathLst>
          </a:custGeom>
          <a:noFill/>
          <a:ln cap="flat" cmpd="sng" w="114300">
            <a:solidFill>
              <a:srgbClr val="9FC3D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40" name="Google Shape;140;p8"/>
          <p:cNvSpPr/>
          <p:nvPr/>
        </p:nvSpPr>
        <p:spPr>
          <a:xfrm>
            <a:off x="13765409" y="6216258"/>
            <a:ext cx="4523105" cy="2468880"/>
          </a:xfrm>
          <a:custGeom>
            <a:rect b="b" l="l" r="r" t="t"/>
            <a:pathLst>
              <a:path extrusionOk="0" h="2468879" w="4523105">
                <a:moveTo>
                  <a:pt x="2119916" y="23405"/>
                </a:moveTo>
                <a:lnTo>
                  <a:pt x="2118071" y="23405"/>
                </a:lnTo>
                <a:lnTo>
                  <a:pt x="2117306" y="24169"/>
                </a:lnTo>
                <a:lnTo>
                  <a:pt x="2117306" y="26010"/>
                </a:lnTo>
                <a:lnTo>
                  <a:pt x="2118071" y="26774"/>
                </a:lnTo>
                <a:lnTo>
                  <a:pt x="2119916" y="26774"/>
                </a:lnTo>
                <a:lnTo>
                  <a:pt x="2120681" y="26010"/>
                </a:lnTo>
                <a:lnTo>
                  <a:pt x="2120681" y="24169"/>
                </a:lnTo>
                <a:lnTo>
                  <a:pt x="2119916" y="23405"/>
                </a:lnTo>
                <a:close/>
              </a:path>
              <a:path extrusionOk="0" h="2468879" w="4523105">
                <a:moveTo>
                  <a:pt x="2424353" y="20080"/>
                </a:moveTo>
                <a:lnTo>
                  <a:pt x="2418819" y="20080"/>
                </a:lnTo>
                <a:lnTo>
                  <a:pt x="2416570" y="22372"/>
                </a:lnTo>
                <a:lnTo>
                  <a:pt x="2416570" y="27897"/>
                </a:lnTo>
                <a:lnTo>
                  <a:pt x="2418819" y="30143"/>
                </a:lnTo>
                <a:lnTo>
                  <a:pt x="2424353" y="30143"/>
                </a:lnTo>
                <a:lnTo>
                  <a:pt x="2426602" y="27897"/>
                </a:lnTo>
                <a:lnTo>
                  <a:pt x="2426602" y="22372"/>
                </a:lnTo>
                <a:lnTo>
                  <a:pt x="2424353" y="20080"/>
                </a:lnTo>
                <a:close/>
              </a:path>
              <a:path extrusionOk="0" h="2468879" w="4523105">
                <a:moveTo>
                  <a:pt x="2728835" y="16756"/>
                </a:moveTo>
                <a:lnTo>
                  <a:pt x="2719522" y="16756"/>
                </a:lnTo>
                <a:lnTo>
                  <a:pt x="2715788" y="20485"/>
                </a:lnTo>
                <a:lnTo>
                  <a:pt x="2715788" y="29739"/>
                </a:lnTo>
                <a:lnTo>
                  <a:pt x="2719522" y="33513"/>
                </a:lnTo>
                <a:lnTo>
                  <a:pt x="2728835" y="33513"/>
                </a:lnTo>
                <a:lnTo>
                  <a:pt x="2732569" y="29739"/>
                </a:lnTo>
                <a:lnTo>
                  <a:pt x="2732569" y="20485"/>
                </a:lnTo>
                <a:lnTo>
                  <a:pt x="2728835" y="16756"/>
                </a:lnTo>
                <a:close/>
              </a:path>
              <a:path extrusionOk="0" h="2468879" w="4523105">
                <a:moveTo>
                  <a:pt x="3033272" y="13387"/>
                </a:moveTo>
                <a:lnTo>
                  <a:pt x="3020270" y="13387"/>
                </a:lnTo>
                <a:lnTo>
                  <a:pt x="3015007" y="18643"/>
                </a:lnTo>
                <a:lnTo>
                  <a:pt x="3015007" y="31626"/>
                </a:lnTo>
                <a:lnTo>
                  <a:pt x="3020270" y="36882"/>
                </a:lnTo>
                <a:lnTo>
                  <a:pt x="3033272" y="36882"/>
                </a:lnTo>
                <a:lnTo>
                  <a:pt x="3038536" y="31626"/>
                </a:lnTo>
                <a:lnTo>
                  <a:pt x="3038536" y="18643"/>
                </a:lnTo>
                <a:lnTo>
                  <a:pt x="3033272" y="13387"/>
                </a:lnTo>
                <a:close/>
              </a:path>
              <a:path extrusionOk="0" h="2468879" w="4523105">
                <a:moveTo>
                  <a:pt x="3337709" y="10062"/>
                </a:moveTo>
                <a:lnTo>
                  <a:pt x="3321018" y="10062"/>
                </a:lnTo>
                <a:lnTo>
                  <a:pt x="3314270" y="16801"/>
                </a:lnTo>
                <a:lnTo>
                  <a:pt x="3314270" y="33468"/>
                </a:lnTo>
                <a:lnTo>
                  <a:pt x="3321018" y="40206"/>
                </a:lnTo>
                <a:lnTo>
                  <a:pt x="3337709" y="40206"/>
                </a:lnTo>
                <a:lnTo>
                  <a:pt x="3344457" y="33468"/>
                </a:lnTo>
                <a:lnTo>
                  <a:pt x="3344457" y="16801"/>
                </a:lnTo>
                <a:lnTo>
                  <a:pt x="3337709" y="10062"/>
                </a:lnTo>
                <a:close/>
              </a:path>
              <a:path extrusionOk="0" h="2468879" w="4523105">
                <a:moveTo>
                  <a:pt x="3631934" y="6693"/>
                </a:moveTo>
                <a:lnTo>
                  <a:pt x="3624762" y="8144"/>
                </a:lnTo>
                <a:lnTo>
                  <a:pt x="3618898" y="12101"/>
                </a:lnTo>
                <a:lnTo>
                  <a:pt x="3614941" y="17970"/>
                </a:lnTo>
                <a:lnTo>
                  <a:pt x="3613488" y="25157"/>
                </a:lnTo>
                <a:lnTo>
                  <a:pt x="3614941" y="32318"/>
                </a:lnTo>
                <a:lnTo>
                  <a:pt x="3618898" y="38174"/>
                </a:lnTo>
                <a:lnTo>
                  <a:pt x="3624762" y="42125"/>
                </a:lnTo>
                <a:lnTo>
                  <a:pt x="3631934" y="43576"/>
                </a:lnTo>
                <a:lnTo>
                  <a:pt x="3639131" y="42125"/>
                </a:lnTo>
                <a:lnTo>
                  <a:pt x="3645008" y="38174"/>
                </a:lnTo>
                <a:lnTo>
                  <a:pt x="3648971" y="32318"/>
                </a:lnTo>
                <a:lnTo>
                  <a:pt x="3650424" y="25157"/>
                </a:lnTo>
                <a:lnTo>
                  <a:pt x="3648971" y="17970"/>
                </a:lnTo>
                <a:lnTo>
                  <a:pt x="3645008" y="12101"/>
                </a:lnTo>
                <a:lnTo>
                  <a:pt x="3639131" y="8144"/>
                </a:lnTo>
                <a:lnTo>
                  <a:pt x="3631934" y="6693"/>
                </a:lnTo>
                <a:close/>
              </a:path>
              <a:path extrusionOk="0" h="2468879" w="4523105">
                <a:moveTo>
                  <a:pt x="3934526" y="2515"/>
                </a:moveTo>
                <a:lnTo>
                  <a:pt x="3925714" y="4290"/>
                </a:lnTo>
                <a:lnTo>
                  <a:pt x="3918521" y="9136"/>
                </a:lnTo>
                <a:lnTo>
                  <a:pt x="3913674" y="16331"/>
                </a:lnTo>
                <a:lnTo>
                  <a:pt x="3911897" y="25157"/>
                </a:lnTo>
                <a:lnTo>
                  <a:pt x="3913674" y="33963"/>
                </a:lnTo>
                <a:lnTo>
                  <a:pt x="3918521" y="41161"/>
                </a:lnTo>
                <a:lnTo>
                  <a:pt x="3925714" y="46017"/>
                </a:lnTo>
                <a:lnTo>
                  <a:pt x="3934526" y="47798"/>
                </a:lnTo>
                <a:lnTo>
                  <a:pt x="3943364" y="46017"/>
                </a:lnTo>
                <a:lnTo>
                  <a:pt x="3950570" y="41161"/>
                </a:lnTo>
                <a:lnTo>
                  <a:pt x="3955423" y="33963"/>
                </a:lnTo>
                <a:lnTo>
                  <a:pt x="3957200" y="25157"/>
                </a:lnTo>
                <a:lnTo>
                  <a:pt x="3955423" y="16331"/>
                </a:lnTo>
                <a:lnTo>
                  <a:pt x="3950570" y="9136"/>
                </a:lnTo>
                <a:lnTo>
                  <a:pt x="3943364" y="4290"/>
                </a:lnTo>
                <a:lnTo>
                  <a:pt x="3934526" y="2515"/>
                </a:lnTo>
                <a:close/>
              </a:path>
              <a:path extrusionOk="0" h="2468879" w="4523105">
                <a:moveTo>
                  <a:pt x="4237119" y="0"/>
                </a:moveTo>
                <a:lnTo>
                  <a:pt x="4227331" y="1978"/>
                </a:lnTo>
                <a:lnTo>
                  <a:pt x="4219354" y="7373"/>
                </a:lnTo>
                <a:lnTo>
                  <a:pt x="4213983" y="15370"/>
                </a:lnTo>
                <a:lnTo>
                  <a:pt x="4212015" y="25157"/>
                </a:lnTo>
                <a:lnTo>
                  <a:pt x="4213983" y="34944"/>
                </a:lnTo>
                <a:lnTo>
                  <a:pt x="4219354" y="42941"/>
                </a:lnTo>
                <a:lnTo>
                  <a:pt x="4227332" y="48335"/>
                </a:lnTo>
                <a:lnTo>
                  <a:pt x="4237119" y="50314"/>
                </a:lnTo>
                <a:lnTo>
                  <a:pt x="4246920" y="48335"/>
                </a:lnTo>
                <a:lnTo>
                  <a:pt x="4254928" y="42941"/>
                </a:lnTo>
                <a:lnTo>
                  <a:pt x="4260331" y="34944"/>
                </a:lnTo>
                <a:lnTo>
                  <a:pt x="4262312" y="25157"/>
                </a:lnTo>
                <a:lnTo>
                  <a:pt x="4260331" y="15370"/>
                </a:lnTo>
                <a:lnTo>
                  <a:pt x="4254928" y="7373"/>
                </a:lnTo>
                <a:lnTo>
                  <a:pt x="4246920" y="1978"/>
                </a:lnTo>
                <a:lnTo>
                  <a:pt x="4237119" y="0"/>
                </a:lnTo>
                <a:close/>
              </a:path>
              <a:path extrusionOk="0" h="2468879" w="4523105">
                <a:moveTo>
                  <a:pt x="4522590" y="4950"/>
                </a:moveTo>
                <a:lnTo>
                  <a:pt x="4520754" y="6188"/>
                </a:lnTo>
                <a:lnTo>
                  <a:pt x="4515006" y="14712"/>
                </a:lnTo>
                <a:lnTo>
                  <a:pt x="4512898" y="25157"/>
                </a:lnTo>
                <a:lnTo>
                  <a:pt x="4515006" y="35602"/>
                </a:lnTo>
                <a:lnTo>
                  <a:pt x="4520754" y="44126"/>
                </a:lnTo>
                <a:lnTo>
                  <a:pt x="4522590" y="45364"/>
                </a:lnTo>
                <a:lnTo>
                  <a:pt x="4522590" y="4950"/>
                </a:lnTo>
                <a:close/>
              </a:path>
              <a:path extrusionOk="0" h="2468879" w="4523105">
                <a:moveTo>
                  <a:pt x="909996" y="324979"/>
                </a:moveTo>
                <a:lnTo>
                  <a:pt x="907206" y="324979"/>
                </a:lnTo>
                <a:lnTo>
                  <a:pt x="906082" y="326102"/>
                </a:lnTo>
                <a:lnTo>
                  <a:pt x="906082" y="328887"/>
                </a:lnTo>
                <a:lnTo>
                  <a:pt x="907206" y="330010"/>
                </a:lnTo>
                <a:lnTo>
                  <a:pt x="909996" y="330010"/>
                </a:lnTo>
                <a:lnTo>
                  <a:pt x="911120" y="328887"/>
                </a:lnTo>
                <a:lnTo>
                  <a:pt x="911120" y="326102"/>
                </a:lnTo>
                <a:lnTo>
                  <a:pt x="909996" y="324979"/>
                </a:lnTo>
                <a:close/>
              </a:path>
              <a:path extrusionOk="0" h="2468879" w="4523105">
                <a:moveTo>
                  <a:pt x="1215378" y="319947"/>
                </a:moveTo>
                <a:lnTo>
                  <a:pt x="1207055" y="319947"/>
                </a:lnTo>
                <a:lnTo>
                  <a:pt x="1203681" y="323316"/>
                </a:lnTo>
                <a:lnTo>
                  <a:pt x="1203681" y="331672"/>
                </a:lnTo>
                <a:lnTo>
                  <a:pt x="1207055" y="335042"/>
                </a:lnTo>
                <a:lnTo>
                  <a:pt x="1215378" y="335042"/>
                </a:lnTo>
                <a:lnTo>
                  <a:pt x="1218752" y="331672"/>
                </a:lnTo>
                <a:lnTo>
                  <a:pt x="1218752" y="323316"/>
                </a:lnTo>
                <a:lnTo>
                  <a:pt x="1215378" y="319947"/>
                </a:lnTo>
                <a:close/>
              </a:path>
              <a:path extrusionOk="0" h="2468879" w="4523105">
                <a:moveTo>
                  <a:pt x="1520759" y="314916"/>
                </a:moveTo>
                <a:lnTo>
                  <a:pt x="1506858" y="314916"/>
                </a:lnTo>
                <a:lnTo>
                  <a:pt x="1501234" y="320531"/>
                </a:lnTo>
                <a:lnTo>
                  <a:pt x="1501234" y="334413"/>
                </a:lnTo>
                <a:lnTo>
                  <a:pt x="1506858" y="340073"/>
                </a:lnTo>
                <a:lnTo>
                  <a:pt x="1520759" y="340073"/>
                </a:lnTo>
                <a:lnTo>
                  <a:pt x="1526383" y="334413"/>
                </a:lnTo>
                <a:lnTo>
                  <a:pt x="1526383" y="320531"/>
                </a:lnTo>
                <a:lnTo>
                  <a:pt x="1520759" y="314916"/>
                </a:lnTo>
                <a:close/>
              </a:path>
              <a:path extrusionOk="0" h="2468879" w="4523105">
                <a:moveTo>
                  <a:pt x="1826141" y="309884"/>
                </a:moveTo>
                <a:lnTo>
                  <a:pt x="1806661" y="309884"/>
                </a:lnTo>
                <a:lnTo>
                  <a:pt x="1798788" y="317746"/>
                </a:lnTo>
                <a:lnTo>
                  <a:pt x="1798788" y="337198"/>
                </a:lnTo>
                <a:lnTo>
                  <a:pt x="1806661" y="345060"/>
                </a:lnTo>
                <a:lnTo>
                  <a:pt x="1826141" y="345060"/>
                </a:lnTo>
                <a:lnTo>
                  <a:pt x="1834014" y="337198"/>
                </a:lnTo>
                <a:lnTo>
                  <a:pt x="1834014" y="317746"/>
                </a:lnTo>
                <a:lnTo>
                  <a:pt x="1826141" y="309884"/>
                </a:lnTo>
                <a:close/>
              </a:path>
              <a:path extrusionOk="0" h="2468879" w="4523105">
                <a:moveTo>
                  <a:pt x="2118971" y="304808"/>
                </a:moveTo>
                <a:lnTo>
                  <a:pt x="2110159" y="306589"/>
                </a:lnTo>
                <a:lnTo>
                  <a:pt x="2102967" y="311445"/>
                </a:lnTo>
                <a:lnTo>
                  <a:pt x="2098119" y="318643"/>
                </a:lnTo>
                <a:lnTo>
                  <a:pt x="2096342" y="327449"/>
                </a:lnTo>
                <a:lnTo>
                  <a:pt x="2098119" y="336275"/>
                </a:lnTo>
                <a:lnTo>
                  <a:pt x="2102967" y="343470"/>
                </a:lnTo>
                <a:lnTo>
                  <a:pt x="2110159" y="348316"/>
                </a:lnTo>
                <a:lnTo>
                  <a:pt x="2118971" y="350091"/>
                </a:lnTo>
                <a:lnTo>
                  <a:pt x="2127809" y="348316"/>
                </a:lnTo>
                <a:lnTo>
                  <a:pt x="2135015" y="343470"/>
                </a:lnTo>
                <a:lnTo>
                  <a:pt x="2139868" y="336275"/>
                </a:lnTo>
                <a:lnTo>
                  <a:pt x="2141645" y="327449"/>
                </a:lnTo>
                <a:lnTo>
                  <a:pt x="2139868" y="318643"/>
                </a:lnTo>
                <a:lnTo>
                  <a:pt x="2135015" y="311445"/>
                </a:lnTo>
                <a:lnTo>
                  <a:pt x="2127809" y="306589"/>
                </a:lnTo>
                <a:lnTo>
                  <a:pt x="2118971" y="304808"/>
                </a:lnTo>
                <a:close/>
              </a:path>
              <a:path extrusionOk="0" h="2468879" w="4523105">
                <a:moveTo>
                  <a:pt x="2421609" y="301483"/>
                </a:moveTo>
                <a:lnTo>
                  <a:pt x="2411465" y="303526"/>
                </a:lnTo>
                <a:lnTo>
                  <a:pt x="2403186" y="309098"/>
                </a:lnTo>
                <a:lnTo>
                  <a:pt x="2397606" y="317365"/>
                </a:lnTo>
                <a:lnTo>
                  <a:pt x="2395560" y="327494"/>
                </a:lnTo>
                <a:lnTo>
                  <a:pt x="2397606" y="337597"/>
                </a:lnTo>
                <a:lnTo>
                  <a:pt x="2403186" y="345851"/>
                </a:lnTo>
                <a:lnTo>
                  <a:pt x="2411465" y="351418"/>
                </a:lnTo>
                <a:lnTo>
                  <a:pt x="2421609" y="353460"/>
                </a:lnTo>
                <a:lnTo>
                  <a:pt x="2431726" y="351418"/>
                </a:lnTo>
                <a:lnTo>
                  <a:pt x="2439992" y="345851"/>
                </a:lnTo>
                <a:lnTo>
                  <a:pt x="2445567" y="337597"/>
                </a:lnTo>
                <a:lnTo>
                  <a:pt x="2447612" y="327494"/>
                </a:lnTo>
                <a:lnTo>
                  <a:pt x="2445567" y="317365"/>
                </a:lnTo>
                <a:lnTo>
                  <a:pt x="2439992" y="309098"/>
                </a:lnTo>
                <a:lnTo>
                  <a:pt x="2431726" y="303526"/>
                </a:lnTo>
                <a:lnTo>
                  <a:pt x="2421609" y="301483"/>
                </a:lnTo>
                <a:close/>
              </a:path>
              <a:path extrusionOk="0" h="2468879" w="4523105">
                <a:moveTo>
                  <a:pt x="2724201" y="298114"/>
                </a:moveTo>
                <a:lnTo>
                  <a:pt x="2712759" y="300424"/>
                </a:lnTo>
                <a:lnTo>
                  <a:pt x="2703422" y="306723"/>
                </a:lnTo>
                <a:lnTo>
                  <a:pt x="2697130" y="316062"/>
                </a:lnTo>
                <a:lnTo>
                  <a:pt x="2694824" y="327494"/>
                </a:lnTo>
                <a:lnTo>
                  <a:pt x="2697130" y="338901"/>
                </a:lnTo>
                <a:lnTo>
                  <a:pt x="2703422" y="348227"/>
                </a:lnTo>
                <a:lnTo>
                  <a:pt x="2712759" y="354520"/>
                </a:lnTo>
                <a:lnTo>
                  <a:pt x="2724201" y="356830"/>
                </a:lnTo>
                <a:lnTo>
                  <a:pt x="2735617" y="354520"/>
                </a:lnTo>
                <a:lnTo>
                  <a:pt x="2744941" y="348227"/>
                </a:lnTo>
                <a:lnTo>
                  <a:pt x="2751228" y="338901"/>
                </a:lnTo>
                <a:lnTo>
                  <a:pt x="2753534" y="327494"/>
                </a:lnTo>
                <a:lnTo>
                  <a:pt x="2751228" y="316062"/>
                </a:lnTo>
                <a:lnTo>
                  <a:pt x="2744941" y="306723"/>
                </a:lnTo>
                <a:lnTo>
                  <a:pt x="2735617" y="300424"/>
                </a:lnTo>
                <a:lnTo>
                  <a:pt x="2724201" y="298114"/>
                </a:lnTo>
                <a:close/>
              </a:path>
              <a:path extrusionOk="0" h="2468879" w="4523105">
                <a:moveTo>
                  <a:pt x="3026794" y="294790"/>
                </a:moveTo>
                <a:lnTo>
                  <a:pt x="3014046" y="297360"/>
                </a:lnTo>
                <a:lnTo>
                  <a:pt x="3003636" y="304370"/>
                </a:lnTo>
                <a:lnTo>
                  <a:pt x="2996616" y="314765"/>
                </a:lnTo>
                <a:lnTo>
                  <a:pt x="2994042" y="327494"/>
                </a:lnTo>
                <a:lnTo>
                  <a:pt x="2996616" y="340223"/>
                </a:lnTo>
                <a:lnTo>
                  <a:pt x="3003636" y="350619"/>
                </a:lnTo>
                <a:lnTo>
                  <a:pt x="3014047" y="357628"/>
                </a:lnTo>
                <a:lnTo>
                  <a:pt x="3026794" y="360199"/>
                </a:lnTo>
                <a:lnTo>
                  <a:pt x="3039515" y="357628"/>
                </a:lnTo>
                <a:lnTo>
                  <a:pt x="3049912" y="350619"/>
                </a:lnTo>
                <a:lnTo>
                  <a:pt x="3056927" y="340223"/>
                </a:lnTo>
                <a:lnTo>
                  <a:pt x="3059500" y="327494"/>
                </a:lnTo>
                <a:lnTo>
                  <a:pt x="3056927" y="314765"/>
                </a:lnTo>
                <a:lnTo>
                  <a:pt x="3049912" y="304370"/>
                </a:lnTo>
                <a:lnTo>
                  <a:pt x="3039515" y="297360"/>
                </a:lnTo>
                <a:lnTo>
                  <a:pt x="3026794" y="294790"/>
                </a:lnTo>
                <a:close/>
              </a:path>
              <a:path extrusionOk="0" h="2468879" w="4523105">
                <a:moveTo>
                  <a:pt x="3329386" y="292274"/>
                </a:moveTo>
                <a:lnTo>
                  <a:pt x="3315657" y="295042"/>
                </a:lnTo>
                <a:lnTo>
                  <a:pt x="3304446" y="302590"/>
                </a:lnTo>
                <a:lnTo>
                  <a:pt x="3296887" y="313785"/>
                </a:lnTo>
                <a:lnTo>
                  <a:pt x="3294115" y="327494"/>
                </a:lnTo>
                <a:lnTo>
                  <a:pt x="3296887" y="341204"/>
                </a:lnTo>
                <a:lnTo>
                  <a:pt x="3304446" y="352399"/>
                </a:lnTo>
                <a:lnTo>
                  <a:pt x="3315657" y="359947"/>
                </a:lnTo>
                <a:lnTo>
                  <a:pt x="3329386" y="362715"/>
                </a:lnTo>
                <a:lnTo>
                  <a:pt x="3343089" y="359947"/>
                </a:lnTo>
                <a:lnTo>
                  <a:pt x="3354287" y="352399"/>
                </a:lnTo>
                <a:lnTo>
                  <a:pt x="3361841" y="341204"/>
                </a:lnTo>
                <a:lnTo>
                  <a:pt x="3364612" y="327494"/>
                </a:lnTo>
                <a:lnTo>
                  <a:pt x="3361841" y="313785"/>
                </a:lnTo>
                <a:lnTo>
                  <a:pt x="3354287" y="302590"/>
                </a:lnTo>
                <a:lnTo>
                  <a:pt x="3343089" y="295042"/>
                </a:lnTo>
                <a:lnTo>
                  <a:pt x="3329386" y="292274"/>
                </a:lnTo>
                <a:close/>
              </a:path>
              <a:path extrusionOk="0" h="2468879" w="4523105">
                <a:moveTo>
                  <a:pt x="3631934" y="289758"/>
                </a:moveTo>
                <a:lnTo>
                  <a:pt x="3617248" y="292723"/>
                </a:lnTo>
                <a:lnTo>
                  <a:pt x="3605250" y="300810"/>
                </a:lnTo>
                <a:lnTo>
                  <a:pt x="3597157" y="312804"/>
                </a:lnTo>
                <a:lnTo>
                  <a:pt x="3594188" y="327494"/>
                </a:lnTo>
                <a:lnTo>
                  <a:pt x="3597157" y="342184"/>
                </a:lnTo>
                <a:lnTo>
                  <a:pt x="3605250" y="354179"/>
                </a:lnTo>
                <a:lnTo>
                  <a:pt x="3617249" y="362265"/>
                </a:lnTo>
                <a:lnTo>
                  <a:pt x="3631934" y="365230"/>
                </a:lnTo>
                <a:lnTo>
                  <a:pt x="3646645" y="362265"/>
                </a:lnTo>
                <a:lnTo>
                  <a:pt x="3658657" y="354179"/>
                </a:lnTo>
                <a:lnTo>
                  <a:pt x="3666755" y="342184"/>
                </a:lnTo>
                <a:lnTo>
                  <a:pt x="3669724" y="327494"/>
                </a:lnTo>
                <a:lnTo>
                  <a:pt x="3666755" y="312804"/>
                </a:lnTo>
                <a:lnTo>
                  <a:pt x="3658657" y="300810"/>
                </a:lnTo>
                <a:lnTo>
                  <a:pt x="3646645" y="292723"/>
                </a:lnTo>
                <a:lnTo>
                  <a:pt x="3631934" y="289758"/>
                </a:lnTo>
                <a:close/>
              </a:path>
              <a:path extrusionOk="0" h="2468879" w="4523105">
                <a:moveTo>
                  <a:pt x="3934526" y="286389"/>
                </a:moveTo>
                <a:lnTo>
                  <a:pt x="3918543" y="289621"/>
                </a:lnTo>
                <a:lnTo>
                  <a:pt x="3905486" y="298434"/>
                </a:lnTo>
                <a:lnTo>
                  <a:pt x="3896681" y="311501"/>
                </a:lnTo>
                <a:lnTo>
                  <a:pt x="3893452" y="327494"/>
                </a:lnTo>
                <a:lnTo>
                  <a:pt x="3896681" y="343488"/>
                </a:lnTo>
                <a:lnTo>
                  <a:pt x="3905486" y="356554"/>
                </a:lnTo>
                <a:lnTo>
                  <a:pt x="3918543" y="365367"/>
                </a:lnTo>
                <a:lnTo>
                  <a:pt x="3934526" y="368600"/>
                </a:lnTo>
                <a:lnTo>
                  <a:pt x="3950543" y="365367"/>
                </a:lnTo>
                <a:lnTo>
                  <a:pt x="3963628" y="356554"/>
                </a:lnTo>
                <a:lnTo>
                  <a:pt x="3972454" y="343488"/>
                </a:lnTo>
                <a:lnTo>
                  <a:pt x="3975691" y="327494"/>
                </a:lnTo>
                <a:lnTo>
                  <a:pt x="3972454" y="311501"/>
                </a:lnTo>
                <a:lnTo>
                  <a:pt x="3963628" y="298434"/>
                </a:lnTo>
                <a:lnTo>
                  <a:pt x="3950543" y="289621"/>
                </a:lnTo>
                <a:lnTo>
                  <a:pt x="3934526" y="286389"/>
                </a:lnTo>
                <a:close/>
              </a:path>
              <a:path extrusionOk="0" h="2468879" w="4523105">
                <a:moveTo>
                  <a:pt x="4237119" y="283918"/>
                </a:moveTo>
                <a:lnTo>
                  <a:pt x="4220153" y="287347"/>
                </a:lnTo>
                <a:lnTo>
                  <a:pt x="4206296" y="296693"/>
                </a:lnTo>
                <a:lnTo>
                  <a:pt x="4196952" y="310546"/>
                </a:lnTo>
                <a:lnTo>
                  <a:pt x="4193525" y="327494"/>
                </a:lnTo>
                <a:lnTo>
                  <a:pt x="4196952" y="344469"/>
                </a:lnTo>
                <a:lnTo>
                  <a:pt x="4206296" y="358335"/>
                </a:lnTo>
                <a:lnTo>
                  <a:pt x="4220153" y="367686"/>
                </a:lnTo>
                <a:lnTo>
                  <a:pt x="4237119" y="371115"/>
                </a:lnTo>
                <a:lnTo>
                  <a:pt x="4254110" y="367686"/>
                </a:lnTo>
                <a:lnTo>
                  <a:pt x="4267981" y="358335"/>
                </a:lnTo>
                <a:lnTo>
                  <a:pt x="4277330" y="344469"/>
                </a:lnTo>
                <a:lnTo>
                  <a:pt x="4280758" y="327494"/>
                </a:lnTo>
                <a:lnTo>
                  <a:pt x="4277330" y="310546"/>
                </a:lnTo>
                <a:lnTo>
                  <a:pt x="4267981" y="296693"/>
                </a:lnTo>
                <a:lnTo>
                  <a:pt x="4254110" y="287347"/>
                </a:lnTo>
                <a:lnTo>
                  <a:pt x="4237119" y="283918"/>
                </a:lnTo>
                <a:close/>
              </a:path>
              <a:path extrusionOk="0" h="2468879" w="4523105">
                <a:moveTo>
                  <a:pt x="4522590" y="284862"/>
                </a:moveTo>
                <a:lnTo>
                  <a:pt x="4521764" y="285029"/>
                </a:lnTo>
                <a:lnTo>
                  <a:pt x="4507106" y="294913"/>
                </a:lnTo>
                <a:lnTo>
                  <a:pt x="4497222" y="309565"/>
                </a:lnTo>
                <a:lnTo>
                  <a:pt x="4493598" y="327494"/>
                </a:lnTo>
                <a:lnTo>
                  <a:pt x="4497222" y="345449"/>
                </a:lnTo>
                <a:lnTo>
                  <a:pt x="4507106" y="360115"/>
                </a:lnTo>
                <a:lnTo>
                  <a:pt x="4521764" y="370004"/>
                </a:lnTo>
                <a:lnTo>
                  <a:pt x="4522590" y="370171"/>
                </a:lnTo>
                <a:lnTo>
                  <a:pt x="4522590" y="284862"/>
                </a:lnTo>
                <a:close/>
              </a:path>
              <a:path extrusionOk="0" h="2468879" w="4523105">
                <a:moveTo>
                  <a:pt x="304357" y="628170"/>
                </a:moveTo>
                <a:lnTo>
                  <a:pt x="302507" y="628170"/>
                </a:lnTo>
                <a:lnTo>
                  <a:pt x="301752" y="628933"/>
                </a:lnTo>
                <a:lnTo>
                  <a:pt x="301752" y="630775"/>
                </a:lnTo>
                <a:lnTo>
                  <a:pt x="302507" y="631539"/>
                </a:lnTo>
                <a:lnTo>
                  <a:pt x="304357" y="631539"/>
                </a:lnTo>
                <a:lnTo>
                  <a:pt x="305112" y="630775"/>
                </a:lnTo>
                <a:lnTo>
                  <a:pt x="305112" y="628933"/>
                </a:lnTo>
                <a:lnTo>
                  <a:pt x="304357" y="628170"/>
                </a:lnTo>
                <a:close/>
              </a:path>
              <a:path extrusionOk="0" h="2468879" w="4523105">
                <a:moveTo>
                  <a:pt x="609293" y="624037"/>
                </a:moveTo>
                <a:lnTo>
                  <a:pt x="602770" y="624037"/>
                </a:lnTo>
                <a:lnTo>
                  <a:pt x="600160" y="626642"/>
                </a:lnTo>
                <a:lnTo>
                  <a:pt x="600160" y="633111"/>
                </a:lnTo>
                <a:lnTo>
                  <a:pt x="602770" y="635762"/>
                </a:lnTo>
                <a:lnTo>
                  <a:pt x="609293" y="635762"/>
                </a:lnTo>
                <a:lnTo>
                  <a:pt x="611902" y="633111"/>
                </a:lnTo>
                <a:lnTo>
                  <a:pt x="611902" y="626642"/>
                </a:lnTo>
                <a:lnTo>
                  <a:pt x="609293" y="624037"/>
                </a:lnTo>
                <a:close/>
              </a:path>
              <a:path extrusionOk="0" h="2468879" w="4523105">
                <a:moveTo>
                  <a:pt x="914180" y="619814"/>
                </a:moveTo>
                <a:lnTo>
                  <a:pt x="903068" y="619814"/>
                </a:lnTo>
                <a:lnTo>
                  <a:pt x="898569" y="624306"/>
                </a:lnTo>
                <a:lnTo>
                  <a:pt x="898569" y="635447"/>
                </a:lnTo>
                <a:lnTo>
                  <a:pt x="903068" y="639940"/>
                </a:lnTo>
                <a:lnTo>
                  <a:pt x="914180" y="639940"/>
                </a:lnTo>
                <a:lnTo>
                  <a:pt x="918679" y="635447"/>
                </a:lnTo>
                <a:lnTo>
                  <a:pt x="918679" y="624306"/>
                </a:lnTo>
                <a:lnTo>
                  <a:pt x="914180" y="619814"/>
                </a:lnTo>
                <a:close/>
              </a:path>
              <a:path extrusionOk="0" h="2468879" w="4523105">
                <a:moveTo>
                  <a:pt x="1218617" y="616444"/>
                </a:moveTo>
                <a:lnTo>
                  <a:pt x="1203816" y="616444"/>
                </a:lnTo>
                <a:lnTo>
                  <a:pt x="1197787" y="622464"/>
                </a:lnTo>
                <a:lnTo>
                  <a:pt x="1197787" y="637289"/>
                </a:lnTo>
                <a:lnTo>
                  <a:pt x="1203816" y="643309"/>
                </a:lnTo>
                <a:lnTo>
                  <a:pt x="1218617" y="643309"/>
                </a:lnTo>
                <a:lnTo>
                  <a:pt x="1224645" y="637289"/>
                </a:lnTo>
                <a:lnTo>
                  <a:pt x="1224645" y="622464"/>
                </a:lnTo>
                <a:lnTo>
                  <a:pt x="1218617" y="616444"/>
                </a:lnTo>
                <a:close/>
              </a:path>
              <a:path extrusionOk="0" h="2468879" w="4523105">
                <a:moveTo>
                  <a:pt x="1523054" y="613120"/>
                </a:moveTo>
                <a:lnTo>
                  <a:pt x="1504564" y="613120"/>
                </a:lnTo>
                <a:lnTo>
                  <a:pt x="1497051" y="620667"/>
                </a:lnTo>
                <a:lnTo>
                  <a:pt x="1497051" y="639176"/>
                </a:lnTo>
                <a:lnTo>
                  <a:pt x="1504564" y="646678"/>
                </a:lnTo>
                <a:lnTo>
                  <a:pt x="1523054" y="646678"/>
                </a:lnTo>
                <a:lnTo>
                  <a:pt x="1530567" y="639176"/>
                </a:lnTo>
                <a:lnTo>
                  <a:pt x="1530567" y="620667"/>
                </a:lnTo>
                <a:lnTo>
                  <a:pt x="1523054" y="613120"/>
                </a:lnTo>
                <a:close/>
              </a:path>
              <a:path extrusionOk="0" h="2468879" w="4523105">
                <a:moveTo>
                  <a:pt x="1816379" y="609796"/>
                </a:moveTo>
                <a:lnTo>
                  <a:pt x="1808549" y="611374"/>
                </a:lnTo>
                <a:lnTo>
                  <a:pt x="1802157" y="615681"/>
                </a:lnTo>
                <a:lnTo>
                  <a:pt x="1797848" y="622077"/>
                </a:lnTo>
                <a:lnTo>
                  <a:pt x="1796269" y="629922"/>
                </a:lnTo>
                <a:lnTo>
                  <a:pt x="1797848" y="637740"/>
                </a:lnTo>
                <a:lnTo>
                  <a:pt x="1802157" y="644123"/>
                </a:lnTo>
                <a:lnTo>
                  <a:pt x="1808549" y="648425"/>
                </a:lnTo>
                <a:lnTo>
                  <a:pt x="1816379" y="650003"/>
                </a:lnTo>
                <a:lnTo>
                  <a:pt x="1824235" y="648425"/>
                </a:lnTo>
                <a:lnTo>
                  <a:pt x="1830640" y="644123"/>
                </a:lnTo>
                <a:lnTo>
                  <a:pt x="1834953" y="637740"/>
                </a:lnTo>
                <a:lnTo>
                  <a:pt x="1836534" y="629922"/>
                </a:lnTo>
                <a:lnTo>
                  <a:pt x="1834953" y="622077"/>
                </a:lnTo>
                <a:lnTo>
                  <a:pt x="1830640" y="615681"/>
                </a:lnTo>
                <a:lnTo>
                  <a:pt x="1824235" y="611374"/>
                </a:lnTo>
                <a:lnTo>
                  <a:pt x="1816379" y="609796"/>
                </a:lnTo>
                <a:close/>
              </a:path>
              <a:path extrusionOk="0" h="2468879" w="4523105">
                <a:moveTo>
                  <a:pt x="2118971" y="606426"/>
                </a:moveTo>
                <a:lnTo>
                  <a:pt x="2109836" y="608272"/>
                </a:lnTo>
                <a:lnTo>
                  <a:pt x="2102371" y="613305"/>
                </a:lnTo>
                <a:lnTo>
                  <a:pt x="2097335" y="620773"/>
                </a:lnTo>
                <a:lnTo>
                  <a:pt x="2095487" y="629922"/>
                </a:lnTo>
                <a:lnTo>
                  <a:pt x="2097335" y="639044"/>
                </a:lnTo>
                <a:lnTo>
                  <a:pt x="2102371" y="646499"/>
                </a:lnTo>
                <a:lnTo>
                  <a:pt x="2109836" y="651527"/>
                </a:lnTo>
                <a:lnTo>
                  <a:pt x="2118971" y="653372"/>
                </a:lnTo>
                <a:lnTo>
                  <a:pt x="2128133" y="651527"/>
                </a:lnTo>
                <a:lnTo>
                  <a:pt x="2135611" y="646499"/>
                </a:lnTo>
                <a:lnTo>
                  <a:pt x="2140652" y="639044"/>
                </a:lnTo>
                <a:lnTo>
                  <a:pt x="2142500" y="629922"/>
                </a:lnTo>
                <a:lnTo>
                  <a:pt x="2140652" y="620773"/>
                </a:lnTo>
                <a:lnTo>
                  <a:pt x="2135611" y="613305"/>
                </a:lnTo>
                <a:lnTo>
                  <a:pt x="2128133" y="608272"/>
                </a:lnTo>
                <a:lnTo>
                  <a:pt x="2118971" y="606426"/>
                </a:lnTo>
                <a:close/>
              </a:path>
              <a:path extrusionOk="0" h="2468879" w="4523105">
                <a:moveTo>
                  <a:pt x="2421609" y="603956"/>
                </a:moveTo>
                <a:lnTo>
                  <a:pt x="2411465" y="605998"/>
                </a:lnTo>
                <a:lnTo>
                  <a:pt x="2403186" y="611565"/>
                </a:lnTo>
                <a:lnTo>
                  <a:pt x="2397606" y="619819"/>
                </a:lnTo>
                <a:lnTo>
                  <a:pt x="2395561" y="629922"/>
                </a:lnTo>
                <a:lnTo>
                  <a:pt x="2397606" y="640025"/>
                </a:lnTo>
                <a:lnTo>
                  <a:pt x="2403186" y="648279"/>
                </a:lnTo>
                <a:lnTo>
                  <a:pt x="2411465" y="653846"/>
                </a:lnTo>
                <a:lnTo>
                  <a:pt x="2421609" y="655888"/>
                </a:lnTo>
                <a:lnTo>
                  <a:pt x="2431726" y="653846"/>
                </a:lnTo>
                <a:lnTo>
                  <a:pt x="2439992" y="648279"/>
                </a:lnTo>
                <a:lnTo>
                  <a:pt x="2445567" y="640025"/>
                </a:lnTo>
                <a:lnTo>
                  <a:pt x="2447612" y="629922"/>
                </a:lnTo>
                <a:lnTo>
                  <a:pt x="2445567" y="619819"/>
                </a:lnTo>
                <a:lnTo>
                  <a:pt x="2439992" y="611565"/>
                </a:lnTo>
                <a:lnTo>
                  <a:pt x="2431726" y="605998"/>
                </a:lnTo>
                <a:lnTo>
                  <a:pt x="2421609" y="603956"/>
                </a:lnTo>
                <a:close/>
              </a:path>
              <a:path extrusionOk="0" h="2468879" w="4523105">
                <a:moveTo>
                  <a:pt x="2724201" y="600586"/>
                </a:moveTo>
                <a:lnTo>
                  <a:pt x="2712760" y="602889"/>
                </a:lnTo>
                <a:lnTo>
                  <a:pt x="2703422" y="609172"/>
                </a:lnTo>
                <a:lnTo>
                  <a:pt x="2697130" y="618496"/>
                </a:lnTo>
                <a:lnTo>
                  <a:pt x="2694824" y="629922"/>
                </a:lnTo>
                <a:lnTo>
                  <a:pt x="2697130" y="641347"/>
                </a:lnTo>
                <a:lnTo>
                  <a:pt x="2703422" y="650671"/>
                </a:lnTo>
                <a:lnTo>
                  <a:pt x="2712760" y="656954"/>
                </a:lnTo>
                <a:lnTo>
                  <a:pt x="2724201" y="659257"/>
                </a:lnTo>
                <a:lnTo>
                  <a:pt x="2735617" y="656954"/>
                </a:lnTo>
                <a:lnTo>
                  <a:pt x="2744941" y="650671"/>
                </a:lnTo>
                <a:lnTo>
                  <a:pt x="2751228" y="641347"/>
                </a:lnTo>
                <a:lnTo>
                  <a:pt x="2753534" y="629922"/>
                </a:lnTo>
                <a:lnTo>
                  <a:pt x="2751228" y="618496"/>
                </a:lnTo>
                <a:lnTo>
                  <a:pt x="2744941" y="609172"/>
                </a:lnTo>
                <a:lnTo>
                  <a:pt x="2735617" y="602889"/>
                </a:lnTo>
                <a:lnTo>
                  <a:pt x="2724201" y="600586"/>
                </a:lnTo>
                <a:close/>
              </a:path>
              <a:path extrusionOk="0" h="2468879" w="4523105">
                <a:moveTo>
                  <a:pt x="3026794" y="597217"/>
                </a:moveTo>
                <a:lnTo>
                  <a:pt x="3014047" y="599788"/>
                </a:lnTo>
                <a:lnTo>
                  <a:pt x="3003636" y="606797"/>
                </a:lnTo>
                <a:lnTo>
                  <a:pt x="2996616" y="617193"/>
                </a:lnTo>
                <a:lnTo>
                  <a:pt x="2994042" y="629922"/>
                </a:lnTo>
                <a:lnTo>
                  <a:pt x="2996616" y="642651"/>
                </a:lnTo>
                <a:lnTo>
                  <a:pt x="3003636" y="653046"/>
                </a:lnTo>
                <a:lnTo>
                  <a:pt x="3014047" y="660056"/>
                </a:lnTo>
                <a:lnTo>
                  <a:pt x="3026794" y="662626"/>
                </a:lnTo>
                <a:lnTo>
                  <a:pt x="3039515" y="660056"/>
                </a:lnTo>
                <a:lnTo>
                  <a:pt x="3049912" y="653046"/>
                </a:lnTo>
                <a:lnTo>
                  <a:pt x="3056927" y="642651"/>
                </a:lnTo>
                <a:lnTo>
                  <a:pt x="3059500" y="629922"/>
                </a:lnTo>
                <a:lnTo>
                  <a:pt x="3056927" y="617193"/>
                </a:lnTo>
                <a:lnTo>
                  <a:pt x="3049912" y="606797"/>
                </a:lnTo>
                <a:lnTo>
                  <a:pt x="3039515" y="599788"/>
                </a:lnTo>
                <a:lnTo>
                  <a:pt x="3026794" y="597217"/>
                </a:lnTo>
                <a:close/>
              </a:path>
              <a:path extrusionOk="0" h="2468879" w="4523105">
                <a:moveTo>
                  <a:pt x="3329386" y="594746"/>
                </a:moveTo>
                <a:lnTo>
                  <a:pt x="3315657" y="597513"/>
                </a:lnTo>
                <a:lnTo>
                  <a:pt x="3304446" y="605056"/>
                </a:lnTo>
                <a:lnTo>
                  <a:pt x="3296887" y="616238"/>
                </a:lnTo>
                <a:lnTo>
                  <a:pt x="3294115" y="629922"/>
                </a:lnTo>
                <a:lnTo>
                  <a:pt x="3296887" y="643631"/>
                </a:lnTo>
                <a:lnTo>
                  <a:pt x="3304446" y="654826"/>
                </a:lnTo>
                <a:lnTo>
                  <a:pt x="3315657" y="662374"/>
                </a:lnTo>
                <a:lnTo>
                  <a:pt x="3329386" y="665142"/>
                </a:lnTo>
                <a:lnTo>
                  <a:pt x="3343090" y="662374"/>
                </a:lnTo>
                <a:lnTo>
                  <a:pt x="3354288" y="654826"/>
                </a:lnTo>
                <a:lnTo>
                  <a:pt x="3361841" y="643631"/>
                </a:lnTo>
                <a:lnTo>
                  <a:pt x="3364612" y="629922"/>
                </a:lnTo>
                <a:lnTo>
                  <a:pt x="3361841" y="616238"/>
                </a:lnTo>
                <a:lnTo>
                  <a:pt x="3354287" y="605056"/>
                </a:lnTo>
                <a:lnTo>
                  <a:pt x="3343090" y="597513"/>
                </a:lnTo>
                <a:lnTo>
                  <a:pt x="3329386" y="594746"/>
                </a:lnTo>
                <a:close/>
              </a:path>
              <a:path extrusionOk="0" h="2468879" w="4523105">
                <a:moveTo>
                  <a:pt x="3631934" y="592231"/>
                </a:moveTo>
                <a:lnTo>
                  <a:pt x="3617249" y="595195"/>
                </a:lnTo>
                <a:lnTo>
                  <a:pt x="3605250" y="603276"/>
                </a:lnTo>
                <a:lnTo>
                  <a:pt x="3597157" y="615257"/>
                </a:lnTo>
                <a:lnTo>
                  <a:pt x="3594189" y="629922"/>
                </a:lnTo>
                <a:lnTo>
                  <a:pt x="3597157" y="644612"/>
                </a:lnTo>
                <a:lnTo>
                  <a:pt x="3605250" y="656606"/>
                </a:lnTo>
                <a:lnTo>
                  <a:pt x="3617249" y="664693"/>
                </a:lnTo>
                <a:lnTo>
                  <a:pt x="3631934" y="667658"/>
                </a:lnTo>
                <a:lnTo>
                  <a:pt x="3646645" y="664693"/>
                </a:lnTo>
                <a:lnTo>
                  <a:pt x="3658657" y="656606"/>
                </a:lnTo>
                <a:lnTo>
                  <a:pt x="3666755" y="644612"/>
                </a:lnTo>
                <a:lnTo>
                  <a:pt x="3669724" y="629922"/>
                </a:lnTo>
                <a:lnTo>
                  <a:pt x="3666755" y="615257"/>
                </a:lnTo>
                <a:lnTo>
                  <a:pt x="3658657" y="603276"/>
                </a:lnTo>
                <a:lnTo>
                  <a:pt x="3646645" y="595195"/>
                </a:lnTo>
                <a:lnTo>
                  <a:pt x="3631934" y="592231"/>
                </a:lnTo>
                <a:close/>
              </a:path>
              <a:path extrusionOk="0" h="2468879" w="4523105">
                <a:moveTo>
                  <a:pt x="3934526" y="588861"/>
                </a:moveTo>
                <a:lnTo>
                  <a:pt x="3918543" y="592087"/>
                </a:lnTo>
                <a:lnTo>
                  <a:pt x="3905486" y="600884"/>
                </a:lnTo>
                <a:lnTo>
                  <a:pt x="3896681" y="613935"/>
                </a:lnTo>
                <a:lnTo>
                  <a:pt x="3893452" y="629922"/>
                </a:lnTo>
                <a:lnTo>
                  <a:pt x="3896681" y="645915"/>
                </a:lnTo>
                <a:lnTo>
                  <a:pt x="3905486" y="658982"/>
                </a:lnTo>
                <a:lnTo>
                  <a:pt x="3918543" y="667795"/>
                </a:lnTo>
                <a:lnTo>
                  <a:pt x="3934526" y="671027"/>
                </a:lnTo>
                <a:lnTo>
                  <a:pt x="3950543" y="667795"/>
                </a:lnTo>
                <a:lnTo>
                  <a:pt x="3963628" y="658982"/>
                </a:lnTo>
                <a:lnTo>
                  <a:pt x="3972454" y="645915"/>
                </a:lnTo>
                <a:lnTo>
                  <a:pt x="3975691" y="629922"/>
                </a:lnTo>
                <a:lnTo>
                  <a:pt x="3972454" y="613935"/>
                </a:lnTo>
                <a:lnTo>
                  <a:pt x="3963628" y="600884"/>
                </a:lnTo>
                <a:lnTo>
                  <a:pt x="3950543" y="592087"/>
                </a:lnTo>
                <a:lnTo>
                  <a:pt x="3934526" y="588861"/>
                </a:lnTo>
                <a:close/>
              </a:path>
              <a:path extrusionOk="0" h="2468879" w="4523105">
                <a:moveTo>
                  <a:pt x="4237119" y="586345"/>
                </a:moveTo>
                <a:lnTo>
                  <a:pt x="4220153" y="589775"/>
                </a:lnTo>
                <a:lnTo>
                  <a:pt x="4206296" y="599126"/>
                </a:lnTo>
                <a:lnTo>
                  <a:pt x="4196952" y="612992"/>
                </a:lnTo>
                <a:lnTo>
                  <a:pt x="4193525" y="629967"/>
                </a:lnTo>
                <a:lnTo>
                  <a:pt x="4196952" y="646915"/>
                </a:lnTo>
                <a:lnTo>
                  <a:pt x="4206296" y="660767"/>
                </a:lnTo>
                <a:lnTo>
                  <a:pt x="4220153" y="670114"/>
                </a:lnTo>
                <a:lnTo>
                  <a:pt x="4237119" y="673543"/>
                </a:lnTo>
                <a:lnTo>
                  <a:pt x="4254111" y="670114"/>
                </a:lnTo>
                <a:lnTo>
                  <a:pt x="4267981" y="660767"/>
                </a:lnTo>
                <a:lnTo>
                  <a:pt x="4277330" y="646915"/>
                </a:lnTo>
                <a:lnTo>
                  <a:pt x="4280758" y="629967"/>
                </a:lnTo>
                <a:lnTo>
                  <a:pt x="4277330" y="612992"/>
                </a:lnTo>
                <a:lnTo>
                  <a:pt x="4267981" y="599126"/>
                </a:lnTo>
                <a:lnTo>
                  <a:pt x="4254110" y="589775"/>
                </a:lnTo>
                <a:lnTo>
                  <a:pt x="4237119" y="586345"/>
                </a:lnTo>
                <a:close/>
              </a:path>
              <a:path extrusionOk="0" h="2468879" w="4523105">
                <a:moveTo>
                  <a:pt x="4522590" y="587290"/>
                </a:moveTo>
                <a:lnTo>
                  <a:pt x="4521764" y="587457"/>
                </a:lnTo>
                <a:lnTo>
                  <a:pt x="4507106" y="597346"/>
                </a:lnTo>
                <a:lnTo>
                  <a:pt x="4497223" y="612012"/>
                </a:lnTo>
                <a:lnTo>
                  <a:pt x="4493598" y="629967"/>
                </a:lnTo>
                <a:lnTo>
                  <a:pt x="4497223" y="647914"/>
                </a:lnTo>
                <a:lnTo>
                  <a:pt x="4507106" y="662564"/>
                </a:lnTo>
                <a:lnTo>
                  <a:pt x="4521764" y="672439"/>
                </a:lnTo>
                <a:lnTo>
                  <a:pt x="4522590" y="672605"/>
                </a:lnTo>
                <a:lnTo>
                  <a:pt x="4522590" y="587290"/>
                </a:lnTo>
                <a:close/>
              </a:path>
              <a:path extrusionOk="0" h="2468879" w="4523105">
                <a:moveTo>
                  <a:pt x="1680" y="931855"/>
                </a:moveTo>
                <a:lnTo>
                  <a:pt x="0" y="931855"/>
                </a:lnTo>
                <a:lnTo>
                  <a:pt x="0" y="932798"/>
                </a:lnTo>
                <a:lnTo>
                  <a:pt x="1680" y="932798"/>
                </a:lnTo>
                <a:lnTo>
                  <a:pt x="1680" y="931855"/>
                </a:lnTo>
                <a:close/>
              </a:path>
              <a:path extrusionOk="0" h="2468879" w="4523105">
                <a:moveTo>
                  <a:pt x="305301" y="928980"/>
                </a:moveTo>
                <a:lnTo>
                  <a:pt x="301567" y="928980"/>
                </a:lnTo>
                <a:lnTo>
                  <a:pt x="300069" y="930462"/>
                </a:lnTo>
                <a:lnTo>
                  <a:pt x="300069" y="934191"/>
                </a:lnTo>
                <a:lnTo>
                  <a:pt x="301567" y="935673"/>
                </a:lnTo>
                <a:lnTo>
                  <a:pt x="305283" y="935673"/>
                </a:lnTo>
                <a:lnTo>
                  <a:pt x="306795" y="934191"/>
                </a:lnTo>
                <a:lnTo>
                  <a:pt x="306795" y="930462"/>
                </a:lnTo>
                <a:lnTo>
                  <a:pt x="305301" y="928980"/>
                </a:lnTo>
                <a:close/>
              </a:path>
              <a:path extrusionOk="0" h="2468879" w="4523105">
                <a:moveTo>
                  <a:pt x="609743" y="925655"/>
                </a:moveTo>
                <a:lnTo>
                  <a:pt x="602320" y="925655"/>
                </a:lnTo>
                <a:lnTo>
                  <a:pt x="599306" y="928665"/>
                </a:lnTo>
                <a:lnTo>
                  <a:pt x="599306" y="936033"/>
                </a:lnTo>
                <a:lnTo>
                  <a:pt x="602320" y="939043"/>
                </a:lnTo>
                <a:lnTo>
                  <a:pt x="609743" y="939043"/>
                </a:lnTo>
                <a:lnTo>
                  <a:pt x="612757" y="936033"/>
                </a:lnTo>
                <a:lnTo>
                  <a:pt x="612757" y="928665"/>
                </a:lnTo>
                <a:lnTo>
                  <a:pt x="609743" y="925655"/>
                </a:lnTo>
                <a:close/>
              </a:path>
              <a:path extrusionOk="0" h="2468879" w="4523105">
                <a:moveTo>
                  <a:pt x="914180" y="922286"/>
                </a:moveTo>
                <a:lnTo>
                  <a:pt x="903068" y="922286"/>
                </a:lnTo>
                <a:lnTo>
                  <a:pt x="898569" y="926778"/>
                </a:lnTo>
                <a:lnTo>
                  <a:pt x="898569" y="937919"/>
                </a:lnTo>
                <a:lnTo>
                  <a:pt x="903068" y="942412"/>
                </a:lnTo>
                <a:lnTo>
                  <a:pt x="914180" y="942412"/>
                </a:lnTo>
                <a:lnTo>
                  <a:pt x="918679" y="937919"/>
                </a:lnTo>
                <a:lnTo>
                  <a:pt x="918679" y="926778"/>
                </a:lnTo>
                <a:lnTo>
                  <a:pt x="914180" y="922286"/>
                </a:lnTo>
                <a:close/>
              </a:path>
              <a:path extrusionOk="0" h="2468879" w="4523105">
                <a:moveTo>
                  <a:pt x="1218617" y="918917"/>
                </a:moveTo>
                <a:lnTo>
                  <a:pt x="1203816" y="918917"/>
                </a:lnTo>
                <a:lnTo>
                  <a:pt x="1197787" y="924936"/>
                </a:lnTo>
                <a:lnTo>
                  <a:pt x="1197787" y="939761"/>
                </a:lnTo>
                <a:lnTo>
                  <a:pt x="1203816" y="945781"/>
                </a:lnTo>
                <a:lnTo>
                  <a:pt x="1218617" y="945781"/>
                </a:lnTo>
                <a:lnTo>
                  <a:pt x="1224646" y="939761"/>
                </a:lnTo>
                <a:lnTo>
                  <a:pt x="1224646" y="924936"/>
                </a:lnTo>
                <a:lnTo>
                  <a:pt x="1218617" y="918917"/>
                </a:lnTo>
                <a:close/>
              </a:path>
              <a:path extrusionOk="0" h="2468879" w="4523105">
                <a:moveTo>
                  <a:pt x="1523054" y="915592"/>
                </a:moveTo>
                <a:lnTo>
                  <a:pt x="1504564" y="915592"/>
                </a:lnTo>
                <a:lnTo>
                  <a:pt x="1497051" y="923095"/>
                </a:lnTo>
                <a:lnTo>
                  <a:pt x="1497051" y="941603"/>
                </a:lnTo>
                <a:lnTo>
                  <a:pt x="1504564" y="949106"/>
                </a:lnTo>
                <a:lnTo>
                  <a:pt x="1523054" y="949106"/>
                </a:lnTo>
                <a:lnTo>
                  <a:pt x="1530567" y="941603"/>
                </a:lnTo>
                <a:lnTo>
                  <a:pt x="1530567" y="923095"/>
                </a:lnTo>
                <a:lnTo>
                  <a:pt x="1523054" y="915592"/>
                </a:lnTo>
                <a:close/>
              </a:path>
              <a:path extrusionOk="0" h="2468879" w="4523105">
                <a:moveTo>
                  <a:pt x="1816379" y="912223"/>
                </a:moveTo>
                <a:lnTo>
                  <a:pt x="1808549" y="913807"/>
                </a:lnTo>
                <a:lnTo>
                  <a:pt x="1802157" y="918125"/>
                </a:lnTo>
                <a:lnTo>
                  <a:pt x="1797849" y="924523"/>
                </a:lnTo>
                <a:lnTo>
                  <a:pt x="1796269" y="932349"/>
                </a:lnTo>
                <a:lnTo>
                  <a:pt x="1797849" y="940194"/>
                </a:lnTo>
                <a:lnTo>
                  <a:pt x="1802157" y="946590"/>
                </a:lnTo>
                <a:lnTo>
                  <a:pt x="1808549" y="950897"/>
                </a:lnTo>
                <a:lnTo>
                  <a:pt x="1816379" y="952475"/>
                </a:lnTo>
                <a:lnTo>
                  <a:pt x="1824235" y="950897"/>
                </a:lnTo>
                <a:lnTo>
                  <a:pt x="1830640" y="946590"/>
                </a:lnTo>
                <a:lnTo>
                  <a:pt x="1834954" y="940194"/>
                </a:lnTo>
                <a:lnTo>
                  <a:pt x="1836534" y="932349"/>
                </a:lnTo>
                <a:lnTo>
                  <a:pt x="1834954" y="924523"/>
                </a:lnTo>
                <a:lnTo>
                  <a:pt x="1830640" y="918125"/>
                </a:lnTo>
                <a:lnTo>
                  <a:pt x="1824235" y="913807"/>
                </a:lnTo>
                <a:lnTo>
                  <a:pt x="1816379" y="912223"/>
                </a:lnTo>
                <a:close/>
              </a:path>
              <a:path extrusionOk="0" h="2468879" w="4523105">
                <a:moveTo>
                  <a:pt x="2118971" y="908899"/>
                </a:moveTo>
                <a:lnTo>
                  <a:pt x="2109836" y="910743"/>
                </a:lnTo>
                <a:lnTo>
                  <a:pt x="2102371" y="915772"/>
                </a:lnTo>
                <a:lnTo>
                  <a:pt x="2097335" y="923227"/>
                </a:lnTo>
                <a:lnTo>
                  <a:pt x="2095488" y="932349"/>
                </a:lnTo>
                <a:lnTo>
                  <a:pt x="2097335" y="941497"/>
                </a:lnTo>
                <a:lnTo>
                  <a:pt x="2102371" y="948965"/>
                </a:lnTo>
                <a:lnTo>
                  <a:pt x="2109836" y="953999"/>
                </a:lnTo>
                <a:lnTo>
                  <a:pt x="2118972" y="955844"/>
                </a:lnTo>
                <a:lnTo>
                  <a:pt x="2128133" y="953999"/>
                </a:lnTo>
                <a:lnTo>
                  <a:pt x="2135612" y="948965"/>
                </a:lnTo>
                <a:lnTo>
                  <a:pt x="2140652" y="941497"/>
                </a:lnTo>
                <a:lnTo>
                  <a:pt x="2142500" y="932349"/>
                </a:lnTo>
                <a:lnTo>
                  <a:pt x="2140652" y="923227"/>
                </a:lnTo>
                <a:lnTo>
                  <a:pt x="2135612" y="915772"/>
                </a:lnTo>
                <a:lnTo>
                  <a:pt x="2128133" y="910743"/>
                </a:lnTo>
                <a:lnTo>
                  <a:pt x="2118971" y="908899"/>
                </a:lnTo>
                <a:close/>
              </a:path>
              <a:path extrusionOk="0" h="2468879" w="4523105">
                <a:moveTo>
                  <a:pt x="2421609" y="906383"/>
                </a:moveTo>
                <a:lnTo>
                  <a:pt x="2411466" y="908426"/>
                </a:lnTo>
                <a:lnTo>
                  <a:pt x="2403186" y="913998"/>
                </a:lnTo>
                <a:lnTo>
                  <a:pt x="2397606" y="922265"/>
                </a:lnTo>
                <a:lnTo>
                  <a:pt x="2395561" y="932394"/>
                </a:lnTo>
                <a:lnTo>
                  <a:pt x="2397606" y="942497"/>
                </a:lnTo>
                <a:lnTo>
                  <a:pt x="2403186" y="950751"/>
                </a:lnTo>
                <a:lnTo>
                  <a:pt x="2411466" y="956318"/>
                </a:lnTo>
                <a:lnTo>
                  <a:pt x="2421609" y="958360"/>
                </a:lnTo>
                <a:lnTo>
                  <a:pt x="2431727" y="956318"/>
                </a:lnTo>
                <a:lnTo>
                  <a:pt x="2439992" y="950751"/>
                </a:lnTo>
                <a:lnTo>
                  <a:pt x="2445567" y="942497"/>
                </a:lnTo>
                <a:lnTo>
                  <a:pt x="2447612" y="932394"/>
                </a:lnTo>
                <a:lnTo>
                  <a:pt x="2445567" y="922265"/>
                </a:lnTo>
                <a:lnTo>
                  <a:pt x="2439992" y="913998"/>
                </a:lnTo>
                <a:lnTo>
                  <a:pt x="2431726" y="908426"/>
                </a:lnTo>
                <a:lnTo>
                  <a:pt x="2421609" y="906383"/>
                </a:lnTo>
                <a:close/>
              </a:path>
              <a:path extrusionOk="0" h="2468879" w="4523105">
                <a:moveTo>
                  <a:pt x="2724202" y="903014"/>
                </a:moveTo>
                <a:lnTo>
                  <a:pt x="2712760" y="905324"/>
                </a:lnTo>
                <a:lnTo>
                  <a:pt x="2703422" y="911622"/>
                </a:lnTo>
                <a:lnTo>
                  <a:pt x="2697130" y="920961"/>
                </a:lnTo>
                <a:lnTo>
                  <a:pt x="2694824" y="932394"/>
                </a:lnTo>
                <a:lnTo>
                  <a:pt x="2697130" y="943800"/>
                </a:lnTo>
                <a:lnTo>
                  <a:pt x="2703422" y="953126"/>
                </a:lnTo>
                <a:lnTo>
                  <a:pt x="2712760" y="959420"/>
                </a:lnTo>
                <a:lnTo>
                  <a:pt x="2724202" y="961729"/>
                </a:lnTo>
                <a:lnTo>
                  <a:pt x="2735617" y="959420"/>
                </a:lnTo>
                <a:lnTo>
                  <a:pt x="2744941" y="953126"/>
                </a:lnTo>
                <a:lnTo>
                  <a:pt x="2751228" y="943800"/>
                </a:lnTo>
                <a:lnTo>
                  <a:pt x="2753534" y="932394"/>
                </a:lnTo>
                <a:lnTo>
                  <a:pt x="2751228" y="920961"/>
                </a:lnTo>
                <a:lnTo>
                  <a:pt x="2744941" y="911622"/>
                </a:lnTo>
                <a:lnTo>
                  <a:pt x="2735617" y="905324"/>
                </a:lnTo>
                <a:lnTo>
                  <a:pt x="2724202" y="903014"/>
                </a:lnTo>
                <a:close/>
              </a:path>
              <a:path extrusionOk="0" h="2468879" w="4523105">
                <a:moveTo>
                  <a:pt x="3026794" y="899689"/>
                </a:moveTo>
                <a:lnTo>
                  <a:pt x="3014047" y="902260"/>
                </a:lnTo>
                <a:lnTo>
                  <a:pt x="3003636" y="909269"/>
                </a:lnTo>
                <a:lnTo>
                  <a:pt x="2996617" y="919665"/>
                </a:lnTo>
                <a:lnTo>
                  <a:pt x="2994042" y="932394"/>
                </a:lnTo>
                <a:lnTo>
                  <a:pt x="2996617" y="945123"/>
                </a:lnTo>
                <a:lnTo>
                  <a:pt x="3003636" y="955518"/>
                </a:lnTo>
                <a:lnTo>
                  <a:pt x="3014047" y="962528"/>
                </a:lnTo>
                <a:lnTo>
                  <a:pt x="3026794" y="965098"/>
                </a:lnTo>
                <a:lnTo>
                  <a:pt x="3039515" y="962528"/>
                </a:lnTo>
                <a:lnTo>
                  <a:pt x="3049913" y="955518"/>
                </a:lnTo>
                <a:lnTo>
                  <a:pt x="3056927" y="945123"/>
                </a:lnTo>
                <a:lnTo>
                  <a:pt x="3059501" y="932394"/>
                </a:lnTo>
                <a:lnTo>
                  <a:pt x="3056927" y="919665"/>
                </a:lnTo>
                <a:lnTo>
                  <a:pt x="3049912" y="909269"/>
                </a:lnTo>
                <a:lnTo>
                  <a:pt x="3039515" y="902260"/>
                </a:lnTo>
                <a:lnTo>
                  <a:pt x="3026794" y="899689"/>
                </a:lnTo>
                <a:close/>
              </a:path>
              <a:path extrusionOk="0" h="2468879" w="4523105">
                <a:moveTo>
                  <a:pt x="3329387" y="897174"/>
                </a:moveTo>
                <a:lnTo>
                  <a:pt x="3315657" y="899941"/>
                </a:lnTo>
                <a:lnTo>
                  <a:pt x="3304446" y="907489"/>
                </a:lnTo>
                <a:lnTo>
                  <a:pt x="3296887" y="918684"/>
                </a:lnTo>
                <a:lnTo>
                  <a:pt x="3294116" y="932394"/>
                </a:lnTo>
                <a:lnTo>
                  <a:pt x="3296887" y="946103"/>
                </a:lnTo>
                <a:lnTo>
                  <a:pt x="3304446" y="957299"/>
                </a:lnTo>
                <a:lnTo>
                  <a:pt x="3315657" y="964846"/>
                </a:lnTo>
                <a:lnTo>
                  <a:pt x="3329387" y="967614"/>
                </a:lnTo>
                <a:lnTo>
                  <a:pt x="3343090" y="964846"/>
                </a:lnTo>
                <a:lnTo>
                  <a:pt x="3354288" y="957299"/>
                </a:lnTo>
                <a:lnTo>
                  <a:pt x="3361842" y="946103"/>
                </a:lnTo>
                <a:lnTo>
                  <a:pt x="3364613" y="932394"/>
                </a:lnTo>
                <a:lnTo>
                  <a:pt x="3361842" y="918684"/>
                </a:lnTo>
                <a:lnTo>
                  <a:pt x="3354288" y="907489"/>
                </a:lnTo>
                <a:lnTo>
                  <a:pt x="3343090" y="899941"/>
                </a:lnTo>
                <a:lnTo>
                  <a:pt x="3329387" y="897174"/>
                </a:lnTo>
                <a:close/>
              </a:path>
              <a:path extrusionOk="0" h="2468879" w="4523105">
                <a:moveTo>
                  <a:pt x="3631934" y="894658"/>
                </a:moveTo>
                <a:lnTo>
                  <a:pt x="3617249" y="897623"/>
                </a:lnTo>
                <a:lnTo>
                  <a:pt x="3605250" y="905709"/>
                </a:lnTo>
                <a:lnTo>
                  <a:pt x="3597157" y="917704"/>
                </a:lnTo>
                <a:lnTo>
                  <a:pt x="3594189" y="932394"/>
                </a:lnTo>
                <a:lnTo>
                  <a:pt x="3597157" y="947084"/>
                </a:lnTo>
                <a:lnTo>
                  <a:pt x="3605250" y="959079"/>
                </a:lnTo>
                <a:lnTo>
                  <a:pt x="3617249" y="967165"/>
                </a:lnTo>
                <a:lnTo>
                  <a:pt x="3631934" y="970130"/>
                </a:lnTo>
                <a:lnTo>
                  <a:pt x="3646645" y="967165"/>
                </a:lnTo>
                <a:lnTo>
                  <a:pt x="3658657" y="959079"/>
                </a:lnTo>
                <a:lnTo>
                  <a:pt x="3666755" y="947084"/>
                </a:lnTo>
                <a:lnTo>
                  <a:pt x="3669724" y="932394"/>
                </a:lnTo>
                <a:lnTo>
                  <a:pt x="3666755" y="917704"/>
                </a:lnTo>
                <a:lnTo>
                  <a:pt x="3658657" y="905709"/>
                </a:lnTo>
                <a:lnTo>
                  <a:pt x="3646645" y="897623"/>
                </a:lnTo>
                <a:lnTo>
                  <a:pt x="3631934" y="894658"/>
                </a:lnTo>
                <a:close/>
              </a:path>
              <a:path extrusionOk="0" h="2468879" w="4523105">
                <a:moveTo>
                  <a:pt x="3934527" y="891289"/>
                </a:moveTo>
                <a:lnTo>
                  <a:pt x="3918543" y="894521"/>
                </a:lnTo>
                <a:lnTo>
                  <a:pt x="3905487" y="903334"/>
                </a:lnTo>
                <a:lnTo>
                  <a:pt x="3896681" y="916400"/>
                </a:lnTo>
                <a:lnTo>
                  <a:pt x="3893452" y="932394"/>
                </a:lnTo>
                <a:lnTo>
                  <a:pt x="3896681" y="948387"/>
                </a:lnTo>
                <a:lnTo>
                  <a:pt x="3905487" y="961454"/>
                </a:lnTo>
                <a:lnTo>
                  <a:pt x="3918543" y="970267"/>
                </a:lnTo>
                <a:lnTo>
                  <a:pt x="3934527" y="973499"/>
                </a:lnTo>
                <a:lnTo>
                  <a:pt x="3950543" y="970267"/>
                </a:lnTo>
                <a:lnTo>
                  <a:pt x="3963629" y="961454"/>
                </a:lnTo>
                <a:lnTo>
                  <a:pt x="3972454" y="948387"/>
                </a:lnTo>
                <a:lnTo>
                  <a:pt x="3975691" y="932394"/>
                </a:lnTo>
                <a:lnTo>
                  <a:pt x="3972454" y="916400"/>
                </a:lnTo>
                <a:lnTo>
                  <a:pt x="3963628" y="903334"/>
                </a:lnTo>
                <a:lnTo>
                  <a:pt x="3950543" y="894521"/>
                </a:lnTo>
                <a:lnTo>
                  <a:pt x="3934527" y="891289"/>
                </a:lnTo>
                <a:close/>
              </a:path>
              <a:path extrusionOk="0" h="2468879" w="4523105">
                <a:moveTo>
                  <a:pt x="4237119" y="888818"/>
                </a:moveTo>
                <a:lnTo>
                  <a:pt x="4220154" y="892247"/>
                </a:lnTo>
                <a:lnTo>
                  <a:pt x="4206296" y="901593"/>
                </a:lnTo>
                <a:lnTo>
                  <a:pt x="4196952" y="915446"/>
                </a:lnTo>
                <a:lnTo>
                  <a:pt x="4193525" y="932394"/>
                </a:lnTo>
                <a:lnTo>
                  <a:pt x="4196952" y="949368"/>
                </a:lnTo>
                <a:lnTo>
                  <a:pt x="4206296" y="963234"/>
                </a:lnTo>
                <a:lnTo>
                  <a:pt x="4220154" y="972585"/>
                </a:lnTo>
                <a:lnTo>
                  <a:pt x="4237119" y="976015"/>
                </a:lnTo>
                <a:lnTo>
                  <a:pt x="4254111" y="972585"/>
                </a:lnTo>
                <a:lnTo>
                  <a:pt x="4267981" y="963234"/>
                </a:lnTo>
                <a:lnTo>
                  <a:pt x="4277330" y="949368"/>
                </a:lnTo>
                <a:lnTo>
                  <a:pt x="4280758" y="932394"/>
                </a:lnTo>
                <a:lnTo>
                  <a:pt x="4277330" y="915446"/>
                </a:lnTo>
                <a:lnTo>
                  <a:pt x="4267981" y="901593"/>
                </a:lnTo>
                <a:lnTo>
                  <a:pt x="4254111" y="892247"/>
                </a:lnTo>
                <a:lnTo>
                  <a:pt x="4237119" y="888818"/>
                </a:lnTo>
                <a:close/>
              </a:path>
              <a:path extrusionOk="0" h="2468879" w="4523105">
                <a:moveTo>
                  <a:pt x="4522590" y="889761"/>
                </a:moveTo>
                <a:lnTo>
                  <a:pt x="4521764" y="889928"/>
                </a:lnTo>
                <a:lnTo>
                  <a:pt x="4507106" y="899813"/>
                </a:lnTo>
                <a:lnTo>
                  <a:pt x="4497223" y="914465"/>
                </a:lnTo>
                <a:lnTo>
                  <a:pt x="4493598" y="932394"/>
                </a:lnTo>
                <a:lnTo>
                  <a:pt x="4497223" y="950349"/>
                </a:lnTo>
                <a:lnTo>
                  <a:pt x="4507106" y="965014"/>
                </a:lnTo>
                <a:lnTo>
                  <a:pt x="4521764" y="974904"/>
                </a:lnTo>
                <a:lnTo>
                  <a:pt x="4522590" y="975071"/>
                </a:lnTo>
                <a:lnTo>
                  <a:pt x="4522590" y="889761"/>
                </a:lnTo>
                <a:close/>
              </a:path>
              <a:path extrusionOk="0" h="2468879" w="4523105">
                <a:moveTo>
                  <a:pt x="1681" y="1234327"/>
                </a:moveTo>
                <a:lnTo>
                  <a:pt x="0" y="1234327"/>
                </a:lnTo>
                <a:lnTo>
                  <a:pt x="0" y="1235270"/>
                </a:lnTo>
                <a:lnTo>
                  <a:pt x="1681" y="1235270"/>
                </a:lnTo>
                <a:lnTo>
                  <a:pt x="1681" y="1234327"/>
                </a:lnTo>
                <a:close/>
              </a:path>
              <a:path extrusionOk="0" h="2468879" w="4523105">
                <a:moveTo>
                  <a:pt x="305302" y="1231407"/>
                </a:moveTo>
                <a:lnTo>
                  <a:pt x="301568" y="1231407"/>
                </a:lnTo>
                <a:lnTo>
                  <a:pt x="300069" y="1232934"/>
                </a:lnTo>
                <a:lnTo>
                  <a:pt x="300069" y="1236663"/>
                </a:lnTo>
                <a:lnTo>
                  <a:pt x="301568" y="1238146"/>
                </a:lnTo>
                <a:lnTo>
                  <a:pt x="305284" y="1238146"/>
                </a:lnTo>
                <a:lnTo>
                  <a:pt x="306795" y="1236663"/>
                </a:lnTo>
                <a:lnTo>
                  <a:pt x="306795" y="1232934"/>
                </a:lnTo>
                <a:lnTo>
                  <a:pt x="305302" y="1231407"/>
                </a:lnTo>
                <a:close/>
              </a:path>
              <a:path extrusionOk="0" h="2468879" w="4523105">
                <a:moveTo>
                  <a:pt x="609743" y="1228083"/>
                </a:moveTo>
                <a:lnTo>
                  <a:pt x="602320" y="1228083"/>
                </a:lnTo>
                <a:lnTo>
                  <a:pt x="599306" y="1231092"/>
                </a:lnTo>
                <a:lnTo>
                  <a:pt x="599306" y="1238505"/>
                </a:lnTo>
                <a:lnTo>
                  <a:pt x="602320" y="1241515"/>
                </a:lnTo>
                <a:lnTo>
                  <a:pt x="609743" y="1241515"/>
                </a:lnTo>
                <a:lnTo>
                  <a:pt x="612757" y="1238505"/>
                </a:lnTo>
                <a:lnTo>
                  <a:pt x="612757" y="1231092"/>
                </a:lnTo>
                <a:lnTo>
                  <a:pt x="609743" y="1228083"/>
                </a:lnTo>
                <a:close/>
              </a:path>
              <a:path extrusionOk="0" h="2468879" w="4523105">
                <a:moveTo>
                  <a:pt x="914180" y="1224758"/>
                </a:moveTo>
                <a:lnTo>
                  <a:pt x="903068" y="1224758"/>
                </a:lnTo>
                <a:lnTo>
                  <a:pt x="898569" y="1229251"/>
                </a:lnTo>
                <a:lnTo>
                  <a:pt x="898569" y="1240347"/>
                </a:lnTo>
                <a:lnTo>
                  <a:pt x="903068" y="1244839"/>
                </a:lnTo>
                <a:lnTo>
                  <a:pt x="914180" y="1244839"/>
                </a:lnTo>
                <a:lnTo>
                  <a:pt x="918679" y="1240347"/>
                </a:lnTo>
                <a:lnTo>
                  <a:pt x="918679" y="1229251"/>
                </a:lnTo>
                <a:lnTo>
                  <a:pt x="914180" y="1224758"/>
                </a:lnTo>
                <a:close/>
              </a:path>
              <a:path extrusionOk="0" h="2468879" w="4523105">
                <a:moveTo>
                  <a:pt x="1218617" y="1221389"/>
                </a:moveTo>
                <a:lnTo>
                  <a:pt x="1203816" y="1221389"/>
                </a:lnTo>
                <a:lnTo>
                  <a:pt x="1197788" y="1227409"/>
                </a:lnTo>
                <a:lnTo>
                  <a:pt x="1197788" y="1242189"/>
                </a:lnTo>
                <a:lnTo>
                  <a:pt x="1203816" y="1248208"/>
                </a:lnTo>
                <a:lnTo>
                  <a:pt x="1218617" y="1248208"/>
                </a:lnTo>
                <a:lnTo>
                  <a:pt x="1224646" y="1242189"/>
                </a:lnTo>
                <a:lnTo>
                  <a:pt x="1224646" y="1227409"/>
                </a:lnTo>
                <a:lnTo>
                  <a:pt x="1218617" y="1221389"/>
                </a:lnTo>
                <a:close/>
              </a:path>
              <a:path extrusionOk="0" h="2468879" w="4523105">
                <a:moveTo>
                  <a:pt x="1523054" y="1218065"/>
                </a:moveTo>
                <a:lnTo>
                  <a:pt x="1504564" y="1218065"/>
                </a:lnTo>
                <a:lnTo>
                  <a:pt x="1497051" y="1225567"/>
                </a:lnTo>
                <a:lnTo>
                  <a:pt x="1497051" y="1244075"/>
                </a:lnTo>
                <a:lnTo>
                  <a:pt x="1504564" y="1251578"/>
                </a:lnTo>
                <a:lnTo>
                  <a:pt x="1523054" y="1251578"/>
                </a:lnTo>
                <a:lnTo>
                  <a:pt x="1530567" y="1244075"/>
                </a:lnTo>
                <a:lnTo>
                  <a:pt x="1530567" y="1225567"/>
                </a:lnTo>
                <a:lnTo>
                  <a:pt x="1523054" y="1218065"/>
                </a:lnTo>
                <a:close/>
              </a:path>
              <a:path extrusionOk="0" h="2468879" w="4523105">
                <a:moveTo>
                  <a:pt x="1816379" y="1214695"/>
                </a:moveTo>
                <a:lnTo>
                  <a:pt x="1808549" y="1216273"/>
                </a:lnTo>
                <a:lnTo>
                  <a:pt x="1802157" y="1220580"/>
                </a:lnTo>
                <a:lnTo>
                  <a:pt x="1797849" y="1226976"/>
                </a:lnTo>
                <a:lnTo>
                  <a:pt x="1796269" y="1234821"/>
                </a:lnTo>
                <a:lnTo>
                  <a:pt x="1797849" y="1242647"/>
                </a:lnTo>
                <a:lnTo>
                  <a:pt x="1802157" y="1249045"/>
                </a:lnTo>
                <a:lnTo>
                  <a:pt x="1808549" y="1253363"/>
                </a:lnTo>
                <a:lnTo>
                  <a:pt x="1816379" y="1254947"/>
                </a:lnTo>
                <a:lnTo>
                  <a:pt x="1824235" y="1253363"/>
                </a:lnTo>
                <a:lnTo>
                  <a:pt x="1830641" y="1249045"/>
                </a:lnTo>
                <a:lnTo>
                  <a:pt x="1834954" y="1242647"/>
                </a:lnTo>
                <a:lnTo>
                  <a:pt x="1836534" y="1234821"/>
                </a:lnTo>
                <a:lnTo>
                  <a:pt x="1834954" y="1226976"/>
                </a:lnTo>
                <a:lnTo>
                  <a:pt x="1830641" y="1220580"/>
                </a:lnTo>
                <a:lnTo>
                  <a:pt x="1824235" y="1216273"/>
                </a:lnTo>
                <a:lnTo>
                  <a:pt x="1816379" y="1214695"/>
                </a:lnTo>
                <a:close/>
              </a:path>
              <a:path extrusionOk="0" h="2468879" w="4523105">
                <a:moveTo>
                  <a:pt x="2118972" y="1211326"/>
                </a:moveTo>
                <a:lnTo>
                  <a:pt x="2109836" y="1213171"/>
                </a:lnTo>
                <a:lnTo>
                  <a:pt x="2102371" y="1218205"/>
                </a:lnTo>
                <a:lnTo>
                  <a:pt x="2097335" y="1225673"/>
                </a:lnTo>
                <a:lnTo>
                  <a:pt x="2095488" y="1234821"/>
                </a:lnTo>
                <a:lnTo>
                  <a:pt x="2097335" y="1243969"/>
                </a:lnTo>
                <a:lnTo>
                  <a:pt x="2102371" y="1251437"/>
                </a:lnTo>
                <a:lnTo>
                  <a:pt x="2109836" y="1256471"/>
                </a:lnTo>
                <a:lnTo>
                  <a:pt x="2118972" y="1258316"/>
                </a:lnTo>
                <a:lnTo>
                  <a:pt x="2128133" y="1256471"/>
                </a:lnTo>
                <a:lnTo>
                  <a:pt x="2135612" y="1251437"/>
                </a:lnTo>
                <a:lnTo>
                  <a:pt x="2140653" y="1243969"/>
                </a:lnTo>
                <a:lnTo>
                  <a:pt x="2142501" y="1234821"/>
                </a:lnTo>
                <a:lnTo>
                  <a:pt x="2140653" y="1225673"/>
                </a:lnTo>
                <a:lnTo>
                  <a:pt x="2135612" y="1218205"/>
                </a:lnTo>
                <a:lnTo>
                  <a:pt x="2128133" y="1213171"/>
                </a:lnTo>
                <a:lnTo>
                  <a:pt x="2118972" y="1211326"/>
                </a:lnTo>
                <a:close/>
              </a:path>
              <a:path extrusionOk="0" h="2468879" w="4523105">
                <a:moveTo>
                  <a:pt x="2421609" y="1208855"/>
                </a:moveTo>
                <a:lnTo>
                  <a:pt x="2411466" y="1210897"/>
                </a:lnTo>
                <a:lnTo>
                  <a:pt x="2403186" y="1216464"/>
                </a:lnTo>
                <a:lnTo>
                  <a:pt x="2397606" y="1224718"/>
                </a:lnTo>
                <a:lnTo>
                  <a:pt x="2395561" y="1234821"/>
                </a:lnTo>
                <a:lnTo>
                  <a:pt x="2397606" y="1244950"/>
                </a:lnTo>
                <a:lnTo>
                  <a:pt x="2403186" y="1253217"/>
                </a:lnTo>
                <a:lnTo>
                  <a:pt x="2411466" y="1258789"/>
                </a:lnTo>
                <a:lnTo>
                  <a:pt x="2421609" y="1260832"/>
                </a:lnTo>
                <a:lnTo>
                  <a:pt x="2431727" y="1258789"/>
                </a:lnTo>
                <a:lnTo>
                  <a:pt x="2439993" y="1253217"/>
                </a:lnTo>
                <a:lnTo>
                  <a:pt x="2445568" y="1244950"/>
                </a:lnTo>
                <a:lnTo>
                  <a:pt x="2447613" y="1234821"/>
                </a:lnTo>
                <a:lnTo>
                  <a:pt x="2445568" y="1224718"/>
                </a:lnTo>
                <a:lnTo>
                  <a:pt x="2439993" y="1216464"/>
                </a:lnTo>
                <a:lnTo>
                  <a:pt x="2431727" y="1210897"/>
                </a:lnTo>
                <a:lnTo>
                  <a:pt x="2421609" y="1208855"/>
                </a:lnTo>
                <a:close/>
              </a:path>
              <a:path extrusionOk="0" h="2468879" w="4523105">
                <a:moveTo>
                  <a:pt x="2724202" y="1205486"/>
                </a:moveTo>
                <a:lnTo>
                  <a:pt x="2712760" y="1207789"/>
                </a:lnTo>
                <a:lnTo>
                  <a:pt x="2703423" y="1214072"/>
                </a:lnTo>
                <a:lnTo>
                  <a:pt x="2697131" y="1223396"/>
                </a:lnTo>
                <a:lnTo>
                  <a:pt x="2694824" y="1234821"/>
                </a:lnTo>
                <a:lnTo>
                  <a:pt x="2697131" y="1246247"/>
                </a:lnTo>
                <a:lnTo>
                  <a:pt x="2703423" y="1255570"/>
                </a:lnTo>
                <a:lnTo>
                  <a:pt x="2712760" y="1261853"/>
                </a:lnTo>
                <a:lnTo>
                  <a:pt x="2724202" y="1264156"/>
                </a:lnTo>
                <a:lnTo>
                  <a:pt x="2735618" y="1261853"/>
                </a:lnTo>
                <a:lnTo>
                  <a:pt x="2744941" y="1255570"/>
                </a:lnTo>
                <a:lnTo>
                  <a:pt x="2751229" y="1246247"/>
                </a:lnTo>
                <a:lnTo>
                  <a:pt x="2753534" y="1234821"/>
                </a:lnTo>
                <a:lnTo>
                  <a:pt x="2751229" y="1223396"/>
                </a:lnTo>
                <a:lnTo>
                  <a:pt x="2744941" y="1214072"/>
                </a:lnTo>
                <a:lnTo>
                  <a:pt x="2735618" y="1207789"/>
                </a:lnTo>
                <a:lnTo>
                  <a:pt x="2724202" y="1205486"/>
                </a:lnTo>
                <a:close/>
              </a:path>
              <a:path extrusionOk="0" h="2468879" w="4523105">
                <a:moveTo>
                  <a:pt x="3026794" y="1202117"/>
                </a:moveTo>
                <a:lnTo>
                  <a:pt x="3014047" y="1204687"/>
                </a:lnTo>
                <a:lnTo>
                  <a:pt x="3003636" y="1211697"/>
                </a:lnTo>
                <a:lnTo>
                  <a:pt x="2996617" y="1222092"/>
                </a:lnTo>
                <a:lnTo>
                  <a:pt x="2994043" y="1234821"/>
                </a:lnTo>
                <a:lnTo>
                  <a:pt x="2996617" y="1247550"/>
                </a:lnTo>
                <a:lnTo>
                  <a:pt x="3003636" y="1257946"/>
                </a:lnTo>
                <a:lnTo>
                  <a:pt x="3014047" y="1264955"/>
                </a:lnTo>
                <a:lnTo>
                  <a:pt x="3026794" y="1267526"/>
                </a:lnTo>
                <a:lnTo>
                  <a:pt x="3039515" y="1264955"/>
                </a:lnTo>
                <a:lnTo>
                  <a:pt x="3049913" y="1257946"/>
                </a:lnTo>
                <a:lnTo>
                  <a:pt x="3056927" y="1247550"/>
                </a:lnTo>
                <a:lnTo>
                  <a:pt x="3059501" y="1234821"/>
                </a:lnTo>
                <a:lnTo>
                  <a:pt x="3056927" y="1222092"/>
                </a:lnTo>
                <a:lnTo>
                  <a:pt x="3049913" y="1211697"/>
                </a:lnTo>
                <a:lnTo>
                  <a:pt x="3039515" y="1204687"/>
                </a:lnTo>
                <a:lnTo>
                  <a:pt x="3026794" y="1202117"/>
                </a:lnTo>
                <a:close/>
              </a:path>
              <a:path extrusionOk="0" h="2468879" w="4523105">
                <a:moveTo>
                  <a:pt x="3329387" y="1199646"/>
                </a:moveTo>
                <a:lnTo>
                  <a:pt x="3315657" y="1202414"/>
                </a:lnTo>
                <a:lnTo>
                  <a:pt x="3304446" y="1209961"/>
                </a:lnTo>
                <a:lnTo>
                  <a:pt x="3296887" y="1221157"/>
                </a:lnTo>
                <a:lnTo>
                  <a:pt x="3294116" y="1234866"/>
                </a:lnTo>
                <a:lnTo>
                  <a:pt x="3296887" y="1248550"/>
                </a:lnTo>
                <a:lnTo>
                  <a:pt x="3304446" y="1259731"/>
                </a:lnTo>
                <a:lnTo>
                  <a:pt x="3315658" y="1267274"/>
                </a:lnTo>
                <a:lnTo>
                  <a:pt x="3329387" y="1270041"/>
                </a:lnTo>
                <a:lnTo>
                  <a:pt x="3343090" y="1267274"/>
                </a:lnTo>
                <a:lnTo>
                  <a:pt x="3354288" y="1259731"/>
                </a:lnTo>
                <a:lnTo>
                  <a:pt x="3361842" y="1248550"/>
                </a:lnTo>
                <a:lnTo>
                  <a:pt x="3364613" y="1234866"/>
                </a:lnTo>
                <a:lnTo>
                  <a:pt x="3361842" y="1221157"/>
                </a:lnTo>
                <a:lnTo>
                  <a:pt x="3354288" y="1209961"/>
                </a:lnTo>
                <a:lnTo>
                  <a:pt x="3343090" y="1202414"/>
                </a:lnTo>
                <a:lnTo>
                  <a:pt x="3329387" y="1199646"/>
                </a:lnTo>
                <a:close/>
              </a:path>
              <a:path extrusionOk="0" h="2468879" w="4523105">
                <a:moveTo>
                  <a:pt x="3631934" y="1197130"/>
                </a:moveTo>
                <a:lnTo>
                  <a:pt x="3617249" y="1200095"/>
                </a:lnTo>
                <a:lnTo>
                  <a:pt x="3605250" y="1208181"/>
                </a:lnTo>
                <a:lnTo>
                  <a:pt x="3597157" y="1220176"/>
                </a:lnTo>
                <a:lnTo>
                  <a:pt x="3594189" y="1234866"/>
                </a:lnTo>
                <a:lnTo>
                  <a:pt x="3597157" y="1249530"/>
                </a:lnTo>
                <a:lnTo>
                  <a:pt x="3605250" y="1261512"/>
                </a:lnTo>
                <a:lnTo>
                  <a:pt x="3617249" y="1269593"/>
                </a:lnTo>
                <a:lnTo>
                  <a:pt x="3631934" y="1272557"/>
                </a:lnTo>
                <a:lnTo>
                  <a:pt x="3646645" y="1269593"/>
                </a:lnTo>
                <a:lnTo>
                  <a:pt x="3658657" y="1261512"/>
                </a:lnTo>
                <a:lnTo>
                  <a:pt x="3666755" y="1249530"/>
                </a:lnTo>
                <a:lnTo>
                  <a:pt x="3669725" y="1234866"/>
                </a:lnTo>
                <a:lnTo>
                  <a:pt x="3666755" y="1220176"/>
                </a:lnTo>
                <a:lnTo>
                  <a:pt x="3658657" y="1208181"/>
                </a:lnTo>
                <a:lnTo>
                  <a:pt x="3646645" y="1200095"/>
                </a:lnTo>
                <a:lnTo>
                  <a:pt x="3631934" y="1197130"/>
                </a:lnTo>
                <a:close/>
              </a:path>
              <a:path extrusionOk="0" h="2468879" w="4523105">
                <a:moveTo>
                  <a:pt x="3934527" y="1193761"/>
                </a:moveTo>
                <a:lnTo>
                  <a:pt x="3918543" y="1196993"/>
                </a:lnTo>
                <a:lnTo>
                  <a:pt x="3905487" y="1205806"/>
                </a:lnTo>
                <a:lnTo>
                  <a:pt x="3896682" y="1218872"/>
                </a:lnTo>
                <a:lnTo>
                  <a:pt x="3893452" y="1234866"/>
                </a:lnTo>
                <a:lnTo>
                  <a:pt x="3896682" y="1250853"/>
                </a:lnTo>
                <a:lnTo>
                  <a:pt x="3905487" y="1263904"/>
                </a:lnTo>
                <a:lnTo>
                  <a:pt x="3918543" y="1272701"/>
                </a:lnTo>
                <a:lnTo>
                  <a:pt x="3934527" y="1275926"/>
                </a:lnTo>
                <a:lnTo>
                  <a:pt x="3950543" y="1272701"/>
                </a:lnTo>
                <a:lnTo>
                  <a:pt x="3963629" y="1263904"/>
                </a:lnTo>
                <a:lnTo>
                  <a:pt x="3972454" y="1250853"/>
                </a:lnTo>
                <a:lnTo>
                  <a:pt x="3975691" y="1234866"/>
                </a:lnTo>
                <a:lnTo>
                  <a:pt x="3972454" y="1218872"/>
                </a:lnTo>
                <a:lnTo>
                  <a:pt x="3963629" y="1205806"/>
                </a:lnTo>
                <a:lnTo>
                  <a:pt x="3950543" y="1196993"/>
                </a:lnTo>
                <a:lnTo>
                  <a:pt x="3934527" y="1193761"/>
                </a:lnTo>
                <a:close/>
              </a:path>
              <a:path extrusionOk="0" h="2468879" w="4523105">
                <a:moveTo>
                  <a:pt x="4237119" y="1191290"/>
                </a:moveTo>
                <a:lnTo>
                  <a:pt x="4220154" y="1194713"/>
                </a:lnTo>
                <a:lnTo>
                  <a:pt x="4206297" y="1204048"/>
                </a:lnTo>
                <a:lnTo>
                  <a:pt x="4196952" y="1217899"/>
                </a:lnTo>
                <a:lnTo>
                  <a:pt x="4193525" y="1234866"/>
                </a:lnTo>
                <a:lnTo>
                  <a:pt x="4196952" y="1251833"/>
                </a:lnTo>
                <a:lnTo>
                  <a:pt x="4206297" y="1265684"/>
                </a:lnTo>
                <a:lnTo>
                  <a:pt x="4220154" y="1275020"/>
                </a:lnTo>
                <a:lnTo>
                  <a:pt x="4237119" y="1278442"/>
                </a:lnTo>
                <a:lnTo>
                  <a:pt x="4254111" y="1275020"/>
                </a:lnTo>
                <a:lnTo>
                  <a:pt x="4267981" y="1265684"/>
                </a:lnTo>
                <a:lnTo>
                  <a:pt x="4277331" y="1251833"/>
                </a:lnTo>
                <a:lnTo>
                  <a:pt x="4280758" y="1234866"/>
                </a:lnTo>
                <a:lnTo>
                  <a:pt x="4277331" y="1217899"/>
                </a:lnTo>
                <a:lnTo>
                  <a:pt x="4267981" y="1204048"/>
                </a:lnTo>
                <a:lnTo>
                  <a:pt x="4254111" y="1194713"/>
                </a:lnTo>
                <a:lnTo>
                  <a:pt x="4237119" y="1191290"/>
                </a:lnTo>
                <a:close/>
              </a:path>
              <a:path extrusionOk="0" h="2468879" w="4523105">
                <a:moveTo>
                  <a:pt x="4522590" y="1192227"/>
                </a:moveTo>
                <a:lnTo>
                  <a:pt x="4521764" y="1192394"/>
                </a:lnTo>
                <a:lnTo>
                  <a:pt x="4507106" y="1202268"/>
                </a:lnTo>
                <a:lnTo>
                  <a:pt x="4497223" y="1216918"/>
                </a:lnTo>
                <a:lnTo>
                  <a:pt x="4493599" y="1234866"/>
                </a:lnTo>
                <a:lnTo>
                  <a:pt x="4497223" y="1252814"/>
                </a:lnTo>
                <a:lnTo>
                  <a:pt x="4507106" y="1267464"/>
                </a:lnTo>
                <a:lnTo>
                  <a:pt x="4521764" y="1277338"/>
                </a:lnTo>
                <a:lnTo>
                  <a:pt x="4522590" y="1277505"/>
                </a:lnTo>
                <a:lnTo>
                  <a:pt x="4522590" y="1192227"/>
                </a:lnTo>
                <a:close/>
              </a:path>
              <a:path extrusionOk="0" h="2468879" w="4523105">
                <a:moveTo>
                  <a:pt x="1681" y="1536754"/>
                </a:moveTo>
                <a:lnTo>
                  <a:pt x="0" y="1536754"/>
                </a:lnTo>
                <a:lnTo>
                  <a:pt x="0" y="1537698"/>
                </a:lnTo>
                <a:lnTo>
                  <a:pt x="1681" y="1537698"/>
                </a:lnTo>
                <a:lnTo>
                  <a:pt x="1681" y="1536754"/>
                </a:lnTo>
                <a:close/>
              </a:path>
              <a:path extrusionOk="0" h="2468879" w="4523105">
                <a:moveTo>
                  <a:pt x="305302" y="1533879"/>
                </a:moveTo>
                <a:lnTo>
                  <a:pt x="301568" y="1533879"/>
                </a:lnTo>
                <a:lnTo>
                  <a:pt x="300070" y="1535362"/>
                </a:lnTo>
                <a:lnTo>
                  <a:pt x="300070" y="1539090"/>
                </a:lnTo>
                <a:lnTo>
                  <a:pt x="301568" y="1540618"/>
                </a:lnTo>
                <a:lnTo>
                  <a:pt x="305284" y="1540618"/>
                </a:lnTo>
                <a:lnTo>
                  <a:pt x="306795" y="1539090"/>
                </a:lnTo>
                <a:lnTo>
                  <a:pt x="306795" y="1535362"/>
                </a:lnTo>
                <a:lnTo>
                  <a:pt x="305302" y="1533879"/>
                </a:lnTo>
                <a:close/>
              </a:path>
              <a:path extrusionOk="0" h="2468879" w="4523105">
                <a:moveTo>
                  <a:pt x="609743" y="1530555"/>
                </a:moveTo>
                <a:lnTo>
                  <a:pt x="602320" y="1530555"/>
                </a:lnTo>
                <a:lnTo>
                  <a:pt x="599306" y="1533565"/>
                </a:lnTo>
                <a:lnTo>
                  <a:pt x="599306" y="1540932"/>
                </a:lnTo>
                <a:lnTo>
                  <a:pt x="602320" y="1543942"/>
                </a:lnTo>
                <a:lnTo>
                  <a:pt x="609743" y="1543942"/>
                </a:lnTo>
                <a:lnTo>
                  <a:pt x="612758" y="1540932"/>
                </a:lnTo>
                <a:lnTo>
                  <a:pt x="612758" y="1533565"/>
                </a:lnTo>
                <a:lnTo>
                  <a:pt x="609743" y="1530555"/>
                </a:lnTo>
                <a:close/>
              </a:path>
              <a:path extrusionOk="0" h="2468879" w="4523105">
                <a:moveTo>
                  <a:pt x="914180" y="1527186"/>
                </a:moveTo>
                <a:lnTo>
                  <a:pt x="903068" y="1527186"/>
                </a:lnTo>
                <a:lnTo>
                  <a:pt x="898569" y="1531678"/>
                </a:lnTo>
                <a:lnTo>
                  <a:pt x="898569" y="1542819"/>
                </a:lnTo>
                <a:lnTo>
                  <a:pt x="903068" y="1547311"/>
                </a:lnTo>
                <a:lnTo>
                  <a:pt x="914180" y="1547311"/>
                </a:lnTo>
                <a:lnTo>
                  <a:pt x="918679" y="1542819"/>
                </a:lnTo>
                <a:lnTo>
                  <a:pt x="918679" y="1531678"/>
                </a:lnTo>
                <a:lnTo>
                  <a:pt x="914180" y="1527186"/>
                </a:lnTo>
                <a:close/>
              </a:path>
              <a:path extrusionOk="0" h="2468879" w="4523105">
                <a:moveTo>
                  <a:pt x="1218617" y="1523816"/>
                </a:moveTo>
                <a:lnTo>
                  <a:pt x="1203816" y="1523816"/>
                </a:lnTo>
                <a:lnTo>
                  <a:pt x="1197788" y="1529836"/>
                </a:lnTo>
                <a:lnTo>
                  <a:pt x="1197788" y="1544661"/>
                </a:lnTo>
                <a:lnTo>
                  <a:pt x="1203816" y="1550681"/>
                </a:lnTo>
                <a:lnTo>
                  <a:pt x="1218617" y="1550681"/>
                </a:lnTo>
                <a:lnTo>
                  <a:pt x="1224646" y="1544661"/>
                </a:lnTo>
                <a:lnTo>
                  <a:pt x="1224646" y="1529836"/>
                </a:lnTo>
                <a:lnTo>
                  <a:pt x="1218617" y="1523816"/>
                </a:lnTo>
                <a:close/>
              </a:path>
              <a:path extrusionOk="0" h="2468879" w="4523105">
                <a:moveTo>
                  <a:pt x="1523054" y="1520492"/>
                </a:moveTo>
                <a:lnTo>
                  <a:pt x="1504564" y="1520492"/>
                </a:lnTo>
                <a:lnTo>
                  <a:pt x="1497051" y="1528039"/>
                </a:lnTo>
                <a:lnTo>
                  <a:pt x="1497051" y="1546548"/>
                </a:lnTo>
                <a:lnTo>
                  <a:pt x="1504564" y="1554050"/>
                </a:lnTo>
                <a:lnTo>
                  <a:pt x="1523054" y="1554050"/>
                </a:lnTo>
                <a:lnTo>
                  <a:pt x="1530568" y="1546548"/>
                </a:lnTo>
                <a:lnTo>
                  <a:pt x="1530568" y="1528039"/>
                </a:lnTo>
                <a:lnTo>
                  <a:pt x="1523054" y="1520492"/>
                </a:lnTo>
                <a:close/>
              </a:path>
              <a:path extrusionOk="0" h="2468879" w="4523105">
                <a:moveTo>
                  <a:pt x="1816379" y="1517168"/>
                </a:moveTo>
                <a:lnTo>
                  <a:pt x="1808549" y="1518745"/>
                </a:lnTo>
                <a:lnTo>
                  <a:pt x="1802157" y="1523053"/>
                </a:lnTo>
                <a:lnTo>
                  <a:pt x="1797849" y="1529449"/>
                </a:lnTo>
                <a:lnTo>
                  <a:pt x="1796269" y="1537293"/>
                </a:lnTo>
                <a:lnTo>
                  <a:pt x="1797849" y="1545119"/>
                </a:lnTo>
                <a:lnTo>
                  <a:pt x="1802157" y="1551517"/>
                </a:lnTo>
                <a:lnTo>
                  <a:pt x="1808549" y="1555835"/>
                </a:lnTo>
                <a:lnTo>
                  <a:pt x="1816379" y="1557419"/>
                </a:lnTo>
                <a:lnTo>
                  <a:pt x="1824235" y="1555835"/>
                </a:lnTo>
                <a:lnTo>
                  <a:pt x="1830641" y="1551517"/>
                </a:lnTo>
                <a:lnTo>
                  <a:pt x="1834954" y="1545119"/>
                </a:lnTo>
                <a:lnTo>
                  <a:pt x="1836534" y="1537293"/>
                </a:lnTo>
                <a:lnTo>
                  <a:pt x="1834954" y="1529449"/>
                </a:lnTo>
                <a:lnTo>
                  <a:pt x="1830641" y="1523053"/>
                </a:lnTo>
                <a:lnTo>
                  <a:pt x="1824235" y="1518745"/>
                </a:lnTo>
                <a:lnTo>
                  <a:pt x="1816379" y="1517168"/>
                </a:lnTo>
                <a:close/>
              </a:path>
              <a:path extrusionOk="0" h="2468879" w="4523105">
                <a:moveTo>
                  <a:pt x="2118972" y="1513798"/>
                </a:moveTo>
                <a:lnTo>
                  <a:pt x="2109836" y="1515644"/>
                </a:lnTo>
                <a:lnTo>
                  <a:pt x="2102371" y="1520677"/>
                </a:lnTo>
                <a:lnTo>
                  <a:pt x="2097335" y="1528145"/>
                </a:lnTo>
                <a:lnTo>
                  <a:pt x="2095488" y="1537293"/>
                </a:lnTo>
                <a:lnTo>
                  <a:pt x="2097335" y="1546416"/>
                </a:lnTo>
                <a:lnTo>
                  <a:pt x="2102371" y="1553870"/>
                </a:lnTo>
                <a:lnTo>
                  <a:pt x="2109836" y="1558899"/>
                </a:lnTo>
                <a:lnTo>
                  <a:pt x="2118972" y="1560744"/>
                </a:lnTo>
                <a:lnTo>
                  <a:pt x="2128133" y="1558899"/>
                </a:lnTo>
                <a:lnTo>
                  <a:pt x="2135612" y="1553870"/>
                </a:lnTo>
                <a:lnTo>
                  <a:pt x="2140653" y="1546416"/>
                </a:lnTo>
                <a:lnTo>
                  <a:pt x="2142501" y="1537293"/>
                </a:lnTo>
                <a:lnTo>
                  <a:pt x="2140653" y="1528145"/>
                </a:lnTo>
                <a:lnTo>
                  <a:pt x="2135612" y="1520677"/>
                </a:lnTo>
                <a:lnTo>
                  <a:pt x="2128133" y="1515644"/>
                </a:lnTo>
                <a:lnTo>
                  <a:pt x="2118972" y="1513798"/>
                </a:lnTo>
                <a:close/>
              </a:path>
              <a:path extrusionOk="0" h="2468879" w="4523105">
                <a:moveTo>
                  <a:pt x="2421609" y="1511327"/>
                </a:moveTo>
                <a:lnTo>
                  <a:pt x="2411466" y="1513369"/>
                </a:lnTo>
                <a:lnTo>
                  <a:pt x="2403187" y="1518936"/>
                </a:lnTo>
                <a:lnTo>
                  <a:pt x="2397607" y="1527190"/>
                </a:lnTo>
                <a:lnTo>
                  <a:pt x="2395561" y="1537293"/>
                </a:lnTo>
                <a:lnTo>
                  <a:pt x="2397607" y="1547396"/>
                </a:lnTo>
                <a:lnTo>
                  <a:pt x="2403187" y="1555650"/>
                </a:lnTo>
                <a:lnTo>
                  <a:pt x="2411466" y="1561217"/>
                </a:lnTo>
                <a:lnTo>
                  <a:pt x="2421609" y="1563259"/>
                </a:lnTo>
                <a:lnTo>
                  <a:pt x="2431727" y="1561217"/>
                </a:lnTo>
                <a:lnTo>
                  <a:pt x="2439993" y="1555650"/>
                </a:lnTo>
                <a:lnTo>
                  <a:pt x="2445568" y="1547396"/>
                </a:lnTo>
                <a:lnTo>
                  <a:pt x="2447613" y="1537293"/>
                </a:lnTo>
                <a:lnTo>
                  <a:pt x="2445568" y="1527190"/>
                </a:lnTo>
                <a:lnTo>
                  <a:pt x="2439993" y="1518936"/>
                </a:lnTo>
                <a:lnTo>
                  <a:pt x="2431727" y="1513369"/>
                </a:lnTo>
                <a:lnTo>
                  <a:pt x="2421609" y="1511327"/>
                </a:lnTo>
                <a:close/>
              </a:path>
              <a:path extrusionOk="0" h="2468879" w="4523105">
                <a:moveTo>
                  <a:pt x="2724202" y="1507958"/>
                </a:moveTo>
                <a:lnTo>
                  <a:pt x="2712760" y="1510261"/>
                </a:lnTo>
                <a:lnTo>
                  <a:pt x="2703423" y="1516544"/>
                </a:lnTo>
                <a:lnTo>
                  <a:pt x="2697131" y="1525868"/>
                </a:lnTo>
                <a:lnTo>
                  <a:pt x="2694824" y="1537293"/>
                </a:lnTo>
                <a:lnTo>
                  <a:pt x="2697131" y="1548719"/>
                </a:lnTo>
                <a:lnTo>
                  <a:pt x="2703423" y="1558043"/>
                </a:lnTo>
                <a:lnTo>
                  <a:pt x="2712760" y="1564326"/>
                </a:lnTo>
                <a:lnTo>
                  <a:pt x="2724202" y="1566629"/>
                </a:lnTo>
                <a:lnTo>
                  <a:pt x="2735618" y="1564326"/>
                </a:lnTo>
                <a:lnTo>
                  <a:pt x="2744942" y="1558043"/>
                </a:lnTo>
                <a:lnTo>
                  <a:pt x="2751229" y="1548719"/>
                </a:lnTo>
                <a:lnTo>
                  <a:pt x="2753534" y="1537293"/>
                </a:lnTo>
                <a:lnTo>
                  <a:pt x="2751229" y="1525868"/>
                </a:lnTo>
                <a:lnTo>
                  <a:pt x="2744942" y="1516544"/>
                </a:lnTo>
                <a:lnTo>
                  <a:pt x="2735618" y="1510261"/>
                </a:lnTo>
                <a:lnTo>
                  <a:pt x="2724202" y="1507958"/>
                </a:lnTo>
                <a:close/>
              </a:path>
              <a:path extrusionOk="0" h="2468879" w="4523105">
                <a:moveTo>
                  <a:pt x="3026794" y="1504589"/>
                </a:moveTo>
                <a:lnTo>
                  <a:pt x="3014047" y="1507159"/>
                </a:lnTo>
                <a:lnTo>
                  <a:pt x="3003637" y="1514169"/>
                </a:lnTo>
                <a:lnTo>
                  <a:pt x="2996617" y="1524564"/>
                </a:lnTo>
                <a:lnTo>
                  <a:pt x="2994043" y="1537293"/>
                </a:lnTo>
                <a:lnTo>
                  <a:pt x="2996617" y="1550022"/>
                </a:lnTo>
                <a:lnTo>
                  <a:pt x="3003637" y="1560418"/>
                </a:lnTo>
                <a:lnTo>
                  <a:pt x="3014047" y="1567427"/>
                </a:lnTo>
                <a:lnTo>
                  <a:pt x="3026794" y="1569998"/>
                </a:lnTo>
                <a:lnTo>
                  <a:pt x="3039516" y="1567427"/>
                </a:lnTo>
                <a:lnTo>
                  <a:pt x="3049913" y="1560418"/>
                </a:lnTo>
                <a:lnTo>
                  <a:pt x="3056928" y="1550022"/>
                </a:lnTo>
                <a:lnTo>
                  <a:pt x="3059501" y="1537293"/>
                </a:lnTo>
                <a:lnTo>
                  <a:pt x="3056928" y="1524564"/>
                </a:lnTo>
                <a:lnTo>
                  <a:pt x="3049913" y="1514169"/>
                </a:lnTo>
                <a:lnTo>
                  <a:pt x="3039516" y="1507159"/>
                </a:lnTo>
                <a:lnTo>
                  <a:pt x="3026794" y="1504589"/>
                </a:lnTo>
                <a:close/>
              </a:path>
              <a:path extrusionOk="0" h="2468879" w="4523105">
                <a:moveTo>
                  <a:pt x="3329387" y="1502118"/>
                </a:moveTo>
                <a:lnTo>
                  <a:pt x="3315658" y="1504885"/>
                </a:lnTo>
                <a:lnTo>
                  <a:pt x="3304446" y="1512428"/>
                </a:lnTo>
                <a:lnTo>
                  <a:pt x="3296888" y="1523610"/>
                </a:lnTo>
                <a:lnTo>
                  <a:pt x="3294116" y="1537293"/>
                </a:lnTo>
                <a:lnTo>
                  <a:pt x="3296888" y="1551003"/>
                </a:lnTo>
                <a:lnTo>
                  <a:pt x="3304446" y="1562198"/>
                </a:lnTo>
                <a:lnTo>
                  <a:pt x="3315658" y="1569746"/>
                </a:lnTo>
                <a:lnTo>
                  <a:pt x="3329387" y="1572514"/>
                </a:lnTo>
                <a:lnTo>
                  <a:pt x="3343090" y="1569746"/>
                </a:lnTo>
                <a:lnTo>
                  <a:pt x="3354288" y="1562198"/>
                </a:lnTo>
                <a:lnTo>
                  <a:pt x="3361842" y="1551003"/>
                </a:lnTo>
                <a:lnTo>
                  <a:pt x="3364613" y="1537293"/>
                </a:lnTo>
                <a:lnTo>
                  <a:pt x="3361842" y="1523610"/>
                </a:lnTo>
                <a:lnTo>
                  <a:pt x="3354288" y="1512428"/>
                </a:lnTo>
                <a:lnTo>
                  <a:pt x="3343090" y="1504885"/>
                </a:lnTo>
                <a:lnTo>
                  <a:pt x="3329387" y="1502118"/>
                </a:lnTo>
                <a:close/>
              </a:path>
              <a:path extrusionOk="0" h="2468879" w="4523105">
                <a:moveTo>
                  <a:pt x="3631934" y="1499602"/>
                </a:moveTo>
                <a:lnTo>
                  <a:pt x="3617249" y="1502567"/>
                </a:lnTo>
                <a:lnTo>
                  <a:pt x="3605251" y="1510648"/>
                </a:lnTo>
                <a:lnTo>
                  <a:pt x="3597158" y="1522629"/>
                </a:lnTo>
                <a:lnTo>
                  <a:pt x="3594189" y="1537293"/>
                </a:lnTo>
                <a:lnTo>
                  <a:pt x="3597158" y="1551983"/>
                </a:lnTo>
                <a:lnTo>
                  <a:pt x="3605251" y="1563978"/>
                </a:lnTo>
                <a:lnTo>
                  <a:pt x="3617249" y="1572064"/>
                </a:lnTo>
                <a:lnTo>
                  <a:pt x="3631934" y="1575029"/>
                </a:lnTo>
                <a:lnTo>
                  <a:pt x="3646646" y="1572064"/>
                </a:lnTo>
                <a:lnTo>
                  <a:pt x="3658658" y="1563978"/>
                </a:lnTo>
                <a:lnTo>
                  <a:pt x="3666756" y="1551983"/>
                </a:lnTo>
                <a:lnTo>
                  <a:pt x="3669725" y="1537293"/>
                </a:lnTo>
                <a:lnTo>
                  <a:pt x="3666755" y="1522629"/>
                </a:lnTo>
                <a:lnTo>
                  <a:pt x="3658658" y="1510648"/>
                </a:lnTo>
                <a:lnTo>
                  <a:pt x="3646646" y="1502567"/>
                </a:lnTo>
                <a:lnTo>
                  <a:pt x="3631934" y="1499602"/>
                </a:lnTo>
                <a:close/>
              </a:path>
              <a:path extrusionOk="0" h="2468879" w="4523105">
                <a:moveTo>
                  <a:pt x="3934527" y="1496233"/>
                </a:moveTo>
                <a:lnTo>
                  <a:pt x="3918543" y="1499458"/>
                </a:lnTo>
                <a:lnTo>
                  <a:pt x="3905487" y="1508256"/>
                </a:lnTo>
                <a:lnTo>
                  <a:pt x="3896682" y="1521307"/>
                </a:lnTo>
                <a:lnTo>
                  <a:pt x="3893452" y="1537293"/>
                </a:lnTo>
                <a:lnTo>
                  <a:pt x="3896682" y="1553287"/>
                </a:lnTo>
                <a:lnTo>
                  <a:pt x="3905487" y="1566353"/>
                </a:lnTo>
                <a:lnTo>
                  <a:pt x="3918543" y="1575166"/>
                </a:lnTo>
                <a:lnTo>
                  <a:pt x="3934527" y="1578399"/>
                </a:lnTo>
                <a:lnTo>
                  <a:pt x="3950544" y="1575166"/>
                </a:lnTo>
                <a:lnTo>
                  <a:pt x="3963629" y="1566353"/>
                </a:lnTo>
                <a:lnTo>
                  <a:pt x="3972454" y="1553287"/>
                </a:lnTo>
                <a:lnTo>
                  <a:pt x="3975691" y="1537293"/>
                </a:lnTo>
                <a:lnTo>
                  <a:pt x="3972454" y="1521307"/>
                </a:lnTo>
                <a:lnTo>
                  <a:pt x="3963629" y="1508256"/>
                </a:lnTo>
                <a:lnTo>
                  <a:pt x="3950544" y="1499458"/>
                </a:lnTo>
                <a:lnTo>
                  <a:pt x="3934527" y="1496233"/>
                </a:lnTo>
                <a:close/>
              </a:path>
              <a:path extrusionOk="0" h="2468879" w="4523105">
                <a:moveTo>
                  <a:pt x="4237119" y="1493717"/>
                </a:moveTo>
                <a:lnTo>
                  <a:pt x="4220154" y="1497147"/>
                </a:lnTo>
                <a:lnTo>
                  <a:pt x="4206297" y="1506498"/>
                </a:lnTo>
                <a:lnTo>
                  <a:pt x="4196952" y="1520364"/>
                </a:lnTo>
                <a:lnTo>
                  <a:pt x="4193526" y="1537338"/>
                </a:lnTo>
                <a:lnTo>
                  <a:pt x="4196952" y="1554287"/>
                </a:lnTo>
                <a:lnTo>
                  <a:pt x="4206297" y="1568139"/>
                </a:lnTo>
                <a:lnTo>
                  <a:pt x="4220154" y="1577485"/>
                </a:lnTo>
                <a:lnTo>
                  <a:pt x="4237119" y="1580914"/>
                </a:lnTo>
                <a:lnTo>
                  <a:pt x="4254111" y="1577485"/>
                </a:lnTo>
                <a:lnTo>
                  <a:pt x="4267982" y="1568139"/>
                </a:lnTo>
                <a:lnTo>
                  <a:pt x="4277331" y="1554287"/>
                </a:lnTo>
                <a:lnTo>
                  <a:pt x="4280758" y="1537338"/>
                </a:lnTo>
                <a:lnTo>
                  <a:pt x="4277331" y="1520364"/>
                </a:lnTo>
                <a:lnTo>
                  <a:pt x="4267982" y="1506498"/>
                </a:lnTo>
                <a:lnTo>
                  <a:pt x="4254111" y="1497147"/>
                </a:lnTo>
                <a:lnTo>
                  <a:pt x="4237119" y="1493717"/>
                </a:lnTo>
                <a:close/>
              </a:path>
              <a:path extrusionOk="0" h="2468879" w="4523105">
                <a:moveTo>
                  <a:pt x="4522590" y="1494661"/>
                </a:moveTo>
                <a:lnTo>
                  <a:pt x="4521764" y="1494828"/>
                </a:lnTo>
                <a:lnTo>
                  <a:pt x="4507107" y="1504718"/>
                </a:lnTo>
                <a:lnTo>
                  <a:pt x="4497223" y="1519384"/>
                </a:lnTo>
                <a:lnTo>
                  <a:pt x="4493599" y="1537338"/>
                </a:lnTo>
                <a:lnTo>
                  <a:pt x="4497223" y="1555286"/>
                </a:lnTo>
                <a:lnTo>
                  <a:pt x="4507107" y="1569936"/>
                </a:lnTo>
                <a:lnTo>
                  <a:pt x="4521764" y="1579810"/>
                </a:lnTo>
                <a:lnTo>
                  <a:pt x="4522590" y="1579977"/>
                </a:lnTo>
                <a:lnTo>
                  <a:pt x="4522590" y="1494661"/>
                </a:lnTo>
                <a:close/>
              </a:path>
              <a:path extrusionOk="0" h="2468879" w="4523105">
                <a:moveTo>
                  <a:pt x="304830" y="1837160"/>
                </a:moveTo>
                <a:lnTo>
                  <a:pt x="302040" y="1837160"/>
                </a:lnTo>
                <a:lnTo>
                  <a:pt x="300911" y="1838283"/>
                </a:lnTo>
                <a:lnTo>
                  <a:pt x="300911" y="1841068"/>
                </a:lnTo>
                <a:lnTo>
                  <a:pt x="302040" y="1842192"/>
                </a:lnTo>
                <a:lnTo>
                  <a:pt x="304830" y="1842192"/>
                </a:lnTo>
                <a:lnTo>
                  <a:pt x="305954" y="1841068"/>
                </a:lnTo>
                <a:lnTo>
                  <a:pt x="305954" y="1838283"/>
                </a:lnTo>
                <a:lnTo>
                  <a:pt x="304830" y="1837160"/>
                </a:lnTo>
                <a:close/>
              </a:path>
              <a:path extrusionOk="0" h="2468879" w="4523105">
                <a:moveTo>
                  <a:pt x="609743" y="1832982"/>
                </a:moveTo>
                <a:lnTo>
                  <a:pt x="602320" y="1832982"/>
                </a:lnTo>
                <a:lnTo>
                  <a:pt x="599306" y="1835992"/>
                </a:lnTo>
                <a:lnTo>
                  <a:pt x="599306" y="1843404"/>
                </a:lnTo>
                <a:lnTo>
                  <a:pt x="602320" y="1846414"/>
                </a:lnTo>
                <a:lnTo>
                  <a:pt x="609743" y="1846414"/>
                </a:lnTo>
                <a:lnTo>
                  <a:pt x="612758" y="1843404"/>
                </a:lnTo>
                <a:lnTo>
                  <a:pt x="612758" y="1835992"/>
                </a:lnTo>
                <a:lnTo>
                  <a:pt x="609743" y="1832982"/>
                </a:lnTo>
                <a:close/>
              </a:path>
              <a:path extrusionOk="0" h="2468879" w="4523105">
                <a:moveTo>
                  <a:pt x="914181" y="1829658"/>
                </a:moveTo>
                <a:lnTo>
                  <a:pt x="903068" y="1829658"/>
                </a:lnTo>
                <a:lnTo>
                  <a:pt x="898570" y="1834150"/>
                </a:lnTo>
                <a:lnTo>
                  <a:pt x="898570" y="1845246"/>
                </a:lnTo>
                <a:lnTo>
                  <a:pt x="903068" y="1849739"/>
                </a:lnTo>
                <a:lnTo>
                  <a:pt x="914181" y="1849739"/>
                </a:lnTo>
                <a:lnTo>
                  <a:pt x="918679" y="1845246"/>
                </a:lnTo>
                <a:lnTo>
                  <a:pt x="918679" y="1834150"/>
                </a:lnTo>
                <a:lnTo>
                  <a:pt x="914181" y="1829658"/>
                </a:lnTo>
                <a:close/>
              </a:path>
              <a:path extrusionOk="0" h="2468879" w="4523105">
                <a:moveTo>
                  <a:pt x="1218618" y="1826288"/>
                </a:moveTo>
                <a:lnTo>
                  <a:pt x="1203816" y="1826288"/>
                </a:lnTo>
                <a:lnTo>
                  <a:pt x="1197788" y="1832308"/>
                </a:lnTo>
                <a:lnTo>
                  <a:pt x="1197788" y="1847088"/>
                </a:lnTo>
                <a:lnTo>
                  <a:pt x="1203816" y="1853108"/>
                </a:lnTo>
                <a:lnTo>
                  <a:pt x="1218618" y="1853108"/>
                </a:lnTo>
                <a:lnTo>
                  <a:pt x="1224646" y="1847088"/>
                </a:lnTo>
                <a:lnTo>
                  <a:pt x="1224646" y="1832308"/>
                </a:lnTo>
                <a:lnTo>
                  <a:pt x="1218618" y="1826288"/>
                </a:lnTo>
                <a:close/>
              </a:path>
              <a:path extrusionOk="0" h="2468879" w="4523105">
                <a:moveTo>
                  <a:pt x="1523055" y="1822964"/>
                </a:moveTo>
                <a:lnTo>
                  <a:pt x="1504564" y="1822964"/>
                </a:lnTo>
                <a:lnTo>
                  <a:pt x="1497051" y="1830466"/>
                </a:lnTo>
                <a:lnTo>
                  <a:pt x="1497051" y="1848975"/>
                </a:lnTo>
                <a:lnTo>
                  <a:pt x="1504564" y="1856477"/>
                </a:lnTo>
                <a:lnTo>
                  <a:pt x="1523055" y="1856477"/>
                </a:lnTo>
                <a:lnTo>
                  <a:pt x="1530568" y="1848975"/>
                </a:lnTo>
                <a:lnTo>
                  <a:pt x="1530568" y="1830466"/>
                </a:lnTo>
                <a:lnTo>
                  <a:pt x="1523055" y="1822964"/>
                </a:lnTo>
                <a:close/>
              </a:path>
              <a:path extrusionOk="0" h="2468879" w="4523105">
                <a:moveTo>
                  <a:pt x="1816379" y="1819595"/>
                </a:moveTo>
                <a:lnTo>
                  <a:pt x="1808549" y="1821173"/>
                </a:lnTo>
                <a:lnTo>
                  <a:pt x="1802158" y="1825480"/>
                </a:lnTo>
                <a:lnTo>
                  <a:pt x="1797849" y="1831876"/>
                </a:lnTo>
                <a:lnTo>
                  <a:pt x="1796270" y="1839721"/>
                </a:lnTo>
                <a:lnTo>
                  <a:pt x="1797849" y="1847547"/>
                </a:lnTo>
                <a:lnTo>
                  <a:pt x="1802158" y="1853945"/>
                </a:lnTo>
                <a:lnTo>
                  <a:pt x="1808549" y="1858262"/>
                </a:lnTo>
                <a:lnTo>
                  <a:pt x="1816380" y="1859847"/>
                </a:lnTo>
                <a:lnTo>
                  <a:pt x="1824236" y="1858262"/>
                </a:lnTo>
                <a:lnTo>
                  <a:pt x="1830641" y="1853945"/>
                </a:lnTo>
                <a:lnTo>
                  <a:pt x="1834954" y="1847547"/>
                </a:lnTo>
                <a:lnTo>
                  <a:pt x="1836534" y="1839721"/>
                </a:lnTo>
                <a:lnTo>
                  <a:pt x="1834954" y="1831876"/>
                </a:lnTo>
                <a:lnTo>
                  <a:pt x="1830641" y="1825480"/>
                </a:lnTo>
                <a:lnTo>
                  <a:pt x="1824236" y="1821173"/>
                </a:lnTo>
                <a:lnTo>
                  <a:pt x="1816379" y="1819595"/>
                </a:lnTo>
                <a:close/>
              </a:path>
              <a:path extrusionOk="0" h="2468879" w="4523105">
                <a:moveTo>
                  <a:pt x="2118972" y="1816226"/>
                </a:moveTo>
                <a:lnTo>
                  <a:pt x="2109837" y="1818071"/>
                </a:lnTo>
                <a:lnTo>
                  <a:pt x="2102371" y="1823104"/>
                </a:lnTo>
                <a:lnTo>
                  <a:pt x="2097335" y="1830572"/>
                </a:lnTo>
                <a:lnTo>
                  <a:pt x="2095488" y="1839721"/>
                </a:lnTo>
                <a:lnTo>
                  <a:pt x="2097335" y="1848869"/>
                </a:lnTo>
                <a:lnTo>
                  <a:pt x="2102371" y="1856337"/>
                </a:lnTo>
                <a:lnTo>
                  <a:pt x="2109837" y="1861370"/>
                </a:lnTo>
                <a:lnTo>
                  <a:pt x="2118972" y="1863216"/>
                </a:lnTo>
                <a:lnTo>
                  <a:pt x="2128134" y="1861370"/>
                </a:lnTo>
                <a:lnTo>
                  <a:pt x="2135612" y="1856337"/>
                </a:lnTo>
                <a:lnTo>
                  <a:pt x="2140653" y="1848869"/>
                </a:lnTo>
                <a:lnTo>
                  <a:pt x="2142501" y="1839721"/>
                </a:lnTo>
                <a:lnTo>
                  <a:pt x="2140653" y="1830572"/>
                </a:lnTo>
                <a:lnTo>
                  <a:pt x="2135612" y="1823104"/>
                </a:lnTo>
                <a:lnTo>
                  <a:pt x="2128133" y="1818071"/>
                </a:lnTo>
                <a:lnTo>
                  <a:pt x="2118972" y="1816226"/>
                </a:lnTo>
                <a:close/>
              </a:path>
              <a:path extrusionOk="0" h="2468879" w="4523105">
                <a:moveTo>
                  <a:pt x="2421610" y="1813755"/>
                </a:moveTo>
                <a:lnTo>
                  <a:pt x="2411466" y="1815797"/>
                </a:lnTo>
                <a:lnTo>
                  <a:pt x="2403187" y="1821364"/>
                </a:lnTo>
                <a:lnTo>
                  <a:pt x="2397607" y="1829618"/>
                </a:lnTo>
                <a:lnTo>
                  <a:pt x="2395561" y="1839721"/>
                </a:lnTo>
                <a:lnTo>
                  <a:pt x="2397607" y="1849850"/>
                </a:lnTo>
                <a:lnTo>
                  <a:pt x="2403187" y="1858117"/>
                </a:lnTo>
                <a:lnTo>
                  <a:pt x="2411466" y="1863689"/>
                </a:lnTo>
                <a:lnTo>
                  <a:pt x="2421610" y="1865732"/>
                </a:lnTo>
                <a:lnTo>
                  <a:pt x="2431727" y="1863689"/>
                </a:lnTo>
                <a:lnTo>
                  <a:pt x="2439993" y="1858117"/>
                </a:lnTo>
                <a:lnTo>
                  <a:pt x="2445568" y="1849850"/>
                </a:lnTo>
                <a:lnTo>
                  <a:pt x="2447613" y="1839721"/>
                </a:lnTo>
                <a:lnTo>
                  <a:pt x="2445568" y="1829618"/>
                </a:lnTo>
                <a:lnTo>
                  <a:pt x="2439993" y="1821364"/>
                </a:lnTo>
                <a:lnTo>
                  <a:pt x="2431727" y="1815797"/>
                </a:lnTo>
                <a:lnTo>
                  <a:pt x="2421610" y="1813755"/>
                </a:lnTo>
                <a:close/>
              </a:path>
              <a:path extrusionOk="0" h="2468879" w="4523105">
                <a:moveTo>
                  <a:pt x="2724202" y="1810385"/>
                </a:moveTo>
                <a:lnTo>
                  <a:pt x="2712760" y="1812688"/>
                </a:lnTo>
                <a:lnTo>
                  <a:pt x="2703423" y="1818971"/>
                </a:lnTo>
                <a:lnTo>
                  <a:pt x="2697131" y="1828295"/>
                </a:lnTo>
                <a:lnTo>
                  <a:pt x="2694825" y="1839721"/>
                </a:lnTo>
                <a:lnTo>
                  <a:pt x="2697131" y="1851146"/>
                </a:lnTo>
                <a:lnTo>
                  <a:pt x="2703423" y="1860470"/>
                </a:lnTo>
                <a:lnTo>
                  <a:pt x="2712760" y="1866753"/>
                </a:lnTo>
                <a:lnTo>
                  <a:pt x="2724202" y="1869056"/>
                </a:lnTo>
                <a:lnTo>
                  <a:pt x="2735618" y="1866753"/>
                </a:lnTo>
                <a:lnTo>
                  <a:pt x="2744942" y="1860470"/>
                </a:lnTo>
                <a:lnTo>
                  <a:pt x="2751229" y="1851146"/>
                </a:lnTo>
                <a:lnTo>
                  <a:pt x="2753535" y="1839721"/>
                </a:lnTo>
                <a:lnTo>
                  <a:pt x="2751229" y="1828295"/>
                </a:lnTo>
                <a:lnTo>
                  <a:pt x="2744942" y="1818971"/>
                </a:lnTo>
                <a:lnTo>
                  <a:pt x="2735618" y="1812688"/>
                </a:lnTo>
                <a:lnTo>
                  <a:pt x="2724202" y="1810385"/>
                </a:lnTo>
                <a:close/>
              </a:path>
              <a:path extrusionOk="0" h="2468879" w="4523105">
                <a:moveTo>
                  <a:pt x="3026795" y="1807016"/>
                </a:moveTo>
                <a:lnTo>
                  <a:pt x="3014047" y="1809587"/>
                </a:lnTo>
                <a:lnTo>
                  <a:pt x="3003637" y="1816596"/>
                </a:lnTo>
                <a:lnTo>
                  <a:pt x="2996617" y="1826992"/>
                </a:lnTo>
                <a:lnTo>
                  <a:pt x="2994043" y="1839721"/>
                </a:lnTo>
                <a:lnTo>
                  <a:pt x="2996617" y="1852450"/>
                </a:lnTo>
                <a:lnTo>
                  <a:pt x="3003637" y="1862845"/>
                </a:lnTo>
                <a:lnTo>
                  <a:pt x="3014047" y="1869855"/>
                </a:lnTo>
                <a:lnTo>
                  <a:pt x="3026795" y="1872425"/>
                </a:lnTo>
                <a:lnTo>
                  <a:pt x="3039516" y="1869855"/>
                </a:lnTo>
                <a:lnTo>
                  <a:pt x="3049913" y="1862845"/>
                </a:lnTo>
                <a:lnTo>
                  <a:pt x="3056928" y="1852450"/>
                </a:lnTo>
                <a:lnTo>
                  <a:pt x="3059501" y="1839721"/>
                </a:lnTo>
                <a:lnTo>
                  <a:pt x="3056928" y="1826992"/>
                </a:lnTo>
                <a:lnTo>
                  <a:pt x="3049913" y="1816596"/>
                </a:lnTo>
                <a:lnTo>
                  <a:pt x="3039516" y="1809587"/>
                </a:lnTo>
                <a:lnTo>
                  <a:pt x="3026795" y="1807016"/>
                </a:lnTo>
                <a:close/>
              </a:path>
              <a:path extrusionOk="0" h="2468879" w="4523105">
                <a:moveTo>
                  <a:pt x="3329387" y="1804545"/>
                </a:moveTo>
                <a:lnTo>
                  <a:pt x="3315658" y="1807313"/>
                </a:lnTo>
                <a:lnTo>
                  <a:pt x="3304447" y="1814861"/>
                </a:lnTo>
                <a:lnTo>
                  <a:pt x="3296888" y="1826056"/>
                </a:lnTo>
                <a:lnTo>
                  <a:pt x="3294116" y="1839766"/>
                </a:lnTo>
                <a:lnTo>
                  <a:pt x="3296888" y="1853449"/>
                </a:lnTo>
                <a:lnTo>
                  <a:pt x="3304447" y="1864631"/>
                </a:lnTo>
                <a:lnTo>
                  <a:pt x="3315658" y="1872174"/>
                </a:lnTo>
                <a:lnTo>
                  <a:pt x="3329387" y="1874941"/>
                </a:lnTo>
                <a:lnTo>
                  <a:pt x="3343090" y="1872174"/>
                </a:lnTo>
                <a:lnTo>
                  <a:pt x="3354288" y="1864631"/>
                </a:lnTo>
                <a:lnTo>
                  <a:pt x="3361842" y="1853449"/>
                </a:lnTo>
                <a:lnTo>
                  <a:pt x="3364613" y="1839766"/>
                </a:lnTo>
                <a:lnTo>
                  <a:pt x="3361842" y="1826056"/>
                </a:lnTo>
                <a:lnTo>
                  <a:pt x="3354288" y="1814861"/>
                </a:lnTo>
                <a:lnTo>
                  <a:pt x="3343090" y="1807313"/>
                </a:lnTo>
                <a:lnTo>
                  <a:pt x="3329387" y="1804545"/>
                </a:lnTo>
                <a:close/>
              </a:path>
              <a:path extrusionOk="0" h="2468879" w="4523105">
                <a:moveTo>
                  <a:pt x="3631935" y="1802030"/>
                </a:moveTo>
                <a:lnTo>
                  <a:pt x="3617249" y="1804995"/>
                </a:lnTo>
                <a:lnTo>
                  <a:pt x="3605251" y="1813081"/>
                </a:lnTo>
                <a:lnTo>
                  <a:pt x="3597158" y="1825076"/>
                </a:lnTo>
                <a:lnTo>
                  <a:pt x="3594189" y="1839766"/>
                </a:lnTo>
                <a:lnTo>
                  <a:pt x="3597158" y="1854430"/>
                </a:lnTo>
                <a:lnTo>
                  <a:pt x="3605251" y="1866411"/>
                </a:lnTo>
                <a:lnTo>
                  <a:pt x="3617249" y="1874492"/>
                </a:lnTo>
                <a:lnTo>
                  <a:pt x="3631935" y="1877457"/>
                </a:lnTo>
                <a:lnTo>
                  <a:pt x="3646646" y="1874492"/>
                </a:lnTo>
                <a:lnTo>
                  <a:pt x="3658658" y="1866411"/>
                </a:lnTo>
                <a:lnTo>
                  <a:pt x="3666756" y="1854430"/>
                </a:lnTo>
                <a:lnTo>
                  <a:pt x="3669725" y="1839766"/>
                </a:lnTo>
                <a:lnTo>
                  <a:pt x="3666756" y="1825076"/>
                </a:lnTo>
                <a:lnTo>
                  <a:pt x="3658658" y="1813081"/>
                </a:lnTo>
                <a:lnTo>
                  <a:pt x="3646646" y="1804995"/>
                </a:lnTo>
                <a:lnTo>
                  <a:pt x="3631935" y="1802030"/>
                </a:lnTo>
                <a:close/>
              </a:path>
              <a:path extrusionOk="0" h="2468879" w="4523105">
                <a:moveTo>
                  <a:pt x="3934527" y="1798660"/>
                </a:moveTo>
                <a:lnTo>
                  <a:pt x="3918544" y="1801886"/>
                </a:lnTo>
                <a:lnTo>
                  <a:pt x="3905487" y="1810689"/>
                </a:lnTo>
                <a:lnTo>
                  <a:pt x="3896682" y="1823753"/>
                </a:lnTo>
                <a:lnTo>
                  <a:pt x="3893453" y="1839766"/>
                </a:lnTo>
                <a:lnTo>
                  <a:pt x="3896682" y="1855752"/>
                </a:lnTo>
                <a:lnTo>
                  <a:pt x="3905487" y="1868803"/>
                </a:lnTo>
                <a:lnTo>
                  <a:pt x="3918544" y="1877601"/>
                </a:lnTo>
                <a:lnTo>
                  <a:pt x="3934527" y="1880826"/>
                </a:lnTo>
                <a:lnTo>
                  <a:pt x="3950544" y="1877601"/>
                </a:lnTo>
                <a:lnTo>
                  <a:pt x="3963629" y="1868803"/>
                </a:lnTo>
                <a:lnTo>
                  <a:pt x="3972455" y="1855752"/>
                </a:lnTo>
                <a:lnTo>
                  <a:pt x="3975692" y="1839766"/>
                </a:lnTo>
                <a:lnTo>
                  <a:pt x="3972454" y="1823753"/>
                </a:lnTo>
                <a:lnTo>
                  <a:pt x="3963629" y="1810689"/>
                </a:lnTo>
                <a:lnTo>
                  <a:pt x="3950544" y="1801886"/>
                </a:lnTo>
                <a:lnTo>
                  <a:pt x="3934527" y="1798660"/>
                </a:lnTo>
                <a:close/>
              </a:path>
              <a:path extrusionOk="0" h="2468879" w="4523105">
                <a:moveTo>
                  <a:pt x="4237120" y="1796189"/>
                </a:moveTo>
                <a:lnTo>
                  <a:pt x="4220154" y="1799612"/>
                </a:lnTo>
                <a:lnTo>
                  <a:pt x="4206297" y="1808948"/>
                </a:lnTo>
                <a:lnTo>
                  <a:pt x="4196953" y="1822798"/>
                </a:lnTo>
                <a:lnTo>
                  <a:pt x="4193526" y="1839766"/>
                </a:lnTo>
                <a:lnTo>
                  <a:pt x="4196953" y="1856733"/>
                </a:lnTo>
                <a:lnTo>
                  <a:pt x="4206297" y="1870583"/>
                </a:lnTo>
                <a:lnTo>
                  <a:pt x="4220154" y="1879919"/>
                </a:lnTo>
                <a:lnTo>
                  <a:pt x="4237120" y="1883342"/>
                </a:lnTo>
                <a:lnTo>
                  <a:pt x="4254111" y="1879919"/>
                </a:lnTo>
                <a:lnTo>
                  <a:pt x="4267982" y="1870583"/>
                </a:lnTo>
                <a:lnTo>
                  <a:pt x="4277331" y="1856733"/>
                </a:lnTo>
                <a:lnTo>
                  <a:pt x="4280758" y="1839766"/>
                </a:lnTo>
                <a:lnTo>
                  <a:pt x="4277331" y="1822798"/>
                </a:lnTo>
                <a:lnTo>
                  <a:pt x="4267982" y="1808948"/>
                </a:lnTo>
                <a:lnTo>
                  <a:pt x="4254111" y="1799612"/>
                </a:lnTo>
                <a:lnTo>
                  <a:pt x="4237120" y="1796189"/>
                </a:lnTo>
                <a:close/>
              </a:path>
              <a:path extrusionOk="0" h="2468879" w="4523105">
                <a:moveTo>
                  <a:pt x="4522590" y="1797127"/>
                </a:moveTo>
                <a:lnTo>
                  <a:pt x="4521765" y="1797294"/>
                </a:lnTo>
                <a:lnTo>
                  <a:pt x="4507107" y="1807168"/>
                </a:lnTo>
                <a:lnTo>
                  <a:pt x="4497223" y="1821818"/>
                </a:lnTo>
                <a:lnTo>
                  <a:pt x="4493599" y="1839766"/>
                </a:lnTo>
                <a:lnTo>
                  <a:pt x="4497223" y="1857713"/>
                </a:lnTo>
                <a:lnTo>
                  <a:pt x="4507107" y="1872363"/>
                </a:lnTo>
                <a:lnTo>
                  <a:pt x="4521765" y="1882238"/>
                </a:lnTo>
                <a:lnTo>
                  <a:pt x="4522590" y="1882404"/>
                </a:lnTo>
                <a:lnTo>
                  <a:pt x="4522590" y="1797127"/>
                </a:lnTo>
                <a:close/>
              </a:path>
              <a:path extrusionOk="0" h="2468879" w="4523105">
                <a:moveTo>
                  <a:pt x="607404" y="2139601"/>
                </a:moveTo>
                <a:lnTo>
                  <a:pt x="604615" y="2139601"/>
                </a:lnTo>
                <a:lnTo>
                  <a:pt x="603490" y="2140728"/>
                </a:lnTo>
                <a:lnTo>
                  <a:pt x="603490" y="2143518"/>
                </a:lnTo>
                <a:lnTo>
                  <a:pt x="604615" y="2144641"/>
                </a:lnTo>
                <a:lnTo>
                  <a:pt x="607404" y="2144641"/>
                </a:lnTo>
                <a:lnTo>
                  <a:pt x="608529" y="2143518"/>
                </a:lnTo>
                <a:lnTo>
                  <a:pt x="608529" y="2140728"/>
                </a:lnTo>
                <a:lnTo>
                  <a:pt x="607404" y="2139601"/>
                </a:lnTo>
                <a:close/>
              </a:path>
              <a:path extrusionOk="0" h="2468879" w="4523105">
                <a:moveTo>
                  <a:pt x="912786" y="2134583"/>
                </a:moveTo>
                <a:lnTo>
                  <a:pt x="904463" y="2134583"/>
                </a:lnTo>
                <a:lnTo>
                  <a:pt x="901089" y="2137957"/>
                </a:lnTo>
                <a:lnTo>
                  <a:pt x="901089" y="2146290"/>
                </a:lnTo>
                <a:lnTo>
                  <a:pt x="904463" y="2149664"/>
                </a:lnTo>
                <a:lnTo>
                  <a:pt x="912786" y="2149664"/>
                </a:lnTo>
                <a:lnTo>
                  <a:pt x="916160" y="2146290"/>
                </a:lnTo>
                <a:lnTo>
                  <a:pt x="916160" y="2137957"/>
                </a:lnTo>
                <a:lnTo>
                  <a:pt x="912786" y="2134583"/>
                </a:lnTo>
                <a:close/>
              </a:path>
              <a:path extrusionOk="0" h="2468879" w="4523105">
                <a:moveTo>
                  <a:pt x="1218168" y="2129524"/>
                </a:moveTo>
                <a:lnTo>
                  <a:pt x="1204266" y="2129524"/>
                </a:lnTo>
                <a:lnTo>
                  <a:pt x="1198643" y="2135149"/>
                </a:lnTo>
                <a:lnTo>
                  <a:pt x="1198643" y="2149057"/>
                </a:lnTo>
                <a:lnTo>
                  <a:pt x="1204266" y="2154686"/>
                </a:lnTo>
                <a:lnTo>
                  <a:pt x="1218168" y="2154686"/>
                </a:lnTo>
                <a:lnTo>
                  <a:pt x="1223791" y="2149057"/>
                </a:lnTo>
                <a:lnTo>
                  <a:pt x="1223791" y="2135149"/>
                </a:lnTo>
                <a:lnTo>
                  <a:pt x="1218168" y="2129524"/>
                </a:lnTo>
                <a:close/>
              </a:path>
              <a:path extrusionOk="0" h="2468879" w="4523105">
                <a:moveTo>
                  <a:pt x="1523055" y="2125360"/>
                </a:moveTo>
                <a:lnTo>
                  <a:pt x="1504565" y="2125360"/>
                </a:lnTo>
                <a:lnTo>
                  <a:pt x="1497051" y="2132867"/>
                </a:lnTo>
                <a:lnTo>
                  <a:pt x="1497051" y="2151375"/>
                </a:lnTo>
                <a:lnTo>
                  <a:pt x="1504565" y="2158887"/>
                </a:lnTo>
                <a:lnTo>
                  <a:pt x="1523055" y="2158887"/>
                </a:lnTo>
                <a:lnTo>
                  <a:pt x="1530568" y="2151375"/>
                </a:lnTo>
                <a:lnTo>
                  <a:pt x="1530568" y="2132867"/>
                </a:lnTo>
                <a:lnTo>
                  <a:pt x="1523055" y="2125360"/>
                </a:lnTo>
                <a:close/>
              </a:path>
              <a:path extrusionOk="0" h="2468879" w="4523105">
                <a:moveTo>
                  <a:pt x="1816380" y="2122000"/>
                </a:moveTo>
                <a:lnTo>
                  <a:pt x="1808550" y="2123580"/>
                </a:lnTo>
                <a:lnTo>
                  <a:pt x="1802158" y="2127891"/>
                </a:lnTo>
                <a:lnTo>
                  <a:pt x="1797849" y="2134286"/>
                </a:lnTo>
                <a:lnTo>
                  <a:pt x="1796270" y="2142121"/>
                </a:lnTo>
                <a:lnTo>
                  <a:pt x="1797849" y="2149958"/>
                </a:lnTo>
                <a:lnTo>
                  <a:pt x="1802158" y="2156355"/>
                </a:lnTo>
                <a:lnTo>
                  <a:pt x="1808550" y="2160666"/>
                </a:lnTo>
                <a:lnTo>
                  <a:pt x="1816380" y="2162247"/>
                </a:lnTo>
                <a:lnTo>
                  <a:pt x="1824236" y="2160666"/>
                </a:lnTo>
                <a:lnTo>
                  <a:pt x="1830641" y="2156355"/>
                </a:lnTo>
                <a:lnTo>
                  <a:pt x="1834954" y="2149958"/>
                </a:lnTo>
                <a:lnTo>
                  <a:pt x="1836535" y="2142121"/>
                </a:lnTo>
                <a:lnTo>
                  <a:pt x="1834954" y="2134286"/>
                </a:lnTo>
                <a:lnTo>
                  <a:pt x="1830641" y="2127891"/>
                </a:lnTo>
                <a:lnTo>
                  <a:pt x="1824236" y="2123580"/>
                </a:lnTo>
                <a:lnTo>
                  <a:pt x="1816380" y="2122000"/>
                </a:lnTo>
                <a:close/>
              </a:path>
              <a:path extrusionOk="0" h="2468879" w="4523105">
                <a:moveTo>
                  <a:pt x="2118972" y="2118639"/>
                </a:moveTo>
                <a:lnTo>
                  <a:pt x="2109837" y="2120485"/>
                </a:lnTo>
                <a:lnTo>
                  <a:pt x="2102371" y="2125518"/>
                </a:lnTo>
                <a:lnTo>
                  <a:pt x="2097336" y="2132982"/>
                </a:lnTo>
                <a:lnTo>
                  <a:pt x="2095488" y="2142121"/>
                </a:lnTo>
                <a:lnTo>
                  <a:pt x="2097336" y="2151262"/>
                </a:lnTo>
                <a:lnTo>
                  <a:pt x="2102371" y="2158725"/>
                </a:lnTo>
                <a:lnTo>
                  <a:pt x="2109837" y="2163758"/>
                </a:lnTo>
                <a:lnTo>
                  <a:pt x="2118972" y="2165603"/>
                </a:lnTo>
                <a:lnTo>
                  <a:pt x="2128134" y="2163758"/>
                </a:lnTo>
                <a:lnTo>
                  <a:pt x="2135612" y="2158725"/>
                </a:lnTo>
                <a:lnTo>
                  <a:pt x="2140653" y="2151262"/>
                </a:lnTo>
                <a:lnTo>
                  <a:pt x="2142501" y="2142121"/>
                </a:lnTo>
                <a:lnTo>
                  <a:pt x="2140653" y="2132982"/>
                </a:lnTo>
                <a:lnTo>
                  <a:pt x="2135612" y="2125518"/>
                </a:lnTo>
                <a:lnTo>
                  <a:pt x="2128134" y="2120485"/>
                </a:lnTo>
                <a:lnTo>
                  <a:pt x="2118972" y="2118639"/>
                </a:lnTo>
                <a:close/>
              </a:path>
              <a:path extrusionOk="0" h="2468879" w="4523105">
                <a:moveTo>
                  <a:pt x="2421610" y="2116155"/>
                </a:moveTo>
                <a:lnTo>
                  <a:pt x="2411466" y="2118198"/>
                </a:lnTo>
                <a:lnTo>
                  <a:pt x="2403187" y="2123768"/>
                </a:lnTo>
                <a:lnTo>
                  <a:pt x="2397607" y="2132028"/>
                </a:lnTo>
                <a:lnTo>
                  <a:pt x="2395561" y="2142139"/>
                </a:lnTo>
                <a:lnTo>
                  <a:pt x="2397607" y="2152250"/>
                </a:lnTo>
                <a:lnTo>
                  <a:pt x="2403187" y="2160510"/>
                </a:lnTo>
                <a:lnTo>
                  <a:pt x="2411466" y="2166080"/>
                </a:lnTo>
                <a:lnTo>
                  <a:pt x="2421610" y="2168123"/>
                </a:lnTo>
                <a:lnTo>
                  <a:pt x="2431727" y="2166080"/>
                </a:lnTo>
                <a:lnTo>
                  <a:pt x="2439993" y="2160510"/>
                </a:lnTo>
                <a:lnTo>
                  <a:pt x="2445568" y="2152250"/>
                </a:lnTo>
                <a:lnTo>
                  <a:pt x="2447613" y="2142139"/>
                </a:lnTo>
                <a:lnTo>
                  <a:pt x="2445568" y="2132028"/>
                </a:lnTo>
                <a:lnTo>
                  <a:pt x="2439993" y="2123768"/>
                </a:lnTo>
                <a:lnTo>
                  <a:pt x="2431727" y="2118198"/>
                </a:lnTo>
                <a:lnTo>
                  <a:pt x="2421610" y="2116155"/>
                </a:lnTo>
                <a:close/>
              </a:path>
              <a:path extrusionOk="0" h="2468879" w="4523105">
                <a:moveTo>
                  <a:pt x="2724202" y="2112795"/>
                </a:moveTo>
                <a:lnTo>
                  <a:pt x="2712760" y="2115100"/>
                </a:lnTo>
                <a:lnTo>
                  <a:pt x="2703423" y="2121389"/>
                </a:lnTo>
                <a:lnTo>
                  <a:pt x="2697131" y="2130716"/>
                </a:lnTo>
                <a:lnTo>
                  <a:pt x="2694825" y="2142139"/>
                </a:lnTo>
                <a:lnTo>
                  <a:pt x="2697131" y="2153562"/>
                </a:lnTo>
                <a:lnTo>
                  <a:pt x="2703423" y="2162889"/>
                </a:lnTo>
                <a:lnTo>
                  <a:pt x="2712760" y="2169178"/>
                </a:lnTo>
                <a:lnTo>
                  <a:pt x="2724202" y="2171483"/>
                </a:lnTo>
                <a:lnTo>
                  <a:pt x="2735618" y="2169178"/>
                </a:lnTo>
                <a:lnTo>
                  <a:pt x="2744942" y="2162889"/>
                </a:lnTo>
                <a:lnTo>
                  <a:pt x="2751229" y="2153562"/>
                </a:lnTo>
                <a:lnTo>
                  <a:pt x="2753535" y="2142139"/>
                </a:lnTo>
                <a:lnTo>
                  <a:pt x="2751229" y="2130716"/>
                </a:lnTo>
                <a:lnTo>
                  <a:pt x="2744942" y="2121389"/>
                </a:lnTo>
                <a:lnTo>
                  <a:pt x="2735618" y="2115100"/>
                </a:lnTo>
                <a:lnTo>
                  <a:pt x="2724202" y="2112795"/>
                </a:lnTo>
                <a:close/>
              </a:path>
              <a:path extrusionOk="0" h="2468879" w="4523105">
                <a:moveTo>
                  <a:pt x="3026795" y="2109434"/>
                </a:moveTo>
                <a:lnTo>
                  <a:pt x="3014047" y="2112006"/>
                </a:lnTo>
                <a:lnTo>
                  <a:pt x="3003637" y="2119016"/>
                </a:lnTo>
                <a:lnTo>
                  <a:pt x="2996617" y="2129412"/>
                </a:lnTo>
                <a:lnTo>
                  <a:pt x="2994043" y="2142139"/>
                </a:lnTo>
                <a:lnTo>
                  <a:pt x="2996617" y="2154866"/>
                </a:lnTo>
                <a:lnTo>
                  <a:pt x="3003637" y="2165262"/>
                </a:lnTo>
                <a:lnTo>
                  <a:pt x="3014048" y="2172272"/>
                </a:lnTo>
                <a:lnTo>
                  <a:pt x="3026795" y="2174844"/>
                </a:lnTo>
                <a:lnTo>
                  <a:pt x="3039516" y="2172272"/>
                </a:lnTo>
                <a:lnTo>
                  <a:pt x="3049913" y="2165262"/>
                </a:lnTo>
                <a:lnTo>
                  <a:pt x="3056928" y="2154866"/>
                </a:lnTo>
                <a:lnTo>
                  <a:pt x="3059501" y="2142139"/>
                </a:lnTo>
                <a:lnTo>
                  <a:pt x="3056928" y="2129412"/>
                </a:lnTo>
                <a:lnTo>
                  <a:pt x="3049913" y="2119016"/>
                </a:lnTo>
                <a:lnTo>
                  <a:pt x="3039516" y="2112006"/>
                </a:lnTo>
                <a:lnTo>
                  <a:pt x="3026795" y="2109434"/>
                </a:lnTo>
                <a:close/>
              </a:path>
              <a:path extrusionOk="0" h="2468879" w="4523105">
                <a:moveTo>
                  <a:pt x="3329387" y="2106950"/>
                </a:moveTo>
                <a:lnTo>
                  <a:pt x="3315658" y="2109718"/>
                </a:lnTo>
                <a:lnTo>
                  <a:pt x="3304447" y="2117266"/>
                </a:lnTo>
                <a:lnTo>
                  <a:pt x="3296888" y="2128457"/>
                </a:lnTo>
                <a:lnTo>
                  <a:pt x="3294116" y="2142157"/>
                </a:lnTo>
                <a:lnTo>
                  <a:pt x="3296888" y="2155856"/>
                </a:lnTo>
                <a:lnTo>
                  <a:pt x="3304447" y="2167046"/>
                </a:lnTo>
                <a:lnTo>
                  <a:pt x="3315658" y="2174592"/>
                </a:lnTo>
                <a:lnTo>
                  <a:pt x="3329387" y="2177359"/>
                </a:lnTo>
                <a:lnTo>
                  <a:pt x="3343090" y="2174592"/>
                </a:lnTo>
                <a:lnTo>
                  <a:pt x="3354288" y="2167046"/>
                </a:lnTo>
                <a:lnTo>
                  <a:pt x="3361842" y="2155856"/>
                </a:lnTo>
                <a:lnTo>
                  <a:pt x="3364613" y="2142157"/>
                </a:lnTo>
                <a:lnTo>
                  <a:pt x="3361842" y="2128457"/>
                </a:lnTo>
                <a:lnTo>
                  <a:pt x="3354288" y="2117266"/>
                </a:lnTo>
                <a:lnTo>
                  <a:pt x="3343090" y="2109718"/>
                </a:lnTo>
                <a:lnTo>
                  <a:pt x="3329387" y="2106950"/>
                </a:lnTo>
                <a:close/>
              </a:path>
              <a:path extrusionOk="0" h="2468879" w="4523105">
                <a:moveTo>
                  <a:pt x="3631935" y="2104430"/>
                </a:moveTo>
                <a:lnTo>
                  <a:pt x="3617250" y="2107395"/>
                </a:lnTo>
                <a:lnTo>
                  <a:pt x="3605251" y="2115482"/>
                </a:lnTo>
                <a:lnTo>
                  <a:pt x="3597158" y="2127474"/>
                </a:lnTo>
                <a:lnTo>
                  <a:pt x="3594189" y="2142157"/>
                </a:lnTo>
                <a:lnTo>
                  <a:pt x="3597158" y="2156837"/>
                </a:lnTo>
                <a:lnTo>
                  <a:pt x="3605251" y="2168828"/>
                </a:lnTo>
                <a:lnTo>
                  <a:pt x="3617250" y="2176914"/>
                </a:lnTo>
                <a:lnTo>
                  <a:pt x="3631935" y="2179880"/>
                </a:lnTo>
                <a:lnTo>
                  <a:pt x="3646646" y="2176914"/>
                </a:lnTo>
                <a:lnTo>
                  <a:pt x="3658658" y="2168828"/>
                </a:lnTo>
                <a:lnTo>
                  <a:pt x="3666756" y="2156837"/>
                </a:lnTo>
                <a:lnTo>
                  <a:pt x="3669725" y="2142157"/>
                </a:lnTo>
                <a:lnTo>
                  <a:pt x="3666756" y="2127474"/>
                </a:lnTo>
                <a:lnTo>
                  <a:pt x="3658658" y="2115482"/>
                </a:lnTo>
                <a:lnTo>
                  <a:pt x="3646646" y="2107395"/>
                </a:lnTo>
                <a:lnTo>
                  <a:pt x="3631935" y="2104430"/>
                </a:lnTo>
                <a:close/>
              </a:path>
              <a:path extrusionOk="0" h="2468879" w="4523105">
                <a:moveTo>
                  <a:pt x="3934527" y="2101070"/>
                </a:moveTo>
                <a:lnTo>
                  <a:pt x="3918544" y="2104298"/>
                </a:lnTo>
                <a:lnTo>
                  <a:pt x="3905487" y="2113102"/>
                </a:lnTo>
                <a:lnTo>
                  <a:pt x="3896682" y="2126162"/>
                </a:lnTo>
                <a:lnTo>
                  <a:pt x="3893453" y="2142157"/>
                </a:lnTo>
                <a:lnTo>
                  <a:pt x="3896682" y="2158149"/>
                </a:lnTo>
                <a:lnTo>
                  <a:pt x="3905487" y="2171208"/>
                </a:lnTo>
                <a:lnTo>
                  <a:pt x="3918544" y="2180012"/>
                </a:lnTo>
                <a:lnTo>
                  <a:pt x="3934527" y="2183240"/>
                </a:lnTo>
                <a:lnTo>
                  <a:pt x="3950544" y="2180012"/>
                </a:lnTo>
                <a:lnTo>
                  <a:pt x="3963629" y="2171208"/>
                </a:lnTo>
                <a:lnTo>
                  <a:pt x="3972455" y="2158149"/>
                </a:lnTo>
                <a:lnTo>
                  <a:pt x="3975692" y="2142157"/>
                </a:lnTo>
                <a:lnTo>
                  <a:pt x="3972455" y="2126162"/>
                </a:lnTo>
                <a:lnTo>
                  <a:pt x="3963629" y="2113102"/>
                </a:lnTo>
                <a:lnTo>
                  <a:pt x="3950544" y="2104298"/>
                </a:lnTo>
                <a:lnTo>
                  <a:pt x="3934527" y="2101070"/>
                </a:lnTo>
                <a:close/>
              </a:path>
              <a:path extrusionOk="0" h="2468879" w="4523105">
                <a:moveTo>
                  <a:pt x="4237120" y="2098585"/>
                </a:moveTo>
                <a:lnTo>
                  <a:pt x="4220154" y="2102011"/>
                </a:lnTo>
                <a:lnTo>
                  <a:pt x="4206297" y="2111352"/>
                </a:lnTo>
                <a:lnTo>
                  <a:pt x="4196953" y="2125206"/>
                </a:lnTo>
                <a:lnTo>
                  <a:pt x="4193526" y="2142170"/>
                </a:lnTo>
                <a:lnTo>
                  <a:pt x="4196953" y="2159136"/>
                </a:lnTo>
                <a:lnTo>
                  <a:pt x="4206297" y="2172992"/>
                </a:lnTo>
                <a:lnTo>
                  <a:pt x="4220154" y="2182334"/>
                </a:lnTo>
                <a:lnTo>
                  <a:pt x="4237120" y="2185760"/>
                </a:lnTo>
                <a:lnTo>
                  <a:pt x="4254111" y="2182334"/>
                </a:lnTo>
                <a:lnTo>
                  <a:pt x="4267982" y="2172992"/>
                </a:lnTo>
                <a:lnTo>
                  <a:pt x="4277331" y="2159136"/>
                </a:lnTo>
                <a:lnTo>
                  <a:pt x="4280759" y="2142170"/>
                </a:lnTo>
                <a:lnTo>
                  <a:pt x="4277331" y="2125206"/>
                </a:lnTo>
                <a:lnTo>
                  <a:pt x="4267982" y="2111352"/>
                </a:lnTo>
                <a:lnTo>
                  <a:pt x="4254111" y="2102011"/>
                </a:lnTo>
                <a:lnTo>
                  <a:pt x="4237120" y="2098585"/>
                </a:lnTo>
                <a:close/>
              </a:path>
              <a:path extrusionOk="0" h="2468879" w="4523105">
                <a:moveTo>
                  <a:pt x="4522590" y="2099522"/>
                </a:moveTo>
                <a:lnTo>
                  <a:pt x="4521765" y="2099689"/>
                </a:lnTo>
                <a:lnTo>
                  <a:pt x="4507107" y="2109571"/>
                </a:lnTo>
                <a:lnTo>
                  <a:pt x="4497223" y="2124226"/>
                </a:lnTo>
                <a:lnTo>
                  <a:pt x="4493599" y="2142170"/>
                </a:lnTo>
                <a:lnTo>
                  <a:pt x="4497223" y="2160119"/>
                </a:lnTo>
                <a:lnTo>
                  <a:pt x="4507107" y="2174776"/>
                </a:lnTo>
                <a:lnTo>
                  <a:pt x="4521765" y="2184657"/>
                </a:lnTo>
                <a:lnTo>
                  <a:pt x="4522590" y="2184824"/>
                </a:lnTo>
                <a:lnTo>
                  <a:pt x="4522590" y="2099522"/>
                </a:lnTo>
                <a:close/>
              </a:path>
              <a:path extrusionOk="0" h="2468879" w="4523105">
                <a:moveTo>
                  <a:pt x="1212050" y="2444043"/>
                </a:moveTo>
                <a:lnTo>
                  <a:pt x="1210385" y="2444043"/>
                </a:lnTo>
                <a:lnTo>
                  <a:pt x="1210385" y="2444983"/>
                </a:lnTo>
                <a:lnTo>
                  <a:pt x="1212050" y="2444983"/>
                </a:lnTo>
                <a:lnTo>
                  <a:pt x="1212050" y="2444043"/>
                </a:lnTo>
                <a:close/>
              </a:path>
              <a:path extrusionOk="0" h="2468879" w="4523105">
                <a:moveTo>
                  <a:pt x="1515677" y="2441152"/>
                </a:moveTo>
                <a:lnTo>
                  <a:pt x="1511943" y="2441152"/>
                </a:lnTo>
                <a:lnTo>
                  <a:pt x="1510458" y="2442648"/>
                </a:lnTo>
                <a:lnTo>
                  <a:pt x="1510458" y="2446378"/>
                </a:lnTo>
                <a:lnTo>
                  <a:pt x="1511943" y="2447871"/>
                </a:lnTo>
                <a:lnTo>
                  <a:pt x="1515677" y="2447871"/>
                </a:lnTo>
                <a:lnTo>
                  <a:pt x="1517161" y="2446378"/>
                </a:lnTo>
                <a:lnTo>
                  <a:pt x="1517161" y="2442648"/>
                </a:lnTo>
                <a:lnTo>
                  <a:pt x="1515677" y="2441152"/>
                </a:lnTo>
                <a:close/>
              </a:path>
              <a:path extrusionOk="0" h="2468879" w="4523105">
                <a:moveTo>
                  <a:pt x="1820564" y="2436988"/>
                </a:moveTo>
                <a:lnTo>
                  <a:pt x="1812241" y="2436988"/>
                </a:lnTo>
                <a:lnTo>
                  <a:pt x="1808867" y="2440364"/>
                </a:lnTo>
                <a:lnTo>
                  <a:pt x="1808867" y="2448696"/>
                </a:lnTo>
                <a:lnTo>
                  <a:pt x="1812241" y="2452072"/>
                </a:lnTo>
                <a:lnTo>
                  <a:pt x="1820564" y="2452072"/>
                </a:lnTo>
                <a:lnTo>
                  <a:pt x="1823938" y="2448696"/>
                </a:lnTo>
                <a:lnTo>
                  <a:pt x="1823938" y="2440364"/>
                </a:lnTo>
                <a:lnTo>
                  <a:pt x="1820564" y="2436988"/>
                </a:lnTo>
                <a:close/>
              </a:path>
              <a:path extrusionOk="0" h="2468879" w="4523105">
                <a:moveTo>
                  <a:pt x="2125001" y="2433629"/>
                </a:moveTo>
                <a:lnTo>
                  <a:pt x="2112989" y="2433629"/>
                </a:lnTo>
                <a:lnTo>
                  <a:pt x="2108085" y="2438517"/>
                </a:lnTo>
                <a:lnTo>
                  <a:pt x="2108085" y="2450543"/>
                </a:lnTo>
                <a:lnTo>
                  <a:pt x="2112989" y="2455431"/>
                </a:lnTo>
                <a:lnTo>
                  <a:pt x="2125001" y="2455431"/>
                </a:lnTo>
                <a:lnTo>
                  <a:pt x="2129905" y="2450543"/>
                </a:lnTo>
                <a:lnTo>
                  <a:pt x="2129905" y="2438517"/>
                </a:lnTo>
                <a:lnTo>
                  <a:pt x="2125001" y="2433629"/>
                </a:lnTo>
                <a:close/>
              </a:path>
              <a:path extrusionOk="0" h="2468879" w="4523105">
                <a:moveTo>
                  <a:pt x="2429933" y="2429464"/>
                </a:moveTo>
                <a:lnTo>
                  <a:pt x="2413242" y="2429464"/>
                </a:lnTo>
                <a:lnTo>
                  <a:pt x="2406494" y="2436213"/>
                </a:lnTo>
                <a:lnTo>
                  <a:pt x="2406494" y="2452878"/>
                </a:lnTo>
                <a:lnTo>
                  <a:pt x="2413242" y="2459629"/>
                </a:lnTo>
                <a:lnTo>
                  <a:pt x="2429933" y="2459629"/>
                </a:lnTo>
                <a:lnTo>
                  <a:pt x="2436681" y="2452878"/>
                </a:lnTo>
                <a:lnTo>
                  <a:pt x="2436681" y="2436213"/>
                </a:lnTo>
                <a:lnTo>
                  <a:pt x="2429933" y="2429464"/>
                </a:lnTo>
                <a:close/>
              </a:path>
              <a:path extrusionOk="0" h="2468879" w="4523105">
                <a:moveTo>
                  <a:pt x="2733920" y="2426944"/>
                </a:moveTo>
                <a:lnTo>
                  <a:pt x="2714440" y="2426944"/>
                </a:lnTo>
                <a:lnTo>
                  <a:pt x="2706567" y="2434821"/>
                </a:lnTo>
                <a:lnTo>
                  <a:pt x="2706567" y="2454272"/>
                </a:lnTo>
                <a:lnTo>
                  <a:pt x="2714440" y="2462150"/>
                </a:lnTo>
                <a:lnTo>
                  <a:pt x="2733920" y="2462150"/>
                </a:lnTo>
                <a:lnTo>
                  <a:pt x="2741793" y="2454272"/>
                </a:lnTo>
                <a:lnTo>
                  <a:pt x="2741793" y="2434821"/>
                </a:lnTo>
                <a:lnTo>
                  <a:pt x="2733920" y="2426944"/>
                </a:lnTo>
                <a:close/>
              </a:path>
              <a:path extrusionOk="0" h="2468879" w="4523105">
                <a:moveTo>
                  <a:pt x="3026795" y="2423587"/>
                </a:moveTo>
                <a:lnTo>
                  <a:pt x="3018615" y="2425234"/>
                </a:lnTo>
                <a:lnTo>
                  <a:pt x="3011937" y="2429726"/>
                </a:lnTo>
                <a:lnTo>
                  <a:pt x="3007436" y="2436388"/>
                </a:lnTo>
                <a:lnTo>
                  <a:pt x="3005785" y="2444545"/>
                </a:lnTo>
                <a:lnTo>
                  <a:pt x="3007436" y="2452703"/>
                </a:lnTo>
                <a:lnTo>
                  <a:pt x="3011937" y="2459367"/>
                </a:lnTo>
                <a:lnTo>
                  <a:pt x="3018615" y="2463861"/>
                </a:lnTo>
                <a:lnTo>
                  <a:pt x="3026795" y="2465509"/>
                </a:lnTo>
                <a:lnTo>
                  <a:pt x="3034948" y="2463861"/>
                </a:lnTo>
                <a:lnTo>
                  <a:pt x="3041613" y="2459367"/>
                </a:lnTo>
                <a:lnTo>
                  <a:pt x="3046110" y="2452703"/>
                </a:lnTo>
                <a:lnTo>
                  <a:pt x="3047760" y="2444545"/>
                </a:lnTo>
                <a:lnTo>
                  <a:pt x="3046110" y="2436388"/>
                </a:lnTo>
                <a:lnTo>
                  <a:pt x="3041613" y="2429726"/>
                </a:lnTo>
                <a:lnTo>
                  <a:pt x="3034948" y="2425234"/>
                </a:lnTo>
                <a:lnTo>
                  <a:pt x="3026795" y="2423587"/>
                </a:lnTo>
                <a:close/>
              </a:path>
              <a:path extrusionOk="0" h="2468879" w="4523105">
                <a:moveTo>
                  <a:pt x="3329387" y="2421902"/>
                </a:moveTo>
                <a:lnTo>
                  <a:pt x="3320549" y="2423680"/>
                </a:lnTo>
                <a:lnTo>
                  <a:pt x="3313343" y="2428531"/>
                </a:lnTo>
                <a:lnTo>
                  <a:pt x="3308491" y="2435728"/>
                </a:lnTo>
                <a:lnTo>
                  <a:pt x="3306713" y="2444545"/>
                </a:lnTo>
                <a:lnTo>
                  <a:pt x="3308491" y="2453362"/>
                </a:lnTo>
                <a:lnTo>
                  <a:pt x="3313343" y="2460558"/>
                </a:lnTo>
                <a:lnTo>
                  <a:pt x="3320549" y="2465409"/>
                </a:lnTo>
                <a:lnTo>
                  <a:pt x="3329387" y="2467187"/>
                </a:lnTo>
                <a:lnTo>
                  <a:pt x="3338200" y="2465409"/>
                </a:lnTo>
                <a:lnTo>
                  <a:pt x="3345392" y="2460558"/>
                </a:lnTo>
                <a:lnTo>
                  <a:pt x="3350240" y="2453362"/>
                </a:lnTo>
                <a:lnTo>
                  <a:pt x="3352017" y="2444545"/>
                </a:lnTo>
                <a:lnTo>
                  <a:pt x="3350240" y="2435728"/>
                </a:lnTo>
                <a:lnTo>
                  <a:pt x="3345392" y="2428531"/>
                </a:lnTo>
                <a:lnTo>
                  <a:pt x="3338200" y="2423680"/>
                </a:lnTo>
                <a:lnTo>
                  <a:pt x="3329387" y="2421902"/>
                </a:lnTo>
                <a:close/>
              </a:path>
              <a:path extrusionOk="0" h="2468879" w="4523105">
                <a:moveTo>
                  <a:pt x="3631935" y="2421902"/>
                </a:moveTo>
                <a:lnTo>
                  <a:pt x="3623123" y="2423680"/>
                </a:lnTo>
                <a:lnTo>
                  <a:pt x="3615930" y="2428531"/>
                </a:lnTo>
                <a:lnTo>
                  <a:pt x="3611083" y="2435728"/>
                </a:lnTo>
                <a:lnTo>
                  <a:pt x="3609306" y="2444545"/>
                </a:lnTo>
                <a:lnTo>
                  <a:pt x="3611083" y="2453362"/>
                </a:lnTo>
                <a:lnTo>
                  <a:pt x="3615930" y="2460558"/>
                </a:lnTo>
                <a:lnTo>
                  <a:pt x="3623123" y="2465409"/>
                </a:lnTo>
                <a:lnTo>
                  <a:pt x="3631935" y="2467187"/>
                </a:lnTo>
                <a:lnTo>
                  <a:pt x="3640773" y="2465409"/>
                </a:lnTo>
                <a:lnTo>
                  <a:pt x="3647979" y="2460558"/>
                </a:lnTo>
                <a:lnTo>
                  <a:pt x="3652831" y="2453362"/>
                </a:lnTo>
                <a:lnTo>
                  <a:pt x="3654609" y="2444545"/>
                </a:lnTo>
                <a:lnTo>
                  <a:pt x="3652831" y="2435728"/>
                </a:lnTo>
                <a:lnTo>
                  <a:pt x="3647979" y="2428531"/>
                </a:lnTo>
                <a:lnTo>
                  <a:pt x="3640773" y="2423680"/>
                </a:lnTo>
                <a:lnTo>
                  <a:pt x="3631935" y="2421902"/>
                </a:lnTo>
                <a:close/>
              </a:path>
              <a:path extrusionOk="0" h="2468879" w="4523105">
                <a:moveTo>
                  <a:pt x="3934527" y="2420258"/>
                </a:moveTo>
                <a:lnTo>
                  <a:pt x="3925076" y="2422168"/>
                </a:lnTo>
                <a:lnTo>
                  <a:pt x="3917353" y="2427377"/>
                </a:lnTo>
                <a:lnTo>
                  <a:pt x="3912144" y="2435103"/>
                </a:lnTo>
                <a:lnTo>
                  <a:pt x="3910234" y="2444562"/>
                </a:lnTo>
                <a:lnTo>
                  <a:pt x="3912144" y="2454021"/>
                </a:lnTo>
                <a:lnTo>
                  <a:pt x="3917353" y="2461747"/>
                </a:lnTo>
                <a:lnTo>
                  <a:pt x="3925076" y="2466957"/>
                </a:lnTo>
                <a:lnTo>
                  <a:pt x="3934527" y="2468868"/>
                </a:lnTo>
                <a:lnTo>
                  <a:pt x="3944005" y="2466957"/>
                </a:lnTo>
                <a:lnTo>
                  <a:pt x="3951741" y="2461747"/>
                </a:lnTo>
                <a:lnTo>
                  <a:pt x="3956955" y="2454021"/>
                </a:lnTo>
                <a:lnTo>
                  <a:pt x="3958866" y="2444562"/>
                </a:lnTo>
                <a:lnTo>
                  <a:pt x="3956955" y="2435103"/>
                </a:lnTo>
                <a:lnTo>
                  <a:pt x="3951741" y="2427377"/>
                </a:lnTo>
                <a:lnTo>
                  <a:pt x="3944005" y="2422168"/>
                </a:lnTo>
                <a:lnTo>
                  <a:pt x="3934527" y="2420258"/>
                </a:lnTo>
                <a:close/>
              </a:path>
              <a:path extrusionOk="0" h="2468879" w="4523105">
                <a:moveTo>
                  <a:pt x="4237120" y="2421902"/>
                </a:moveTo>
                <a:lnTo>
                  <a:pt x="4228308" y="2423680"/>
                </a:lnTo>
                <a:lnTo>
                  <a:pt x="4221115" y="2428531"/>
                </a:lnTo>
                <a:lnTo>
                  <a:pt x="4216268" y="2435728"/>
                </a:lnTo>
                <a:lnTo>
                  <a:pt x="4214491" y="2444545"/>
                </a:lnTo>
                <a:lnTo>
                  <a:pt x="4216268" y="2453362"/>
                </a:lnTo>
                <a:lnTo>
                  <a:pt x="4221115" y="2460558"/>
                </a:lnTo>
                <a:lnTo>
                  <a:pt x="4228308" y="2465409"/>
                </a:lnTo>
                <a:lnTo>
                  <a:pt x="4237120" y="2467187"/>
                </a:lnTo>
                <a:lnTo>
                  <a:pt x="4245958" y="2465409"/>
                </a:lnTo>
                <a:lnTo>
                  <a:pt x="4253164" y="2460558"/>
                </a:lnTo>
                <a:lnTo>
                  <a:pt x="4258016" y="2453362"/>
                </a:lnTo>
                <a:lnTo>
                  <a:pt x="4259794" y="2444545"/>
                </a:lnTo>
                <a:lnTo>
                  <a:pt x="4258016" y="2435728"/>
                </a:lnTo>
                <a:lnTo>
                  <a:pt x="4253164" y="2428531"/>
                </a:lnTo>
                <a:lnTo>
                  <a:pt x="4245958" y="2423680"/>
                </a:lnTo>
                <a:lnTo>
                  <a:pt x="4237120" y="2421902"/>
                </a:lnTo>
                <a:close/>
              </a:path>
              <a:path extrusionOk="0" h="2468879" w="4523105">
                <a:moveTo>
                  <a:pt x="4522590" y="2434634"/>
                </a:moveTo>
                <a:lnTo>
                  <a:pt x="4521188" y="2436710"/>
                </a:lnTo>
                <a:lnTo>
                  <a:pt x="4519603" y="2444545"/>
                </a:lnTo>
                <a:lnTo>
                  <a:pt x="4521188" y="2452380"/>
                </a:lnTo>
                <a:lnTo>
                  <a:pt x="4522590" y="2454457"/>
                </a:lnTo>
                <a:lnTo>
                  <a:pt x="4522590" y="2434634"/>
                </a:lnTo>
                <a:close/>
              </a:path>
            </a:pathLst>
          </a:custGeom>
          <a:solidFill>
            <a:srgbClr val="E9C6C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41" name="Google Shape;141;p8"/>
          <p:cNvSpPr/>
          <p:nvPr/>
        </p:nvSpPr>
        <p:spPr>
          <a:xfrm>
            <a:off x="11563350" y="9458325"/>
            <a:ext cx="6724650" cy="18415"/>
          </a:xfrm>
          <a:custGeom>
            <a:rect b="b" l="l" r="r" t="t"/>
            <a:pathLst>
              <a:path extrusionOk="0" h="18415" w="6724650">
                <a:moveTo>
                  <a:pt x="0" y="0"/>
                </a:moveTo>
                <a:lnTo>
                  <a:pt x="6724650" y="18028"/>
                </a:lnTo>
              </a:path>
            </a:pathLst>
          </a:custGeom>
          <a:noFill/>
          <a:ln cap="flat" cmpd="sng" w="114300">
            <a:solidFill>
              <a:srgbClr val="9FC3D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42" name="Google Shape;142;p8"/>
          <p:cNvSpPr txBox="1"/>
          <p:nvPr>
            <p:ph type="title"/>
          </p:nvPr>
        </p:nvSpPr>
        <p:spPr>
          <a:xfrm>
            <a:off x="2434589" y="22034"/>
            <a:ext cx="13001625" cy="3056890"/>
          </a:xfrm>
          <a:prstGeom prst="rect">
            <a:avLst/>
          </a:prstGeom>
          <a:noFill/>
          <a:ln>
            <a:noFill/>
          </a:ln>
        </p:spPr>
        <p:txBody>
          <a:bodyPr anchorCtr="0" anchor="t" bIns="0" lIns="0" spcFirstLastPara="1" rIns="0" wrap="square" tIns="11425">
            <a:spAutoFit/>
          </a:bodyPr>
          <a:lstStyle/>
          <a:p>
            <a:pPr indent="-2188845" lvl="0" marL="2200910" marR="5080" rtl="0" algn="l">
              <a:lnSpc>
                <a:spcPct val="117700"/>
              </a:lnSpc>
              <a:spcBef>
                <a:spcPts val="0"/>
              </a:spcBef>
              <a:spcAft>
                <a:spcPts val="0"/>
              </a:spcAft>
              <a:buNone/>
            </a:pPr>
            <a:r>
              <a:rPr lang="es-GT" sz="8450">
                <a:solidFill>
                  <a:srgbClr val="000000"/>
                </a:solidFill>
                <a:latin typeface="Calibri"/>
                <a:ea typeface="Calibri"/>
                <a:cs typeface="Calibri"/>
                <a:sym typeface="Calibri"/>
              </a:rPr>
              <a:t>COMPONENTES DEL MODELO ENTIDAD RELACIÓN</a:t>
            </a:r>
            <a:endParaRPr sz="8450">
              <a:latin typeface="Calibri"/>
              <a:ea typeface="Calibri"/>
              <a:cs typeface="Calibri"/>
              <a:sym typeface="Calibri"/>
            </a:endParaRPr>
          </a:p>
        </p:txBody>
      </p:sp>
      <p:sp>
        <p:nvSpPr>
          <p:cNvPr id="143" name="Google Shape;143;p8"/>
          <p:cNvSpPr/>
          <p:nvPr/>
        </p:nvSpPr>
        <p:spPr>
          <a:xfrm>
            <a:off x="15916275" y="0"/>
            <a:ext cx="1447800" cy="1676400"/>
          </a:xfrm>
          <a:custGeom>
            <a:rect b="b" l="l" r="r" t="t"/>
            <a:pathLst>
              <a:path extrusionOk="0" h="1676400" w="1447800">
                <a:moveTo>
                  <a:pt x="1447800" y="0"/>
                </a:moveTo>
                <a:lnTo>
                  <a:pt x="0" y="0"/>
                </a:lnTo>
                <a:lnTo>
                  <a:pt x="0" y="998093"/>
                </a:lnTo>
                <a:lnTo>
                  <a:pt x="2451" y="1046894"/>
                </a:lnTo>
                <a:lnTo>
                  <a:pt x="8414" y="1094753"/>
                </a:lnTo>
                <a:lnTo>
                  <a:pt x="17766" y="1141553"/>
                </a:lnTo>
                <a:lnTo>
                  <a:pt x="30388" y="1187177"/>
                </a:lnTo>
                <a:lnTo>
                  <a:pt x="46159" y="1231509"/>
                </a:lnTo>
                <a:lnTo>
                  <a:pt x="64958" y="1274430"/>
                </a:lnTo>
                <a:lnTo>
                  <a:pt x="86664" y="1315826"/>
                </a:lnTo>
                <a:lnTo>
                  <a:pt x="111158" y="1355578"/>
                </a:lnTo>
                <a:lnTo>
                  <a:pt x="138318" y="1393570"/>
                </a:lnTo>
                <a:lnTo>
                  <a:pt x="168025" y="1429686"/>
                </a:lnTo>
                <a:lnTo>
                  <a:pt x="200156" y="1463808"/>
                </a:lnTo>
                <a:lnTo>
                  <a:pt x="234592" y="1495820"/>
                </a:lnTo>
                <a:lnTo>
                  <a:pt x="271212" y="1525604"/>
                </a:lnTo>
                <a:lnTo>
                  <a:pt x="309896" y="1553044"/>
                </a:lnTo>
                <a:lnTo>
                  <a:pt x="350522" y="1578024"/>
                </a:lnTo>
                <a:lnTo>
                  <a:pt x="392971" y="1600426"/>
                </a:lnTo>
                <a:lnTo>
                  <a:pt x="437122" y="1620133"/>
                </a:lnTo>
                <a:lnTo>
                  <a:pt x="482853" y="1637029"/>
                </a:lnTo>
                <a:lnTo>
                  <a:pt x="528493" y="1650244"/>
                </a:lnTo>
                <a:lnTo>
                  <a:pt x="576029" y="1661147"/>
                </a:lnTo>
                <a:lnTo>
                  <a:pt x="624887" y="1669381"/>
                </a:lnTo>
                <a:lnTo>
                  <a:pt x="674495" y="1674585"/>
                </a:lnTo>
                <a:lnTo>
                  <a:pt x="724280" y="1676400"/>
                </a:lnTo>
                <a:lnTo>
                  <a:pt x="773571" y="1674823"/>
                </a:lnTo>
                <a:lnTo>
                  <a:pt x="821971" y="1670186"/>
                </a:lnTo>
                <a:lnTo>
                  <a:pt x="869323" y="1662629"/>
                </a:lnTo>
                <a:lnTo>
                  <a:pt x="915467" y="1652292"/>
                </a:lnTo>
                <a:lnTo>
                  <a:pt x="960246" y="1639316"/>
                </a:lnTo>
                <a:lnTo>
                  <a:pt x="961771" y="1638553"/>
                </a:lnTo>
                <a:lnTo>
                  <a:pt x="963421" y="1638553"/>
                </a:lnTo>
                <a:lnTo>
                  <a:pt x="964946" y="1637792"/>
                </a:lnTo>
                <a:lnTo>
                  <a:pt x="1010224" y="1620535"/>
                </a:lnTo>
                <a:lnTo>
                  <a:pt x="1054025" y="1600510"/>
                </a:lnTo>
                <a:lnTo>
                  <a:pt x="1096218" y="1577833"/>
                </a:lnTo>
                <a:lnTo>
                  <a:pt x="1136674" y="1552621"/>
                </a:lnTo>
                <a:lnTo>
                  <a:pt x="1175262" y="1524990"/>
                </a:lnTo>
                <a:lnTo>
                  <a:pt x="1211852" y="1495058"/>
                </a:lnTo>
                <a:lnTo>
                  <a:pt x="1246315" y="1462940"/>
                </a:lnTo>
                <a:lnTo>
                  <a:pt x="1278520" y="1428755"/>
                </a:lnTo>
                <a:lnTo>
                  <a:pt x="1308338" y="1392618"/>
                </a:lnTo>
                <a:lnTo>
                  <a:pt x="1335637" y="1354647"/>
                </a:lnTo>
                <a:lnTo>
                  <a:pt x="1360290" y="1314958"/>
                </a:lnTo>
                <a:lnTo>
                  <a:pt x="1382164" y="1273668"/>
                </a:lnTo>
                <a:lnTo>
                  <a:pt x="1401131" y="1230895"/>
                </a:lnTo>
                <a:lnTo>
                  <a:pt x="1417060" y="1186754"/>
                </a:lnTo>
                <a:lnTo>
                  <a:pt x="1429821" y="1141363"/>
                </a:lnTo>
                <a:lnTo>
                  <a:pt x="1439285" y="1094838"/>
                </a:lnTo>
                <a:lnTo>
                  <a:pt x="1445321" y="1047296"/>
                </a:lnTo>
                <a:lnTo>
                  <a:pt x="1447800" y="998854"/>
                </a:lnTo>
                <a:lnTo>
                  <a:pt x="1447800" y="0"/>
                </a:lnTo>
                <a:close/>
              </a:path>
            </a:pathLst>
          </a:custGeom>
          <a:solidFill>
            <a:srgbClr val="9FC3D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44" name="Google Shape;144;p8"/>
          <p:cNvSpPr txBox="1"/>
          <p:nvPr/>
        </p:nvSpPr>
        <p:spPr>
          <a:xfrm>
            <a:off x="16435451" y="353948"/>
            <a:ext cx="428625" cy="87249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s-GT" sz="5550">
                <a:latin typeface="Arial Black"/>
                <a:ea typeface="Arial Black"/>
                <a:cs typeface="Arial Black"/>
                <a:sym typeface="Arial Black"/>
              </a:rPr>
              <a:t>9</a:t>
            </a:r>
            <a:endParaRPr sz="5550">
              <a:latin typeface="Arial Black"/>
              <a:ea typeface="Arial Black"/>
              <a:cs typeface="Arial Black"/>
              <a:sym typeface="Arial Black"/>
            </a:endParaRPr>
          </a:p>
        </p:txBody>
      </p:sp>
      <p:sp>
        <p:nvSpPr>
          <p:cNvPr id="145" name="Google Shape;145;p8"/>
          <p:cNvSpPr/>
          <p:nvPr/>
        </p:nvSpPr>
        <p:spPr>
          <a:xfrm>
            <a:off x="67709" y="133724"/>
            <a:ext cx="4617085" cy="1607820"/>
          </a:xfrm>
          <a:custGeom>
            <a:rect b="b" l="l" r="r" t="t"/>
            <a:pathLst>
              <a:path extrusionOk="0" h="1607820" w="4617085">
                <a:moveTo>
                  <a:pt x="29377" y="41823"/>
                </a:moveTo>
                <a:lnTo>
                  <a:pt x="17935" y="44133"/>
                </a:lnTo>
                <a:lnTo>
                  <a:pt x="8598" y="50431"/>
                </a:lnTo>
                <a:lnTo>
                  <a:pt x="2306" y="59771"/>
                </a:lnTo>
                <a:lnTo>
                  <a:pt x="0" y="71203"/>
                </a:lnTo>
                <a:lnTo>
                  <a:pt x="2306" y="82609"/>
                </a:lnTo>
                <a:lnTo>
                  <a:pt x="8598" y="91935"/>
                </a:lnTo>
                <a:lnTo>
                  <a:pt x="17935" y="98229"/>
                </a:lnTo>
                <a:lnTo>
                  <a:pt x="29377" y="100538"/>
                </a:lnTo>
                <a:lnTo>
                  <a:pt x="40793" y="98229"/>
                </a:lnTo>
                <a:lnTo>
                  <a:pt x="50117" y="91935"/>
                </a:lnTo>
                <a:lnTo>
                  <a:pt x="56404" y="82609"/>
                </a:lnTo>
                <a:lnTo>
                  <a:pt x="58709" y="71203"/>
                </a:lnTo>
                <a:lnTo>
                  <a:pt x="56404" y="59771"/>
                </a:lnTo>
                <a:lnTo>
                  <a:pt x="50117" y="50431"/>
                </a:lnTo>
                <a:lnTo>
                  <a:pt x="40793" y="44133"/>
                </a:lnTo>
                <a:lnTo>
                  <a:pt x="29377" y="41823"/>
                </a:lnTo>
                <a:close/>
              </a:path>
              <a:path extrusionOk="0" h="1607820" w="4617085">
                <a:moveTo>
                  <a:pt x="331969" y="38498"/>
                </a:moveTo>
                <a:lnTo>
                  <a:pt x="319222" y="41069"/>
                </a:lnTo>
                <a:lnTo>
                  <a:pt x="308812" y="48078"/>
                </a:lnTo>
                <a:lnTo>
                  <a:pt x="301792" y="58474"/>
                </a:lnTo>
                <a:lnTo>
                  <a:pt x="299218" y="71203"/>
                </a:lnTo>
                <a:lnTo>
                  <a:pt x="301792" y="83932"/>
                </a:lnTo>
                <a:lnTo>
                  <a:pt x="308812" y="94328"/>
                </a:lnTo>
                <a:lnTo>
                  <a:pt x="319222" y="101337"/>
                </a:lnTo>
                <a:lnTo>
                  <a:pt x="331969" y="103908"/>
                </a:lnTo>
                <a:lnTo>
                  <a:pt x="344691" y="101337"/>
                </a:lnTo>
                <a:lnTo>
                  <a:pt x="355088" y="94328"/>
                </a:lnTo>
                <a:lnTo>
                  <a:pt x="362103" y="83932"/>
                </a:lnTo>
                <a:lnTo>
                  <a:pt x="364676" y="71203"/>
                </a:lnTo>
                <a:lnTo>
                  <a:pt x="362103" y="58474"/>
                </a:lnTo>
                <a:lnTo>
                  <a:pt x="355088" y="48079"/>
                </a:lnTo>
                <a:lnTo>
                  <a:pt x="344691" y="41069"/>
                </a:lnTo>
                <a:lnTo>
                  <a:pt x="331969" y="38498"/>
                </a:lnTo>
                <a:close/>
              </a:path>
              <a:path extrusionOk="0" h="1607820" w="4617085">
                <a:moveTo>
                  <a:pt x="634562" y="35983"/>
                </a:moveTo>
                <a:lnTo>
                  <a:pt x="620833" y="38751"/>
                </a:lnTo>
                <a:lnTo>
                  <a:pt x="609622" y="46298"/>
                </a:lnTo>
                <a:lnTo>
                  <a:pt x="602063" y="57494"/>
                </a:lnTo>
                <a:lnTo>
                  <a:pt x="599291" y="71203"/>
                </a:lnTo>
                <a:lnTo>
                  <a:pt x="602063" y="84913"/>
                </a:lnTo>
                <a:lnTo>
                  <a:pt x="609622" y="96108"/>
                </a:lnTo>
                <a:lnTo>
                  <a:pt x="620833" y="103656"/>
                </a:lnTo>
                <a:lnTo>
                  <a:pt x="634562" y="106423"/>
                </a:lnTo>
                <a:lnTo>
                  <a:pt x="648265" y="103656"/>
                </a:lnTo>
                <a:lnTo>
                  <a:pt x="659463" y="96108"/>
                </a:lnTo>
                <a:lnTo>
                  <a:pt x="667017" y="84913"/>
                </a:lnTo>
                <a:lnTo>
                  <a:pt x="669788" y="71203"/>
                </a:lnTo>
                <a:lnTo>
                  <a:pt x="667017" y="57494"/>
                </a:lnTo>
                <a:lnTo>
                  <a:pt x="659463" y="46298"/>
                </a:lnTo>
                <a:lnTo>
                  <a:pt x="648265" y="38751"/>
                </a:lnTo>
                <a:lnTo>
                  <a:pt x="634562" y="35983"/>
                </a:lnTo>
                <a:close/>
              </a:path>
              <a:path extrusionOk="0" h="1607820" w="4617085">
                <a:moveTo>
                  <a:pt x="937110" y="33467"/>
                </a:moveTo>
                <a:lnTo>
                  <a:pt x="922424" y="36432"/>
                </a:lnTo>
                <a:lnTo>
                  <a:pt x="910426" y="44518"/>
                </a:lnTo>
                <a:lnTo>
                  <a:pt x="902333" y="56513"/>
                </a:lnTo>
                <a:lnTo>
                  <a:pt x="899364" y="71203"/>
                </a:lnTo>
                <a:lnTo>
                  <a:pt x="902333" y="85893"/>
                </a:lnTo>
                <a:lnTo>
                  <a:pt x="910426" y="97888"/>
                </a:lnTo>
                <a:lnTo>
                  <a:pt x="922424" y="105974"/>
                </a:lnTo>
                <a:lnTo>
                  <a:pt x="937110" y="108939"/>
                </a:lnTo>
                <a:lnTo>
                  <a:pt x="951821" y="105974"/>
                </a:lnTo>
                <a:lnTo>
                  <a:pt x="963833" y="97888"/>
                </a:lnTo>
                <a:lnTo>
                  <a:pt x="971931" y="85893"/>
                </a:lnTo>
                <a:lnTo>
                  <a:pt x="974900" y="71203"/>
                </a:lnTo>
                <a:lnTo>
                  <a:pt x="971931" y="56513"/>
                </a:lnTo>
                <a:lnTo>
                  <a:pt x="963833" y="44518"/>
                </a:lnTo>
                <a:lnTo>
                  <a:pt x="951821" y="36432"/>
                </a:lnTo>
                <a:lnTo>
                  <a:pt x="937110" y="33467"/>
                </a:lnTo>
                <a:close/>
              </a:path>
              <a:path extrusionOk="0" h="1607820" w="4617085">
                <a:moveTo>
                  <a:pt x="1239702" y="30098"/>
                </a:moveTo>
                <a:lnTo>
                  <a:pt x="1223718" y="33330"/>
                </a:lnTo>
                <a:lnTo>
                  <a:pt x="1210662" y="42143"/>
                </a:lnTo>
                <a:lnTo>
                  <a:pt x="1201857" y="55210"/>
                </a:lnTo>
                <a:lnTo>
                  <a:pt x="1198628" y="71203"/>
                </a:lnTo>
                <a:lnTo>
                  <a:pt x="1201857" y="87197"/>
                </a:lnTo>
                <a:lnTo>
                  <a:pt x="1210662" y="100263"/>
                </a:lnTo>
                <a:lnTo>
                  <a:pt x="1223718" y="109076"/>
                </a:lnTo>
                <a:lnTo>
                  <a:pt x="1239702" y="112309"/>
                </a:lnTo>
                <a:lnTo>
                  <a:pt x="1255719" y="109076"/>
                </a:lnTo>
                <a:lnTo>
                  <a:pt x="1268804" y="100263"/>
                </a:lnTo>
                <a:lnTo>
                  <a:pt x="1277629" y="87197"/>
                </a:lnTo>
                <a:lnTo>
                  <a:pt x="1280867" y="71203"/>
                </a:lnTo>
                <a:lnTo>
                  <a:pt x="1277629" y="55210"/>
                </a:lnTo>
                <a:lnTo>
                  <a:pt x="1268804" y="42143"/>
                </a:lnTo>
                <a:lnTo>
                  <a:pt x="1255719" y="33330"/>
                </a:lnTo>
                <a:lnTo>
                  <a:pt x="1239702" y="30098"/>
                </a:lnTo>
                <a:close/>
              </a:path>
              <a:path extrusionOk="0" h="1607820" w="4617085">
                <a:moveTo>
                  <a:pt x="1542295" y="27627"/>
                </a:moveTo>
                <a:lnTo>
                  <a:pt x="1525329" y="31056"/>
                </a:lnTo>
                <a:lnTo>
                  <a:pt x="1511472" y="40402"/>
                </a:lnTo>
                <a:lnTo>
                  <a:pt x="1502128" y="54255"/>
                </a:lnTo>
                <a:lnTo>
                  <a:pt x="1498701" y="71203"/>
                </a:lnTo>
                <a:lnTo>
                  <a:pt x="1502128" y="88177"/>
                </a:lnTo>
                <a:lnTo>
                  <a:pt x="1511472" y="102043"/>
                </a:lnTo>
                <a:lnTo>
                  <a:pt x="1525329" y="111395"/>
                </a:lnTo>
                <a:lnTo>
                  <a:pt x="1542295" y="114824"/>
                </a:lnTo>
                <a:lnTo>
                  <a:pt x="1559286" y="111395"/>
                </a:lnTo>
                <a:lnTo>
                  <a:pt x="1573157" y="102044"/>
                </a:lnTo>
                <a:lnTo>
                  <a:pt x="1582506" y="88177"/>
                </a:lnTo>
                <a:lnTo>
                  <a:pt x="1585933" y="71203"/>
                </a:lnTo>
                <a:lnTo>
                  <a:pt x="1582506" y="54255"/>
                </a:lnTo>
                <a:lnTo>
                  <a:pt x="1573157" y="40402"/>
                </a:lnTo>
                <a:lnTo>
                  <a:pt x="1559286" y="31056"/>
                </a:lnTo>
                <a:lnTo>
                  <a:pt x="1542295" y="27627"/>
                </a:lnTo>
                <a:close/>
              </a:path>
              <a:path extrusionOk="0" h="1607820" w="4617085">
                <a:moveTo>
                  <a:pt x="1844887" y="25111"/>
                </a:moveTo>
                <a:lnTo>
                  <a:pt x="1826939" y="28738"/>
                </a:lnTo>
                <a:lnTo>
                  <a:pt x="1812282" y="38622"/>
                </a:lnTo>
                <a:lnTo>
                  <a:pt x="1802398" y="53275"/>
                </a:lnTo>
                <a:lnTo>
                  <a:pt x="1798774" y="71203"/>
                </a:lnTo>
                <a:lnTo>
                  <a:pt x="1802398" y="89158"/>
                </a:lnTo>
                <a:lnTo>
                  <a:pt x="1812282" y="103824"/>
                </a:lnTo>
                <a:lnTo>
                  <a:pt x="1826939" y="113713"/>
                </a:lnTo>
                <a:lnTo>
                  <a:pt x="1844887" y="117340"/>
                </a:lnTo>
                <a:lnTo>
                  <a:pt x="1862861" y="113713"/>
                </a:lnTo>
                <a:lnTo>
                  <a:pt x="1877532" y="103824"/>
                </a:lnTo>
                <a:lnTo>
                  <a:pt x="1887420" y="89158"/>
                </a:lnTo>
                <a:lnTo>
                  <a:pt x="1891045" y="71203"/>
                </a:lnTo>
                <a:lnTo>
                  <a:pt x="1887420" y="53275"/>
                </a:lnTo>
                <a:lnTo>
                  <a:pt x="1877532" y="38622"/>
                </a:lnTo>
                <a:lnTo>
                  <a:pt x="1862861" y="28738"/>
                </a:lnTo>
                <a:lnTo>
                  <a:pt x="1844887" y="25111"/>
                </a:lnTo>
                <a:close/>
              </a:path>
              <a:path extrusionOk="0" h="1607820" w="4617085">
                <a:moveTo>
                  <a:pt x="2147480" y="22596"/>
                </a:moveTo>
                <a:lnTo>
                  <a:pt x="2128550" y="26419"/>
                </a:lnTo>
                <a:lnTo>
                  <a:pt x="2113092" y="36842"/>
                </a:lnTo>
                <a:lnTo>
                  <a:pt x="2102669" y="52294"/>
                </a:lnTo>
                <a:lnTo>
                  <a:pt x="2098847" y="71203"/>
                </a:lnTo>
                <a:lnTo>
                  <a:pt x="2102669" y="90139"/>
                </a:lnTo>
                <a:lnTo>
                  <a:pt x="2113092" y="105604"/>
                </a:lnTo>
                <a:lnTo>
                  <a:pt x="2128550" y="116032"/>
                </a:lnTo>
                <a:lnTo>
                  <a:pt x="2147480" y="119856"/>
                </a:lnTo>
                <a:lnTo>
                  <a:pt x="2166442" y="116032"/>
                </a:lnTo>
                <a:lnTo>
                  <a:pt x="2181930" y="105604"/>
                </a:lnTo>
                <a:lnTo>
                  <a:pt x="2192372" y="90139"/>
                </a:lnTo>
                <a:lnTo>
                  <a:pt x="2196202" y="71203"/>
                </a:lnTo>
                <a:lnTo>
                  <a:pt x="2192372" y="52294"/>
                </a:lnTo>
                <a:lnTo>
                  <a:pt x="2181930" y="36842"/>
                </a:lnTo>
                <a:lnTo>
                  <a:pt x="2166442" y="26419"/>
                </a:lnTo>
                <a:lnTo>
                  <a:pt x="2147480" y="22596"/>
                </a:lnTo>
                <a:close/>
              </a:path>
              <a:path extrusionOk="0" h="1607820" w="4617085">
                <a:moveTo>
                  <a:pt x="2450072" y="20080"/>
                </a:moveTo>
                <a:lnTo>
                  <a:pt x="2430160" y="24094"/>
                </a:lnTo>
                <a:lnTo>
                  <a:pt x="2413901" y="35045"/>
                </a:lnTo>
                <a:lnTo>
                  <a:pt x="2402940" y="51294"/>
                </a:lnTo>
                <a:lnTo>
                  <a:pt x="2398920" y="71203"/>
                </a:lnTo>
                <a:lnTo>
                  <a:pt x="2402940" y="91119"/>
                </a:lnTo>
                <a:lnTo>
                  <a:pt x="2413901" y="107384"/>
                </a:lnTo>
                <a:lnTo>
                  <a:pt x="2430160" y="118350"/>
                </a:lnTo>
                <a:lnTo>
                  <a:pt x="2450072" y="122372"/>
                </a:lnTo>
                <a:lnTo>
                  <a:pt x="2470017" y="118350"/>
                </a:lnTo>
                <a:lnTo>
                  <a:pt x="2486305" y="107384"/>
                </a:lnTo>
                <a:lnTo>
                  <a:pt x="2497287" y="91119"/>
                </a:lnTo>
                <a:lnTo>
                  <a:pt x="2501314" y="71203"/>
                </a:lnTo>
                <a:lnTo>
                  <a:pt x="2497287" y="51294"/>
                </a:lnTo>
                <a:lnTo>
                  <a:pt x="2486305" y="35045"/>
                </a:lnTo>
                <a:lnTo>
                  <a:pt x="2470017" y="24094"/>
                </a:lnTo>
                <a:lnTo>
                  <a:pt x="2450072" y="20080"/>
                </a:lnTo>
                <a:close/>
              </a:path>
              <a:path extrusionOk="0" h="1607820" w="4617085">
                <a:moveTo>
                  <a:pt x="2752665" y="16756"/>
                </a:moveTo>
                <a:lnTo>
                  <a:pt x="2731448" y="21038"/>
                </a:lnTo>
                <a:lnTo>
                  <a:pt x="2714115" y="32715"/>
                </a:lnTo>
                <a:lnTo>
                  <a:pt x="2702426" y="50036"/>
                </a:lnTo>
                <a:lnTo>
                  <a:pt x="2698139" y="71248"/>
                </a:lnTo>
                <a:lnTo>
                  <a:pt x="2702426" y="92442"/>
                </a:lnTo>
                <a:lnTo>
                  <a:pt x="2714115" y="109765"/>
                </a:lnTo>
                <a:lnTo>
                  <a:pt x="2731448" y="121453"/>
                </a:lnTo>
                <a:lnTo>
                  <a:pt x="2752665" y="125741"/>
                </a:lnTo>
                <a:lnTo>
                  <a:pt x="2773908" y="121453"/>
                </a:lnTo>
                <a:lnTo>
                  <a:pt x="2791253" y="109765"/>
                </a:lnTo>
                <a:lnTo>
                  <a:pt x="2802948" y="92442"/>
                </a:lnTo>
                <a:lnTo>
                  <a:pt x="2807236" y="71248"/>
                </a:lnTo>
                <a:lnTo>
                  <a:pt x="2802948" y="50036"/>
                </a:lnTo>
                <a:lnTo>
                  <a:pt x="2791253" y="32715"/>
                </a:lnTo>
                <a:lnTo>
                  <a:pt x="2773908" y="21038"/>
                </a:lnTo>
                <a:lnTo>
                  <a:pt x="2752665" y="16756"/>
                </a:lnTo>
                <a:close/>
              </a:path>
              <a:path extrusionOk="0" h="1607820" w="4617085">
                <a:moveTo>
                  <a:pt x="3055302" y="14240"/>
                </a:moveTo>
                <a:lnTo>
                  <a:pt x="3033103" y="18719"/>
                </a:lnTo>
                <a:lnTo>
                  <a:pt x="3014970" y="30935"/>
                </a:lnTo>
                <a:lnTo>
                  <a:pt x="3002742" y="49055"/>
                </a:lnTo>
                <a:lnTo>
                  <a:pt x="2998257" y="71248"/>
                </a:lnTo>
                <a:lnTo>
                  <a:pt x="3002742" y="93423"/>
                </a:lnTo>
                <a:lnTo>
                  <a:pt x="3014970" y="111545"/>
                </a:lnTo>
                <a:lnTo>
                  <a:pt x="3033103" y="123771"/>
                </a:lnTo>
                <a:lnTo>
                  <a:pt x="3055302" y="128257"/>
                </a:lnTo>
                <a:lnTo>
                  <a:pt x="3077520" y="123771"/>
                </a:lnTo>
                <a:lnTo>
                  <a:pt x="3095651" y="111545"/>
                </a:lnTo>
                <a:lnTo>
                  <a:pt x="3107869" y="93423"/>
                </a:lnTo>
                <a:lnTo>
                  <a:pt x="3112348" y="71248"/>
                </a:lnTo>
                <a:lnTo>
                  <a:pt x="3107863" y="49055"/>
                </a:lnTo>
                <a:lnTo>
                  <a:pt x="3095634" y="30935"/>
                </a:lnTo>
                <a:lnTo>
                  <a:pt x="3077501" y="18719"/>
                </a:lnTo>
                <a:lnTo>
                  <a:pt x="3055302" y="14240"/>
                </a:lnTo>
                <a:close/>
              </a:path>
              <a:path extrusionOk="0" h="1607820" w="4617085">
                <a:moveTo>
                  <a:pt x="3357895" y="11724"/>
                </a:moveTo>
                <a:lnTo>
                  <a:pt x="3334714" y="16401"/>
                </a:lnTo>
                <a:lnTo>
                  <a:pt x="3315780" y="29155"/>
                </a:lnTo>
                <a:lnTo>
                  <a:pt x="3303012" y="48075"/>
                </a:lnTo>
                <a:lnTo>
                  <a:pt x="3298330" y="71249"/>
                </a:lnTo>
                <a:lnTo>
                  <a:pt x="3303012" y="94403"/>
                </a:lnTo>
                <a:lnTo>
                  <a:pt x="3315780" y="113325"/>
                </a:lnTo>
                <a:lnTo>
                  <a:pt x="3334714" y="126090"/>
                </a:lnTo>
                <a:lnTo>
                  <a:pt x="3357895" y="130773"/>
                </a:lnTo>
                <a:lnTo>
                  <a:pt x="3381076" y="126090"/>
                </a:lnTo>
                <a:lnTo>
                  <a:pt x="3400009" y="113325"/>
                </a:lnTo>
                <a:lnTo>
                  <a:pt x="3412777" y="94403"/>
                </a:lnTo>
                <a:lnTo>
                  <a:pt x="3417459" y="71249"/>
                </a:lnTo>
                <a:lnTo>
                  <a:pt x="3412777" y="48075"/>
                </a:lnTo>
                <a:lnTo>
                  <a:pt x="3400009" y="29155"/>
                </a:lnTo>
                <a:lnTo>
                  <a:pt x="3381076" y="16401"/>
                </a:lnTo>
                <a:lnTo>
                  <a:pt x="3357895" y="11724"/>
                </a:lnTo>
                <a:close/>
              </a:path>
              <a:path extrusionOk="0" h="1607820" w="4617085">
                <a:moveTo>
                  <a:pt x="3660487" y="7547"/>
                </a:moveTo>
                <a:lnTo>
                  <a:pt x="3635665" y="12553"/>
                </a:lnTo>
                <a:lnTo>
                  <a:pt x="3615403" y="26207"/>
                </a:lnTo>
                <a:lnTo>
                  <a:pt x="3601746" y="46456"/>
                </a:lnTo>
                <a:lnTo>
                  <a:pt x="3596738" y="71249"/>
                </a:lnTo>
                <a:lnTo>
                  <a:pt x="3601746" y="96042"/>
                </a:lnTo>
                <a:lnTo>
                  <a:pt x="3615403" y="116290"/>
                </a:lnTo>
                <a:lnTo>
                  <a:pt x="3635665" y="129944"/>
                </a:lnTo>
                <a:lnTo>
                  <a:pt x="3660487" y="134951"/>
                </a:lnTo>
                <a:lnTo>
                  <a:pt x="3685290" y="129944"/>
                </a:lnTo>
                <a:lnTo>
                  <a:pt x="3705554" y="116290"/>
                </a:lnTo>
                <a:lnTo>
                  <a:pt x="3719222" y="96042"/>
                </a:lnTo>
                <a:lnTo>
                  <a:pt x="3724236" y="71249"/>
                </a:lnTo>
                <a:lnTo>
                  <a:pt x="3719222" y="46456"/>
                </a:lnTo>
                <a:lnTo>
                  <a:pt x="3705554" y="26207"/>
                </a:lnTo>
                <a:lnTo>
                  <a:pt x="3685290" y="12553"/>
                </a:lnTo>
                <a:lnTo>
                  <a:pt x="3660487" y="7547"/>
                </a:lnTo>
                <a:close/>
              </a:path>
              <a:path extrusionOk="0" h="1607820" w="4617085">
                <a:moveTo>
                  <a:pt x="3963080" y="4177"/>
                </a:moveTo>
                <a:lnTo>
                  <a:pt x="3936953" y="9452"/>
                </a:lnTo>
                <a:lnTo>
                  <a:pt x="3915617" y="23832"/>
                </a:lnTo>
                <a:lnTo>
                  <a:pt x="3901232" y="45152"/>
                </a:lnTo>
                <a:lnTo>
                  <a:pt x="3895957" y="71249"/>
                </a:lnTo>
                <a:lnTo>
                  <a:pt x="3901232" y="97364"/>
                </a:lnTo>
                <a:lnTo>
                  <a:pt x="3915617" y="118683"/>
                </a:lnTo>
                <a:lnTo>
                  <a:pt x="3936953" y="133052"/>
                </a:lnTo>
                <a:lnTo>
                  <a:pt x="3963080" y="138320"/>
                </a:lnTo>
                <a:lnTo>
                  <a:pt x="3989207" y="133052"/>
                </a:lnTo>
                <a:lnTo>
                  <a:pt x="4010543" y="118683"/>
                </a:lnTo>
                <a:lnTo>
                  <a:pt x="4024928" y="97364"/>
                </a:lnTo>
                <a:lnTo>
                  <a:pt x="4030202" y="71249"/>
                </a:lnTo>
                <a:lnTo>
                  <a:pt x="4024928" y="45152"/>
                </a:lnTo>
                <a:lnTo>
                  <a:pt x="4010542" y="23832"/>
                </a:lnTo>
                <a:lnTo>
                  <a:pt x="3989207" y="9452"/>
                </a:lnTo>
                <a:lnTo>
                  <a:pt x="3963080" y="4177"/>
                </a:lnTo>
                <a:close/>
              </a:path>
              <a:path extrusionOk="0" h="1607820" w="4617085">
                <a:moveTo>
                  <a:pt x="4265672" y="0"/>
                </a:moveTo>
                <a:lnTo>
                  <a:pt x="4237904" y="5598"/>
                </a:lnTo>
                <a:lnTo>
                  <a:pt x="4215240" y="20867"/>
                </a:lnTo>
                <a:lnTo>
                  <a:pt x="4199965" y="43514"/>
                </a:lnTo>
                <a:lnTo>
                  <a:pt x="4194365" y="71249"/>
                </a:lnTo>
                <a:lnTo>
                  <a:pt x="4199965" y="99003"/>
                </a:lnTo>
                <a:lnTo>
                  <a:pt x="4215240" y="121648"/>
                </a:lnTo>
                <a:lnTo>
                  <a:pt x="4237904" y="136906"/>
                </a:lnTo>
                <a:lnTo>
                  <a:pt x="4265672" y="142498"/>
                </a:lnTo>
                <a:lnTo>
                  <a:pt x="4293428" y="136906"/>
                </a:lnTo>
                <a:lnTo>
                  <a:pt x="4316110" y="121648"/>
                </a:lnTo>
                <a:lnTo>
                  <a:pt x="4331411" y="99003"/>
                </a:lnTo>
                <a:lnTo>
                  <a:pt x="4337024" y="71249"/>
                </a:lnTo>
                <a:lnTo>
                  <a:pt x="4331411" y="43514"/>
                </a:lnTo>
                <a:lnTo>
                  <a:pt x="4316110" y="20867"/>
                </a:lnTo>
                <a:lnTo>
                  <a:pt x="4293428" y="5598"/>
                </a:lnTo>
                <a:lnTo>
                  <a:pt x="4265672" y="0"/>
                </a:lnTo>
                <a:close/>
              </a:path>
              <a:path extrusionOk="0" h="1607820" w="4617085">
                <a:moveTo>
                  <a:pt x="4568265" y="22641"/>
                </a:moveTo>
                <a:lnTo>
                  <a:pt x="4549309" y="26458"/>
                </a:lnTo>
                <a:lnTo>
                  <a:pt x="4533837" y="36871"/>
                </a:lnTo>
                <a:lnTo>
                  <a:pt x="4523410" y="52320"/>
                </a:lnTo>
                <a:lnTo>
                  <a:pt x="4519587" y="71249"/>
                </a:lnTo>
                <a:lnTo>
                  <a:pt x="4523410" y="90177"/>
                </a:lnTo>
                <a:lnTo>
                  <a:pt x="4533837" y="105627"/>
                </a:lnTo>
                <a:lnTo>
                  <a:pt x="4549309" y="116039"/>
                </a:lnTo>
                <a:lnTo>
                  <a:pt x="4568265" y="119856"/>
                </a:lnTo>
                <a:lnTo>
                  <a:pt x="4587201" y="116039"/>
                </a:lnTo>
                <a:lnTo>
                  <a:pt x="4602675" y="105627"/>
                </a:lnTo>
                <a:lnTo>
                  <a:pt x="4613113" y="90177"/>
                </a:lnTo>
                <a:lnTo>
                  <a:pt x="4616942" y="71249"/>
                </a:lnTo>
                <a:lnTo>
                  <a:pt x="4613113" y="52320"/>
                </a:lnTo>
                <a:lnTo>
                  <a:pt x="4602675" y="36871"/>
                </a:lnTo>
                <a:lnTo>
                  <a:pt x="4587201" y="26458"/>
                </a:lnTo>
                <a:lnTo>
                  <a:pt x="4568265" y="22641"/>
                </a:lnTo>
                <a:close/>
              </a:path>
              <a:path extrusionOk="0" h="1607820" w="4617085">
                <a:moveTo>
                  <a:pt x="29377" y="344295"/>
                </a:moveTo>
                <a:lnTo>
                  <a:pt x="17935" y="346598"/>
                </a:lnTo>
                <a:lnTo>
                  <a:pt x="8598" y="352881"/>
                </a:lnTo>
                <a:lnTo>
                  <a:pt x="2306" y="362205"/>
                </a:lnTo>
                <a:lnTo>
                  <a:pt x="0" y="373630"/>
                </a:lnTo>
                <a:lnTo>
                  <a:pt x="2306" y="385056"/>
                </a:lnTo>
                <a:lnTo>
                  <a:pt x="8598" y="394379"/>
                </a:lnTo>
                <a:lnTo>
                  <a:pt x="17935" y="400663"/>
                </a:lnTo>
                <a:lnTo>
                  <a:pt x="29377" y="402966"/>
                </a:lnTo>
                <a:lnTo>
                  <a:pt x="40793" y="400663"/>
                </a:lnTo>
                <a:lnTo>
                  <a:pt x="50117" y="394380"/>
                </a:lnTo>
                <a:lnTo>
                  <a:pt x="56404" y="385056"/>
                </a:lnTo>
                <a:lnTo>
                  <a:pt x="58709" y="373630"/>
                </a:lnTo>
                <a:lnTo>
                  <a:pt x="56404" y="362205"/>
                </a:lnTo>
                <a:lnTo>
                  <a:pt x="50117" y="352881"/>
                </a:lnTo>
                <a:lnTo>
                  <a:pt x="40793" y="346598"/>
                </a:lnTo>
                <a:lnTo>
                  <a:pt x="29377" y="344295"/>
                </a:lnTo>
                <a:close/>
              </a:path>
              <a:path extrusionOk="0" h="1607820" w="4617085">
                <a:moveTo>
                  <a:pt x="331970" y="340926"/>
                </a:moveTo>
                <a:lnTo>
                  <a:pt x="319222" y="343496"/>
                </a:lnTo>
                <a:lnTo>
                  <a:pt x="308812" y="350506"/>
                </a:lnTo>
                <a:lnTo>
                  <a:pt x="301792" y="360901"/>
                </a:lnTo>
                <a:lnTo>
                  <a:pt x="299218" y="373630"/>
                </a:lnTo>
                <a:lnTo>
                  <a:pt x="301792" y="386359"/>
                </a:lnTo>
                <a:lnTo>
                  <a:pt x="308812" y="396755"/>
                </a:lnTo>
                <a:lnTo>
                  <a:pt x="319222" y="403764"/>
                </a:lnTo>
                <a:lnTo>
                  <a:pt x="331970" y="406335"/>
                </a:lnTo>
                <a:lnTo>
                  <a:pt x="344691" y="403764"/>
                </a:lnTo>
                <a:lnTo>
                  <a:pt x="355088" y="396755"/>
                </a:lnTo>
                <a:lnTo>
                  <a:pt x="362103" y="386359"/>
                </a:lnTo>
                <a:lnTo>
                  <a:pt x="364676" y="373630"/>
                </a:lnTo>
                <a:lnTo>
                  <a:pt x="362103" y="360901"/>
                </a:lnTo>
                <a:lnTo>
                  <a:pt x="355088" y="350506"/>
                </a:lnTo>
                <a:lnTo>
                  <a:pt x="344691" y="343496"/>
                </a:lnTo>
                <a:lnTo>
                  <a:pt x="331970" y="340926"/>
                </a:lnTo>
                <a:close/>
              </a:path>
              <a:path extrusionOk="0" h="1607820" w="4617085">
                <a:moveTo>
                  <a:pt x="634562" y="338455"/>
                </a:moveTo>
                <a:lnTo>
                  <a:pt x="620833" y="341223"/>
                </a:lnTo>
                <a:lnTo>
                  <a:pt x="609622" y="348771"/>
                </a:lnTo>
                <a:lnTo>
                  <a:pt x="602063" y="359966"/>
                </a:lnTo>
                <a:lnTo>
                  <a:pt x="599291" y="373675"/>
                </a:lnTo>
                <a:lnTo>
                  <a:pt x="602063" y="387359"/>
                </a:lnTo>
                <a:lnTo>
                  <a:pt x="609622" y="398541"/>
                </a:lnTo>
                <a:lnTo>
                  <a:pt x="620833" y="406084"/>
                </a:lnTo>
                <a:lnTo>
                  <a:pt x="634562" y="408851"/>
                </a:lnTo>
                <a:lnTo>
                  <a:pt x="648265" y="406084"/>
                </a:lnTo>
                <a:lnTo>
                  <a:pt x="659463" y="398541"/>
                </a:lnTo>
                <a:lnTo>
                  <a:pt x="667017" y="387359"/>
                </a:lnTo>
                <a:lnTo>
                  <a:pt x="669788" y="373675"/>
                </a:lnTo>
                <a:lnTo>
                  <a:pt x="667017" y="359966"/>
                </a:lnTo>
                <a:lnTo>
                  <a:pt x="659463" y="348771"/>
                </a:lnTo>
                <a:lnTo>
                  <a:pt x="648265" y="341223"/>
                </a:lnTo>
                <a:lnTo>
                  <a:pt x="634562" y="338455"/>
                </a:lnTo>
                <a:close/>
              </a:path>
              <a:path extrusionOk="0" h="1607820" w="4617085">
                <a:moveTo>
                  <a:pt x="937110" y="335939"/>
                </a:moveTo>
                <a:lnTo>
                  <a:pt x="922424" y="338904"/>
                </a:lnTo>
                <a:lnTo>
                  <a:pt x="910426" y="346991"/>
                </a:lnTo>
                <a:lnTo>
                  <a:pt x="902333" y="358985"/>
                </a:lnTo>
                <a:lnTo>
                  <a:pt x="899364" y="373675"/>
                </a:lnTo>
                <a:lnTo>
                  <a:pt x="902333" y="388340"/>
                </a:lnTo>
                <a:lnTo>
                  <a:pt x="910426" y="400321"/>
                </a:lnTo>
                <a:lnTo>
                  <a:pt x="922424" y="408402"/>
                </a:lnTo>
                <a:lnTo>
                  <a:pt x="937110" y="411366"/>
                </a:lnTo>
                <a:lnTo>
                  <a:pt x="951821" y="408402"/>
                </a:lnTo>
                <a:lnTo>
                  <a:pt x="963833" y="400321"/>
                </a:lnTo>
                <a:lnTo>
                  <a:pt x="971931" y="388340"/>
                </a:lnTo>
                <a:lnTo>
                  <a:pt x="974900" y="373675"/>
                </a:lnTo>
                <a:lnTo>
                  <a:pt x="971931" y="358985"/>
                </a:lnTo>
                <a:lnTo>
                  <a:pt x="963833" y="346991"/>
                </a:lnTo>
                <a:lnTo>
                  <a:pt x="951821" y="338904"/>
                </a:lnTo>
                <a:lnTo>
                  <a:pt x="937110" y="335939"/>
                </a:lnTo>
                <a:close/>
              </a:path>
              <a:path extrusionOk="0" h="1607820" w="4617085">
                <a:moveTo>
                  <a:pt x="1239702" y="332570"/>
                </a:moveTo>
                <a:lnTo>
                  <a:pt x="1223718" y="335803"/>
                </a:lnTo>
                <a:lnTo>
                  <a:pt x="1210662" y="344615"/>
                </a:lnTo>
                <a:lnTo>
                  <a:pt x="1201857" y="357682"/>
                </a:lnTo>
                <a:lnTo>
                  <a:pt x="1198628" y="373675"/>
                </a:lnTo>
                <a:lnTo>
                  <a:pt x="1201857" y="389662"/>
                </a:lnTo>
                <a:lnTo>
                  <a:pt x="1210662" y="402713"/>
                </a:lnTo>
                <a:lnTo>
                  <a:pt x="1223719" y="411510"/>
                </a:lnTo>
                <a:lnTo>
                  <a:pt x="1239702" y="414736"/>
                </a:lnTo>
                <a:lnTo>
                  <a:pt x="1255719" y="411510"/>
                </a:lnTo>
                <a:lnTo>
                  <a:pt x="1268804" y="402713"/>
                </a:lnTo>
                <a:lnTo>
                  <a:pt x="1277629" y="389662"/>
                </a:lnTo>
                <a:lnTo>
                  <a:pt x="1280867" y="373675"/>
                </a:lnTo>
                <a:lnTo>
                  <a:pt x="1277629" y="357682"/>
                </a:lnTo>
                <a:lnTo>
                  <a:pt x="1268804" y="344615"/>
                </a:lnTo>
                <a:lnTo>
                  <a:pt x="1255719" y="335803"/>
                </a:lnTo>
                <a:lnTo>
                  <a:pt x="1239702" y="332570"/>
                </a:lnTo>
                <a:close/>
              </a:path>
              <a:path extrusionOk="0" h="1607820" w="4617085">
                <a:moveTo>
                  <a:pt x="1542295" y="330099"/>
                </a:moveTo>
                <a:lnTo>
                  <a:pt x="1525329" y="333522"/>
                </a:lnTo>
                <a:lnTo>
                  <a:pt x="1511472" y="342858"/>
                </a:lnTo>
                <a:lnTo>
                  <a:pt x="1502128" y="356708"/>
                </a:lnTo>
                <a:lnTo>
                  <a:pt x="1498701" y="373675"/>
                </a:lnTo>
                <a:lnTo>
                  <a:pt x="1502128" y="390643"/>
                </a:lnTo>
                <a:lnTo>
                  <a:pt x="1511472" y="404493"/>
                </a:lnTo>
                <a:lnTo>
                  <a:pt x="1525329" y="413829"/>
                </a:lnTo>
                <a:lnTo>
                  <a:pt x="1542295" y="417252"/>
                </a:lnTo>
                <a:lnTo>
                  <a:pt x="1559286" y="413829"/>
                </a:lnTo>
                <a:lnTo>
                  <a:pt x="1573157" y="404493"/>
                </a:lnTo>
                <a:lnTo>
                  <a:pt x="1582506" y="390643"/>
                </a:lnTo>
                <a:lnTo>
                  <a:pt x="1585933" y="373676"/>
                </a:lnTo>
                <a:lnTo>
                  <a:pt x="1582506" y="356708"/>
                </a:lnTo>
                <a:lnTo>
                  <a:pt x="1573157" y="342858"/>
                </a:lnTo>
                <a:lnTo>
                  <a:pt x="1559286" y="333522"/>
                </a:lnTo>
                <a:lnTo>
                  <a:pt x="1542295" y="330099"/>
                </a:lnTo>
                <a:close/>
              </a:path>
              <a:path extrusionOk="0" h="1607820" w="4617085">
                <a:moveTo>
                  <a:pt x="1844887" y="327584"/>
                </a:moveTo>
                <a:lnTo>
                  <a:pt x="1826939" y="331204"/>
                </a:lnTo>
                <a:lnTo>
                  <a:pt x="1812282" y="341078"/>
                </a:lnTo>
                <a:lnTo>
                  <a:pt x="1802398" y="355728"/>
                </a:lnTo>
                <a:lnTo>
                  <a:pt x="1798774" y="373676"/>
                </a:lnTo>
                <a:lnTo>
                  <a:pt x="1802398" y="391623"/>
                </a:lnTo>
                <a:lnTo>
                  <a:pt x="1812282" y="406273"/>
                </a:lnTo>
                <a:lnTo>
                  <a:pt x="1826940" y="416148"/>
                </a:lnTo>
                <a:lnTo>
                  <a:pt x="1844887" y="419767"/>
                </a:lnTo>
                <a:lnTo>
                  <a:pt x="1862861" y="416148"/>
                </a:lnTo>
                <a:lnTo>
                  <a:pt x="1877532" y="406273"/>
                </a:lnTo>
                <a:lnTo>
                  <a:pt x="1887420" y="391623"/>
                </a:lnTo>
                <a:lnTo>
                  <a:pt x="1891045" y="373676"/>
                </a:lnTo>
                <a:lnTo>
                  <a:pt x="1887420" y="355728"/>
                </a:lnTo>
                <a:lnTo>
                  <a:pt x="1877532" y="341078"/>
                </a:lnTo>
                <a:lnTo>
                  <a:pt x="1862861" y="331204"/>
                </a:lnTo>
                <a:lnTo>
                  <a:pt x="1844887" y="327584"/>
                </a:lnTo>
                <a:close/>
              </a:path>
              <a:path extrusionOk="0" h="1607820" w="4617085">
                <a:moveTo>
                  <a:pt x="2147480" y="325068"/>
                </a:moveTo>
                <a:lnTo>
                  <a:pt x="2128550" y="328885"/>
                </a:lnTo>
                <a:lnTo>
                  <a:pt x="2113092" y="339298"/>
                </a:lnTo>
                <a:lnTo>
                  <a:pt x="2102669" y="354747"/>
                </a:lnTo>
                <a:lnTo>
                  <a:pt x="2098847" y="373676"/>
                </a:lnTo>
                <a:lnTo>
                  <a:pt x="2102669" y="392604"/>
                </a:lnTo>
                <a:lnTo>
                  <a:pt x="2113092" y="408054"/>
                </a:lnTo>
                <a:lnTo>
                  <a:pt x="2128550" y="418466"/>
                </a:lnTo>
                <a:lnTo>
                  <a:pt x="2147480" y="422283"/>
                </a:lnTo>
                <a:lnTo>
                  <a:pt x="2166442" y="418466"/>
                </a:lnTo>
                <a:lnTo>
                  <a:pt x="2181930" y="408054"/>
                </a:lnTo>
                <a:lnTo>
                  <a:pt x="2192372" y="392604"/>
                </a:lnTo>
                <a:lnTo>
                  <a:pt x="2196202" y="373676"/>
                </a:lnTo>
                <a:lnTo>
                  <a:pt x="2192372" y="354747"/>
                </a:lnTo>
                <a:lnTo>
                  <a:pt x="2181930" y="339298"/>
                </a:lnTo>
                <a:lnTo>
                  <a:pt x="2166442" y="328885"/>
                </a:lnTo>
                <a:lnTo>
                  <a:pt x="2147480" y="325068"/>
                </a:lnTo>
                <a:close/>
              </a:path>
              <a:path extrusionOk="0" h="1607820" w="4617085">
                <a:moveTo>
                  <a:pt x="2450072" y="322552"/>
                </a:moveTo>
                <a:lnTo>
                  <a:pt x="2430160" y="326567"/>
                </a:lnTo>
                <a:lnTo>
                  <a:pt x="2413901" y="337518"/>
                </a:lnTo>
                <a:lnTo>
                  <a:pt x="2402940" y="353767"/>
                </a:lnTo>
                <a:lnTo>
                  <a:pt x="2398920" y="373676"/>
                </a:lnTo>
                <a:lnTo>
                  <a:pt x="2402940" y="393592"/>
                </a:lnTo>
                <a:lnTo>
                  <a:pt x="2413901" y="409856"/>
                </a:lnTo>
                <a:lnTo>
                  <a:pt x="2430161" y="420823"/>
                </a:lnTo>
                <a:lnTo>
                  <a:pt x="2450072" y="424844"/>
                </a:lnTo>
                <a:lnTo>
                  <a:pt x="2470017" y="420823"/>
                </a:lnTo>
                <a:lnTo>
                  <a:pt x="2486305" y="409856"/>
                </a:lnTo>
                <a:lnTo>
                  <a:pt x="2497287" y="393592"/>
                </a:lnTo>
                <a:lnTo>
                  <a:pt x="2501314" y="373676"/>
                </a:lnTo>
                <a:lnTo>
                  <a:pt x="2497287" y="353767"/>
                </a:lnTo>
                <a:lnTo>
                  <a:pt x="2486305" y="337518"/>
                </a:lnTo>
                <a:lnTo>
                  <a:pt x="2470017" y="326567"/>
                </a:lnTo>
                <a:lnTo>
                  <a:pt x="2450072" y="322552"/>
                </a:lnTo>
                <a:close/>
              </a:path>
              <a:path extrusionOk="0" h="1607820" w="4617085">
                <a:moveTo>
                  <a:pt x="2752665" y="319183"/>
                </a:moveTo>
                <a:lnTo>
                  <a:pt x="2731448" y="323471"/>
                </a:lnTo>
                <a:lnTo>
                  <a:pt x="2714115" y="335159"/>
                </a:lnTo>
                <a:lnTo>
                  <a:pt x="2702426" y="352482"/>
                </a:lnTo>
                <a:lnTo>
                  <a:pt x="2698139" y="373676"/>
                </a:lnTo>
                <a:lnTo>
                  <a:pt x="2702426" y="394888"/>
                </a:lnTo>
                <a:lnTo>
                  <a:pt x="2714115" y="412209"/>
                </a:lnTo>
                <a:lnTo>
                  <a:pt x="2731448" y="423887"/>
                </a:lnTo>
                <a:lnTo>
                  <a:pt x="2752665" y="428168"/>
                </a:lnTo>
                <a:lnTo>
                  <a:pt x="2773908" y="423887"/>
                </a:lnTo>
                <a:lnTo>
                  <a:pt x="2791254" y="412209"/>
                </a:lnTo>
                <a:lnTo>
                  <a:pt x="2802948" y="394888"/>
                </a:lnTo>
                <a:lnTo>
                  <a:pt x="2807236" y="373676"/>
                </a:lnTo>
                <a:lnTo>
                  <a:pt x="2802948" y="352482"/>
                </a:lnTo>
                <a:lnTo>
                  <a:pt x="2791253" y="335159"/>
                </a:lnTo>
                <a:lnTo>
                  <a:pt x="2773908" y="323471"/>
                </a:lnTo>
                <a:lnTo>
                  <a:pt x="2752665" y="319183"/>
                </a:lnTo>
                <a:close/>
              </a:path>
              <a:path extrusionOk="0" h="1607820" w="4617085">
                <a:moveTo>
                  <a:pt x="3055302" y="316667"/>
                </a:moveTo>
                <a:lnTo>
                  <a:pt x="3033103" y="321153"/>
                </a:lnTo>
                <a:lnTo>
                  <a:pt x="3014970" y="333379"/>
                </a:lnTo>
                <a:lnTo>
                  <a:pt x="3002742" y="351502"/>
                </a:lnTo>
                <a:lnTo>
                  <a:pt x="2998257" y="373676"/>
                </a:lnTo>
                <a:lnTo>
                  <a:pt x="3002742" y="395869"/>
                </a:lnTo>
                <a:lnTo>
                  <a:pt x="3014970" y="413989"/>
                </a:lnTo>
                <a:lnTo>
                  <a:pt x="3033103" y="426205"/>
                </a:lnTo>
                <a:lnTo>
                  <a:pt x="3055302" y="430684"/>
                </a:lnTo>
                <a:lnTo>
                  <a:pt x="3077520" y="426205"/>
                </a:lnTo>
                <a:lnTo>
                  <a:pt x="3095651" y="413989"/>
                </a:lnTo>
                <a:lnTo>
                  <a:pt x="3107869" y="395869"/>
                </a:lnTo>
                <a:lnTo>
                  <a:pt x="3112348" y="373676"/>
                </a:lnTo>
                <a:lnTo>
                  <a:pt x="3107863" y="351502"/>
                </a:lnTo>
                <a:lnTo>
                  <a:pt x="3095634" y="333379"/>
                </a:lnTo>
                <a:lnTo>
                  <a:pt x="3077501" y="321153"/>
                </a:lnTo>
                <a:lnTo>
                  <a:pt x="3055302" y="316667"/>
                </a:lnTo>
                <a:close/>
              </a:path>
              <a:path extrusionOk="0" h="1607820" w="4617085">
                <a:moveTo>
                  <a:pt x="3357895" y="314152"/>
                </a:moveTo>
                <a:lnTo>
                  <a:pt x="3334714" y="318834"/>
                </a:lnTo>
                <a:lnTo>
                  <a:pt x="3315780" y="331599"/>
                </a:lnTo>
                <a:lnTo>
                  <a:pt x="3303012" y="350521"/>
                </a:lnTo>
                <a:lnTo>
                  <a:pt x="3298330" y="373676"/>
                </a:lnTo>
                <a:lnTo>
                  <a:pt x="3303012" y="396850"/>
                </a:lnTo>
                <a:lnTo>
                  <a:pt x="3315780" y="415769"/>
                </a:lnTo>
                <a:lnTo>
                  <a:pt x="3334714" y="428524"/>
                </a:lnTo>
                <a:lnTo>
                  <a:pt x="3357895" y="433200"/>
                </a:lnTo>
                <a:lnTo>
                  <a:pt x="3381076" y="428524"/>
                </a:lnTo>
                <a:lnTo>
                  <a:pt x="3400009" y="415769"/>
                </a:lnTo>
                <a:lnTo>
                  <a:pt x="3412777" y="396850"/>
                </a:lnTo>
                <a:lnTo>
                  <a:pt x="3417459" y="373676"/>
                </a:lnTo>
                <a:lnTo>
                  <a:pt x="3412777" y="350521"/>
                </a:lnTo>
                <a:lnTo>
                  <a:pt x="3400009" y="331599"/>
                </a:lnTo>
                <a:lnTo>
                  <a:pt x="3381076" y="318834"/>
                </a:lnTo>
                <a:lnTo>
                  <a:pt x="3357895" y="314152"/>
                </a:lnTo>
                <a:close/>
              </a:path>
              <a:path extrusionOk="0" h="1607820" w="4617085">
                <a:moveTo>
                  <a:pt x="3660487" y="310019"/>
                </a:moveTo>
                <a:lnTo>
                  <a:pt x="3635665" y="315019"/>
                </a:lnTo>
                <a:lnTo>
                  <a:pt x="3615403" y="328662"/>
                </a:lnTo>
                <a:lnTo>
                  <a:pt x="3601746" y="348909"/>
                </a:lnTo>
                <a:lnTo>
                  <a:pt x="3596738" y="373721"/>
                </a:lnTo>
                <a:lnTo>
                  <a:pt x="3601746" y="398514"/>
                </a:lnTo>
                <a:lnTo>
                  <a:pt x="3615403" y="418763"/>
                </a:lnTo>
                <a:lnTo>
                  <a:pt x="3635665" y="432416"/>
                </a:lnTo>
                <a:lnTo>
                  <a:pt x="3660487" y="437423"/>
                </a:lnTo>
                <a:lnTo>
                  <a:pt x="3685290" y="432416"/>
                </a:lnTo>
                <a:lnTo>
                  <a:pt x="3705554" y="418763"/>
                </a:lnTo>
                <a:lnTo>
                  <a:pt x="3719222" y="398514"/>
                </a:lnTo>
                <a:lnTo>
                  <a:pt x="3724236" y="373721"/>
                </a:lnTo>
                <a:lnTo>
                  <a:pt x="3719222" y="348909"/>
                </a:lnTo>
                <a:lnTo>
                  <a:pt x="3705554" y="328662"/>
                </a:lnTo>
                <a:lnTo>
                  <a:pt x="3685290" y="315019"/>
                </a:lnTo>
                <a:lnTo>
                  <a:pt x="3660487" y="310019"/>
                </a:lnTo>
                <a:close/>
              </a:path>
              <a:path extrusionOk="0" h="1607820" w="4617085">
                <a:moveTo>
                  <a:pt x="3963080" y="306650"/>
                </a:moveTo>
                <a:lnTo>
                  <a:pt x="3936953" y="311918"/>
                </a:lnTo>
                <a:lnTo>
                  <a:pt x="3915617" y="326287"/>
                </a:lnTo>
                <a:lnTo>
                  <a:pt x="3901232" y="347605"/>
                </a:lnTo>
                <a:lnTo>
                  <a:pt x="3895957" y="373721"/>
                </a:lnTo>
                <a:lnTo>
                  <a:pt x="3901232" y="399817"/>
                </a:lnTo>
                <a:lnTo>
                  <a:pt x="3915617" y="421138"/>
                </a:lnTo>
                <a:lnTo>
                  <a:pt x="3936953" y="435518"/>
                </a:lnTo>
                <a:lnTo>
                  <a:pt x="3963080" y="440792"/>
                </a:lnTo>
                <a:lnTo>
                  <a:pt x="3989207" y="435518"/>
                </a:lnTo>
                <a:lnTo>
                  <a:pt x="4010543" y="421138"/>
                </a:lnTo>
                <a:lnTo>
                  <a:pt x="4024928" y="399817"/>
                </a:lnTo>
                <a:lnTo>
                  <a:pt x="4030202" y="373721"/>
                </a:lnTo>
                <a:lnTo>
                  <a:pt x="4024928" y="347605"/>
                </a:lnTo>
                <a:lnTo>
                  <a:pt x="4010543" y="326287"/>
                </a:lnTo>
                <a:lnTo>
                  <a:pt x="3989207" y="311918"/>
                </a:lnTo>
                <a:lnTo>
                  <a:pt x="3963080" y="306650"/>
                </a:lnTo>
                <a:close/>
              </a:path>
              <a:path extrusionOk="0" h="1607820" w="4617085">
                <a:moveTo>
                  <a:pt x="4265672" y="302427"/>
                </a:moveTo>
                <a:lnTo>
                  <a:pt x="4237904" y="308026"/>
                </a:lnTo>
                <a:lnTo>
                  <a:pt x="4215240" y="323300"/>
                </a:lnTo>
                <a:lnTo>
                  <a:pt x="4199965" y="345960"/>
                </a:lnTo>
                <a:lnTo>
                  <a:pt x="4194365" y="373721"/>
                </a:lnTo>
                <a:lnTo>
                  <a:pt x="4199965" y="401456"/>
                </a:lnTo>
                <a:lnTo>
                  <a:pt x="4215240" y="424103"/>
                </a:lnTo>
                <a:lnTo>
                  <a:pt x="4237904" y="439372"/>
                </a:lnTo>
                <a:lnTo>
                  <a:pt x="4265672" y="444970"/>
                </a:lnTo>
                <a:lnTo>
                  <a:pt x="4293428" y="439372"/>
                </a:lnTo>
                <a:lnTo>
                  <a:pt x="4316110" y="424103"/>
                </a:lnTo>
                <a:lnTo>
                  <a:pt x="4331411" y="401456"/>
                </a:lnTo>
                <a:lnTo>
                  <a:pt x="4337024" y="373721"/>
                </a:lnTo>
                <a:lnTo>
                  <a:pt x="4331411" y="345960"/>
                </a:lnTo>
                <a:lnTo>
                  <a:pt x="4316110" y="323300"/>
                </a:lnTo>
                <a:lnTo>
                  <a:pt x="4293428" y="308026"/>
                </a:lnTo>
                <a:lnTo>
                  <a:pt x="4265672" y="302427"/>
                </a:lnTo>
                <a:close/>
              </a:path>
              <a:path extrusionOk="0" h="1607820" w="4617085">
                <a:moveTo>
                  <a:pt x="4568265" y="334323"/>
                </a:moveTo>
                <a:lnTo>
                  <a:pt x="4552914" y="337415"/>
                </a:lnTo>
                <a:lnTo>
                  <a:pt x="4540372" y="345851"/>
                </a:lnTo>
                <a:lnTo>
                  <a:pt x="4531913" y="358373"/>
                </a:lnTo>
                <a:lnTo>
                  <a:pt x="4528810" y="373721"/>
                </a:lnTo>
                <a:lnTo>
                  <a:pt x="4531913" y="389050"/>
                </a:lnTo>
                <a:lnTo>
                  <a:pt x="4540372" y="401574"/>
                </a:lnTo>
                <a:lnTo>
                  <a:pt x="4552914" y="410021"/>
                </a:lnTo>
                <a:lnTo>
                  <a:pt x="4568265" y="413119"/>
                </a:lnTo>
                <a:lnTo>
                  <a:pt x="4583609" y="410021"/>
                </a:lnTo>
                <a:lnTo>
                  <a:pt x="4596135" y="401574"/>
                </a:lnTo>
                <a:lnTo>
                  <a:pt x="4604579" y="389050"/>
                </a:lnTo>
                <a:lnTo>
                  <a:pt x="4607675" y="373721"/>
                </a:lnTo>
                <a:lnTo>
                  <a:pt x="4604579" y="358373"/>
                </a:lnTo>
                <a:lnTo>
                  <a:pt x="4596135" y="345851"/>
                </a:lnTo>
                <a:lnTo>
                  <a:pt x="4583609" y="337415"/>
                </a:lnTo>
                <a:lnTo>
                  <a:pt x="4568265" y="334323"/>
                </a:lnTo>
                <a:close/>
              </a:path>
              <a:path extrusionOk="0" h="1607820" w="4617085">
                <a:moveTo>
                  <a:pt x="29377" y="646767"/>
                </a:moveTo>
                <a:lnTo>
                  <a:pt x="17935" y="649070"/>
                </a:lnTo>
                <a:lnTo>
                  <a:pt x="8598" y="655353"/>
                </a:lnTo>
                <a:lnTo>
                  <a:pt x="2306" y="664677"/>
                </a:lnTo>
                <a:lnTo>
                  <a:pt x="0" y="676103"/>
                </a:lnTo>
                <a:lnTo>
                  <a:pt x="2306" y="687528"/>
                </a:lnTo>
                <a:lnTo>
                  <a:pt x="8598" y="696852"/>
                </a:lnTo>
                <a:lnTo>
                  <a:pt x="17935" y="703135"/>
                </a:lnTo>
                <a:lnTo>
                  <a:pt x="29377" y="705438"/>
                </a:lnTo>
                <a:lnTo>
                  <a:pt x="40793" y="703135"/>
                </a:lnTo>
                <a:lnTo>
                  <a:pt x="50117" y="696852"/>
                </a:lnTo>
                <a:lnTo>
                  <a:pt x="56404" y="687528"/>
                </a:lnTo>
                <a:lnTo>
                  <a:pt x="58710" y="676103"/>
                </a:lnTo>
                <a:lnTo>
                  <a:pt x="56404" y="664677"/>
                </a:lnTo>
                <a:lnTo>
                  <a:pt x="50117" y="655353"/>
                </a:lnTo>
                <a:lnTo>
                  <a:pt x="40793" y="649070"/>
                </a:lnTo>
                <a:lnTo>
                  <a:pt x="29377" y="646767"/>
                </a:lnTo>
                <a:close/>
              </a:path>
              <a:path extrusionOk="0" h="1607820" w="4617085">
                <a:moveTo>
                  <a:pt x="331970" y="643398"/>
                </a:moveTo>
                <a:lnTo>
                  <a:pt x="319222" y="645969"/>
                </a:lnTo>
                <a:lnTo>
                  <a:pt x="308812" y="652978"/>
                </a:lnTo>
                <a:lnTo>
                  <a:pt x="301792" y="663374"/>
                </a:lnTo>
                <a:lnTo>
                  <a:pt x="299218" y="676103"/>
                </a:lnTo>
                <a:lnTo>
                  <a:pt x="301792" y="688831"/>
                </a:lnTo>
                <a:lnTo>
                  <a:pt x="308812" y="699227"/>
                </a:lnTo>
                <a:lnTo>
                  <a:pt x="319222" y="706237"/>
                </a:lnTo>
                <a:lnTo>
                  <a:pt x="331970" y="708807"/>
                </a:lnTo>
                <a:lnTo>
                  <a:pt x="344691" y="706237"/>
                </a:lnTo>
                <a:lnTo>
                  <a:pt x="355088" y="699227"/>
                </a:lnTo>
                <a:lnTo>
                  <a:pt x="362103" y="688831"/>
                </a:lnTo>
                <a:lnTo>
                  <a:pt x="364676" y="676103"/>
                </a:lnTo>
                <a:lnTo>
                  <a:pt x="362103" y="663374"/>
                </a:lnTo>
                <a:lnTo>
                  <a:pt x="355088" y="652978"/>
                </a:lnTo>
                <a:lnTo>
                  <a:pt x="344691" y="645969"/>
                </a:lnTo>
                <a:lnTo>
                  <a:pt x="331970" y="643398"/>
                </a:lnTo>
                <a:close/>
              </a:path>
              <a:path extrusionOk="0" h="1607820" w="4617085">
                <a:moveTo>
                  <a:pt x="634562" y="640927"/>
                </a:moveTo>
                <a:lnTo>
                  <a:pt x="620833" y="643694"/>
                </a:lnTo>
                <a:lnTo>
                  <a:pt x="609622" y="651237"/>
                </a:lnTo>
                <a:lnTo>
                  <a:pt x="602063" y="662419"/>
                </a:lnTo>
                <a:lnTo>
                  <a:pt x="599291" y="676103"/>
                </a:lnTo>
                <a:lnTo>
                  <a:pt x="602063" y="689812"/>
                </a:lnTo>
                <a:lnTo>
                  <a:pt x="609622" y="701007"/>
                </a:lnTo>
                <a:lnTo>
                  <a:pt x="620833" y="708555"/>
                </a:lnTo>
                <a:lnTo>
                  <a:pt x="634562" y="711323"/>
                </a:lnTo>
                <a:lnTo>
                  <a:pt x="648265" y="708555"/>
                </a:lnTo>
                <a:lnTo>
                  <a:pt x="659463" y="701007"/>
                </a:lnTo>
                <a:lnTo>
                  <a:pt x="667017" y="689812"/>
                </a:lnTo>
                <a:lnTo>
                  <a:pt x="669788" y="676103"/>
                </a:lnTo>
                <a:lnTo>
                  <a:pt x="667017" y="662419"/>
                </a:lnTo>
                <a:lnTo>
                  <a:pt x="659463" y="651237"/>
                </a:lnTo>
                <a:lnTo>
                  <a:pt x="648265" y="643694"/>
                </a:lnTo>
                <a:lnTo>
                  <a:pt x="634562" y="640927"/>
                </a:lnTo>
                <a:close/>
              </a:path>
              <a:path extrusionOk="0" h="1607820" w="4617085">
                <a:moveTo>
                  <a:pt x="937110" y="638412"/>
                </a:moveTo>
                <a:lnTo>
                  <a:pt x="922424" y="641376"/>
                </a:lnTo>
                <a:lnTo>
                  <a:pt x="910426" y="649457"/>
                </a:lnTo>
                <a:lnTo>
                  <a:pt x="902333" y="661439"/>
                </a:lnTo>
                <a:lnTo>
                  <a:pt x="899364" y="676103"/>
                </a:lnTo>
                <a:lnTo>
                  <a:pt x="902333" y="690793"/>
                </a:lnTo>
                <a:lnTo>
                  <a:pt x="910426" y="702787"/>
                </a:lnTo>
                <a:lnTo>
                  <a:pt x="922424" y="710874"/>
                </a:lnTo>
                <a:lnTo>
                  <a:pt x="937110" y="713839"/>
                </a:lnTo>
                <a:lnTo>
                  <a:pt x="951821" y="710874"/>
                </a:lnTo>
                <a:lnTo>
                  <a:pt x="963833" y="702787"/>
                </a:lnTo>
                <a:lnTo>
                  <a:pt x="971931" y="690793"/>
                </a:lnTo>
                <a:lnTo>
                  <a:pt x="974900" y="676103"/>
                </a:lnTo>
                <a:lnTo>
                  <a:pt x="971931" y="661439"/>
                </a:lnTo>
                <a:lnTo>
                  <a:pt x="963833" y="649457"/>
                </a:lnTo>
                <a:lnTo>
                  <a:pt x="951821" y="641376"/>
                </a:lnTo>
                <a:lnTo>
                  <a:pt x="937110" y="638412"/>
                </a:lnTo>
                <a:close/>
              </a:path>
              <a:path extrusionOk="0" h="1607820" w="4617085">
                <a:moveTo>
                  <a:pt x="1239702" y="635042"/>
                </a:moveTo>
                <a:lnTo>
                  <a:pt x="1223719" y="638268"/>
                </a:lnTo>
                <a:lnTo>
                  <a:pt x="1210662" y="647065"/>
                </a:lnTo>
                <a:lnTo>
                  <a:pt x="1201857" y="660116"/>
                </a:lnTo>
                <a:lnTo>
                  <a:pt x="1198628" y="676103"/>
                </a:lnTo>
                <a:lnTo>
                  <a:pt x="1201857" y="692096"/>
                </a:lnTo>
                <a:lnTo>
                  <a:pt x="1210662" y="705163"/>
                </a:lnTo>
                <a:lnTo>
                  <a:pt x="1223719" y="713976"/>
                </a:lnTo>
                <a:lnTo>
                  <a:pt x="1239702" y="717208"/>
                </a:lnTo>
                <a:lnTo>
                  <a:pt x="1255719" y="713976"/>
                </a:lnTo>
                <a:lnTo>
                  <a:pt x="1268804" y="705163"/>
                </a:lnTo>
                <a:lnTo>
                  <a:pt x="1277629" y="692096"/>
                </a:lnTo>
                <a:lnTo>
                  <a:pt x="1280867" y="676103"/>
                </a:lnTo>
                <a:lnTo>
                  <a:pt x="1277629" y="660116"/>
                </a:lnTo>
                <a:lnTo>
                  <a:pt x="1268804" y="647065"/>
                </a:lnTo>
                <a:lnTo>
                  <a:pt x="1255719" y="638268"/>
                </a:lnTo>
                <a:lnTo>
                  <a:pt x="1239702" y="635042"/>
                </a:lnTo>
                <a:close/>
              </a:path>
              <a:path extrusionOk="0" h="1607820" w="4617085">
                <a:moveTo>
                  <a:pt x="1542295" y="632527"/>
                </a:moveTo>
                <a:lnTo>
                  <a:pt x="1525329" y="635956"/>
                </a:lnTo>
                <a:lnTo>
                  <a:pt x="1511472" y="645308"/>
                </a:lnTo>
                <a:lnTo>
                  <a:pt x="1502128" y="659174"/>
                </a:lnTo>
                <a:lnTo>
                  <a:pt x="1498701" y="676148"/>
                </a:lnTo>
                <a:lnTo>
                  <a:pt x="1502128" y="693096"/>
                </a:lnTo>
                <a:lnTo>
                  <a:pt x="1511472" y="706949"/>
                </a:lnTo>
                <a:lnTo>
                  <a:pt x="1525329" y="716295"/>
                </a:lnTo>
                <a:lnTo>
                  <a:pt x="1542295" y="719724"/>
                </a:lnTo>
                <a:lnTo>
                  <a:pt x="1559286" y="716295"/>
                </a:lnTo>
                <a:lnTo>
                  <a:pt x="1573157" y="706949"/>
                </a:lnTo>
                <a:lnTo>
                  <a:pt x="1582506" y="693096"/>
                </a:lnTo>
                <a:lnTo>
                  <a:pt x="1585933" y="676148"/>
                </a:lnTo>
                <a:lnTo>
                  <a:pt x="1582506" y="659174"/>
                </a:lnTo>
                <a:lnTo>
                  <a:pt x="1573157" y="645308"/>
                </a:lnTo>
                <a:lnTo>
                  <a:pt x="1559286" y="635956"/>
                </a:lnTo>
                <a:lnTo>
                  <a:pt x="1542295" y="632527"/>
                </a:lnTo>
                <a:close/>
              </a:path>
              <a:path extrusionOk="0" h="1607820" w="4617085">
                <a:moveTo>
                  <a:pt x="1844887" y="630011"/>
                </a:moveTo>
                <a:lnTo>
                  <a:pt x="1826940" y="633638"/>
                </a:lnTo>
                <a:lnTo>
                  <a:pt x="1812282" y="643527"/>
                </a:lnTo>
                <a:lnTo>
                  <a:pt x="1802398" y="658193"/>
                </a:lnTo>
                <a:lnTo>
                  <a:pt x="1798774" y="676148"/>
                </a:lnTo>
                <a:lnTo>
                  <a:pt x="1802398" y="694096"/>
                </a:lnTo>
                <a:lnTo>
                  <a:pt x="1812282" y="708746"/>
                </a:lnTo>
                <a:lnTo>
                  <a:pt x="1826940" y="718620"/>
                </a:lnTo>
                <a:lnTo>
                  <a:pt x="1844887" y="722240"/>
                </a:lnTo>
                <a:lnTo>
                  <a:pt x="1862861" y="718620"/>
                </a:lnTo>
                <a:lnTo>
                  <a:pt x="1877532" y="708746"/>
                </a:lnTo>
                <a:lnTo>
                  <a:pt x="1887420" y="694096"/>
                </a:lnTo>
                <a:lnTo>
                  <a:pt x="1891045" y="676148"/>
                </a:lnTo>
                <a:lnTo>
                  <a:pt x="1887420" y="658193"/>
                </a:lnTo>
                <a:lnTo>
                  <a:pt x="1877532" y="643527"/>
                </a:lnTo>
                <a:lnTo>
                  <a:pt x="1862861" y="633638"/>
                </a:lnTo>
                <a:lnTo>
                  <a:pt x="1844887" y="630011"/>
                </a:lnTo>
                <a:close/>
              </a:path>
              <a:path extrusionOk="0" h="1607820" w="4617085">
                <a:moveTo>
                  <a:pt x="2147480" y="627495"/>
                </a:moveTo>
                <a:lnTo>
                  <a:pt x="2128550" y="631319"/>
                </a:lnTo>
                <a:lnTo>
                  <a:pt x="2113092" y="641747"/>
                </a:lnTo>
                <a:lnTo>
                  <a:pt x="2102669" y="657212"/>
                </a:lnTo>
                <a:lnTo>
                  <a:pt x="2098847" y="676148"/>
                </a:lnTo>
                <a:lnTo>
                  <a:pt x="2102669" y="695076"/>
                </a:lnTo>
                <a:lnTo>
                  <a:pt x="2113092" y="710526"/>
                </a:lnTo>
                <a:lnTo>
                  <a:pt x="2128550" y="720938"/>
                </a:lnTo>
                <a:lnTo>
                  <a:pt x="2147480" y="724755"/>
                </a:lnTo>
                <a:lnTo>
                  <a:pt x="2166442" y="720938"/>
                </a:lnTo>
                <a:lnTo>
                  <a:pt x="2181930" y="710526"/>
                </a:lnTo>
                <a:lnTo>
                  <a:pt x="2192373" y="695076"/>
                </a:lnTo>
                <a:lnTo>
                  <a:pt x="2196202" y="676148"/>
                </a:lnTo>
                <a:lnTo>
                  <a:pt x="2192373" y="657212"/>
                </a:lnTo>
                <a:lnTo>
                  <a:pt x="2181930" y="641747"/>
                </a:lnTo>
                <a:lnTo>
                  <a:pt x="2166442" y="631319"/>
                </a:lnTo>
                <a:lnTo>
                  <a:pt x="2147480" y="627495"/>
                </a:lnTo>
                <a:close/>
              </a:path>
              <a:path extrusionOk="0" h="1607820" w="4617085">
                <a:moveTo>
                  <a:pt x="2450072" y="624980"/>
                </a:moveTo>
                <a:lnTo>
                  <a:pt x="2430161" y="629001"/>
                </a:lnTo>
                <a:lnTo>
                  <a:pt x="2413901" y="639967"/>
                </a:lnTo>
                <a:lnTo>
                  <a:pt x="2402940" y="656232"/>
                </a:lnTo>
                <a:lnTo>
                  <a:pt x="2398920" y="676148"/>
                </a:lnTo>
                <a:lnTo>
                  <a:pt x="2402940" y="696057"/>
                </a:lnTo>
                <a:lnTo>
                  <a:pt x="2413901" y="712306"/>
                </a:lnTo>
                <a:lnTo>
                  <a:pt x="2430161" y="723257"/>
                </a:lnTo>
                <a:lnTo>
                  <a:pt x="2450072" y="727271"/>
                </a:lnTo>
                <a:lnTo>
                  <a:pt x="2470017" y="723257"/>
                </a:lnTo>
                <a:lnTo>
                  <a:pt x="2486305" y="712306"/>
                </a:lnTo>
                <a:lnTo>
                  <a:pt x="2497287" y="696057"/>
                </a:lnTo>
                <a:lnTo>
                  <a:pt x="2501314" y="676148"/>
                </a:lnTo>
                <a:lnTo>
                  <a:pt x="2497287" y="656232"/>
                </a:lnTo>
                <a:lnTo>
                  <a:pt x="2486305" y="639967"/>
                </a:lnTo>
                <a:lnTo>
                  <a:pt x="2470017" y="629001"/>
                </a:lnTo>
                <a:lnTo>
                  <a:pt x="2450072" y="624980"/>
                </a:lnTo>
                <a:close/>
              </a:path>
              <a:path extrusionOk="0" h="1607820" w="4617085">
                <a:moveTo>
                  <a:pt x="2752665" y="621655"/>
                </a:moveTo>
                <a:lnTo>
                  <a:pt x="2731448" y="625937"/>
                </a:lnTo>
                <a:lnTo>
                  <a:pt x="2714115" y="637615"/>
                </a:lnTo>
                <a:lnTo>
                  <a:pt x="2702426" y="654935"/>
                </a:lnTo>
                <a:lnTo>
                  <a:pt x="2698139" y="676148"/>
                </a:lnTo>
                <a:lnTo>
                  <a:pt x="2702426" y="697360"/>
                </a:lnTo>
                <a:lnTo>
                  <a:pt x="2714115" y="714681"/>
                </a:lnTo>
                <a:lnTo>
                  <a:pt x="2731448" y="726359"/>
                </a:lnTo>
                <a:lnTo>
                  <a:pt x="2752665" y="730641"/>
                </a:lnTo>
                <a:lnTo>
                  <a:pt x="2773908" y="726359"/>
                </a:lnTo>
                <a:lnTo>
                  <a:pt x="2791254" y="714681"/>
                </a:lnTo>
                <a:lnTo>
                  <a:pt x="2802948" y="697360"/>
                </a:lnTo>
                <a:lnTo>
                  <a:pt x="2807236" y="676148"/>
                </a:lnTo>
                <a:lnTo>
                  <a:pt x="2802948" y="654935"/>
                </a:lnTo>
                <a:lnTo>
                  <a:pt x="2791254" y="637615"/>
                </a:lnTo>
                <a:lnTo>
                  <a:pt x="2773908" y="625937"/>
                </a:lnTo>
                <a:lnTo>
                  <a:pt x="2752665" y="621655"/>
                </a:lnTo>
                <a:close/>
              </a:path>
              <a:path extrusionOk="0" h="1607820" w="4617085">
                <a:moveTo>
                  <a:pt x="3055302" y="619140"/>
                </a:moveTo>
                <a:lnTo>
                  <a:pt x="3033103" y="623619"/>
                </a:lnTo>
                <a:lnTo>
                  <a:pt x="3014970" y="635834"/>
                </a:lnTo>
                <a:lnTo>
                  <a:pt x="3002742" y="653955"/>
                </a:lnTo>
                <a:lnTo>
                  <a:pt x="2998257" y="676148"/>
                </a:lnTo>
                <a:lnTo>
                  <a:pt x="3002742" y="698341"/>
                </a:lnTo>
                <a:lnTo>
                  <a:pt x="3014970" y="716462"/>
                </a:lnTo>
                <a:lnTo>
                  <a:pt x="3033103" y="728677"/>
                </a:lnTo>
                <a:lnTo>
                  <a:pt x="3055302" y="733156"/>
                </a:lnTo>
                <a:lnTo>
                  <a:pt x="3077520" y="728677"/>
                </a:lnTo>
                <a:lnTo>
                  <a:pt x="3095651" y="716462"/>
                </a:lnTo>
                <a:lnTo>
                  <a:pt x="3107869" y="698341"/>
                </a:lnTo>
                <a:lnTo>
                  <a:pt x="3112348" y="676148"/>
                </a:lnTo>
                <a:lnTo>
                  <a:pt x="3107863" y="653955"/>
                </a:lnTo>
                <a:lnTo>
                  <a:pt x="3095634" y="635834"/>
                </a:lnTo>
                <a:lnTo>
                  <a:pt x="3077501" y="623619"/>
                </a:lnTo>
                <a:lnTo>
                  <a:pt x="3055302" y="619140"/>
                </a:lnTo>
                <a:close/>
              </a:path>
              <a:path extrusionOk="0" h="1607820" w="4617085">
                <a:moveTo>
                  <a:pt x="3357895" y="616624"/>
                </a:moveTo>
                <a:lnTo>
                  <a:pt x="3334714" y="621300"/>
                </a:lnTo>
                <a:lnTo>
                  <a:pt x="3315780" y="634054"/>
                </a:lnTo>
                <a:lnTo>
                  <a:pt x="3303012" y="652974"/>
                </a:lnTo>
                <a:lnTo>
                  <a:pt x="3298330" y="676148"/>
                </a:lnTo>
                <a:lnTo>
                  <a:pt x="3303012" y="699322"/>
                </a:lnTo>
                <a:lnTo>
                  <a:pt x="3315780" y="718242"/>
                </a:lnTo>
                <a:lnTo>
                  <a:pt x="3334714" y="730996"/>
                </a:lnTo>
                <a:lnTo>
                  <a:pt x="3357895" y="735672"/>
                </a:lnTo>
                <a:lnTo>
                  <a:pt x="3381076" y="730996"/>
                </a:lnTo>
                <a:lnTo>
                  <a:pt x="3400010" y="718242"/>
                </a:lnTo>
                <a:lnTo>
                  <a:pt x="3412777" y="699322"/>
                </a:lnTo>
                <a:lnTo>
                  <a:pt x="3417459" y="676148"/>
                </a:lnTo>
                <a:lnTo>
                  <a:pt x="3412777" y="652974"/>
                </a:lnTo>
                <a:lnTo>
                  <a:pt x="3400010" y="634054"/>
                </a:lnTo>
                <a:lnTo>
                  <a:pt x="3381076" y="621300"/>
                </a:lnTo>
                <a:lnTo>
                  <a:pt x="3357895" y="616624"/>
                </a:lnTo>
                <a:close/>
              </a:path>
              <a:path extrusionOk="0" h="1607820" w="4617085">
                <a:moveTo>
                  <a:pt x="3660487" y="612446"/>
                </a:moveTo>
                <a:lnTo>
                  <a:pt x="3635665" y="617453"/>
                </a:lnTo>
                <a:lnTo>
                  <a:pt x="3615403" y="631106"/>
                </a:lnTo>
                <a:lnTo>
                  <a:pt x="3601746" y="651355"/>
                </a:lnTo>
                <a:lnTo>
                  <a:pt x="3596739" y="676148"/>
                </a:lnTo>
                <a:lnTo>
                  <a:pt x="3601746" y="700967"/>
                </a:lnTo>
                <a:lnTo>
                  <a:pt x="3615403" y="721229"/>
                </a:lnTo>
                <a:lnTo>
                  <a:pt x="3635665" y="734887"/>
                </a:lnTo>
                <a:lnTo>
                  <a:pt x="3660487" y="739895"/>
                </a:lnTo>
                <a:lnTo>
                  <a:pt x="3685290" y="734887"/>
                </a:lnTo>
                <a:lnTo>
                  <a:pt x="3705554" y="721229"/>
                </a:lnTo>
                <a:lnTo>
                  <a:pt x="3719222" y="700967"/>
                </a:lnTo>
                <a:lnTo>
                  <a:pt x="3724236" y="676148"/>
                </a:lnTo>
                <a:lnTo>
                  <a:pt x="3719222" y="651355"/>
                </a:lnTo>
                <a:lnTo>
                  <a:pt x="3705554" y="631106"/>
                </a:lnTo>
                <a:lnTo>
                  <a:pt x="3685290" y="617453"/>
                </a:lnTo>
                <a:lnTo>
                  <a:pt x="3660487" y="612446"/>
                </a:lnTo>
                <a:close/>
              </a:path>
              <a:path extrusionOk="0" h="1607820" w="4617085">
                <a:moveTo>
                  <a:pt x="3963080" y="609077"/>
                </a:moveTo>
                <a:lnTo>
                  <a:pt x="3936953" y="614351"/>
                </a:lnTo>
                <a:lnTo>
                  <a:pt x="3915617" y="628731"/>
                </a:lnTo>
                <a:lnTo>
                  <a:pt x="3901232" y="650052"/>
                </a:lnTo>
                <a:lnTo>
                  <a:pt x="3895957" y="676148"/>
                </a:lnTo>
                <a:lnTo>
                  <a:pt x="3901232" y="702264"/>
                </a:lnTo>
                <a:lnTo>
                  <a:pt x="3915617" y="723582"/>
                </a:lnTo>
                <a:lnTo>
                  <a:pt x="3936953" y="737951"/>
                </a:lnTo>
                <a:lnTo>
                  <a:pt x="3963080" y="743219"/>
                </a:lnTo>
                <a:lnTo>
                  <a:pt x="3989207" y="737951"/>
                </a:lnTo>
                <a:lnTo>
                  <a:pt x="4010543" y="723582"/>
                </a:lnTo>
                <a:lnTo>
                  <a:pt x="4024928" y="702264"/>
                </a:lnTo>
                <a:lnTo>
                  <a:pt x="4030203" y="676148"/>
                </a:lnTo>
                <a:lnTo>
                  <a:pt x="4024928" y="650052"/>
                </a:lnTo>
                <a:lnTo>
                  <a:pt x="4010543" y="628731"/>
                </a:lnTo>
                <a:lnTo>
                  <a:pt x="3989207" y="614351"/>
                </a:lnTo>
                <a:lnTo>
                  <a:pt x="3963080" y="609077"/>
                </a:lnTo>
                <a:close/>
              </a:path>
              <a:path extrusionOk="0" h="1607820" w="4617085">
                <a:moveTo>
                  <a:pt x="4265672" y="610784"/>
                </a:moveTo>
                <a:lnTo>
                  <a:pt x="4240185" y="615924"/>
                </a:lnTo>
                <a:lnTo>
                  <a:pt x="4219379" y="629938"/>
                </a:lnTo>
                <a:lnTo>
                  <a:pt x="4205355" y="650716"/>
                </a:lnTo>
                <a:lnTo>
                  <a:pt x="4200214" y="676148"/>
                </a:lnTo>
                <a:lnTo>
                  <a:pt x="4205355" y="701606"/>
                </a:lnTo>
                <a:lnTo>
                  <a:pt x="4219379" y="722397"/>
                </a:lnTo>
                <a:lnTo>
                  <a:pt x="4240185" y="736416"/>
                </a:lnTo>
                <a:lnTo>
                  <a:pt x="4265672" y="741557"/>
                </a:lnTo>
                <a:lnTo>
                  <a:pt x="4291134" y="736416"/>
                </a:lnTo>
                <a:lnTo>
                  <a:pt x="4311926" y="722397"/>
                </a:lnTo>
                <a:lnTo>
                  <a:pt x="4325945" y="701606"/>
                </a:lnTo>
                <a:lnTo>
                  <a:pt x="4331085" y="676148"/>
                </a:lnTo>
                <a:lnTo>
                  <a:pt x="4325945" y="650716"/>
                </a:lnTo>
                <a:lnTo>
                  <a:pt x="4311926" y="629938"/>
                </a:lnTo>
                <a:lnTo>
                  <a:pt x="4291134" y="615924"/>
                </a:lnTo>
                <a:lnTo>
                  <a:pt x="4265672" y="610784"/>
                </a:lnTo>
                <a:close/>
              </a:path>
              <a:path extrusionOk="0" h="1607820" w="4617085">
                <a:moveTo>
                  <a:pt x="4575238" y="663570"/>
                </a:moveTo>
                <a:lnTo>
                  <a:pt x="4561292" y="663570"/>
                </a:lnTo>
                <a:lnTo>
                  <a:pt x="4555668" y="669185"/>
                </a:lnTo>
                <a:lnTo>
                  <a:pt x="4555668" y="683112"/>
                </a:lnTo>
                <a:lnTo>
                  <a:pt x="4561292" y="688727"/>
                </a:lnTo>
                <a:lnTo>
                  <a:pt x="4575193" y="688727"/>
                </a:lnTo>
                <a:lnTo>
                  <a:pt x="4580861" y="683112"/>
                </a:lnTo>
                <a:lnTo>
                  <a:pt x="4580861" y="669185"/>
                </a:lnTo>
                <a:lnTo>
                  <a:pt x="4575238" y="663570"/>
                </a:lnTo>
                <a:close/>
              </a:path>
              <a:path extrusionOk="0" h="1607820" w="4617085">
                <a:moveTo>
                  <a:pt x="29377" y="949195"/>
                </a:moveTo>
                <a:lnTo>
                  <a:pt x="17935" y="951498"/>
                </a:lnTo>
                <a:lnTo>
                  <a:pt x="8598" y="957781"/>
                </a:lnTo>
                <a:lnTo>
                  <a:pt x="2306" y="967104"/>
                </a:lnTo>
                <a:lnTo>
                  <a:pt x="0" y="978530"/>
                </a:lnTo>
                <a:lnTo>
                  <a:pt x="2306" y="989955"/>
                </a:lnTo>
                <a:lnTo>
                  <a:pt x="8598" y="999279"/>
                </a:lnTo>
                <a:lnTo>
                  <a:pt x="17935" y="1005562"/>
                </a:lnTo>
                <a:lnTo>
                  <a:pt x="29377" y="1007865"/>
                </a:lnTo>
                <a:lnTo>
                  <a:pt x="40793" y="1005562"/>
                </a:lnTo>
                <a:lnTo>
                  <a:pt x="50117" y="999279"/>
                </a:lnTo>
                <a:lnTo>
                  <a:pt x="56404" y="989955"/>
                </a:lnTo>
                <a:lnTo>
                  <a:pt x="58710" y="978530"/>
                </a:lnTo>
                <a:lnTo>
                  <a:pt x="56404" y="967104"/>
                </a:lnTo>
                <a:lnTo>
                  <a:pt x="50117" y="957781"/>
                </a:lnTo>
                <a:lnTo>
                  <a:pt x="40793" y="951498"/>
                </a:lnTo>
                <a:lnTo>
                  <a:pt x="29377" y="949195"/>
                </a:lnTo>
                <a:close/>
              </a:path>
              <a:path extrusionOk="0" h="1607820" w="4617085">
                <a:moveTo>
                  <a:pt x="331970" y="945825"/>
                </a:moveTo>
                <a:lnTo>
                  <a:pt x="319222" y="948396"/>
                </a:lnTo>
                <a:lnTo>
                  <a:pt x="308812" y="955405"/>
                </a:lnTo>
                <a:lnTo>
                  <a:pt x="301792" y="965801"/>
                </a:lnTo>
                <a:lnTo>
                  <a:pt x="299218" y="978530"/>
                </a:lnTo>
                <a:lnTo>
                  <a:pt x="301792" y="991259"/>
                </a:lnTo>
                <a:lnTo>
                  <a:pt x="308812" y="1001654"/>
                </a:lnTo>
                <a:lnTo>
                  <a:pt x="319222" y="1008664"/>
                </a:lnTo>
                <a:lnTo>
                  <a:pt x="331970" y="1011234"/>
                </a:lnTo>
                <a:lnTo>
                  <a:pt x="344691" y="1008664"/>
                </a:lnTo>
                <a:lnTo>
                  <a:pt x="355088" y="1001654"/>
                </a:lnTo>
                <a:lnTo>
                  <a:pt x="362103" y="991259"/>
                </a:lnTo>
                <a:lnTo>
                  <a:pt x="364676" y="978530"/>
                </a:lnTo>
                <a:lnTo>
                  <a:pt x="362103" y="965801"/>
                </a:lnTo>
                <a:lnTo>
                  <a:pt x="355088" y="955405"/>
                </a:lnTo>
                <a:lnTo>
                  <a:pt x="344691" y="948396"/>
                </a:lnTo>
                <a:lnTo>
                  <a:pt x="331970" y="945825"/>
                </a:lnTo>
                <a:close/>
              </a:path>
              <a:path extrusionOk="0" h="1607820" w="4617085">
                <a:moveTo>
                  <a:pt x="634562" y="943355"/>
                </a:moveTo>
                <a:lnTo>
                  <a:pt x="620833" y="946122"/>
                </a:lnTo>
                <a:lnTo>
                  <a:pt x="609622" y="953670"/>
                </a:lnTo>
                <a:lnTo>
                  <a:pt x="602063" y="964865"/>
                </a:lnTo>
                <a:lnTo>
                  <a:pt x="599291" y="978575"/>
                </a:lnTo>
                <a:lnTo>
                  <a:pt x="602063" y="992258"/>
                </a:lnTo>
                <a:lnTo>
                  <a:pt x="609622" y="1003440"/>
                </a:lnTo>
                <a:lnTo>
                  <a:pt x="620833" y="1010983"/>
                </a:lnTo>
                <a:lnTo>
                  <a:pt x="634562" y="1013750"/>
                </a:lnTo>
                <a:lnTo>
                  <a:pt x="648265" y="1010983"/>
                </a:lnTo>
                <a:lnTo>
                  <a:pt x="659463" y="1003440"/>
                </a:lnTo>
                <a:lnTo>
                  <a:pt x="667017" y="992258"/>
                </a:lnTo>
                <a:lnTo>
                  <a:pt x="669788" y="978575"/>
                </a:lnTo>
                <a:lnTo>
                  <a:pt x="667017" y="964865"/>
                </a:lnTo>
                <a:lnTo>
                  <a:pt x="659463" y="953670"/>
                </a:lnTo>
                <a:lnTo>
                  <a:pt x="648265" y="946122"/>
                </a:lnTo>
                <a:lnTo>
                  <a:pt x="634562" y="943355"/>
                </a:lnTo>
                <a:close/>
              </a:path>
              <a:path extrusionOk="0" h="1607820" w="4617085">
                <a:moveTo>
                  <a:pt x="937110" y="940839"/>
                </a:moveTo>
                <a:lnTo>
                  <a:pt x="922424" y="943804"/>
                </a:lnTo>
                <a:lnTo>
                  <a:pt x="910426" y="951890"/>
                </a:lnTo>
                <a:lnTo>
                  <a:pt x="902333" y="963885"/>
                </a:lnTo>
                <a:lnTo>
                  <a:pt x="899364" y="978575"/>
                </a:lnTo>
                <a:lnTo>
                  <a:pt x="902333" y="993239"/>
                </a:lnTo>
                <a:lnTo>
                  <a:pt x="910426" y="1005220"/>
                </a:lnTo>
                <a:lnTo>
                  <a:pt x="922424" y="1013302"/>
                </a:lnTo>
                <a:lnTo>
                  <a:pt x="937110" y="1016266"/>
                </a:lnTo>
                <a:lnTo>
                  <a:pt x="951821" y="1013302"/>
                </a:lnTo>
                <a:lnTo>
                  <a:pt x="963833" y="1005220"/>
                </a:lnTo>
                <a:lnTo>
                  <a:pt x="971931" y="993239"/>
                </a:lnTo>
                <a:lnTo>
                  <a:pt x="974900" y="978575"/>
                </a:lnTo>
                <a:lnTo>
                  <a:pt x="971931" y="963885"/>
                </a:lnTo>
                <a:lnTo>
                  <a:pt x="963833" y="951890"/>
                </a:lnTo>
                <a:lnTo>
                  <a:pt x="951821" y="943804"/>
                </a:lnTo>
                <a:lnTo>
                  <a:pt x="937110" y="940839"/>
                </a:lnTo>
                <a:close/>
              </a:path>
              <a:path extrusionOk="0" h="1607820" w="4617085">
                <a:moveTo>
                  <a:pt x="1239702" y="937470"/>
                </a:moveTo>
                <a:lnTo>
                  <a:pt x="1223719" y="940696"/>
                </a:lnTo>
                <a:lnTo>
                  <a:pt x="1210662" y="949498"/>
                </a:lnTo>
                <a:lnTo>
                  <a:pt x="1201857" y="962562"/>
                </a:lnTo>
                <a:lnTo>
                  <a:pt x="1198628" y="978575"/>
                </a:lnTo>
                <a:lnTo>
                  <a:pt x="1201857" y="994562"/>
                </a:lnTo>
                <a:lnTo>
                  <a:pt x="1210662" y="1007613"/>
                </a:lnTo>
                <a:lnTo>
                  <a:pt x="1223719" y="1016410"/>
                </a:lnTo>
                <a:lnTo>
                  <a:pt x="1239702" y="1019635"/>
                </a:lnTo>
                <a:lnTo>
                  <a:pt x="1255719" y="1016410"/>
                </a:lnTo>
                <a:lnTo>
                  <a:pt x="1268804" y="1007613"/>
                </a:lnTo>
                <a:lnTo>
                  <a:pt x="1277630" y="994562"/>
                </a:lnTo>
                <a:lnTo>
                  <a:pt x="1280867" y="978575"/>
                </a:lnTo>
                <a:lnTo>
                  <a:pt x="1277630" y="962562"/>
                </a:lnTo>
                <a:lnTo>
                  <a:pt x="1268804" y="949498"/>
                </a:lnTo>
                <a:lnTo>
                  <a:pt x="1255719" y="940696"/>
                </a:lnTo>
                <a:lnTo>
                  <a:pt x="1239702" y="937470"/>
                </a:lnTo>
                <a:close/>
              </a:path>
              <a:path extrusionOk="0" h="1607820" w="4617085">
                <a:moveTo>
                  <a:pt x="1542295" y="934999"/>
                </a:moveTo>
                <a:lnTo>
                  <a:pt x="1525329" y="938422"/>
                </a:lnTo>
                <a:lnTo>
                  <a:pt x="1511472" y="947757"/>
                </a:lnTo>
                <a:lnTo>
                  <a:pt x="1502128" y="961608"/>
                </a:lnTo>
                <a:lnTo>
                  <a:pt x="1498701" y="978575"/>
                </a:lnTo>
                <a:lnTo>
                  <a:pt x="1502128" y="995542"/>
                </a:lnTo>
                <a:lnTo>
                  <a:pt x="1511472" y="1009393"/>
                </a:lnTo>
                <a:lnTo>
                  <a:pt x="1525329" y="1018729"/>
                </a:lnTo>
                <a:lnTo>
                  <a:pt x="1542295" y="1022151"/>
                </a:lnTo>
                <a:lnTo>
                  <a:pt x="1559286" y="1018729"/>
                </a:lnTo>
                <a:lnTo>
                  <a:pt x="1573157" y="1009393"/>
                </a:lnTo>
                <a:lnTo>
                  <a:pt x="1582506" y="995542"/>
                </a:lnTo>
                <a:lnTo>
                  <a:pt x="1585933" y="978575"/>
                </a:lnTo>
                <a:lnTo>
                  <a:pt x="1582506" y="961608"/>
                </a:lnTo>
                <a:lnTo>
                  <a:pt x="1573157" y="947757"/>
                </a:lnTo>
                <a:lnTo>
                  <a:pt x="1559286" y="938422"/>
                </a:lnTo>
                <a:lnTo>
                  <a:pt x="1542295" y="934999"/>
                </a:lnTo>
                <a:close/>
              </a:path>
              <a:path extrusionOk="0" h="1607820" w="4617085">
                <a:moveTo>
                  <a:pt x="1844887" y="932483"/>
                </a:moveTo>
                <a:lnTo>
                  <a:pt x="1826940" y="936103"/>
                </a:lnTo>
                <a:lnTo>
                  <a:pt x="1812282" y="945977"/>
                </a:lnTo>
                <a:lnTo>
                  <a:pt x="1802398" y="960627"/>
                </a:lnTo>
                <a:lnTo>
                  <a:pt x="1798774" y="978575"/>
                </a:lnTo>
                <a:lnTo>
                  <a:pt x="1802398" y="996523"/>
                </a:lnTo>
                <a:lnTo>
                  <a:pt x="1812282" y="1011173"/>
                </a:lnTo>
                <a:lnTo>
                  <a:pt x="1826940" y="1021047"/>
                </a:lnTo>
                <a:lnTo>
                  <a:pt x="1844887" y="1024667"/>
                </a:lnTo>
                <a:lnTo>
                  <a:pt x="1862861" y="1021047"/>
                </a:lnTo>
                <a:lnTo>
                  <a:pt x="1877532" y="1011173"/>
                </a:lnTo>
                <a:lnTo>
                  <a:pt x="1887420" y="996523"/>
                </a:lnTo>
                <a:lnTo>
                  <a:pt x="1891045" y="978575"/>
                </a:lnTo>
                <a:lnTo>
                  <a:pt x="1887420" y="960627"/>
                </a:lnTo>
                <a:lnTo>
                  <a:pt x="1877532" y="945977"/>
                </a:lnTo>
                <a:lnTo>
                  <a:pt x="1862861" y="936103"/>
                </a:lnTo>
                <a:lnTo>
                  <a:pt x="1844887" y="932483"/>
                </a:lnTo>
                <a:close/>
              </a:path>
              <a:path extrusionOk="0" h="1607820" w="4617085">
                <a:moveTo>
                  <a:pt x="2147480" y="929968"/>
                </a:moveTo>
                <a:lnTo>
                  <a:pt x="2128550" y="933785"/>
                </a:lnTo>
                <a:lnTo>
                  <a:pt x="2113092" y="944197"/>
                </a:lnTo>
                <a:lnTo>
                  <a:pt x="2102669" y="959647"/>
                </a:lnTo>
                <a:lnTo>
                  <a:pt x="2098847" y="978575"/>
                </a:lnTo>
                <a:lnTo>
                  <a:pt x="2102669" y="997504"/>
                </a:lnTo>
                <a:lnTo>
                  <a:pt x="2113092" y="1012953"/>
                </a:lnTo>
                <a:lnTo>
                  <a:pt x="2128550" y="1023366"/>
                </a:lnTo>
                <a:lnTo>
                  <a:pt x="2147480" y="1027183"/>
                </a:lnTo>
                <a:lnTo>
                  <a:pt x="2166442" y="1023366"/>
                </a:lnTo>
                <a:lnTo>
                  <a:pt x="2181930" y="1012953"/>
                </a:lnTo>
                <a:lnTo>
                  <a:pt x="2192373" y="997504"/>
                </a:lnTo>
                <a:lnTo>
                  <a:pt x="2196202" y="978575"/>
                </a:lnTo>
                <a:lnTo>
                  <a:pt x="2192373" y="959647"/>
                </a:lnTo>
                <a:lnTo>
                  <a:pt x="2181930" y="944197"/>
                </a:lnTo>
                <a:lnTo>
                  <a:pt x="2166442" y="933785"/>
                </a:lnTo>
                <a:lnTo>
                  <a:pt x="2147480" y="929968"/>
                </a:lnTo>
                <a:close/>
              </a:path>
              <a:path extrusionOk="0" h="1607820" w="4617085">
                <a:moveTo>
                  <a:pt x="2450072" y="927407"/>
                </a:moveTo>
                <a:lnTo>
                  <a:pt x="2430161" y="931428"/>
                </a:lnTo>
                <a:lnTo>
                  <a:pt x="2413901" y="942395"/>
                </a:lnTo>
                <a:lnTo>
                  <a:pt x="2402940" y="958659"/>
                </a:lnTo>
                <a:lnTo>
                  <a:pt x="2398920" y="978575"/>
                </a:lnTo>
                <a:lnTo>
                  <a:pt x="2402940" y="998484"/>
                </a:lnTo>
                <a:lnTo>
                  <a:pt x="2413901" y="1014733"/>
                </a:lnTo>
                <a:lnTo>
                  <a:pt x="2430161" y="1025684"/>
                </a:lnTo>
                <a:lnTo>
                  <a:pt x="2450072" y="1029699"/>
                </a:lnTo>
                <a:lnTo>
                  <a:pt x="2470017" y="1025684"/>
                </a:lnTo>
                <a:lnTo>
                  <a:pt x="2486305" y="1014733"/>
                </a:lnTo>
                <a:lnTo>
                  <a:pt x="2497287" y="998484"/>
                </a:lnTo>
                <a:lnTo>
                  <a:pt x="2501314" y="978575"/>
                </a:lnTo>
                <a:lnTo>
                  <a:pt x="2497287" y="958659"/>
                </a:lnTo>
                <a:lnTo>
                  <a:pt x="2486305" y="942395"/>
                </a:lnTo>
                <a:lnTo>
                  <a:pt x="2470017" y="931428"/>
                </a:lnTo>
                <a:lnTo>
                  <a:pt x="2450072" y="927407"/>
                </a:lnTo>
                <a:close/>
              </a:path>
              <a:path extrusionOk="0" h="1607820" w="4617085">
                <a:moveTo>
                  <a:pt x="2752665" y="924083"/>
                </a:moveTo>
                <a:lnTo>
                  <a:pt x="2731448" y="928371"/>
                </a:lnTo>
                <a:lnTo>
                  <a:pt x="2714115" y="940059"/>
                </a:lnTo>
                <a:lnTo>
                  <a:pt x="2702426" y="957382"/>
                </a:lnTo>
                <a:lnTo>
                  <a:pt x="2698139" y="978575"/>
                </a:lnTo>
                <a:lnTo>
                  <a:pt x="2702426" y="999788"/>
                </a:lnTo>
                <a:lnTo>
                  <a:pt x="2714115" y="1017109"/>
                </a:lnTo>
                <a:lnTo>
                  <a:pt x="2731448" y="1028786"/>
                </a:lnTo>
                <a:lnTo>
                  <a:pt x="2752665" y="1033068"/>
                </a:lnTo>
                <a:lnTo>
                  <a:pt x="2773908" y="1028786"/>
                </a:lnTo>
                <a:lnTo>
                  <a:pt x="2791254" y="1017109"/>
                </a:lnTo>
                <a:lnTo>
                  <a:pt x="2802948" y="999788"/>
                </a:lnTo>
                <a:lnTo>
                  <a:pt x="2807236" y="978575"/>
                </a:lnTo>
                <a:lnTo>
                  <a:pt x="2802948" y="957382"/>
                </a:lnTo>
                <a:lnTo>
                  <a:pt x="2791254" y="940059"/>
                </a:lnTo>
                <a:lnTo>
                  <a:pt x="2773908" y="928371"/>
                </a:lnTo>
                <a:lnTo>
                  <a:pt x="2752665" y="924083"/>
                </a:lnTo>
                <a:close/>
              </a:path>
              <a:path extrusionOk="0" h="1607820" w="4617085">
                <a:moveTo>
                  <a:pt x="3055302" y="921567"/>
                </a:moveTo>
                <a:lnTo>
                  <a:pt x="3033103" y="926052"/>
                </a:lnTo>
                <a:lnTo>
                  <a:pt x="3014970" y="938279"/>
                </a:lnTo>
                <a:lnTo>
                  <a:pt x="3002742" y="956401"/>
                </a:lnTo>
                <a:lnTo>
                  <a:pt x="2998257" y="978575"/>
                </a:lnTo>
                <a:lnTo>
                  <a:pt x="3002742" y="1000768"/>
                </a:lnTo>
                <a:lnTo>
                  <a:pt x="3014970" y="1018889"/>
                </a:lnTo>
                <a:lnTo>
                  <a:pt x="3033103" y="1031105"/>
                </a:lnTo>
                <a:lnTo>
                  <a:pt x="3055302" y="1035584"/>
                </a:lnTo>
                <a:lnTo>
                  <a:pt x="3077520" y="1031105"/>
                </a:lnTo>
                <a:lnTo>
                  <a:pt x="3095651" y="1018889"/>
                </a:lnTo>
                <a:lnTo>
                  <a:pt x="3107869" y="1000768"/>
                </a:lnTo>
                <a:lnTo>
                  <a:pt x="3112348" y="978575"/>
                </a:lnTo>
                <a:lnTo>
                  <a:pt x="3107863" y="956401"/>
                </a:lnTo>
                <a:lnTo>
                  <a:pt x="3095634" y="938279"/>
                </a:lnTo>
                <a:lnTo>
                  <a:pt x="3077501" y="926052"/>
                </a:lnTo>
                <a:lnTo>
                  <a:pt x="3055302" y="921567"/>
                </a:lnTo>
                <a:close/>
              </a:path>
              <a:path extrusionOk="0" h="1607820" w="4617085">
                <a:moveTo>
                  <a:pt x="3357895" y="919051"/>
                </a:moveTo>
                <a:lnTo>
                  <a:pt x="3334714" y="923734"/>
                </a:lnTo>
                <a:lnTo>
                  <a:pt x="3315780" y="936499"/>
                </a:lnTo>
                <a:lnTo>
                  <a:pt x="3303012" y="955421"/>
                </a:lnTo>
                <a:lnTo>
                  <a:pt x="3298330" y="978575"/>
                </a:lnTo>
                <a:lnTo>
                  <a:pt x="3303012" y="1001749"/>
                </a:lnTo>
                <a:lnTo>
                  <a:pt x="3315780" y="1020669"/>
                </a:lnTo>
                <a:lnTo>
                  <a:pt x="3334714" y="1033423"/>
                </a:lnTo>
                <a:lnTo>
                  <a:pt x="3357895" y="1038099"/>
                </a:lnTo>
                <a:lnTo>
                  <a:pt x="3381076" y="1033423"/>
                </a:lnTo>
                <a:lnTo>
                  <a:pt x="3400010" y="1020669"/>
                </a:lnTo>
                <a:lnTo>
                  <a:pt x="3412777" y="1001749"/>
                </a:lnTo>
                <a:lnTo>
                  <a:pt x="3417459" y="978575"/>
                </a:lnTo>
                <a:lnTo>
                  <a:pt x="3412777" y="955421"/>
                </a:lnTo>
                <a:lnTo>
                  <a:pt x="3400010" y="936499"/>
                </a:lnTo>
                <a:lnTo>
                  <a:pt x="3381076" y="923734"/>
                </a:lnTo>
                <a:lnTo>
                  <a:pt x="3357895" y="919051"/>
                </a:lnTo>
                <a:close/>
              </a:path>
              <a:path extrusionOk="0" h="1607820" w="4617085">
                <a:moveTo>
                  <a:pt x="3660487" y="916536"/>
                </a:moveTo>
                <a:lnTo>
                  <a:pt x="3636298" y="921415"/>
                </a:lnTo>
                <a:lnTo>
                  <a:pt x="3616550" y="934719"/>
                </a:lnTo>
                <a:lnTo>
                  <a:pt x="3603239" y="954440"/>
                </a:lnTo>
                <a:lnTo>
                  <a:pt x="3598358" y="978575"/>
                </a:lnTo>
                <a:lnTo>
                  <a:pt x="3603239" y="1002737"/>
                </a:lnTo>
                <a:lnTo>
                  <a:pt x="3616550" y="1022472"/>
                </a:lnTo>
                <a:lnTo>
                  <a:pt x="3636298" y="1035780"/>
                </a:lnTo>
                <a:lnTo>
                  <a:pt x="3660487" y="1040660"/>
                </a:lnTo>
                <a:lnTo>
                  <a:pt x="3684650" y="1035780"/>
                </a:lnTo>
                <a:lnTo>
                  <a:pt x="3704385" y="1022472"/>
                </a:lnTo>
                <a:lnTo>
                  <a:pt x="3717691" y="1002737"/>
                </a:lnTo>
                <a:lnTo>
                  <a:pt x="3722571" y="978575"/>
                </a:lnTo>
                <a:lnTo>
                  <a:pt x="3717691" y="954440"/>
                </a:lnTo>
                <a:lnTo>
                  <a:pt x="3704385" y="934719"/>
                </a:lnTo>
                <a:lnTo>
                  <a:pt x="3684650" y="921415"/>
                </a:lnTo>
                <a:lnTo>
                  <a:pt x="3660487" y="916536"/>
                </a:lnTo>
                <a:close/>
              </a:path>
              <a:path extrusionOk="0" h="1607820" w="4617085">
                <a:moveTo>
                  <a:pt x="3963080" y="930821"/>
                </a:moveTo>
                <a:lnTo>
                  <a:pt x="3944466" y="934575"/>
                </a:lnTo>
                <a:lnTo>
                  <a:pt x="3929265" y="944810"/>
                </a:lnTo>
                <a:lnTo>
                  <a:pt x="3919016" y="959989"/>
                </a:lnTo>
                <a:lnTo>
                  <a:pt x="3915257" y="978575"/>
                </a:lnTo>
                <a:lnTo>
                  <a:pt x="3919016" y="997188"/>
                </a:lnTo>
                <a:lnTo>
                  <a:pt x="3929265" y="1012381"/>
                </a:lnTo>
                <a:lnTo>
                  <a:pt x="3944466" y="1022621"/>
                </a:lnTo>
                <a:lnTo>
                  <a:pt x="3963080" y="1026374"/>
                </a:lnTo>
                <a:lnTo>
                  <a:pt x="3981693" y="1022621"/>
                </a:lnTo>
                <a:lnTo>
                  <a:pt x="3996894" y="1012381"/>
                </a:lnTo>
                <a:lnTo>
                  <a:pt x="4007144" y="997188"/>
                </a:lnTo>
                <a:lnTo>
                  <a:pt x="4010902" y="978576"/>
                </a:lnTo>
                <a:lnTo>
                  <a:pt x="4007144" y="959989"/>
                </a:lnTo>
                <a:lnTo>
                  <a:pt x="3996894" y="944810"/>
                </a:lnTo>
                <a:lnTo>
                  <a:pt x="3981693" y="934575"/>
                </a:lnTo>
                <a:lnTo>
                  <a:pt x="3963080" y="930821"/>
                </a:lnTo>
                <a:close/>
              </a:path>
              <a:path extrusionOk="0" h="1607820" w="4617085">
                <a:moveTo>
                  <a:pt x="4272151" y="966850"/>
                </a:moveTo>
                <a:lnTo>
                  <a:pt x="4259149" y="966850"/>
                </a:lnTo>
                <a:lnTo>
                  <a:pt x="4253885" y="972107"/>
                </a:lnTo>
                <a:lnTo>
                  <a:pt x="4253885" y="985090"/>
                </a:lnTo>
                <a:lnTo>
                  <a:pt x="4259149" y="990346"/>
                </a:lnTo>
                <a:lnTo>
                  <a:pt x="4272151" y="990346"/>
                </a:lnTo>
                <a:lnTo>
                  <a:pt x="4277414" y="985090"/>
                </a:lnTo>
                <a:lnTo>
                  <a:pt x="4277414" y="972107"/>
                </a:lnTo>
                <a:lnTo>
                  <a:pt x="4272151" y="966850"/>
                </a:lnTo>
                <a:close/>
              </a:path>
              <a:path extrusionOk="0" h="1607820" w="4617085">
                <a:moveTo>
                  <a:pt x="29377" y="1251604"/>
                </a:moveTo>
                <a:lnTo>
                  <a:pt x="17935" y="1253910"/>
                </a:lnTo>
                <a:lnTo>
                  <a:pt x="8598" y="1260198"/>
                </a:lnTo>
                <a:lnTo>
                  <a:pt x="2306" y="1269525"/>
                </a:lnTo>
                <a:lnTo>
                  <a:pt x="0" y="1280948"/>
                </a:lnTo>
                <a:lnTo>
                  <a:pt x="2306" y="1292371"/>
                </a:lnTo>
                <a:lnTo>
                  <a:pt x="8598" y="1301698"/>
                </a:lnTo>
                <a:lnTo>
                  <a:pt x="17935" y="1307987"/>
                </a:lnTo>
                <a:lnTo>
                  <a:pt x="29377" y="1310292"/>
                </a:lnTo>
                <a:lnTo>
                  <a:pt x="40793" y="1307987"/>
                </a:lnTo>
                <a:lnTo>
                  <a:pt x="50117" y="1301698"/>
                </a:lnTo>
                <a:lnTo>
                  <a:pt x="56404" y="1292371"/>
                </a:lnTo>
                <a:lnTo>
                  <a:pt x="58710" y="1280948"/>
                </a:lnTo>
                <a:lnTo>
                  <a:pt x="56404" y="1269525"/>
                </a:lnTo>
                <a:lnTo>
                  <a:pt x="50117" y="1260198"/>
                </a:lnTo>
                <a:lnTo>
                  <a:pt x="40793" y="1253910"/>
                </a:lnTo>
                <a:lnTo>
                  <a:pt x="29377" y="1251604"/>
                </a:lnTo>
                <a:close/>
              </a:path>
              <a:path extrusionOk="0" h="1607820" w="4617085">
                <a:moveTo>
                  <a:pt x="331970" y="1248244"/>
                </a:moveTo>
                <a:lnTo>
                  <a:pt x="319222" y="1250815"/>
                </a:lnTo>
                <a:lnTo>
                  <a:pt x="308812" y="1257825"/>
                </a:lnTo>
                <a:lnTo>
                  <a:pt x="301792" y="1268221"/>
                </a:lnTo>
                <a:lnTo>
                  <a:pt x="299218" y="1280948"/>
                </a:lnTo>
                <a:lnTo>
                  <a:pt x="301792" y="1293675"/>
                </a:lnTo>
                <a:lnTo>
                  <a:pt x="308812" y="1304071"/>
                </a:lnTo>
                <a:lnTo>
                  <a:pt x="319222" y="1311082"/>
                </a:lnTo>
                <a:lnTo>
                  <a:pt x="331970" y="1313653"/>
                </a:lnTo>
                <a:lnTo>
                  <a:pt x="344691" y="1311082"/>
                </a:lnTo>
                <a:lnTo>
                  <a:pt x="355088" y="1304071"/>
                </a:lnTo>
                <a:lnTo>
                  <a:pt x="362103" y="1293675"/>
                </a:lnTo>
                <a:lnTo>
                  <a:pt x="364676" y="1280948"/>
                </a:lnTo>
                <a:lnTo>
                  <a:pt x="362103" y="1268221"/>
                </a:lnTo>
                <a:lnTo>
                  <a:pt x="355088" y="1257825"/>
                </a:lnTo>
                <a:lnTo>
                  <a:pt x="344691" y="1250815"/>
                </a:lnTo>
                <a:lnTo>
                  <a:pt x="331970" y="1248244"/>
                </a:lnTo>
                <a:close/>
              </a:path>
              <a:path extrusionOk="0" h="1607820" w="4617085">
                <a:moveTo>
                  <a:pt x="634562" y="1245759"/>
                </a:moveTo>
                <a:lnTo>
                  <a:pt x="620833" y="1248528"/>
                </a:lnTo>
                <a:lnTo>
                  <a:pt x="609622" y="1256075"/>
                </a:lnTo>
                <a:lnTo>
                  <a:pt x="602063" y="1267266"/>
                </a:lnTo>
                <a:lnTo>
                  <a:pt x="599291" y="1280966"/>
                </a:lnTo>
                <a:lnTo>
                  <a:pt x="602063" y="1294665"/>
                </a:lnTo>
                <a:lnTo>
                  <a:pt x="609622" y="1305855"/>
                </a:lnTo>
                <a:lnTo>
                  <a:pt x="620833" y="1313401"/>
                </a:lnTo>
                <a:lnTo>
                  <a:pt x="634562" y="1316169"/>
                </a:lnTo>
                <a:lnTo>
                  <a:pt x="648265" y="1313401"/>
                </a:lnTo>
                <a:lnTo>
                  <a:pt x="659463" y="1305855"/>
                </a:lnTo>
                <a:lnTo>
                  <a:pt x="667017" y="1294665"/>
                </a:lnTo>
                <a:lnTo>
                  <a:pt x="669788" y="1280966"/>
                </a:lnTo>
                <a:lnTo>
                  <a:pt x="667017" y="1267266"/>
                </a:lnTo>
                <a:lnTo>
                  <a:pt x="659463" y="1256075"/>
                </a:lnTo>
                <a:lnTo>
                  <a:pt x="648265" y="1248528"/>
                </a:lnTo>
                <a:lnTo>
                  <a:pt x="634562" y="1245759"/>
                </a:lnTo>
                <a:close/>
              </a:path>
              <a:path extrusionOk="0" h="1607820" w="4617085">
                <a:moveTo>
                  <a:pt x="937110" y="1243239"/>
                </a:moveTo>
                <a:lnTo>
                  <a:pt x="922424" y="1246205"/>
                </a:lnTo>
                <a:lnTo>
                  <a:pt x="910426" y="1254291"/>
                </a:lnTo>
                <a:lnTo>
                  <a:pt x="902333" y="1266283"/>
                </a:lnTo>
                <a:lnTo>
                  <a:pt x="899364" y="1280966"/>
                </a:lnTo>
                <a:lnTo>
                  <a:pt x="902333" y="1295647"/>
                </a:lnTo>
                <a:lnTo>
                  <a:pt x="910426" y="1307638"/>
                </a:lnTo>
                <a:lnTo>
                  <a:pt x="922424" y="1315723"/>
                </a:lnTo>
                <a:lnTo>
                  <a:pt x="937110" y="1318689"/>
                </a:lnTo>
                <a:lnTo>
                  <a:pt x="951821" y="1315723"/>
                </a:lnTo>
                <a:lnTo>
                  <a:pt x="963833" y="1307638"/>
                </a:lnTo>
                <a:lnTo>
                  <a:pt x="971931" y="1295647"/>
                </a:lnTo>
                <a:lnTo>
                  <a:pt x="974900" y="1280966"/>
                </a:lnTo>
                <a:lnTo>
                  <a:pt x="971931" y="1266283"/>
                </a:lnTo>
                <a:lnTo>
                  <a:pt x="963833" y="1254291"/>
                </a:lnTo>
                <a:lnTo>
                  <a:pt x="951821" y="1246205"/>
                </a:lnTo>
                <a:lnTo>
                  <a:pt x="937110" y="1243239"/>
                </a:lnTo>
                <a:close/>
              </a:path>
              <a:path extrusionOk="0" h="1607820" w="4617085">
                <a:moveTo>
                  <a:pt x="1239702" y="1239879"/>
                </a:moveTo>
                <a:lnTo>
                  <a:pt x="1223719" y="1243107"/>
                </a:lnTo>
                <a:lnTo>
                  <a:pt x="1210662" y="1251912"/>
                </a:lnTo>
                <a:lnTo>
                  <a:pt x="1201857" y="1264972"/>
                </a:lnTo>
                <a:lnTo>
                  <a:pt x="1198628" y="1280966"/>
                </a:lnTo>
                <a:lnTo>
                  <a:pt x="1201857" y="1296958"/>
                </a:lnTo>
                <a:lnTo>
                  <a:pt x="1210662" y="1310017"/>
                </a:lnTo>
                <a:lnTo>
                  <a:pt x="1223719" y="1318821"/>
                </a:lnTo>
                <a:lnTo>
                  <a:pt x="1239702" y="1322049"/>
                </a:lnTo>
                <a:lnTo>
                  <a:pt x="1255719" y="1318821"/>
                </a:lnTo>
                <a:lnTo>
                  <a:pt x="1268804" y="1310017"/>
                </a:lnTo>
                <a:lnTo>
                  <a:pt x="1277630" y="1296958"/>
                </a:lnTo>
                <a:lnTo>
                  <a:pt x="1280867" y="1280966"/>
                </a:lnTo>
                <a:lnTo>
                  <a:pt x="1277630" y="1264972"/>
                </a:lnTo>
                <a:lnTo>
                  <a:pt x="1268804" y="1251912"/>
                </a:lnTo>
                <a:lnTo>
                  <a:pt x="1255719" y="1243107"/>
                </a:lnTo>
                <a:lnTo>
                  <a:pt x="1239702" y="1239879"/>
                </a:lnTo>
                <a:close/>
              </a:path>
              <a:path extrusionOk="0" h="1607820" w="4617085">
                <a:moveTo>
                  <a:pt x="1542295" y="1237395"/>
                </a:moveTo>
                <a:lnTo>
                  <a:pt x="1525329" y="1240820"/>
                </a:lnTo>
                <a:lnTo>
                  <a:pt x="1511472" y="1250161"/>
                </a:lnTo>
                <a:lnTo>
                  <a:pt x="1502128" y="1264015"/>
                </a:lnTo>
                <a:lnTo>
                  <a:pt x="1498701" y="1280980"/>
                </a:lnTo>
                <a:lnTo>
                  <a:pt x="1502128" y="1297945"/>
                </a:lnTo>
                <a:lnTo>
                  <a:pt x="1511472" y="1311801"/>
                </a:lnTo>
                <a:lnTo>
                  <a:pt x="1525329" y="1321143"/>
                </a:lnTo>
                <a:lnTo>
                  <a:pt x="1542295" y="1324569"/>
                </a:lnTo>
                <a:lnTo>
                  <a:pt x="1559286" y="1321143"/>
                </a:lnTo>
                <a:lnTo>
                  <a:pt x="1573157" y="1311801"/>
                </a:lnTo>
                <a:lnTo>
                  <a:pt x="1582506" y="1297945"/>
                </a:lnTo>
                <a:lnTo>
                  <a:pt x="1585933" y="1280980"/>
                </a:lnTo>
                <a:lnTo>
                  <a:pt x="1582506" y="1264015"/>
                </a:lnTo>
                <a:lnTo>
                  <a:pt x="1573157" y="1250161"/>
                </a:lnTo>
                <a:lnTo>
                  <a:pt x="1559286" y="1240820"/>
                </a:lnTo>
                <a:lnTo>
                  <a:pt x="1542295" y="1237395"/>
                </a:lnTo>
                <a:close/>
              </a:path>
              <a:path extrusionOk="0" h="1607820" w="4617085">
                <a:moveTo>
                  <a:pt x="1844887" y="1234875"/>
                </a:moveTo>
                <a:lnTo>
                  <a:pt x="1826940" y="1238498"/>
                </a:lnTo>
                <a:lnTo>
                  <a:pt x="1812282" y="1248380"/>
                </a:lnTo>
                <a:lnTo>
                  <a:pt x="1802398" y="1263036"/>
                </a:lnTo>
                <a:lnTo>
                  <a:pt x="1798774" y="1280980"/>
                </a:lnTo>
                <a:lnTo>
                  <a:pt x="1802398" y="1298929"/>
                </a:lnTo>
                <a:lnTo>
                  <a:pt x="1812282" y="1313585"/>
                </a:lnTo>
                <a:lnTo>
                  <a:pt x="1826940" y="1323466"/>
                </a:lnTo>
                <a:lnTo>
                  <a:pt x="1844887" y="1327090"/>
                </a:lnTo>
                <a:lnTo>
                  <a:pt x="1862861" y="1323466"/>
                </a:lnTo>
                <a:lnTo>
                  <a:pt x="1877532" y="1313585"/>
                </a:lnTo>
                <a:lnTo>
                  <a:pt x="1887420" y="1298929"/>
                </a:lnTo>
                <a:lnTo>
                  <a:pt x="1891045" y="1280980"/>
                </a:lnTo>
                <a:lnTo>
                  <a:pt x="1887420" y="1263036"/>
                </a:lnTo>
                <a:lnTo>
                  <a:pt x="1877532" y="1248380"/>
                </a:lnTo>
                <a:lnTo>
                  <a:pt x="1862861" y="1238498"/>
                </a:lnTo>
                <a:lnTo>
                  <a:pt x="1844887" y="1234875"/>
                </a:lnTo>
                <a:close/>
              </a:path>
              <a:path extrusionOk="0" h="1607820" w="4617085">
                <a:moveTo>
                  <a:pt x="2147480" y="1232354"/>
                </a:moveTo>
                <a:lnTo>
                  <a:pt x="2128550" y="1236176"/>
                </a:lnTo>
                <a:lnTo>
                  <a:pt x="2113092" y="1246596"/>
                </a:lnTo>
                <a:lnTo>
                  <a:pt x="2102669" y="1262053"/>
                </a:lnTo>
                <a:lnTo>
                  <a:pt x="2098847" y="1280980"/>
                </a:lnTo>
                <a:lnTo>
                  <a:pt x="2102669" y="1299909"/>
                </a:lnTo>
                <a:lnTo>
                  <a:pt x="2113092" y="1315365"/>
                </a:lnTo>
                <a:lnTo>
                  <a:pt x="2128550" y="1325785"/>
                </a:lnTo>
                <a:lnTo>
                  <a:pt x="2147480" y="1329606"/>
                </a:lnTo>
                <a:lnTo>
                  <a:pt x="2166442" y="1325785"/>
                </a:lnTo>
                <a:lnTo>
                  <a:pt x="2181930" y="1315365"/>
                </a:lnTo>
                <a:lnTo>
                  <a:pt x="2192373" y="1299909"/>
                </a:lnTo>
                <a:lnTo>
                  <a:pt x="2196202" y="1280980"/>
                </a:lnTo>
                <a:lnTo>
                  <a:pt x="2192373" y="1262053"/>
                </a:lnTo>
                <a:lnTo>
                  <a:pt x="2181930" y="1246596"/>
                </a:lnTo>
                <a:lnTo>
                  <a:pt x="2166442" y="1236176"/>
                </a:lnTo>
                <a:lnTo>
                  <a:pt x="2147480" y="1232354"/>
                </a:lnTo>
                <a:close/>
              </a:path>
              <a:path extrusionOk="0" h="1607820" w="4617085">
                <a:moveTo>
                  <a:pt x="2450072" y="1229834"/>
                </a:moveTo>
                <a:lnTo>
                  <a:pt x="2430161" y="1233853"/>
                </a:lnTo>
                <a:lnTo>
                  <a:pt x="2413901" y="1244814"/>
                </a:lnTo>
                <a:lnTo>
                  <a:pt x="2402940" y="1261071"/>
                </a:lnTo>
                <a:lnTo>
                  <a:pt x="2398920" y="1280980"/>
                </a:lnTo>
                <a:lnTo>
                  <a:pt x="2402940" y="1300891"/>
                </a:lnTo>
                <a:lnTo>
                  <a:pt x="2413901" y="1317148"/>
                </a:lnTo>
                <a:lnTo>
                  <a:pt x="2430161" y="1328107"/>
                </a:lnTo>
                <a:lnTo>
                  <a:pt x="2450072" y="1332126"/>
                </a:lnTo>
                <a:lnTo>
                  <a:pt x="2470017" y="1328107"/>
                </a:lnTo>
                <a:lnTo>
                  <a:pt x="2486305" y="1317148"/>
                </a:lnTo>
                <a:lnTo>
                  <a:pt x="2497287" y="1300891"/>
                </a:lnTo>
                <a:lnTo>
                  <a:pt x="2501314" y="1280980"/>
                </a:lnTo>
                <a:lnTo>
                  <a:pt x="2497287" y="1261071"/>
                </a:lnTo>
                <a:lnTo>
                  <a:pt x="2486305" y="1244814"/>
                </a:lnTo>
                <a:lnTo>
                  <a:pt x="2470017" y="1233853"/>
                </a:lnTo>
                <a:lnTo>
                  <a:pt x="2450072" y="1229834"/>
                </a:lnTo>
                <a:close/>
              </a:path>
              <a:path extrusionOk="0" h="1607820" w="4617085">
                <a:moveTo>
                  <a:pt x="2752665" y="1229834"/>
                </a:moveTo>
                <a:lnTo>
                  <a:pt x="2732753" y="1233853"/>
                </a:lnTo>
                <a:lnTo>
                  <a:pt x="2716494" y="1244814"/>
                </a:lnTo>
                <a:lnTo>
                  <a:pt x="2705532" y="1261071"/>
                </a:lnTo>
                <a:lnTo>
                  <a:pt x="2701513" y="1280980"/>
                </a:lnTo>
                <a:lnTo>
                  <a:pt x="2705532" y="1300891"/>
                </a:lnTo>
                <a:lnTo>
                  <a:pt x="2716494" y="1317148"/>
                </a:lnTo>
                <a:lnTo>
                  <a:pt x="2732753" y="1328107"/>
                </a:lnTo>
                <a:lnTo>
                  <a:pt x="2752665" y="1332126"/>
                </a:lnTo>
                <a:lnTo>
                  <a:pt x="2772609" y="1328107"/>
                </a:lnTo>
                <a:lnTo>
                  <a:pt x="2788897" y="1317148"/>
                </a:lnTo>
                <a:lnTo>
                  <a:pt x="2799879" y="1300891"/>
                </a:lnTo>
                <a:lnTo>
                  <a:pt x="2803907" y="1280980"/>
                </a:lnTo>
                <a:lnTo>
                  <a:pt x="2799879" y="1261071"/>
                </a:lnTo>
                <a:lnTo>
                  <a:pt x="2788897" y="1244814"/>
                </a:lnTo>
                <a:lnTo>
                  <a:pt x="2772609" y="1233853"/>
                </a:lnTo>
                <a:lnTo>
                  <a:pt x="2752665" y="1229834"/>
                </a:lnTo>
                <a:close/>
              </a:path>
              <a:path extrusionOk="0" h="1607820" w="4617085">
                <a:moveTo>
                  <a:pt x="3055302" y="1235733"/>
                </a:moveTo>
                <a:lnTo>
                  <a:pt x="3037671" y="1239291"/>
                </a:lnTo>
                <a:lnTo>
                  <a:pt x="3023270" y="1248994"/>
                </a:lnTo>
                <a:lnTo>
                  <a:pt x="3013560" y="1263382"/>
                </a:lnTo>
                <a:lnTo>
                  <a:pt x="3009999" y="1280998"/>
                </a:lnTo>
                <a:lnTo>
                  <a:pt x="3013560" y="1298616"/>
                </a:lnTo>
                <a:lnTo>
                  <a:pt x="3023270" y="1313004"/>
                </a:lnTo>
                <a:lnTo>
                  <a:pt x="3037671" y="1322706"/>
                </a:lnTo>
                <a:lnTo>
                  <a:pt x="3055302" y="1326263"/>
                </a:lnTo>
                <a:lnTo>
                  <a:pt x="3072933" y="1322706"/>
                </a:lnTo>
                <a:lnTo>
                  <a:pt x="3087334" y="1313004"/>
                </a:lnTo>
                <a:lnTo>
                  <a:pt x="3097044" y="1298616"/>
                </a:lnTo>
                <a:lnTo>
                  <a:pt x="3100606" y="1280998"/>
                </a:lnTo>
                <a:lnTo>
                  <a:pt x="3097044" y="1263382"/>
                </a:lnTo>
                <a:lnTo>
                  <a:pt x="3087334" y="1248994"/>
                </a:lnTo>
                <a:lnTo>
                  <a:pt x="3072933" y="1239291"/>
                </a:lnTo>
                <a:lnTo>
                  <a:pt x="3055302" y="1235733"/>
                </a:lnTo>
                <a:close/>
              </a:path>
              <a:path extrusionOk="0" h="1607820" w="4617085">
                <a:moveTo>
                  <a:pt x="3357895" y="1249956"/>
                </a:moveTo>
                <a:lnTo>
                  <a:pt x="3345787" y="1252395"/>
                </a:lnTo>
                <a:lnTo>
                  <a:pt x="3335907" y="1259044"/>
                </a:lnTo>
                <a:lnTo>
                  <a:pt x="3329248" y="1268906"/>
                </a:lnTo>
                <a:lnTo>
                  <a:pt x="3326808" y="1280980"/>
                </a:lnTo>
                <a:lnTo>
                  <a:pt x="3329248" y="1293056"/>
                </a:lnTo>
                <a:lnTo>
                  <a:pt x="3335907" y="1302918"/>
                </a:lnTo>
                <a:lnTo>
                  <a:pt x="3345787" y="1309567"/>
                </a:lnTo>
                <a:lnTo>
                  <a:pt x="3357895" y="1312005"/>
                </a:lnTo>
                <a:lnTo>
                  <a:pt x="3369976" y="1309567"/>
                </a:lnTo>
                <a:lnTo>
                  <a:pt x="3379843" y="1302918"/>
                </a:lnTo>
                <a:lnTo>
                  <a:pt x="3386497" y="1293056"/>
                </a:lnTo>
                <a:lnTo>
                  <a:pt x="3388937" y="1280980"/>
                </a:lnTo>
                <a:lnTo>
                  <a:pt x="3386497" y="1268906"/>
                </a:lnTo>
                <a:lnTo>
                  <a:pt x="3379843" y="1259044"/>
                </a:lnTo>
                <a:lnTo>
                  <a:pt x="3369976" y="1252395"/>
                </a:lnTo>
                <a:lnTo>
                  <a:pt x="3357895" y="1249956"/>
                </a:lnTo>
                <a:close/>
              </a:path>
              <a:path extrusionOk="0" h="1607820" w="4617085">
                <a:moveTo>
                  <a:pt x="3667460" y="1268402"/>
                </a:moveTo>
                <a:lnTo>
                  <a:pt x="3653514" y="1268402"/>
                </a:lnTo>
                <a:lnTo>
                  <a:pt x="3647890" y="1274026"/>
                </a:lnTo>
                <a:lnTo>
                  <a:pt x="3647890" y="1287934"/>
                </a:lnTo>
                <a:lnTo>
                  <a:pt x="3653514" y="1293563"/>
                </a:lnTo>
                <a:lnTo>
                  <a:pt x="3667415" y="1293563"/>
                </a:lnTo>
                <a:lnTo>
                  <a:pt x="3673084" y="1287935"/>
                </a:lnTo>
                <a:lnTo>
                  <a:pt x="3673084" y="1274026"/>
                </a:lnTo>
                <a:lnTo>
                  <a:pt x="3667460" y="1268402"/>
                </a:lnTo>
                <a:close/>
              </a:path>
              <a:path extrusionOk="0" h="1607820" w="4617085">
                <a:moveTo>
                  <a:pt x="39095" y="1565753"/>
                </a:moveTo>
                <a:lnTo>
                  <a:pt x="19615" y="1565753"/>
                </a:lnTo>
                <a:lnTo>
                  <a:pt x="11742" y="1573631"/>
                </a:lnTo>
                <a:lnTo>
                  <a:pt x="11742" y="1593081"/>
                </a:lnTo>
                <a:lnTo>
                  <a:pt x="19615" y="1600959"/>
                </a:lnTo>
                <a:lnTo>
                  <a:pt x="39095" y="1600959"/>
                </a:lnTo>
                <a:lnTo>
                  <a:pt x="46968" y="1593081"/>
                </a:lnTo>
                <a:lnTo>
                  <a:pt x="46968" y="1573631"/>
                </a:lnTo>
                <a:lnTo>
                  <a:pt x="39095" y="1565753"/>
                </a:lnTo>
                <a:close/>
              </a:path>
              <a:path extrusionOk="0" h="1607820" w="4617085">
                <a:moveTo>
                  <a:pt x="331970" y="1562396"/>
                </a:moveTo>
                <a:lnTo>
                  <a:pt x="323790" y="1564043"/>
                </a:lnTo>
                <a:lnTo>
                  <a:pt x="317112" y="1568535"/>
                </a:lnTo>
                <a:lnTo>
                  <a:pt x="312610" y="1575197"/>
                </a:lnTo>
                <a:lnTo>
                  <a:pt x="310960" y="1583354"/>
                </a:lnTo>
                <a:lnTo>
                  <a:pt x="312610" y="1591513"/>
                </a:lnTo>
                <a:lnTo>
                  <a:pt x="317112" y="1598176"/>
                </a:lnTo>
                <a:lnTo>
                  <a:pt x="323790" y="1602670"/>
                </a:lnTo>
                <a:lnTo>
                  <a:pt x="331970" y="1604318"/>
                </a:lnTo>
                <a:lnTo>
                  <a:pt x="340123" y="1602670"/>
                </a:lnTo>
                <a:lnTo>
                  <a:pt x="346788" y="1598176"/>
                </a:lnTo>
                <a:lnTo>
                  <a:pt x="351284" y="1591513"/>
                </a:lnTo>
                <a:lnTo>
                  <a:pt x="352934" y="1583354"/>
                </a:lnTo>
                <a:lnTo>
                  <a:pt x="351284" y="1575197"/>
                </a:lnTo>
                <a:lnTo>
                  <a:pt x="346788" y="1568535"/>
                </a:lnTo>
                <a:lnTo>
                  <a:pt x="340123" y="1564043"/>
                </a:lnTo>
                <a:lnTo>
                  <a:pt x="331970" y="1562396"/>
                </a:lnTo>
                <a:close/>
              </a:path>
              <a:path extrusionOk="0" h="1607820" w="4617085">
                <a:moveTo>
                  <a:pt x="634562" y="1560712"/>
                </a:moveTo>
                <a:lnTo>
                  <a:pt x="625724" y="1562490"/>
                </a:lnTo>
                <a:lnTo>
                  <a:pt x="618518" y="1567340"/>
                </a:lnTo>
                <a:lnTo>
                  <a:pt x="613666" y="1574537"/>
                </a:lnTo>
                <a:lnTo>
                  <a:pt x="611888" y="1583354"/>
                </a:lnTo>
                <a:lnTo>
                  <a:pt x="613666" y="1592171"/>
                </a:lnTo>
                <a:lnTo>
                  <a:pt x="618518" y="1599368"/>
                </a:lnTo>
                <a:lnTo>
                  <a:pt x="625724" y="1604218"/>
                </a:lnTo>
                <a:lnTo>
                  <a:pt x="634562" y="1605996"/>
                </a:lnTo>
                <a:lnTo>
                  <a:pt x="643374" y="1604218"/>
                </a:lnTo>
                <a:lnTo>
                  <a:pt x="650567" y="1599368"/>
                </a:lnTo>
                <a:lnTo>
                  <a:pt x="655414" y="1592171"/>
                </a:lnTo>
                <a:lnTo>
                  <a:pt x="657191" y="1583354"/>
                </a:lnTo>
                <a:lnTo>
                  <a:pt x="655414" y="1574537"/>
                </a:lnTo>
                <a:lnTo>
                  <a:pt x="650567" y="1567340"/>
                </a:lnTo>
                <a:lnTo>
                  <a:pt x="643374" y="1562490"/>
                </a:lnTo>
                <a:lnTo>
                  <a:pt x="634562" y="1560712"/>
                </a:lnTo>
                <a:close/>
              </a:path>
              <a:path extrusionOk="0" h="1607820" w="4617085">
                <a:moveTo>
                  <a:pt x="937110" y="1560712"/>
                </a:moveTo>
                <a:lnTo>
                  <a:pt x="928298" y="1562490"/>
                </a:lnTo>
                <a:lnTo>
                  <a:pt x="921105" y="1567340"/>
                </a:lnTo>
                <a:lnTo>
                  <a:pt x="916257" y="1574537"/>
                </a:lnTo>
                <a:lnTo>
                  <a:pt x="914480" y="1583355"/>
                </a:lnTo>
                <a:lnTo>
                  <a:pt x="916257" y="1592171"/>
                </a:lnTo>
                <a:lnTo>
                  <a:pt x="921105" y="1599368"/>
                </a:lnTo>
                <a:lnTo>
                  <a:pt x="928298" y="1604218"/>
                </a:lnTo>
                <a:lnTo>
                  <a:pt x="937110" y="1605996"/>
                </a:lnTo>
                <a:lnTo>
                  <a:pt x="945948" y="1604218"/>
                </a:lnTo>
                <a:lnTo>
                  <a:pt x="953154" y="1599368"/>
                </a:lnTo>
                <a:lnTo>
                  <a:pt x="958006" y="1592171"/>
                </a:lnTo>
                <a:lnTo>
                  <a:pt x="959784" y="1583355"/>
                </a:lnTo>
                <a:lnTo>
                  <a:pt x="958006" y="1574537"/>
                </a:lnTo>
                <a:lnTo>
                  <a:pt x="953154" y="1567340"/>
                </a:lnTo>
                <a:lnTo>
                  <a:pt x="945948" y="1562490"/>
                </a:lnTo>
                <a:lnTo>
                  <a:pt x="937110" y="1560712"/>
                </a:lnTo>
                <a:close/>
              </a:path>
              <a:path extrusionOk="0" h="1607820" w="4617085">
                <a:moveTo>
                  <a:pt x="1239702" y="1559067"/>
                </a:moveTo>
                <a:lnTo>
                  <a:pt x="1230250" y="1560978"/>
                </a:lnTo>
                <a:lnTo>
                  <a:pt x="1222528" y="1566187"/>
                </a:lnTo>
                <a:lnTo>
                  <a:pt x="1217319" y="1573912"/>
                </a:lnTo>
                <a:lnTo>
                  <a:pt x="1215408" y="1583371"/>
                </a:lnTo>
                <a:lnTo>
                  <a:pt x="1217319" y="1592831"/>
                </a:lnTo>
                <a:lnTo>
                  <a:pt x="1222528" y="1600557"/>
                </a:lnTo>
                <a:lnTo>
                  <a:pt x="1230250" y="1605767"/>
                </a:lnTo>
                <a:lnTo>
                  <a:pt x="1239702" y="1607677"/>
                </a:lnTo>
                <a:lnTo>
                  <a:pt x="1249180" y="1605767"/>
                </a:lnTo>
                <a:lnTo>
                  <a:pt x="1256916" y="1600557"/>
                </a:lnTo>
                <a:lnTo>
                  <a:pt x="1262130" y="1592831"/>
                </a:lnTo>
                <a:lnTo>
                  <a:pt x="1264041" y="1583371"/>
                </a:lnTo>
                <a:lnTo>
                  <a:pt x="1262130" y="1573912"/>
                </a:lnTo>
                <a:lnTo>
                  <a:pt x="1256916" y="1566187"/>
                </a:lnTo>
                <a:lnTo>
                  <a:pt x="1249180" y="1560978"/>
                </a:lnTo>
                <a:lnTo>
                  <a:pt x="1239702" y="1559067"/>
                </a:lnTo>
                <a:close/>
              </a:path>
              <a:path extrusionOk="0" h="1607820" w="4617085">
                <a:moveTo>
                  <a:pt x="1542295" y="1560712"/>
                </a:moveTo>
                <a:lnTo>
                  <a:pt x="1533483" y="1562490"/>
                </a:lnTo>
                <a:lnTo>
                  <a:pt x="1526290" y="1567341"/>
                </a:lnTo>
                <a:lnTo>
                  <a:pt x="1521443" y="1574538"/>
                </a:lnTo>
                <a:lnTo>
                  <a:pt x="1519665" y="1583355"/>
                </a:lnTo>
                <a:lnTo>
                  <a:pt x="1521443" y="1592171"/>
                </a:lnTo>
                <a:lnTo>
                  <a:pt x="1526290" y="1599368"/>
                </a:lnTo>
                <a:lnTo>
                  <a:pt x="1533483" y="1604218"/>
                </a:lnTo>
                <a:lnTo>
                  <a:pt x="1542295" y="1605996"/>
                </a:lnTo>
                <a:lnTo>
                  <a:pt x="1551133" y="1604218"/>
                </a:lnTo>
                <a:lnTo>
                  <a:pt x="1558339" y="1599368"/>
                </a:lnTo>
                <a:lnTo>
                  <a:pt x="1563191" y="1592171"/>
                </a:lnTo>
                <a:lnTo>
                  <a:pt x="1564969" y="1583355"/>
                </a:lnTo>
                <a:lnTo>
                  <a:pt x="1563191" y="1574538"/>
                </a:lnTo>
                <a:lnTo>
                  <a:pt x="1558339" y="1567341"/>
                </a:lnTo>
                <a:lnTo>
                  <a:pt x="1551133" y="1562490"/>
                </a:lnTo>
                <a:lnTo>
                  <a:pt x="1542295" y="1560712"/>
                </a:lnTo>
                <a:close/>
              </a:path>
              <a:path extrusionOk="0" h="1607820" w="4617085">
                <a:moveTo>
                  <a:pt x="1844887" y="1563232"/>
                </a:moveTo>
                <a:lnTo>
                  <a:pt x="1837076" y="1564813"/>
                </a:lnTo>
                <a:lnTo>
                  <a:pt x="1830682" y="1569124"/>
                </a:lnTo>
                <a:lnTo>
                  <a:pt x="1826363" y="1575520"/>
                </a:lnTo>
                <a:lnTo>
                  <a:pt x="1824777" y="1583355"/>
                </a:lnTo>
                <a:lnTo>
                  <a:pt x="1826363" y="1591190"/>
                </a:lnTo>
                <a:lnTo>
                  <a:pt x="1830682" y="1597587"/>
                </a:lnTo>
                <a:lnTo>
                  <a:pt x="1837076" y="1601899"/>
                </a:lnTo>
                <a:lnTo>
                  <a:pt x="1844887" y="1603480"/>
                </a:lnTo>
                <a:lnTo>
                  <a:pt x="1852743" y="1601899"/>
                </a:lnTo>
                <a:lnTo>
                  <a:pt x="1859149" y="1597587"/>
                </a:lnTo>
                <a:lnTo>
                  <a:pt x="1863462" y="1591190"/>
                </a:lnTo>
                <a:lnTo>
                  <a:pt x="1865042" y="1583355"/>
                </a:lnTo>
                <a:lnTo>
                  <a:pt x="1863462" y="1575520"/>
                </a:lnTo>
                <a:lnTo>
                  <a:pt x="1859149" y="1569124"/>
                </a:lnTo>
                <a:lnTo>
                  <a:pt x="1852743" y="1564813"/>
                </a:lnTo>
                <a:lnTo>
                  <a:pt x="1844887" y="1563232"/>
                </a:lnTo>
                <a:close/>
              </a:path>
              <a:path extrusionOk="0" h="1607820" w="4617085">
                <a:moveTo>
                  <a:pt x="2156297" y="1567431"/>
                </a:moveTo>
                <a:lnTo>
                  <a:pt x="2138707" y="1567431"/>
                </a:lnTo>
                <a:lnTo>
                  <a:pt x="2131554" y="1574571"/>
                </a:lnTo>
                <a:lnTo>
                  <a:pt x="2131554" y="1592138"/>
                </a:lnTo>
                <a:lnTo>
                  <a:pt x="2138707" y="1599278"/>
                </a:lnTo>
                <a:lnTo>
                  <a:pt x="2156297" y="1599278"/>
                </a:lnTo>
                <a:lnTo>
                  <a:pt x="2163451" y="1592138"/>
                </a:lnTo>
                <a:lnTo>
                  <a:pt x="2163451" y="1574571"/>
                </a:lnTo>
                <a:lnTo>
                  <a:pt x="2156297" y="1567431"/>
                </a:lnTo>
                <a:close/>
              </a:path>
              <a:path extrusionOk="0" h="1607820" w="4617085">
                <a:moveTo>
                  <a:pt x="2455651" y="1573294"/>
                </a:moveTo>
                <a:lnTo>
                  <a:pt x="2444539" y="1573294"/>
                </a:lnTo>
                <a:lnTo>
                  <a:pt x="2440040" y="1577795"/>
                </a:lnTo>
                <a:lnTo>
                  <a:pt x="2440040" y="1588914"/>
                </a:lnTo>
                <a:lnTo>
                  <a:pt x="2444539" y="1593419"/>
                </a:lnTo>
                <a:lnTo>
                  <a:pt x="2455651" y="1593419"/>
                </a:lnTo>
                <a:lnTo>
                  <a:pt x="2460195" y="1588914"/>
                </a:lnTo>
                <a:lnTo>
                  <a:pt x="2460195" y="1577795"/>
                </a:lnTo>
                <a:lnTo>
                  <a:pt x="2455651" y="1573294"/>
                </a:lnTo>
                <a:close/>
              </a:path>
              <a:path extrusionOk="0" h="1607820" w="4617085">
                <a:moveTo>
                  <a:pt x="2754554" y="1579995"/>
                </a:moveTo>
                <a:lnTo>
                  <a:pt x="2750820" y="1579995"/>
                </a:lnTo>
                <a:lnTo>
                  <a:pt x="2749336" y="1581491"/>
                </a:lnTo>
                <a:lnTo>
                  <a:pt x="2749336" y="1585218"/>
                </a:lnTo>
                <a:lnTo>
                  <a:pt x="2750820" y="1586714"/>
                </a:lnTo>
                <a:lnTo>
                  <a:pt x="2754554" y="1586714"/>
                </a:lnTo>
                <a:lnTo>
                  <a:pt x="2756039" y="1585218"/>
                </a:lnTo>
                <a:lnTo>
                  <a:pt x="2756039" y="1581491"/>
                </a:lnTo>
                <a:lnTo>
                  <a:pt x="2754554" y="1579995"/>
                </a:lnTo>
                <a:close/>
              </a:path>
            </a:pathLst>
          </a:custGeom>
          <a:solidFill>
            <a:srgbClr val="E9C6C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46" name="Google Shape;146;p8"/>
          <p:cNvSpPr txBox="1"/>
          <p:nvPr/>
        </p:nvSpPr>
        <p:spPr>
          <a:xfrm>
            <a:off x="1302385" y="3664648"/>
            <a:ext cx="8799830" cy="4912360"/>
          </a:xfrm>
          <a:prstGeom prst="rect">
            <a:avLst/>
          </a:prstGeom>
          <a:noFill/>
          <a:ln>
            <a:noFill/>
          </a:ln>
        </p:spPr>
        <p:txBody>
          <a:bodyPr anchorCtr="0" anchor="t" bIns="0" lIns="0" spcFirstLastPara="1" rIns="0" wrap="square" tIns="13950">
            <a:spAutoFit/>
          </a:bodyPr>
          <a:lstStyle/>
          <a:p>
            <a:pPr indent="-894714" lvl="0" marL="907414" marR="5080" rtl="0" algn="just">
              <a:lnSpc>
                <a:spcPct val="100400"/>
              </a:lnSpc>
              <a:spcBef>
                <a:spcPts val="0"/>
              </a:spcBef>
              <a:spcAft>
                <a:spcPts val="0"/>
              </a:spcAft>
              <a:buSzPts val="3200"/>
              <a:buFont typeface="Calibri"/>
              <a:buAutoNum type="alphaLcPeriod" startAt="3"/>
            </a:pPr>
            <a:r>
              <a:rPr b="1" lang="es-GT" sz="3200">
                <a:latin typeface="Calibri"/>
                <a:ea typeface="Calibri"/>
                <a:cs typeface="Calibri"/>
                <a:sym typeface="Calibri"/>
              </a:rPr>
              <a:t>Relaciones    </a:t>
            </a:r>
            <a:r>
              <a:rPr lang="es-GT" sz="3200">
                <a:latin typeface="Calibri"/>
                <a:ea typeface="Calibri"/>
                <a:cs typeface="Calibri"/>
                <a:sym typeface="Calibri"/>
              </a:rPr>
              <a:t>Las    relaciones    representan asociaciones  entre  entidades.  Una  relación  es  un conjunto de asociaciones o instancias de entidades que están relacionadas entre sí.</a:t>
            </a:r>
            <a:endParaRPr sz="3200">
              <a:latin typeface="Calibri"/>
              <a:ea typeface="Calibri"/>
              <a:cs typeface="Calibri"/>
              <a:sym typeface="Calibri"/>
            </a:endParaRPr>
          </a:p>
          <a:p>
            <a:pPr indent="0" lvl="0" marL="0" rtl="0" algn="l">
              <a:lnSpc>
                <a:spcPct val="100000"/>
              </a:lnSpc>
              <a:spcBef>
                <a:spcPts val="45"/>
              </a:spcBef>
              <a:spcAft>
                <a:spcPts val="0"/>
              </a:spcAft>
              <a:buSzPts val="3200"/>
              <a:buFont typeface="Calibri"/>
              <a:buNone/>
            </a:pPr>
            <a:r>
              <a:t/>
            </a:r>
            <a:endParaRPr sz="3200">
              <a:latin typeface="Calibri"/>
              <a:ea typeface="Calibri"/>
              <a:cs typeface="Calibri"/>
              <a:sym typeface="Calibri"/>
            </a:endParaRPr>
          </a:p>
          <a:p>
            <a:pPr indent="-457200" lvl="1" marL="927100" marR="10795" rtl="0" algn="l">
              <a:lnSpc>
                <a:spcPct val="119656"/>
              </a:lnSpc>
              <a:spcBef>
                <a:spcPts val="0"/>
              </a:spcBef>
              <a:spcAft>
                <a:spcPts val="0"/>
              </a:spcAft>
              <a:buSzPts val="3200"/>
              <a:buFont typeface="Courier New"/>
              <a:buChar char="o"/>
            </a:pPr>
            <a:r>
              <a:rPr lang="es-GT" sz="3200">
                <a:latin typeface="Calibri"/>
                <a:ea typeface="Calibri"/>
                <a:cs typeface="Calibri"/>
                <a:sym typeface="Calibri"/>
              </a:rPr>
              <a:t>Unaria:	Involucra	una	sola	entidad	en	la relación</a:t>
            </a:r>
            <a:endParaRPr sz="3200">
              <a:latin typeface="Calibri"/>
              <a:ea typeface="Calibri"/>
              <a:cs typeface="Calibri"/>
              <a:sym typeface="Calibri"/>
            </a:endParaRPr>
          </a:p>
          <a:p>
            <a:pPr indent="-457200" lvl="1" marL="927100" rtl="0" algn="l">
              <a:lnSpc>
                <a:spcPct val="117812"/>
              </a:lnSpc>
              <a:spcBef>
                <a:spcPts val="0"/>
              </a:spcBef>
              <a:spcAft>
                <a:spcPts val="0"/>
              </a:spcAft>
              <a:buSzPts val="3200"/>
              <a:buFont typeface="Courier New"/>
              <a:buChar char="o"/>
            </a:pPr>
            <a:r>
              <a:rPr lang="es-GT" sz="3200">
                <a:latin typeface="Calibri"/>
                <a:ea typeface="Calibri"/>
                <a:cs typeface="Calibri"/>
                <a:sym typeface="Calibri"/>
              </a:rPr>
              <a:t>Binaria: Involucra dos entidades en la relación</a:t>
            </a:r>
            <a:endParaRPr sz="3200">
              <a:latin typeface="Calibri"/>
              <a:ea typeface="Calibri"/>
              <a:cs typeface="Calibri"/>
              <a:sym typeface="Calibri"/>
            </a:endParaRPr>
          </a:p>
          <a:p>
            <a:pPr indent="-457200" lvl="1" marL="927100" marR="10160" rtl="0" algn="l">
              <a:lnSpc>
                <a:spcPct val="119656"/>
              </a:lnSpc>
              <a:spcBef>
                <a:spcPts val="110"/>
              </a:spcBef>
              <a:spcAft>
                <a:spcPts val="0"/>
              </a:spcAft>
              <a:buSzPts val="3200"/>
              <a:buFont typeface="Courier New"/>
              <a:buChar char="o"/>
            </a:pPr>
            <a:r>
              <a:rPr lang="es-GT" sz="3200">
                <a:latin typeface="Calibri"/>
                <a:ea typeface="Calibri"/>
                <a:cs typeface="Calibri"/>
                <a:sym typeface="Calibri"/>
              </a:rPr>
              <a:t>Ternaria y de mayor grado: Involucra tres o más entidades en la relación</a:t>
            </a:r>
            <a:endParaRPr sz="3200">
              <a:latin typeface="Calibri"/>
              <a:ea typeface="Calibri"/>
              <a:cs typeface="Calibri"/>
              <a:sym typeface="Calibri"/>
            </a:endParaRPr>
          </a:p>
        </p:txBody>
      </p:sp>
      <p:pic>
        <p:nvPicPr>
          <p:cNvPr id="147" name="Google Shape;147;p8"/>
          <p:cNvPicPr preferRelativeResize="0"/>
          <p:nvPr/>
        </p:nvPicPr>
        <p:blipFill rotWithShape="1">
          <a:blip r:embed="rId3">
            <a:alphaModFix/>
          </a:blip>
          <a:srcRect b="0" l="0" r="0" t="0"/>
          <a:stretch/>
        </p:blipFill>
        <p:spPr>
          <a:xfrm>
            <a:off x="11315700" y="4391025"/>
            <a:ext cx="6400800" cy="3638550"/>
          </a:xfrm>
          <a:prstGeom prst="rect">
            <a:avLst/>
          </a:prstGeom>
          <a:noFill/>
          <a:ln>
            <a:noFill/>
          </a:ln>
        </p:spPr>
      </p:pic>
      <p:sp>
        <p:nvSpPr>
          <p:cNvPr id="148" name="Google Shape;148;p8"/>
          <p:cNvSpPr txBox="1"/>
          <p:nvPr/>
        </p:nvSpPr>
        <p:spPr>
          <a:xfrm>
            <a:off x="6889115" y="9171622"/>
            <a:ext cx="4925060" cy="4648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2700">
                <a:latin typeface="Tahoma"/>
                <a:ea typeface="Tahoma"/>
                <a:cs typeface="Tahoma"/>
                <a:sym typeface="Tahoma"/>
              </a:rPr>
              <a:t>Programación Comercial |1S2025</a:t>
            </a:r>
            <a:endParaRPr sz="2700">
              <a:latin typeface="Tahoma"/>
              <a:ea typeface="Tahoma"/>
              <a:cs typeface="Tahoma"/>
              <a:sym typeface="Tahom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9"/>
          <p:cNvSpPr/>
          <p:nvPr/>
        </p:nvSpPr>
        <p:spPr>
          <a:xfrm>
            <a:off x="15916275" y="0"/>
            <a:ext cx="1447800" cy="1676400"/>
          </a:xfrm>
          <a:custGeom>
            <a:rect b="b" l="l" r="r" t="t"/>
            <a:pathLst>
              <a:path extrusionOk="0" h="1676400" w="1447800">
                <a:moveTo>
                  <a:pt x="1447800" y="0"/>
                </a:moveTo>
                <a:lnTo>
                  <a:pt x="0" y="0"/>
                </a:lnTo>
                <a:lnTo>
                  <a:pt x="0" y="998093"/>
                </a:lnTo>
                <a:lnTo>
                  <a:pt x="2451" y="1046894"/>
                </a:lnTo>
                <a:lnTo>
                  <a:pt x="8414" y="1094753"/>
                </a:lnTo>
                <a:lnTo>
                  <a:pt x="17766" y="1141553"/>
                </a:lnTo>
                <a:lnTo>
                  <a:pt x="30388" y="1187177"/>
                </a:lnTo>
                <a:lnTo>
                  <a:pt x="46159" y="1231509"/>
                </a:lnTo>
                <a:lnTo>
                  <a:pt x="64958" y="1274430"/>
                </a:lnTo>
                <a:lnTo>
                  <a:pt x="86664" y="1315826"/>
                </a:lnTo>
                <a:lnTo>
                  <a:pt x="111158" y="1355578"/>
                </a:lnTo>
                <a:lnTo>
                  <a:pt x="138318" y="1393570"/>
                </a:lnTo>
                <a:lnTo>
                  <a:pt x="168025" y="1429686"/>
                </a:lnTo>
                <a:lnTo>
                  <a:pt x="200156" y="1463808"/>
                </a:lnTo>
                <a:lnTo>
                  <a:pt x="234592" y="1495820"/>
                </a:lnTo>
                <a:lnTo>
                  <a:pt x="271212" y="1525604"/>
                </a:lnTo>
                <a:lnTo>
                  <a:pt x="309896" y="1553044"/>
                </a:lnTo>
                <a:lnTo>
                  <a:pt x="350522" y="1578024"/>
                </a:lnTo>
                <a:lnTo>
                  <a:pt x="392971" y="1600426"/>
                </a:lnTo>
                <a:lnTo>
                  <a:pt x="437122" y="1620133"/>
                </a:lnTo>
                <a:lnTo>
                  <a:pt x="482853" y="1637029"/>
                </a:lnTo>
                <a:lnTo>
                  <a:pt x="528493" y="1650244"/>
                </a:lnTo>
                <a:lnTo>
                  <a:pt x="576029" y="1661147"/>
                </a:lnTo>
                <a:lnTo>
                  <a:pt x="624887" y="1669381"/>
                </a:lnTo>
                <a:lnTo>
                  <a:pt x="674495" y="1674585"/>
                </a:lnTo>
                <a:lnTo>
                  <a:pt x="724280" y="1676400"/>
                </a:lnTo>
                <a:lnTo>
                  <a:pt x="773571" y="1674823"/>
                </a:lnTo>
                <a:lnTo>
                  <a:pt x="821971" y="1670186"/>
                </a:lnTo>
                <a:lnTo>
                  <a:pt x="869323" y="1662629"/>
                </a:lnTo>
                <a:lnTo>
                  <a:pt x="915467" y="1652292"/>
                </a:lnTo>
                <a:lnTo>
                  <a:pt x="960246" y="1639316"/>
                </a:lnTo>
                <a:lnTo>
                  <a:pt x="961771" y="1638553"/>
                </a:lnTo>
                <a:lnTo>
                  <a:pt x="963421" y="1638553"/>
                </a:lnTo>
                <a:lnTo>
                  <a:pt x="964946" y="1637792"/>
                </a:lnTo>
                <a:lnTo>
                  <a:pt x="1010224" y="1620535"/>
                </a:lnTo>
                <a:lnTo>
                  <a:pt x="1054025" y="1600510"/>
                </a:lnTo>
                <a:lnTo>
                  <a:pt x="1096218" y="1577833"/>
                </a:lnTo>
                <a:lnTo>
                  <a:pt x="1136674" y="1552621"/>
                </a:lnTo>
                <a:lnTo>
                  <a:pt x="1175262" y="1524990"/>
                </a:lnTo>
                <a:lnTo>
                  <a:pt x="1211852" y="1495058"/>
                </a:lnTo>
                <a:lnTo>
                  <a:pt x="1246315" y="1462940"/>
                </a:lnTo>
                <a:lnTo>
                  <a:pt x="1278520" y="1428755"/>
                </a:lnTo>
                <a:lnTo>
                  <a:pt x="1308338" y="1392618"/>
                </a:lnTo>
                <a:lnTo>
                  <a:pt x="1335637" y="1354647"/>
                </a:lnTo>
                <a:lnTo>
                  <a:pt x="1360290" y="1314958"/>
                </a:lnTo>
                <a:lnTo>
                  <a:pt x="1382164" y="1273668"/>
                </a:lnTo>
                <a:lnTo>
                  <a:pt x="1401131" y="1230895"/>
                </a:lnTo>
                <a:lnTo>
                  <a:pt x="1417060" y="1186754"/>
                </a:lnTo>
                <a:lnTo>
                  <a:pt x="1429821" y="1141363"/>
                </a:lnTo>
                <a:lnTo>
                  <a:pt x="1439285" y="1094838"/>
                </a:lnTo>
                <a:lnTo>
                  <a:pt x="1445321" y="1047296"/>
                </a:lnTo>
                <a:lnTo>
                  <a:pt x="1447800" y="998854"/>
                </a:lnTo>
                <a:lnTo>
                  <a:pt x="1447800" y="0"/>
                </a:lnTo>
                <a:close/>
              </a:path>
            </a:pathLst>
          </a:custGeom>
          <a:solidFill>
            <a:srgbClr val="9FC3D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4" name="Google Shape;154;p9"/>
          <p:cNvSpPr txBox="1"/>
          <p:nvPr/>
        </p:nvSpPr>
        <p:spPr>
          <a:xfrm>
            <a:off x="16234663" y="353948"/>
            <a:ext cx="825500" cy="87249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s-GT" sz="5550">
                <a:latin typeface="Arial Black"/>
                <a:ea typeface="Arial Black"/>
                <a:cs typeface="Arial Black"/>
                <a:sym typeface="Arial Black"/>
              </a:rPr>
              <a:t>10</a:t>
            </a:r>
            <a:endParaRPr sz="5550">
              <a:latin typeface="Arial Black"/>
              <a:ea typeface="Arial Black"/>
              <a:cs typeface="Arial Black"/>
              <a:sym typeface="Arial Black"/>
            </a:endParaRPr>
          </a:p>
        </p:txBody>
      </p:sp>
      <p:sp>
        <p:nvSpPr>
          <p:cNvPr id="155" name="Google Shape;155;p9"/>
          <p:cNvSpPr/>
          <p:nvPr/>
        </p:nvSpPr>
        <p:spPr>
          <a:xfrm>
            <a:off x="67709" y="133724"/>
            <a:ext cx="4617085" cy="1607820"/>
          </a:xfrm>
          <a:custGeom>
            <a:rect b="b" l="l" r="r" t="t"/>
            <a:pathLst>
              <a:path extrusionOk="0" h="1607820" w="4617085">
                <a:moveTo>
                  <a:pt x="29377" y="41823"/>
                </a:moveTo>
                <a:lnTo>
                  <a:pt x="17935" y="44133"/>
                </a:lnTo>
                <a:lnTo>
                  <a:pt x="8598" y="50431"/>
                </a:lnTo>
                <a:lnTo>
                  <a:pt x="2306" y="59771"/>
                </a:lnTo>
                <a:lnTo>
                  <a:pt x="0" y="71203"/>
                </a:lnTo>
                <a:lnTo>
                  <a:pt x="2306" y="82609"/>
                </a:lnTo>
                <a:lnTo>
                  <a:pt x="8598" y="91935"/>
                </a:lnTo>
                <a:lnTo>
                  <a:pt x="17935" y="98229"/>
                </a:lnTo>
                <a:lnTo>
                  <a:pt x="29377" y="100538"/>
                </a:lnTo>
                <a:lnTo>
                  <a:pt x="40793" y="98229"/>
                </a:lnTo>
                <a:lnTo>
                  <a:pt x="50117" y="91935"/>
                </a:lnTo>
                <a:lnTo>
                  <a:pt x="56404" y="82609"/>
                </a:lnTo>
                <a:lnTo>
                  <a:pt x="58709" y="71203"/>
                </a:lnTo>
                <a:lnTo>
                  <a:pt x="56404" y="59771"/>
                </a:lnTo>
                <a:lnTo>
                  <a:pt x="50117" y="50431"/>
                </a:lnTo>
                <a:lnTo>
                  <a:pt x="40793" y="44133"/>
                </a:lnTo>
                <a:lnTo>
                  <a:pt x="29377" y="41823"/>
                </a:lnTo>
                <a:close/>
              </a:path>
              <a:path extrusionOk="0" h="1607820" w="4617085">
                <a:moveTo>
                  <a:pt x="331969" y="38498"/>
                </a:moveTo>
                <a:lnTo>
                  <a:pt x="319222" y="41069"/>
                </a:lnTo>
                <a:lnTo>
                  <a:pt x="308812" y="48078"/>
                </a:lnTo>
                <a:lnTo>
                  <a:pt x="301792" y="58474"/>
                </a:lnTo>
                <a:lnTo>
                  <a:pt x="299218" y="71203"/>
                </a:lnTo>
                <a:lnTo>
                  <a:pt x="301792" y="83932"/>
                </a:lnTo>
                <a:lnTo>
                  <a:pt x="308812" y="94328"/>
                </a:lnTo>
                <a:lnTo>
                  <a:pt x="319222" y="101337"/>
                </a:lnTo>
                <a:lnTo>
                  <a:pt x="331969" y="103908"/>
                </a:lnTo>
                <a:lnTo>
                  <a:pt x="344691" y="101337"/>
                </a:lnTo>
                <a:lnTo>
                  <a:pt x="355088" y="94328"/>
                </a:lnTo>
                <a:lnTo>
                  <a:pt x="362103" y="83932"/>
                </a:lnTo>
                <a:lnTo>
                  <a:pt x="364676" y="71203"/>
                </a:lnTo>
                <a:lnTo>
                  <a:pt x="362103" y="58474"/>
                </a:lnTo>
                <a:lnTo>
                  <a:pt x="355088" y="48079"/>
                </a:lnTo>
                <a:lnTo>
                  <a:pt x="344691" y="41069"/>
                </a:lnTo>
                <a:lnTo>
                  <a:pt x="331969" y="38498"/>
                </a:lnTo>
                <a:close/>
              </a:path>
              <a:path extrusionOk="0" h="1607820" w="4617085">
                <a:moveTo>
                  <a:pt x="634562" y="35983"/>
                </a:moveTo>
                <a:lnTo>
                  <a:pt x="620833" y="38751"/>
                </a:lnTo>
                <a:lnTo>
                  <a:pt x="609622" y="46298"/>
                </a:lnTo>
                <a:lnTo>
                  <a:pt x="602063" y="57494"/>
                </a:lnTo>
                <a:lnTo>
                  <a:pt x="599291" y="71203"/>
                </a:lnTo>
                <a:lnTo>
                  <a:pt x="602063" y="84913"/>
                </a:lnTo>
                <a:lnTo>
                  <a:pt x="609622" y="96108"/>
                </a:lnTo>
                <a:lnTo>
                  <a:pt x="620833" y="103656"/>
                </a:lnTo>
                <a:lnTo>
                  <a:pt x="634562" y="106423"/>
                </a:lnTo>
                <a:lnTo>
                  <a:pt x="648265" y="103656"/>
                </a:lnTo>
                <a:lnTo>
                  <a:pt x="659463" y="96108"/>
                </a:lnTo>
                <a:lnTo>
                  <a:pt x="667017" y="84913"/>
                </a:lnTo>
                <a:lnTo>
                  <a:pt x="669788" y="71203"/>
                </a:lnTo>
                <a:lnTo>
                  <a:pt x="667017" y="57494"/>
                </a:lnTo>
                <a:lnTo>
                  <a:pt x="659463" y="46298"/>
                </a:lnTo>
                <a:lnTo>
                  <a:pt x="648265" y="38751"/>
                </a:lnTo>
                <a:lnTo>
                  <a:pt x="634562" y="35983"/>
                </a:lnTo>
                <a:close/>
              </a:path>
              <a:path extrusionOk="0" h="1607820" w="4617085">
                <a:moveTo>
                  <a:pt x="937110" y="33467"/>
                </a:moveTo>
                <a:lnTo>
                  <a:pt x="922424" y="36432"/>
                </a:lnTo>
                <a:lnTo>
                  <a:pt x="910426" y="44518"/>
                </a:lnTo>
                <a:lnTo>
                  <a:pt x="902333" y="56513"/>
                </a:lnTo>
                <a:lnTo>
                  <a:pt x="899364" y="71203"/>
                </a:lnTo>
                <a:lnTo>
                  <a:pt x="902333" y="85893"/>
                </a:lnTo>
                <a:lnTo>
                  <a:pt x="910426" y="97888"/>
                </a:lnTo>
                <a:lnTo>
                  <a:pt x="922424" y="105974"/>
                </a:lnTo>
                <a:lnTo>
                  <a:pt x="937110" y="108939"/>
                </a:lnTo>
                <a:lnTo>
                  <a:pt x="951821" y="105974"/>
                </a:lnTo>
                <a:lnTo>
                  <a:pt x="963833" y="97888"/>
                </a:lnTo>
                <a:lnTo>
                  <a:pt x="971931" y="85893"/>
                </a:lnTo>
                <a:lnTo>
                  <a:pt x="974900" y="71203"/>
                </a:lnTo>
                <a:lnTo>
                  <a:pt x="971931" y="56513"/>
                </a:lnTo>
                <a:lnTo>
                  <a:pt x="963833" y="44518"/>
                </a:lnTo>
                <a:lnTo>
                  <a:pt x="951821" y="36432"/>
                </a:lnTo>
                <a:lnTo>
                  <a:pt x="937110" y="33467"/>
                </a:lnTo>
                <a:close/>
              </a:path>
              <a:path extrusionOk="0" h="1607820" w="4617085">
                <a:moveTo>
                  <a:pt x="1239702" y="30098"/>
                </a:moveTo>
                <a:lnTo>
                  <a:pt x="1223718" y="33330"/>
                </a:lnTo>
                <a:lnTo>
                  <a:pt x="1210662" y="42143"/>
                </a:lnTo>
                <a:lnTo>
                  <a:pt x="1201857" y="55210"/>
                </a:lnTo>
                <a:lnTo>
                  <a:pt x="1198628" y="71203"/>
                </a:lnTo>
                <a:lnTo>
                  <a:pt x="1201857" y="87197"/>
                </a:lnTo>
                <a:lnTo>
                  <a:pt x="1210662" y="100263"/>
                </a:lnTo>
                <a:lnTo>
                  <a:pt x="1223718" y="109076"/>
                </a:lnTo>
                <a:lnTo>
                  <a:pt x="1239702" y="112309"/>
                </a:lnTo>
                <a:lnTo>
                  <a:pt x="1255719" y="109076"/>
                </a:lnTo>
                <a:lnTo>
                  <a:pt x="1268804" y="100263"/>
                </a:lnTo>
                <a:lnTo>
                  <a:pt x="1277629" y="87197"/>
                </a:lnTo>
                <a:lnTo>
                  <a:pt x="1280867" y="71203"/>
                </a:lnTo>
                <a:lnTo>
                  <a:pt x="1277629" y="55210"/>
                </a:lnTo>
                <a:lnTo>
                  <a:pt x="1268804" y="42143"/>
                </a:lnTo>
                <a:lnTo>
                  <a:pt x="1255719" y="33330"/>
                </a:lnTo>
                <a:lnTo>
                  <a:pt x="1239702" y="30098"/>
                </a:lnTo>
                <a:close/>
              </a:path>
              <a:path extrusionOk="0" h="1607820" w="4617085">
                <a:moveTo>
                  <a:pt x="1542295" y="27627"/>
                </a:moveTo>
                <a:lnTo>
                  <a:pt x="1525329" y="31056"/>
                </a:lnTo>
                <a:lnTo>
                  <a:pt x="1511472" y="40402"/>
                </a:lnTo>
                <a:lnTo>
                  <a:pt x="1502128" y="54255"/>
                </a:lnTo>
                <a:lnTo>
                  <a:pt x="1498701" y="71203"/>
                </a:lnTo>
                <a:lnTo>
                  <a:pt x="1502128" y="88177"/>
                </a:lnTo>
                <a:lnTo>
                  <a:pt x="1511472" y="102043"/>
                </a:lnTo>
                <a:lnTo>
                  <a:pt x="1525329" y="111395"/>
                </a:lnTo>
                <a:lnTo>
                  <a:pt x="1542295" y="114824"/>
                </a:lnTo>
                <a:lnTo>
                  <a:pt x="1559286" y="111395"/>
                </a:lnTo>
                <a:lnTo>
                  <a:pt x="1573157" y="102044"/>
                </a:lnTo>
                <a:lnTo>
                  <a:pt x="1582506" y="88177"/>
                </a:lnTo>
                <a:lnTo>
                  <a:pt x="1585933" y="71203"/>
                </a:lnTo>
                <a:lnTo>
                  <a:pt x="1582506" y="54255"/>
                </a:lnTo>
                <a:lnTo>
                  <a:pt x="1573157" y="40402"/>
                </a:lnTo>
                <a:lnTo>
                  <a:pt x="1559286" y="31056"/>
                </a:lnTo>
                <a:lnTo>
                  <a:pt x="1542295" y="27627"/>
                </a:lnTo>
                <a:close/>
              </a:path>
              <a:path extrusionOk="0" h="1607820" w="4617085">
                <a:moveTo>
                  <a:pt x="1844887" y="25111"/>
                </a:moveTo>
                <a:lnTo>
                  <a:pt x="1826939" y="28738"/>
                </a:lnTo>
                <a:lnTo>
                  <a:pt x="1812282" y="38622"/>
                </a:lnTo>
                <a:lnTo>
                  <a:pt x="1802398" y="53275"/>
                </a:lnTo>
                <a:lnTo>
                  <a:pt x="1798774" y="71203"/>
                </a:lnTo>
                <a:lnTo>
                  <a:pt x="1802398" y="89158"/>
                </a:lnTo>
                <a:lnTo>
                  <a:pt x="1812282" y="103824"/>
                </a:lnTo>
                <a:lnTo>
                  <a:pt x="1826939" y="113713"/>
                </a:lnTo>
                <a:lnTo>
                  <a:pt x="1844887" y="117340"/>
                </a:lnTo>
                <a:lnTo>
                  <a:pt x="1862861" y="113713"/>
                </a:lnTo>
                <a:lnTo>
                  <a:pt x="1877532" y="103824"/>
                </a:lnTo>
                <a:lnTo>
                  <a:pt x="1887420" y="89158"/>
                </a:lnTo>
                <a:lnTo>
                  <a:pt x="1891045" y="71203"/>
                </a:lnTo>
                <a:lnTo>
                  <a:pt x="1887420" y="53275"/>
                </a:lnTo>
                <a:lnTo>
                  <a:pt x="1877532" y="38622"/>
                </a:lnTo>
                <a:lnTo>
                  <a:pt x="1862861" y="28738"/>
                </a:lnTo>
                <a:lnTo>
                  <a:pt x="1844887" y="25111"/>
                </a:lnTo>
                <a:close/>
              </a:path>
              <a:path extrusionOk="0" h="1607820" w="4617085">
                <a:moveTo>
                  <a:pt x="2147480" y="22596"/>
                </a:moveTo>
                <a:lnTo>
                  <a:pt x="2128550" y="26419"/>
                </a:lnTo>
                <a:lnTo>
                  <a:pt x="2113092" y="36842"/>
                </a:lnTo>
                <a:lnTo>
                  <a:pt x="2102669" y="52294"/>
                </a:lnTo>
                <a:lnTo>
                  <a:pt x="2098847" y="71203"/>
                </a:lnTo>
                <a:lnTo>
                  <a:pt x="2102669" y="90139"/>
                </a:lnTo>
                <a:lnTo>
                  <a:pt x="2113092" y="105604"/>
                </a:lnTo>
                <a:lnTo>
                  <a:pt x="2128550" y="116032"/>
                </a:lnTo>
                <a:lnTo>
                  <a:pt x="2147480" y="119856"/>
                </a:lnTo>
                <a:lnTo>
                  <a:pt x="2166442" y="116032"/>
                </a:lnTo>
                <a:lnTo>
                  <a:pt x="2181930" y="105604"/>
                </a:lnTo>
                <a:lnTo>
                  <a:pt x="2192372" y="90139"/>
                </a:lnTo>
                <a:lnTo>
                  <a:pt x="2196202" y="71203"/>
                </a:lnTo>
                <a:lnTo>
                  <a:pt x="2192372" y="52294"/>
                </a:lnTo>
                <a:lnTo>
                  <a:pt x="2181930" y="36842"/>
                </a:lnTo>
                <a:lnTo>
                  <a:pt x="2166442" y="26419"/>
                </a:lnTo>
                <a:lnTo>
                  <a:pt x="2147480" y="22596"/>
                </a:lnTo>
                <a:close/>
              </a:path>
              <a:path extrusionOk="0" h="1607820" w="4617085">
                <a:moveTo>
                  <a:pt x="2450072" y="20080"/>
                </a:moveTo>
                <a:lnTo>
                  <a:pt x="2430160" y="24094"/>
                </a:lnTo>
                <a:lnTo>
                  <a:pt x="2413901" y="35045"/>
                </a:lnTo>
                <a:lnTo>
                  <a:pt x="2402940" y="51294"/>
                </a:lnTo>
                <a:lnTo>
                  <a:pt x="2398920" y="71203"/>
                </a:lnTo>
                <a:lnTo>
                  <a:pt x="2402940" y="91119"/>
                </a:lnTo>
                <a:lnTo>
                  <a:pt x="2413901" y="107384"/>
                </a:lnTo>
                <a:lnTo>
                  <a:pt x="2430160" y="118350"/>
                </a:lnTo>
                <a:lnTo>
                  <a:pt x="2450072" y="122372"/>
                </a:lnTo>
                <a:lnTo>
                  <a:pt x="2470017" y="118350"/>
                </a:lnTo>
                <a:lnTo>
                  <a:pt x="2486305" y="107384"/>
                </a:lnTo>
                <a:lnTo>
                  <a:pt x="2497287" y="91119"/>
                </a:lnTo>
                <a:lnTo>
                  <a:pt x="2501314" y="71203"/>
                </a:lnTo>
                <a:lnTo>
                  <a:pt x="2497287" y="51294"/>
                </a:lnTo>
                <a:lnTo>
                  <a:pt x="2486305" y="35045"/>
                </a:lnTo>
                <a:lnTo>
                  <a:pt x="2470017" y="24094"/>
                </a:lnTo>
                <a:lnTo>
                  <a:pt x="2450072" y="20080"/>
                </a:lnTo>
                <a:close/>
              </a:path>
              <a:path extrusionOk="0" h="1607820" w="4617085">
                <a:moveTo>
                  <a:pt x="2752665" y="16756"/>
                </a:moveTo>
                <a:lnTo>
                  <a:pt x="2731448" y="21038"/>
                </a:lnTo>
                <a:lnTo>
                  <a:pt x="2714115" y="32715"/>
                </a:lnTo>
                <a:lnTo>
                  <a:pt x="2702426" y="50036"/>
                </a:lnTo>
                <a:lnTo>
                  <a:pt x="2698139" y="71248"/>
                </a:lnTo>
                <a:lnTo>
                  <a:pt x="2702426" y="92442"/>
                </a:lnTo>
                <a:lnTo>
                  <a:pt x="2714115" y="109765"/>
                </a:lnTo>
                <a:lnTo>
                  <a:pt x="2731448" y="121453"/>
                </a:lnTo>
                <a:lnTo>
                  <a:pt x="2752665" y="125741"/>
                </a:lnTo>
                <a:lnTo>
                  <a:pt x="2773908" y="121453"/>
                </a:lnTo>
                <a:lnTo>
                  <a:pt x="2791253" y="109765"/>
                </a:lnTo>
                <a:lnTo>
                  <a:pt x="2802948" y="92442"/>
                </a:lnTo>
                <a:lnTo>
                  <a:pt x="2807236" y="71248"/>
                </a:lnTo>
                <a:lnTo>
                  <a:pt x="2802948" y="50036"/>
                </a:lnTo>
                <a:lnTo>
                  <a:pt x="2791253" y="32715"/>
                </a:lnTo>
                <a:lnTo>
                  <a:pt x="2773908" y="21038"/>
                </a:lnTo>
                <a:lnTo>
                  <a:pt x="2752665" y="16756"/>
                </a:lnTo>
                <a:close/>
              </a:path>
              <a:path extrusionOk="0" h="1607820" w="4617085">
                <a:moveTo>
                  <a:pt x="3055302" y="14240"/>
                </a:moveTo>
                <a:lnTo>
                  <a:pt x="3033103" y="18719"/>
                </a:lnTo>
                <a:lnTo>
                  <a:pt x="3014970" y="30935"/>
                </a:lnTo>
                <a:lnTo>
                  <a:pt x="3002742" y="49055"/>
                </a:lnTo>
                <a:lnTo>
                  <a:pt x="2998257" y="71248"/>
                </a:lnTo>
                <a:lnTo>
                  <a:pt x="3002742" y="93423"/>
                </a:lnTo>
                <a:lnTo>
                  <a:pt x="3014970" y="111545"/>
                </a:lnTo>
                <a:lnTo>
                  <a:pt x="3033103" y="123771"/>
                </a:lnTo>
                <a:lnTo>
                  <a:pt x="3055302" y="128257"/>
                </a:lnTo>
                <a:lnTo>
                  <a:pt x="3077520" y="123771"/>
                </a:lnTo>
                <a:lnTo>
                  <a:pt x="3095651" y="111545"/>
                </a:lnTo>
                <a:lnTo>
                  <a:pt x="3107869" y="93423"/>
                </a:lnTo>
                <a:lnTo>
                  <a:pt x="3112348" y="71248"/>
                </a:lnTo>
                <a:lnTo>
                  <a:pt x="3107863" y="49055"/>
                </a:lnTo>
                <a:lnTo>
                  <a:pt x="3095634" y="30935"/>
                </a:lnTo>
                <a:lnTo>
                  <a:pt x="3077501" y="18719"/>
                </a:lnTo>
                <a:lnTo>
                  <a:pt x="3055302" y="14240"/>
                </a:lnTo>
                <a:close/>
              </a:path>
              <a:path extrusionOk="0" h="1607820" w="4617085">
                <a:moveTo>
                  <a:pt x="3357895" y="11724"/>
                </a:moveTo>
                <a:lnTo>
                  <a:pt x="3334714" y="16401"/>
                </a:lnTo>
                <a:lnTo>
                  <a:pt x="3315780" y="29155"/>
                </a:lnTo>
                <a:lnTo>
                  <a:pt x="3303012" y="48075"/>
                </a:lnTo>
                <a:lnTo>
                  <a:pt x="3298330" y="71249"/>
                </a:lnTo>
                <a:lnTo>
                  <a:pt x="3303012" y="94403"/>
                </a:lnTo>
                <a:lnTo>
                  <a:pt x="3315780" y="113325"/>
                </a:lnTo>
                <a:lnTo>
                  <a:pt x="3334714" y="126090"/>
                </a:lnTo>
                <a:lnTo>
                  <a:pt x="3357895" y="130773"/>
                </a:lnTo>
                <a:lnTo>
                  <a:pt x="3381076" y="126090"/>
                </a:lnTo>
                <a:lnTo>
                  <a:pt x="3400009" y="113325"/>
                </a:lnTo>
                <a:lnTo>
                  <a:pt x="3412777" y="94403"/>
                </a:lnTo>
                <a:lnTo>
                  <a:pt x="3417459" y="71249"/>
                </a:lnTo>
                <a:lnTo>
                  <a:pt x="3412777" y="48075"/>
                </a:lnTo>
                <a:lnTo>
                  <a:pt x="3400009" y="29155"/>
                </a:lnTo>
                <a:lnTo>
                  <a:pt x="3381076" y="16401"/>
                </a:lnTo>
                <a:lnTo>
                  <a:pt x="3357895" y="11724"/>
                </a:lnTo>
                <a:close/>
              </a:path>
              <a:path extrusionOk="0" h="1607820" w="4617085">
                <a:moveTo>
                  <a:pt x="3660487" y="7547"/>
                </a:moveTo>
                <a:lnTo>
                  <a:pt x="3635665" y="12553"/>
                </a:lnTo>
                <a:lnTo>
                  <a:pt x="3615403" y="26207"/>
                </a:lnTo>
                <a:lnTo>
                  <a:pt x="3601746" y="46456"/>
                </a:lnTo>
                <a:lnTo>
                  <a:pt x="3596738" y="71249"/>
                </a:lnTo>
                <a:lnTo>
                  <a:pt x="3601746" y="96042"/>
                </a:lnTo>
                <a:lnTo>
                  <a:pt x="3615403" y="116290"/>
                </a:lnTo>
                <a:lnTo>
                  <a:pt x="3635665" y="129944"/>
                </a:lnTo>
                <a:lnTo>
                  <a:pt x="3660487" y="134951"/>
                </a:lnTo>
                <a:lnTo>
                  <a:pt x="3685290" y="129944"/>
                </a:lnTo>
                <a:lnTo>
                  <a:pt x="3705554" y="116290"/>
                </a:lnTo>
                <a:lnTo>
                  <a:pt x="3719222" y="96042"/>
                </a:lnTo>
                <a:lnTo>
                  <a:pt x="3724236" y="71249"/>
                </a:lnTo>
                <a:lnTo>
                  <a:pt x="3719222" y="46456"/>
                </a:lnTo>
                <a:lnTo>
                  <a:pt x="3705554" y="26207"/>
                </a:lnTo>
                <a:lnTo>
                  <a:pt x="3685290" y="12553"/>
                </a:lnTo>
                <a:lnTo>
                  <a:pt x="3660487" y="7547"/>
                </a:lnTo>
                <a:close/>
              </a:path>
              <a:path extrusionOk="0" h="1607820" w="4617085">
                <a:moveTo>
                  <a:pt x="3963080" y="4177"/>
                </a:moveTo>
                <a:lnTo>
                  <a:pt x="3936953" y="9452"/>
                </a:lnTo>
                <a:lnTo>
                  <a:pt x="3915617" y="23832"/>
                </a:lnTo>
                <a:lnTo>
                  <a:pt x="3901232" y="45152"/>
                </a:lnTo>
                <a:lnTo>
                  <a:pt x="3895957" y="71249"/>
                </a:lnTo>
                <a:lnTo>
                  <a:pt x="3901232" y="97364"/>
                </a:lnTo>
                <a:lnTo>
                  <a:pt x="3915617" y="118683"/>
                </a:lnTo>
                <a:lnTo>
                  <a:pt x="3936953" y="133052"/>
                </a:lnTo>
                <a:lnTo>
                  <a:pt x="3963080" y="138320"/>
                </a:lnTo>
                <a:lnTo>
                  <a:pt x="3989207" y="133052"/>
                </a:lnTo>
                <a:lnTo>
                  <a:pt x="4010543" y="118683"/>
                </a:lnTo>
                <a:lnTo>
                  <a:pt x="4024928" y="97364"/>
                </a:lnTo>
                <a:lnTo>
                  <a:pt x="4030202" y="71249"/>
                </a:lnTo>
                <a:lnTo>
                  <a:pt x="4024928" y="45152"/>
                </a:lnTo>
                <a:lnTo>
                  <a:pt x="4010542" y="23832"/>
                </a:lnTo>
                <a:lnTo>
                  <a:pt x="3989207" y="9452"/>
                </a:lnTo>
                <a:lnTo>
                  <a:pt x="3963080" y="4177"/>
                </a:lnTo>
                <a:close/>
              </a:path>
              <a:path extrusionOk="0" h="1607820" w="4617085">
                <a:moveTo>
                  <a:pt x="4265672" y="0"/>
                </a:moveTo>
                <a:lnTo>
                  <a:pt x="4237904" y="5598"/>
                </a:lnTo>
                <a:lnTo>
                  <a:pt x="4215240" y="20867"/>
                </a:lnTo>
                <a:lnTo>
                  <a:pt x="4199965" y="43514"/>
                </a:lnTo>
                <a:lnTo>
                  <a:pt x="4194365" y="71249"/>
                </a:lnTo>
                <a:lnTo>
                  <a:pt x="4199965" y="99003"/>
                </a:lnTo>
                <a:lnTo>
                  <a:pt x="4215240" y="121648"/>
                </a:lnTo>
                <a:lnTo>
                  <a:pt x="4237904" y="136906"/>
                </a:lnTo>
                <a:lnTo>
                  <a:pt x="4265672" y="142498"/>
                </a:lnTo>
                <a:lnTo>
                  <a:pt x="4293428" y="136906"/>
                </a:lnTo>
                <a:lnTo>
                  <a:pt x="4316110" y="121648"/>
                </a:lnTo>
                <a:lnTo>
                  <a:pt x="4331411" y="99003"/>
                </a:lnTo>
                <a:lnTo>
                  <a:pt x="4337024" y="71249"/>
                </a:lnTo>
                <a:lnTo>
                  <a:pt x="4331411" y="43514"/>
                </a:lnTo>
                <a:lnTo>
                  <a:pt x="4316110" y="20867"/>
                </a:lnTo>
                <a:lnTo>
                  <a:pt x="4293428" y="5598"/>
                </a:lnTo>
                <a:lnTo>
                  <a:pt x="4265672" y="0"/>
                </a:lnTo>
                <a:close/>
              </a:path>
              <a:path extrusionOk="0" h="1607820" w="4617085">
                <a:moveTo>
                  <a:pt x="4568265" y="22641"/>
                </a:moveTo>
                <a:lnTo>
                  <a:pt x="4549309" y="26458"/>
                </a:lnTo>
                <a:lnTo>
                  <a:pt x="4533837" y="36871"/>
                </a:lnTo>
                <a:lnTo>
                  <a:pt x="4523410" y="52320"/>
                </a:lnTo>
                <a:lnTo>
                  <a:pt x="4519587" y="71249"/>
                </a:lnTo>
                <a:lnTo>
                  <a:pt x="4523410" y="90177"/>
                </a:lnTo>
                <a:lnTo>
                  <a:pt x="4533837" y="105627"/>
                </a:lnTo>
                <a:lnTo>
                  <a:pt x="4549309" y="116039"/>
                </a:lnTo>
                <a:lnTo>
                  <a:pt x="4568265" y="119856"/>
                </a:lnTo>
                <a:lnTo>
                  <a:pt x="4587201" y="116039"/>
                </a:lnTo>
                <a:lnTo>
                  <a:pt x="4602675" y="105627"/>
                </a:lnTo>
                <a:lnTo>
                  <a:pt x="4613113" y="90177"/>
                </a:lnTo>
                <a:lnTo>
                  <a:pt x="4616942" y="71249"/>
                </a:lnTo>
                <a:lnTo>
                  <a:pt x="4613113" y="52320"/>
                </a:lnTo>
                <a:lnTo>
                  <a:pt x="4602675" y="36871"/>
                </a:lnTo>
                <a:lnTo>
                  <a:pt x="4587201" y="26458"/>
                </a:lnTo>
                <a:lnTo>
                  <a:pt x="4568265" y="22641"/>
                </a:lnTo>
                <a:close/>
              </a:path>
              <a:path extrusionOk="0" h="1607820" w="4617085">
                <a:moveTo>
                  <a:pt x="29377" y="344295"/>
                </a:moveTo>
                <a:lnTo>
                  <a:pt x="17935" y="346598"/>
                </a:lnTo>
                <a:lnTo>
                  <a:pt x="8598" y="352881"/>
                </a:lnTo>
                <a:lnTo>
                  <a:pt x="2306" y="362205"/>
                </a:lnTo>
                <a:lnTo>
                  <a:pt x="0" y="373630"/>
                </a:lnTo>
                <a:lnTo>
                  <a:pt x="2306" y="385056"/>
                </a:lnTo>
                <a:lnTo>
                  <a:pt x="8598" y="394379"/>
                </a:lnTo>
                <a:lnTo>
                  <a:pt x="17935" y="400663"/>
                </a:lnTo>
                <a:lnTo>
                  <a:pt x="29377" y="402966"/>
                </a:lnTo>
                <a:lnTo>
                  <a:pt x="40793" y="400663"/>
                </a:lnTo>
                <a:lnTo>
                  <a:pt x="50117" y="394380"/>
                </a:lnTo>
                <a:lnTo>
                  <a:pt x="56404" y="385056"/>
                </a:lnTo>
                <a:lnTo>
                  <a:pt x="58709" y="373630"/>
                </a:lnTo>
                <a:lnTo>
                  <a:pt x="56404" y="362205"/>
                </a:lnTo>
                <a:lnTo>
                  <a:pt x="50117" y="352881"/>
                </a:lnTo>
                <a:lnTo>
                  <a:pt x="40793" y="346598"/>
                </a:lnTo>
                <a:lnTo>
                  <a:pt x="29377" y="344295"/>
                </a:lnTo>
                <a:close/>
              </a:path>
              <a:path extrusionOk="0" h="1607820" w="4617085">
                <a:moveTo>
                  <a:pt x="331970" y="340926"/>
                </a:moveTo>
                <a:lnTo>
                  <a:pt x="319222" y="343496"/>
                </a:lnTo>
                <a:lnTo>
                  <a:pt x="308812" y="350506"/>
                </a:lnTo>
                <a:lnTo>
                  <a:pt x="301792" y="360901"/>
                </a:lnTo>
                <a:lnTo>
                  <a:pt x="299218" y="373630"/>
                </a:lnTo>
                <a:lnTo>
                  <a:pt x="301792" y="386359"/>
                </a:lnTo>
                <a:lnTo>
                  <a:pt x="308812" y="396755"/>
                </a:lnTo>
                <a:lnTo>
                  <a:pt x="319222" y="403764"/>
                </a:lnTo>
                <a:lnTo>
                  <a:pt x="331970" y="406335"/>
                </a:lnTo>
                <a:lnTo>
                  <a:pt x="344691" y="403764"/>
                </a:lnTo>
                <a:lnTo>
                  <a:pt x="355088" y="396755"/>
                </a:lnTo>
                <a:lnTo>
                  <a:pt x="362103" y="386359"/>
                </a:lnTo>
                <a:lnTo>
                  <a:pt x="364676" y="373630"/>
                </a:lnTo>
                <a:lnTo>
                  <a:pt x="362103" y="360901"/>
                </a:lnTo>
                <a:lnTo>
                  <a:pt x="355088" y="350506"/>
                </a:lnTo>
                <a:lnTo>
                  <a:pt x="344691" y="343496"/>
                </a:lnTo>
                <a:lnTo>
                  <a:pt x="331970" y="340926"/>
                </a:lnTo>
                <a:close/>
              </a:path>
              <a:path extrusionOk="0" h="1607820" w="4617085">
                <a:moveTo>
                  <a:pt x="634562" y="338455"/>
                </a:moveTo>
                <a:lnTo>
                  <a:pt x="620833" y="341223"/>
                </a:lnTo>
                <a:lnTo>
                  <a:pt x="609622" y="348771"/>
                </a:lnTo>
                <a:lnTo>
                  <a:pt x="602063" y="359966"/>
                </a:lnTo>
                <a:lnTo>
                  <a:pt x="599291" y="373675"/>
                </a:lnTo>
                <a:lnTo>
                  <a:pt x="602063" y="387359"/>
                </a:lnTo>
                <a:lnTo>
                  <a:pt x="609622" y="398541"/>
                </a:lnTo>
                <a:lnTo>
                  <a:pt x="620833" y="406084"/>
                </a:lnTo>
                <a:lnTo>
                  <a:pt x="634562" y="408851"/>
                </a:lnTo>
                <a:lnTo>
                  <a:pt x="648265" y="406084"/>
                </a:lnTo>
                <a:lnTo>
                  <a:pt x="659463" y="398541"/>
                </a:lnTo>
                <a:lnTo>
                  <a:pt x="667017" y="387359"/>
                </a:lnTo>
                <a:lnTo>
                  <a:pt x="669788" y="373675"/>
                </a:lnTo>
                <a:lnTo>
                  <a:pt x="667017" y="359966"/>
                </a:lnTo>
                <a:lnTo>
                  <a:pt x="659463" y="348771"/>
                </a:lnTo>
                <a:lnTo>
                  <a:pt x="648265" y="341223"/>
                </a:lnTo>
                <a:lnTo>
                  <a:pt x="634562" y="338455"/>
                </a:lnTo>
                <a:close/>
              </a:path>
              <a:path extrusionOk="0" h="1607820" w="4617085">
                <a:moveTo>
                  <a:pt x="937110" y="335939"/>
                </a:moveTo>
                <a:lnTo>
                  <a:pt x="922424" y="338904"/>
                </a:lnTo>
                <a:lnTo>
                  <a:pt x="910426" y="346991"/>
                </a:lnTo>
                <a:lnTo>
                  <a:pt x="902333" y="358985"/>
                </a:lnTo>
                <a:lnTo>
                  <a:pt x="899364" y="373675"/>
                </a:lnTo>
                <a:lnTo>
                  <a:pt x="902333" y="388340"/>
                </a:lnTo>
                <a:lnTo>
                  <a:pt x="910426" y="400321"/>
                </a:lnTo>
                <a:lnTo>
                  <a:pt x="922424" y="408402"/>
                </a:lnTo>
                <a:lnTo>
                  <a:pt x="937110" y="411366"/>
                </a:lnTo>
                <a:lnTo>
                  <a:pt x="951821" y="408402"/>
                </a:lnTo>
                <a:lnTo>
                  <a:pt x="963833" y="400321"/>
                </a:lnTo>
                <a:lnTo>
                  <a:pt x="971931" y="388340"/>
                </a:lnTo>
                <a:lnTo>
                  <a:pt x="974900" y="373675"/>
                </a:lnTo>
                <a:lnTo>
                  <a:pt x="971931" y="358985"/>
                </a:lnTo>
                <a:lnTo>
                  <a:pt x="963833" y="346991"/>
                </a:lnTo>
                <a:lnTo>
                  <a:pt x="951821" y="338904"/>
                </a:lnTo>
                <a:lnTo>
                  <a:pt x="937110" y="335939"/>
                </a:lnTo>
                <a:close/>
              </a:path>
              <a:path extrusionOk="0" h="1607820" w="4617085">
                <a:moveTo>
                  <a:pt x="1239702" y="332570"/>
                </a:moveTo>
                <a:lnTo>
                  <a:pt x="1223718" y="335803"/>
                </a:lnTo>
                <a:lnTo>
                  <a:pt x="1210662" y="344615"/>
                </a:lnTo>
                <a:lnTo>
                  <a:pt x="1201857" y="357682"/>
                </a:lnTo>
                <a:lnTo>
                  <a:pt x="1198628" y="373675"/>
                </a:lnTo>
                <a:lnTo>
                  <a:pt x="1201857" y="389662"/>
                </a:lnTo>
                <a:lnTo>
                  <a:pt x="1210662" y="402713"/>
                </a:lnTo>
                <a:lnTo>
                  <a:pt x="1223719" y="411510"/>
                </a:lnTo>
                <a:lnTo>
                  <a:pt x="1239702" y="414736"/>
                </a:lnTo>
                <a:lnTo>
                  <a:pt x="1255719" y="411510"/>
                </a:lnTo>
                <a:lnTo>
                  <a:pt x="1268804" y="402713"/>
                </a:lnTo>
                <a:lnTo>
                  <a:pt x="1277629" y="389662"/>
                </a:lnTo>
                <a:lnTo>
                  <a:pt x="1280867" y="373675"/>
                </a:lnTo>
                <a:lnTo>
                  <a:pt x="1277629" y="357682"/>
                </a:lnTo>
                <a:lnTo>
                  <a:pt x="1268804" y="344615"/>
                </a:lnTo>
                <a:lnTo>
                  <a:pt x="1255719" y="335803"/>
                </a:lnTo>
                <a:lnTo>
                  <a:pt x="1239702" y="332570"/>
                </a:lnTo>
                <a:close/>
              </a:path>
              <a:path extrusionOk="0" h="1607820" w="4617085">
                <a:moveTo>
                  <a:pt x="1542295" y="330099"/>
                </a:moveTo>
                <a:lnTo>
                  <a:pt x="1525329" y="333522"/>
                </a:lnTo>
                <a:lnTo>
                  <a:pt x="1511472" y="342858"/>
                </a:lnTo>
                <a:lnTo>
                  <a:pt x="1502128" y="356708"/>
                </a:lnTo>
                <a:lnTo>
                  <a:pt x="1498701" y="373675"/>
                </a:lnTo>
                <a:lnTo>
                  <a:pt x="1502128" y="390643"/>
                </a:lnTo>
                <a:lnTo>
                  <a:pt x="1511472" y="404493"/>
                </a:lnTo>
                <a:lnTo>
                  <a:pt x="1525329" y="413829"/>
                </a:lnTo>
                <a:lnTo>
                  <a:pt x="1542295" y="417252"/>
                </a:lnTo>
                <a:lnTo>
                  <a:pt x="1559286" y="413829"/>
                </a:lnTo>
                <a:lnTo>
                  <a:pt x="1573157" y="404493"/>
                </a:lnTo>
                <a:lnTo>
                  <a:pt x="1582506" y="390643"/>
                </a:lnTo>
                <a:lnTo>
                  <a:pt x="1585933" y="373676"/>
                </a:lnTo>
                <a:lnTo>
                  <a:pt x="1582506" y="356708"/>
                </a:lnTo>
                <a:lnTo>
                  <a:pt x="1573157" y="342858"/>
                </a:lnTo>
                <a:lnTo>
                  <a:pt x="1559286" y="333522"/>
                </a:lnTo>
                <a:lnTo>
                  <a:pt x="1542295" y="330099"/>
                </a:lnTo>
                <a:close/>
              </a:path>
              <a:path extrusionOk="0" h="1607820" w="4617085">
                <a:moveTo>
                  <a:pt x="1844887" y="327584"/>
                </a:moveTo>
                <a:lnTo>
                  <a:pt x="1826939" y="331204"/>
                </a:lnTo>
                <a:lnTo>
                  <a:pt x="1812282" y="341078"/>
                </a:lnTo>
                <a:lnTo>
                  <a:pt x="1802398" y="355728"/>
                </a:lnTo>
                <a:lnTo>
                  <a:pt x="1798774" y="373676"/>
                </a:lnTo>
                <a:lnTo>
                  <a:pt x="1802398" y="391623"/>
                </a:lnTo>
                <a:lnTo>
                  <a:pt x="1812282" y="406273"/>
                </a:lnTo>
                <a:lnTo>
                  <a:pt x="1826940" y="416148"/>
                </a:lnTo>
                <a:lnTo>
                  <a:pt x="1844887" y="419767"/>
                </a:lnTo>
                <a:lnTo>
                  <a:pt x="1862861" y="416148"/>
                </a:lnTo>
                <a:lnTo>
                  <a:pt x="1877532" y="406273"/>
                </a:lnTo>
                <a:lnTo>
                  <a:pt x="1887420" y="391623"/>
                </a:lnTo>
                <a:lnTo>
                  <a:pt x="1891045" y="373676"/>
                </a:lnTo>
                <a:lnTo>
                  <a:pt x="1887420" y="355728"/>
                </a:lnTo>
                <a:lnTo>
                  <a:pt x="1877532" y="341078"/>
                </a:lnTo>
                <a:lnTo>
                  <a:pt x="1862861" y="331204"/>
                </a:lnTo>
                <a:lnTo>
                  <a:pt x="1844887" y="327584"/>
                </a:lnTo>
                <a:close/>
              </a:path>
              <a:path extrusionOk="0" h="1607820" w="4617085">
                <a:moveTo>
                  <a:pt x="2147480" y="325068"/>
                </a:moveTo>
                <a:lnTo>
                  <a:pt x="2128550" y="328885"/>
                </a:lnTo>
                <a:lnTo>
                  <a:pt x="2113092" y="339298"/>
                </a:lnTo>
                <a:lnTo>
                  <a:pt x="2102669" y="354747"/>
                </a:lnTo>
                <a:lnTo>
                  <a:pt x="2098847" y="373676"/>
                </a:lnTo>
                <a:lnTo>
                  <a:pt x="2102669" y="392604"/>
                </a:lnTo>
                <a:lnTo>
                  <a:pt x="2113092" y="408054"/>
                </a:lnTo>
                <a:lnTo>
                  <a:pt x="2128550" y="418466"/>
                </a:lnTo>
                <a:lnTo>
                  <a:pt x="2147480" y="422283"/>
                </a:lnTo>
                <a:lnTo>
                  <a:pt x="2166442" y="418466"/>
                </a:lnTo>
                <a:lnTo>
                  <a:pt x="2181930" y="408054"/>
                </a:lnTo>
                <a:lnTo>
                  <a:pt x="2192372" y="392604"/>
                </a:lnTo>
                <a:lnTo>
                  <a:pt x="2196202" y="373676"/>
                </a:lnTo>
                <a:lnTo>
                  <a:pt x="2192372" y="354747"/>
                </a:lnTo>
                <a:lnTo>
                  <a:pt x="2181930" y="339298"/>
                </a:lnTo>
                <a:lnTo>
                  <a:pt x="2166442" y="328885"/>
                </a:lnTo>
                <a:lnTo>
                  <a:pt x="2147480" y="325068"/>
                </a:lnTo>
                <a:close/>
              </a:path>
              <a:path extrusionOk="0" h="1607820" w="4617085">
                <a:moveTo>
                  <a:pt x="2450072" y="322552"/>
                </a:moveTo>
                <a:lnTo>
                  <a:pt x="2430160" y="326567"/>
                </a:lnTo>
                <a:lnTo>
                  <a:pt x="2413901" y="337518"/>
                </a:lnTo>
                <a:lnTo>
                  <a:pt x="2402940" y="353767"/>
                </a:lnTo>
                <a:lnTo>
                  <a:pt x="2398920" y="373676"/>
                </a:lnTo>
                <a:lnTo>
                  <a:pt x="2402940" y="393592"/>
                </a:lnTo>
                <a:lnTo>
                  <a:pt x="2413901" y="409856"/>
                </a:lnTo>
                <a:lnTo>
                  <a:pt x="2430161" y="420823"/>
                </a:lnTo>
                <a:lnTo>
                  <a:pt x="2450072" y="424844"/>
                </a:lnTo>
                <a:lnTo>
                  <a:pt x="2470017" y="420823"/>
                </a:lnTo>
                <a:lnTo>
                  <a:pt x="2486305" y="409856"/>
                </a:lnTo>
                <a:lnTo>
                  <a:pt x="2497287" y="393592"/>
                </a:lnTo>
                <a:lnTo>
                  <a:pt x="2501314" y="373676"/>
                </a:lnTo>
                <a:lnTo>
                  <a:pt x="2497287" y="353767"/>
                </a:lnTo>
                <a:lnTo>
                  <a:pt x="2486305" y="337518"/>
                </a:lnTo>
                <a:lnTo>
                  <a:pt x="2470017" y="326567"/>
                </a:lnTo>
                <a:lnTo>
                  <a:pt x="2450072" y="322552"/>
                </a:lnTo>
                <a:close/>
              </a:path>
              <a:path extrusionOk="0" h="1607820" w="4617085">
                <a:moveTo>
                  <a:pt x="2752665" y="319183"/>
                </a:moveTo>
                <a:lnTo>
                  <a:pt x="2731448" y="323471"/>
                </a:lnTo>
                <a:lnTo>
                  <a:pt x="2714115" y="335159"/>
                </a:lnTo>
                <a:lnTo>
                  <a:pt x="2702426" y="352482"/>
                </a:lnTo>
                <a:lnTo>
                  <a:pt x="2698139" y="373676"/>
                </a:lnTo>
                <a:lnTo>
                  <a:pt x="2702426" y="394888"/>
                </a:lnTo>
                <a:lnTo>
                  <a:pt x="2714115" y="412209"/>
                </a:lnTo>
                <a:lnTo>
                  <a:pt x="2731448" y="423887"/>
                </a:lnTo>
                <a:lnTo>
                  <a:pt x="2752665" y="428168"/>
                </a:lnTo>
                <a:lnTo>
                  <a:pt x="2773908" y="423887"/>
                </a:lnTo>
                <a:lnTo>
                  <a:pt x="2791254" y="412209"/>
                </a:lnTo>
                <a:lnTo>
                  <a:pt x="2802948" y="394888"/>
                </a:lnTo>
                <a:lnTo>
                  <a:pt x="2807236" y="373676"/>
                </a:lnTo>
                <a:lnTo>
                  <a:pt x="2802948" y="352482"/>
                </a:lnTo>
                <a:lnTo>
                  <a:pt x="2791253" y="335159"/>
                </a:lnTo>
                <a:lnTo>
                  <a:pt x="2773908" y="323471"/>
                </a:lnTo>
                <a:lnTo>
                  <a:pt x="2752665" y="319183"/>
                </a:lnTo>
                <a:close/>
              </a:path>
              <a:path extrusionOk="0" h="1607820" w="4617085">
                <a:moveTo>
                  <a:pt x="3055302" y="316667"/>
                </a:moveTo>
                <a:lnTo>
                  <a:pt x="3033103" y="321153"/>
                </a:lnTo>
                <a:lnTo>
                  <a:pt x="3014970" y="333379"/>
                </a:lnTo>
                <a:lnTo>
                  <a:pt x="3002742" y="351502"/>
                </a:lnTo>
                <a:lnTo>
                  <a:pt x="2998257" y="373676"/>
                </a:lnTo>
                <a:lnTo>
                  <a:pt x="3002742" y="395869"/>
                </a:lnTo>
                <a:lnTo>
                  <a:pt x="3014970" y="413989"/>
                </a:lnTo>
                <a:lnTo>
                  <a:pt x="3033103" y="426205"/>
                </a:lnTo>
                <a:lnTo>
                  <a:pt x="3055302" y="430684"/>
                </a:lnTo>
                <a:lnTo>
                  <a:pt x="3077520" y="426205"/>
                </a:lnTo>
                <a:lnTo>
                  <a:pt x="3095651" y="413989"/>
                </a:lnTo>
                <a:lnTo>
                  <a:pt x="3107869" y="395869"/>
                </a:lnTo>
                <a:lnTo>
                  <a:pt x="3112348" y="373676"/>
                </a:lnTo>
                <a:lnTo>
                  <a:pt x="3107863" y="351502"/>
                </a:lnTo>
                <a:lnTo>
                  <a:pt x="3095634" y="333379"/>
                </a:lnTo>
                <a:lnTo>
                  <a:pt x="3077501" y="321153"/>
                </a:lnTo>
                <a:lnTo>
                  <a:pt x="3055302" y="316667"/>
                </a:lnTo>
                <a:close/>
              </a:path>
              <a:path extrusionOk="0" h="1607820" w="4617085">
                <a:moveTo>
                  <a:pt x="3357895" y="314152"/>
                </a:moveTo>
                <a:lnTo>
                  <a:pt x="3334714" y="318834"/>
                </a:lnTo>
                <a:lnTo>
                  <a:pt x="3315780" y="331599"/>
                </a:lnTo>
                <a:lnTo>
                  <a:pt x="3303012" y="350521"/>
                </a:lnTo>
                <a:lnTo>
                  <a:pt x="3298330" y="373676"/>
                </a:lnTo>
                <a:lnTo>
                  <a:pt x="3303012" y="396850"/>
                </a:lnTo>
                <a:lnTo>
                  <a:pt x="3315780" y="415769"/>
                </a:lnTo>
                <a:lnTo>
                  <a:pt x="3334714" y="428524"/>
                </a:lnTo>
                <a:lnTo>
                  <a:pt x="3357895" y="433200"/>
                </a:lnTo>
                <a:lnTo>
                  <a:pt x="3381076" y="428524"/>
                </a:lnTo>
                <a:lnTo>
                  <a:pt x="3400009" y="415769"/>
                </a:lnTo>
                <a:lnTo>
                  <a:pt x="3412777" y="396850"/>
                </a:lnTo>
                <a:lnTo>
                  <a:pt x="3417459" y="373676"/>
                </a:lnTo>
                <a:lnTo>
                  <a:pt x="3412777" y="350521"/>
                </a:lnTo>
                <a:lnTo>
                  <a:pt x="3400009" y="331599"/>
                </a:lnTo>
                <a:lnTo>
                  <a:pt x="3381076" y="318834"/>
                </a:lnTo>
                <a:lnTo>
                  <a:pt x="3357895" y="314152"/>
                </a:lnTo>
                <a:close/>
              </a:path>
              <a:path extrusionOk="0" h="1607820" w="4617085">
                <a:moveTo>
                  <a:pt x="3660487" y="310019"/>
                </a:moveTo>
                <a:lnTo>
                  <a:pt x="3635665" y="315019"/>
                </a:lnTo>
                <a:lnTo>
                  <a:pt x="3615403" y="328662"/>
                </a:lnTo>
                <a:lnTo>
                  <a:pt x="3601746" y="348909"/>
                </a:lnTo>
                <a:lnTo>
                  <a:pt x="3596738" y="373721"/>
                </a:lnTo>
                <a:lnTo>
                  <a:pt x="3601746" y="398514"/>
                </a:lnTo>
                <a:lnTo>
                  <a:pt x="3615403" y="418763"/>
                </a:lnTo>
                <a:lnTo>
                  <a:pt x="3635665" y="432416"/>
                </a:lnTo>
                <a:lnTo>
                  <a:pt x="3660487" y="437423"/>
                </a:lnTo>
                <a:lnTo>
                  <a:pt x="3685290" y="432416"/>
                </a:lnTo>
                <a:lnTo>
                  <a:pt x="3705554" y="418763"/>
                </a:lnTo>
                <a:lnTo>
                  <a:pt x="3719222" y="398514"/>
                </a:lnTo>
                <a:lnTo>
                  <a:pt x="3724236" y="373721"/>
                </a:lnTo>
                <a:lnTo>
                  <a:pt x="3719222" y="348909"/>
                </a:lnTo>
                <a:lnTo>
                  <a:pt x="3705554" y="328662"/>
                </a:lnTo>
                <a:lnTo>
                  <a:pt x="3685290" y="315019"/>
                </a:lnTo>
                <a:lnTo>
                  <a:pt x="3660487" y="310019"/>
                </a:lnTo>
                <a:close/>
              </a:path>
              <a:path extrusionOk="0" h="1607820" w="4617085">
                <a:moveTo>
                  <a:pt x="3963080" y="306650"/>
                </a:moveTo>
                <a:lnTo>
                  <a:pt x="3936953" y="311918"/>
                </a:lnTo>
                <a:lnTo>
                  <a:pt x="3915617" y="326287"/>
                </a:lnTo>
                <a:lnTo>
                  <a:pt x="3901232" y="347605"/>
                </a:lnTo>
                <a:lnTo>
                  <a:pt x="3895957" y="373721"/>
                </a:lnTo>
                <a:lnTo>
                  <a:pt x="3901232" y="399817"/>
                </a:lnTo>
                <a:lnTo>
                  <a:pt x="3915617" y="421138"/>
                </a:lnTo>
                <a:lnTo>
                  <a:pt x="3936953" y="435518"/>
                </a:lnTo>
                <a:lnTo>
                  <a:pt x="3963080" y="440792"/>
                </a:lnTo>
                <a:lnTo>
                  <a:pt x="3989207" y="435518"/>
                </a:lnTo>
                <a:lnTo>
                  <a:pt x="4010543" y="421138"/>
                </a:lnTo>
                <a:lnTo>
                  <a:pt x="4024928" y="399817"/>
                </a:lnTo>
                <a:lnTo>
                  <a:pt x="4030202" y="373721"/>
                </a:lnTo>
                <a:lnTo>
                  <a:pt x="4024928" y="347605"/>
                </a:lnTo>
                <a:lnTo>
                  <a:pt x="4010543" y="326287"/>
                </a:lnTo>
                <a:lnTo>
                  <a:pt x="3989207" y="311918"/>
                </a:lnTo>
                <a:lnTo>
                  <a:pt x="3963080" y="306650"/>
                </a:lnTo>
                <a:close/>
              </a:path>
              <a:path extrusionOk="0" h="1607820" w="4617085">
                <a:moveTo>
                  <a:pt x="4265672" y="302427"/>
                </a:moveTo>
                <a:lnTo>
                  <a:pt x="4237904" y="308026"/>
                </a:lnTo>
                <a:lnTo>
                  <a:pt x="4215240" y="323300"/>
                </a:lnTo>
                <a:lnTo>
                  <a:pt x="4199965" y="345960"/>
                </a:lnTo>
                <a:lnTo>
                  <a:pt x="4194365" y="373721"/>
                </a:lnTo>
                <a:lnTo>
                  <a:pt x="4199965" y="401456"/>
                </a:lnTo>
                <a:lnTo>
                  <a:pt x="4215240" y="424103"/>
                </a:lnTo>
                <a:lnTo>
                  <a:pt x="4237904" y="439372"/>
                </a:lnTo>
                <a:lnTo>
                  <a:pt x="4265672" y="444970"/>
                </a:lnTo>
                <a:lnTo>
                  <a:pt x="4293428" y="439372"/>
                </a:lnTo>
                <a:lnTo>
                  <a:pt x="4316110" y="424103"/>
                </a:lnTo>
                <a:lnTo>
                  <a:pt x="4331411" y="401456"/>
                </a:lnTo>
                <a:lnTo>
                  <a:pt x="4337024" y="373721"/>
                </a:lnTo>
                <a:lnTo>
                  <a:pt x="4331411" y="345960"/>
                </a:lnTo>
                <a:lnTo>
                  <a:pt x="4316110" y="323300"/>
                </a:lnTo>
                <a:lnTo>
                  <a:pt x="4293428" y="308026"/>
                </a:lnTo>
                <a:lnTo>
                  <a:pt x="4265672" y="302427"/>
                </a:lnTo>
                <a:close/>
              </a:path>
              <a:path extrusionOk="0" h="1607820" w="4617085">
                <a:moveTo>
                  <a:pt x="4568265" y="334323"/>
                </a:moveTo>
                <a:lnTo>
                  <a:pt x="4552914" y="337415"/>
                </a:lnTo>
                <a:lnTo>
                  <a:pt x="4540372" y="345851"/>
                </a:lnTo>
                <a:lnTo>
                  <a:pt x="4531913" y="358373"/>
                </a:lnTo>
                <a:lnTo>
                  <a:pt x="4528810" y="373721"/>
                </a:lnTo>
                <a:lnTo>
                  <a:pt x="4531913" y="389050"/>
                </a:lnTo>
                <a:lnTo>
                  <a:pt x="4540372" y="401574"/>
                </a:lnTo>
                <a:lnTo>
                  <a:pt x="4552914" y="410021"/>
                </a:lnTo>
                <a:lnTo>
                  <a:pt x="4568265" y="413119"/>
                </a:lnTo>
                <a:lnTo>
                  <a:pt x="4583609" y="410021"/>
                </a:lnTo>
                <a:lnTo>
                  <a:pt x="4596135" y="401574"/>
                </a:lnTo>
                <a:lnTo>
                  <a:pt x="4604579" y="389050"/>
                </a:lnTo>
                <a:lnTo>
                  <a:pt x="4607675" y="373721"/>
                </a:lnTo>
                <a:lnTo>
                  <a:pt x="4604579" y="358373"/>
                </a:lnTo>
                <a:lnTo>
                  <a:pt x="4596135" y="345851"/>
                </a:lnTo>
                <a:lnTo>
                  <a:pt x="4583609" y="337415"/>
                </a:lnTo>
                <a:lnTo>
                  <a:pt x="4568265" y="334323"/>
                </a:lnTo>
                <a:close/>
              </a:path>
              <a:path extrusionOk="0" h="1607820" w="4617085">
                <a:moveTo>
                  <a:pt x="29377" y="646767"/>
                </a:moveTo>
                <a:lnTo>
                  <a:pt x="17935" y="649070"/>
                </a:lnTo>
                <a:lnTo>
                  <a:pt x="8598" y="655353"/>
                </a:lnTo>
                <a:lnTo>
                  <a:pt x="2306" y="664677"/>
                </a:lnTo>
                <a:lnTo>
                  <a:pt x="0" y="676103"/>
                </a:lnTo>
                <a:lnTo>
                  <a:pt x="2306" y="687528"/>
                </a:lnTo>
                <a:lnTo>
                  <a:pt x="8598" y="696852"/>
                </a:lnTo>
                <a:lnTo>
                  <a:pt x="17935" y="703135"/>
                </a:lnTo>
                <a:lnTo>
                  <a:pt x="29377" y="705438"/>
                </a:lnTo>
                <a:lnTo>
                  <a:pt x="40793" y="703135"/>
                </a:lnTo>
                <a:lnTo>
                  <a:pt x="50117" y="696852"/>
                </a:lnTo>
                <a:lnTo>
                  <a:pt x="56404" y="687528"/>
                </a:lnTo>
                <a:lnTo>
                  <a:pt x="58710" y="676103"/>
                </a:lnTo>
                <a:lnTo>
                  <a:pt x="56404" y="664677"/>
                </a:lnTo>
                <a:lnTo>
                  <a:pt x="50117" y="655353"/>
                </a:lnTo>
                <a:lnTo>
                  <a:pt x="40793" y="649070"/>
                </a:lnTo>
                <a:lnTo>
                  <a:pt x="29377" y="646767"/>
                </a:lnTo>
                <a:close/>
              </a:path>
              <a:path extrusionOk="0" h="1607820" w="4617085">
                <a:moveTo>
                  <a:pt x="331970" y="643398"/>
                </a:moveTo>
                <a:lnTo>
                  <a:pt x="319222" y="645969"/>
                </a:lnTo>
                <a:lnTo>
                  <a:pt x="308812" y="652978"/>
                </a:lnTo>
                <a:lnTo>
                  <a:pt x="301792" y="663374"/>
                </a:lnTo>
                <a:lnTo>
                  <a:pt x="299218" y="676103"/>
                </a:lnTo>
                <a:lnTo>
                  <a:pt x="301792" y="688831"/>
                </a:lnTo>
                <a:lnTo>
                  <a:pt x="308812" y="699227"/>
                </a:lnTo>
                <a:lnTo>
                  <a:pt x="319222" y="706237"/>
                </a:lnTo>
                <a:lnTo>
                  <a:pt x="331970" y="708807"/>
                </a:lnTo>
                <a:lnTo>
                  <a:pt x="344691" y="706237"/>
                </a:lnTo>
                <a:lnTo>
                  <a:pt x="355088" y="699227"/>
                </a:lnTo>
                <a:lnTo>
                  <a:pt x="362103" y="688831"/>
                </a:lnTo>
                <a:lnTo>
                  <a:pt x="364676" y="676103"/>
                </a:lnTo>
                <a:lnTo>
                  <a:pt x="362103" y="663374"/>
                </a:lnTo>
                <a:lnTo>
                  <a:pt x="355088" y="652978"/>
                </a:lnTo>
                <a:lnTo>
                  <a:pt x="344691" y="645969"/>
                </a:lnTo>
                <a:lnTo>
                  <a:pt x="331970" y="643398"/>
                </a:lnTo>
                <a:close/>
              </a:path>
              <a:path extrusionOk="0" h="1607820" w="4617085">
                <a:moveTo>
                  <a:pt x="634562" y="640927"/>
                </a:moveTo>
                <a:lnTo>
                  <a:pt x="620833" y="643694"/>
                </a:lnTo>
                <a:lnTo>
                  <a:pt x="609622" y="651237"/>
                </a:lnTo>
                <a:lnTo>
                  <a:pt x="602063" y="662419"/>
                </a:lnTo>
                <a:lnTo>
                  <a:pt x="599291" y="676103"/>
                </a:lnTo>
                <a:lnTo>
                  <a:pt x="602063" y="689812"/>
                </a:lnTo>
                <a:lnTo>
                  <a:pt x="609622" y="701007"/>
                </a:lnTo>
                <a:lnTo>
                  <a:pt x="620833" y="708555"/>
                </a:lnTo>
                <a:lnTo>
                  <a:pt x="634562" y="711323"/>
                </a:lnTo>
                <a:lnTo>
                  <a:pt x="648265" y="708555"/>
                </a:lnTo>
                <a:lnTo>
                  <a:pt x="659463" y="701007"/>
                </a:lnTo>
                <a:lnTo>
                  <a:pt x="667017" y="689812"/>
                </a:lnTo>
                <a:lnTo>
                  <a:pt x="669788" y="676103"/>
                </a:lnTo>
                <a:lnTo>
                  <a:pt x="667017" y="662419"/>
                </a:lnTo>
                <a:lnTo>
                  <a:pt x="659463" y="651237"/>
                </a:lnTo>
                <a:lnTo>
                  <a:pt x="648265" y="643694"/>
                </a:lnTo>
                <a:lnTo>
                  <a:pt x="634562" y="640927"/>
                </a:lnTo>
                <a:close/>
              </a:path>
              <a:path extrusionOk="0" h="1607820" w="4617085">
                <a:moveTo>
                  <a:pt x="937110" y="638412"/>
                </a:moveTo>
                <a:lnTo>
                  <a:pt x="922424" y="641376"/>
                </a:lnTo>
                <a:lnTo>
                  <a:pt x="910426" y="649457"/>
                </a:lnTo>
                <a:lnTo>
                  <a:pt x="902333" y="661439"/>
                </a:lnTo>
                <a:lnTo>
                  <a:pt x="899364" y="676103"/>
                </a:lnTo>
                <a:lnTo>
                  <a:pt x="902333" y="690793"/>
                </a:lnTo>
                <a:lnTo>
                  <a:pt x="910426" y="702787"/>
                </a:lnTo>
                <a:lnTo>
                  <a:pt x="922424" y="710874"/>
                </a:lnTo>
                <a:lnTo>
                  <a:pt x="937110" y="713839"/>
                </a:lnTo>
                <a:lnTo>
                  <a:pt x="951821" y="710874"/>
                </a:lnTo>
                <a:lnTo>
                  <a:pt x="963833" y="702787"/>
                </a:lnTo>
                <a:lnTo>
                  <a:pt x="971931" y="690793"/>
                </a:lnTo>
                <a:lnTo>
                  <a:pt x="974900" y="676103"/>
                </a:lnTo>
                <a:lnTo>
                  <a:pt x="971931" y="661439"/>
                </a:lnTo>
                <a:lnTo>
                  <a:pt x="963833" y="649457"/>
                </a:lnTo>
                <a:lnTo>
                  <a:pt x="951821" y="641376"/>
                </a:lnTo>
                <a:lnTo>
                  <a:pt x="937110" y="638412"/>
                </a:lnTo>
                <a:close/>
              </a:path>
              <a:path extrusionOk="0" h="1607820" w="4617085">
                <a:moveTo>
                  <a:pt x="1239702" y="635042"/>
                </a:moveTo>
                <a:lnTo>
                  <a:pt x="1223719" y="638268"/>
                </a:lnTo>
                <a:lnTo>
                  <a:pt x="1210662" y="647065"/>
                </a:lnTo>
                <a:lnTo>
                  <a:pt x="1201857" y="660116"/>
                </a:lnTo>
                <a:lnTo>
                  <a:pt x="1198628" y="676103"/>
                </a:lnTo>
                <a:lnTo>
                  <a:pt x="1201857" y="692096"/>
                </a:lnTo>
                <a:lnTo>
                  <a:pt x="1210662" y="705163"/>
                </a:lnTo>
                <a:lnTo>
                  <a:pt x="1223719" y="713976"/>
                </a:lnTo>
                <a:lnTo>
                  <a:pt x="1239702" y="717208"/>
                </a:lnTo>
                <a:lnTo>
                  <a:pt x="1255719" y="713976"/>
                </a:lnTo>
                <a:lnTo>
                  <a:pt x="1268804" y="705163"/>
                </a:lnTo>
                <a:lnTo>
                  <a:pt x="1277629" y="692096"/>
                </a:lnTo>
                <a:lnTo>
                  <a:pt x="1280867" y="676103"/>
                </a:lnTo>
                <a:lnTo>
                  <a:pt x="1277629" y="660116"/>
                </a:lnTo>
                <a:lnTo>
                  <a:pt x="1268804" y="647065"/>
                </a:lnTo>
                <a:lnTo>
                  <a:pt x="1255719" y="638268"/>
                </a:lnTo>
                <a:lnTo>
                  <a:pt x="1239702" y="635042"/>
                </a:lnTo>
                <a:close/>
              </a:path>
              <a:path extrusionOk="0" h="1607820" w="4617085">
                <a:moveTo>
                  <a:pt x="1542295" y="632527"/>
                </a:moveTo>
                <a:lnTo>
                  <a:pt x="1525329" y="635956"/>
                </a:lnTo>
                <a:lnTo>
                  <a:pt x="1511472" y="645308"/>
                </a:lnTo>
                <a:lnTo>
                  <a:pt x="1502128" y="659174"/>
                </a:lnTo>
                <a:lnTo>
                  <a:pt x="1498701" y="676148"/>
                </a:lnTo>
                <a:lnTo>
                  <a:pt x="1502128" y="693096"/>
                </a:lnTo>
                <a:lnTo>
                  <a:pt x="1511472" y="706949"/>
                </a:lnTo>
                <a:lnTo>
                  <a:pt x="1525329" y="716295"/>
                </a:lnTo>
                <a:lnTo>
                  <a:pt x="1542295" y="719724"/>
                </a:lnTo>
                <a:lnTo>
                  <a:pt x="1559286" y="716295"/>
                </a:lnTo>
                <a:lnTo>
                  <a:pt x="1573157" y="706949"/>
                </a:lnTo>
                <a:lnTo>
                  <a:pt x="1582506" y="693096"/>
                </a:lnTo>
                <a:lnTo>
                  <a:pt x="1585933" y="676148"/>
                </a:lnTo>
                <a:lnTo>
                  <a:pt x="1582506" y="659174"/>
                </a:lnTo>
                <a:lnTo>
                  <a:pt x="1573157" y="645308"/>
                </a:lnTo>
                <a:lnTo>
                  <a:pt x="1559286" y="635956"/>
                </a:lnTo>
                <a:lnTo>
                  <a:pt x="1542295" y="632527"/>
                </a:lnTo>
                <a:close/>
              </a:path>
              <a:path extrusionOk="0" h="1607820" w="4617085">
                <a:moveTo>
                  <a:pt x="1844887" y="630011"/>
                </a:moveTo>
                <a:lnTo>
                  <a:pt x="1826940" y="633638"/>
                </a:lnTo>
                <a:lnTo>
                  <a:pt x="1812282" y="643527"/>
                </a:lnTo>
                <a:lnTo>
                  <a:pt x="1802398" y="658193"/>
                </a:lnTo>
                <a:lnTo>
                  <a:pt x="1798774" y="676148"/>
                </a:lnTo>
                <a:lnTo>
                  <a:pt x="1802398" y="694096"/>
                </a:lnTo>
                <a:lnTo>
                  <a:pt x="1812282" y="708746"/>
                </a:lnTo>
                <a:lnTo>
                  <a:pt x="1826940" y="718620"/>
                </a:lnTo>
                <a:lnTo>
                  <a:pt x="1844887" y="722240"/>
                </a:lnTo>
                <a:lnTo>
                  <a:pt x="1862861" y="718620"/>
                </a:lnTo>
                <a:lnTo>
                  <a:pt x="1877532" y="708746"/>
                </a:lnTo>
                <a:lnTo>
                  <a:pt x="1887420" y="694096"/>
                </a:lnTo>
                <a:lnTo>
                  <a:pt x="1891045" y="676148"/>
                </a:lnTo>
                <a:lnTo>
                  <a:pt x="1887420" y="658193"/>
                </a:lnTo>
                <a:lnTo>
                  <a:pt x="1877532" y="643527"/>
                </a:lnTo>
                <a:lnTo>
                  <a:pt x="1862861" y="633638"/>
                </a:lnTo>
                <a:lnTo>
                  <a:pt x="1844887" y="630011"/>
                </a:lnTo>
                <a:close/>
              </a:path>
              <a:path extrusionOk="0" h="1607820" w="4617085">
                <a:moveTo>
                  <a:pt x="2147480" y="627495"/>
                </a:moveTo>
                <a:lnTo>
                  <a:pt x="2128550" y="631319"/>
                </a:lnTo>
                <a:lnTo>
                  <a:pt x="2113092" y="641747"/>
                </a:lnTo>
                <a:lnTo>
                  <a:pt x="2102669" y="657212"/>
                </a:lnTo>
                <a:lnTo>
                  <a:pt x="2098847" y="676148"/>
                </a:lnTo>
                <a:lnTo>
                  <a:pt x="2102669" y="695076"/>
                </a:lnTo>
                <a:lnTo>
                  <a:pt x="2113092" y="710526"/>
                </a:lnTo>
                <a:lnTo>
                  <a:pt x="2128550" y="720938"/>
                </a:lnTo>
                <a:lnTo>
                  <a:pt x="2147480" y="724755"/>
                </a:lnTo>
                <a:lnTo>
                  <a:pt x="2166442" y="720938"/>
                </a:lnTo>
                <a:lnTo>
                  <a:pt x="2181930" y="710526"/>
                </a:lnTo>
                <a:lnTo>
                  <a:pt x="2192373" y="695076"/>
                </a:lnTo>
                <a:lnTo>
                  <a:pt x="2196202" y="676148"/>
                </a:lnTo>
                <a:lnTo>
                  <a:pt x="2192373" y="657212"/>
                </a:lnTo>
                <a:lnTo>
                  <a:pt x="2181930" y="641747"/>
                </a:lnTo>
                <a:lnTo>
                  <a:pt x="2166442" y="631319"/>
                </a:lnTo>
                <a:lnTo>
                  <a:pt x="2147480" y="627495"/>
                </a:lnTo>
                <a:close/>
              </a:path>
              <a:path extrusionOk="0" h="1607820" w="4617085">
                <a:moveTo>
                  <a:pt x="2450072" y="624980"/>
                </a:moveTo>
                <a:lnTo>
                  <a:pt x="2430161" y="629001"/>
                </a:lnTo>
                <a:lnTo>
                  <a:pt x="2413901" y="639967"/>
                </a:lnTo>
                <a:lnTo>
                  <a:pt x="2402940" y="656232"/>
                </a:lnTo>
                <a:lnTo>
                  <a:pt x="2398920" y="676148"/>
                </a:lnTo>
                <a:lnTo>
                  <a:pt x="2402940" y="696057"/>
                </a:lnTo>
                <a:lnTo>
                  <a:pt x="2413901" y="712306"/>
                </a:lnTo>
                <a:lnTo>
                  <a:pt x="2430161" y="723257"/>
                </a:lnTo>
                <a:lnTo>
                  <a:pt x="2450072" y="727271"/>
                </a:lnTo>
                <a:lnTo>
                  <a:pt x="2470017" y="723257"/>
                </a:lnTo>
                <a:lnTo>
                  <a:pt x="2486305" y="712306"/>
                </a:lnTo>
                <a:lnTo>
                  <a:pt x="2497287" y="696057"/>
                </a:lnTo>
                <a:lnTo>
                  <a:pt x="2501314" y="676148"/>
                </a:lnTo>
                <a:lnTo>
                  <a:pt x="2497287" y="656232"/>
                </a:lnTo>
                <a:lnTo>
                  <a:pt x="2486305" y="639967"/>
                </a:lnTo>
                <a:lnTo>
                  <a:pt x="2470017" y="629001"/>
                </a:lnTo>
                <a:lnTo>
                  <a:pt x="2450072" y="624980"/>
                </a:lnTo>
                <a:close/>
              </a:path>
              <a:path extrusionOk="0" h="1607820" w="4617085">
                <a:moveTo>
                  <a:pt x="2752665" y="621655"/>
                </a:moveTo>
                <a:lnTo>
                  <a:pt x="2731448" y="625937"/>
                </a:lnTo>
                <a:lnTo>
                  <a:pt x="2714115" y="637615"/>
                </a:lnTo>
                <a:lnTo>
                  <a:pt x="2702426" y="654935"/>
                </a:lnTo>
                <a:lnTo>
                  <a:pt x="2698139" y="676148"/>
                </a:lnTo>
                <a:lnTo>
                  <a:pt x="2702426" y="697360"/>
                </a:lnTo>
                <a:lnTo>
                  <a:pt x="2714115" y="714681"/>
                </a:lnTo>
                <a:lnTo>
                  <a:pt x="2731448" y="726359"/>
                </a:lnTo>
                <a:lnTo>
                  <a:pt x="2752665" y="730641"/>
                </a:lnTo>
                <a:lnTo>
                  <a:pt x="2773908" y="726359"/>
                </a:lnTo>
                <a:lnTo>
                  <a:pt x="2791254" y="714681"/>
                </a:lnTo>
                <a:lnTo>
                  <a:pt x="2802948" y="697360"/>
                </a:lnTo>
                <a:lnTo>
                  <a:pt x="2807236" y="676148"/>
                </a:lnTo>
                <a:lnTo>
                  <a:pt x="2802948" y="654935"/>
                </a:lnTo>
                <a:lnTo>
                  <a:pt x="2791254" y="637615"/>
                </a:lnTo>
                <a:lnTo>
                  <a:pt x="2773908" y="625937"/>
                </a:lnTo>
                <a:lnTo>
                  <a:pt x="2752665" y="621655"/>
                </a:lnTo>
                <a:close/>
              </a:path>
              <a:path extrusionOk="0" h="1607820" w="4617085">
                <a:moveTo>
                  <a:pt x="3055302" y="619140"/>
                </a:moveTo>
                <a:lnTo>
                  <a:pt x="3033103" y="623619"/>
                </a:lnTo>
                <a:lnTo>
                  <a:pt x="3014970" y="635834"/>
                </a:lnTo>
                <a:lnTo>
                  <a:pt x="3002742" y="653955"/>
                </a:lnTo>
                <a:lnTo>
                  <a:pt x="2998257" y="676148"/>
                </a:lnTo>
                <a:lnTo>
                  <a:pt x="3002742" y="698341"/>
                </a:lnTo>
                <a:lnTo>
                  <a:pt x="3014970" y="716462"/>
                </a:lnTo>
                <a:lnTo>
                  <a:pt x="3033103" y="728677"/>
                </a:lnTo>
                <a:lnTo>
                  <a:pt x="3055302" y="733156"/>
                </a:lnTo>
                <a:lnTo>
                  <a:pt x="3077520" y="728677"/>
                </a:lnTo>
                <a:lnTo>
                  <a:pt x="3095651" y="716462"/>
                </a:lnTo>
                <a:lnTo>
                  <a:pt x="3107869" y="698341"/>
                </a:lnTo>
                <a:lnTo>
                  <a:pt x="3112348" y="676148"/>
                </a:lnTo>
                <a:lnTo>
                  <a:pt x="3107863" y="653955"/>
                </a:lnTo>
                <a:lnTo>
                  <a:pt x="3095634" y="635834"/>
                </a:lnTo>
                <a:lnTo>
                  <a:pt x="3077501" y="623619"/>
                </a:lnTo>
                <a:lnTo>
                  <a:pt x="3055302" y="619140"/>
                </a:lnTo>
                <a:close/>
              </a:path>
              <a:path extrusionOk="0" h="1607820" w="4617085">
                <a:moveTo>
                  <a:pt x="3357895" y="616624"/>
                </a:moveTo>
                <a:lnTo>
                  <a:pt x="3334714" y="621300"/>
                </a:lnTo>
                <a:lnTo>
                  <a:pt x="3315780" y="634054"/>
                </a:lnTo>
                <a:lnTo>
                  <a:pt x="3303012" y="652974"/>
                </a:lnTo>
                <a:lnTo>
                  <a:pt x="3298330" y="676148"/>
                </a:lnTo>
                <a:lnTo>
                  <a:pt x="3303012" y="699322"/>
                </a:lnTo>
                <a:lnTo>
                  <a:pt x="3315780" y="718242"/>
                </a:lnTo>
                <a:lnTo>
                  <a:pt x="3334714" y="730996"/>
                </a:lnTo>
                <a:lnTo>
                  <a:pt x="3357895" y="735672"/>
                </a:lnTo>
                <a:lnTo>
                  <a:pt x="3381076" y="730996"/>
                </a:lnTo>
                <a:lnTo>
                  <a:pt x="3400010" y="718242"/>
                </a:lnTo>
                <a:lnTo>
                  <a:pt x="3412777" y="699322"/>
                </a:lnTo>
                <a:lnTo>
                  <a:pt x="3417459" y="676148"/>
                </a:lnTo>
                <a:lnTo>
                  <a:pt x="3412777" y="652974"/>
                </a:lnTo>
                <a:lnTo>
                  <a:pt x="3400010" y="634054"/>
                </a:lnTo>
                <a:lnTo>
                  <a:pt x="3381076" y="621300"/>
                </a:lnTo>
                <a:lnTo>
                  <a:pt x="3357895" y="616624"/>
                </a:lnTo>
                <a:close/>
              </a:path>
              <a:path extrusionOk="0" h="1607820" w="4617085">
                <a:moveTo>
                  <a:pt x="3660487" y="612446"/>
                </a:moveTo>
                <a:lnTo>
                  <a:pt x="3635665" y="617453"/>
                </a:lnTo>
                <a:lnTo>
                  <a:pt x="3615403" y="631106"/>
                </a:lnTo>
                <a:lnTo>
                  <a:pt x="3601746" y="651355"/>
                </a:lnTo>
                <a:lnTo>
                  <a:pt x="3596739" y="676148"/>
                </a:lnTo>
                <a:lnTo>
                  <a:pt x="3601746" y="700967"/>
                </a:lnTo>
                <a:lnTo>
                  <a:pt x="3615403" y="721229"/>
                </a:lnTo>
                <a:lnTo>
                  <a:pt x="3635665" y="734887"/>
                </a:lnTo>
                <a:lnTo>
                  <a:pt x="3660487" y="739895"/>
                </a:lnTo>
                <a:lnTo>
                  <a:pt x="3685290" y="734887"/>
                </a:lnTo>
                <a:lnTo>
                  <a:pt x="3705554" y="721229"/>
                </a:lnTo>
                <a:lnTo>
                  <a:pt x="3719222" y="700967"/>
                </a:lnTo>
                <a:lnTo>
                  <a:pt x="3724236" y="676148"/>
                </a:lnTo>
                <a:lnTo>
                  <a:pt x="3719222" y="651355"/>
                </a:lnTo>
                <a:lnTo>
                  <a:pt x="3705554" y="631106"/>
                </a:lnTo>
                <a:lnTo>
                  <a:pt x="3685290" y="617453"/>
                </a:lnTo>
                <a:lnTo>
                  <a:pt x="3660487" y="612446"/>
                </a:lnTo>
                <a:close/>
              </a:path>
              <a:path extrusionOk="0" h="1607820" w="4617085">
                <a:moveTo>
                  <a:pt x="3963080" y="609077"/>
                </a:moveTo>
                <a:lnTo>
                  <a:pt x="3936953" y="614351"/>
                </a:lnTo>
                <a:lnTo>
                  <a:pt x="3915617" y="628731"/>
                </a:lnTo>
                <a:lnTo>
                  <a:pt x="3901232" y="650052"/>
                </a:lnTo>
                <a:lnTo>
                  <a:pt x="3895957" y="676148"/>
                </a:lnTo>
                <a:lnTo>
                  <a:pt x="3901232" y="702264"/>
                </a:lnTo>
                <a:lnTo>
                  <a:pt x="3915617" y="723582"/>
                </a:lnTo>
                <a:lnTo>
                  <a:pt x="3936953" y="737951"/>
                </a:lnTo>
                <a:lnTo>
                  <a:pt x="3963080" y="743219"/>
                </a:lnTo>
                <a:lnTo>
                  <a:pt x="3989207" y="737951"/>
                </a:lnTo>
                <a:lnTo>
                  <a:pt x="4010543" y="723582"/>
                </a:lnTo>
                <a:lnTo>
                  <a:pt x="4024928" y="702264"/>
                </a:lnTo>
                <a:lnTo>
                  <a:pt x="4030203" y="676148"/>
                </a:lnTo>
                <a:lnTo>
                  <a:pt x="4024928" y="650052"/>
                </a:lnTo>
                <a:lnTo>
                  <a:pt x="4010543" y="628731"/>
                </a:lnTo>
                <a:lnTo>
                  <a:pt x="3989207" y="614351"/>
                </a:lnTo>
                <a:lnTo>
                  <a:pt x="3963080" y="609077"/>
                </a:lnTo>
                <a:close/>
              </a:path>
              <a:path extrusionOk="0" h="1607820" w="4617085">
                <a:moveTo>
                  <a:pt x="4265672" y="610784"/>
                </a:moveTo>
                <a:lnTo>
                  <a:pt x="4240185" y="615924"/>
                </a:lnTo>
                <a:lnTo>
                  <a:pt x="4219379" y="629938"/>
                </a:lnTo>
                <a:lnTo>
                  <a:pt x="4205355" y="650716"/>
                </a:lnTo>
                <a:lnTo>
                  <a:pt x="4200214" y="676148"/>
                </a:lnTo>
                <a:lnTo>
                  <a:pt x="4205355" y="701606"/>
                </a:lnTo>
                <a:lnTo>
                  <a:pt x="4219379" y="722397"/>
                </a:lnTo>
                <a:lnTo>
                  <a:pt x="4240185" y="736416"/>
                </a:lnTo>
                <a:lnTo>
                  <a:pt x="4265672" y="741557"/>
                </a:lnTo>
                <a:lnTo>
                  <a:pt x="4291134" y="736416"/>
                </a:lnTo>
                <a:lnTo>
                  <a:pt x="4311926" y="722397"/>
                </a:lnTo>
                <a:lnTo>
                  <a:pt x="4325945" y="701606"/>
                </a:lnTo>
                <a:lnTo>
                  <a:pt x="4331085" y="676148"/>
                </a:lnTo>
                <a:lnTo>
                  <a:pt x="4325945" y="650716"/>
                </a:lnTo>
                <a:lnTo>
                  <a:pt x="4311926" y="629938"/>
                </a:lnTo>
                <a:lnTo>
                  <a:pt x="4291134" y="615924"/>
                </a:lnTo>
                <a:lnTo>
                  <a:pt x="4265672" y="610784"/>
                </a:lnTo>
                <a:close/>
              </a:path>
              <a:path extrusionOk="0" h="1607820" w="4617085">
                <a:moveTo>
                  <a:pt x="4575238" y="663570"/>
                </a:moveTo>
                <a:lnTo>
                  <a:pt x="4561292" y="663570"/>
                </a:lnTo>
                <a:lnTo>
                  <a:pt x="4555668" y="669185"/>
                </a:lnTo>
                <a:lnTo>
                  <a:pt x="4555668" y="683112"/>
                </a:lnTo>
                <a:lnTo>
                  <a:pt x="4561292" y="688727"/>
                </a:lnTo>
                <a:lnTo>
                  <a:pt x="4575193" y="688727"/>
                </a:lnTo>
                <a:lnTo>
                  <a:pt x="4580861" y="683112"/>
                </a:lnTo>
                <a:lnTo>
                  <a:pt x="4580861" y="669185"/>
                </a:lnTo>
                <a:lnTo>
                  <a:pt x="4575238" y="663570"/>
                </a:lnTo>
                <a:close/>
              </a:path>
              <a:path extrusionOk="0" h="1607820" w="4617085">
                <a:moveTo>
                  <a:pt x="29377" y="949195"/>
                </a:moveTo>
                <a:lnTo>
                  <a:pt x="17935" y="951498"/>
                </a:lnTo>
                <a:lnTo>
                  <a:pt x="8598" y="957781"/>
                </a:lnTo>
                <a:lnTo>
                  <a:pt x="2306" y="967104"/>
                </a:lnTo>
                <a:lnTo>
                  <a:pt x="0" y="978530"/>
                </a:lnTo>
                <a:lnTo>
                  <a:pt x="2306" y="989955"/>
                </a:lnTo>
                <a:lnTo>
                  <a:pt x="8598" y="999279"/>
                </a:lnTo>
                <a:lnTo>
                  <a:pt x="17935" y="1005562"/>
                </a:lnTo>
                <a:lnTo>
                  <a:pt x="29377" y="1007865"/>
                </a:lnTo>
                <a:lnTo>
                  <a:pt x="40793" y="1005562"/>
                </a:lnTo>
                <a:lnTo>
                  <a:pt x="50117" y="999279"/>
                </a:lnTo>
                <a:lnTo>
                  <a:pt x="56404" y="989955"/>
                </a:lnTo>
                <a:lnTo>
                  <a:pt x="58710" y="978530"/>
                </a:lnTo>
                <a:lnTo>
                  <a:pt x="56404" y="967104"/>
                </a:lnTo>
                <a:lnTo>
                  <a:pt x="50117" y="957781"/>
                </a:lnTo>
                <a:lnTo>
                  <a:pt x="40793" y="951498"/>
                </a:lnTo>
                <a:lnTo>
                  <a:pt x="29377" y="949195"/>
                </a:lnTo>
                <a:close/>
              </a:path>
              <a:path extrusionOk="0" h="1607820" w="4617085">
                <a:moveTo>
                  <a:pt x="331970" y="945825"/>
                </a:moveTo>
                <a:lnTo>
                  <a:pt x="319222" y="948396"/>
                </a:lnTo>
                <a:lnTo>
                  <a:pt x="308812" y="955405"/>
                </a:lnTo>
                <a:lnTo>
                  <a:pt x="301792" y="965801"/>
                </a:lnTo>
                <a:lnTo>
                  <a:pt x="299218" y="978530"/>
                </a:lnTo>
                <a:lnTo>
                  <a:pt x="301792" y="991259"/>
                </a:lnTo>
                <a:lnTo>
                  <a:pt x="308812" y="1001654"/>
                </a:lnTo>
                <a:lnTo>
                  <a:pt x="319222" y="1008664"/>
                </a:lnTo>
                <a:lnTo>
                  <a:pt x="331970" y="1011234"/>
                </a:lnTo>
                <a:lnTo>
                  <a:pt x="344691" y="1008664"/>
                </a:lnTo>
                <a:lnTo>
                  <a:pt x="355088" y="1001654"/>
                </a:lnTo>
                <a:lnTo>
                  <a:pt x="362103" y="991259"/>
                </a:lnTo>
                <a:lnTo>
                  <a:pt x="364676" y="978530"/>
                </a:lnTo>
                <a:lnTo>
                  <a:pt x="362103" y="965801"/>
                </a:lnTo>
                <a:lnTo>
                  <a:pt x="355088" y="955405"/>
                </a:lnTo>
                <a:lnTo>
                  <a:pt x="344691" y="948396"/>
                </a:lnTo>
                <a:lnTo>
                  <a:pt x="331970" y="945825"/>
                </a:lnTo>
                <a:close/>
              </a:path>
              <a:path extrusionOk="0" h="1607820" w="4617085">
                <a:moveTo>
                  <a:pt x="634562" y="943355"/>
                </a:moveTo>
                <a:lnTo>
                  <a:pt x="620833" y="946122"/>
                </a:lnTo>
                <a:lnTo>
                  <a:pt x="609622" y="953670"/>
                </a:lnTo>
                <a:lnTo>
                  <a:pt x="602063" y="964865"/>
                </a:lnTo>
                <a:lnTo>
                  <a:pt x="599291" y="978575"/>
                </a:lnTo>
                <a:lnTo>
                  <a:pt x="602063" y="992258"/>
                </a:lnTo>
                <a:lnTo>
                  <a:pt x="609622" y="1003440"/>
                </a:lnTo>
                <a:lnTo>
                  <a:pt x="620833" y="1010983"/>
                </a:lnTo>
                <a:lnTo>
                  <a:pt x="634562" y="1013750"/>
                </a:lnTo>
                <a:lnTo>
                  <a:pt x="648265" y="1010983"/>
                </a:lnTo>
                <a:lnTo>
                  <a:pt x="659463" y="1003440"/>
                </a:lnTo>
                <a:lnTo>
                  <a:pt x="667017" y="992258"/>
                </a:lnTo>
                <a:lnTo>
                  <a:pt x="669788" y="978575"/>
                </a:lnTo>
                <a:lnTo>
                  <a:pt x="667017" y="964865"/>
                </a:lnTo>
                <a:lnTo>
                  <a:pt x="659463" y="953670"/>
                </a:lnTo>
                <a:lnTo>
                  <a:pt x="648265" y="946122"/>
                </a:lnTo>
                <a:lnTo>
                  <a:pt x="634562" y="943355"/>
                </a:lnTo>
                <a:close/>
              </a:path>
              <a:path extrusionOk="0" h="1607820" w="4617085">
                <a:moveTo>
                  <a:pt x="937110" y="940839"/>
                </a:moveTo>
                <a:lnTo>
                  <a:pt x="922424" y="943804"/>
                </a:lnTo>
                <a:lnTo>
                  <a:pt x="910426" y="951890"/>
                </a:lnTo>
                <a:lnTo>
                  <a:pt x="902333" y="963885"/>
                </a:lnTo>
                <a:lnTo>
                  <a:pt x="899364" y="978575"/>
                </a:lnTo>
                <a:lnTo>
                  <a:pt x="902333" y="993239"/>
                </a:lnTo>
                <a:lnTo>
                  <a:pt x="910426" y="1005220"/>
                </a:lnTo>
                <a:lnTo>
                  <a:pt x="922424" y="1013302"/>
                </a:lnTo>
                <a:lnTo>
                  <a:pt x="937110" y="1016266"/>
                </a:lnTo>
                <a:lnTo>
                  <a:pt x="951821" y="1013302"/>
                </a:lnTo>
                <a:lnTo>
                  <a:pt x="963833" y="1005220"/>
                </a:lnTo>
                <a:lnTo>
                  <a:pt x="971931" y="993239"/>
                </a:lnTo>
                <a:lnTo>
                  <a:pt x="974900" y="978575"/>
                </a:lnTo>
                <a:lnTo>
                  <a:pt x="971931" y="963885"/>
                </a:lnTo>
                <a:lnTo>
                  <a:pt x="963833" y="951890"/>
                </a:lnTo>
                <a:lnTo>
                  <a:pt x="951821" y="943804"/>
                </a:lnTo>
                <a:lnTo>
                  <a:pt x="937110" y="940839"/>
                </a:lnTo>
                <a:close/>
              </a:path>
              <a:path extrusionOk="0" h="1607820" w="4617085">
                <a:moveTo>
                  <a:pt x="1239702" y="937470"/>
                </a:moveTo>
                <a:lnTo>
                  <a:pt x="1223719" y="940696"/>
                </a:lnTo>
                <a:lnTo>
                  <a:pt x="1210662" y="949498"/>
                </a:lnTo>
                <a:lnTo>
                  <a:pt x="1201857" y="962562"/>
                </a:lnTo>
                <a:lnTo>
                  <a:pt x="1198628" y="978575"/>
                </a:lnTo>
                <a:lnTo>
                  <a:pt x="1201857" y="994562"/>
                </a:lnTo>
                <a:lnTo>
                  <a:pt x="1210662" y="1007613"/>
                </a:lnTo>
                <a:lnTo>
                  <a:pt x="1223719" y="1016410"/>
                </a:lnTo>
                <a:lnTo>
                  <a:pt x="1239702" y="1019635"/>
                </a:lnTo>
                <a:lnTo>
                  <a:pt x="1255719" y="1016410"/>
                </a:lnTo>
                <a:lnTo>
                  <a:pt x="1268804" y="1007613"/>
                </a:lnTo>
                <a:lnTo>
                  <a:pt x="1277630" y="994562"/>
                </a:lnTo>
                <a:lnTo>
                  <a:pt x="1280867" y="978575"/>
                </a:lnTo>
                <a:lnTo>
                  <a:pt x="1277630" y="962562"/>
                </a:lnTo>
                <a:lnTo>
                  <a:pt x="1268804" y="949498"/>
                </a:lnTo>
                <a:lnTo>
                  <a:pt x="1255719" y="940696"/>
                </a:lnTo>
                <a:lnTo>
                  <a:pt x="1239702" y="937470"/>
                </a:lnTo>
                <a:close/>
              </a:path>
              <a:path extrusionOk="0" h="1607820" w="4617085">
                <a:moveTo>
                  <a:pt x="1542295" y="934999"/>
                </a:moveTo>
                <a:lnTo>
                  <a:pt x="1525329" y="938422"/>
                </a:lnTo>
                <a:lnTo>
                  <a:pt x="1511472" y="947757"/>
                </a:lnTo>
                <a:lnTo>
                  <a:pt x="1502128" y="961608"/>
                </a:lnTo>
                <a:lnTo>
                  <a:pt x="1498701" y="978575"/>
                </a:lnTo>
                <a:lnTo>
                  <a:pt x="1502128" y="995542"/>
                </a:lnTo>
                <a:lnTo>
                  <a:pt x="1511472" y="1009393"/>
                </a:lnTo>
                <a:lnTo>
                  <a:pt x="1525329" y="1018729"/>
                </a:lnTo>
                <a:lnTo>
                  <a:pt x="1542295" y="1022151"/>
                </a:lnTo>
                <a:lnTo>
                  <a:pt x="1559286" y="1018729"/>
                </a:lnTo>
                <a:lnTo>
                  <a:pt x="1573157" y="1009393"/>
                </a:lnTo>
                <a:lnTo>
                  <a:pt x="1582506" y="995542"/>
                </a:lnTo>
                <a:lnTo>
                  <a:pt x="1585933" y="978575"/>
                </a:lnTo>
                <a:lnTo>
                  <a:pt x="1582506" y="961608"/>
                </a:lnTo>
                <a:lnTo>
                  <a:pt x="1573157" y="947757"/>
                </a:lnTo>
                <a:lnTo>
                  <a:pt x="1559286" y="938422"/>
                </a:lnTo>
                <a:lnTo>
                  <a:pt x="1542295" y="934999"/>
                </a:lnTo>
                <a:close/>
              </a:path>
              <a:path extrusionOk="0" h="1607820" w="4617085">
                <a:moveTo>
                  <a:pt x="1844887" y="932483"/>
                </a:moveTo>
                <a:lnTo>
                  <a:pt x="1826940" y="936103"/>
                </a:lnTo>
                <a:lnTo>
                  <a:pt x="1812282" y="945977"/>
                </a:lnTo>
                <a:lnTo>
                  <a:pt x="1802398" y="960627"/>
                </a:lnTo>
                <a:lnTo>
                  <a:pt x="1798774" y="978575"/>
                </a:lnTo>
                <a:lnTo>
                  <a:pt x="1802398" y="996523"/>
                </a:lnTo>
                <a:lnTo>
                  <a:pt x="1812282" y="1011173"/>
                </a:lnTo>
                <a:lnTo>
                  <a:pt x="1826940" y="1021047"/>
                </a:lnTo>
                <a:lnTo>
                  <a:pt x="1844887" y="1024667"/>
                </a:lnTo>
                <a:lnTo>
                  <a:pt x="1862861" y="1021047"/>
                </a:lnTo>
                <a:lnTo>
                  <a:pt x="1877532" y="1011173"/>
                </a:lnTo>
                <a:lnTo>
                  <a:pt x="1887420" y="996523"/>
                </a:lnTo>
                <a:lnTo>
                  <a:pt x="1891045" y="978575"/>
                </a:lnTo>
                <a:lnTo>
                  <a:pt x="1887420" y="960627"/>
                </a:lnTo>
                <a:lnTo>
                  <a:pt x="1877532" y="945977"/>
                </a:lnTo>
                <a:lnTo>
                  <a:pt x="1862861" y="936103"/>
                </a:lnTo>
                <a:lnTo>
                  <a:pt x="1844887" y="932483"/>
                </a:lnTo>
                <a:close/>
              </a:path>
              <a:path extrusionOk="0" h="1607820" w="4617085">
                <a:moveTo>
                  <a:pt x="2147480" y="929968"/>
                </a:moveTo>
                <a:lnTo>
                  <a:pt x="2128550" y="933785"/>
                </a:lnTo>
                <a:lnTo>
                  <a:pt x="2113092" y="944197"/>
                </a:lnTo>
                <a:lnTo>
                  <a:pt x="2102669" y="959647"/>
                </a:lnTo>
                <a:lnTo>
                  <a:pt x="2098847" y="978575"/>
                </a:lnTo>
                <a:lnTo>
                  <a:pt x="2102669" y="997504"/>
                </a:lnTo>
                <a:lnTo>
                  <a:pt x="2113092" y="1012953"/>
                </a:lnTo>
                <a:lnTo>
                  <a:pt x="2128550" y="1023366"/>
                </a:lnTo>
                <a:lnTo>
                  <a:pt x="2147480" y="1027183"/>
                </a:lnTo>
                <a:lnTo>
                  <a:pt x="2166442" y="1023366"/>
                </a:lnTo>
                <a:lnTo>
                  <a:pt x="2181930" y="1012953"/>
                </a:lnTo>
                <a:lnTo>
                  <a:pt x="2192373" y="997504"/>
                </a:lnTo>
                <a:lnTo>
                  <a:pt x="2196202" y="978575"/>
                </a:lnTo>
                <a:lnTo>
                  <a:pt x="2192373" y="959647"/>
                </a:lnTo>
                <a:lnTo>
                  <a:pt x="2181930" y="944197"/>
                </a:lnTo>
                <a:lnTo>
                  <a:pt x="2166442" y="933785"/>
                </a:lnTo>
                <a:lnTo>
                  <a:pt x="2147480" y="929968"/>
                </a:lnTo>
                <a:close/>
              </a:path>
              <a:path extrusionOk="0" h="1607820" w="4617085">
                <a:moveTo>
                  <a:pt x="2450072" y="927407"/>
                </a:moveTo>
                <a:lnTo>
                  <a:pt x="2430161" y="931428"/>
                </a:lnTo>
                <a:lnTo>
                  <a:pt x="2413901" y="942395"/>
                </a:lnTo>
                <a:lnTo>
                  <a:pt x="2402940" y="958659"/>
                </a:lnTo>
                <a:lnTo>
                  <a:pt x="2398920" y="978575"/>
                </a:lnTo>
                <a:lnTo>
                  <a:pt x="2402940" y="998484"/>
                </a:lnTo>
                <a:lnTo>
                  <a:pt x="2413901" y="1014733"/>
                </a:lnTo>
                <a:lnTo>
                  <a:pt x="2430161" y="1025684"/>
                </a:lnTo>
                <a:lnTo>
                  <a:pt x="2450072" y="1029699"/>
                </a:lnTo>
                <a:lnTo>
                  <a:pt x="2470017" y="1025684"/>
                </a:lnTo>
                <a:lnTo>
                  <a:pt x="2486305" y="1014733"/>
                </a:lnTo>
                <a:lnTo>
                  <a:pt x="2497287" y="998484"/>
                </a:lnTo>
                <a:lnTo>
                  <a:pt x="2501314" y="978575"/>
                </a:lnTo>
                <a:lnTo>
                  <a:pt x="2497287" y="958659"/>
                </a:lnTo>
                <a:lnTo>
                  <a:pt x="2486305" y="942395"/>
                </a:lnTo>
                <a:lnTo>
                  <a:pt x="2470017" y="931428"/>
                </a:lnTo>
                <a:lnTo>
                  <a:pt x="2450072" y="927407"/>
                </a:lnTo>
                <a:close/>
              </a:path>
              <a:path extrusionOk="0" h="1607820" w="4617085">
                <a:moveTo>
                  <a:pt x="2752665" y="924083"/>
                </a:moveTo>
                <a:lnTo>
                  <a:pt x="2731448" y="928371"/>
                </a:lnTo>
                <a:lnTo>
                  <a:pt x="2714115" y="940059"/>
                </a:lnTo>
                <a:lnTo>
                  <a:pt x="2702426" y="957382"/>
                </a:lnTo>
                <a:lnTo>
                  <a:pt x="2698139" y="978575"/>
                </a:lnTo>
                <a:lnTo>
                  <a:pt x="2702426" y="999788"/>
                </a:lnTo>
                <a:lnTo>
                  <a:pt x="2714115" y="1017109"/>
                </a:lnTo>
                <a:lnTo>
                  <a:pt x="2731448" y="1028786"/>
                </a:lnTo>
                <a:lnTo>
                  <a:pt x="2752665" y="1033068"/>
                </a:lnTo>
                <a:lnTo>
                  <a:pt x="2773908" y="1028786"/>
                </a:lnTo>
                <a:lnTo>
                  <a:pt x="2791254" y="1017109"/>
                </a:lnTo>
                <a:lnTo>
                  <a:pt x="2802948" y="999788"/>
                </a:lnTo>
                <a:lnTo>
                  <a:pt x="2807236" y="978575"/>
                </a:lnTo>
                <a:lnTo>
                  <a:pt x="2802948" y="957382"/>
                </a:lnTo>
                <a:lnTo>
                  <a:pt x="2791254" y="940059"/>
                </a:lnTo>
                <a:lnTo>
                  <a:pt x="2773908" y="928371"/>
                </a:lnTo>
                <a:lnTo>
                  <a:pt x="2752665" y="924083"/>
                </a:lnTo>
                <a:close/>
              </a:path>
              <a:path extrusionOk="0" h="1607820" w="4617085">
                <a:moveTo>
                  <a:pt x="3055302" y="921567"/>
                </a:moveTo>
                <a:lnTo>
                  <a:pt x="3033103" y="926052"/>
                </a:lnTo>
                <a:lnTo>
                  <a:pt x="3014970" y="938279"/>
                </a:lnTo>
                <a:lnTo>
                  <a:pt x="3002742" y="956401"/>
                </a:lnTo>
                <a:lnTo>
                  <a:pt x="2998257" y="978575"/>
                </a:lnTo>
                <a:lnTo>
                  <a:pt x="3002742" y="1000768"/>
                </a:lnTo>
                <a:lnTo>
                  <a:pt x="3014970" y="1018889"/>
                </a:lnTo>
                <a:lnTo>
                  <a:pt x="3033103" y="1031105"/>
                </a:lnTo>
                <a:lnTo>
                  <a:pt x="3055302" y="1035584"/>
                </a:lnTo>
                <a:lnTo>
                  <a:pt x="3077520" y="1031105"/>
                </a:lnTo>
                <a:lnTo>
                  <a:pt x="3095651" y="1018889"/>
                </a:lnTo>
                <a:lnTo>
                  <a:pt x="3107869" y="1000768"/>
                </a:lnTo>
                <a:lnTo>
                  <a:pt x="3112348" y="978575"/>
                </a:lnTo>
                <a:lnTo>
                  <a:pt x="3107863" y="956401"/>
                </a:lnTo>
                <a:lnTo>
                  <a:pt x="3095634" y="938279"/>
                </a:lnTo>
                <a:lnTo>
                  <a:pt x="3077501" y="926052"/>
                </a:lnTo>
                <a:lnTo>
                  <a:pt x="3055302" y="921567"/>
                </a:lnTo>
                <a:close/>
              </a:path>
              <a:path extrusionOk="0" h="1607820" w="4617085">
                <a:moveTo>
                  <a:pt x="3357895" y="919051"/>
                </a:moveTo>
                <a:lnTo>
                  <a:pt x="3334714" y="923734"/>
                </a:lnTo>
                <a:lnTo>
                  <a:pt x="3315780" y="936499"/>
                </a:lnTo>
                <a:lnTo>
                  <a:pt x="3303012" y="955421"/>
                </a:lnTo>
                <a:lnTo>
                  <a:pt x="3298330" y="978575"/>
                </a:lnTo>
                <a:lnTo>
                  <a:pt x="3303012" y="1001749"/>
                </a:lnTo>
                <a:lnTo>
                  <a:pt x="3315780" y="1020669"/>
                </a:lnTo>
                <a:lnTo>
                  <a:pt x="3334714" y="1033423"/>
                </a:lnTo>
                <a:lnTo>
                  <a:pt x="3357895" y="1038099"/>
                </a:lnTo>
                <a:lnTo>
                  <a:pt x="3381076" y="1033423"/>
                </a:lnTo>
                <a:lnTo>
                  <a:pt x="3400010" y="1020669"/>
                </a:lnTo>
                <a:lnTo>
                  <a:pt x="3412777" y="1001749"/>
                </a:lnTo>
                <a:lnTo>
                  <a:pt x="3417459" y="978575"/>
                </a:lnTo>
                <a:lnTo>
                  <a:pt x="3412777" y="955421"/>
                </a:lnTo>
                <a:lnTo>
                  <a:pt x="3400010" y="936499"/>
                </a:lnTo>
                <a:lnTo>
                  <a:pt x="3381076" y="923734"/>
                </a:lnTo>
                <a:lnTo>
                  <a:pt x="3357895" y="919051"/>
                </a:lnTo>
                <a:close/>
              </a:path>
              <a:path extrusionOk="0" h="1607820" w="4617085">
                <a:moveTo>
                  <a:pt x="3660487" y="916536"/>
                </a:moveTo>
                <a:lnTo>
                  <a:pt x="3636298" y="921415"/>
                </a:lnTo>
                <a:lnTo>
                  <a:pt x="3616550" y="934719"/>
                </a:lnTo>
                <a:lnTo>
                  <a:pt x="3603239" y="954440"/>
                </a:lnTo>
                <a:lnTo>
                  <a:pt x="3598358" y="978575"/>
                </a:lnTo>
                <a:lnTo>
                  <a:pt x="3603239" y="1002737"/>
                </a:lnTo>
                <a:lnTo>
                  <a:pt x="3616550" y="1022472"/>
                </a:lnTo>
                <a:lnTo>
                  <a:pt x="3636298" y="1035780"/>
                </a:lnTo>
                <a:lnTo>
                  <a:pt x="3660487" y="1040660"/>
                </a:lnTo>
                <a:lnTo>
                  <a:pt x="3684650" y="1035780"/>
                </a:lnTo>
                <a:lnTo>
                  <a:pt x="3704385" y="1022472"/>
                </a:lnTo>
                <a:lnTo>
                  <a:pt x="3717691" y="1002737"/>
                </a:lnTo>
                <a:lnTo>
                  <a:pt x="3722571" y="978575"/>
                </a:lnTo>
                <a:lnTo>
                  <a:pt x="3717691" y="954440"/>
                </a:lnTo>
                <a:lnTo>
                  <a:pt x="3704385" y="934719"/>
                </a:lnTo>
                <a:lnTo>
                  <a:pt x="3684650" y="921415"/>
                </a:lnTo>
                <a:lnTo>
                  <a:pt x="3660487" y="916536"/>
                </a:lnTo>
                <a:close/>
              </a:path>
              <a:path extrusionOk="0" h="1607820" w="4617085">
                <a:moveTo>
                  <a:pt x="3963080" y="930821"/>
                </a:moveTo>
                <a:lnTo>
                  <a:pt x="3944466" y="934575"/>
                </a:lnTo>
                <a:lnTo>
                  <a:pt x="3929265" y="944810"/>
                </a:lnTo>
                <a:lnTo>
                  <a:pt x="3919016" y="959989"/>
                </a:lnTo>
                <a:lnTo>
                  <a:pt x="3915257" y="978575"/>
                </a:lnTo>
                <a:lnTo>
                  <a:pt x="3919016" y="997188"/>
                </a:lnTo>
                <a:lnTo>
                  <a:pt x="3929265" y="1012381"/>
                </a:lnTo>
                <a:lnTo>
                  <a:pt x="3944466" y="1022621"/>
                </a:lnTo>
                <a:lnTo>
                  <a:pt x="3963080" y="1026374"/>
                </a:lnTo>
                <a:lnTo>
                  <a:pt x="3981693" y="1022621"/>
                </a:lnTo>
                <a:lnTo>
                  <a:pt x="3996894" y="1012381"/>
                </a:lnTo>
                <a:lnTo>
                  <a:pt x="4007144" y="997188"/>
                </a:lnTo>
                <a:lnTo>
                  <a:pt x="4010902" y="978576"/>
                </a:lnTo>
                <a:lnTo>
                  <a:pt x="4007144" y="959989"/>
                </a:lnTo>
                <a:lnTo>
                  <a:pt x="3996894" y="944810"/>
                </a:lnTo>
                <a:lnTo>
                  <a:pt x="3981693" y="934575"/>
                </a:lnTo>
                <a:lnTo>
                  <a:pt x="3963080" y="930821"/>
                </a:lnTo>
                <a:close/>
              </a:path>
              <a:path extrusionOk="0" h="1607820" w="4617085">
                <a:moveTo>
                  <a:pt x="4272151" y="966850"/>
                </a:moveTo>
                <a:lnTo>
                  <a:pt x="4259149" y="966850"/>
                </a:lnTo>
                <a:lnTo>
                  <a:pt x="4253885" y="972107"/>
                </a:lnTo>
                <a:lnTo>
                  <a:pt x="4253885" y="985090"/>
                </a:lnTo>
                <a:lnTo>
                  <a:pt x="4259149" y="990346"/>
                </a:lnTo>
                <a:lnTo>
                  <a:pt x="4272151" y="990346"/>
                </a:lnTo>
                <a:lnTo>
                  <a:pt x="4277414" y="985090"/>
                </a:lnTo>
                <a:lnTo>
                  <a:pt x="4277414" y="972107"/>
                </a:lnTo>
                <a:lnTo>
                  <a:pt x="4272151" y="966850"/>
                </a:lnTo>
                <a:close/>
              </a:path>
              <a:path extrusionOk="0" h="1607820" w="4617085">
                <a:moveTo>
                  <a:pt x="29377" y="1251604"/>
                </a:moveTo>
                <a:lnTo>
                  <a:pt x="17935" y="1253910"/>
                </a:lnTo>
                <a:lnTo>
                  <a:pt x="8598" y="1260198"/>
                </a:lnTo>
                <a:lnTo>
                  <a:pt x="2306" y="1269525"/>
                </a:lnTo>
                <a:lnTo>
                  <a:pt x="0" y="1280948"/>
                </a:lnTo>
                <a:lnTo>
                  <a:pt x="2306" y="1292371"/>
                </a:lnTo>
                <a:lnTo>
                  <a:pt x="8598" y="1301698"/>
                </a:lnTo>
                <a:lnTo>
                  <a:pt x="17935" y="1307987"/>
                </a:lnTo>
                <a:lnTo>
                  <a:pt x="29377" y="1310292"/>
                </a:lnTo>
                <a:lnTo>
                  <a:pt x="40793" y="1307987"/>
                </a:lnTo>
                <a:lnTo>
                  <a:pt x="50117" y="1301698"/>
                </a:lnTo>
                <a:lnTo>
                  <a:pt x="56404" y="1292371"/>
                </a:lnTo>
                <a:lnTo>
                  <a:pt x="58710" y="1280948"/>
                </a:lnTo>
                <a:lnTo>
                  <a:pt x="56404" y="1269525"/>
                </a:lnTo>
                <a:lnTo>
                  <a:pt x="50117" y="1260198"/>
                </a:lnTo>
                <a:lnTo>
                  <a:pt x="40793" y="1253910"/>
                </a:lnTo>
                <a:lnTo>
                  <a:pt x="29377" y="1251604"/>
                </a:lnTo>
                <a:close/>
              </a:path>
              <a:path extrusionOk="0" h="1607820" w="4617085">
                <a:moveTo>
                  <a:pt x="331970" y="1248244"/>
                </a:moveTo>
                <a:lnTo>
                  <a:pt x="319222" y="1250815"/>
                </a:lnTo>
                <a:lnTo>
                  <a:pt x="308812" y="1257825"/>
                </a:lnTo>
                <a:lnTo>
                  <a:pt x="301792" y="1268221"/>
                </a:lnTo>
                <a:lnTo>
                  <a:pt x="299218" y="1280948"/>
                </a:lnTo>
                <a:lnTo>
                  <a:pt x="301792" y="1293675"/>
                </a:lnTo>
                <a:lnTo>
                  <a:pt x="308812" y="1304071"/>
                </a:lnTo>
                <a:lnTo>
                  <a:pt x="319222" y="1311082"/>
                </a:lnTo>
                <a:lnTo>
                  <a:pt x="331970" y="1313653"/>
                </a:lnTo>
                <a:lnTo>
                  <a:pt x="344691" y="1311082"/>
                </a:lnTo>
                <a:lnTo>
                  <a:pt x="355088" y="1304071"/>
                </a:lnTo>
                <a:lnTo>
                  <a:pt x="362103" y="1293675"/>
                </a:lnTo>
                <a:lnTo>
                  <a:pt x="364676" y="1280948"/>
                </a:lnTo>
                <a:lnTo>
                  <a:pt x="362103" y="1268221"/>
                </a:lnTo>
                <a:lnTo>
                  <a:pt x="355088" y="1257825"/>
                </a:lnTo>
                <a:lnTo>
                  <a:pt x="344691" y="1250815"/>
                </a:lnTo>
                <a:lnTo>
                  <a:pt x="331970" y="1248244"/>
                </a:lnTo>
                <a:close/>
              </a:path>
              <a:path extrusionOk="0" h="1607820" w="4617085">
                <a:moveTo>
                  <a:pt x="634562" y="1245759"/>
                </a:moveTo>
                <a:lnTo>
                  <a:pt x="620833" y="1248528"/>
                </a:lnTo>
                <a:lnTo>
                  <a:pt x="609622" y="1256075"/>
                </a:lnTo>
                <a:lnTo>
                  <a:pt x="602063" y="1267266"/>
                </a:lnTo>
                <a:lnTo>
                  <a:pt x="599291" y="1280966"/>
                </a:lnTo>
                <a:lnTo>
                  <a:pt x="602063" y="1294665"/>
                </a:lnTo>
                <a:lnTo>
                  <a:pt x="609622" y="1305855"/>
                </a:lnTo>
                <a:lnTo>
                  <a:pt x="620833" y="1313401"/>
                </a:lnTo>
                <a:lnTo>
                  <a:pt x="634562" y="1316169"/>
                </a:lnTo>
                <a:lnTo>
                  <a:pt x="648265" y="1313401"/>
                </a:lnTo>
                <a:lnTo>
                  <a:pt x="659463" y="1305855"/>
                </a:lnTo>
                <a:lnTo>
                  <a:pt x="667017" y="1294665"/>
                </a:lnTo>
                <a:lnTo>
                  <a:pt x="669788" y="1280966"/>
                </a:lnTo>
                <a:lnTo>
                  <a:pt x="667017" y="1267266"/>
                </a:lnTo>
                <a:lnTo>
                  <a:pt x="659463" y="1256075"/>
                </a:lnTo>
                <a:lnTo>
                  <a:pt x="648265" y="1248528"/>
                </a:lnTo>
                <a:lnTo>
                  <a:pt x="634562" y="1245759"/>
                </a:lnTo>
                <a:close/>
              </a:path>
              <a:path extrusionOk="0" h="1607820" w="4617085">
                <a:moveTo>
                  <a:pt x="937110" y="1243239"/>
                </a:moveTo>
                <a:lnTo>
                  <a:pt x="922424" y="1246205"/>
                </a:lnTo>
                <a:lnTo>
                  <a:pt x="910426" y="1254291"/>
                </a:lnTo>
                <a:lnTo>
                  <a:pt x="902333" y="1266283"/>
                </a:lnTo>
                <a:lnTo>
                  <a:pt x="899364" y="1280966"/>
                </a:lnTo>
                <a:lnTo>
                  <a:pt x="902333" y="1295647"/>
                </a:lnTo>
                <a:lnTo>
                  <a:pt x="910426" y="1307638"/>
                </a:lnTo>
                <a:lnTo>
                  <a:pt x="922424" y="1315723"/>
                </a:lnTo>
                <a:lnTo>
                  <a:pt x="937110" y="1318689"/>
                </a:lnTo>
                <a:lnTo>
                  <a:pt x="951821" y="1315723"/>
                </a:lnTo>
                <a:lnTo>
                  <a:pt x="963833" y="1307638"/>
                </a:lnTo>
                <a:lnTo>
                  <a:pt x="971931" y="1295647"/>
                </a:lnTo>
                <a:lnTo>
                  <a:pt x="974900" y="1280966"/>
                </a:lnTo>
                <a:lnTo>
                  <a:pt x="971931" y="1266283"/>
                </a:lnTo>
                <a:lnTo>
                  <a:pt x="963833" y="1254291"/>
                </a:lnTo>
                <a:lnTo>
                  <a:pt x="951821" y="1246205"/>
                </a:lnTo>
                <a:lnTo>
                  <a:pt x="937110" y="1243239"/>
                </a:lnTo>
                <a:close/>
              </a:path>
              <a:path extrusionOk="0" h="1607820" w="4617085">
                <a:moveTo>
                  <a:pt x="1239702" y="1239879"/>
                </a:moveTo>
                <a:lnTo>
                  <a:pt x="1223719" y="1243107"/>
                </a:lnTo>
                <a:lnTo>
                  <a:pt x="1210662" y="1251912"/>
                </a:lnTo>
                <a:lnTo>
                  <a:pt x="1201857" y="1264972"/>
                </a:lnTo>
                <a:lnTo>
                  <a:pt x="1198628" y="1280966"/>
                </a:lnTo>
                <a:lnTo>
                  <a:pt x="1201857" y="1296958"/>
                </a:lnTo>
                <a:lnTo>
                  <a:pt x="1210662" y="1310017"/>
                </a:lnTo>
                <a:lnTo>
                  <a:pt x="1223719" y="1318821"/>
                </a:lnTo>
                <a:lnTo>
                  <a:pt x="1239702" y="1322049"/>
                </a:lnTo>
                <a:lnTo>
                  <a:pt x="1255719" y="1318821"/>
                </a:lnTo>
                <a:lnTo>
                  <a:pt x="1268804" y="1310017"/>
                </a:lnTo>
                <a:lnTo>
                  <a:pt x="1277630" y="1296958"/>
                </a:lnTo>
                <a:lnTo>
                  <a:pt x="1280867" y="1280966"/>
                </a:lnTo>
                <a:lnTo>
                  <a:pt x="1277630" y="1264972"/>
                </a:lnTo>
                <a:lnTo>
                  <a:pt x="1268804" y="1251912"/>
                </a:lnTo>
                <a:lnTo>
                  <a:pt x="1255719" y="1243107"/>
                </a:lnTo>
                <a:lnTo>
                  <a:pt x="1239702" y="1239879"/>
                </a:lnTo>
                <a:close/>
              </a:path>
              <a:path extrusionOk="0" h="1607820" w="4617085">
                <a:moveTo>
                  <a:pt x="1542295" y="1237395"/>
                </a:moveTo>
                <a:lnTo>
                  <a:pt x="1525329" y="1240820"/>
                </a:lnTo>
                <a:lnTo>
                  <a:pt x="1511472" y="1250161"/>
                </a:lnTo>
                <a:lnTo>
                  <a:pt x="1502128" y="1264015"/>
                </a:lnTo>
                <a:lnTo>
                  <a:pt x="1498701" y="1280980"/>
                </a:lnTo>
                <a:lnTo>
                  <a:pt x="1502128" y="1297945"/>
                </a:lnTo>
                <a:lnTo>
                  <a:pt x="1511472" y="1311801"/>
                </a:lnTo>
                <a:lnTo>
                  <a:pt x="1525329" y="1321143"/>
                </a:lnTo>
                <a:lnTo>
                  <a:pt x="1542295" y="1324569"/>
                </a:lnTo>
                <a:lnTo>
                  <a:pt x="1559286" y="1321143"/>
                </a:lnTo>
                <a:lnTo>
                  <a:pt x="1573157" y="1311801"/>
                </a:lnTo>
                <a:lnTo>
                  <a:pt x="1582506" y="1297945"/>
                </a:lnTo>
                <a:lnTo>
                  <a:pt x="1585933" y="1280980"/>
                </a:lnTo>
                <a:lnTo>
                  <a:pt x="1582506" y="1264015"/>
                </a:lnTo>
                <a:lnTo>
                  <a:pt x="1573157" y="1250161"/>
                </a:lnTo>
                <a:lnTo>
                  <a:pt x="1559286" y="1240820"/>
                </a:lnTo>
                <a:lnTo>
                  <a:pt x="1542295" y="1237395"/>
                </a:lnTo>
                <a:close/>
              </a:path>
              <a:path extrusionOk="0" h="1607820" w="4617085">
                <a:moveTo>
                  <a:pt x="1844887" y="1234875"/>
                </a:moveTo>
                <a:lnTo>
                  <a:pt x="1826940" y="1238498"/>
                </a:lnTo>
                <a:lnTo>
                  <a:pt x="1812282" y="1248380"/>
                </a:lnTo>
                <a:lnTo>
                  <a:pt x="1802398" y="1263036"/>
                </a:lnTo>
                <a:lnTo>
                  <a:pt x="1798774" y="1280980"/>
                </a:lnTo>
                <a:lnTo>
                  <a:pt x="1802398" y="1298929"/>
                </a:lnTo>
                <a:lnTo>
                  <a:pt x="1812282" y="1313585"/>
                </a:lnTo>
                <a:lnTo>
                  <a:pt x="1826940" y="1323466"/>
                </a:lnTo>
                <a:lnTo>
                  <a:pt x="1844887" y="1327090"/>
                </a:lnTo>
                <a:lnTo>
                  <a:pt x="1862861" y="1323466"/>
                </a:lnTo>
                <a:lnTo>
                  <a:pt x="1877532" y="1313585"/>
                </a:lnTo>
                <a:lnTo>
                  <a:pt x="1887420" y="1298929"/>
                </a:lnTo>
                <a:lnTo>
                  <a:pt x="1891045" y="1280980"/>
                </a:lnTo>
                <a:lnTo>
                  <a:pt x="1887420" y="1263036"/>
                </a:lnTo>
                <a:lnTo>
                  <a:pt x="1877532" y="1248380"/>
                </a:lnTo>
                <a:lnTo>
                  <a:pt x="1862861" y="1238498"/>
                </a:lnTo>
                <a:lnTo>
                  <a:pt x="1844887" y="1234875"/>
                </a:lnTo>
                <a:close/>
              </a:path>
              <a:path extrusionOk="0" h="1607820" w="4617085">
                <a:moveTo>
                  <a:pt x="2147480" y="1232354"/>
                </a:moveTo>
                <a:lnTo>
                  <a:pt x="2128550" y="1236176"/>
                </a:lnTo>
                <a:lnTo>
                  <a:pt x="2113092" y="1246596"/>
                </a:lnTo>
                <a:lnTo>
                  <a:pt x="2102669" y="1262053"/>
                </a:lnTo>
                <a:lnTo>
                  <a:pt x="2098847" y="1280980"/>
                </a:lnTo>
                <a:lnTo>
                  <a:pt x="2102669" y="1299909"/>
                </a:lnTo>
                <a:lnTo>
                  <a:pt x="2113092" y="1315365"/>
                </a:lnTo>
                <a:lnTo>
                  <a:pt x="2128550" y="1325785"/>
                </a:lnTo>
                <a:lnTo>
                  <a:pt x="2147480" y="1329606"/>
                </a:lnTo>
                <a:lnTo>
                  <a:pt x="2166442" y="1325785"/>
                </a:lnTo>
                <a:lnTo>
                  <a:pt x="2181930" y="1315365"/>
                </a:lnTo>
                <a:lnTo>
                  <a:pt x="2192373" y="1299909"/>
                </a:lnTo>
                <a:lnTo>
                  <a:pt x="2196202" y="1280980"/>
                </a:lnTo>
                <a:lnTo>
                  <a:pt x="2192373" y="1262053"/>
                </a:lnTo>
                <a:lnTo>
                  <a:pt x="2181930" y="1246596"/>
                </a:lnTo>
                <a:lnTo>
                  <a:pt x="2166442" y="1236176"/>
                </a:lnTo>
                <a:lnTo>
                  <a:pt x="2147480" y="1232354"/>
                </a:lnTo>
                <a:close/>
              </a:path>
              <a:path extrusionOk="0" h="1607820" w="4617085">
                <a:moveTo>
                  <a:pt x="2450072" y="1229834"/>
                </a:moveTo>
                <a:lnTo>
                  <a:pt x="2430161" y="1233853"/>
                </a:lnTo>
                <a:lnTo>
                  <a:pt x="2413901" y="1244814"/>
                </a:lnTo>
                <a:lnTo>
                  <a:pt x="2402940" y="1261071"/>
                </a:lnTo>
                <a:lnTo>
                  <a:pt x="2398920" y="1280980"/>
                </a:lnTo>
                <a:lnTo>
                  <a:pt x="2402940" y="1300891"/>
                </a:lnTo>
                <a:lnTo>
                  <a:pt x="2413901" y="1317148"/>
                </a:lnTo>
                <a:lnTo>
                  <a:pt x="2430161" y="1328107"/>
                </a:lnTo>
                <a:lnTo>
                  <a:pt x="2450072" y="1332126"/>
                </a:lnTo>
                <a:lnTo>
                  <a:pt x="2470017" y="1328107"/>
                </a:lnTo>
                <a:lnTo>
                  <a:pt x="2486305" y="1317148"/>
                </a:lnTo>
                <a:lnTo>
                  <a:pt x="2497287" y="1300891"/>
                </a:lnTo>
                <a:lnTo>
                  <a:pt x="2501314" y="1280980"/>
                </a:lnTo>
                <a:lnTo>
                  <a:pt x="2497287" y="1261071"/>
                </a:lnTo>
                <a:lnTo>
                  <a:pt x="2486305" y="1244814"/>
                </a:lnTo>
                <a:lnTo>
                  <a:pt x="2470017" y="1233853"/>
                </a:lnTo>
                <a:lnTo>
                  <a:pt x="2450072" y="1229834"/>
                </a:lnTo>
                <a:close/>
              </a:path>
              <a:path extrusionOk="0" h="1607820" w="4617085">
                <a:moveTo>
                  <a:pt x="2752665" y="1229834"/>
                </a:moveTo>
                <a:lnTo>
                  <a:pt x="2732753" y="1233853"/>
                </a:lnTo>
                <a:lnTo>
                  <a:pt x="2716494" y="1244814"/>
                </a:lnTo>
                <a:lnTo>
                  <a:pt x="2705532" y="1261071"/>
                </a:lnTo>
                <a:lnTo>
                  <a:pt x="2701513" y="1280980"/>
                </a:lnTo>
                <a:lnTo>
                  <a:pt x="2705532" y="1300891"/>
                </a:lnTo>
                <a:lnTo>
                  <a:pt x="2716494" y="1317148"/>
                </a:lnTo>
                <a:lnTo>
                  <a:pt x="2732753" y="1328107"/>
                </a:lnTo>
                <a:lnTo>
                  <a:pt x="2752665" y="1332126"/>
                </a:lnTo>
                <a:lnTo>
                  <a:pt x="2772609" y="1328107"/>
                </a:lnTo>
                <a:lnTo>
                  <a:pt x="2788897" y="1317148"/>
                </a:lnTo>
                <a:lnTo>
                  <a:pt x="2799879" y="1300891"/>
                </a:lnTo>
                <a:lnTo>
                  <a:pt x="2803907" y="1280980"/>
                </a:lnTo>
                <a:lnTo>
                  <a:pt x="2799879" y="1261071"/>
                </a:lnTo>
                <a:lnTo>
                  <a:pt x="2788897" y="1244814"/>
                </a:lnTo>
                <a:lnTo>
                  <a:pt x="2772609" y="1233853"/>
                </a:lnTo>
                <a:lnTo>
                  <a:pt x="2752665" y="1229834"/>
                </a:lnTo>
                <a:close/>
              </a:path>
              <a:path extrusionOk="0" h="1607820" w="4617085">
                <a:moveTo>
                  <a:pt x="3055302" y="1235733"/>
                </a:moveTo>
                <a:lnTo>
                  <a:pt x="3037671" y="1239291"/>
                </a:lnTo>
                <a:lnTo>
                  <a:pt x="3023270" y="1248994"/>
                </a:lnTo>
                <a:lnTo>
                  <a:pt x="3013560" y="1263382"/>
                </a:lnTo>
                <a:lnTo>
                  <a:pt x="3009999" y="1280998"/>
                </a:lnTo>
                <a:lnTo>
                  <a:pt x="3013560" y="1298616"/>
                </a:lnTo>
                <a:lnTo>
                  <a:pt x="3023270" y="1313004"/>
                </a:lnTo>
                <a:lnTo>
                  <a:pt x="3037671" y="1322706"/>
                </a:lnTo>
                <a:lnTo>
                  <a:pt x="3055302" y="1326263"/>
                </a:lnTo>
                <a:lnTo>
                  <a:pt x="3072933" y="1322706"/>
                </a:lnTo>
                <a:lnTo>
                  <a:pt x="3087334" y="1313004"/>
                </a:lnTo>
                <a:lnTo>
                  <a:pt x="3097044" y="1298616"/>
                </a:lnTo>
                <a:lnTo>
                  <a:pt x="3100606" y="1280998"/>
                </a:lnTo>
                <a:lnTo>
                  <a:pt x="3097044" y="1263382"/>
                </a:lnTo>
                <a:lnTo>
                  <a:pt x="3087334" y="1248994"/>
                </a:lnTo>
                <a:lnTo>
                  <a:pt x="3072933" y="1239291"/>
                </a:lnTo>
                <a:lnTo>
                  <a:pt x="3055302" y="1235733"/>
                </a:lnTo>
                <a:close/>
              </a:path>
              <a:path extrusionOk="0" h="1607820" w="4617085">
                <a:moveTo>
                  <a:pt x="3357895" y="1249956"/>
                </a:moveTo>
                <a:lnTo>
                  <a:pt x="3345787" y="1252395"/>
                </a:lnTo>
                <a:lnTo>
                  <a:pt x="3335907" y="1259044"/>
                </a:lnTo>
                <a:lnTo>
                  <a:pt x="3329248" y="1268906"/>
                </a:lnTo>
                <a:lnTo>
                  <a:pt x="3326808" y="1280980"/>
                </a:lnTo>
                <a:lnTo>
                  <a:pt x="3329248" y="1293056"/>
                </a:lnTo>
                <a:lnTo>
                  <a:pt x="3335907" y="1302918"/>
                </a:lnTo>
                <a:lnTo>
                  <a:pt x="3345787" y="1309567"/>
                </a:lnTo>
                <a:lnTo>
                  <a:pt x="3357895" y="1312005"/>
                </a:lnTo>
                <a:lnTo>
                  <a:pt x="3369976" y="1309567"/>
                </a:lnTo>
                <a:lnTo>
                  <a:pt x="3379843" y="1302918"/>
                </a:lnTo>
                <a:lnTo>
                  <a:pt x="3386497" y="1293056"/>
                </a:lnTo>
                <a:lnTo>
                  <a:pt x="3388937" y="1280980"/>
                </a:lnTo>
                <a:lnTo>
                  <a:pt x="3386497" y="1268906"/>
                </a:lnTo>
                <a:lnTo>
                  <a:pt x="3379843" y="1259044"/>
                </a:lnTo>
                <a:lnTo>
                  <a:pt x="3369976" y="1252395"/>
                </a:lnTo>
                <a:lnTo>
                  <a:pt x="3357895" y="1249956"/>
                </a:lnTo>
                <a:close/>
              </a:path>
              <a:path extrusionOk="0" h="1607820" w="4617085">
                <a:moveTo>
                  <a:pt x="3667460" y="1268402"/>
                </a:moveTo>
                <a:lnTo>
                  <a:pt x="3653514" y="1268402"/>
                </a:lnTo>
                <a:lnTo>
                  <a:pt x="3647890" y="1274026"/>
                </a:lnTo>
                <a:lnTo>
                  <a:pt x="3647890" y="1287934"/>
                </a:lnTo>
                <a:lnTo>
                  <a:pt x="3653514" y="1293563"/>
                </a:lnTo>
                <a:lnTo>
                  <a:pt x="3667415" y="1293563"/>
                </a:lnTo>
                <a:lnTo>
                  <a:pt x="3673084" y="1287935"/>
                </a:lnTo>
                <a:lnTo>
                  <a:pt x="3673084" y="1274026"/>
                </a:lnTo>
                <a:lnTo>
                  <a:pt x="3667460" y="1268402"/>
                </a:lnTo>
                <a:close/>
              </a:path>
              <a:path extrusionOk="0" h="1607820" w="4617085">
                <a:moveTo>
                  <a:pt x="39095" y="1565753"/>
                </a:moveTo>
                <a:lnTo>
                  <a:pt x="19615" y="1565753"/>
                </a:lnTo>
                <a:lnTo>
                  <a:pt x="11742" y="1573631"/>
                </a:lnTo>
                <a:lnTo>
                  <a:pt x="11742" y="1593081"/>
                </a:lnTo>
                <a:lnTo>
                  <a:pt x="19615" y="1600959"/>
                </a:lnTo>
                <a:lnTo>
                  <a:pt x="39095" y="1600959"/>
                </a:lnTo>
                <a:lnTo>
                  <a:pt x="46968" y="1593081"/>
                </a:lnTo>
                <a:lnTo>
                  <a:pt x="46968" y="1573631"/>
                </a:lnTo>
                <a:lnTo>
                  <a:pt x="39095" y="1565753"/>
                </a:lnTo>
                <a:close/>
              </a:path>
              <a:path extrusionOk="0" h="1607820" w="4617085">
                <a:moveTo>
                  <a:pt x="331970" y="1562396"/>
                </a:moveTo>
                <a:lnTo>
                  <a:pt x="323790" y="1564043"/>
                </a:lnTo>
                <a:lnTo>
                  <a:pt x="317112" y="1568535"/>
                </a:lnTo>
                <a:lnTo>
                  <a:pt x="312610" y="1575197"/>
                </a:lnTo>
                <a:lnTo>
                  <a:pt x="310960" y="1583354"/>
                </a:lnTo>
                <a:lnTo>
                  <a:pt x="312610" y="1591513"/>
                </a:lnTo>
                <a:lnTo>
                  <a:pt x="317112" y="1598176"/>
                </a:lnTo>
                <a:lnTo>
                  <a:pt x="323790" y="1602670"/>
                </a:lnTo>
                <a:lnTo>
                  <a:pt x="331970" y="1604318"/>
                </a:lnTo>
                <a:lnTo>
                  <a:pt x="340123" y="1602670"/>
                </a:lnTo>
                <a:lnTo>
                  <a:pt x="346788" y="1598176"/>
                </a:lnTo>
                <a:lnTo>
                  <a:pt x="351284" y="1591513"/>
                </a:lnTo>
                <a:lnTo>
                  <a:pt x="352934" y="1583354"/>
                </a:lnTo>
                <a:lnTo>
                  <a:pt x="351284" y="1575197"/>
                </a:lnTo>
                <a:lnTo>
                  <a:pt x="346788" y="1568535"/>
                </a:lnTo>
                <a:lnTo>
                  <a:pt x="340123" y="1564043"/>
                </a:lnTo>
                <a:lnTo>
                  <a:pt x="331970" y="1562396"/>
                </a:lnTo>
                <a:close/>
              </a:path>
              <a:path extrusionOk="0" h="1607820" w="4617085">
                <a:moveTo>
                  <a:pt x="634562" y="1560712"/>
                </a:moveTo>
                <a:lnTo>
                  <a:pt x="625724" y="1562490"/>
                </a:lnTo>
                <a:lnTo>
                  <a:pt x="618518" y="1567340"/>
                </a:lnTo>
                <a:lnTo>
                  <a:pt x="613666" y="1574537"/>
                </a:lnTo>
                <a:lnTo>
                  <a:pt x="611888" y="1583354"/>
                </a:lnTo>
                <a:lnTo>
                  <a:pt x="613666" y="1592171"/>
                </a:lnTo>
                <a:lnTo>
                  <a:pt x="618518" y="1599368"/>
                </a:lnTo>
                <a:lnTo>
                  <a:pt x="625724" y="1604218"/>
                </a:lnTo>
                <a:lnTo>
                  <a:pt x="634562" y="1605996"/>
                </a:lnTo>
                <a:lnTo>
                  <a:pt x="643374" y="1604218"/>
                </a:lnTo>
                <a:lnTo>
                  <a:pt x="650567" y="1599368"/>
                </a:lnTo>
                <a:lnTo>
                  <a:pt x="655414" y="1592171"/>
                </a:lnTo>
                <a:lnTo>
                  <a:pt x="657191" y="1583354"/>
                </a:lnTo>
                <a:lnTo>
                  <a:pt x="655414" y="1574537"/>
                </a:lnTo>
                <a:lnTo>
                  <a:pt x="650567" y="1567340"/>
                </a:lnTo>
                <a:lnTo>
                  <a:pt x="643374" y="1562490"/>
                </a:lnTo>
                <a:lnTo>
                  <a:pt x="634562" y="1560712"/>
                </a:lnTo>
                <a:close/>
              </a:path>
              <a:path extrusionOk="0" h="1607820" w="4617085">
                <a:moveTo>
                  <a:pt x="937110" y="1560712"/>
                </a:moveTo>
                <a:lnTo>
                  <a:pt x="928298" y="1562490"/>
                </a:lnTo>
                <a:lnTo>
                  <a:pt x="921105" y="1567340"/>
                </a:lnTo>
                <a:lnTo>
                  <a:pt x="916257" y="1574537"/>
                </a:lnTo>
                <a:lnTo>
                  <a:pt x="914480" y="1583355"/>
                </a:lnTo>
                <a:lnTo>
                  <a:pt x="916257" y="1592171"/>
                </a:lnTo>
                <a:lnTo>
                  <a:pt x="921105" y="1599368"/>
                </a:lnTo>
                <a:lnTo>
                  <a:pt x="928298" y="1604218"/>
                </a:lnTo>
                <a:lnTo>
                  <a:pt x="937110" y="1605996"/>
                </a:lnTo>
                <a:lnTo>
                  <a:pt x="945948" y="1604218"/>
                </a:lnTo>
                <a:lnTo>
                  <a:pt x="953154" y="1599368"/>
                </a:lnTo>
                <a:lnTo>
                  <a:pt x="958006" y="1592171"/>
                </a:lnTo>
                <a:lnTo>
                  <a:pt x="959784" y="1583355"/>
                </a:lnTo>
                <a:lnTo>
                  <a:pt x="958006" y="1574537"/>
                </a:lnTo>
                <a:lnTo>
                  <a:pt x="953154" y="1567340"/>
                </a:lnTo>
                <a:lnTo>
                  <a:pt x="945948" y="1562490"/>
                </a:lnTo>
                <a:lnTo>
                  <a:pt x="937110" y="1560712"/>
                </a:lnTo>
                <a:close/>
              </a:path>
              <a:path extrusionOk="0" h="1607820" w="4617085">
                <a:moveTo>
                  <a:pt x="1239702" y="1559067"/>
                </a:moveTo>
                <a:lnTo>
                  <a:pt x="1230250" y="1560978"/>
                </a:lnTo>
                <a:lnTo>
                  <a:pt x="1222528" y="1566187"/>
                </a:lnTo>
                <a:lnTo>
                  <a:pt x="1217319" y="1573912"/>
                </a:lnTo>
                <a:lnTo>
                  <a:pt x="1215408" y="1583371"/>
                </a:lnTo>
                <a:lnTo>
                  <a:pt x="1217319" y="1592831"/>
                </a:lnTo>
                <a:lnTo>
                  <a:pt x="1222528" y="1600557"/>
                </a:lnTo>
                <a:lnTo>
                  <a:pt x="1230250" y="1605767"/>
                </a:lnTo>
                <a:lnTo>
                  <a:pt x="1239702" y="1607677"/>
                </a:lnTo>
                <a:lnTo>
                  <a:pt x="1249180" y="1605767"/>
                </a:lnTo>
                <a:lnTo>
                  <a:pt x="1256916" y="1600557"/>
                </a:lnTo>
                <a:lnTo>
                  <a:pt x="1262130" y="1592831"/>
                </a:lnTo>
                <a:lnTo>
                  <a:pt x="1264041" y="1583371"/>
                </a:lnTo>
                <a:lnTo>
                  <a:pt x="1262130" y="1573912"/>
                </a:lnTo>
                <a:lnTo>
                  <a:pt x="1256916" y="1566187"/>
                </a:lnTo>
                <a:lnTo>
                  <a:pt x="1249180" y="1560978"/>
                </a:lnTo>
                <a:lnTo>
                  <a:pt x="1239702" y="1559067"/>
                </a:lnTo>
                <a:close/>
              </a:path>
              <a:path extrusionOk="0" h="1607820" w="4617085">
                <a:moveTo>
                  <a:pt x="1542295" y="1560712"/>
                </a:moveTo>
                <a:lnTo>
                  <a:pt x="1533483" y="1562490"/>
                </a:lnTo>
                <a:lnTo>
                  <a:pt x="1526290" y="1567341"/>
                </a:lnTo>
                <a:lnTo>
                  <a:pt x="1521443" y="1574538"/>
                </a:lnTo>
                <a:lnTo>
                  <a:pt x="1519665" y="1583355"/>
                </a:lnTo>
                <a:lnTo>
                  <a:pt x="1521443" y="1592171"/>
                </a:lnTo>
                <a:lnTo>
                  <a:pt x="1526290" y="1599368"/>
                </a:lnTo>
                <a:lnTo>
                  <a:pt x="1533483" y="1604218"/>
                </a:lnTo>
                <a:lnTo>
                  <a:pt x="1542295" y="1605996"/>
                </a:lnTo>
                <a:lnTo>
                  <a:pt x="1551133" y="1604218"/>
                </a:lnTo>
                <a:lnTo>
                  <a:pt x="1558339" y="1599368"/>
                </a:lnTo>
                <a:lnTo>
                  <a:pt x="1563191" y="1592171"/>
                </a:lnTo>
                <a:lnTo>
                  <a:pt x="1564969" y="1583355"/>
                </a:lnTo>
                <a:lnTo>
                  <a:pt x="1563191" y="1574538"/>
                </a:lnTo>
                <a:lnTo>
                  <a:pt x="1558339" y="1567341"/>
                </a:lnTo>
                <a:lnTo>
                  <a:pt x="1551133" y="1562490"/>
                </a:lnTo>
                <a:lnTo>
                  <a:pt x="1542295" y="1560712"/>
                </a:lnTo>
                <a:close/>
              </a:path>
              <a:path extrusionOk="0" h="1607820" w="4617085">
                <a:moveTo>
                  <a:pt x="1844887" y="1563232"/>
                </a:moveTo>
                <a:lnTo>
                  <a:pt x="1837076" y="1564813"/>
                </a:lnTo>
                <a:lnTo>
                  <a:pt x="1830682" y="1569124"/>
                </a:lnTo>
                <a:lnTo>
                  <a:pt x="1826363" y="1575520"/>
                </a:lnTo>
                <a:lnTo>
                  <a:pt x="1824777" y="1583355"/>
                </a:lnTo>
                <a:lnTo>
                  <a:pt x="1826363" y="1591190"/>
                </a:lnTo>
                <a:lnTo>
                  <a:pt x="1830682" y="1597587"/>
                </a:lnTo>
                <a:lnTo>
                  <a:pt x="1837076" y="1601899"/>
                </a:lnTo>
                <a:lnTo>
                  <a:pt x="1844887" y="1603480"/>
                </a:lnTo>
                <a:lnTo>
                  <a:pt x="1852743" y="1601899"/>
                </a:lnTo>
                <a:lnTo>
                  <a:pt x="1859149" y="1597587"/>
                </a:lnTo>
                <a:lnTo>
                  <a:pt x="1863462" y="1591190"/>
                </a:lnTo>
                <a:lnTo>
                  <a:pt x="1865042" y="1583355"/>
                </a:lnTo>
                <a:lnTo>
                  <a:pt x="1863462" y="1575520"/>
                </a:lnTo>
                <a:lnTo>
                  <a:pt x="1859149" y="1569124"/>
                </a:lnTo>
                <a:lnTo>
                  <a:pt x="1852743" y="1564813"/>
                </a:lnTo>
                <a:lnTo>
                  <a:pt x="1844887" y="1563232"/>
                </a:lnTo>
                <a:close/>
              </a:path>
              <a:path extrusionOk="0" h="1607820" w="4617085">
                <a:moveTo>
                  <a:pt x="2156297" y="1567431"/>
                </a:moveTo>
                <a:lnTo>
                  <a:pt x="2138707" y="1567431"/>
                </a:lnTo>
                <a:lnTo>
                  <a:pt x="2131554" y="1574571"/>
                </a:lnTo>
                <a:lnTo>
                  <a:pt x="2131554" y="1592138"/>
                </a:lnTo>
                <a:lnTo>
                  <a:pt x="2138707" y="1599278"/>
                </a:lnTo>
                <a:lnTo>
                  <a:pt x="2156297" y="1599278"/>
                </a:lnTo>
                <a:lnTo>
                  <a:pt x="2163451" y="1592138"/>
                </a:lnTo>
                <a:lnTo>
                  <a:pt x="2163451" y="1574571"/>
                </a:lnTo>
                <a:lnTo>
                  <a:pt x="2156297" y="1567431"/>
                </a:lnTo>
                <a:close/>
              </a:path>
              <a:path extrusionOk="0" h="1607820" w="4617085">
                <a:moveTo>
                  <a:pt x="2455651" y="1573294"/>
                </a:moveTo>
                <a:lnTo>
                  <a:pt x="2444539" y="1573294"/>
                </a:lnTo>
                <a:lnTo>
                  <a:pt x="2440040" y="1577795"/>
                </a:lnTo>
                <a:lnTo>
                  <a:pt x="2440040" y="1588914"/>
                </a:lnTo>
                <a:lnTo>
                  <a:pt x="2444539" y="1593419"/>
                </a:lnTo>
                <a:lnTo>
                  <a:pt x="2455651" y="1593419"/>
                </a:lnTo>
                <a:lnTo>
                  <a:pt x="2460195" y="1588914"/>
                </a:lnTo>
                <a:lnTo>
                  <a:pt x="2460195" y="1577795"/>
                </a:lnTo>
                <a:lnTo>
                  <a:pt x="2455651" y="1573294"/>
                </a:lnTo>
                <a:close/>
              </a:path>
              <a:path extrusionOk="0" h="1607820" w="4617085">
                <a:moveTo>
                  <a:pt x="2754554" y="1579995"/>
                </a:moveTo>
                <a:lnTo>
                  <a:pt x="2750820" y="1579995"/>
                </a:lnTo>
                <a:lnTo>
                  <a:pt x="2749336" y="1581491"/>
                </a:lnTo>
                <a:lnTo>
                  <a:pt x="2749336" y="1585218"/>
                </a:lnTo>
                <a:lnTo>
                  <a:pt x="2750820" y="1586714"/>
                </a:lnTo>
                <a:lnTo>
                  <a:pt x="2754554" y="1586714"/>
                </a:lnTo>
                <a:lnTo>
                  <a:pt x="2756039" y="1585218"/>
                </a:lnTo>
                <a:lnTo>
                  <a:pt x="2756039" y="1581491"/>
                </a:lnTo>
                <a:lnTo>
                  <a:pt x="2754554" y="1579995"/>
                </a:lnTo>
                <a:close/>
              </a:path>
            </a:pathLst>
          </a:custGeom>
          <a:solidFill>
            <a:srgbClr val="E9C6C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56" name="Google Shape;156;p9"/>
          <p:cNvPicPr preferRelativeResize="0"/>
          <p:nvPr/>
        </p:nvPicPr>
        <p:blipFill rotWithShape="1">
          <a:blip r:embed="rId3">
            <a:alphaModFix/>
          </a:blip>
          <a:srcRect b="0" l="0" r="0" t="0"/>
          <a:stretch/>
        </p:blipFill>
        <p:spPr>
          <a:xfrm>
            <a:off x="10877550" y="2266950"/>
            <a:ext cx="6124575" cy="6772275"/>
          </a:xfrm>
          <a:prstGeom prst="rect">
            <a:avLst/>
          </a:prstGeom>
          <a:noFill/>
          <a:ln>
            <a:noFill/>
          </a:ln>
        </p:spPr>
      </p:pic>
      <p:pic>
        <p:nvPicPr>
          <p:cNvPr id="157" name="Google Shape;157;p9"/>
          <p:cNvPicPr preferRelativeResize="0"/>
          <p:nvPr/>
        </p:nvPicPr>
        <p:blipFill rotWithShape="1">
          <a:blip r:embed="rId4">
            <a:alphaModFix/>
          </a:blip>
          <a:srcRect b="0" l="0" r="0" t="0"/>
          <a:stretch/>
        </p:blipFill>
        <p:spPr>
          <a:xfrm>
            <a:off x="1123950" y="2466975"/>
            <a:ext cx="7115175" cy="3181350"/>
          </a:xfrm>
          <a:prstGeom prst="rect">
            <a:avLst/>
          </a:prstGeom>
          <a:noFill/>
          <a:ln>
            <a:noFill/>
          </a:ln>
        </p:spPr>
      </p:pic>
      <p:pic>
        <p:nvPicPr>
          <p:cNvPr id="158" name="Google Shape;158;p9"/>
          <p:cNvPicPr preferRelativeResize="0"/>
          <p:nvPr/>
        </p:nvPicPr>
        <p:blipFill rotWithShape="1">
          <a:blip r:embed="rId5">
            <a:alphaModFix/>
          </a:blip>
          <a:srcRect b="0" l="0" r="0" t="0"/>
          <a:stretch/>
        </p:blipFill>
        <p:spPr>
          <a:xfrm>
            <a:off x="3648075" y="6943725"/>
            <a:ext cx="6600825" cy="1704975"/>
          </a:xfrm>
          <a:prstGeom prst="rect">
            <a:avLst/>
          </a:prstGeom>
          <a:noFill/>
          <a:ln>
            <a:noFill/>
          </a:ln>
        </p:spPr>
      </p:pic>
      <p:sp>
        <p:nvSpPr>
          <p:cNvPr id="159" name="Google Shape;159;p9"/>
          <p:cNvSpPr txBox="1"/>
          <p:nvPr>
            <p:ph type="title"/>
          </p:nvPr>
        </p:nvSpPr>
        <p:spPr>
          <a:xfrm>
            <a:off x="2434589" y="22034"/>
            <a:ext cx="13001625" cy="3056890"/>
          </a:xfrm>
          <a:prstGeom prst="rect">
            <a:avLst/>
          </a:prstGeom>
          <a:noFill/>
          <a:ln>
            <a:noFill/>
          </a:ln>
        </p:spPr>
        <p:txBody>
          <a:bodyPr anchorCtr="0" anchor="t" bIns="0" lIns="0" spcFirstLastPara="1" rIns="0" wrap="square" tIns="458075">
            <a:spAutoFit/>
          </a:bodyPr>
          <a:lstStyle/>
          <a:p>
            <a:pPr indent="0" lvl="0" marL="4868545" rtl="0" algn="l">
              <a:lnSpc>
                <a:spcPct val="100000"/>
              </a:lnSpc>
              <a:spcBef>
                <a:spcPts val="0"/>
              </a:spcBef>
              <a:spcAft>
                <a:spcPts val="0"/>
              </a:spcAft>
              <a:buNone/>
            </a:pPr>
            <a:r>
              <a:rPr lang="es-GT" sz="8450">
                <a:solidFill>
                  <a:srgbClr val="000000"/>
                </a:solidFill>
                <a:latin typeface="Calibri"/>
                <a:ea typeface="Calibri"/>
                <a:cs typeface="Calibri"/>
                <a:sym typeface="Calibri"/>
              </a:rPr>
              <a:t>EJEMPLOS</a:t>
            </a:r>
            <a:endParaRPr sz="8450">
              <a:latin typeface="Calibri"/>
              <a:ea typeface="Calibri"/>
              <a:cs typeface="Calibri"/>
              <a:sym typeface="Calibri"/>
            </a:endParaRPr>
          </a:p>
        </p:txBody>
      </p:sp>
      <p:sp>
        <p:nvSpPr>
          <p:cNvPr id="160" name="Google Shape;160;p9"/>
          <p:cNvSpPr txBox="1"/>
          <p:nvPr/>
        </p:nvSpPr>
        <p:spPr>
          <a:xfrm>
            <a:off x="6889115" y="9171622"/>
            <a:ext cx="4925060" cy="4648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2700">
                <a:latin typeface="Tahoma"/>
                <a:ea typeface="Tahoma"/>
                <a:cs typeface="Tahoma"/>
                <a:sym typeface="Tahoma"/>
              </a:rPr>
              <a:t>Programación Comercial |1S2025</a:t>
            </a:r>
            <a:endParaRPr sz="2700">
              <a:latin typeface="Tahoma"/>
              <a:ea typeface="Tahoma"/>
              <a:cs typeface="Tahoma"/>
              <a:sym typeface="Tahom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0"/>
          <p:cNvSpPr txBox="1"/>
          <p:nvPr>
            <p:ph type="title"/>
          </p:nvPr>
        </p:nvSpPr>
        <p:spPr>
          <a:xfrm>
            <a:off x="2434589" y="22034"/>
            <a:ext cx="13001625" cy="3056890"/>
          </a:xfrm>
          <a:prstGeom prst="rect">
            <a:avLst/>
          </a:prstGeom>
          <a:noFill/>
          <a:ln>
            <a:noFill/>
          </a:ln>
        </p:spPr>
        <p:txBody>
          <a:bodyPr anchorCtr="0" anchor="t" bIns="0" lIns="0" spcFirstLastPara="1" rIns="0" wrap="square" tIns="1165725">
            <a:spAutoFit/>
          </a:bodyPr>
          <a:lstStyle/>
          <a:p>
            <a:pPr indent="0" lvl="0" marL="3893184" rtl="0" algn="l">
              <a:lnSpc>
                <a:spcPct val="100000"/>
              </a:lnSpc>
              <a:spcBef>
                <a:spcPts val="0"/>
              </a:spcBef>
              <a:spcAft>
                <a:spcPts val="0"/>
              </a:spcAft>
              <a:buNone/>
            </a:pPr>
            <a:r>
              <a:rPr lang="es-GT" sz="8450">
                <a:solidFill>
                  <a:srgbClr val="000000"/>
                </a:solidFill>
                <a:latin typeface="Calibri"/>
                <a:ea typeface="Calibri"/>
                <a:cs typeface="Calibri"/>
                <a:sym typeface="Calibri"/>
              </a:rPr>
              <a:t>Composición</a:t>
            </a:r>
            <a:endParaRPr sz="8450">
              <a:latin typeface="Calibri"/>
              <a:ea typeface="Calibri"/>
              <a:cs typeface="Calibri"/>
              <a:sym typeface="Calibri"/>
            </a:endParaRPr>
          </a:p>
        </p:txBody>
      </p:sp>
      <p:sp>
        <p:nvSpPr>
          <p:cNvPr id="166" name="Google Shape;166;p10"/>
          <p:cNvSpPr/>
          <p:nvPr/>
        </p:nvSpPr>
        <p:spPr>
          <a:xfrm>
            <a:off x="15916275" y="0"/>
            <a:ext cx="1447800" cy="1676400"/>
          </a:xfrm>
          <a:custGeom>
            <a:rect b="b" l="l" r="r" t="t"/>
            <a:pathLst>
              <a:path extrusionOk="0" h="1676400" w="1447800">
                <a:moveTo>
                  <a:pt x="1447800" y="0"/>
                </a:moveTo>
                <a:lnTo>
                  <a:pt x="0" y="0"/>
                </a:lnTo>
                <a:lnTo>
                  <a:pt x="0" y="998093"/>
                </a:lnTo>
                <a:lnTo>
                  <a:pt x="2451" y="1046894"/>
                </a:lnTo>
                <a:lnTo>
                  <a:pt x="8414" y="1094753"/>
                </a:lnTo>
                <a:lnTo>
                  <a:pt x="17766" y="1141553"/>
                </a:lnTo>
                <a:lnTo>
                  <a:pt x="30388" y="1187177"/>
                </a:lnTo>
                <a:lnTo>
                  <a:pt x="46159" y="1231509"/>
                </a:lnTo>
                <a:lnTo>
                  <a:pt x="64958" y="1274430"/>
                </a:lnTo>
                <a:lnTo>
                  <a:pt x="86664" y="1315826"/>
                </a:lnTo>
                <a:lnTo>
                  <a:pt x="111158" y="1355578"/>
                </a:lnTo>
                <a:lnTo>
                  <a:pt x="138318" y="1393570"/>
                </a:lnTo>
                <a:lnTo>
                  <a:pt x="168025" y="1429686"/>
                </a:lnTo>
                <a:lnTo>
                  <a:pt x="200156" y="1463808"/>
                </a:lnTo>
                <a:lnTo>
                  <a:pt x="234592" y="1495820"/>
                </a:lnTo>
                <a:lnTo>
                  <a:pt x="271212" y="1525604"/>
                </a:lnTo>
                <a:lnTo>
                  <a:pt x="309896" y="1553044"/>
                </a:lnTo>
                <a:lnTo>
                  <a:pt x="350522" y="1578024"/>
                </a:lnTo>
                <a:lnTo>
                  <a:pt x="392971" y="1600426"/>
                </a:lnTo>
                <a:lnTo>
                  <a:pt x="437122" y="1620133"/>
                </a:lnTo>
                <a:lnTo>
                  <a:pt x="482853" y="1637029"/>
                </a:lnTo>
                <a:lnTo>
                  <a:pt x="528493" y="1650244"/>
                </a:lnTo>
                <a:lnTo>
                  <a:pt x="576029" y="1661147"/>
                </a:lnTo>
                <a:lnTo>
                  <a:pt x="624887" y="1669381"/>
                </a:lnTo>
                <a:lnTo>
                  <a:pt x="674495" y="1674585"/>
                </a:lnTo>
                <a:lnTo>
                  <a:pt x="724280" y="1676400"/>
                </a:lnTo>
                <a:lnTo>
                  <a:pt x="773571" y="1674823"/>
                </a:lnTo>
                <a:lnTo>
                  <a:pt x="821971" y="1670186"/>
                </a:lnTo>
                <a:lnTo>
                  <a:pt x="869323" y="1662629"/>
                </a:lnTo>
                <a:lnTo>
                  <a:pt x="915467" y="1652292"/>
                </a:lnTo>
                <a:lnTo>
                  <a:pt x="960246" y="1639316"/>
                </a:lnTo>
                <a:lnTo>
                  <a:pt x="961771" y="1638553"/>
                </a:lnTo>
                <a:lnTo>
                  <a:pt x="963421" y="1638553"/>
                </a:lnTo>
                <a:lnTo>
                  <a:pt x="964946" y="1637792"/>
                </a:lnTo>
                <a:lnTo>
                  <a:pt x="1010224" y="1620535"/>
                </a:lnTo>
                <a:lnTo>
                  <a:pt x="1054025" y="1600510"/>
                </a:lnTo>
                <a:lnTo>
                  <a:pt x="1096218" y="1577833"/>
                </a:lnTo>
                <a:lnTo>
                  <a:pt x="1136674" y="1552621"/>
                </a:lnTo>
                <a:lnTo>
                  <a:pt x="1175262" y="1524990"/>
                </a:lnTo>
                <a:lnTo>
                  <a:pt x="1211852" y="1495058"/>
                </a:lnTo>
                <a:lnTo>
                  <a:pt x="1246315" y="1462940"/>
                </a:lnTo>
                <a:lnTo>
                  <a:pt x="1278520" y="1428755"/>
                </a:lnTo>
                <a:lnTo>
                  <a:pt x="1308338" y="1392618"/>
                </a:lnTo>
                <a:lnTo>
                  <a:pt x="1335637" y="1354647"/>
                </a:lnTo>
                <a:lnTo>
                  <a:pt x="1360290" y="1314958"/>
                </a:lnTo>
                <a:lnTo>
                  <a:pt x="1382164" y="1273668"/>
                </a:lnTo>
                <a:lnTo>
                  <a:pt x="1401131" y="1230895"/>
                </a:lnTo>
                <a:lnTo>
                  <a:pt x="1417060" y="1186754"/>
                </a:lnTo>
                <a:lnTo>
                  <a:pt x="1429821" y="1141363"/>
                </a:lnTo>
                <a:lnTo>
                  <a:pt x="1439285" y="1094838"/>
                </a:lnTo>
                <a:lnTo>
                  <a:pt x="1445321" y="1047296"/>
                </a:lnTo>
                <a:lnTo>
                  <a:pt x="1447800" y="998854"/>
                </a:lnTo>
                <a:lnTo>
                  <a:pt x="1447800" y="0"/>
                </a:lnTo>
                <a:close/>
              </a:path>
            </a:pathLst>
          </a:custGeom>
          <a:solidFill>
            <a:srgbClr val="9FC3D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7" name="Google Shape;167;p10"/>
          <p:cNvSpPr txBox="1"/>
          <p:nvPr/>
        </p:nvSpPr>
        <p:spPr>
          <a:xfrm>
            <a:off x="16234663" y="353948"/>
            <a:ext cx="825500" cy="87249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s-GT" sz="5550">
                <a:latin typeface="Arial Black"/>
                <a:ea typeface="Arial Black"/>
                <a:cs typeface="Arial Black"/>
                <a:sym typeface="Arial Black"/>
              </a:rPr>
              <a:t>11</a:t>
            </a:r>
            <a:endParaRPr sz="5550">
              <a:latin typeface="Arial Black"/>
              <a:ea typeface="Arial Black"/>
              <a:cs typeface="Arial Black"/>
              <a:sym typeface="Arial Black"/>
            </a:endParaRPr>
          </a:p>
        </p:txBody>
      </p:sp>
      <p:sp>
        <p:nvSpPr>
          <p:cNvPr id="168" name="Google Shape;168;p10"/>
          <p:cNvSpPr/>
          <p:nvPr/>
        </p:nvSpPr>
        <p:spPr>
          <a:xfrm>
            <a:off x="67709" y="133724"/>
            <a:ext cx="4617085" cy="1607820"/>
          </a:xfrm>
          <a:custGeom>
            <a:rect b="b" l="l" r="r" t="t"/>
            <a:pathLst>
              <a:path extrusionOk="0" h="1607820" w="4617085">
                <a:moveTo>
                  <a:pt x="29377" y="41823"/>
                </a:moveTo>
                <a:lnTo>
                  <a:pt x="17935" y="44133"/>
                </a:lnTo>
                <a:lnTo>
                  <a:pt x="8598" y="50431"/>
                </a:lnTo>
                <a:lnTo>
                  <a:pt x="2306" y="59771"/>
                </a:lnTo>
                <a:lnTo>
                  <a:pt x="0" y="71203"/>
                </a:lnTo>
                <a:lnTo>
                  <a:pt x="2306" y="82609"/>
                </a:lnTo>
                <a:lnTo>
                  <a:pt x="8598" y="91935"/>
                </a:lnTo>
                <a:lnTo>
                  <a:pt x="17935" y="98229"/>
                </a:lnTo>
                <a:lnTo>
                  <a:pt x="29377" y="100538"/>
                </a:lnTo>
                <a:lnTo>
                  <a:pt x="40793" y="98229"/>
                </a:lnTo>
                <a:lnTo>
                  <a:pt x="50117" y="91935"/>
                </a:lnTo>
                <a:lnTo>
                  <a:pt x="56404" y="82609"/>
                </a:lnTo>
                <a:lnTo>
                  <a:pt x="58709" y="71203"/>
                </a:lnTo>
                <a:lnTo>
                  <a:pt x="56404" y="59771"/>
                </a:lnTo>
                <a:lnTo>
                  <a:pt x="50117" y="50431"/>
                </a:lnTo>
                <a:lnTo>
                  <a:pt x="40793" y="44133"/>
                </a:lnTo>
                <a:lnTo>
                  <a:pt x="29377" y="41823"/>
                </a:lnTo>
                <a:close/>
              </a:path>
              <a:path extrusionOk="0" h="1607820" w="4617085">
                <a:moveTo>
                  <a:pt x="331969" y="38498"/>
                </a:moveTo>
                <a:lnTo>
                  <a:pt x="319222" y="41069"/>
                </a:lnTo>
                <a:lnTo>
                  <a:pt x="308812" y="48078"/>
                </a:lnTo>
                <a:lnTo>
                  <a:pt x="301792" y="58474"/>
                </a:lnTo>
                <a:lnTo>
                  <a:pt x="299218" y="71203"/>
                </a:lnTo>
                <a:lnTo>
                  <a:pt x="301792" y="83932"/>
                </a:lnTo>
                <a:lnTo>
                  <a:pt x="308812" y="94328"/>
                </a:lnTo>
                <a:lnTo>
                  <a:pt x="319222" y="101337"/>
                </a:lnTo>
                <a:lnTo>
                  <a:pt x="331969" y="103908"/>
                </a:lnTo>
                <a:lnTo>
                  <a:pt x="344691" y="101337"/>
                </a:lnTo>
                <a:lnTo>
                  <a:pt x="355088" y="94328"/>
                </a:lnTo>
                <a:lnTo>
                  <a:pt x="362103" y="83932"/>
                </a:lnTo>
                <a:lnTo>
                  <a:pt x="364676" y="71203"/>
                </a:lnTo>
                <a:lnTo>
                  <a:pt x="362103" y="58474"/>
                </a:lnTo>
                <a:lnTo>
                  <a:pt x="355088" y="48079"/>
                </a:lnTo>
                <a:lnTo>
                  <a:pt x="344691" y="41069"/>
                </a:lnTo>
                <a:lnTo>
                  <a:pt x="331969" y="38498"/>
                </a:lnTo>
                <a:close/>
              </a:path>
              <a:path extrusionOk="0" h="1607820" w="4617085">
                <a:moveTo>
                  <a:pt x="634562" y="35983"/>
                </a:moveTo>
                <a:lnTo>
                  <a:pt x="620833" y="38751"/>
                </a:lnTo>
                <a:lnTo>
                  <a:pt x="609622" y="46298"/>
                </a:lnTo>
                <a:lnTo>
                  <a:pt x="602063" y="57494"/>
                </a:lnTo>
                <a:lnTo>
                  <a:pt x="599291" y="71203"/>
                </a:lnTo>
                <a:lnTo>
                  <a:pt x="602063" y="84913"/>
                </a:lnTo>
                <a:lnTo>
                  <a:pt x="609622" y="96108"/>
                </a:lnTo>
                <a:lnTo>
                  <a:pt x="620833" y="103656"/>
                </a:lnTo>
                <a:lnTo>
                  <a:pt x="634562" y="106423"/>
                </a:lnTo>
                <a:lnTo>
                  <a:pt x="648265" y="103656"/>
                </a:lnTo>
                <a:lnTo>
                  <a:pt x="659463" y="96108"/>
                </a:lnTo>
                <a:lnTo>
                  <a:pt x="667017" y="84913"/>
                </a:lnTo>
                <a:lnTo>
                  <a:pt x="669788" y="71203"/>
                </a:lnTo>
                <a:lnTo>
                  <a:pt x="667017" y="57494"/>
                </a:lnTo>
                <a:lnTo>
                  <a:pt x="659463" y="46298"/>
                </a:lnTo>
                <a:lnTo>
                  <a:pt x="648265" y="38751"/>
                </a:lnTo>
                <a:lnTo>
                  <a:pt x="634562" y="35983"/>
                </a:lnTo>
                <a:close/>
              </a:path>
              <a:path extrusionOk="0" h="1607820" w="4617085">
                <a:moveTo>
                  <a:pt x="937110" y="33467"/>
                </a:moveTo>
                <a:lnTo>
                  <a:pt x="922424" y="36432"/>
                </a:lnTo>
                <a:lnTo>
                  <a:pt x="910426" y="44518"/>
                </a:lnTo>
                <a:lnTo>
                  <a:pt x="902333" y="56513"/>
                </a:lnTo>
                <a:lnTo>
                  <a:pt x="899364" y="71203"/>
                </a:lnTo>
                <a:lnTo>
                  <a:pt x="902333" y="85893"/>
                </a:lnTo>
                <a:lnTo>
                  <a:pt x="910426" y="97888"/>
                </a:lnTo>
                <a:lnTo>
                  <a:pt x="922424" y="105974"/>
                </a:lnTo>
                <a:lnTo>
                  <a:pt x="937110" y="108939"/>
                </a:lnTo>
                <a:lnTo>
                  <a:pt x="951821" y="105974"/>
                </a:lnTo>
                <a:lnTo>
                  <a:pt x="963833" y="97888"/>
                </a:lnTo>
                <a:lnTo>
                  <a:pt x="971931" y="85893"/>
                </a:lnTo>
                <a:lnTo>
                  <a:pt x="974900" y="71203"/>
                </a:lnTo>
                <a:lnTo>
                  <a:pt x="971931" y="56513"/>
                </a:lnTo>
                <a:lnTo>
                  <a:pt x="963833" y="44518"/>
                </a:lnTo>
                <a:lnTo>
                  <a:pt x="951821" y="36432"/>
                </a:lnTo>
                <a:lnTo>
                  <a:pt x="937110" y="33467"/>
                </a:lnTo>
                <a:close/>
              </a:path>
              <a:path extrusionOk="0" h="1607820" w="4617085">
                <a:moveTo>
                  <a:pt x="1239702" y="30098"/>
                </a:moveTo>
                <a:lnTo>
                  <a:pt x="1223718" y="33330"/>
                </a:lnTo>
                <a:lnTo>
                  <a:pt x="1210662" y="42143"/>
                </a:lnTo>
                <a:lnTo>
                  <a:pt x="1201857" y="55210"/>
                </a:lnTo>
                <a:lnTo>
                  <a:pt x="1198628" y="71203"/>
                </a:lnTo>
                <a:lnTo>
                  <a:pt x="1201857" y="87197"/>
                </a:lnTo>
                <a:lnTo>
                  <a:pt x="1210662" y="100263"/>
                </a:lnTo>
                <a:lnTo>
                  <a:pt x="1223718" y="109076"/>
                </a:lnTo>
                <a:lnTo>
                  <a:pt x="1239702" y="112309"/>
                </a:lnTo>
                <a:lnTo>
                  <a:pt x="1255719" y="109076"/>
                </a:lnTo>
                <a:lnTo>
                  <a:pt x="1268804" y="100263"/>
                </a:lnTo>
                <a:lnTo>
                  <a:pt x="1277629" y="87197"/>
                </a:lnTo>
                <a:lnTo>
                  <a:pt x="1280867" y="71203"/>
                </a:lnTo>
                <a:lnTo>
                  <a:pt x="1277629" y="55210"/>
                </a:lnTo>
                <a:lnTo>
                  <a:pt x="1268804" y="42143"/>
                </a:lnTo>
                <a:lnTo>
                  <a:pt x="1255719" y="33330"/>
                </a:lnTo>
                <a:lnTo>
                  <a:pt x="1239702" y="30098"/>
                </a:lnTo>
                <a:close/>
              </a:path>
              <a:path extrusionOk="0" h="1607820" w="4617085">
                <a:moveTo>
                  <a:pt x="1542295" y="27627"/>
                </a:moveTo>
                <a:lnTo>
                  <a:pt x="1525329" y="31056"/>
                </a:lnTo>
                <a:lnTo>
                  <a:pt x="1511472" y="40402"/>
                </a:lnTo>
                <a:lnTo>
                  <a:pt x="1502128" y="54255"/>
                </a:lnTo>
                <a:lnTo>
                  <a:pt x="1498701" y="71203"/>
                </a:lnTo>
                <a:lnTo>
                  <a:pt x="1502128" y="88177"/>
                </a:lnTo>
                <a:lnTo>
                  <a:pt x="1511472" y="102043"/>
                </a:lnTo>
                <a:lnTo>
                  <a:pt x="1525329" y="111395"/>
                </a:lnTo>
                <a:lnTo>
                  <a:pt x="1542295" y="114824"/>
                </a:lnTo>
                <a:lnTo>
                  <a:pt x="1559286" y="111395"/>
                </a:lnTo>
                <a:lnTo>
                  <a:pt x="1573157" y="102044"/>
                </a:lnTo>
                <a:lnTo>
                  <a:pt x="1582506" y="88177"/>
                </a:lnTo>
                <a:lnTo>
                  <a:pt x="1585933" y="71203"/>
                </a:lnTo>
                <a:lnTo>
                  <a:pt x="1582506" y="54255"/>
                </a:lnTo>
                <a:lnTo>
                  <a:pt x="1573157" y="40402"/>
                </a:lnTo>
                <a:lnTo>
                  <a:pt x="1559286" y="31056"/>
                </a:lnTo>
                <a:lnTo>
                  <a:pt x="1542295" y="27627"/>
                </a:lnTo>
                <a:close/>
              </a:path>
              <a:path extrusionOk="0" h="1607820" w="4617085">
                <a:moveTo>
                  <a:pt x="1844887" y="25111"/>
                </a:moveTo>
                <a:lnTo>
                  <a:pt x="1826939" y="28738"/>
                </a:lnTo>
                <a:lnTo>
                  <a:pt x="1812282" y="38622"/>
                </a:lnTo>
                <a:lnTo>
                  <a:pt x="1802398" y="53275"/>
                </a:lnTo>
                <a:lnTo>
                  <a:pt x="1798774" y="71203"/>
                </a:lnTo>
                <a:lnTo>
                  <a:pt x="1802398" y="89158"/>
                </a:lnTo>
                <a:lnTo>
                  <a:pt x="1812282" y="103824"/>
                </a:lnTo>
                <a:lnTo>
                  <a:pt x="1826939" y="113713"/>
                </a:lnTo>
                <a:lnTo>
                  <a:pt x="1844887" y="117340"/>
                </a:lnTo>
                <a:lnTo>
                  <a:pt x="1862861" y="113713"/>
                </a:lnTo>
                <a:lnTo>
                  <a:pt x="1877532" y="103824"/>
                </a:lnTo>
                <a:lnTo>
                  <a:pt x="1887420" y="89158"/>
                </a:lnTo>
                <a:lnTo>
                  <a:pt x="1891045" y="71203"/>
                </a:lnTo>
                <a:lnTo>
                  <a:pt x="1887420" y="53275"/>
                </a:lnTo>
                <a:lnTo>
                  <a:pt x="1877532" y="38622"/>
                </a:lnTo>
                <a:lnTo>
                  <a:pt x="1862861" y="28738"/>
                </a:lnTo>
                <a:lnTo>
                  <a:pt x="1844887" y="25111"/>
                </a:lnTo>
                <a:close/>
              </a:path>
              <a:path extrusionOk="0" h="1607820" w="4617085">
                <a:moveTo>
                  <a:pt x="2147480" y="22596"/>
                </a:moveTo>
                <a:lnTo>
                  <a:pt x="2128550" y="26419"/>
                </a:lnTo>
                <a:lnTo>
                  <a:pt x="2113092" y="36842"/>
                </a:lnTo>
                <a:lnTo>
                  <a:pt x="2102669" y="52294"/>
                </a:lnTo>
                <a:lnTo>
                  <a:pt x="2098847" y="71203"/>
                </a:lnTo>
                <a:lnTo>
                  <a:pt x="2102669" y="90139"/>
                </a:lnTo>
                <a:lnTo>
                  <a:pt x="2113092" y="105604"/>
                </a:lnTo>
                <a:lnTo>
                  <a:pt x="2128550" y="116032"/>
                </a:lnTo>
                <a:lnTo>
                  <a:pt x="2147480" y="119856"/>
                </a:lnTo>
                <a:lnTo>
                  <a:pt x="2166442" y="116032"/>
                </a:lnTo>
                <a:lnTo>
                  <a:pt x="2181930" y="105604"/>
                </a:lnTo>
                <a:lnTo>
                  <a:pt x="2192372" y="90139"/>
                </a:lnTo>
                <a:lnTo>
                  <a:pt x="2196202" y="71203"/>
                </a:lnTo>
                <a:lnTo>
                  <a:pt x="2192372" y="52294"/>
                </a:lnTo>
                <a:lnTo>
                  <a:pt x="2181930" y="36842"/>
                </a:lnTo>
                <a:lnTo>
                  <a:pt x="2166442" y="26419"/>
                </a:lnTo>
                <a:lnTo>
                  <a:pt x="2147480" y="22596"/>
                </a:lnTo>
                <a:close/>
              </a:path>
              <a:path extrusionOk="0" h="1607820" w="4617085">
                <a:moveTo>
                  <a:pt x="2450072" y="20080"/>
                </a:moveTo>
                <a:lnTo>
                  <a:pt x="2430160" y="24094"/>
                </a:lnTo>
                <a:lnTo>
                  <a:pt x="2413901" y="35045"/>
                </a:lnTo>
                <a:lnTo>
                  <a:pt x="2402940" y="51294"/>
                </a:lnTo>
                <a:lnTo>
                  <a:pt x="2398920" y="71203"/>
                </a:lnTo>
                <a:lnTo>
                  <a:pt x="2402940" y="91119"/>
                </a:lnTo>
                <a:lnTo>
                  <a:pt x="2413901" y="107384"/>
                </a:lnTo>
                <a:lnTo>
                  <a:pt x="2430160" y="118350"/>
                </a:lnTo>
                <a:lnTo>
                  <a:pt x="2450072" y="122372"/>
                </a:lnTo>
                <a:lnTo>
                  <a:pt x="2470017" y="118350"/>
                </a:lnTo>
                <a:lnTo>
                  <a:pt x="2486305" y="107384"/>
                </a:lnTo>
                <a:lnTo>
                  <a:pt x="2497287" y="91119"/>
                </a:lnTo>
                <a:lnTo>
                  <a:pt x="2501314" y="71203"/>
                </a:lnTo>
                <a:lnTo>
                  <a:pt x="2497287" y="51294"/>
                </a:lnTo>
                <a:lnTo>
                  <a:pt x="2486305" y="35045"/>
                </a:lnTo>
                <a:lnTo>
                  <a:pt x="2470017" y="24094"/>
                </a:lnTo>
                <a:lnTo>
                  <a:pt x="2450072" y="20080"/>
                </a:lnTo>
                <a:close/>
              </a:path>
              <a:path extrusionOk="0" h="1607820" w="4617085">
                <a:moveTo>
                  <a:pt x="2752665" y="16756"/>
                </a:moveTo>
                <a:lnTo>
                  <a:pt x="2731448" y="21038"/>
                </a:lnTo>
                <a:lnTo>
                  <a:pt x="2714115" y="32715"/>
                </a:lnTo>
                <a:lnTo>
                  <a:pt x="2702426" y="50036"/>
                </a:lnTo>
                <a:lnTo>
                  <a:pt x="2698139" y="71248"/>
                </a:lnTo>
                <a:lnTo>
                  <a:pt x="2702426" y="92442"/>
                </a:lnTo>
                <a:lnTo>
                  <a:pt x="2714115" y="109765"/>
                </a:lnTo>
                <a:lnTo>
                  <a:pt x="2731448" y="121453"/>
                </a:lnTo>
                <a:lnTo>
                  <a:pt x="2752665" y="125741"/>
                </a:lnTo>
                <a:lnTo>
                  <a:pt x="2773908" y="121453"/>
                </a:lnTo>
                <a:lnTo>
                  <a:pt x="2791253" y="109765"/>
                </a:lnTo>
                <a:lnTo>
                  <a:pt x="2802948" y="92442"/>
                </a:lnTo>
                <a:lnTo>
                  <a:pt x="2807236" y="71248"/>
                </a:lnTo>
                <a:lnTo>
                  <a:pt x="2802948" y="50036"/>
                </a:lnTo>
                <a:lnTo>
                  <a:pt x="2791253" y="32715"/>
                </a:lnTo>
                <a:lnTo>
                  <a:pt x="2773908" y="21038"/>
                </a:lnTo>
                <a:lnTo>
                  <a:pt x="2752665" y="16756"/>
                </a:lnTo>
                <a:close/>
              </a:path>
              <a:path extrusionOk="0" h="1607820" w="4617085">
                <a:moveTo>
                  <a:pt x="3055302" y="14240"/>
                </a:moveTo>
                <a:lnTo>
                  <a:pt x="3033103" y="18719"/>
                </a:lnTo>
                <a:lnTo>
                  <a:pt x="3014970" y="30935"/>
                </a:lnTo>
                <a:lnTo>
                  <a:pt x="3002742" y="49055"/>
                </a:lnTo>
                <a:lnTo>
                  <a:pt x="2998257" y="71248"/>
                </a:lnTo>
                <a:lnTo>
                  <a:pt x="3002742" y="93423"/>
                </a:lnTo>
                <a:lnTo>
                  <a:pt x="3014970" y="111545"/>
                </a:lnTo>
                <a:lnTo>
                  <a:pt x="3033103" y="123771"/>
                </a:lnTo>
                <a:lnTo>
                  <a:pt x="3055302" y="128257"/>
                </a:lnTo>
                <a:lnTo>
                  <a:pt x="3077520" y="123771"/>
                </a:lnTo>
                <a:lnTo>
                  <a:pt x="3095651" y="111545"/>
                </a:lnTo>
                <a:lnTo>
                  <a:pt x="3107869" y="93423"/>
                </a:lnTo>
                <a:lnTo>
                  <a:pt x="3112348" y="71248"/>
                </a:lnTo>
                <a:lnTo>
                  <a:pt x="3107863" y="49055"/>
                </a:lnTo>
                <a:lnTo>
                  <a:pt x="3095634" y="30935"/>
                </a:lnTo>
                <a:lnTo>
                  <a:pt x="3077501" y="18719"/>
                </a:lnTo>
                <a:lnTo>
                  <a:pt x="3055302" y="14240"/>
                </a:lnTo>
                <a:close/>
              </a:path>
              <a:path extrusionOk="0" h="1607820" w="4617085">
                <a:moveTo>
                  <a:pt x="3357895" y="11724"/>
                </a:moveTo>
                <a:lnTo>
                  <a:pt x="3334714" y="16401"/>
                </a:lnTo>
                <a:lnTo>
                  <a:pt x="3315780" y="29155"/>
                </a:lnTo>
                <a:lnTo>
                  <a:pt x="3303012" y="48075"/>
                </a:lnTo>
                <a:lnTo>
                  <a:pt x="3298330" y="71249"/>
                </a:lnTo>
                <a:lnTo>
                  <a:pt x="3303012" y="94403"/>
                </a:lnTo>
                <a:lnTo>
                  <a:pt x="3315780" y="113325"/>
                </a:lnTo>
                <a:lnTo>
                  <a:pt x="3334714" y="126090"/>
                </a:lnTo>
                <a:lnTo>
                  <a:pt x="3357895" y="130773"/>
                </a:lnTo>
                <a:lnTo>
                  <a:pt x="3381076" y="126090"/>
                </a:lnTo>
                <a:lnTo>
                  <a:pt x="3400009" y="113325"/>
                </a:lnTo>
                <a:lnTo>
                  <a:pt x="3412777" y="94403"/>
                </a:lnTo>
                <a:lnTo>
                  <a:pt x="3417459" y="71249"/>
                </a:lnTo>
                <a:lnTo>
                  <a:pt x="3412777" y="48075"/>
                </a:lnTo>
                <a:lnTo>
                  <a:pt x="3400009" y="29155"/>
                </a:lnTo>
                <a:lnTo>
                  <a:pt x="3381076" y="16401"/>
                </a:lnTo>
                <a:lnTo>
                  <a:pt x="3357895" y="11724"/>
                </a:lnTo>
                <a:close/>
              </a:path>
              <a:path extrusionOk="0" h="1607820" w="4617085">
                <a:moveTo>
                  <a:pt x="3660487" y="7547"/>
                </a:moveTo>
                <a:lnTo>
                  <a:pt x="3635665" y="12553"/>
                </a:lnTo>
                <a:lnTo>
                  <a:pt x="3615403" y="26207"/>
                </a:lnTo>
                <a:lnTo>
                  <a:pt x="3601746" y="46456"/>
                </a:lnTo>
                <a:lnTo>
                  <a:pt x="3596738" y="71249"/>
                </a:lnTo>
                <a:lnTo>
                  <a:pt x="3601746" y="96042"/>
                </a:lnTo>
                <a:lnTo>
                  <a:pt x="3615403" y="116290"/>
                </a:lnTo>
                <a:lnTo>
                  <a:pt x="3635665" y="129944"/>
                </a:lnTo>
                <a:lnTo>
                  <a:pt x="3660487" y="134951"/>
                </a:lnTo>
                <a:lnTo>
                  <a:pt x="3685290" y="129944"/>
                </a:lnTo>
                <a:lnTo>
                  <a:pt x="3705554" y="116290"/>
                </a:lnTo>
                <a:lnTo>
                  <a:pt x="3719222" y="96042"/>
                </a:lnTo>
                <a:lnTo>
                  <a:pt x="3724236" y="71249"/>
                </a:lnTo>
                <a:lnTo>
                  <a:pt x="3719222" y="46456"/>
                </a:lnTo>
                <a:lnTo>
                  <a:pt x="3705554" y="26207"/>
                </a:lnTo>
                <a:lnTo>
                  <a:pt x="3685290" y="12553"/>
                </a:lnTo>
                <a:lnTo>
                  <a:pt x="3660487" y="7547"/>
                </a:lnTo>
                <a:close/>
              </a:path>
              <a:path extrusionOk="0" h="1607820" w="4617085">
                <a:moveTo>
                  <a:pt x="3963080" y="4177"/>
                </a:moveTo>
                <a:lnTo>
                  <a:pt x="3936953" y="9452"/>
                </a:lnTo>
                <a:lnTo>
                  <a:pt x="3915617" y="23832"/>
                </a:lnTo>
                <a:lnTo>
                  <a:pt x="3901232" y="45152"/>
                </a:lnTo>
                <a:lnTo>
                  <a:pt x="3895957" y="71249"/>
                </a:lnTo>
                <a:lnTo>
                  <a:pt x="3901232" y="97364"/>
                </a:lnTo>
                <a:lnTo>
                  <a:pt x="3915617" y="118683"/>
                </a:lnTo>
                <a:lnTo>
                  <a:pt x="3936953" y="133052"/>
                </a:lnTo>
                <a:lnTo>
                  <a:pt x="3963080" y="138320"/>
                </a:lnTo>
                <a:lnTo>
                  <a:pt x="3989207" y="133052"/>
                </a:lnTo>
                <a:lnTo>
                  <a:pt x="4010543" y="118683"/>
                </a:lnTo>
                <a:lnTo>
                  <a:pt x="4024928" y="97364"/>
                </a:lnTo>
                <a:lnTo>
                  <a:pt x="4030202" y="71249"/>
                </a:lnTo>
                <a:lnTo>
                  <a:pt x="4024928" y="45152"/>
                </a:lnTo>
                <a:lnTo>
                  <a:pt x="4010542" y="23832"/>
                </a:lnTo>
                <a:lnTo>
                  <a:pt x="3989207" y="9452"/>
                </a:lnTo>
                <a:lnTo>
                  <a:pt x="3963080" y="4177"/>
                </a:lnTo>
                <a:close/>
              </a:path>
              <a:path extrusionOk="0" h="1607820" w="4617085">
                <a:moveTo>
                  <a:pt x="4265672" y="0"/>
                </a:moveTo>
                <a:lnTo>
                  <a:pt x="4237904" y="5598"/>
                </a:lnTo>
                <a:lnTo>
                  <a:pt x="4215240" y="20867"/>
                </a:lnTo>
                <a:lnTo>
                  <a:pt x="4199965" y="43514"/>
                </a:lnTo>
                <a:lnTo>
                  <a:pt x="4194365" y="71249"/>
                </a:lnTo>
                <a:lnTo>
                  <a:pt x="4199965" y="99003"/>
                </a:lnTo>
                <a:lnTo>
                  <a:pt x="4215240" y="121648"/>
                </a:lnTo>
                <a:lnTo>
                  <a:pt x="4237904" y="136906"/>
                </a:lnTo>
                <a:lnTo>
                  <a:pt x="4265672" y="142498"/>
                </a:lnTo>
                <a:lnTo>
                  <a:pt x="4293428" y="136906"/>
                </a:lnTo>
                <a:lnTo>
                  <a:pt x="4316110" y="121648"/>
                </a:lnTo>
                <a:lnTo>
                  <a:pt x="4331411" y="99003"/>
                </a:lnTo>
                <a:lnTo>
                  <a:pt x="4337024" y="71249"/>
                </a:lnTo>
                <a:lnTo>
                  <a:pt x="4331411" y="43514"/>
                </a:lnTo>
                <a:lnTo>
                  <a:pt x="4316110" y="20867"/>
                </a:lnTo>
                <a:lnTo>
                  <a:pt x="4293428" y="5598"/>
                </a:lnTo>
                <a:lnTo>
                  <a:pt x="4265672" y="0"/>
                </a:lnTo>
                <a:close/>
              </a:path>
              <a:path extrusionOk="0" h="1607820" w="4617085">
                <a:moveTo>
                  <a:pt x="4568265" y="22641"/>
                </a:moveTo>
                <a:lnTo>
                  <a:pt x="4549309" y="26458"/>
                </a:lnTo>
                <a:lnTo>
                  <a:pt x="4533837" y="36871"/>
                </a:lnTo>
                <a:lnTo>
                  <a:pt x="4523410" y="52320"/>
                </a:lnTo>
                <a:lnTo>
                  <a:pt x="4519587" y="71249"/>
                </a:lnTo>
                <a:lnTo>
                  <a:pt x="4523410" y="90177"/>
                </a:lnTo>
                <a:lnTo>
                  <a:pt x="4533837" y="105627"/>
                </a:lnTo>
                <a:lnTo>
                  <a:pt x="4549309" y="116039"/>
                </a:lnTo>
                <a:lnTo>
                  <a:pt x="4568265" y="119856"/>
                </a:lnTo>
                <a:lnTo>
                  <a:pt x="4587201" y="116039"/>
                </a:lnTo>
                <a:lnTo>
                  <a:pt x="4602675" y="105627"/>
                </a:lnTo>
                <a:lnTo>
                  <a:pt x="4613113" y="90177"/>
                </a:lnTo>
                <a:lnTo>
                  <a:pt x="4616942" y="71249"/>
                </a:lnTo>
                <a:lnTo>
                  <a:pt x="4613113" y="52320"/>
                </a:lnTo>
                <a:lnTo>
                  <a:pt x="4602675" y="36871"/>
                </a:lnTo>
                <a:lnTo>
                  <a:pt x="4587201" y="26458"/>
                </a:lnTo>
                <a:lnTo>
                  <a:pt x="4568265" y="22641"/>
                </a:lnTo>
                <a:close/>
              </a:path>
              <a:path extrusionOk="0" h="1607820" w="4617085">
                <a:moveTo>
                  <a:pt x="29377" y="344295"/>
                </a:moveTo>
                <a:lnTo>
                  <a:pt x="17935" y="346598"/>
                </a:lnTo>
                <a:lnTo>
                  <a:pt x="8598" y="352881"/>
                </a:lnTo>
                <a:lnTo>
                  <a:pt x="2306" y="362205"/>
                </a:lnTo>
                <a:lnTo>
                  <a:pt x="0" y="373630"/>
                </a:lnTo>
                <a:lnTo>
                  <a:pt x="2306" y="385056"/>
                </a:lnTo>
                <a:lnTo>
                  <a:pt x="8598" y="394379"/>
                </a:lnTo>
                <a:lnTo>
                  <a:pt x="17935" y="400663"/>
                </a:lnTo>
                <a:lnTo>
                  <a:pt x="29377" y="402966"/>
                </a:lnTo>
                <a:lnTo>
                  <a:pt x="40793" y="400663"/>
                </a:lnTo>
                <a:lnTo>
                  <a:pt x="50117" y="394380"/>
                </a:lnTo>
                <a:lnTo>
                  <a:pt x="56404" y="385056"/>
                </a:lnTo>
                <a:lnTo>
                  <a:pt x="58709" y="373630"/>
                </a:lnTo>
                <a:lnTo>
                  <a:pt x="56404" y="362205"/>
                </a:lnTo>
                <a:lnTo>
                  <a:pt x="50117" y="352881"/>
                </a:lnTo>
                <a:lnTo>
                  <a:pt x="40793" y="346598"/>
                </a:lnTo>
                <a:lnTo>
                  <a:pt x="29377" y="344295"/>
                </a:lnTo>
                <a:close/>
              </a:path>
              <a:path extrusionOk="0" h="1607820" w="4617085">
                <a:moveTo>
                  <a:pt x="331970" y="340926"/>
                </a:moveTo>
                <a:lnTo>
                  <a:pt x="319222" y="343496"/>
                </a:lnTo>
                <a:lnTo>
                  <a:pt x="308812" y="350506"/>
                </a:lnTo>
                <a:lnTo>
                  <a:pt x="301792" y="360901"/>
                </a:lnTo>
                <a:lnTo>
                  <a:pt x="299218" y="373630"/>
                </a:lnTo>
                <a:lnTo>
                  <a:pt x="301792" y="386359"/>
                </a:lnTo>
                <a:lnTo>
                  <a:pt x="308812" y="396755"/>
                </a:lnTo>
                <a:lnTo>
                  <a:pt x="319222" y="403764"/>
                </a:lnTo>
                <a:lnTo>
                  <a:pt x="331970" y="406335"/>
                </a:lnTo>
                <a:lnTo>
                  <a:pt x="344691" y="403764"/>
                </a:lnTo>
                <a:lnTo>
                  <a:pt x="355088" y="396755"/>
                </a:lnTo>
                <a:lnTo>
                  <a:pt x="362103" y="386359"/>
                </a:lnTo>
                <a:lnTo>
                  <a:pt x="364676" y="373630"/>
                </a:lnTo>
                <a:lnTo>
                  <a:pt x="362103" y="360901"/>
                </a:lnTo>
                <a:lnTo>
                  <a:pt x="355088" y="350506"/>
                </a:lnTo>
                <a:lnTo>
                  <a:pt x="344691" y="343496"/>
                </a:lnTo>
                <a:lnTo>
                  <a:pt x="331970" y="340926"/>
                </a:lnTo>
                <a:close/>
              </a:path>
              <a:path extrusionOk="0" h="1607820" w="4617085">
                <a:moveTo>
                  <a:pt x="634562" y="338455"/>
                </a:moveTo>
                <a:lnTo>
                  <a:pt x="620833" y="341223"/>
                </a:lnTo>
                <a:lnTo>
                  <a:pt x="609622" y="348771"/>
                </a:lnTo>
                <a:lnTo>
                  <a:pt x="602063" y="359966"/>
                </a:lnTo>
                <a:lnTo>
                  <a:pt x="599291" y="373675"/>
                </a:lnTo>
                <a:lnTo>
                  <a:pt x="602063" y="387359"/>
                </a:lnTo>
                <a:lnTo>
                  <a:pt x="609622" y="398541"/>
                </a:lnTo>
                <a:lnTo>
                  <a:pt x="620833" y="406084"/>
                </a:lnTo>
                <a:lnTo>
                  <a:pt x="634562" y="408851"/>
                </a:lnTo>
                <a:lnTo>
                  <a:pt x="648265" y="406084"/>
                </a:lnTo>
                <a:lnTo>
                  <a:pt x="659463" y="398541"/>
                </a:lnTo>
                <a:lnTo>
                  <a:pt x="667017" y="387359"/>
                </a:lnTo>
                <a:lnTo>
                  <a:pt x="669788" y="373675"/>
                </a:lnTo>
                <a:lnTo>
                  <a:pt x="667017" y="359966"/>
                </a:lnTo>
                <a:lnTo>
                  <a:pt x="659463" y="348771"/>
                </a:lnTo>
                <a:lnTo>
                  <a:pt x="648265" y="341223"/>
                </a:lnTo>
                <a:lnTo>
                  <a:pt x="634562" y="338455"/>
                </a:lnTo>
                <a:close/>
              </a:path>
              <a:path extrusionOk="0" h="1607820" w="4617085">
                <a:moveTo>
                  <a:pt x="937110" y="335939"/>
                </a:moveTo>
                <a:lnTo>
                  <a:pt x="922424" y="338904"/>
                </a:lnTo>
                <a:lnTo>
                  <a:pt x="910426" y="346991"/>
                </a:lnTo>
                <a:lnTo>
                  <a:pt x="902333" y="358985"/>
                </a:lnTo>
                <a:lnTo>
                  <a:pt x="899364" y="373675"/>
                </a:lnTo>
                <a:lnTo>
                  <a:pt x="902333" y="388340"/>
                </a:lnTo>
                <a:lnTo>
                  <a:pt x="910426" y="400321"/>
                </a:lnTo>
                <a:lnTo>
                  <a:pt x="922424" y="408402"/>
                </a:lnTo>
                <a:lnTo>
                  <a:pt x="937110" y="411366"/>
                </a:lnTo>
                <a:lnTo>
                  <a:pt x="951821" y="408402"/>
                </a:lnTo>
                <a:lnTo>
                  <a:pt x="963833" y="400321"/>
                </a:lnTo>
                <a:lnTo>
                  <a:pt x="971931" y="388340"/>
                </a:lnTo>
                <a:lnTo>
                  <a:pt x="974900" y="373675"/>
                </a:lnTo>
                <a:lnTo>
                  <a:pt x="971931" y="358985"/>
                </a:lnTo>
                <a:lnTo>
                  <a:pt x="963833" y="346991"/>
                </a:lnTo>
                <a:lnTo>
                  <a:pt x="951821" y="338904"/>
                </a:lnTo>
                <a:lnTo>
                  <a:pt x="937110" y="335939"/>
                </a:lnTo>
                <a:close/>
              </a:path>
              <a:path extrusionOk="0" h="1607820" w="4617085">
                <a:moveTo>
                  <a:pt x="1239702" y="332570"/>
                </a:moveTo>
                <a:lnTo>
                  <a:pt x="1223718" y="335803"/>
                </a:lnTo>
                <a:lnTo>
                  <a:pt x="1210662" y="344615"/>
                </a:lnTo>
                <a:lnTo>
                  <a:pt x="1201857" y="357682"/>
                </a:lnTo>
                <a:lnTo>
                  <a:pt x="1198628" y="373675"/>
                </a:lnTo>
                <a:lnTo>
                  <a:pt x="1201857" y="389662"/>
                </a:lnTo>
                <a:lnTo>
                  <a:pt x="1210662" y="402713"/>
                </a:lnTo>
                <a:lnTo>
                  <a:pt x="1223719" y="411510"/>
                </a:lnTo>
                <a:lnTo>
                  <a:pt x="1239702" y="414736"/>
                </a:lnTo>
                <a:lnTo>
                  <a:pt x="1255719" y="411510"/>
                </a:lnTo>
                <a:lnTo>
                  <a:pt x="1268804" y="402713"/>
                </a:lnTo>
                <a:lnTo>
                  <a:pt x="1277629" y="389662"/>
                </a:lnTo>
                <a:lnTo>
                  <a:pt x="1280867" y="373675"/>
                </a:lnTo>
                <a:lnTo>
                  <a:pt x="1277629" y="357682"/>
                </a:lnTo>
                <a:lnTo>
                  <a:pt x="1268804" y="344615"/>
                </a:lnTo>
                <a:lnTo>
                  <a:pt x="1255719" y="335803"/>
                </a:lnTo>
                <a:lnTo>
                  <a:pt x="1239702" y="332570"/>
                </a:lnTo>
                <a:close/>
              </a:path>
              <a:path extrusionOk="0" h="1607820" w="4617085">
                <a:moveTo>
                  <a:pt x="1542295" y="330099"/>
                </a:moveTo>
                <a:lnTo>
                  <a:pt x="1525329" y="333522"/>
                </a:lnTo>
                <a:lnTo>
                  <a:pt x="1511472" y="342858"/>
                </a:lnTo>
                <a:lnTo>
                  <a:pt x="1502128" y="356708"/>
                </a:lnTo>
                <a:lnTo>
                  <a:pt x="1498701" y="373675"/>
                </a:lnTo>
                <a:lnTo>
                  <a:pt x="1502128" y="390643"/>
                </a:lnTo>
                <a:lnTo>
                  <a:pt x="1511472" y="404493"/>
                </a:lnTo>
                <a:lnTo>
                  <a:pt x="1525329" y="413829"/>
                </a:lnTo>
                <a:lnTo>
                  <a:pt x="1542295" y="417252"/>
                </a:lnTo>
                <a:lnTo>
                  <a:pt x="1559286" y="413829"/>
                </a:lnTo>
                <a:lnTo>
                  <a:pt x="1573157" y="404493"/>
                </a:lnTo>
                <a:lnTo>
                  <a:pt x="1582506" y="390643"/>
                </a:lnTo>
                <a:lnTo>
                  <a:pt x="1585933" y="373676"/>
                </a:lnTo>
                <a:lnTo>
                  <a:pt x="1582506" y="356708"/>
                </a:lnTo>
                <a:lnTo>
                  <a:pt x="1573157" y="342858"/>
                </a:lnTo>
                <a:lnTo>
                  <a:pt x="1559286" y="333522"/>
                </a:lnTo>
                <a:lnTo>
                  <a:pt x="1542295" y="330099"/>
                </a:lnTo>
                <a:close/>
              </a:path>
              <a:path extrusionOk="0" h="1607820" w="4617085">
                <a:moveTo>
                  <a:pt x="1844887" y="327584"/>
                </a:moveTo>
                <a:lnTo>
                  <a:pt x="1826939" y="331204"/>
                </a:lnTo>
                <a:lnTo>
                  <a:pt x="1812282" y="341078"/>
                </a:lnTo>
                <a:lnTo>
                  <a:pt x="1802398" y="355728"/>
                </a:lnTo>
                <a:lnTo>
                  <a:pt x="1798774" y="373676"/>
                </a:lnTo>
                <a:lnTo>
                  <a:pt x="1802398" y="391623"/>
                </a:lnTo>
                <a:lnTo>
                  <a:pt x="1812282" y="406273"/>
                </a:lnTo>
                <a:lnTo>
                  <a:pt x="1826940" y="416148"/>
                </a:lnTo>
                <a:lnTo>
                  <a:pt x="1844887" y="419767"/>
                </a:lnTo>
                <a:lnTo>
                  <a:pt x="1862861" y="416148"/>
                </a:lnTo>
                <a:lnTo>
                  <a:pt x="1877532" y="406273"/>
                </a:lnTo>
                <a:lnTo>
                  <a:pt x="1887420" y="391623"/>
                </a:lnTo>
                <a:lnTo>
                  <a:pt x="1891045" y="373676"/>
                </a:lnTo>
                <a:lnTo>
                  <a:pt x="1887420" y="355728"/>
                </a:lnTo>
                <a:lnTo>
                  <a:pt x="1877532" y="341078"/>
                </a:lnTo>
                <a:lnTo>
                  <a:pt x="1862861" y="331204"/>
                </a:lnTo>
                <a:lnTo>
                  <a:pt x="1844887" y="327584"/>
                </a:lnTo>
                <a:close/>
              </a:path>
              <a:path extrusionOk="0" h="1607820" w="4617085">
                <a:moveTo>
                  <a:pt x="2147480" y="325068"/>
                </a:moveTo>
                <a:lnTo>
                  <a:pt x="2128550" y="328885"/>
                </a:lnTo>
                <a:lnTo>
                  <a:pt x="2113092" y="339298"/>
                </a:lnTo>
                <a:lnTo>
                  <a:pt x="2102669" y="354747"/>
                </a:lnTo>
                <a:lnTo>
                  <a:pt x="2098847" y="373676"/>
                </a:lnTo>
                <a:lnTo>
                  <a:pt x="2102669" y="392604"/>
                </a:lnTo>
                <a:lnTo>
                  <a:pt x="2113092" y="408054"/>
                </a:lnTo>
                <a:lnTo>
                  <a:pt x="2128550" y="418466"/>
                </a:lnTo>
                <a:lnTo>
                  <a:pt x="2147480" y="422283"/>
                </a:lnTo>
                <a:lnTo>
                  <a:pt x="2166442" y="418466"/>
                </a:lnTo>
                <a:lnTo>
                  <a:pt x="2181930" y="408054"/>
                </a:lnTo>
                <a:lnTo>
                  <a:pt x="2192372" y="392604"/>
                </a:lnTo>
                <a:lnTo>
                  <a:pt x="2196202" y="373676"/>
                </a:lnTo>
                <a:lnTo>
                  <a:pt x="2192372" y="354747"/>
                </a:lnTo>
                <a:lnTo>
                  <a:pt x="2181930" y="339298"/>
                </a:lnTo>
                <a:lnTo>
                  <a:pt x="2166442" y="328885"/>
                </a:lnTo>
                <a:lnTo>
                  <a:pt x="2147480" y="325068"/>
                </a:lnTo>
                <a:close/>
              </a:path>
              <a:path extrusionOk="0" h="1607820" w="4617085">
                <a:moveTo>
                  <a:pt x="2450072" y="322552"/>
                </a:moveTo>
                <a:lnTo>
                  <a:pt x="2430160" y="326567"/>
                </a:lnTo>
                <a:lnTo>
                  <a:pt x="2413901" y="337518"/>
                </a:lnTo>
                <a:lnTo>
                  <a:pt x="2402940" y="353767"/>
                </a:lnTo>
                <a:lnTo>
                  <a:pt x="2398920" y="373676"/>
                </a:lnTo>
                <a:lnTo>
                  <a:pt x="2402940" y="393592"/>
                </a:lnTo>
                <a:lnTo>
                  <a:pt x="2413901" y="409856"/>
                </a:lnTo>
                <a:lnTo>
                  <a:pt x="2430161" y="420823"/>
                </a:lnTo>
                <a:lnTo>
                  <a:pt x="2450072" y="424844"/>
                </a:lnTo>
                <a:lnTo>
                  <a:pt x="2470017" y="420823"/>
                </a:lnTo>
                <a:lnTo>
                  <a:pt x="2486305" y="409856"/>
                </a:lnTo>
                <a:lnTo>
                  <a:pt x="2497287" y="393592"/>
                </a:lnTo>
                <a:lnTo>
                  <a:pt x="2501314" y="373676"/>
                </a:lnTo>
                <a:lnTo>
                  <a:pt x="2497287" y="353767"/>
                </a:lnTo>
                <a:lnTo>
                  <a:pt x="2486305" y="337518"/>
                </a:lnTo>
                <a:lnTo>
                  <a:pt x="2470017" y="326567"/>
                </a:lnTo>
                <a:lnTo>
                  <a:pt x="2450072" y="322552"/>
                </a:lnTo>
                <a:close/>
              </a:path>
              <a:path extrusionOk="0" h="1607820" w="4617085">
                <a:moveTo>
                  <a:pt x="2752665" y="319183"/>
                </a:moveTo>
                <a:lnTo>
                  <a:pt x="2731448" y="323471"/>
                </a:lnTo>
                <a:lnTo>
                  <a:pt x="2714115" y="335159"/>
                </a:lnTo>
                <a:lnTo>
                  <a:pt x="2702426" y="352482"/>
                </a:lnTo>
                <a:lnTo>
                  <a:pt x="2698139" y="373676"/>
                </a:lnTo>
                <a:lnTo>
                  <a:pt x="2702426" y="394888"/>
                </a:lnTo>
                <a:lnTo>
                  <a:pt x="2714115" y="412209"/>
                </a:lnTo>
                <a:lnTo>
                  <a:pt x="2731448" y="423887"/>
                </a:lnTo>
                <a:lnTo>
                  <a:pt x="2752665" y="428168"/>
                </a:lnTo>
                <a:lnTo>
                  <a:pt x="2773908" y="423887"/>
                </a:lnTo>
                <a:lnTo>
                  <a:pt x="2791254" y="412209"/>
                </a:lnTo>
                <a:lnTo>
                  <a:pt x="2802948" y="394888"/>
                </a:lnTo>
                <a:lnTo>
                  <a:pt x="2807236" y="373676"/>
                </a:lnTo>
                <a:lnTo>
                  <a:pt x="2802948" y="352482"/>
                </a:lnTo>
                <a:lnTo>
                  <a:pt x="2791253" y="335159"/>
                </a:lnTo>
                <a:lnTo>
                  <a:pt x="2773908" y="323471"/>
                </a:lnTo>
                <a:lnTo>
                  <a:pt x="2752665" y="319183"/>
                </a:lnTo>
                <a:close/>
              </a:path>
              <a:path extrusionOk="0" h="1607820" w="4617085">
                <a:moveTo>
                  <a:pt x="3055302" y="316667"/>
                </a:moveTo>
                <a:lnTo>
                  <a:pt x="3033103" y="321153"/>
                </a:lnTo>
                <a:lnTo>
                  <a:pt x="3014970" y="333379"/>
                </a:lnTo>
                <a:lnTo>
                  <a:pt x="3002742" y="351502"/>
                </a:lnTo>
                <a:lnTo>
                  <a:pt x="2998257" y="373676"/>
                </a:lnTo>
                <a:lnTo>
                  <a:pt x="3002742" y="395869"/>
                </a:lnTo>
                <a:lnTo>
                  <a:pt x="3014970" y="413989"/>
                </a:lnTo>
                <a:lnTo>
                  <a:pt x="3033103" y="426205"/>
                </a:lnTo>
                <a:lnTo>
                  <a:pt x="3055302" y="430684"/>
                </a:lnTo>
                <a:lnTo>
                  <a:pt x="3077520" y="426205"/>
                </a:lnTo>
                <a:lnTo>
                  <a:pt x="3095651" y="413989"/>
                </a:lnTo>
                <a:lnTo>
                  <a:pt x="3107869" y="395869"/>
                </a:lnTo>
                <a:lnTo>
                  <a:pt x="3112348" y="373676"/>
                </a:lnTo>
                <a:lnTo>
                  <a:pt x="3107863" y="351502"/>
                </a:lnTo>
                <a:lnTo>
                  <a:pt x="3095634" y="333379"/>
                </a:lnTo>
                <a:lnTo>
                  <a:pt x="3077501" y="321153"/>
                </a:lnTo>
                <a:lnTo>
                  <a:pt x="3055302" y="316667"/>
                </a:lnTo>
                <a:close/>
              </a:path>
              <a:path extrusionOk="0" h="1607820" w="4617085">
                <a:moveTo>
                  <a:pt x="3357895" y="314152"/>
                </a:moveTo>
                <a:lnTo>
                  <a:pt x="3334714" y="318834"/>
                </a:lnTo>
                <a:lnTo>
                  <a:pt x="3315780" y="331599"/>
                </a:lnTo>
                <a:lnTo>
                  <a:pt x="3303012" y="350521"/>
                </a:lnTo>
                <a:lnTo>
                  <a:pt x="3298330" y="373676"/>
                </a:lnTo>
                <a:lnTo>
                  <a:pt x="3303012" y="396850"/>
                </a:lnTo>
                <a:lnTo>
                  <a:pt x="3315780" y="415769"/>
                </a:lnTo>
                <a:lnTo>
                  <a:pt x="3334714" y="428524"/>
                </a:lnTo>
                <a:lnTo>
                  <a:pt x="3357895" y="433200"/>
                </a:lnTo>
                <a:lnTo>
                  <a:pt x="3381076" y="428524"/>
                </a:lnTo>
                <a:lnTo>
                  <a:pt x="3400009" y="415769"/>
                </a:lnTo>
                <a:lnTo>
                  <a:pt x="3412777" y="396850"/>
                </a:lnTo>
                <a:lnTo>
                  <a:pt x="3417459" y="373676"/>
                </a:lnTo>
                <a:lnTo>
                  <a:pt x="3412777" y="350521"/>
                </a:lnTo>
                <a:lnTo>
                  <a:pt x="3400009" y="331599"/>
                </a:lnTo>
                <a:lnTo>
                  <a:pt x="3381076" y="318834"/>
                </a:lnTo>
                <a:lnTo>
                  <a:pt x="3357895" y="314152"/>
                </a:lnTo>
                <a:close/>
              </a:path>
              <a:path extrusionOk="0" h="1607820" w="4617085">
                <a:moveTo>
                  <a:pt x="3660487" y="310019"/>
                </a:moveTo>
                <a:lnTo>
                  <a:pt x="3635665" y="315019"/>
                </a:lnTo>
                <a:lnTo>
                  <a:pt x="3615403" y="328662"/>
                </a:lnTo>
                <a:lnTo>
                  <a:pt x="3601746" y="348909"/>
                </a:lnTo>
                <a:lnTo>
                  <a:pt x="3596738" y="373721"/>
                </a:lnTo>
                <a:lnTo>
                  <a:pt x="3601746" y="398514"/>
                </a:lnTo>
                <a:lnTo>
                  <a:pt x="3615403" y="418763"/>
                </a:lnTo>
                <a:lnTo>
                  <a:pt x="3635665" y="432416"/>
                </a:lnTo>
                <a:lnTo>
                  <a:pt x="3660487" y="437423"/>
                </a:lnTo>
                <a:lnTo>
                  <a:pt x="3685290" y="432416"/>
                </a:lnTo>
                <a:lnTo>
                  <a:pt x="3705554" y="418763"/>
                </a:lnTo>
                <a:lnTo>
                  <a:pt x="3719222" y="398514"/>
                </a:lnTo>
                <a:lnTo>
                  <a:pt x="3724236" y="373721"/>
                </a:lnTo>
                <a:lnTo>
                  <a:pt x="3719222" y="348909"/>
                </a:lnTo>
                <a:lnTo>
                  <a:pt x="3705554" y="328662"/>
                </a:lnTo>
                <a:lnTo>
                  <a:pt x="3685290" y="315019"/>
                </a:lnTo>
                <a:lnTo>
                  <a:pt x="3660487" y="310019"/>
                </a:lnTo>
                <a:close/>
              </a:path>
              <a:path extrusionOk="0" h="1607820" w="4617085">
                <a:moveTo>
                  <a:pt x="3963080" y="306650"/>
                </a:moveTo>
                <a:lnTo>
                  <a:pt x="3936953" y="311918"/>
                </a:lnTo>
                <a:lnTo>
                  <a:pt x="3915617" y="326287"/>
                </a:lnTo>
                <a:lnTo>
                  <a:pt x="3901232" y="347605"/>
                </a:lnTo>
                <a:lnTo>
                  <a:pt x="3895957" y="373721"/>
                </a:lnTo>
                <a:lnTo>
                  <a:pt x="3901232" y="399817"/>
                </a:lnTo>
                <a:lnTo>
                  <a:pt x="3915617" y="421138"/>
                </a:lnTo>
                <a:lnTo>
                  <a:pt x="3936953" y="435518"/>
                </a:lnTo>
                <a:lnTo>
                  <a:pt x="3963080" y="440792"/>
                </a:lnTo>
                <a:lnTo>
                  <a:pt x="3989207" y="435518"/>
                </a:lnTo>
                <a:lnTo>
                  <a:pt x="4010543" y="421138"/>
                </a:lnTo>
                <a:lnTo>
                  <a:pt x="4024928" y="399817"/>
                </a:lnTo>
                <a:lnTo>
                  <a:pt x="4030202" y="373721"/>
                </a:lnTo>
                <a:lnTo>
                  <a:pt x="4024928" y="347605"/>
                </a:lnTo>
                <a:lnTo>
                  <a:pt x="4010543" y="326287"/>
                </a:lnTo>
                <a:lnTo>
                  <a:pt x="3989207" y="311918"/>
                </a:lnTo>
                <a:lnTo>
                  <a:pt x="3963080" y="306650"/>
                </a:lnTo>
                <a:close/>
              </a:path>
              <a:path extrusionOk="0" h="1607820" w="4617085">
                <a:moveTo>
                  <a:pt x="4265672" y="302427"/>
                </a:moveTo>
                <a:lnTo>
                  <a:pt x="4237904" y="308026"/>
                </a:lnTo>
                <a:lnTo>
                  <a:pt x="4215240" y="323300"/>
                </a:lnTo>
                <a:lnTo>
                  <a:pt x="4199965" y="345960"/>
                </a:lnTo>
                <a:lnTo>
                  <a:pt x="4194365" y="373721"/>
                </a:lnTo>
                <a:lnTo>
                  <a:pt x="4199965" y="401456"/>
                </a:lnTo>
                <a:lnTo>
                  <a:pt x="4215240" y="424103"/>
                </a:lnTo>
                <a:lnTo>
                  <a:pt x="4237904" y="439372"/>
                </a:lnTo>
                <a:lnTo>
                  <a:pt x="4265672" y="444970"/>
                </a:lnTo>
                <a:lnTo>
                  <a:pt x="4293428" y="439372"/>
                </a:lnTo>
                <a:lnTo>
                  <a:pt x="4316110" y="424103"/>
                </a:lnTo>
                <a:lnTo>
                  <a:pt x="4331411" y="401456"/>
                </a:lnTo>
                <a:lnTo>
                  <a:pt x="4337024" y="373721"/>
                </a:lnTo>
                <a:lnTo>
                  <a:pt x="4331411" y="345960"/>
                </a:lnTo>
                <a:lnTo>
                  <a:pt x="4316110" y="323300"/>
                </a:lnTo>
                <a:lnTo>
                  <a:pt x="4293428" y="308026"/>
                </a:lnTo>
                <a:lnTo>
                  <a:pt x="4265672" y="302427"/>
                </a:lnTo>
                <a:close/>
              </a:path>
              <a:path extrusionOk="0" h="1607820" w="4617085">
                <a:moveTo>
                  <a:pt x="4568265" y="334323"/>
                </a:moveTo>
                <a:lnTo>
                  <a:pt x="4552914" y="337415"/>
                </a:lnTo>
                <a:lnTo>
                  <a:pt x="4540372" y="345851"/>
                </a:lnTo>
                <a:lnTo>
                  <a:pt x="4531913" y="358373"/>
                </a:lnTo>
                <a:lnTo>
                  <a:pt x="4528810" y="373721"/>
                </a:lnTo>
                <a:lnTo>
                  <a:pt x="4531913" y="389050"/>
                </a:lnTo>
                <a:lnTo>
                  <a:pt x="4540372" y="401574"/>
                </a:lnTo>
                <a:lnTo>
                  <a:pt x="4552914" y="410021"/>
                </a:lnTo>
                <a:lnTo>
                  <a:pt x="4568265" y="413119"/>
                </a:lnTo>
                <a:lnTo>
                  <a:pt x="4583609" y="410021"/>
                </a:lnTo>
                <a:lnTo>
                  <a:pt x="4596135" y="401574"/>
                </a:lnTo>
                <a:lnTo>
                  <a:pt x="4604579" y="389050"/>
                </a:lnTo>
                <a:lnTo>
                  <a:pt x="4607675" y="373721"/>
                </a:lnTo>
                <a:lnTo>
                  <a:pt x="4604579" y="358373"/>
                </a:lnTo>
                <a:lnTo>
                  <a:pt x="4596135" y="345851"/>
                </a:lnTo>
                <a:lnTo>
                  <a:pt x="4583609" y="337415"/>
                </a:lnTo>
                <a:lnTo>
                  <a:pt x="4568265" y="334323"/>
                </a:lnTo>
                <a:close/>
              </a:path>
              <a:path extrusionOk="0" h="1607820" w="4617085">
                <a:moveTo>
                  <a:pt x="29377" y="646767"/>
                </a:moveTo>
                <a:lnTo>
                  <a:pt x="17935" y="649070"/>
                </a:lnTo>
                <a:lnTo>
                  <a:pt x="8598" y="655353"/>
                </a:lnTo>
                <a:lnTo>
                  <a:pt x="2306" y="664677"/>
                </a:lnTo>
                <a:lnTo>
                  <a:pt x="0" y="676103"/>
                </a:lnTo>
                <a:lnTo>
                  <a:pt x="2306" y="687528"/>
                </a:lnTo>
                <a:lnTo>
                  <a:pt x="8598" y="696852"/>
                </a:lnTo>
                <a:lnTo>
                  <a:pt x="17935" y="703135"/>
                </a:lnTo>
                <a:lnTo>
                  <a:pt x="29377" y="705438"/>
                </a:lnTo>
                <a:lnTo>
                  <a:pt x="40793" y="703135"/>
                </a:lnTo>
                <a:lnTo>
                  <a:pt x="50117" y="696852"/>
                </a:lnTo>
                <a:lnTo>
                  <a:pt x="56404" y="687528"/>
                </a:lnTo>
                <a:lnTo>
                  <a:pt x="58710" y="676103"/>
                </a:lnTo>
                <a:lnTo>
                  <a:pt x="56404" y="664677"/>
                </a:lnTo>
                <a:lnTo>
                  <a:pt x="50117" y="655353"/>
                </a:lnTo>
                <a:lnTo>
                  <a:pt x="40793" y="649070"/>
                </a:lnTo>
                <a:lnTo>
                  <a:pt x="29377" y="646767"/>
                </a:lnTo>
                <a:close/>
              </a:path>
              <a:path extrusionOk="0" h="1607820" w="4617085">
                <a:moveTo>
                  <a:pt x="331970" y="643398"/>
                </a:moveTo>
                <a:lnTo>
                  <a:pt x="319222" y="645969"/>
                </a:lnTo>
                <a:lnTo>
                  <a:pt x="308812" y="652978"/>
                </a:lnTo>
                <a:lnTo>
                  <a:pt x="301792" y="663374"/>
                </a:lnTo>
                <a:lnTo>
                  <a:pt x="299218" y="676103"/>
                </a:lnTo>
                <a:lnTo>
                  <a:pt x="301792" y="688831"/>
                </a:lnTo>
                <a:lnTo>
                  <a:pt x="308812" y="699227"/>
                </a:lnTo>
                <a:lnTo>
                  <a:pt x="319222" y="706237"/>
                </a:lnTo>
                <a:lnTo>
                  <a:pt x="331970" y="708807"/>
                </a:lnTo>
                <a:lnTo>
                  <a:pt x="344691" y="706237"/>
                </a:lnTo>
                <a:lnTo>
                  <a:pt x="355088" y="699227"/>
                </a:lnTo>
                <a:lnTo>
                  <a:pt x="362103" y="688831"/>
                </a:lnTo>
                <a:lnTo>
                  <a:pt x="364676" y="676103"/>
                </a:lnTo>
                <a:lnTo>
                  <a:pt x="362103" y="663374"/>
                </a:lnTo>
                <a:lnTo>
                  <a:pt x="355088" y="652978"/>
                </a:lnTo>
                <a:lnTo>
                  <a:pt x="344691" y="645969"/>
                </a:lnTo>
                <a:lnTo>
                  <a:pt x="331970" y="643398"/>
                </a:lnTo>
                <a:close/>
              </a:path>
              <a:path extrusionOk="0" h="1607820" w="4617085">
                <a:moveTo>
                  <a:pt x="634562" y="640927"/>
                </a:moveTo>
                <a:lnTo>
                  <a:pt x="620833" y="643694"/>
                </a:lnTo>
                <a:lnTo>
                  <a:pt x="609622" y="651237"/>
                </a:lnTo>
                <a:lnTo>
                  <a:pt x="602063" y="662419"/>
                </a:lnTo>
                <a:lnTo>
                  <a:pt x="599291" y="676103"/>
                </a:lnTo>
                <a:lnTo>
                  <a:pt x="602063" y="689812"/>
                </a:lnTo>
                <a:lnTo>
                  <a:pt x="609622" y="701007"/>
                </a:lnTo>
                <a:lnTo>
                  <a:pt x="620833" y="708555"/>
                </a:lnTo>
                <a:lnTo>
                  <a:pt x="634562" y="711323"/>
                </a:lnTo>
                <a:lnTo>
                  <a:pt x="648265" y="708555"/>
                </a:lnTo>
                <a:lnTo>
                  <a:pt x="659463" y="701007"/>
                </a:lnTo>
                <a:lnTo>
                  <a:pt x="667017" y="689812"/>
                </a:lnTo>
                <a:lnTo>
                  <a:pt x="669788" y="676103"/>
                </a:lnTo>
                <a:lnTo>
                  <a:pt x="667017" y="662419"/>
                </a:lnTo>
                <a:lnTo>
                  <a:pt x="659463" y="651237"/>
                </a:lnTo>
                <a:lnTo>
                  <a:pt x="648265" y="643694"/>
                </a:lnTo>
                <a:lnTo>
                  <a:pt x="634562" y="640927"/>
                </a:lnTo>
                <a:close/>
              </a:path>
              <a:path extrusionOk="0" h="1607820" w="4617085">
                <a:moveTo>
                  <a:pt x="937110" y="638412"/>
                </a:moveTo>
                <a:lnTo>
                  <a:pt x="922424" y="641376"/>
                </a:lnTo>
                <a:lnTo>
                  <a:pt x="910426" y="649457"/>
                </a:lnTo>
                <a:lnTo>
                  <a:pt x="902333" y="661439"/>
                </a:lnTo>
                <a:lnTo>
                  <a:pt x="899364" y="676103"/>
                </a:lnTo>
                <a:lnTo>
                  <a:pt x="902333" y="690793"/>
                </a:lnTo>
                <a:lnTo>
                  <a:pt x="910426" y="702787"/>
                </a:lnTo>
                <a:lnTo>
                  <a:pt x="922424" y="710874"/>
                </a:lnTo>
                <a:lnTo>
                  <a:pt x="937110" y="713839"/>
                </a:lnTo>
                <a:lnTo>
                  <a:pt x="951821" y="710874"/>
                </a:lnTo>
                <a:lnTo>
                  <a:pt x="963833" y="702787"/>
                </a:lnTo>
                <a:lnTo>
                  <a:pt x="971931" y="690793"/>
                </a:lnTo>
                <a:lnTo>
                  <a:pt x="974900" y="676103"/>
                </a:lnTo>
                <a:lnTo>
                  <a:pt x="971931" y="661439"/>
                </a:lnTo>
                <a:lnTo>
                  <a:pt x="963833" y="649457"/>
                </a:lnTo>
                <a:lnTo>
                  <a:pt x="951821" y="641376"/>
                </a:lnTo>
                <a:lnTo>
                  <a:pt x="937110" y="638412"/>
                </a:lnTo>
                <a:close/>
              </a:path>
              <a:path extrusionOk="0" h="1607820" w="4617085">
                <a:moveTo>
                  <a:pt x="1239702" y="635042"/>
                </a:moveTo>
                <a:lnTo>
                  <a:pt x="1223719" y="638268"/>
                </a:lnTo>
                <a:lnTo>
                  <a:pt x="1210662" y="647065"/>
                </a:lnTo>
                <a:lnTo>
                  <a:pt x="1201857" y="660116"/>
                </a:lnTo>
                <a:lnTo>
                  <a:pt x="1198628" y="676103"/>
                </a:lnTo>
                <a:lnTo>
                  <a:pt x="1201857" y="692096"/>
                </a:lnTo>
                <a:lnTo>
                  <a:pt x="1210662" y="705163"/>
                </a:lnTo>
                <a:lnTo>
                  <a:pt x="1223719" y="713976"/>
                </a:lnTo>
                <a:lnTo>
                  <a:pt x="1239702" y="717208"/>
                </a:lnTo>
                <a:lnTo>
                  <a:pt x="1255719" y="713976"/>
                </a:lnTo>
                <a:lnTo>
                  <a:pt x="1268804" y="705163"/>
                </a:lnTo>
                <a:lnTo>
                  <a:pt x="1277629" y="692096"/>
                </a:lnTo>
                <a:lnTo>
                  <a:pt x="1280867" y="676103"/>
                </a:lnTo>
                <a:lnTo>
                  <a:pt x="1277629" y="660116"/>
                </a:lnTo>
                <a:lnTo>
                  <a:pt x="1268804" y="647065"/>
                </a:lnTo>
                <a:lnTo>
                  <a:pt x="1255719" y="638268"/>
                </a:lnTo>
                <a:lnTo>
                  <a:pt x="1239702" y="635042"/>
                </a:lnTo>
                <a:close/>
              </a:path>
              <a:path extrusionOk="0" h="1607820" w="4617085">
                <a:moveTo>
                  <a:pt x="1542295" y="632527"/>
                </a:moveTo>
                <a:lnTo>
                  <a:pt x="1525329" y="635956"/>
                </a:lnTo>
                <a:lnTo>
                  <a:pt x="1511472" y="645308"/>
                </a:lnTo>
                <a:lnTo>
                  <a:pt x="1502128" y="659174"/>
                </a:lnTo>
                <a:lnTo>
                  <a:pt x="1498701" y="676148"/>
                </a:lnTo>
                <a:lnTo>
                  <a:pt x="1502128" y="693096"/>
                </a:lnTo>
                <a:lnTo>
                  <a:pt x="1511472" y="706949"/>
                </a:lnTo>
                <a:lnTo>
                  <a:pt x="1525329" y="716295"/>
                </a:lnTo>
                <a:lnTo>
                  <a:pt x="1542295" y="719724"/>
                </a:lnTo>
                <a:lnTo>
                  <a:pt x="1559286" y="716295"/>
                </a:lnTo>
                <a:lnTo>
                  <a:pt x="1573157" y="706949"/>
                </a:lnTo>
                <a:lnTo>
                  <a:pt x="1582506" y="693096"/>
                </a:lnTo>
                <a:lnTo>
                  <a:pt x="1585933" y="676148"/>
                </a:lnTo>
                <a:lnTo>
                  <a:pt x="1582506" y="659174"/>
                </a:lnTo>
                <a:lnTo>
                  <a:pt x="1573157" y="645308"/>
                </a:lnTo>
                <a:lnTo>
                  <a:pt x="1559286" y="635956"/>
                </a:lnTo>
                <a:lnTo>
                  <a:pt x="1542295" y="632527"/>
                </a:lnTo>
                <a:close/>
              </a:path>
              <a:path extrusionOk="0" h="1607820" w="4617085">
                <a:moveTo>
                  <a:pt x="1844887" y="630011"/>
                </a:moveTo>
                <a:lnTo>
                  <a:pt x="1826940" y="633638"/>
                </a:lnTo>
                <a:lnTo>
                  <a:pt x="1812282" y="643527"/>
                </a:lnTo>
                <a:lnTo>
                  <a:pt x="1802398" y="658193"/>
                </a:lnTo>
                <a:lnTo>
                  <a:pt x="1798774" y="676148"/>
                </a:lnTo>
                <a:lnTo>
                  <a:pt x="1802398" y="694096"/>
                </a:lnTo>
                <a:lnTo>
                  <a:pt x="1812282" y="708746"/>
                </a:lnTo>
                <a:lnTo>
                  <a:pt x="1826940" y="718620"/>
                </a:lnTo>
                <a:lnTo>
                  <a:pt x="1844887" y="722240"/>
                </a:lnTo>
                <a:lnTo>
                  <a:pt x="1862861" y="718620"/>
                </a:lnTo>
                <a:lnTo>
                  <a:pt x="1877532" y="708746"/>
                </a:lnTo>
                <a:lnTo>
                  <a:pt x="1887420" y="694096"/>
                </a:lnTo>
                <a:lnTo>
                  <a:pt x="1891045" y="676148"/>
                </a:lnTo>
                <a:lnTo>
                  <a:pt x="1887420" y="658193"/>
                </a:lnTo>
                <a:lnTo>
                  <a:pt x="1877532" y="643527"/>
                </a:lnTo>
                <a:lnTo>
                  <a:pt x="1862861" y="633638"/>
                </a:lnTo>
                <a:lnTo>
                  <a:pt x="1844887" y="630011"/>
                </a:lnTo>
                <a:close/>
              </a:path>
              <a:path extrusionOk="0" h="1607820" w="4617085">
                <a:moveTo>
                  <a:pt x="2147480" y="627495"/>
                </a:moveTo>
                <a:lnTo>
                  <a:pt x="2128550" y="631319"/>
                </a:lnTo>
                <a:lnTo>
                  <a:pt x="2113092" y="641747"/>
                </a:lnTo>
                <a:lnTo>
                  <a:pt x="2102669" y="657212"/>
                </a:lnTo>
                <a:lnTo>
                  <a:pt x="2098847" y="676148"/>
                </a:lnTo>
                <a:lnTo>
                  <a:pt x="2102669" y="695076"/>
                </a:lnTo>
                <a:lnTo>
                  <a:pt x="2113092" y="710526"/>
                </a:lnTo>
                <a:lnTo>
                  <a:pt x="2128550" y="720938"/>
                </a:lnTo>
                <a:lnTo>
                  <a:pt x="2147480" y="724755"/>
                </a:lnTo>
                <a:lnTo>
                  <a:pt x="2166442" y="720938"/>
                </a:lnTo>
                <a:lnTo>
                  <a:pt x="2181930" y="710526"/>
                </a:lnTo>
                <a:lnTo>
                  <a:pt x="2192373" y="695076"/>
                </a:lnTo>
                <a:lnTo>
                  <a:pt x="2196202" y="676148"/>
                </a:lnTo>
                <a:lnTo>
                  <a:pt x="2192373" y="657212"/>
                </a:lnTo>
                <a:lnTo>
                  <a:pt x="2181930" y="641747"/>
                </a:lnTo>
                <a:lnTo>
                  <a:pt x="2166442" y="631319"/>
                </a:lnTo>
                <a:lnTo>
                  <a:pt x="2147480" y="627495"/>
                </a:lnTo>
                <a:close/>
              </a:path>
              <a:path extrusionOk="0" h="1607820" w="4617085">
                <a:moveTo>
                  <a:pt x="2450072" y="624980"/>
                </a:moveTo>
                <a:lnTo>
                  <a:pt x="2430161" y="629001"/>
                </a:lnTo>
                <a:lnTo>
                  <a:pt x="2413901" y="639967"/>
                </a:lnTo>
                <a:lnTo>
                  <a:pt x="2402940" y="656232"/>
                </a:lnTo>
                <a:lnTo>
                  <a:pt x="2398920" y="676148"/>
                </a:lnTo>
                <a:lnTo>
                  <a:pt x="2402940" y="696057"/>
                </a:lnTo>
                <a:lnTo>
                  <a:pt x="2413901" y="712306"/>
                </a:lnTo>
                <a:lnTo>
                  <a:pt x="2430161" y="723257"/>
                </a:lnTo>
                <a:lnTo>
                  <a:pt x="2450072" y="727271"/>
                </a:lnTo>
                <a:lnTo>
                  <a:pt x="2470017" y="723257"/>
                </a:lnTo>
                <a:lnTo>
                  <a:pt x="2486305" y="712306"/>
                </a:lnTo>
                <a:lnTo>
                  <a:pt x="2497287" y="696057"/>
                </a:lnTo>
                <a:lnTo>
                  <a:pt x="2501314" y="676148"/>
                </a:lnTo>
                <a:lnTo>
                  <a:pt x="2497287" y="656232"/>
                </a:lnTo>
                <a:lnTo>
                  <a:pt x="2486305" y="639967"/>
                </a:lnTo>
                <a:lnTo>
                  <a:pt x="2470017" y="629001"/>
                </a:lnTo>
                <a:lnTo>
                  <a:pt x="2450072" y="624980"/>
                </a:lnTo>
                <a:close/>
              </a:path>
              <a:path extrusionOk="0" h="1607820" w="4617085">
                <a:moveTo>
                  <a:pt x="2752665" y="621655"/>
                </a:moveTo>
                <a:lnTo>
                  <a:pt x="2731448" y="625937"/>
                </a:lnTo>
                <a:lnTo>
                  <a:pt x="2714115" y="637615"/>
                </a:lnTo>
                <a:lnTo>
                  <a:pt x="2702426" y="654935"/>
                </a:lnTo>
                <a:lnTo>
                  <a:pt x="2698139" y="676148"/>
                </a:lnTo>
                <a:lnTo>
                  <a:pt x="2702426" y="697360"/>
                </a:lnTo>
                <a:lnTo>
                  <a:pt x="2714115" y="714681"/>
                </a:lnTo>
                <a:lnTo>
                  <a:pt x="2731448" y="726359"/>
                </a:lnTo>
                <a:lnTo>
                  <a:pt x="2752665" y="730641"/>
                </a:lnTo>
                <a:lnTo>
                  <a:pt x="2773908" y="726359"/>
                </a:lnTo>
                <a:lnTo>
                  <a:pt x="2791254" y="714681"/>
                </a:lnTo>
                <a:lnTo>
                  <a:pt x="2802948" y="697360"/>
                </a:lnTo>
                <a:lnTo>
                  <a:pt x="2807236" y="676148"/>
                </a:lnTo>
                <a:lnTo>
                  <a:pt x="2802948" y="654935"/>
                </a:lnTo>
                <a:lnTo>
                  <a:pt x="2791254" y="637615"/>
                </a:lnTo>
                <a:lnTo>
                  <a:pt x="2773908" y="625937"/>
                </a:lnTo>
                <a:lnTo>
                  <a:pt x="2752665" y="621655"/>
                </a:lnTo>
                <a:close/>
              </a:path>
              <a:path extrusionOk="0" h="1607820" w="4617085">
                <a:moveTo>
                  <a:pt x="3055302" y="619140"/>
                </a:moveTo>
                <a:lnTo>
                  <a:pt x="3033103" y="623619"/>
                </a:lnTo>
                <a:lnTo>
                  <a:pt x="3014970" y="635834"/>
                </a:lnTo>
                <a:lnTo>
                  <a:pt x="3002742" y="653955"/>
                </a:lnTo>
                <a:lnTo>
                  <a:pt x="2998257" y="676148"/>
                </a:lnTo>
                <a:lnTo>
                  <a:pt x="3002742" y="698341"/>
                </a:lnTo>
                <a:lnTo>
                  <a:pt x="3014970" y="716462"/>
                </a:lnTo>
                <a:lnTo>
                  <a:pt x="3033103" y="728677"/>
                </a:lnTo>
                <a:lnTo>
                  <a:pt x="3055302" y="733156"/>
                </a:lnTo>
                <a:lnTo>
                  <a:pt x="3077520" y="728677"/>
                </a:lnTo>
                <a:lnTo>
                  <a:pt x="3095651" y="716462"/>
                </a:lnTo>
                <a:lnTo>
                  <a:pt x="3107869" y="698341"/>
                </a:lnTo>
                <a:lnTo>
                  <a:pt x="3112348" y="676148"/>
                </a:lnTo>
                <a:lnTo>
                  <a:pt x="3107863" y="653955"/>
                </a:lnTo>
                <a:lnTo>
                  <a:pt x="3095634" y="635834"/>
                </a:lnTo>
                <a:lnTo>
                  <a:pt x="3077501" y="623619"/>
                </a:lnTo>
                <a:lnTo>
                  <a:pt x="3055302" y="619140"/>
                </a:lnTo>
                <a:close/>
              </a:path>
              <a:path extrusionOk="0" h="1607820" w="4617085">
                <a:moveTo>
                  <a:pt x="3357895" y="616624"/>
                </a:moveTo>
                <a:lnTo>
                  <a:pt x="3334714" y="621300"/>
                </a:lnTo>
                <a:lnTo>
                  <a:pt x="3315780" y="634054"/>
                </a:lnTo>
                <a:lnTo>
                  <a:pt x="3303012" y="652974"/>
                </a:lnTo>
                <a:lnTo>
                  <a:pt x="3298330" y="676148"/>
                </a:lnTo>
                <a:lnTo>
                  <a:pt x="3303012" y="699322"/>
                </a:lnTo>
                <a:lnTo>
                  <a:pt x="3315780" y="718242"/>
                </a:lnTo>
                <a:lnTo>
                  <a:pt x="3334714" y="730996"/>
                </a:lnTo>
                <a:lnTo>
                  <a:pt x="3357895" y="735672"/>
                </a:lnTo>
                <a:lnTo>
                  <a:pt x="3381076" y="730996"/>
                </a:lnTo>
                <a:lnTo>
                  <a:pt x="3400010" y="718242"/>
                </a:lnTo>
                <a:lnTo>
                  <a:pt x="3412777" y="699322"/>
                </a:lnTo>
                <a:lnTo>
                  <a:pt x="3417459" y="676148"/>
                </a:lnTo>
                <a:lnTo>
                  <a:pt x="3412777" y="652974"/>
                </a:lnTo>
                <a:lnTo>
                  <a:pt x="3400010" y="634054"/>
                </a:lnTo>
                <a:lnTo>
                  <a:pt x="3381076" y="621300"/>
                </a:lnTo>
                <a:lnTo>
                  <a:pt x="3357895" y="616624"/>
                </a:lnTo>
                <a:close/>
              </a:path>
              <a:path extrusionOk="0" h="1607820" w="4617085">
                <a:moveTo>
                  <a:pt x="3660487" y="612446"/>
                </a:moveTo>
                <a:lnTo>
                  <a:pt x="3635665" y="617453"/>
                </a:lnTo>
                <a:lnTo>
                  <a:pt x="3615403" y="631106"/>
                </a:lnTo>
                <a:lnTo>
                  <a:pt x="3601746" y="651355"/>
                </a:lnTo>
                <a:lnTo>
                  <a:pt x="3596739" y="676148"/>
                </a:lnTo>
                <a:lnTo>
                  <a:pt x="3601746" y="700967"/>
                </a:lnTo>
                <a:lnTo>
                  <a:pt x="3615403" y="721229"/>
                </a:lnTo>
                <a:lnTo>
                  <a:pt x="3635665" y="734887"/>
                </a:lnTo>
                <a:lnTo>
                  <a:pt x="3660487" y="739895"/>
                </a:lnTo>
                <a:lnTo>
                  <a:pt x="3685290" y="734887"/>
                </a:lnTo>
                <a:lnTo>
                  <a:pt x="3705554" y="721229"/>
                </a:lnTo>
                <a:lnTo>
                  <a:pt x="3719222" y="700967"/>
                </a:lnTo>
                <a:lnTo>
                  <a:pt x="3724236" y="676148"/>
                </a:lnTo>
                <a:lnTo>
                  <a:pt x="3719222" y="651355"/>
                </a:lnTo>
                <a:lnTo>
                  <a:pt x="3705554" y="631106"/>
                </a:lnTo>
                <a:lnTo>
                  <a:pt x="3685290" y="617453"/>
                </a:lnTo>
                <a:lnTo>
                  <a:pt x="3660487" y="612446"/>
                </a:lnTo>
                <a:close/>
              </a:path>
              <a:path extrusionOk="0" h="1607820" w="4617085">
                <a:moveTo>
                  <a:pt x="3963080" y="609077"/>
                </a:moveTo>
                <a:lnTo>
                  <a:pt x="3936953" y="614351"/>
                </a:lnTo>
                <a:lnTo>
                  <a:pt x="3915617" y="628731"/>
                </a:lnTo>
                <a:lnTo>
                  <a:pt x="3901232" y="650052"/>
                </a:lnTo>
                <a:lnTo>
                  <a:pt x="3895957" y="676148"/>
                </a:lnTo>
                <a:lnTo>
                  <a:pt x="3901232" y="702264"/>
                </a:lnTo>
                <a:lnTo>
                  <a:pt x="3915617" y="723582"/>
                </a:lnTo>
                <a:lnTo>
                  <a:pt x="3936953" y="737951"/>
                </a:lnTo>
                <a:lnTo>
                  <a:pt x="3963080" y="743219"/>
                </a:lnTo>
                <a:lnTo>
                  <a:pt x="3989207" y="737951"/>
                </a:lnTo>
                <a:lnTo>
                  <a:pt x="4010543" y="723582"/>
                </a:lnTo>
                <a:lnTo>
                  <a:pt x="4024928" y="702264"/>
                </a:lnTo>
                <a:lnTo>
                  <a:pt x="4030203" y="676148"/>
                </a:lnTo>
                <a:lnTo>
                  <a:pt x="4024928" y="650052"/>
                </a:lnTo>
                <a:lnTo>
                  <a:pt x="4010543" y="628731"/>
                </a:lnTo>
                <a:lnTo>
                  <a:pt x="3989207" y="614351"/>
                </a:lnTo>
                <a:lnTo>
                  <a:pt x="3963080" y="609077"/>
                </a:lnTo>
                <a:close/>
              </a:path>
              <a:path extrusionOk="0" h="1607820" w="4617085">
                <a:moveTo>
                  <a:pt x="4265672" y="610784"/>
                </a:moveTo>
                <a:lnTo>
                  <a:pt x="4240185" y="615924"/>
                </a:lnTo>
                <a:lnTo>
                  <a:pt x="4219379" y="629938"/>
                </a:lnTo>
                <a:lnTo>
                  <a:pt x="4205355" y="650716"/>
                </a:lnTo>
                <a:lnTo>
                  <a:pt x="4200214" y="676148"/>
                </a:lnTo>
                <a:lnTo>
                  <a:pt x="4205355" y="701606"/>
                </a:lnTo>
                <a:lnTo>
                  <a:pt x="4219379" y="722397"/>
                </a:lnTo>
                <a:lnTo>
                  <a:pt x="4240185" y="736416"/>
                </a:lnTo>
                <a:lnTo>
                  <a:pt x="4265672" y="741557"/>
                </a:lnTo>
                <a:lnTo>
                  <a:pt x="4291134" y="736416"/>
                </a:lnTo>
                <a:lnTo>
                  <a:pt x="4311926" y="722397"/>
                </a:lnTo>
                <a:lnTo>
                  <a:pt x="4325945" y="701606"/>
                </a:lnTo>
                <a:lnTo>
                  <a:pt x="4331085" y="676148"/>
                </a:lnTo>
                <a:lnTo>
                  <a:pt x="4325945" y="650716"/>
                </a:lnTo>
                <a:lnTo>
                  <a:pt x="4311926" y="629938"/>
                </a:lnTo>
                <a:lnTo>
                  <a:pt x="4291134" y="615924"/>
                </a:lnTo>
                <a:lnTo>
                  <a:pt x="4265672" y="610784"/>
                </a:lnTo>
                <a:close/>
              </a:path>
              <a:path extrusionOk="0" h="1607820" w="4617085">
                <a:moveTo>
                  <a:pt x="4575238" y="663570"/>
                </a:moveTo>
                <a:lnTo>
                  <a:pt x="4561292" y="663570"/>
                </a:lnTo>
                <a:lnTo>
                  <a:pt x="4555668" y="669185"/>
                </a:lnTo>
                <a:lnTo>
                  <a:pt x="4555668" y="683112"/>
                </a:lnTo>
                <a:lnTo>
                  <a:pt x="4561292" y="688727"/>
                </a:lnTo>
                <a:lnTo>
                  <a:pt x="4575193" y="688727"/>
                </a:lnTo>
                <a:lnTo>
                  <a:pt x="4580861" y="683112"/>
                </a:lnTo>
                <a:lnTo>
                  <a:pt x="4580861" y="669185"/>
                </a:lnTo>
                <a:lnTo>
                  <a:pt x="4575238" y="663570"/>
                </a:lnTo>
                <a:close/>
              </a:path>
              <a:path extrusionOk="0" h="1607820" w="4617085">
                <a:moveTo>
                  <a:pt x="29377" y="949195"/>
                </a:moveTo>
                <a:lnTo>
                  <a:pt x="17935" y="951498"/>
                </a:lnTo>
                <a:lnTo>
                  <a:pt x="8598" y="957781"/>
                </a:lnTo>
                <a:lnTo>
                  <a:pt x="2306" y="967104"/>
                </a:lnTo>
                <a:lnTo>
                  <a:pt x="0" y="978530"/>
                </a:lnTo>
                <a:lnTo>
                  <a:pt x="2306" y="989955"/>
                </a:lnTo>
                <a:lnTo>
                  <a:pt x="8598" y="999279"/>
                </a:lnTo>
                <a:lnTo>
                  <a:pt x="17935" y="1005562"/>
                </a:lnTo>
                <a:lnTo>
                  <a:pt x="29377" y="1007865"/>
                </a:lnTo>
                <a:lnTo>
                  <a:pt x="40793" y="1005562"/>
                </a:lnTo>
                <a:lnTo>
                  <a:pt x="50117" y="999279"/>
                </a:lnTo>
                <a:lnTo>
                  <a:pt x="56404" y="989955"/>
                </a:lnTo>
                <a:lnTo>
                  <a:pt x="58710" y="978530"/>
                </a:lnTo>
                <a:lnTo>
                  <a:pt x="56404" y="967104"/>
                </a:lnTo>
                <a:lnTo>
                  <a:pt x="50117" y="957781"/>
                </a:lnTo>
                <a:lnTo>
                  <a:pt x="40793" y="951498"/>
                </a:lnTo>
                <a:lnTo>
                  <a:pt x="29377" y="949195"/>
                </a:lnTo>
                <a:close/>
              </a:path>
              <a:path extrusionOk="0" h="1607820" w="4617085">
                <a:moveTo>
                  <a:pt x="331970" y="945825"/>
                </a:moveTo>
                <a:lnTo>
                  <a:pt x="319222" y="948396"/>
                </a:lnTo>
                <a:lnTo>
                  <a:pt x="308812" y="955405"/>
                </a:lnTo>
                <a:lnTo>
                  <a:pt x="301792" y="965801"/>
                </a:lnTo>
                <a:lnTo>
                  <a:pt x="299218" y="978530"/>
                </a:lnTo>
                <a:lnTo>
                  <a:pt x="301792" y="991259"/>
                </a:lnTo>
                <a:lnTo>
                  <a:pt x="308812" y="1001654"/>
                </a:lnTo>
                <a:lnTo>
                  <a:pt x="319222" y="1008664"/>
                </a:lnTo>
                <a:lnTo>
                  <a:pt x="331970" y="1011234"/>
                </a:lnTo>
                <a:lnTo>
                  <a:pt x="344691" y="1008664"/>
                </a:lnTo>
                <a:lnTo>
                  <a:pt x="355088" y="1001654"/>
                </a:lnTo>
                <a:lnTo>
                  <a:pt x="362103" y="991259"/>
                </a:lnTo>
                <a:lnTo>
                  <a:pt x="364676" y="978530"/>
                </a:lnTo>
                <a:lnTo>
                  <a:pt x="362103" y="965801"/>
                </a:lnTo>
                <a:lnTo>
                  <a:pt x="355088" y="955405"/>
                </a:lnTo>
                <a:lnTo>
                  <a:pt x="344691" y="948396"/>
                </a:lnTo>
                <a:lnTo>
                  <a:pt x="331970" y="945825"/>
                </a:lnTo>
                <a:close/>
              </a:path>
              <a:path extrusionOk="0" h="1607820" w="4617085">
                <a:moveTo>
                  <a:pt x="634562" y="943355"/>
                </a:moveTo>
                <a:lnTo>
                  <a:pt x="620833" y="946122"/>
                </a:lnTo>
                <a:lnTo>
                  <a:pt x="609622" y="953670"/>
                </a:lnTo>
                <a:lnTo>
                  <a:pt x="602063" y="964865"/>
                </a:lnTo>
                <a:lnTo>
                  <a:pt x="599291" y="978575"/>
                </a:lnTo>
                <a:lnTo>
                  <a:pt x="602063" y="992258"/>
                </a:lnTo>
                <a:lnTo>
                  <a:pt x="609622" y="1003440"/>
                </a:lnTo>
                <a:lnTo>
                  <a:pt x="620833" y="1010983"/>
                </a:lnTo>
                <a:lnTo>
                  <a:pt x="634562" y="1013750"/>
                </a:lnTo>
                <a:lnTo>
                  <a:pt x="648265" y="1010983"/>
                </a:lnTo>
                <a:lnTo>
                  <a:pt x="659463" y="1003440"/>
                </a:lnTo>
                <a:lnTo>
                  <a:pt x="667017" y="992258"/>
                </a:lnTo>
                <a:lnTo>
                  <a:pt x="669788" y="978575"/>
                </a:lnTo>
                <a:lnTo>
                  <a:pt x="667017" y="964865"/>
                </a:lnTo>
                <a:lnTo>
                  <a:pt x="659463" y="953670"/>
                </a:lnTo>
                <a:lnTo>
                  <a:pt x="648265" y="946122"/>
                </a:lnTo>
                <a:lnTo>
                  <a:pt x="634562" y="943355"/>
                </a:lnTo>
                <a:close/>
              </a:path>
              <a:path extrusionOk="0" h="1607820" w="4617085">
                <a:moveTo>
                  <a:pt x="937110" y="940839"/>
                </a:moveTo>
                <a:lnTo>
                  <a:pt x="922424" y="943804"/>
                </a:lnTo>
                <a:lnTo>
                  <a:pt x="910426" y="951890"/>
                </a:lnTo>
                <a:lnTo>
                  <a:pt x="902333" y="963885"/>
                </a:lnTo>
                <a:lnTo>
                  <a:pt x="899364" y="978575"/>
                </a:lnTo>
                <a:lnTo>
                  <a:pt x="902333" y="993239"/>
                </a:lnTo>
                <a:lnTo>
                  <a:pt x="910426" y="1005220"/>
                </a:lnTo>
                <a:lnTo>
                  <a:pt x="922424" y="1013302"/>
                </a:lnTo>
                <a:lnTo>
                  <a:pt x="937110" y="1016266"/>
                </a:lnTo>
                <a:lnTo>
                  <a:pt x="951821" y="1013302"/>
                </a:lnTo>
                <a:lnTo>
                  <a:pt x="963833" y="1005220"/>
                </a:lnTo>
                <a:lnTo>
                  <a:pt x="971931" y="993239"/>
                </a:lnTo>
                <a:lnTo>
                  <a:pt x="974900" y="978575"/>
                </a:lnTo>
                <a:lnTo>
                  <a:pt x="971931" y="963885"/>
                </a:lnTo>
                <a:lnTo>
                  <a:pt x="963833" y="951890"/>
                </a:lnTo>
                <a:lnTo>
                  <a:pt x="951821" y="943804"/>
                </a:lnTo>
                <a:lnTo>
                  <a:pt x="937110" y="940839"/>
                </a:lnTo>
                <a:close/>
              </a:path>
              <a:path extrusionOk="0" h="1607820" w="4617085">
                <a:moveTo>
                  <a:pt x="1239702" y="937470"/>
                </a:moveTo>
                <a:lnTo>
                  <a:pt x="1223719" y="940696"/>
                </a:lnTo>
                <a:lnTo>
                  <a:pt x="1210662" y="949498"/>
                </a:lnTo>
                <a:lnTo>
                  <a:pt x="1201857" y="962562"/>
                </a:lnTo>
                <a:lnTo>
                  <a:pt x="1198628" y="978575"/>
                </a:lnTo>
                <a:lnTo>
                  <a:pt x="1201857" y="994562"/>
                </a:lnTo>
                <a:lnTo>
                  <a:pt x="1210662" y="1007613"/>
                </a:lnTo>
                <a:lnTo>
                  <a:pt x="1223719" y="1016410"/>
                </a:lnTo>
                <a:lnTo>
                  <a:pt x="1239702" y="1019635"/>
                </a:lnTo>
                <a:lnTo>
                  <a:pt x="1255719" y="1016410"/>
                </a:lnTo>
                <a:lnTo>
                  <a:pt x="1268804" y="1007613"/>
                </a:lnTo>
                <a:lnTo>
                  <a:pt x="1277630" y="994562"/>
                </a:lnTo>
                <a:lnTo>
                  <a:pt x="1280867" y="978575"/>
                </a:lnTo>
                <a:lnTo>
                  <a:pt x="1277630" y="962562"/>
                </a:lnTo>
                <a:lnTo>
                  <a:pt x="1268804" y="949498"/>
                </a:lnTo>
                <a:lnTo>
                  <a:pt x="1255719" y="940696"/>
                </a:lnTo>
                <a:lnTo>
                  <a:pt x="1239702" y="937470"/>
                </a:lnTo>
                <a:close/>
              </a:path>
              <a:path extrusionOk="0" h="1607820" w="4617085">
                <a:moveTo>
                  <a:pt x="1542295" y="934999"/>
                </a:moveTo>
                <a:lnTo>
                  <a:pt x="1525329" y="938422"/>
                </a:lnTo>
                <a:lnTo>
                  <a:pt x="1511472" y="947757"/>
                </a:lnTo>
                <a:lnTo>
                  <a:pt x="1502128" y="961608"/>
                </a:lnTo>
                <a:lnTo>
                  <a:pt x="1498701" y="978575"/>
                </a:lnTo>
                <a:lnTo>
                  <a:pt x="1502128" y="995542"/>
                </a:lnTo>
                <a:lnTo>
                  <a:pt x="1511472" y="1009393"/>
                </a:lnTo>
                <a:lnTo>
                  <a:pt x="1525329" y="1018729"/>
                </a:lnTo>
                <a:lnTo>
                  <a:pt x="1542295" y="1022151"/>
                </a:lnTo>
                <a:lnTo>
                  <a:pt x="1559286" y="1018729"/>
                </a:lnTo>
                <a:lnTo>
                  <a:pt x="1573157" y="1009393"/>
                </a:lnTo>
                <a:lnTo>
                  <a:pt x="1582506" y="995542"/>
                </a:lnTo>
                <a:lnTo>
                  <a:pt x="1585933" y="978575"/>
                </a:lnTo>
                <a:lnTo>
                  <a:pt x="1582506" y="961608"/>
                </a:lnTo>
                <a:lnTo>
                  <a:pt x="1573157" y="947757"/>
                </a:lnTo>
                <a:lnTo>
                  <a:pt x="1559286" y="938422"/>
                </a:lnTo>
                <a:lnTo>
                  <a:pt x="1542295" y="934999"/>
                </a:lnTo>
                <a:close/>
              </a:path>
              <a:path extrusionOk="0" h="1607820" w="4617085">
                <a:moveTo>
                  <a:pt x="1844887" y="932483"/>
                </a:moveTo>
                <a:lnTo>
                  <a:pt x="1826940" y="936103"/>
                </a:lnTo>
                <a:lnTo>
                  <a:pt x="1812282" y="945977"/>
                </a:lnTo>
                <a:lnTo>
                  <a:pt x="1802398" y="960627"/>
                </a:lnTo>
                <a:lnTo>
                  <a:pt x="1798774" y="978575"/>
                </a:lnTo>
                <a:lnTo>
                  <a:pt x="1802398" y="996523"/>
                </a:lnTo>
                <a:lnTo>
                  <a:pt x="1812282" y="1011173"/>
                </a:lnTo>
                <a:lnTo>
                  <a:pt x="1826940" y="1021047"/>
                </a:lnTo>
                <a:lnTo>
                  <a:pt x="1844887" y="1024667"/>
                </a:lnTo>
                <a:lnTo>
                  <a:pt x="1862861" y="1021047"/>
                </a:lnTo>
                <a:lnTo>
                  <a:pt x="1877532" y="1011173"/>
                </a:lnTo>
                <a:lnTo>
                  <a:pt x="1887420" y="996523"/>
                </a:lnTo>
                <a:lnTo>
                  <a:pt x="1891045" y="978575"/>
                </a:lnTo>
                <a:lnTo>
                  <a:pt x="1887420" y="960627"/>
                </a:lnTo>
                <a:lnTo>
                  <a:pt x="1877532" y="945977"/>
                </a:lnTo>
                <a:lnTo>
                  <a:pt x="1862861" y="936103"/>
                </a:lnTo>
                <a:lnTo>
                  <a:pt x="1844887" y="932483"/>
                </a:lnTo>
                <a:close/>
              </a:path>
              <a:path extrusionOk="0" h="1607820" w="4617085">
                <a:moveTo>
                  <a:pt x="2147480" y="929968"/>
                </a:moveTo>
                <a:lnTo>
                  <a:pt x="2128550" y="933785"/>
                </a:lnTo>
                <a:lnTo>
                  <a:pt x="2113092" y="944197"/>
                </a:lnTo>
                <a:lnTo>
                  <a:pt x="2102669" y="959647"/>
                </a:lnTo>
                <a:lnTo>
                  <a:pt x="2098847" y="978575"/>
                </a:lnTo>
                <a:lnTo>
                  <a:pt x="2102669" y="997504"/>
                </a:lnTo>
                <a:lnTo>
                  <a:pt x="2113092" y="1012953"/>
                </a:lnTo>
                <a:lnTo>
                  <a:pt x="2128550" y="1023366"/>
                </a:lnTo>
                <a:lnTo>
                  <a:pt x="2147480" y="1027183"/>
                </a:lnTo>
                <a:lnTo>
                  <a:pt x="2166442" y="1023366"/>
                </a:lnTo>
                <a:lnTo>
                  <a:pt x="2181930" y="1012953"/>
                </a:lnTo>
                <a:lnTo>
                  <a:pt x="2192373" y="997504"/>
                </a:lnTo>
                <a:lnTo>
                  <a:pt x="2196202" y="978575"/>
                </a:lnTo>
                <a:lnTo>
                  <a:pt x="2192373" y="959647"/>
                </a:lnTo>
                <a:lnTo>
                  <a:pt x="2181930" y="944197"/>
                </a:lnTo>
                <a:lnTo>
                  <a:pt x="2166442" y="933785"/>
                </a:lnTo>
                <a:lnTo>
                  <a:pt x="2147480" y="929968"/>
                </a:lnTo>
                <a:close/>
              </a:path>
              <a:path extrusionOk="0" h="1607820" w="4617085">
                <a:moveTo>
                  <a:pt x="2450072" y="927407"/>
                </a:moveTo>
                <a:lnTo>
                  <a:pt x="2430161" y="931428"/>
                </a:lnTo>
                <a:lnTo>
                  <a:pt x="2413901" y="942395"/>
                </a:lnTo>
                <a:lnTo>
                  <a:pt x="2402940" y="958659"/>
                </a:lnTo>
                <a:lnTo>
                  <a:pt x="2398920" y="978575"/>
                </a:lnTo>
                <a:lnTo>
                  <a:pt x="2402940" y="998484"/>
                </a:lnTo>
                <a:lnTo>
                  <a:pt x="2413901" y="1014733"/>
                </a:lnTo>
                <a:lnTo>
                  <a:pt x="2430161" y="1025684"/>
                </a:lnTo>
                <a:lnTo>
                  <a:pt x="2450072" y="1029699"/>
                </a:lnTo>
                <a:lnTo>
                  <a:pt x="2470017" y="1025684"/>
                </a:lnTo>
                <a:lnTo>
                  <a:pt x="2486305" y="1014733"/>
                </a:lnTo>
                <a:lnTo>
                  <a:pt x="2497287" y="998484"/>
                </a:lnTo>
                <a:lnTo>
                  <a:pt x="2501314" y="978575"/>
                </a:lnTo>
                <a:lnTo>
                  <a:pt x="2497287" y="958659"/>
                </a:lnTo>
                <a:lnTo>
                  <a:pt x="2486305" y="942395"/>
                </a:lnTo>
                <a:lnTo>
                  <a:pt x="2470017" y="931428"/>
                </a:lnTo>
                <a:lnTo>
                  <a:pt x="2450072" y="927407"/>
                </a:lnTo>
                <a:close/>
              </a:path>
              <a:path extrusionOk="0" h="1607820" w="4617085">
                <a:moveTo>
                  <a:pt x="2752665" y="924083"/>
                </a:moveTo>
                <a:lnTo>
                  <a:pt x="2731448" y="928371"/>
                </a:lnTo>
                <a:lnTo>
                  <a:pt x="2714115" y="940059"/>
                </a:lnTo>
                <a:lnTo>
                  <a:pt x="2702426" y="957382"/>
                </a:lnTo>
                <a:lnTo>
                  <a:pt x="2698139" y="978575"/>
                </a:lnTo>
                <a:lnTo>
                  <a:pt x="2702426" y="999788"/>
                </a:lnTo>
                <a:lnTo>
                  <a:pt x="2714115" y="1017109"/>
                </a:lnTo>
                <a:lnTo>
                  <a:pt x="2731448" y="1028786"/>
                </a:lnTo>
                <a:lnTo>
                  <a:pt x="2752665" y="1033068"/>
                </a:lnTo>
                <a:lnTo>
                  <a:pt x="2773908" y="1028786"/>
                </a:lnTo>
                <a:lnTo>
                  <a:pt x="2791254" y="1017109"/>
                </a:lnTo>
                <a:lnTo>
                  <a:pt x="2802948" y="999788"/>
                </a:lnTo>
                <a:lnTo>
                  <a:pt x="2807236" y="978575"/>
                </a:lnTo>
                <a:lnTo>
                  <a:pt x="2802948" y="957382"/>
                </a:lnTo>
                <a:lnTo>
                  <a:pt x="2791254" y="940059"/>
                </a:lnTo>
                <a:lnTo>
                  <a:pt x="2773908" y="928371"/>
                </a:lnTo>
                <a:lnTo>
                  <a:pt x="2752665" y="924083"/>
                </a:lnTo>
                <a:close/>
              </a:path>
              <a:path extrusionOk="0" h="1607820" w="4617085">
                <a:moveTo>
                  <a:pt x="3055302" y="921567"/>
                </a:moveTo>
                <a:lnTo>
                  <a:pt x="3033103" y="926052"/>
                </a:lnTo>
                <a:lnTo>
                  <a:pt x="3014970" y="938279"/>
                </a:lnTo>
                <a:lnTo>
                  <a:pt x="3002742" y="956401"/>
                </a:lnTo>
                <a:lnTo>
                  <a:pt x="2998257" y="978575"/>
                </a:lnTo>
                <a:lnTo>
                  <a:pt x="3002742" y="1000768"/>
                </a:lnTo>
                <a:lnTo>
                  <a:pt x="3014970" y="1018889"/>
                </a:lnTo>
                <a:lnTo>
                  <a:pt x="3033103" y="1031105"/>
                </a:lnTo>
                <a:lnTo>
                  <a:pt x="3055302" y="1035584"/>
                </a:lnTo>
                <a:lnTo>
                  <a:pt x="3077520" y="1031105"/>
                </a:lnTo>
                <a:lnTo>
                  <a:pt x="3095651" y="1018889"/>
                </a:lnTo>
                <a:lnTo>
                  <a:pt x="3107869" y="1000768"/>
                </a:lnTo>
                <a:lnTo>
                  <a:pt x="3112348" y="978575"/>
                </a:lnTo>
                <a:lnTo>
                  <a:pt x="3107863" y="956401"/>
                </a:lnTo>
                <a:lnTo>
                  <a:pt x="3095634" y="938279"/>
                </a:lnTo>
                <a:lnTo>
                  <a:pt x="3077501" y="926052"/>
                </a:lnTo>
                <a:lnTo>
                  <a:pt x="3055302" y="921567"/>
                </a:lnTo>
                <a:close/>
              </a:path>
              <a:path extrusionOk="0" h="1607820" w="4617085">
                <a:moveTo>
                  <a:pt x="3357895" y="919051"/>
                </a:moveTo>
                <a:lnTo>
                  <a:pt x="3334714" y="923734"/>
                </a:lnTo>
                <a:lnTo>
                  <a:pt x="3315780" y="936499"/>
                </a:lnTo>
                <a:lnTo>
                  <a:pt x="3303012" y="955421"/>
                </a:lnTo>
                <a:lnTo>
                  <a:pt x="3298330" y="978575"/>
                </a:lnTo>
                <a:lnTo>
                  <a:pt x="3303012" y="1001749"/>
                </a:lnTo>
                <a:lnTo>
                  <a:pt x="3315780" y="1020669"/>
                </a:lnTo>
                <a:lnTo>
                  <a:pt x="3334714" y="1033423"/>
                </a:lnTo>
                <a:lnTo>
                  <a:pt x="3357895" y="1038099"/>
                </a:lnTo>
                <a:lnTo>
                  <a:pt x="3381076" y="1033423"/>
                </a:lnTo>
                <a:lnTo>
                  <a:pt x="3400010" y="1020669"/>
                </a:lnTo>
                <a:lnTo>
                  <a:pt x="3412777" y="1001749"/>
                </a:lnTo>
                <a:lnTo>
                  <a:pt x="3417459" y="978575"/>
                </a:lnTo>
                <a:lnTo>
                  <a:pt x="3412777" y="955421"/>
                </a:lnTo>
                <a:lnTo>
                  <a:pt x="3400010" y="936499"/>
                </a:lnTo>
                <a:lnTo>
                  <a:pt x="3381076" y="923734"/>
                </a:lnTo>
                <a:lnTo>
                  <a:pt x="3357895" y="919051"/>
                </a:lnTo>
                <a:close/>
              </a:path>
              <a:path extrusionOk="0" h="1607820" w="4617085">
                <a:moveTo>
                  <a:pt x="3660487" y="916536"/>
                </a:moveTo>
                <a:lnTo>
                  <a:pt x="3636298" y="921415"/>
                </a:lnTo>
                <a:lnTo>
                  <a:pt x="3616550" y="934719"/>
                </a:lnTo>
                <a:lnTo>
                  <a:pt x="3603239" y="954440"/>
                </a:lnTo>
                <a:lnTo>
                  <a:pt x="3598358" y="978575"/>
                </a:lnTo>
                <a:lnTo>
                  <a:pt x="3603239" y="1002737"/>
                </a:lnTo>
                <a:lnTo>
                  <a:pt x="3616550" y="1022472"/>
                </a:lnTo>
                <a:lnTo>
                  <a:pt x="3636298" y="1035780"/>
                </a:lnTo>
                <a:lnTo>
                  <a:pt x="3660487" y="1040660"/>
                </a:lnTo>
                <a:lnTo>
                  <a:pt x="3684650" y="1035780"/>
                </a:lnTo>
                <a:lnTo>
                  <a:pt x="3704385" y="1022472"/>
                </a:lnTo>
                <a:lnTo>
                  <a:pt x="3717691" y="1002737"/>
                </a:lnTo>
                <a:lnTo>
                  <a:pt x="3722571" y="978575"/>
                </a:lnTo>
                <a:lnTo>
                  <a:pt x="3717691" y="954440"/>
                </a:lnTo>
                <a:lnTo>
                  <a:pt x="3704385" y="934719"/>
                </a:lnTo>
                <a:lnTo>
                  <a:pt x="3684650" y="921415"/>
                </a:lnTo>
                <a:lnTo>
                  <a:pt x="3660487" y="916536"/>
                </a:lnTo>
                <a:close/>
              </a:path>
              <a:path extrusionOk="0" h="1607820" w="4617085">
                <a:moveTo>
                  <a:pt x="3963080" y="930821"/>
                </a:moveTo>
                <a:lnTo>
                  <a:pt x="3944466" y="934575"/>
                </a:lnTo>
                <a:lnTo>
                  <a:pt x="3929265" y="944810"/>
                </a:lnTo>
                <a:lnTo>
                  <a:pt x="3919016" y="959989"/>
                </a:lnTo>
                <a:lnTo>
                  <a:pt x="3915257" y="978575"/>
                </a:lnTo>
                <a:lnTo>
                  <a:pt x="3919016" y="997188"/>
                </a:lnTo>
                <a:lnTo>
                  <a:pt x="3929265" y="1012381"/>
                </a:lnTo>
                <a:lnTo>
                  <a:pt x="3944466" y="1022621"/>
                </a:lnTo>
                <a:lnTo>
                  <a:pt x="3963080" y="1026374"/>
                </a:lnTo>
                <a:lnTo>
                  <a:pt x="3981693" y="1022621"/>
                </a:lnTo>
                <a:lnTo>
                  <a:pt x="3996894" y="1012381"/>
                </a:lnTo>
                <a:lnTo>
                  <a:pt x="4007144" y="997188"/>
                </a:lnTo>
                <a:lnTo>
                  <a:pt x="4010902" y="978576"/>
                </a:lnTo>
                <a:lnTo>
                  <a:pt x="4007144" y="959989"/>
                </a:lnTo>
                <a:lnTo>
                  <a:pt x="3996894" y="944810"/>
                </a:lnTo>
                <a:lnTo>
                  <a:pt x="3981693" y="934575"/>
                </a:lnTo>
                <a:lnTo>
                  <a:pt x="3963080" y="930821"/>
                </a:lnTo>
                <a:close/>
              </a:path>
              <a:path extrusionOk="0" h="1607820" w="4617085">
                <a:moveTo>
                  <a:pt x="4272151" y="966850"/>
                </a:moveTo>
                <a:lnTo>
                  <a:pt x="4259149" y="966850"/>
                </a:lnTo>
                <a:lnTo>
                  <a:pt x="4253885" y="972107"/>
                </a:lnTo>
                <a:lnTo>
                  <a:pt x="4253885" y="985090"/>
                </a:lnTo>
                <a:lnTo>
                  <a:pt x="4259149" y="990346"/>
                </a:lnTo>
                <a:lnTo>
                  <a:pt x="4272151" y="990346"/>
                </a:lnTo>
                <a:lnTo>
                  <a:pt x="4277414" y="985090"/>
                </a:lnTo>
                <a:lnTo>
                  <a:pt x="4277414" y="972107"/>
                </a:lnTo>
                <a:lnTo>
                  <a:pt x="4272151" y="966850"/>
                </a:lnTo>
                <a:close/>
              </a:path>
              <a:path extrusionOk="0" h="1607820" w="4617085">
                <a:moveTo>
                  <a:pt x="29377" y="1251604"/>
                </a:moveTo>
                <a:lnTo>
                  <a:pt x="17935" y="1253910"/>
                </a:lnTo>
                <a:lnTo>
                  <a:pt x="8598" y="1260198"/>
                </a:lnTo>
                <a:lnTo>
                  <a:pt x="2306" y="1269525"/>
                </a:lnTo>
                <a:lnTo>
                  <a:pt x="0" y="1280948"/>
                </a:lnTo>
                <a:lnTo>
                  <a:pt x="2306" y="1292371"/>
                </a:lnTo>
                <a:lnTo>
                  <a:pt x="8598" y="1301698"/>
                </a:lnTo>
                <a:lnTo>
                  <a:pt x="17935" y="1307987"/>
                </a:lnTo>
                <a:lnTo>
                  <a:pt x="29377" y="1310292"/>
                </a:lnTo>
                <a:lnTo>
                  <a:pt x="40793" y="1307987"/>
                </a:lnTo>
                <a:lnTo>
                  <a:pt x="50117" y="1301698"/>
                </a:lnTo>
                <a:lnTo>
                  <a:pt x="56404" y="1292371"/>
                </a:lnTo>
                <a:lnTo>
                  <a:pt x="58710" y="1280948"/>
                </a:lnTo>
                <a:lnTo>
                  <a:pt x="56404" y="1269525"/>
                </a:lnTo>
                <a:lnTo>
                  <a:pt x="50117" y="1260198"/>
                </a:lnTo>
                <a:lnTo>
                  <a:pt x="40793" y="1253910"/>
                </a:lnTo>
                <a:lnTo>
                  <a:pt x="29377" y="1251604"/>
                </a:lnTo>
                <a:close/>
              </a:path>
              <a:path extrusionOk="0" h="1607820" w="4617085">
                <a:moveTo>
                  <a:pt x="331970" y="1248244"/>
                </a:moveTo>
                <a:lnTo>
                  <a:pt x="319222" y="1250815"/>
                </a:lnTo>
                <a:lnTo>
                  <a:pt x="308812" y="1257825"/>
                </a:lnTo>
                <a:lnTo>
                  <a:pt x="301792" y="1268221"/>
                </a:lnTo>
                <a:lnTo>
                  <a:pt x="299218" y="1280948"/>
                </a:lnTo>
                <a:lnTo>
                  <a:pt x="301792" y="1293675"/>
                </a:lnTo>
                <a:lnTo>
                  <a:pt x="308812" y="1304071"/>
                </a:lnTo>
                <a:lnTo>
                  <a:pt x="319222" y="1311082"/>
                </a:lnTo>
                <a:lnTo>
                  <a:pt x="331970" y="1313653"/>
                </a:lnTo>
                <a:lnTo>
                  <a:pt x="344691" y="1311082"/>
                </a:lnTo>
                <a:lnTo>
                  <a:pt x="355088" y="1304071"/>
                </a:lnTo>
                <a:lnTo>
                  <a:pt x="362103" y="1293675"/>
                </a:lnTo>
                <a:lnTo>
                  <a:pt x="364676" y="1280948"/>
                </a:lnTo>
                <a:lnTo>
                  <a:pt x="362103" y="1268221"/>
                </a:lnTo>
                <a:lnTo>
                  <a:pt x="355088" y="1257825"/>
                </a:lnTo>
                <a:lnTo>
                  <a:pt x="344691" y="1250815"/>
                </a:lnTo>
                <a:lnTo>
                  <a:pt x="331970" y="1248244"/>
                </a:lnTo>
                <a:close/>
              </a:path>
              <a:path extrusionOk="0" h="1607820" w="4617085">
                <a:moveTo>
                  <a:pt x="634562" y="1245759"/>
                </a:moveTo>
                <a:lnTo>
                  <a:pt x="620833" y="1248528"/>
                </a:lnTo>
                <a:lnTo>
                  <a:pt x="609622" y="1256075"/>
                </a:lnTo>
                <a:lnTo>
                  <a:pt x="602063" y="1267266"/>
                </a:lnTo>
                <a:lnTo>
                  <a:pt x="599291" y="1280966"/>
                </a:lnTo>
                <a:lnTo>
                  <a:pt x="602063" y="1294665"/>
                </a:lnTo>
                <a:lnTo>
                  <a:pt x="609622" y="1305855"/>
                </a:lnTo>
                <a:lnTo>
                  <a:pt x="620833" y="1313401"/>
                </a:lnTo>
                <a:lnTo>
                  <a:pt x="634562" y="1316169"/>
                </a:lnTo>
                <a:lnTo>
                  <a:pt x="648265" y="1313401"/>
                </a:lnTo>
                <a:lnTo>
                  <a:pt x="659463" y="1305855"/>
                </a:lnTo>
                <a:lnTo>
                  <a:pt x="667017" y="1294665"/>
                </a:lnTo>
                <a:lnTo>
                  <a:pt x="669788" y="1280966"/>
                </a:lnTo>
                <a:lnTo>
                  <a:pt x="667017" y="1267266"/>
                </a:lnTo>
                <a:lnTo>
                  <a:pt x="659463" y="1256075"/>
                </a:lnTo>
                <a:lnTo>
                  <a:pt x="648265" y="1248528"/>
                </a:lnTo>
                <a:lnTo>
                  <a:pt x="634562" y="1245759"/>
                </a:lnTo>
                <a:close/>
              </a:path>
              <a:path extrusionOk="0" h="1607820" w="4617085">
                <a:moveTo>
                  <a:pt x="937110" y="1243239"/>
                </a:moveTo>
                <a:lnTo>
                  <a:pt x="922424" y="1246205"/>
                </a:lnTo>
                <a:lnTo>
                  <a:pt x="910426" y="1254291"/>
                </a:lnTo>
                <a:lnTo>
                  <a:pt x="902333" y="1266283"/>
                </a:lnTo>
                <a:lnTo>
                  <a:pt x="899364" y="1280966"/>
                </a:lnTo>
                <a:lnTo>
                  <a:pt x="902333" y="1295647"/>
                </a:lnTo>
                <a:lnTo>
                  <a:pt x="910426" y="1307638"/>
                </a:lnTo>
                <a:lnTo>
                  <a:pt x="922424" y="1315723"/>
                </a:lnTo>
                <a:lnTo>
                  <a:pt x="937110" y="1318689"/>
                </a:lnTo>
                <a:lnTo>
                  <a:pt x="951821" y="1315723"/>
                </a:lnTo>
                <a:lnTo>
                  <a:pt x="963833" y="1307638"/>
                </a:lnTo>
                <a:lnTo>
                  <a:pt x="971931" y="1295647"/>
                </a:lnTo>
                <a:lnTo>
                  <a:pt x="974900" y="1280966"/>
                </a:lnTo>
                <a:lnTo>
                  <a:pt x="971931" y="1266283"/>
                </a:lnTo>
                <a:lnTo>
                  <a:pt x="963833" y="1254291"/>
                </a:lnTo>
                <a:lnTo>
                  <a:pt x="951821" y="1246205"/>
                </a:lnTo>
                <a:lnTo>
                  <a:pt x="937110" y="1243239"/>
                </a:lnTo>
                <a:close/>
              </a:path>
              <a:path extrusionOk="0" h="1607820" w="4617085">
                <a:moveTo>
                  <a:pt x="1239702" y="1239879"/>
                </a:moveTo>
                <a:lnTo>
                  <a:pt x="1223719" y="1243107"/>
                </a:lnTo>
                <a:lnTo>
                  <a:pt x="1210662" y="1251912"/>
                </a:lnTo>
                <a:lnTo>
                  <a:pt x="1201857" y="1264972"/>
                </a:lnTo>
                <a:lnTo>
                  <a:pt x="1198628" y="1280966"/>
                </a:lnTo>
                <a:lnTo>
                  <a:pt x="1201857" y="1296958"/>
                </a:lnTo>
                <a:lnTo>
                  <a:pt x="1210662" y="1310017"/>
                </a:lnTo>
                <a:lnTo>
                  <a:pt x="1223719" y="1318821"/>
                </a:lnTo>
                <a:lnTo>
                  <a:pt x="1239702" y="1322049"/>
                </a:lnTo>
                <a:lnTo>
                  <a:pt x="1255719" y="1318821"/>
                </a:lnTo>
                <a:lnTo>
                  <a:pt x="1268804" y="1310017"/>
                </a:lnTo>
                <a:lnTo>
                  <a:pt x="1277630" y="1296958"/>
                </a:lnTo>
                <a:lnTo>
                  <a:pt x="1280867" y="1280966"/>
                </a:lnTo>
                <a:lnTo>
                  <a:pt x="1277630" y="1264972"/>
                </a:lnTo>
                <a:lnTo>
                  <a:pt x="1268804" y="1251912"/>
                </a:lnTo>
                <a:lnTo>
                  <a:pt x="1255719" y="1243107"/>
                </a:lnTo>
                <a:lnTo>
                  <a:pt x="1239702" y="1239879"/>
                </a:lnTo>
                <a:close/>
              </a:path>
              <a:path extrusionOk="0" h="1607820" w="4617085">
                <a:moveTo>
                  <a:pt x="1542295" y="1237395"/>
                </a:moveTo>
                <a:lnTo>
                  <a:pt x="1525329" y="1240820"/>
                </a:lnTo>
                <a:lnTo>
                  <a:pt x="1511472" y="1250161"/>
                </a:lnTo>
                <a:lnTo>
                  <a:pt x="1502128" y="1264015"/>
                </a:lnTo>
                <a:lnTo>
                  <a:pt x="1498701" y="1280980"/>
                </a:lnTo>
                <a:lnTo>
                  <a:pt x="1502128" y="1297945"/>
                </a:lnTo>
                <a:lnTo>
                  <a:pt x="1511472" y="1311801"/>
                </a:lnTo>
                <a:lnTo>
                  <a:pt x="1525329" y="1321143"/>
                </a:lnTo>
                <a:lnTo>
                  <a:pt x="1542295" y="1324569"/>
                </a:lnTo>
                <a:lnTo>
                  <a:pt x="1559286" y="1321143"/>
                </a:lnTo>
                <a:lnTo>
                  <a:pt x="1573157" y="1311801"/>
                </a:lnTo>
                <a:lnTo>
                  <a:pt x="1582506" y="1297945"/>
                </a:lnTo>
                <a:lnTo>
                  <a:pt x="1585933" y="1280980"/>
                </a:lnTo>
                <a:lnTo>
                  <a:pt x="1582506" y="1264015"/>
                </a:lnTo>
                <a:lnTo>
                  <a:pt x="1573157" y="1250161"/>
                </a:lnTo>
                <a:lnTo>
                  <a:pt x="1559286" y="1240820"/>
                </a:lnTo>
                <a:lnTo>
                  <a:pt x="1542295" y="1237395"/>
                </a:lnTo>
                <a:close/>
              </a:path>
              <a:path extrusionOk="0" h="1607820" w="4617085">
                <a:moveTo>
                  <a:pt x="1844887" y="1234875"/>
                </a:moveTo>
                <a:lnTo>
                  <a:pt x="1826940" y="1238498"/>
                </a:lnTo>
                <a:lnTo>
                  <a:pt x="1812282" y="1248380"/>
                </a:lnTo>
                <a:lnTo>
                  <a:pt x="1802398" y="1263036"/>
                </a:lnTo>
                <a:lnTo>
                  <a:pt x="1798774" y="1280980"/>
                </a:lnTo>
                <a:lnTo>
                  <a:pt x="1802398" y="1298929"/>
                </a:lnTo>
                <a:lnTo>
                  <a:pt x="1812282" y="1313585"/>
                </a:lnTo>
                <a:lnTo>
                  <a:pt x="1826940" y="1323466"/>
                </a:lnTo>
                <a:lnTo>
                  <a:pt x="1844887" y="1327090"/>
                </a:lnTo>
                <a:lnTo>
                  <a:pt x="1862861" y="1323466"/>
                </a:lnTo>
                <a:lnTo>
                  <a:pt x="1877532" y="1313585"/>
                </a:lnTo>
                <a:lnTo>
                  <a:pt x="1887420" y="1298929"/>
                </a:lnTo>
                <a:lnTo>
                  <a:pt x="1891045" y="1280980"/>
                </a:lnTo>
                <a:lnTo>
                  <a:pt x="1887420" y="1263036"/>
                </a:lnTo>
                <a:lnTo>
                  <a:pt x="1877532" y="1248380"/>
                </a:lnTo>
                <a:lnTo>
                  <a:pt x="1862861" y="1238498"/>
                </a:lnTo>
                <a:lnTo>
                  <a:pt x="1844887" y="1234875"/>
                </a:lnTo>
                <a:close/>
              </a:path>
              <a:path extrusionOk="0" h="1607820" w="4617085">
                <a:moveTo>
                  <a:pt x="2147480" y="1232354"/>
                </a:moveTo>
                <a:lnTo>
                  <a:pt x="2128550" y="1236176"/>
                </a:lnTo>
                <a:lnTo>
                  <a:pt x="2113092" y="1246596"/>
                </a:lnTo>
                <a:lnTo>
                  <a:pt x="2102669" y="1262053"/>
                </a:lnTo>
                <a:lnTo>
                  <a:pt x="2098847" y="1280980"/>
                </a:lnTo>
                <a:lnTo>
                  <a:pt x="2102669" y="1299909"/>
                </a:lnTo>
                <a:lnTo>
                  <a:pt x="2113092" y="1315365"/>
                </a:lnTo>
                <a:lnTo>
                  <a:pt x="2128550" y="1325785"/>
                </a:lnTo>
                <a:lnTo>
                  <a:pt x="2147480" y="1329606"/>
                </a:lnTo>
                <a:lnTo>
                  <a:pt x="2166442" y="1325785"/>
                </a:lnTo>
                <a:lnTo>
                  <a:pt x="2181930" y="1315365"/>
                </a:lnTo>
                <a:lnTo>
                  <a:pt x="2192373" y="1299909"/>
                </a:lnTo>
                <a:lnTo>
                  <a:pt x="2196202" y="1280980"/>
                </a:lnTo>
                <a:lnTo>
                  <a:pt x="2192373" y="1262053"/>
                </a:lnTo>
                <a:lnTo>
                  <a:pt x="2181930" y="1246596"/>
                </a:lnTo>
                <a:lnTo>
                  <a:pt x="2166442" y="1236176"/>
                </a:lnTo>
                <a:lnTo>
                  <a:pt x="2147480" y="1232354"/>
                </a:lnTo>
                <a:close/>
              </a:path>
              <a:path extrusionOk="0" h="1607820" w="4617085">
                <a:moveTo>
                  <a:pt x="2450072" y="1229834"/>
                </a:moveTo>
                <a:lnTo>
                  <a:pt x="2430161" y="1233853"/>
                </a:lnTo>
                <a:lnTo>
                  <a:pt x="2413901" y="1244814"/>
                </a:lnTo>
                <a:lnTo>
                  <a:pt x="2402940" y="1261071"/>
                </a:lnTo>
                <a:lnTo>
                  <a:pt x="2398920" y="1280980"/>
                </a:lnTo>
                <a:lnTo>
                  <a:pt x="2402940" y="1300891"/>
                </a:lnTo>
                <a:lnTo>
                  <a:pt x="2413901" y="1317148"/>
                </a:lnTo>
                <a:lnTo>
                  <a:pt x="2430161" y="1328107"/>
                </a:lnTo>
                <a:lnTo>
                  <a:pt x="2450072" y="1332126"/>
                </a:lnTo>
                <a:lnTo>
                  <a:pt x="2470017" y="1328107"/>
                </a:lnTo>
                <a:lnTo>
                  <a:pt x="2486305" y="1317148"/>
                </a:lnTo>
                <a:lnTo>
                  <a:pt x="2497287" y="1300891"/>
                </a:lnTo>
                <a:lnTo>
                  <a:pt x="2501314" y="1280980"/>
                </a:lnTo>
                <a:lnTo>
                  <a:pt x="2497287" y="1261071"/>
                </a:lnTo>
                <a:lnTo>
                  <a:pt x="2486305" y="1244814"/>
                </a:lnTo>
                <a:lnTo>
                  <a:pt x="2470017" y="1233853"/>
                </a:lnTo>
                <a:lnTo>
                  <a:pt x="2450072" y="1229834"/>
                </a:lnTo>
                <a:close/>
              </a:path>
              <a:path extrusionOk="0" h="1607820" w="4617085">
                <a:moveTo>
                  <a:pt x="2752665" y="1229834"/>
                </a:moveTo>
                <a:lnTo>
                  <a:pt x="2732753" y="1233853"/>
                </a:lnTo>
                <a:lnTo>
                  <a:pt x="2716494" y="1244814"/>
                </a:lnTo>
                <a:lnTo>
                  <a:pt x="2705532" y="1261071"/>
                </a:lnTo>
                <a:lnTo>
                  <a:pt x="2701513" y="1280980"/>
                </a:lnTo>
                <a:lnTo>
                  <a:pt x="2705532" y="1300891"/>
                </a:lnTo>
                <a:lnTo>
                  <a:pt x="2716494" y="1317148"/>
                </a:lnTo>
                <a:lnTo>
                  <a:pt x="2732753" y="1328107"/>
                </a:lnTo>
                <a:lnTo>
                  <a:pt x="2752665" y="1332126"/>
                </a:lnTo>
                <a:lnTo>
                  <a:pt x="2772609" y="1328107"/>
                </a:lnTo>
                <a:lnTo>
                  <a:pt x="2788897" y="1317148"/>
                </a:lnTo>
                <a:lnTo>
                  <a:pt x="2799879" y="1300891"/>
                </a:lnTo>
                <a:lnTo>
                  <a:pt x="2803907" y="1280980"/>
                </a:lnTo>
                <a:lnTo>
                  <a:pt x="2799879" y="1261071"/>
                </a:lnTo>
                <a:lnTo>
                  <a:pt x="2788897" y="1244814"/>
                </a:lnTo>
                <a:lnTo>
                  <a:pt x="2772609" y="1233853"/>
                </a:lnTo>
                <a:lnTo>
                  <a:pt x="2752665" y="1229834"/>
                </a:lnTo>
                <a:close/>
              </a:path>
              <a:path extrusionOk="0" h="1607820" w="4617085">
                <a:moveTo>
                  <a:pt x="3055302" y="1235733"/>
                </a:moveTo>
                <a:lnTo>
                  <a:pt x="3037671" y="1239291"/>
                </a:lnTo>
                <a:lnTo>
                  <a:pt x="3023270" y="1248994"/>
                </a:lnTo>
                <a:lnTo>
                  <a:pt x="3013560" y="1263382"/>
                </a:lnTo>
                <a:lnTo>
                  <a:pt x="3009999" y="1280998"/>
                </a:lnTo>
                <a:lnTo>
                  <a:pt x="3013560" y="1298616"/>
                </a:lnTo>
                <a:lnTo>
                  <a:pt x="3023270" y="1313004"/>
                </a:lnTo>
                <a:lnTo>
                  <a:pt x="3037671" y="1322706"/>
                </a:lnTo>
                <a:lnTo>
                  <a:pt x="3055302" y="1326263"/>
                </a:lnTo>
                <a:lnTo>
                  <a:pt x="3072933" y="1322706"/>
                </a:lnTo>
                <a:lnTo>
                  <a:pt x="3087334" y="1313004"/>
                </a:lnTo>
                <a:lnTo>
                  <a:pt x="3097044" y="1298616"/>
                </a:lnTo>
                <a:lnTo>
                  <a:pt x="3100606" y="1280998"/>
                </a:lnTo>
                <a:lnTo>
                  <a:pt x="3097044" y="1263382"/>
                </a:lnTo>
                <a:lnTo>
                  <a:pt x="3087334" y="1248994"/>
                </a:lnTo>
                <a:lnTo>
                  <a:pt x="3072933" y="1239291"/>
                </a:lnTo>
                <a:lnTo>
                  <a:pt x="3055302" y="1235733"/>
                </a:lnTo>
                <a:close/>
              </a:path>
              <a:path extrusionOk="0" h="1607820" w="4617085">
                <a:moveTo>
                  <a:pt x="3357895" y="1249956"/>
                </a:moveTo>
                <a:lnTo>
                  <a:pt x="3345787" y="1252395"/>
                </a:lnTo>
                <a:lnTo>
                  <a:pt x="3335907" y="1259044"/>
                </a:lnTo>
                <a:lnTo>
                  <a:pt x="3329248" y="1268906"/>
                </a:lnTo>
                <a:lnTo>
                  <a:pt x="3326808" y="1280980"/>
                </a:lnTo>
                <a:lnTo>
                  <a:pt x="3329248" y="1293056"/>
                </a:lnTo>
                <a:lnTo>
                  <a:pt x="3335907" y="1302918"/>
                </a:lnTo>
                <a:lnTo>
                  <a:pt x="3345787" y="1309567"/>
                </a:lnTo>
                <a:lnTo>
                  <a:pt x="3357895" y="1312005"/>
                </a:lnTo>
                <a:lnTo>
                  <a:pt x="3369976" y="1309567"/>
                </a:lnTo>
                <a:lnTo>
                  <a:pt x="3379843" y="1302918"/>
                </a:lnTo>
                <a:lnTo>
                  <a:pt x="3386497" y="1293056"/>
                </a:lnTo>
                <a:lnTo>
                  <a:pt x="3388937" y="1280980"/>
                </a:lnTo>
                <a:lnTo>
                  <a:pt x="3386497" y="1268906"/>
                </a:lnTo>
                <a:lnTo>
                  <a:pt x="3379843" y="1259044"/>
                </a:lnTo>
                <a:lnTo>
                  <a:pt x="3369976" y="1252395"/>
                </a:lnTo>
                <a:lnTo>
                  <a:pt x="3357895" y="1249956"/>
                </a:lnTo>
                <a:close/>
              </a:path>
              <a:path extrusionOk="0" h="1607820" w="4617085">
                <a:moveTo>
                  <a:pt x="3667460" y="1268402"/>
                </a:moveTo>
                <a:lnTo>
                  <a:pt x="3653514" y="1268402"/>
                </a:lnTo>
                <a:lnTo>
                  <a:pt x="3647890" y="1274026"/>
                </a:lnTo>
                <a:lnTo>
                  <a:pt x="3647890" y="1287934"/>
                </a:lnTo>
                <a:lnTo>
                  <a:pt x="3653514" y="1293563"/>
                </a:lnTo>
                <a:lnTo>
                  <a:pt x="3667415" y="1293563"/>
                </a:lnTo>
                <a:lnTo>
                  <a:pt x="3673084" y="1287935"/>
                </a:lnTo>
                <a:lnTo>
                  <a:pt x="3673084" y="1274026"/>
                </a:lnTo>
                <a:lnTo>
                  <a:pt x="3667460" y="1268402"/>
                </a:lnTo>
                <a:close/>
              </a:path>
              <a:path extrusionOk="0" h="1607820" w="4617085">
                <a:moveTo>
                  <a:pt x="39095" y="1565753"/>
                </a:moveTo>
                <a:lnTo>
                  <a:pt x="19615" y="1565753"/>
                </a:lnTo>
                <a:lnTo>
                  <a:pt x="11742" y="1573631"/>
                </a:lnTo>
                <a:lnTo>
                  <a:pt x="11742" y="1593081"/>
                </a:lnTo>
                <a:lnTo>
                  <a:pt x="19615" y="1600959"/>
                </a:lnTo>
                <a:lnTo>
                  <a:pt x="39095" y="1600959"/>
                </a:lnTo>
                <a:lnTo>
                  <a:pt x="46968" y="1593081"/>
                </a:lnTo>
                <a:lnTo>
                  <a:pt x="46968" y="1573631"/>
                </a:lnTo>
                <a:lnTo>
                  <a:pt x="39095" y="1565753"/>
                </a:lnTo>
                <a:close/>
              </a:path>
              <a:path extrusionOk="0" h="1607820" w="4617085">
                <a:moveTo>
                  <a:pt x="331970" y="1562396"/>
                </a:moveTo>
                <a:lnTo>
                  <a:pt x="323790" y="1564043"/>
                </a:lnTo>
                <a:lnTo>
                  <a:pt x="317112" y="1568535"/>
                </a:lnTo>
                <a:lnTo>
                  <a:pt x="312610" y="1575197"/>
                </a:lnTo>
                <a:lnTo>
                  <a:pt x="310960" y="1583354"/>
                </a:lnTo>
                <a:lnTo>
                  <a:pt x="312610" y="1591513"/>
                </a:lnTo>
                <a:lnTo>
                  <a:pt x="317112" y="1598176"/>
                </a:lnTo>
                <a:lnTo>
                  <a:pt x="323790" y="1602670"/>
                </a:lnTo>
                <a:lnTo>
                  <a:pt x="331970" y="1604318"/>
                </a:lnTo>
                <a:lnTo>
                  <a:pt x="340123" y="1602670"/>
                </a:lnTo>
                <a:lnTo>
                  <a:pt x="346788" y="1598176"/>
                </a:lnTo>
                <a:lnTo>
                  <a:pt x="351284" y="1591513"/>
                </a:lnTo>
                <a:lnTo>
                  <a:pt x="352934" y="1583354"/>
                </a:lnTo>
                <a:lnTo>
                  <a:pt x="351284" y="1575197"/>
                </a:lnTo>
                <a:lnTo>
                  <a:pt x="346788" y="1568535"/>
                </a:lnTo>
                <a:lnTo>
                  <a:pt x="340123" y="1564043"/>
                </a:lnTo>
                <a:lnTo>
                  <a:pt x="331970" y="1562396"/>
                </a:lnTo>
                <a:close/>
              </a:path>
              <a:path extrusionOk="0" h="1607820" w="4617085">
                <a:moveTo>
                  <a:pt x="634562" y="1560712"/>
                </a:moveTo>
                <a:lnTo>
                  <a:pt x="625724" y="1562490"/>
                </a:lnTo>
                <a:lnTo>
                  <a:pt x="618518" y="1567340"/>
                </a:lnTo>
                <a:lnTo>
                  <a:pt x="613666" y="1574537"/>
                </a:lnTo>
                <a:lnTo>
                  <a:pt x="611888" y="1583354"/>
                </a:lnTo>
                <a:lnTo>
                  <a:pt x="613666" y="1592171"/>
                </a:lnTo>
                <a:lnTo>
                  <a:pt x="618518" y="1599368"/>
                </a:lnTo>
                <a:lnTo>
                  <a:pt x="625724" y="1604218"/>
                </a:lnTo>
                <a:lnTo>
                  <a:pt x="634562" y="1605996"/>
                </a:lnTo>
                <a:lnTo>
                  <a:pt x="643374" y="1604218"/>
                </a:lnTo>
                <a:lnTo>
                  <a:pt x="650567" y="1599368"/>
                </a:lnTo>
                <a:lnTo>
                  <a:pt x="655414" y="1592171"/>
                </a:lnTo>
                <a:lnTo>
                  <a:pt x="657191" y="1583354"/>
                </a:lnTo>
                <a:lnTo>
                  <a:pt x="655414" y="1574537"/>
                </a:lnTo>
                <a:lnTo>
                  <a:pt x="650567" y="1567340"/>
                </a:lnTo>
                <a:lnTo>
                  <a:pt x="643374" y="1562490"/>
                </a:lnTo>
                <a:lnTo>
                  <a:pt x="634562" y="1560712"/>
                </a:lnTo>
                <a:close/>
              </a:path>
              <a:path extrusionOk="0" h="1607820" w="4617085">
                <a:moveTo>
                  <a:pt x="937110" y="1560712"/>
                </a:moveTo>
                <a:lnTo>
                  <a:pt x="928298" y="1562490"/>
                </a:lnTo>
                <a:lnTo>
                  <a:pt x="921105" y="1567340"/>
                </a:lnTo>
                <a:lnTo>
                  <a:pt x="916257" y="1574537"/>
                </a:lnTo>
                <a:lnTo>
                  <a:pt x="914480" y="1583355"/>
                </a:lnTo>
                <a:lnTo>
                  <a:pt x="916257" y="1592171"/>
                </a:lnTo>
                <a:lnTo>
                  <a:pt x="921105" y="1599368"/>
                </a:lnTo>
                <a:lnTo>
                  <a:pt x="928298" y="1604218"/>
                </a:lnTo>
                <a:lnTo>
                  <a:pt x="937110" y="1605996"/>
                </a:lnTo>
                <a:lnTo>
                  <a:pt x="945948" y="1604218"/>
                </a:lnTo>
                <a:lnTo>
                  <a:pt x="953154" y="1599368"/>
                </a:lnTo>
                <a:lnTo>
                  <a:pt x="958006" y="1592171"/>
                </a:lnTo>
                <a:lnTo>
                  <a:pt x="959784" y="1583355"/>
                </a:lnTo>
                <a:lnTo>
                  <a:pt x="958006" y="1574537"/>
                </a:lnTo>
                <a:lnTo>
                  <a:pt x="953154" y="1567340"/>
                </a:lnTo>
                <a:lnTo>
                  <a:pt x="945948" y="1562490"/>
                </a:lnTo>
                <a:lnTo>
                  <a:pt x="937110" y="1560712"/>
                </a:lnTo>
                <a:close/>
              </a:path>
              <a:path extrusionOk="0" h="1607820" w="4617085">
                <a:moveTo>
                  <a:pt x="1239702" y="1559067"/>
                </a:moveTo>
                <a:lnTo>
                  <a:pt x="1230250" y="1560978"/>
                </a:lnTo>
                <a:lnTo>
                  <a:pt x="1222528" y="1566187"/>
                </a:lnTo>
                <a:lnTo>
                  <a:pt x="1217319" y="1573912"/>
                </a:lnTo>
                <a:lnTo>
                  <a:pt x="1215408" y="1583371"/>
                </a:lnTo>
                <a:lnTo>
                  <a:pt x="1217319" y="1592831"/>
                </a:lnTo>
                <a:lnTo>
                  <a:pt x="1222528" y="1600557"/>
                </a:lnTo>
                <a:lnTo>
                  <a:pt x="1230250" y="1605767"/>
                </a:lnTo>
                <a:lnTo>
                  <a:pt x="1239702" y="1607677"/>
                </a:lnTo>
                <a:lnTo>
                  <a:pt x="1249180" y="1605767"/>
                </a:lnTo>
                <a:lnTo>
                  <a:pt x="1256916" y="1600557"/>
                </a:lnTo>
                <a:lnTo>
                  <a:pt x="1262130" y="1592831"/>
                </a:lnTo>
                <a:lnTo>
                  <a:pt x="1264041" y="1583371"/>
                </a:lnTo>
                <a:lnTo>
                  <a:pt x="1262130" y="1573912"/>
                </a:lnTo>
                <a:lnTo>
                  <a:pt x="1256916" y="1566187"/>
                </a:lnTo>
                <a:lnTo>
                  <a:pt x="1249180" y="1560978"/>
                </a:lnTo>
                <a:lnTo>
                  <a:pt x="1239702" y="1559067"/>
                </a:lnTo>
                <a:close/>
              </a:path>
              <a:path extrusionOk="0" h="1607820" w="4617085">
                <a:moveTo>
                  <a:pt x="1542295" y="1560712"/>
                </a:moveTo>
                <a:lnTo>
                  <a:pt x="1533483" y="1562490"/>
                </a:lnTo>
                <a:lnTo>
                  <a:pt x="1526290" y="1567341"/>
                </a:lnTo>
                <a:lnTo>
                  <a:pt x="1521443" y="1574538"/>
                </a:lnTo>
                <a:lnTo>
                  <a:pt x="1519665" y="1583355"/>
                </a:lnTo>
                <a:lnTo>
                  <a:pt x="1521443" y="1592171"/>
                </a:lnTo>
                <a:lnTo>
                  <a:pt x="1526290" y="1599368"/>
                </a:lnTo>
                <a:lnTo>
                  <a:pt x="1533483" y="1604218"/>
                </a:lnTo>
                <a:lnTo>
                  <a:pt x="1542295" y="1605996"/>
                </a:lnTo>
                <a:lnTo>
                  <a:pt x="1551133" y="1604218"/>
                </a:lnTo>
                <a:lnTo>
                  <a:pt x="1558339" y="1599368"/>
                </a:lnTo>
                <a:lnTo>
                  <a:pt x="1563191" y="1592171"/>
                </a:lnTo>
                <a:lnTo>
                  <a:pt x="1564969" y="1583355"/>
                </a:lnTo>
                <a:lnTo>
                  <a:pt x="1563191" y="1574538"/>
                </a:lnTo>
                <a:lnTo>
                  <a:pt x="1558339" y="1567341"/>
                </a:lnTo>
                <a:lnTo>
                  <a:pt x="1551133" y="1562490"/>
                </a:lnTo>
                <a:lnTo>
                  <a:pt x="1542295" y="1560712"/>
                </a:lnTo>
                <a:close/>
              </a:path>
              <a:path extrusionOk="0" h="1607820" w="4617085">
                <a:moveTo>
                  <a:pt x="1844887" y="1563232"/>
                </a:moveTo>
                <a:lnTo>
                  <a:pt x="1837076" y="1564813"/>
                </a:lnTo>
                <a:lnTo>
                  <a:pt x="1830682" y="1569124"/>
                </a:lnTo>
                <a:lnTo>
                  <a:pt x="1826363" y="1575520"/>
                </a:lnTo>
                <a:lnTo>
                  <a:pt x="1824777" y="1583355"/>
                </a:lnTo>
                <a:lnTo>
                  <a:pt x="1826363" y="1591190"/>
                </a:lnTo>
                <a:lnTo>
                  <a:pt x="1830682" y="1597587"/>
                </a:lnTo>
                <a:lnTo>
                  <a:pt x="1837076" y="1601899"/>
                </a:lnTo>
                <a:lnTo>
                  <a:pt x="1844887" y="1603480"/>
                </a:lnTo>
                <a:lnTo>
                  <a:pt x="1852743" y="1601899"/>
                </a:lnTo>
                <a:lnTo>
                  <a:pt x="1859149" y="1597587"/>
                </a:lnTo>
                <a:lnTo>
                  <a:pt x="1863462" y="1591190"/>
                </a:lnTo>
                <a:lnTo>
                  <a:pt x="1865042" y="1583355"/>
                </a:lnTo>
                <a:lnTo>
                  <a:pt x="1863462" y="1575520"/>
                </a:lnTo>
                <a:lnTo>
                  <a:pt x="1859149" y="1569124"/>
                </a:lnTo>
                <a:lnTo>
                  <a:pt x="1852743" y="1564813"/>
                </a:lnTo>
                <a:lnTo>
                  <a:pt x="1844887" y="1563232"/>
                </a:lnTo>
                <a:close/>
              </a:path>
              <a:path extrusionOk="0" h="1607820" w="4617085">
                <a:moveTo>
                  <a:pt x="2156297" y="1567431"/>
                </a:moveTo>
                <a:lnTo>
                  <a:pt x="2138707" y="1567431"/>
                </a:lnTo>
                <a:lnTo>
                  <a:pt x="2131554" y="1574571"/>
                </a:lnTo>
                <a:lnTo>
                  <a:pt x="2131554" y="1592138"/>
                </a:lnTo>
                <a:lnTo>
                  <a:pt x="2138707" y="1599278"/>
                </a:lnTo>
                <a:lnTo>
                  <a:pt x="2156297" y="1599278"/>
                </a:lnTo>
                <a:lnTo>
                  <a:pt x="2163451" y="1592138"/>
                </a:lnTo>
                <a:lnTo>
                  <a:pt x="2163451" y="1574571"/>
                </a:lnTo>
                <a:lnTo>
                  <a:pt x="2156297" y="1567431"/>
                </a:lnTo>
                <a:close/>
              </a:path>
              <a:path extrusionOk="0" h="1607820" w="4617085">
                <a:moveTo>
                  <a:pt x="2455651" y="1573294"/>
                </a:moveTo>
                <a:lnTo>
                  <a:pt x="2444539" y="1573294"/>
                </a:lnTo>
                <a:lnTo>
                  <a:pt x="2440040" y="1577795"/>
                </a:lnTo>
                <a:lnTo>
                  <a:pt x="2440040" y="1588914"/>
                </a:lnTo>
                <a:lnTo>
                  <a:pt x="2444539" y="1593419"/>
                </a:lnTo>
                <a:lnTo>
                  <a:pt x="2455651" y="1593419"/>
                </a:lnTo>
                <a:lnTo>
                  <a:pt x="2460195" y="1588914"/>
                </a:lnTo>
                <a:lnTo>
                  <a:pt x="2460195" y="1577795"/>
                </a:lnTo>
                <a:lnTo>
                  <a:pt x="2455651" y="1573294"/>
                </a:lnTo>
                <a:close/>
              </a:path>
              <a:path extrusionOk="0" h="1607820" w="4617085">
                <a:moveTo>
                  <a:pt x="2754554" y="1579995"/>
                </a:moveTo>
                <a:lnTo>
                  <a:pt x="2750820" y="1579995"/>
                </a:lnTo>
                <a:lnTo>
                  <a:pt x="2749336" y="1581491"/>
                </a:lnTo>
                <a:lnTo>
                  <a:pt x="2749336" y="1585218"/>
                </a:lnTo>
                <a:lnTo>
                  <a:pt x="2750820" y="1586714"/>
                </a:lnTo>
                <a:lnTo>
                  <a:pt x="2754554" y="1586714"/>
                </a:lnTo>
                <a:lnTo>
                  <a:pt x="2756039" y="1585218"/>
                </a:lnTo>
                <a:lnTo>
                  <a:pt x="2756039" y="1581491"/>
                </a:lnTo>
                <a:lnTo>
                  <a:pt x="2754554" y="1579995"/>
                </a:lnTo>
                <a:close/>
              </a:path>
            </a:pathLst>
          </a:custGeom>
          <a:solidFill>
            <a:srgbClr val="E9C6C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69" name="Google Shape;169;p10"/>
          <p:cNvPicPr preferRelativeResize="0"/>
          <p:nvPr/>
        </p:nvPicPr>
        <p:blipFill rotWithShape="1">
          <a:blip r:embed="rId3">
            <a:alphaModFix/>
          </a:blip>
          <a:srcRect b="0" l="0" r="0" t="0"/>
          <a:stretch/>
        </p:blipFill>
        <p:spPr>
          <a:xfrm>
            <a:off x="5172075" y="3200400"/>
            <a:ext cx="7896225" cy="4876800"/>
          </a:xfrm>
          <a:prstGeom prst="rect">
            <a:avLst/>
          </a:prstGeom>
          <a:noFill/>
          <a:ln>
            <a:noFill/>
          </a:ln>
        </p:spPr>
      </p:pic>
      <p:sp>
        <p:nvSpPr>
          <p:cNvPr id="170" name="Google Shape;170;p10"/>
          <p:cNvSpPr txBox="1"/>
          <p:nvPr/>
        </p:nvSpPr>
        <p:spPr>
          <a:xfrm>
            <a:off x="6889115" y="9171622"/>
            <a:ext cx="4925060" cy="4648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2700">
                <a:latin typeface="Tahoma"/>
                <a:ea typeface="Tahoma"/>
                <a:cs typeface="Tahoma"/>
                <a:sym typeface="Tahoma"/>
              </a:rPr>
              <a:t>Programación Comercial |1S2025</a:t>
            </a:r>
            <a:endParaRPr sz="2700">
              <a:latin typeface="Tahoma"/>
              <a:ea typeface="Tahoma"/>
              <a:cs typeface="Tahoma"/>
              <a:sym typeface="Tahom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1"/>
          <p:cNvSpPr txBox="1"/>
          <p:nvPr/>
        </p:nvSpPr>
        <p:spPr>
          <a:xfrm>
            <a:off x="2077085" y="3169602"/>
            <a:ext cx="14446885" cy="4425950"/>
          </a:xfrm>
          <a:prstGeom prst="rect">
            <a:avLst/>
          </a:prstGeom>
          <a:noFill/>
          <a:ln>
            <a:noFill/>
          </a:ln>
        </p:spPr>
        <p:txBody>
          <a:bodyPr anchorCtr="0" anchor="t" bIns="0" lIns="0" spcFirstLastPara="1" rIns="0" wrap="square" tIns="33000">
            <a:spAutoFit/>
          </a:bodyPr>
          <a:lstStyle/>
          <a:p>
            <a:pPr indent="-457833" lvl="0" marL="469900" marR="267970" rtl="0" algn="l">
              <a:lnSpc>
                <a:spcPct val="119656"/>
              </a:lnSpc>
              <a:spcBef>
                <a:spcPts val="0"/>
              </a:spcBef>
              <a:spcAft>
                <a:spcPts val="0"/>
              </a:spcAft>
              <a:buSzPts val="3200"/>
              <a:buFont typeface="Arial"/>
              <a:buChar char="•"/>
            </a:pPr>
            <a:r>
              <a:rPr lang="es-GT" sz="3200">
                <a:latin typeface="Calibri"/>
                <a:ea typeface="Calibri"/>
                <a:cs typeface="Calibri"/>
                <a:sym typeface="Calibri"/>
              </a:rPr>
              <a:t>La cardinalidad define el número de instancias de una entidad que pueden estar asociadas con una instancia de otra entidad en una relación. Tipos de Cardinalidad:</a:t>
            </a:r>
            <a:endParaRPr sz="3200">
              <a:latin typeface="Calibri"/>
              <a:ea typeface="Calibri"/>
              <a:cs typeface="Calibri"/>
              <a:sym typeface="Calibri"/>
            </a:endParaRPr>
          </a:p>
          <a:p>
            <a:pPr indent="-457200" lvl="1" marL="927100" marR="1242695" rtl="0" algn="l">
              <a:lnSpc>
                <a:spcPct val="119656"/>
              </a:lnSpc>
              <a:spcBef>
                <a:spcPts val="3900"/>
              </a:spcBef>
              <a:spcAft>
                <a:spcPts val="0"/>
              </a:spcAft>
              <a:buSzPts val="3200"/>
              <a:buFont typeface="Courier New"/>
              <a:buChar char="o"/>
            </a:pPr>
            <a:r>
              <a:rPr b="1" lang="es-GT" sz="3200">
                <a:latin typeface="Calibri"/>
                <a:ea typeface="Calibri"/>
                <a:cs typeface="Calibri"/>
                <a:sym typeface="Calibri"/>
              </a:rPr>
              <a:t>1:1 (Uno a Uno): </a:t>
            </a:r>
            <a:r>
              <a:rPr lang="es-GT" sz="3200">
                <a:latin typeface="Calibri"/>
                <a:ea typeface="Calibri"/>
                <a:cs typeface="Calibri"/>
                <a:sym typeface="Calibri"/>
              </a:rPr>
              <a:t>Cada instancia de una entidad se relaciona con una única instancia de otra entidad.</a:t>
            </a:r>
            <a:endParaRPr sz="3200">
              <a:latin typeface="Calibri"/>
              <a:ea typeface="Calibri"/>
              <a:cs typeface="Calibri"/>
              <a:sym typeface="Calibri"/>
            </a:endParaRPr>
          </a:p>
          <a:p>
            <a:pPr indent="-457200" lvl="1" marL="927100" rtl="0" algn="l">
              <a:lnSpc>
                <a:spcPct val="115468"/>
              </a:lnSpc>
              <a:spcBef>
                <a:spcPts val="0"/>
              </a:spcBef>
              <a:spcAft>
                <a:spcPts val="0"/>
              </a:spcAft>
              <a:buSzPts val="3200"/>
              <a:buFont typeface="Courier New"/>
              <a:buChar char="o"/>
            </a:pPr>
            <a:r>
              <a:rPr b="1" lang="es-GT" sz="3200">
                <a:latin typeface="Calibri"/>
                <a:ea typeface="Calibri"/>
                <a:cs typeface="Calibri"/>
                <a:sym typeface="Calibri"/>
              </a:rPr>
              <a:t>1:M (Uno a Muchos): </a:t>
            </a:r>
            <a:r>
              <a:rPr lang="es-GT" sz="3200">
                <a:latin typeface="Calibri"/>
                <a:ea typeface="Calibri"/>
                <a:cs typeface="Calibri"/>
                <a:sym typeface="Calibri"/>
              </a:rPr>
              <a:t>Cada instancia de una entidad puede relacionarse con</a:t>
            </a:r>
            <a:endParaRPr sz="3200">
              <a:latin typeface="Calibri"/>
              <a:ea typeface="Calibri"/>
              <a:cs typeface="Calibri"/>
              <a:sym typeface="Calibri"/>
            </a:endParaRPr>
          </a:p>
          <a:p>
            <a:pPr indent="0" lvl="0" marL="927100" rtl="0" algn="l">
              <a:lnSpc>
                <a:spcPct val="119656"/>
              </a:lnSpc>
              <a:spcBef>
                <a:spcPts val="0"/>
              </a:spcBef>
              <a:spcAft>
                <a:spcPts val="0"/>
              </a:spcAft>
              <a:buNone/>
            </a:pPr>
            <a:r>
              <a:rPr lang="es-GT" sz="3200">
                <a:latin typeface="Calibri"/>
                <a:ea typeface="Calibri"/>
                <a:cs typeface="Calibri"/>
                <a:sym typeface="Calibri"/>
              </a:rPr>
              <a:t>muchas instancias de otra entidad.</a:t>
            </a:r>
            <a:endParaRPr sz="3200">
              <a:latin typeface="Calibri"/>
              <a:ea typeface="Calibri"/>
              <a:cs typeface="Calibri"/>
              <a:sym typeface="Calibri"/>
            </a:endParaRPr>
          </a:p>
          <a:p>
            <a:pPr indent="-457200" lvl="1" marL="927100" marR="5080" rtl="0" algn="l">
              <a:lnSpc>
                <a:spcPct val="121875"/>
              </a:lnSpc>
              <a:spcBef>
                <a:spcPts val="45"/>
              </a:spcBef>
              <a:spcAft>
                <a:spcPts val="0"/>
              </a:spcAft>
              <a:buSzPts val="3200"/>
              <a:buFont typeface="Courier New"/>
              <a:buChar char="o"/>
            </a:pPr>
            <a:r>
              <a:rPr b="1" lang="es-GT" sz="3200">
                <a:latin typeface="Calibri"/>
                <a:ea typeface="Calibri"/>
                <a:cs typeface="Calibri"/>
                <a:sym typeface="Calibri"/>
              </a:rPr>
              <a:t>M:M (Muchos a Muchos): </a:t>
            </a:r>
            <a:r>
              <a:rPr lang="es-GT" sz="3200">
                <a:latin typeface="Calibri"/>
                <a:ea typeface="Calibri"/>
                <a:cs typeface="Calibri"/>
                <a:sym typeface="Calibri"/>
              </a:rPr>
              <a:t>Muchas instancias de una entidad pueden relacionarse con muchas instancias de otra entidad</a:t>
            </a:r>
            <a:endParaRPr sz="3200">
              <a:latin typeface="Calibri"/>
              <a:ea typeface="Calibri"/>
              <a:cs typeface="Calibri"/>
              <a:sym typeface="Calibri"/>
            </a:endParaRPr>
          </a:p>
        </p:txBody>
      </p:sp>
      <p:sp>
        <p:nvSpPr>
          <p:cNvPr id="176" name="Google Shape;176;p11"/>
          <p:cNvSpPr/>
          <p:nvPr/>
        </p:nvSpPr>
        <p:spPr>
          <a:xfrm>
            <a:off x="95250" y="9420225"/>
            <a:ext cx="7105650" cy="19050"/>
          </a:xfrm>
          <a:custGeom>
            <a:rect b="b" l="l" r="r" t="t"/>
            <a:pathLst>
              <a:path extrusionOk="0" h="19050" w="7105650">
                <a:moveTo>
                  <a:pt x="0" y="0"/>
                </a:moveTo>
                <a:lnTo>
                  <a:pt x="7105650" y="19050"/>
                </a:lnTo>
              </a:path>
            </a:pathLst>
          </a:custGeom>
          <a:noFill/>
          <a:ln cap="flat" cmpd="sng" w="114300">
            <a:solidFill>
              <a:srgbClr val="9FC3D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7" name="Google Shape;177;p11"/>
          <p:cNvSpPr/>
          <p:nvPr/>
        </p:nvSpPr>
        <p:spPr>
          <a:xfrm>
            <a:off x="13765409" y="6216258"/>
            <a:ext cx="4523105" cy="2468880"/>
          </a:xfrm>
          <a:custGeom>
            <a:rect b="b" l="l" r="r" t="t"/>
            <a:pathLst>
              <a:path extrusionOk="0" h="2468879" w="4523105">
                <a:moveTo>
                  <a:pt x="2119916" y="23405"/>
                </a:moveTo>
                <a:lnTo>
                  <a:pt x="2118071" y="23405"/>
                </a:lnTo>
                <a:lnTo>
                  <a:pt x="2117306" y="24169"/>
                </a:lnTo>
                <a:lnTo>
                  <a:pt x="2117306" y="26010"/>
                </a:lnTo>
                <a:lnTo>
                  <a:pt x="2118071" y="26774"/>
                </a:lnTo>
                <a:lnTo>
                  <a:pt x="2119916" y="26774"/>
                </a:lnTo>
                <a:lnTo>
                  <a:pt x="2120681" y="26010"/>
                </a:lnTo>
                <a:lnTo>
                  <a:pt x="2120681" y="24169"/>
                </a:lnTo>
                <a:lnTo>
                  <a:pt x="2119916" y="23405"/>
                </a:lnTo>
                <a:close/>
              </a:path>
              <a:path extrusionOk="0" h="2468879" w="4523105">
                <a:moveTo>
                  <a:pt x="2424353" y="20080"/>
                </a:moveTo>
                <a:lnTo>
                  <a:pt x="2418819" y="20080"/>
                </a:lnTo>
                <a:lnTo>
                  <a:pt x="2416570" y="22372"/>
                </a:lnTo>
                <a:lnTo>
                  <a:pt x="2416570" y="27897"/>
                </a:lnTo>
                <a:lnTo>
                  <a:pt x="2418819" y="30143"/>
                </a:lnTo>
                <a:lnTo>
                  <a:pt x="2424353" y="30143"/>
                </a:lnTo>
                <a:lnTo>
                  <a:pt x="2426602" y="27897"/>
                </a:lnTo>
                <a:lnTo>
                  <a:pt x="2426602" y="22372"/>
                </a:lnTo>
                <a:lnTo>
                  <a:pt x="2424353" y="20080"/>
                </a:lnTo>
                <a:close/>
              </a:path>
              <a:path extrusionOk="0" h="2468879" w="4523105">
                <a:moveTo>
                  <a:pt x="2728835" y="16756"/>
                </a:moveTo>
                <a:lnTo>
                  <a:pt x="2719522" y="16756"/>
                </a:lnTo>
                <a:lnTo>
                  <a:pt x="2715788" y="20485"/>
                </a:lnTo>
                <a:lnTo>
                  <a:pt x="2715788" y="29739"/>
                </a:lnTo>
                <a:lnTo>
                  <a:pt x="2719522" y="33513"/>
                </a:lnTo>
                <a:lnTo>
                  <a:pt x="2728835" y="33513"/>
                </a:lnTo>
                <a:lnTo>
                  <a:pt x="2732569" y="29739"/>
                </a:lnTo>
                <a:lnTo>
                  <a:pt x="2732569" y="20485"/>
                </a:lnTo>
                <a:lnTo>
                  <a:pt x="2728835" y="16756"/>
                </a:lnTo>
                <a:close/>
              </a:path>
              <a:path extrusionOk="0" h="2468879" w="4523105">
                <a:moveTo>
                  <a:pt x="3033272" y="13387"/>
                </a:moveTo>
                <a:lnTo>
                  <a:pt x="3020270" y="13387"/>
                </a:lnTo>
                <a:lnTo>
                  <a:pt x="3015007" y="18643"/>
                </a:lnTo>
                <a:lnTo>
                  <a:pt x="3015007" y="31626"/>
                </a:lnTo>
                <a:lnTo>
                  <a:pt x="3020270" y="36882"/>
                </a:lnTo>
                <a:lnTo>
                  <a:pt x="3033272" y="36882"/>
                </a:lnTo>
                <a:lnTo>
                  <a:pt x="3038536" y="31626"/>
                </a:lnTo>
                <a:lnTo>
                  <a:pt x="3038536" y="18643"/>
                </a:lnTo>
                <a:lnTo>
                  <a:pt x="3033272" y="13387"/>
                </a:lnTo>
                <a:close/>
              </a:path>
              <a:path extrusionOk="0" h="2468879" w="4523105">
                <a:moveTo>
                  <a:pt x="3337709" y="10062"/>
                </a:moveTo>
                <a:lnTo>
                  <a:pt x="3321018" y="10062"/>
                </a:lnTo>
                <a:lnTo>
                  <a:pt x="3314270" y="16801"/>
                </a:lnTo>
                <a:lnTo>
                  <a:pt x="3314270" y="33468"/>
                </a:lnTo>
                <a:lnTo>
                  <a:pt x="3321018" y="40206"/>
                </a:lnTo>
                <a:lnTo>
                  <a:pt x="3337709" y="40206"/>
                </a:lnTo>
                <a:lnTo>
                  <a:pt x="3344457" y="33468"/>
                </a:lnTo>
                <a:lnTo>
                  <a:pt x="3344457" y="16801"/>
                </a:lnTo>
                <a:lnTo>
                  <a:pt x="3337709" y="10062"/>
                </a:lnTo>
                <a:close/>
              </a:path>
              <a:path extrusionOk="0" h="2468879" w="4523105">
                <a:moveTo>
                  <a:pt x="3631934" y="6693"/>
                </a:moveTo>
                <a:lnTo>
                  <a:pt x="3624762" y="8144"/>
                </a:lnTo>
                <a:lnTo>
                  <a:pt x="3618898" y="12101"/>
                </a:lnTo>
                <a:lnTo>
                  <a:pt x="3614941" y="17970"/>
                </a:lnTo>
                <a:lnTo>
                  <a:pt x="3613488" y="25157"/>
                </a:lnTo>
                <a:lnTo>
                  <a:pt x="3614941" y="32318"/>
                </a:lnTo>
                <a:lnTo>
                  <a:pt x="3618898" y="38174"/>
                </a:lnTo>
                <a:lnTo>
                  <a:pt x="3624762" y="42125"/>
                </a:lnTo>
                <a:lnTo>
                  <a:pt x="3631934" y="43576"/>
                </a:lnTo>
                <a:lnTo>
                  <a:pt x="3639131" y="42125"/>
                </a:lnTo>
                <a:lnTo>
                  <a:pt x="3645008" y="38174"/>
                </a:lnTo>
                <a:lnTo>
                  <a:pt x="3648971" y="32318"/>
                </a:lnTo>
                <a:lnTo>
                  <a:pt x="3650424" y="25157"/>
                </a:lnTo>
                <a:lnTo>
                  <a:pt x="3648971" y="17970"/>
                </a:lnTo>
                <a:lnTo>
                  <a:pt x="3645008" y="12101"/>
                </a:lnTo>
                <a:lnTo>
                  <a:pt x="3639131" y="8144"/>
                </a:lnTo>
                <a:lnTo>
                  <a:pt x="3631934" y="6693"/>
                </a:lnTo>
                <a:close/>
              </a:path>
              <a:path extrusionOk="0" h="2468879" w="4523105">
                <a:moveTo>
                  <a:pt x="3934526" y="2515"/>
                </a:moveTo>
                <a:lnTo>
                  <a:pt x="3925714" y="4290"/>
                </a:lnTo>
                <a:lnTo>
                  <a:pt x="3918521" y="9136"/>
                </a:lnTo>
                <a:lnTo>
                  <a:pt x="3913674" y="16331"/>
                </a:lnTo>
                <a:lnTo>
                  <a:pt x="3911897" y="25157"/>
                </a:lnTo>
                <a:lnTo>
                  <a:pt x="3913674" y="33963"/>
                </a:lnTo>
                <a:lnTo>
                  <a:pt x="3918521" y="41161"/>
                </a:lnTo>
                <a:lnTo>
                  <a:pt x="3925714" y="46017"/>
                </a:lnTo>
                <a:lnTo>
                  <a:pt x="3934526" y="47798"/>
                </a:lnTo>
                <a:lnTo>
                  <a:pt x="3943364" y="46017"/>
                </a:lnTo>
                <a:lnTo>
                  <a:pt x="3950570" y="41161"/>
                </a:lnTo>
                <a:lnTo>
                  <a:pt x="3955423" y="33963"/>
                </a:lnTo>
                <a:lnTo>
                  <a:pt x="3957200" y="25157"/>
                </a:lnTo>
                <a:lnTo>
                  <a:pt x="3955423" y="16331"/>
                </a:lnTo>
                <a:lnTo>
                  <a:pt x="3950570" y="9136"/>
                </a:lnTo>
                <a:lnTo>
                  <a:pt x="3943364" y="4290"/>
                </a:lnTo>
                <a:lnTo>
                  <a:pt x="3934526" y="2515"/>
                </a:lnTo>
                <a:close/>
              </a:path>
              <a:path extrusionOk="0" h="2468879" w="4523105">
                <a:moveTo>
                  <a:pt x="4237119" y="0"/>
                </a:moveTo>
                <a:lnTo>
                  <a:pt x="4227331" y="1978"/>
                </a:lnTo>
                <a:lnTo>
                  <a:pt x="4219354" y="7373"/>
                </a:lnTo>
                <a:lnTo>
                  <a:pt x="4213983" y="15370"/>
                </a:lnTo>
                <a:lnTo>
                  <a:pt x="4212015" y="25157"/>
                </a:lnTo>
                <a:lnTo>
                  <a:pt x="4213983" y="34944"/>
                </a:lnTo>
                <a:lnTo>
                  <a:pt x="4219354" y="42941"/>
                </a:lnTo>
                <a:lnTo>
                  <a:pt x="4227332" y="48335"/>
                </a:lnTo>
                <a:lnTo>
                  <a:pt x="4237119" y="50314"/>
                </a:lnTo>
                <a:lnTo>
                  <a:pt x="4246920" y="48335"/>
                </a:lnTo>
                <a:lnTo>
                  <a:pt x="4254928" y="42941"/>
                </a:lnTo>
                <a:lnTo>
                  <a:pt x="4260331" y="34944"/>
                </a:lnTo>
                <a:lnTo>
                  <a:pt x="4262312" y="25157"/>
                </a:lnTo>
                <a:lnTo>
                  <a:pt x="4260331" y="15370"/>
                </a:lnTo>
                <a:lnTo>
                  <a:pt x="4254928" y="7373"/>
                </a:lnTo>
                <a:lnTo>
                  <a:pt x="4246920" y="1978"/>
                </a:lnTo>
                <a:lnTo>
                  <a:pt x="4237119" y="0"/>
                </a:lnTo>
                <a:close/>
              </a:path>
              <a:path extrusionOk="0" h="2468879" w="4523105">
                <a:moveTo>
                  <a:pt x="4522590" y="4950"/>
                </a:moveTo>
                <a:lnTo>
                  <a:pt x="4520754" y="6188"/>
                </a:lnTo>
                <a:lnTo>
                  <a:pt x="4515006" y="14712"/>
                </a:lnTo>
                <a:lnTo>
                  <a:pt x="4512898" y="25157"/>
                </a:lnTo>
                <a:lnTo>
                  <a:pt x="4515006" y="35602"/>
                </a:lnTo>
                <a:lnTo>
                  <a:pt x="4520754" y="44126"/>
                </a:lnTo>
                <a:lnTo>
                  <a:pt x="4522590" y="45364"/>
                </a:lnTo>
                <a:lnTo>
                  <a:pt x="4522590" y="4950"/>
                </a:lnTo>
                <a:close/>
              </a:path>
              <a:path extrusionOk="0" h="2468879" w="4523105">
                <a:moveTo>
                  <a:pt x="909996" y="324979"/>
                </a:moveTo>
                <a:lnTo>
                  <a:pt x="907206" y="324979"/>
                </a:lnTo>
                <a:lnTo>
                  <a:pt x="906082" y="326102"/>
                </a:lnTo>
                <a:lnTo>
                  <a:pt x="906082" y="328887"/>
                </a:lnTo>
                <a:lnTo>
                  <a:pt x="907206" y="330010"/>
                </a:lnTo>
                <a:lnTo>
                  <a:pt x="909996" y="330010"/>
                </a:lnTo>
                <a:lnTo>
                  <a:pt x="911120" y="328887"/>
                </a:lnTo>
                <a:lnTo>
                  <a:pt x="911120" y="326102"/>
                </a:lnTo>
                <a:lnTo>
                  <a:pt x="909996" y="324979"/>
                </a:lnTo>
                <a:close/>
              </a:path>
              <a:path extrusionOk="0" h="2468879" w="4523105">
                <a:moveTo>
                  <a:pt x="1215378" y="319947"/>
                </a:moveTo>
                <a:lnTo>
                  <a:pt x="1207055" y="319947"/>
                </a:lnTo>
                <a:lnTo>
                  <a:pt x="1203681" y="323316"/>
                </a:lnTo>
                <a:lnTo>
                  <a:pt x="1203681" y="331672"/>
                </a:lnTo>
                <a:lnTo>
                  <a:pt x="1207055" y="335042"/>
                </a:lnTo>
                <a:lnTo>
                  <a:pt x="1215378" y="335042"/>
                </a:lnTo>
                <a:lnTo>
                  <a:pt x="1218752" y="331672"/>
                </a:lnTo>
                <a:lnTo>
                  <a:pt x="1218752" y="323316"/>
                </a:lnTo>
                <a:lnTo>
                  <a:pt x="1215378" y="319947"/>
                </a:lnTo>
                <a:close/>
              </a:path>
              <a:path extrusionOk="0" h="2468879" w="4523105">
                <a:moveTo>
                  <a:pt x="1520759" y="314916"/>
                </a:moveTo>
                <a:lnTo>
                  <a:pt x="1506858" y="314916"/>
                </a:lnTo>
                <a:lnTo>
                  <a:pt x="1501234" y="320531"/>
                </a:lnTo>
                <a:lnTo>
                  <a:pt x="1501234" y="334413"/>
                </a:lnTo>
                <a:lnTo>
                  <a:pt x="1506858" y="340073"/>
                </a:lnTo>
                <a:lnTo>
                  <a:pt x="1520759" y="340073"/>
                </a:lnTo>
                <a:lnTo>
                  <a:pt x="1526383" y="334413"/>
                </a:lnTo>
                <a:lnTo>
                  <a:pt x="1526383" y="320531"/>
                </a:lnTo>
                <a:lnTo>
                  <a:pt x="1520759" y="314916"/>
                </a:lnTo>
                <a:close/>
              </a:path>
              <a:path extrusionOk="0" h="2468879" w="4523105">
                <a:moveTo>
                  <a:pt x="1826141" y="309884"/>
                </a:moveTo>
                <a:lnTo>
                  <a:pt x="1806661" y="309884"/>
                </a:lnTo>
                <a:lnTo>
                  <a:pt x="1798788" y="317746"/>
                </a:lnTo>
                <a:lnTo>
                  <a:pt x="1798788" y="337198"/>
                </a:lnTo>
                <a:lnTo>
                  <a:pt x="1806661" y="345060"/>
                </a:lnTo>
                <a:lnTo>
                  <a:pt x="1826141" y="345060"/>
                </a:lnTo>
                <a:lnTo>
                  <a:pt x="1834014" y="337198"/>
                </a:lnTo>
                <a:lnTo>
                  <a:pt x="1834014" y="317746"/>
                </a:lnTo>
                <a:lnTo>
                  <a:pt x="1826141" y="309884"/>
                </a:lnTo>
                <a:close/>
              </a:path>
              <a:path extrusionOk="0" h="2468879" w="4523105">
                <a:moveTo>
                  <a:pt x="2118971" y="304808"/>
                </a:moveTo>
                <a:lnTo>
                  <a:pt x="2110159" y="306589"/>
                </a:lnTo>
                <a:lnTo>
                  <a:pt x="2102967" y="311445"/>
                </a:lnTo>
                <a:lnTo>
                  <a:pt x="2098119" y="318643"/>
                </a:lnTo>
                <a:lnTo>
                  <a:pt x="2096342" y="327449"/>
                </a:lnTo>
                <a:lnTo>
                  <a:pt x="2098119" y="336275"/>
                </a:lnTo>
                <a:lnTo>
                  <a:pt x="2102967" y="343470"/>
                </a:lnTo>
                <a:lnTo>
                  <a:pt x="2110159" y="348316"/>
                </a:lnTo>
                <a:lnTo>
                  <a:pt x="2118971" y="350091"/>
                </a:lnTo>
                <a:lnTo>
                  <a:pt x="2127809" y="348316"/>
                </a:lnTo>
                <a:lnTo>
                  <a:pt x="2135015" y="343470"/>
                </a:lnTo>
                <a:lnTo>
                  <a:pt x="2139868" y="336275"/>
                </a:lnTo>
                <a:lnTo>
                  <a:pt x="2141645" y="327449"/>
                </a:lnTo>
                <a:lnTo>
                  <a:pt x="2139868" y="318643"/>
                </a:lnTo>
                <a:lnTo>
                  <a:pt x="2135015" y="311445"/>
                </a:lnTo>
                <a:lnTo>
                  <a:pt x="2127809" y="306589"/>
                </a:lnTo>
                <a:lnTo>
                  <a:pt x="2118971" y="304808"/>
                </a:lnTo>
                <a:close/>
              </a:path>
              <a:path extrusionOk="0" h="2468879" w="4523105">
                <a:moveTo>
                  <a:pt x="2421609" y="301483"/>
                </a:moveTo>
                <a:lnTo>
                  <a:pt x="2411465" y="303526"/>
                </a:lnTo>
                <a:lnTo>
                  <a:pt x="2403186" y="309098"/>
                </a:lnTo>
                <a:lnTo>
                  <a:pt x="2397606" y="317365"/>
                </a:lnTo>
                <a:lnTo>
                  <a:pt x="2395560" y="327494"/>
                </a:lnTo>
                <a:lnTo>
                  <a:pt x="2397606" y="337597"/>
                </a:lnTo>
                <a:lnTo>
                  <a:pt x="2403186" y="345851"/>
                </a:lnTo>
                <a:lnTo>
                  <a:pt x="2411465" y="351418"/>
                </a:lnTo>
                <a:lnTo>
                  <a:pt x="2421609" y="353460"/>
                </a:lnTo>
                <a:lnTo>
                  <a:pt x="2431726" y="351418"/>
                </a:lnTo>
                <a:lnTo>
                  <a:pt x="2439992" y="345851"/>
                </a:lnTo>
                <a:lnTo>
                  <a:pt x="2445567" y="337597"/>
                </a:lnTo>
                <a:lnTo>
                  <a:pt x="2447612" y="327494"/>
                </a:lnTo>
                <a:lnTo>
                  <a:pt x="2445567" y="317365"/>
                </a:lnTo>
                <a:lnTo>
                  <a:pt x="2439992" y="309098"/>
                </a:lnTo>
                <a:lnTo>
                  <a:pt x="2431726" y="303526"/>
                </a:lnTo>
                <a:lnTo>
                  <a:pt x="2421609" y="301483"/>
                </a:lnTo>
                <a:close/>
              </a:path>
              <a:path extrusionOk="0" h="2468879" w="4523105">
                <a:moveTo>
                  <a:pt x="2724201" y="298114"/>
                </a:moveTo>
                <a:lnTo>
                  <a:pt x="2712759" y="300424"/>
                </a:lnTo>
                <a:lnTo>
                  <a:pt x="2703422" y="306723"/>
                </a:lnTo>
                <a:lnTo>
                  <a:pt x="2697130" y="316062"/>
                </a:lnTo>
                <a:lnTo>
                  <a:pt x="2694824" y="327494"/>
                </a:lnTo>
                <a:lnTo>
                  <a:pt x="2697130" y="338901"/>
                </a:lnTo>
                <a:lnTo>
                  <a:pt x="2703422" y="348227"/>
                </a:lnTo>
                <a:lnTo>
                  <a:pt x="2712759" y="354520"/>
                </a:lnTo>
                <a:lnTo>
                  <a:pt x="2724201" y="356830"/>
                </a:lnTo>
                <a:lnTo>
                  <a:pt x="2735617" y="354520"/>
                </a:lnTo>
                <a:lnTo>
                  <a:pt x="2744941" y="348227"/>
                </a:lnTo>
                <a:lnTo>
                  <a:pt x="2751228" y="338901"/>
                </a:lnTo>
                <a:lnTo>
                  <a:pt x="2753534" y="327494"/>
                </a:lnTo>
                <a:lnTo>
                  <a:pt x="2751228" y="316062"/>
                </a:lnTo>
                <a:lnTo>
                  <a:pt x="2744941" y="306723"/>
                </a:lnTo>
                <a:lnTo>
                  <a:pt x="2735617" y="300424"/>
                </a:lnTo>
                <a:lnTo>
                  <a:pt x="2724201" y="298114"/>
                </a:lnTo>
                <a:close/>
              </a:path>
              <a:path extrusionOk="0" h="2468879" w="4523105">
                <a:moveTo>
                  <a:pt x="3026794" y="294790"/>
                </a:moveTo>
                <a:lnTo>
                  <a:pt x="3014046" y="297360"/>
                </a:lnTo>
                <a:lnTo>
                  <a:pt x="3003636" y="304370"/>
                </a:lnTo>
                <a:lnTo>
                  <a:pt x="2996616" y="314765"/>
                </a:lnTo>
                <a:lnTo>
                  <a:pt x="2994042" y="327494"/>
                </a:lnTo>
                <a:lnTo>
                  <a:pt x="2996616" y="340223"/>
                </a:lnTo>
                <a:lnTo>
                  <a:pt x="3003636" y="350619"/>
                </a:lnTo>
                <a:lnTo>
                  <a:pt x="3014047" y="357628"/>
                </a:lnTo>
                <a:lnTo>
                  <a:pt x="3026794" y="360199"/>
                </a:lnTo>
                <a:lnTo>
                  <a:pt x="3039515" y="357628"/>
                </a:lnTo>
                <a:lnTo>
                  <a:pt x="3049912" y="350619"/>
                </a:lnTo>
                <a:lnTo>
                  <a:pt x="3056927" y="340223"/>
                </a:lnTo>
                <a:lnTo>
                  <a:pt x="3059500" y="327494"/>
                </a:lnTo>
                <a:lnTo>
                  <a:pt x="3056927" y="314765"/>
                </a:lnTo>
                <a:lnTo>
                  <a:pt x="3049912" y="304370"/>
                </a:lnTo>
                <a:lnTo>
                  <a:pt x="3039515" y="297360"/>
                </a:lnTo>
                <a:lnTo>
                  <a:pt x="3026794" y="294790"/>
                </a:lnTo>
                <a:close/>
              </a:path>
              <a:path extrusionOk="0" h="2468879" w="4523105">
                <a:moveTo>
                  <a:pt x="3329386" y="292274"/>
                </a:moveTo>
                <a:lnTo>
                  <a:pt x="3315657" y="295042"/>
                </a:lnTo>
                <a:lnTo>
                  <a:pt x="3304446" y="302590"/>
                </a:lnTo>
                <a:lnTo>
                  <a:pt x="3296887" y="313785"/>
                </a:lnTo>
                <a:lnTo>
                  <a:pt x="3294115" y="327494"/>
                </a:lnTo>
                <a:lnTo>
                  <a:pt x="3296887" y="341204"/>
                </a:lnTo>
                <a:lnTo>
                  <a:pt x="3304446" y="352399"/>
                </a:lnTo>
                <a:lnTo>
                  <a:pt x="3315657" y="359947"/>
                </a:lnTo>
                <a:lnTo>
                  <a:pt x="3329386" y="362715"/>
                </a:lnTo>
                <a:lnTo>
                  <a:pt x="3343089" y="359947"/>
                </a:lnTo>
                <a:lnTo>
                  <a:pt x="3354287" y="352399"/>
                </a:lnTo>
                <a:lnTo>
                  <a:pt x="3361841" y="341204"/>
                </a:lnTo>
                <a:lnTo>
                  <a:pt x="3364612" y="327494"/>
                </a:lnTo>
                <a:lnTo>
                  <a:pt x="3361841" y="313785"/>
                </a:lnTo>
                <a:lnTo>
                  <a:pt x="3354287" y="302590"/>
                </a:lnTo>
                <a:lnTo>
                  <a:pt x="3343089" y="295042"/>
                </a:lnTo>
                <a:lnTo>
                  <a:pt x="3329386" y="292274"/>
                </a:lnTo>
                <a:close/>
              </a:path>
              <a:path extrusionOk="0" h="2468879" w="4523105">
                <a:moveTo>
                  <a:pt x="3631934" y="289758"/>
                </a:moveTo>
                <a:lnTo>
                  <a:pt x="3617248" y="292723"/>
                </a:lnTo>
                <a:lnTo>
                  <a:pt x="3605250" y="300810"/>
                </a:lnTo>
                <a:lnTo>
                  <a:pt x="3597157" y="312804"/>
                </a:lnTo>
                <a:lnTo>
                  <a:pt x="3594188" y="327494"/>
                </a:lnTo>
                <a:lnTo>
                  <a:pt x="3597157" y="342184"/>
                </a:lnTo>
                <a:lnTo>
                  <a:pt x="3605250" y="354179"/>
                </a:lnTo>
                <a:lnTo>
                  <a:pt x="3617249" y="362265"/>
                </a:lnTo>
                <a:lnTo>
                  <a:pt x="3631934" y="365230"/>
                </a:lnTo>
                <a:lnTo>
                  <a:pt x="3646645" y="362265"/>
                </a:lnTo>
                <a:lnTo>
                  <a:pt x="3658657" y="354179"/>
                </a:lnTo>
                <a:lnTo>
                  <a:pt x="3666755" y="342184"/>
                </a:lnTo>
                <a:lnTo>
                  <a:pt x="3669724" y="327494"/>
                </a:lnTo>
                <a:lnTo>
                  <a:pt x="3666755" y="312804"/>
                </a:lnTo>
                <a:lnTo>
                  <a:pt x="3658657" y="300810"/>
                </a:lnTo>
                <a:lnTo>
                  <a:pt x="3646645" y="292723"/>
                </a:lnTo>
                <a:lnTo>
                  <a:pt x="3631934" y="289758"/>
                </a:lnTo>
                <a:close/>
              </a:path>
              <a:path extrusionOk="0" h="2468879" w="4523105">
                <a:moveTo>
                  <a:pt x="3934526" y="286389"/>
                </a:moveTo>
                <a:lnTo>
                  <a:pt x="3918543" y="289621"/>
                </a:lnTo>
                <a:lnTo>
                  <a:pt x="3905486" y="298434"/>
                </a:lnTo>
                <a:lnTo>
                  <a:pt x="3896681" y="311501"/>
                </a:lnTo>
                <a:lnTo>
                  <a:pt x="3893452" y="327494"/>
                </a:lnTo>
                <a:lnTo>
                  <a:pt x="3896681" y="343488"/>
                </a:lnTo>
                <a:lnTo>
                  <a:pt x="3905486" y="356554"/>
                </a:lnTo>
                <a:lnTo>
                  <a:pt x="3918543" y="365367"/>
                </a:lnTo>
                <a:lnTo>
                  <a:pt x="3934526" y="368600"/>
                </a:lnTo>
                <a:lnTo>
                  <a:pt x="3950543" y="365367"/>
                </a:lnTo>
                <a:lnTo>
                  <a:pt x="3963628" y="356554"/>
                </a:lnTo>
                <a:lnTo>
                  <a:pt x="3972454" y="343488"/>
                </a:lnTo>
                <a:lnTo>
                  <a:pt x="3975691" y="327494"/>
                </a:lnTo>
                <a:lnTo>
                  <a:pt x="3972454" y="311501"/>
                </a:lnTo>
                <a:lnTo>
                  <a:pt x="3963628" y="298434"/>
                </a:lnTo>
                <a:lnTo>
                  <a:pt x="3950543" y="289621"/>
                </a:lnTo>
                <a:lnTo>
                  <a:pt x="3934526" y="286389"/>
                </a:lnTo>
                <a:close/>
              </a:path>
              <a:path extrusionOk="0" h="2468879" w="4523105">
                <a:moveTo>
                  <a:pt x="4237119" y="283918"/>
                </a:moveTo>
                <a:lnTo>
                  <a:pt x="4220153" y="287347"/>
                </a:lnTo>
                <a:lnTo>
                  <a:pt x="4206296" y="296693"/>
                </a:lnTo>
                <a:lnTo>
                  <a:pt x="4196952" y="310546"/>
                </a:lnTo>
                <a:lnTo>
                  <a:pt x="4193525" y="327494"/>
                </a:lnTo>
                <a:lnTo>
                  <a:pt x="4196952" y="344469"/>
                </a:lnTo>
                <a:lnTo>
                  <a:pt x="4206296" y="358335"/>
                </a:lnTo>
                <a:lnTo>
                  <a:pt x="4220153" y="367686"/>
                </a:lnTo>
                <a:lnTo>
                  <a:pt x="4237119" y="371115"/>
                </a:lnTo>
                <a:lnTo>
                  <a:pt x="4254110" y="367686"/>
                </a:lnTo>
                <a:lnTo>
                  <a:pt x="4267981" y="358335"/>
                </a:lnTo>
                <a:lnTo>
                  <a:pt x="4277330" y="344469"/>
                </a:lnTo>
                <a:lnTo>
                  <a:pt x="4280758" y="327494"/>
                </a:lnTo>
                <a:lnTo>
                  <a:pt x="4277330" y="310546"/>
                </a:lnTo>
                <a:lnTo>
                  <a:pt x="4267981" y="296693"/>
                </a:lnTo>
                <a:lnTo>
                  <a:pt x="4254110" y="287347"/>
                </a:lnTo>
                <a:lnTo>
                  <a:pt x="4237119" y="283918"/>
                </a:lnTo>
                <a:close/>
              </a:path>
              <a:path extrusionOk="0" h="2468879" w="4523105">
                <a:moveTo>
                  <a:pt x="4522590" y="284862"/>
                </a:moveTo>
                <a:lnTo>
                  <a:pt x="4521764" y="285029"/>
                </a:lnTo>
                <a:lnTo>
                  <a:pt x="4507106" y="294913"/>
                </a:lnTo>
                <a:lnTo>
                  <a:pt x="4497222" y="309565"/>
                </a:lnTo>
                <a:lnTo>
                  <a:pt x="4493598" y="327494"/>
                </a:lnTo>
                <a:lnTo>
                  <a:pt x="4497222" y="345449"/>
                </a:lnTo>
                <a:lnTo>
                  <a:pt x="4507106" y="360115"/>
                </a:lnTo>
                <a:lnTo>
                  <a:pt x="4521764" y="370004"/>
                </a:lnTo>
                <a:lnTo>
                  <a:pt x="4522590" y="370171"/>
                </a:lnTo>
                <a:lnTo>
                  <a:pt x="4522590" y="284862"/>
                </a:lnTo>
                <a:close/>
              </a:path>
              <a:path extrusionOk="0" h="2468879" w="4523105">
                <a:moveTo>
                  <a:pt x="304357" y="628170"/>
                </a:moveTo>
                <a:lnTo>
                  <a:pt x="302507" y="628170"/>
                </a:lnTo>
                <a:lnTo>
                  <a:pt x="301752" y="628933"/>
                </a:lnTo>
                <a:lnTo>
                  <a:pt x="301752" y="630775"/>
                </a:lnTo>
                <a:lnTo>
                  <a:pt x="302507" y="631539"/>
                </a:lnTo>
                <a:lnTo>
                  <a:pt x="304357" y="631539"/>
                </a:lnTo>
                <a:lnTo>
                  <a:pt x="305112" y="630775"/>
                </a:lnTo>
                <a:lnTo>
                  <a:pt x="305112" y="628933"/>
                </a:lnTo>
                <a:lnTo>
                  <a:pt x="304357" y="628170"/>
                </a:lnTo>
                <a:close/>
              </a:path>
              <a:path extrusionOk="0" h="2468879" w="4523105">
                <a:moveTo>
                  <a:pt x="609293" y="624037"/>
                </a:moveTo>
                <a:lnTo>
                  <a:pt x="602770" y="624037"/>
                </a:lnTo>
                <a:lnTo>
                  <a:pt x="600160" y="626642"/>
                </a:lnTo>
                <a:lnTo>
                  <a:pt x="600160" y="633111"/>
                </a:lnTo>
                <a:lnTo>
                  <a:pt x="602770" y="635762"/>
                </a:lnTo>
                <a:lnTo>
                  <a:pt x="609293" y="635762"/>
                </a:lnTo>
                <a:lnTo>
                  <a:pt x="611902" y="633111"/>
                </a:lnTo>
                <a:lnTo>
                  <a:pt x="611902" y="626642"/>
                </a:lnTo>
                <a:lnTo>
                  <a:pt x="609293" y="624037"/>
                </a:lnTo>
                <a:close/>
              </a:path>
              <a:path extrusionOk="0" h="2468879" w="4523105">
                <a:moveTo>
                  <a:pt x="914180" y="619814"/>
                </a:moveTo>
                <a:lnTo>
                  <a:pt x="903068" y="619814"/>
                </a:lnTo>
                <a:lnTo>
                  <a:pt x="898569" y="624306"/>
                </a:lnTo>
                <a:lnTo>
                  <a:pt x="898569" y="635447"/>
                </a:lnTo>
                <a:lnTo>
                  <a:pt x="903068" y="639940"/>
                </a:lnTo>
                <a:lnTo>
                  <a:pt x="914180" y="639940"/>
                </a:lnTo>
                <a:lnTo>
                  <a:pt x="918679" y="635447"/>
                </a:lnTo>
                <a:lnTo>
                  <a:pt x="918679" y="624306"/>
                </a:lnTo>
                <a:lnTo>
                  <a:pt x="914180" y="619814"/>
                </a:lnTo>
                <a:close/>
              </a:path>
              <a:path extrusionOk="0" h="2468879" w="4523105">
                <a:moveTo>
                  <a:pt x="1218617" y="616444"/>
                </a:moveTo>
                <a:lnTo>
                  <a:pt x="1203816" y="616444"/>
                </a:lnTo>
                <a:lnTo>
                  <a:pt x="1197787" y="622464"/>
                </a:lnTo>
                <a:lnTo>
                  <a:pt x="1197787" y="637289"/>
                </a:lnTo>
                <a:lnTo>
                  <a:pt x="1203816" y="643309"/>
                </a:lnTo>
                <a:lnTo>
                  <a:pt x="1218617" y="643309"/>
                </a:lnTo>
                <a:lnTo>
                  <a:pt x="1224645" y="637289"/>
                </a:lnTo>
                <a:lnTo>
                  <a:pt x="1224645" y="622464"/>
                </a:lnTo>
                <a:lnTo>
                  <a:pt x="1218617" y="616444"/>
                </a:lnTo>
                <a:close/>
              </a:path>
              <a:path extrusionOk="0" h="2468879" w="4523105">
                <a:moveTo>
                  <a:pt x="1523054" y="613120"/>
                </a:moveTo>
                <a:lnTo>
                  <a:pt x="1504564" y="613120"/>
                </a:lnTo>
                <a:lnTo>
                  <a:pt x="1497051" y="620667"/>
                </a:lnTo>
                <a:lnTo>
                  <a:pt x="1497051" y="639176"/>
                </a:lnTo>
                <a:lnTo>
                  <a:pt x="1504564" y="646678"/>
                </a:lnTo>
                <a:lnTo>
                  <a:pt x="1523054" y="646678"/>
                </a:lnTo>
                <a:lnTo>
                  <a:pt x="1530567" y="639176"/>
                </a:lnTo>
                <a:lnTo>
                  <a:pt x="1530567" y="620667"/>
                </a:lnTo>
                <a:lnTo>
                  <a:pt x="1523054" y="613120"/>
                </a:lnTo>
                <a:close/>
              </a:path>
              <a:path extrusionOk="0" h="2468879" w="4523105">
                <a:moveTo>
                  <a:pt x="1816379" y="609796"/>
                </a:moveTo>
                <a:lnTo>
                  <a:pt x="1808549" y="611374"/>
                </a:lnTo>
                <a:lnTo>
                  <a:pt x="1802157" y="615681"/>
                </a:lnTo>
                <a:lnTo>
                  <a:pt x="1797848" y="622077"/>
                </a:lnTo>
                <a:lnTo>
                  <a:pt x="1796269" y="629922"/>
                </a:lnTo>
                <a:lnTo>
                  <a:pt x="1797848" y="637740"/>
                </a:lnTo>
                <a:lnTo>
                  <a:pt x="1802157" y="644123"/>
                </a:lnTo>
                <a:lnTo>
                  <a:pt x="1808549" y="648425"/>
                </a:lnTo>
                <a:lnTo>
                  <a:pt x="1816379" y="650003"/>
                </a:lnTo>
                <a:lnTo>
                  <a:pt x="1824235" y="648425"/>
                </a:lnTo>
                <a:lnTo>
                  <a:pt x="1830640" y="644123"/>
                </a:lnTo>
                <a:lnTo>
                  <a:pt x="1834953" y="637740"/>
                </a:lnTo>
                <a:lnTo>
                  <a:pt x="1836534" y="629922"/>
                </a:lnTo>
                <a:lnTo>
                  <a:pt x="1834953" y="622077"/>
                </a:lnTo>
                <a:lnTo>
                  <a:pt x="1830640" y="615681"/>
                </a:lnTo>
                <a:lnTo>
                  <a:pt x="1824235" y="611374"/>
                </a:lnTo>
                <a:lnTo>
                  <a:pt x="1816379" y="609796"/>
                </a:lnTo>
                <a:close/>
              </a:path>
              <a:path extrusionOk="0" h="2468879" w="4523105">
                <a:moveTo>
                  <a:pt x="2118971" y="606426"/>
                </a:moveTo>
                <a:lnTo>
                  <a:pt x="2109836" y="608272"/>
                </a:lnTo>
                <a:lnTo>
                  <a:pt x="2102371" y="613305"/>
                </a:lnTo>
                <a:lnTo>
                  <a:pt x="2097335" y="620773"/>
                </a:lnTo>
                <a:lnTo>
                  <a:pt x="2095487" y="629922"/>
                </a:lnTo>
                <a:lnTo>
                  <a:pt x="2097335" y="639044"/>
                </a:lnTo>
                <a:lnTo>
                  <a:pt x="2102371" y="646499"/>
                </a:lnTo>
                <a:lnTo>
                  <a:pt x="2109836" y="651527"/>
                </a:lnTo>
                <a:lnTo>
                  <a:pt x="2118971" y="653372"/>
                </a:lnTo>
                <a:lnTo>
                  <a:pt x="2128133" y="651527"/>
                </a:lnTo>
                <a:lnTo>
                  <a:pt x="2135611" y="646499"/>
                </a:lnTo>
                <a:lnTo>
                  <a:pt x="2140652" y="639044"/>
                </a:lnTo>
                <a:lnTo>
                  <a:pt x="2142500" y="629922"/>
                </a:lnTo>
                <a:lnTo>
                  <a:pt x="2140652" y="620773"/>
                </a:lnTo>
                <a:lnTo>
                  <a:pt x="2135611" y="613305"/>
                </a:lnTo>
                <a:lnTo>
                  <a:pt x="2128133" y="608272"/>
                </a:lnTo>
                <a:lnTo>
                  <a:pt x="2118971" y="606426"/>
                </a:lnTo>
                <a:close/>
              </a:path>
              <a:path extrusionOk="0" h="2468879" w="4523105">
                <a:moveTo>
                  <a:pt x="2421609" y="603956"/>
                </a:moveTo>
                <a:lnTo>
                  <a:pt x="2411465" y="605998"/>
                </a:lnTo>
                <a:lnTo>
                  <a:pt x="2403186" y="611565"/>
                </a:lnTo>
                <a:lnTo>
                  <a:pt x="2397606" y="619819"/>
                </a:lnTo>
                <a:lnTo>
                  <a:pt x="2395561" y="629922"/>
                </a:lnTo>
                <a:lnTo>
                  <a:pt x="2397606" y="640025"/>
                </a:lnTo>
                <a:lnTo>
                  <a:pt x="2403186" y="648279"/>
                </a:lnTo>
                <a:lnTo>
                  <a:pt x="2411465" y="653846"/>
                </a:lnTo>
                <a:lnTo>
                  <a:pt x="2421609" y="655888"/>
                </a:lnTo>
                <a:lnTo>
                  <a:pt x="2431726" y="653846"/>
                </a:lnTo>
                <a:lnTo>
                  <a:pt x="2439992" y="648279"/>
                </a:lnTo>
                <a:lnTo>
                  <a:pt x="2445567" y="640025"/>
                </a:lnTo>
                <a:lnTo>
                  <a:pt x="2447612" y="629922"/>
                </a:lnTo>
                <a:lnTo>
                  <a:pt x="2445567" y="619819"/>
                </a:lnTo>
                <a:lnTo>
                  <a:pt x="2439992" y="611565"/>
                </a:lnTo>
                <a:lnTo>
                  <a:pt x="2431726" y="605998"/>
                </a:lnTo>
                <a:lnTo>
                  <a:pt x="2421609" y="603956"/>
                </a:lnTo>
                <a:close/>
              </a:path>
              <a:path extrusionOk="0" h="2468879" w="4523105">
                <a:moveTo>
                  <a:pt x="2724201" y="600586"/>
                </a:moveTo>
                <a:lnTo>
                  <a:pt x="2712760" y="602889"/>
                </a:lnTo>
                <a:lnTo>
                  <a:pt x="2703422" y="609172"/>
                </a:lnTo>
                <a:lnTo>
                  <a:pt x="2697130" y="618496"/>
                </a:lnTo>
                <a:lnTo>
                  <a:pt x="2694824" y="629922"/>
                </a:lnTo>
                <a:lnTo>
                  <a:pt x="2697130" y="641347"/>
                </a:lnTo>
                <a:lnTo>
                  <a:pt x="2703422" y="650671"/>
                </a:lnTo>
                <a:lnTo>
                  <a:pt x="2712760" y="656954"/>
                </a:lnTo>
                <a:lnTo>
                  <a:pt x="2724201" y="659257"/>
                </a:lnTo>
                <a:lnTo>
                  <a:pt x="2735617" y="656954"/>
                </a:lnTo>
                <a:lnTo>
                  <a:pt x="2744941" y="650671"/>
                </a:lnTo>
                <a:lnTo>
                  <a:pt x="2751228" y="641347"/>
                </a:lnTo>
                <a:lnTo>
                  <a:pt x="2753534" y="629922"/>
                </a:lnTo>
                <a:lnTo>
                  <a:pt x="2751228" y="618496"/>
                </a:lnTo>
                <a:lnTo>
                  <a:pt x="2744941" y="609172"/>
                </a:lnTo>
                <a:lnTo>
                  <a:pt x="2735617" y="602889"/>
                </a:lnTo>
                <a:lnTo>
                  <a:pt x="2724201" y="600586"/>
                </a:lnTo>
                <a:close/>
              </a:path>
              <a:path extrusionOk="0" h="2468879" w="4523105">
                <a:moveTo>
                  <a:pt x="3026794" y="597217"/>
                </a:moveTo>
                <a:lnTo>
                  <a:pt x="3014047" y="599788"/>
                </a:lnTo>
                <a:lnTo>
                  <a:pt x="3003636" y="606797"/>
                </a:lnTo>
                <a:lnTo>
                  <a:pt x="2996616" y="617193"/>
                </a:lnTo>
                <a:lnTo>
                  <a:pt x="2994042" y="629922"/>
                </a:lnTo>
                <a:lnTo>
                  <a:pt x="2996616" y="642651"/>
                </a:lnTo>
                <a:lnTo>
                  <a:pt x="3003636" y="653046"/>
                </a:lnTo>
                <a:lnTo>
                  <a:pt x="3014047" y="660056"/>
                </a:lnTo>
                <a:lnTo>
                  <a:pt x="3026794" y="662626"/>
                </a:lnTo>
                <a:lnTo>
                  <a:pt x="3039515" y="660056"/>
                </a:lnTo>
                <a:lnTo>
                  <a:pt x="3049912" y="653046"/>
                </a:lnTo>
                <a:lnTo>
                  <a:pt x="3056927" y="642651"/>
                </a:lnTo>
                <a:lnTo>
                  <a:pt x="3059500" y="629922"/>
                </a:lnTo>
                <a:lnTo>
                  <a:pt x="3056927" y="617193"/>
                </a:lnTo>
                <a:lnTo>
                  <a:pt x="3049912" y="606797"/>
                </a:lnTo>
                <a:lnTo>
                  <a:pt x="3039515" y="599788"/>
                </a:lnTo>
                <a:lnTo>
                  <a:pt x="3026794" y="597217"/>
                </a:lnTo>
                <a:close/>
              </a:path>
              <a:path extrusionOk="0" h="2468879" w="4523105">
                <a:moveTo>
                  <a:pt x="3329386" y="594746"/>
                </a:moveTo>
                <a:lnTo>
                  <a:pt x="3315657" y="597513"/>
                </a:lnTo>
                <a:lnTo>
                  <a:pt x="3304446" y="605056"/>
                </a:lnTo>
                <a:lnTo>
                  <a:pt x="3296887" y="616238"/>
                </a:lnTo>
                <a:lnTo>
                  <a:pt x="3294115" y="629922"/>
                </a:lnTo>
                <a:lnTo>
                  <a:pt x="3296887" y="643631"/>
                </a:lnTo>
                <a:lnTo>
                  <a:pt x="3304446" y="654826"/>
                </a:lnTo>
                <a:lnTo>
                  <a:pt x="3315657" y="662374"/>
                </a:lnTo>
                <a:lnTo>
                  <a:pt x="3329386" y="665142"/>
                </a:lnTo>
                <a:lnTo>
                  <a:pt x="3343090" y="662374"/>
                </a:lnTo>
                <a:lnTo>
                  <a:pt x="3354288" y="654826"/>
                </a:lnTo>
                <a:lnTo>
                  <a:pt x="3361841" y="643631"/>
                </a:lnTo>
                <a:lnTo>
                  <a:pt x="3364612" y="629922"/>
                </a:lnTo>
                <a:lnTo>
                  <a:pt x="3361841" y="616238"/>
                </a:lnTo>
                <a:lnTo>
                  <a:pt x="3354287" y="605056"/>
                </a:lnTo>
                <a:lnTo>
                  <a:pt x="3343090" y="597513"/>
                </a:lnTo>
                <a:lnTo>
                  <a:pt x="3329386" y="594746"/>
                </a:lnTo>
                <a:close/>
              </a:path>
              <a:path extrusionOk="0" h="2468879" w="4523105">
                <a:moveTo>
                  <a:pt x="3631934" y="592231"/>
                </a:moveTo>
                <a:lnTo>
                  <a:pt x="3617249" y="595195"/>
                </a:lnTo>
                <a:lnTo>
                  <a:pt x="3605250" y="603276"/>
                </a:lnTo>
                <a:lnTo>
                  <a:pt x="3597157" y="615257"/>
                </a:lnTo>
                <a:lnTo>
                  <a:pt x="3594189" y="629922"/>
                </a:lnTo>
                <a:lnTo>
                  <a:pt x="3597157" y="644612"/>
                </a:lnTo>
                <a:lnTo>
                  <a:pt x="3605250" y="656606"/>
                </a:lnTo>
                <a:lnTo>
                  <a:pt x="3617249" y="664693"/>
                </a:lnTo>
                <a:lnTo>
                  <a:pt x="3631934" y="667658"/>
                </a:lnTo>
                <a:lnTo>
                  <a:pt x="3646645" y="664693"/>
                </a:lnTo>
                <a:lnTo>
                  <a:pt x="3658657" y="656606"/>
                </a:lnTo>
                <a:lnTo>
                  <a:pt x="3666755" y="644612"/>
                </a:lnTo>
                <a:lnTo>
                  <a:pt x="3669724" y="629922"/>
                </a:lnTo>
                <a:lnTo>
                  <a:pt x="3666755" y="615257"/>
                </a:lnTo>
                <a:lnTo>
                  <a:pt x="3658657" y="603276"/>
                </a:lnTo>
                <a:lnTo>
                  <a:pt x="3646645" y="595195"/>
                </a:lnTo>
                <a:lnTo>
                  <a:pt x="3631934" y="592231"/>
                </a:lnTo>
                <a:close/>
              </a:path>
              <a:path extrusionOk="0" h="2468879" w="4523105">
                <a:moveTo>
                  <a:pt x="3934526" y="588861"/>
                </a:moveTo>
                <a:lnTo>
                  <a:pt x="3918543" y="592087"/>
                </a:lnTo>
                <a:lnTo>
                  <a:pt x="3905486" y="600884"/>
                </a:lnTo>
                <a:lnTo>
                  <a:pt x="3896681" y="613935"/>
                </a:lnTo>
                <a:lnTo>
                  <a:pt x="3893452" y="629922"/>
                </a:lnTo>
                <a:lnTo>
                  <a:pt x="3896681" y="645915"/>
                </a:lnTo>
                <a:lnTo>
                  <a:pt x="3905486" y="658982"/>
                </a:lnTo>
                <a:lnTo>
                  <a:pt x="3918543" y="667795"/>
                </a:lnTo>
                <a:lnTo>
                  <a:pt x="3934526" y="671027"/>
                </a:lnTo>
                <a:lnTo>
                  <a:pt x="3950543" y="667795"/>
                </a:lnTo>
                <a:lnTo>
                  <a:pt x="3963628" y="658982"/>
                </a:lnTo>
                <a:lnTo>
                  <a:pt x="3972454" y="645915"/>
                </a:lnTo>
                <a:lnTo>
                  <a:pt x="3975691" y="629922"/>
                </a:lnTo>
                <a:lnTo>
                  <a:pt x="3972454" y="613935"/>
                </a:lnTo>
                <a:lnTo>
                  <a:pt x="3963628" y="600884"/>
                </a:lnTo>
                <a:lnTo>
                  <a:pt x="3950543" y="592087"/>
                </a:lnTo>
                <a:lnTo>
                  <a:pt x="3934526" y="588861"/>
                </a:lnTo>
                <a:close/>
              </a:path>
              <a:path extrusionOk="0" h="2468879" w="4523105">
                <a:moveTo>
                  <a:pt x="4237119" y="586345"/>
                </a:moveTo>
                <a:lnTo>
                  <a:pt x="4220153" y="589775"/>
                </a:lnTo>
                <a:lnTo>
                  <a:pt x="4206296" y="599126"/>
                </a:lnTo>
                <a:lnTo>
                  <a:pt x="4196952" y="612992"/>
                </a:lnTo>
                <a:lnTo>
                  <a:pt x="4193525" y="629967"/>
                </a:lnTo>
                <a:lnTo>
                  <a:pt x="4196952" y="646915"/>
                </a:lnTo>
                <a:lnTo>
                  <a:pt x="4206296" y="660767"/>
                </a:lnTo>
                <a:lnTo>
                  <a:pt x="4220153" y="670114"/>
                </a:lnTo>
                <a:lnTo>
                  <a:pt x="4237119" y="673543"/>
                </a:lnTo>
                <a:lnTo>
                  <a:pt x="4254111" y="670114"/>
                </a:lnTo>
                <a:lnTo>
                  <a:pt x="4267981" y="660767"/>
                </a:lnTo>
                <a:lnTo>
                  <a:pt x="4277330" y="646915"/>
                </a:lnTo>
                <a:lnTo>
                  <a:pt x="4280758" y="629967"/>
                </a:lnTo>
                <a:lnTo>
                  <a:pt x="4277330" y="612992"/>
                </a:lnTo>
                <a:lnTo>
                  <a:pt x="4267981" y="599126"/>
                </a:lnTo>
                <a:lnTo>
                  <a:pt x="4254110" y="589775"/>
                </a:lnTo>
                <a:lnTo>
                  <a:pt x="4237119" y="586345"/>
                </a:lnTo>
                <a:close/>
              </a:path>
              <a:path extrusionOk="0" h="2468879" w="4523105">
                <a:moveTo>
                  <a:pt x="4522590" y="587290"/>
                </a:moveTo>
                <a:lnTo>
                  <a:pt x="4521764" y="587457"/>
                </a:lnTo>
                <a:lnTo>
                  <a:pt x="4507106" y="597346"/>
                </a:lnTo>
                <a:lnTo>
                  <a:pt x="4497223" y="612012"/>
                </a:lnTo>
                <a:lnTo>
                  <a:pt x="4493598" y="629967"/>
                </a:lnTo>
                <a:lnTo>
                  <a:pt x="4497223" y="647914"/>
                </a:lnTo>
                <a:lnTo>
                  <a:pt x="4507106" y="662564"/>
                </a:lnTo>
                <a:lnTo>
                  <a:pt x="4521764" y="672439"/>
                </a:lnTo>
                <a:lnTo>
                  <a:pt x="4522590" y="672605"/>
                </a:lnTo>
                <a:lnTo>
                  <a:pt x="4522590" y="587290"/>
                </a:lnTo>
                <a:close/>
              </a:path>
              <a:path extrusionOk="0" h="2468879" w="4523105">
                <a:moveTo>
                  <a:pt x="1680" y="931855"/>
                </a:moveTo>
                <a:lnTo>
                  <a:pt x="0" y="931855"/>
                </a:lnTo>
                <a:lnTo>
                  <a:pt x="0" y="932798"/>
                </a:lnTo>
                <a:lnTo>
                  <a:pt x="1680" y="932798"/>
                </a:lnTo>
                <a:lnTo>
                  <a:pt x="1680" y="931855"/>
                </a:lnTo>
                <a:close/>
              </a:path>
              <a:path extrusionOk="0" h="2468879" w="4523105">
                <a:moveTo>
                  <a:pt x="305301" y="928980"/>
                </a:moveTo>
                <a:lnTo>
                  <a:pt x="301567" y="928980"/>
                </a:lnTo>
                <a:lnTo>
                  <a:pt x="300069" y="930462"/>
                </a:lnTo>
                <a:lnTo>
                  <a:pt x="300069" y="934191"/>
                </a:lnTo>
                <a:lnTo>
                  <a:pt x="301567" y="935673"/>
                </a:lnTo>
                <a:lnTo>
                  <a:pt x="305283" y="935673"/>
                </a:lnTo>
                <a:lnTo>
                  <a:pt x="306795" y="934191"/>
                </a:lnTo>
                <a:lnTo>
                  <a:pt x="306795" y="930462"/>
                </a:lnTo>
                <a:lnTo>
                  <a:pt x="305301" y="928980"/>
                </a:lnTo>
                <a:close/>
              </a:path>
              <a:path extrusionOk="0" h="2468879" w="4523105">
                <a:moveTo>
                  <a:pt x="609743" y="925655"/>
                </a:moveTo>
                <a:lnTo>
                  <a:pt x="602320" y="925655"/>
                </a:lnTo>
                <a:lnTo>
                  <a:pt x="599306" y="928665"/>
                </a:lnTo>
                <a:lnTo>
                  <a:pt x="599306" y="936033"/>
                </a:lnTo>
                <a:lnTo>
                  <a:pt x="602320" y="939043"/>
                </a:lnTo>
                <a:lnTo>
                  <a:pt x="609743" y="939043"/>
                </a:lnTo>
                <a:lnTo>
                  <a:pt x="612757" y="936033"/>
                </a:lnTo>
                <a:lnTo>
                  <a:pt x="612757" y="928665"/>
                </a:lnTo>
                <a:lnTo>
                  <a:pt x="609743" y="925655"/>
                </a:lnTo>
                <a:close/>
              </a:path>
              <a:path extrusionOk="0" h="2468879" w="4523105">
                <a:moveTo>
                  <a:pt x="914180" y="922286"/>
                </a:moveTo>
                <a:lnTo>
                  <a:pt x="903068" y="922286"/>
                </a:lnTo>
                <a:lnTo>
                  <a:pt x="898569" y="926778"/>
                </a:lnTo>
                <a:lnTo>
                  <a:pt x="898569" y="937919"/>
                </a:lnTo>
                <a:lnTo>
                  <a:pt x="903068" y="942412"/>
                </a:lnTo>
                <a:lnTo>
                  <a:pt x="914180" y="942412"/>
                </a:lnTo>
                <a:lnTo>
                  <a:pt x="918679" y="937919"/>
                </a:lnTo>
                <a:lnTo>
                  <a:pt x="918679" y="926778"/>
                </a:lnTo>
                <a:lnTo>
                  <a:pt x="914180" y="922286"/>
                </a:lnTo>
                <a:close/>
              </a:path>
              <a:path extrusionOk="0" h="2468879" w="4523105">
                <a:moveTo>
                  <a:pt x="1218617" y="918917"/>
                </a:moveTo>
                <a:lnTo>
                  <a:pt x="1203816" y="918917"/>
                </a:lnTo>
                <a:lnTo>
                  <a:pt x="1197787" y="924936"/>
                </a:lnTo>
                <a:lnTo>
                  <a:pt x="1197787" y="939761"/>
                </a:lnTo>
                <a:lnTo>
                  <a:pt x="1203816" y="945781"/>
                </a:lnTo>
                <a:lnTo>
                  <a:pt x="1218617" y="945781"/>
                </a:lnTo>
                <a:lnTo>
                  <a:pt x="1224646" y="939761"/>
                </a:lnTo>
                <a:lnTo>
                  <a:pt x="1224646" y="924936"/>
                </a:lnTo>
                <a:lnTo>
                  <a:pt x="1218617" y="918917"/>
                </a:lnTo>
                <a:close/>
              </a:path>
              <a:path extrusionOk="0" h="2468879" w="4523105">
                <a:moveTo>
                  <a:pt x="1523054" y="915592"/>
                </a:moveTo>
                <a:lnTo>
                  <a:pt x="1504564" y="915592"/>
                </a:lnTo>
                <a:lnTo>
                  <a:pt x="1497051" y="923095"/>
                </a:lnTo>
                <a:lnTo>
                  <a:pt x="1497051" y="941603"/>
                </a:lnTo>
                <a:lnTo>
                  <a:pt x="1504564" y="949106"/>
                </a:lnTo>
                <a:lnTo>
                  <a:pt x="1523054" y="949106"/>
                </a:lnTo>
                <a:lnTo>
                  <a:pt x="1530567" y="941603"/>
                </a:lnTo>
                <a:lnTo>
                  <a:pt x="1530567" y="923095"/>
                </a:lnTo>
                <a:lnTo>
                  <a:pt x="1523054" y="915592"/>
                </a:lnTo>
                <a:close/>
              </a:path>
              <a:path extrusionOk="0" h="2468879" w="4523105">
                <a:moveTo>
                  <a:pt x="1816379" y="912223"/>
                </a:moveTo>
                <a:lnTo>
                  <a:pt x="1808549" y="913807"/>
                </a:lnTo>
                <a:lnTo>
                  <a:pt x="1802157" y="918125"/>
                </a:lnTo>
                <a:lnTo>
                  <a:pt x="1797849" y="924523"/>
                </a:lnTo>
                <a:lnTo>
                  <a:pt x="1796269" y="932349"/>
                </a:lnTo>
                <a:lnTo>
                  <a:pt x="1797849" y="940194"/>
                </a:lnTo>
                <a:lnTo>
                  <a:pt x="1802157" y="946590"/>
                </a:lnTo>
                <a:lnTo>
                  <a:pt x="1808549" y="950897"/>
                </a:lnTo>
                <a:lnTo>
                  <a:pt x="1816379" y="952475"/>
                </a:lnTo>
                <a:lnTo>
                  <a:pt x="1824235" y="950897"/>
                </a:lnTo>
                <a:lnTo>
                  <a:pt x="1830640" y="946590"/>
                </a:lnTo>
                <a:lnTo>
                  <a:pt x="1834954" y="940194"/>
                </a:lnTo>
                <a:lnTo>
                  <a:pt x="1836534" y="932349"/>
                </a:lnTo>
                <a:lnTo>
                  <a:pt x="1834954" y="924523"/>
                </a:lnTo>
                <a:lnTo>
                  <a:pt x="1830640" y="918125"/>
                </a:lnTo>
                <a:lnTo>
                  <a:pt x="1824235" y="913807"/>
                </a:lnTo>
                <a:lnTo>
                  <a:pt x="1816379" y="912223"/>
                </a:lnTo>
                <a:close/>
              </a:path>
              <a:path extrusionOk="0" h="2468879" w="4523105">
                <a:moveTo>
                  <a:pt x="2118971" y="908899"/>
                </a:moveTo>
                <a:lnTo>
                  <a:pt x="2109836" y="910743"/>
                </a:lnTo>
                <a:lnTo>
                  <a:pt x="2102371" y="915772"/>
                </a:lnTo>
                <a:lnTo>
                  <a:pt x="2097335" y="923227"/>
                </a:lnTo>
                <a:lnTo>
                  <a:pt x="2095488" y="932349"/>
                </a:lnTo>
                <a:lnTo>
                  <a:pt x="2097335" y="941497"/>
                </a:lnTo>
                <a:lnTo>
                  <a:pt x="2102371" y="948965"/>
                </a:lnTo>
                <a:lnTo>
                  <a:pt x="2109836" y="953999"/>
                </a:lnTo>
                <a:lnTo>
                  <a:pt x="2118972" y="955844"/>
                </a:lnTo>
                <a:lnTo>
                  <a:pt x="2128133" y="953999"/>
                </a:lnTo>
                <a:lnTo>
                  <a:pt x="2135612" y="948965"/>
                </a:lnTo>
                <a:lnTo>
                  <a:pt x="2140652" y="941497"/>
                </a:lnTo>
                <a:lnTo>
                  <a:pt x="2142500" y="932349"/>
                </a:lnTo>
                <a:lnTo>
                  <a:pt x="2140652" y="923227"/>
                </a:lnTo>
                <a:lnTo>
                  <a:pt x="2135612" y="915772"/>
                </a:lnTo>
                <a:lnTo>
                  <a:pt x="2128133" y="910743"/>
                </a:lnTo>
                <a:lnTo>
                  <a:pt x="2118971" y="908899"/>
                </a:lnTo>
                <a:close/>
              </a:path>
              <a:path extrusionOk="0" h="2468879" w="4523105">
                <a:moveTo>
                  <a:pt x="2421609" y="906383"/>
                </a:moveTo>
                <a:lnTo>
                  <a:pt x="2411466" y="908426"/>
                </a:lnTo>
                <a:lnTo>
                  <a:pt x="2403186" y="913998"/>
                </a:lnTo>
                <a:lnTo>
                  <a:pt x="2397606" y="922265"/>
                </a:lnTo>
                <a:lnTo>
                  <a:pt x="2395561" y="932394"/>
                </a:lnTo>
                <a:lnTo>
                  <a:pt x="2397606" y="942497"/>
                </a:lnTo>
                <a:lnTo>
                  <a:pt x="2403186" y="950751"/>
                </a:lnTo>
                <a:lnTo>
                  <a:pt x="2411466" y="956318"/>
                </a:lnTo>
                <a:lnTo>
                  <a:pt x="2421609" y="958360"/>
                </a:lnTo>
                <a:lnTo>
                  <a:pt x="2431727" y="956318"/>
                </a:lnTo>
                <a:lnTo>
                  <a:pt x="2439992" y="950751"/>
                </a:lnTo>
                <a:lnTo>
                  <a:pt x="2445567" y="942497"/>
                </a:lnTo>
                <a:lnTo>
                  <a:pt x="2447612" y="932394"/>
                </a:lnTo>
                <a:lnTo>
                  <a:pt x="2445567" y="922265"/>
                </a:lnTo>
                <a:lnTo>
                  <a:pt x="2439992" y="913998"/>
                </a:lnTo>
                <a:lnTo>
                  <a:pt x="2431726" y="908426"/>
                </a:lnTo>
                <a:lnTo>
                  <a:pt x="2421609" y="906383"/>
                </a:lnTo>
                <a:close/>
              </a:path>
              <a:path extrusionOk="0" h="2468879" w="4523105">
                <a:moveTo>
                  <a:pt x="2724202" y="903014"/>
                </a:moveTo>
                <a:lnTo>
                  <a:pt x="2712760" y="905324"/>
                </a:lnTo>
                <a:lnTo>
                  <a:pt x="2703422" y="911622"/>
                </a:lnTo>
                <a:lnTo>
                  <a:pt x="2697130" y="920961"/>
                </a:lnTo>
                <a:lnTo>
                  <a:pt x="2694824" y="932394"/>
                </a:lnTo>
                <a:lnTo>
                  <a:pt x="2697130" y="943800"/>
                </a:lnTo>
                <a:lnTo>
                  <a:pt x="2703422" y="953126"/>
                </a:lnTo>
                <a:lnTo>
                  <a:pt x="2712760" y="959420"/>
                </a:lnTo>
                <a:lnTo>
                  <a:pt x="2724202" y="961729"/>
                </a:lnTo>
                <a:lnTo>
                  <a:pt x="2735617" y="959420"/>
                </a:lnTo>
                <a:lnTo>
                  <a:pt x="2744941" y="953126"/>
                </a:lnTo>
                <a:lnTo>
                  <a:pt x="2751228" y="943800"/>
                </a:lnTo>
                <a:lnTo>
                  <a:pt x="2753534" y="932394"/>
                </a:lnTo>
                <a:lnTo>
                  <a:pt x="2751228" y="920961"/>
                </a:lnTo>
                <a:lnTo>
                  <a:pt x="2744941" y="911622"/>
                </a:lnTo>
                <a:lnTo>
                  <a:pt x="2735617" y="905324"/>
                </a:lnTo>
                <a:lnTo>
                  <a:pt x="2724202" y="903014"/>
                </a:lnTo>
                <a:close/>
              </a:path>
              <a:path extrusionOk="0" h="2468879" w="4523105">
                <a:moveTo>
                  <a:pt x="3026794" y="899689"/>
                </a:moveTo>
                <a:lnTo>
                  <a:pt x="3014047" y="902260"/>
                </a:lnTo>
                <a:lnTo>
                  <a:pt x="3003636" y="909269"/>
                </a:lnTo>
                <a:lnTo>
                  <a:pt x="2996617" y="919665"/>
                </a:lnTo>
                <a:lnTo>
                  <a:pt x="2994042" y="932394"/>
                </a:lnTo>
                <a:lnTo>
                  <a:pt x="2996617" y="945123"/>
                </a:lnTo>
                <a:lnTo>
                  <a:pt x="3003636" y="955518"/>
                </a:lnTo>
                <a:lnTo>
                  <a:pt x="3014047" y="962528"/>
                </a:lnTo>
                <a:lnTo>
                  <a:pt x="3026794" y="965098"/>
                </a:lnTo>
                <a:lnTo>
                  <a:pt x="3039515" y="962528"/>
                </a:lnTo>
                <a:lnTo>
                  <a:pt x="3049913" y="955518"/>
                </a:lnTo>
                <a:lnTo>
                  <a:pt x="3056927" y="945123"/>
                </a:lnTo>
                <a:lnTo>
                  <a:pt x="3059501" y="932394"/>
                </a:lnTo>
                <a:lnTo>
                  <a:pt x="3056927" y="919665"/>
                </a:lnTo>
                <a:lnTo>
                  <a:pt x="3049912" y="909269"/>
                </a:lnTo>
                <a:lnTo>
                  <a:pt x="3039515" y="902260"/>
                </a:lnTo>
                <a:lnTo>
                  <a:pt x="3026794" y="899689"/>
                </a:lnTo>
                <a:close/>
              </a:path>
              <a:path extrusionOk="0" h="2468879" w="4523105">
                <a:moveTo>
                  <a:pt x="3329387" y="897174"/>
                </a:moveTo>
                <a:lnTo>
                  <a:pt x="3315657" y="899941"/>
                </a:lnTo>
                <a:lnTo>
                  <a:pt x="3304446" y="907489"/>
                </a:lnTo>
                <a:lnTo>
                  <a:pt x="3296887" y="918684"/>
                </a:lnTo>
                <a:lnTo>
                  <a:pt x="3294116" y="932394"/>
                </a:lnTo>
                <a:lnTo>
                  <a:pt x="3296887" y="946103"/>
                </a:lnTo>
                <a:lnTo>
                  <a:pt x="3304446" y="957299"/>
                </a:lnTo>
                <a:lnTo>
                  <a:pt x="3315657" y="964846"/>
                </a:lnTo>
                <a:lnTo>
                  <a:pt x="3329387" y="967614"/>
                </a:lnTo>
                <a:lnTo>
                  <a:pt x="3343090" y="964846"/>
                </a:lnTo>
                <a:lnTo>
                  <a:pt x="3354288" y="957299"/>
                </a:lnTo>
                <a:lnTo>
                  <a:pt x="3361842" y="946103"/>
                </a:lnTo>
                <a:lnTo>
                  <a:pt x="3364613" y="932394"/>
                </a:lnTo>
                <a:lnTo>
                  <a:pt x="3361842" y="918684"/>
                </a:lnTo>
                <a:lnTo>
                  <a:pt x="3354288" y="907489"/>
                </a:lnTo>
                <a:lnTo>
                  <a:pt x="3343090" y="899941"/>
                </a:lnTo>
                <a:lnTo>
                  <a:pt x="3329387" y="897174"/>
                </a:lnTo>
                <a:close/>
              </a:path>
              <a:path extrusionOk="0" h="2468879" w="4523105">
                <a:moveTo>
                  <a:pt x="3631934" y="894658"/>
                </a:moveTo>
                <a:lnTo>
                  <a:pt x="3617249" y="897623"/>
                </a:lnTo>
                <a:lnTo>
                  <a:pt x="3605250" y="905709"/>
                </a:lnTo>
                <a:lnTo>
                  <a:pt x="3597157" y="917704"/>
                </a:lnTo>
                <a:lnTo>
                  <a:pt x="3594189" y="932394"/>
                </a:lnTo>
                <a:lnTo>
                  <a:pt x="3597157" y="947084"/>
                </a:lnTo>
                <a:lnTo>
                  <a:pt x="3605250" y="959079"/>
                </a:lnTo>
                <a:lnTo>
                  <a:pt x="3617249" y="967165"/>
                </a:lnTo>
                <a:lnTo>
                  <a:pt x="3631934" y="970130"/>
                </a:lnTo>
                <a:lnTo>
                  <a:pt x="3646645" y="967165"/>
                </a:lnTo>
                <a:lnTo>
                  <a:pt x="3658657" y="959079"/>
                </a:lnTo>
                <a:lnTo>
                  <a:pt x="3666755" y="947084"/>
                </a:lnTo>
                <a:lnTo>
                  <a:pt x="3669724" y="932394"/>
                </a:lnTo>
                <a:lnTo>
                  <a:pt x="3666755" y="917704"/>
                </a:lnTo>
                <a:lnTo>
                  <a:pt x="3658657" y="905709"/>
                </a:lnTo>
                <a:lnTo>
                  <a:pt x="3646645" y="897623"/>
                </a:lnTo>
                <a:lnTo>
                  <a:pt x="3631934" y="894658"/>
                </a:lnTo>
                <a:close/>
              </a:path>
              <a:path extrusionOk="0" h="2468879" w="4523105">
                <a:moveTo>
                  <a:pt x="3934527" y="891289"/>
                </a:moveTo>
                <a:lnTo>
                  <a:pt x="3918543" y="894521"/>
                </a:lnTo>
                <a:lnTo>
                  <a:pt x="3905487" y="903334"/>
                </a:lnTo>
                <a:lnTo>
                  <a:pt x="3896681" y="916400"/>
                </a:lnTo>
                <a:lnTo>
                  <a:pt x="3893452" y="932394"/>
                </a:lnTo>
                <a:lnTo>
                  <a:pt x="3896681" y="948387"/>
                </a:lnTo>
                <a:lnTo>
                  <a:pt x="3905487" y="961454"/>
                </a:lnTo>
                <a:lnTo>
                  <a:pt x="3918543" y="970267"/>
                </a:lnTo>
                <a:lnTo>
                  <a:pt x="3934527" y="973499"/>
                </a:lnTo>
                <a:lnTo>
                  <a:pt x="3950543" y="970267"/>
                </a:lnTo>
                <a:lnTo>
                  <a:pt x="3963629" y="961454"/>
                </a:lnTo>
                <a:lnTo>
                  <a:pt x="3972454" y="948387"/>
                </a:lnTo>
                <a:lnTo>
                  <a:pt x="3975691" y="932394"/>
                </a:lnTo>
                <a:lnTo>
                  <a:pt x="3972454" y="916400"/>
                </a:lnTo>
                <a:lnTo>
                  <a:pt x="3963628" y="903334"/>
                </a:lnTo>
                <a:lnTo>
                  <a:pt x="3950543" y="894521"/>
                </a:lnTo>
                <a:lnTo>
                  <a:pt x="3934527" y="891289"/>
                </a:lnTo>
                <a:close/>
              </a:path>
              <a:path extrusionOk="0" h="2468879" w="4523105">
                <a:moveTo>
                  <a:pt x="4237119" y="888818"/>
                </a:moveTo>
                <a:lnTo>
                  <a:pt x="4220154" y="892247"/>
                </a:lnTo>
                <a:lnTo>
                  <a:pt x="4206296" y="901593"/>
                </a:lnTo>
                <a:lnTo>
                  <a:pt x="4196952" y="915446"/>
                </a:lnTo>
                <a:lnTo>
                  <a:pt x="4193525" y="932394"/>
                </a:lnTo>
                <a:lnTo>
                  <a:pt x="4196952" y="949368"/>
                </a:lnTo>
                <a:lnTo>
                  <a:pt x="4206296" y="963234"/>
                </a:lnTo>
                <a:lnTo>
                  <a:pt x="4220154" y="972585"/>
                </a:lnTo>
                <a:lnTo>
                  <a:pt x="4237119" y="976015"/>
                </a:lnTo>
                <a:lnTo>
                  <a:pt x="4254111" y="972585"/>
                </a:lnTo>
                <a:lnTo>
                  <a:pt x="4267981" y="963234"/>
                </a:lnTo>
                <a:lnTo>
                  <a:pt x="4277330" y="949368"/>
                </a:lnTo>
                <a:lnTo>
                  <a:pt x="4280758" y="932394"/>
                </a:lnTo>
                <a:lnTo>
                  <a:pt x="4277330" y="915446"/>
                </a:lnTo>
                <a:lnTo>
                  <a:pt x="4267981" y="901593"/>
                </a:lnTo>
                <a:lnTo>
                  <a:pt x="4254111" y="892247"/>
                </a:lnTo>
                <a:lnTo>
                  <a:pt x="4237119" y="888818"/>
                </a:lnTo>
                <a:close/>
              </a:path>
              <a:path extrusionOk="0" h="2468879" w="4523105">
                <a:moveTo>
                  <a:pt x="4522590" y="889761"/>
                </a:moveTo>
                <a:lnTo>
                  <a:pt x="4521764" y="889928"/>
                </a:lnTo>
                <a:lnTo>
                  <a:pt x="4507106" y="899813"/>
                </a:lnTo>
                <a:lnTo>
                  <a:pt x="4497223" y="914465"/>
                </a:lnTo>
                <a:lnTo>
                  <a:pt x="4493598" y="932394"/>
                </a:lnTo>
                <a:lnTo>
                  <a:pt x="4497223" y="950349"/>
                </a:lnTo>
                <a:lnTo>
                  <a:pt x="4507106" y="965014"/>
                </a:lnTo>
                <a:lnTo>
                  <a:pt x="4521764" y="974904"/>
                </a:lnTo>
                <a:lnTo>
                  <a:pt x="4522590" y="975071"/>
                </a:lnTo>
                <a:lnTo>
                  <a:pt x="4522590" y="889761"/>
                </a:lnTo>
                <a:close/>
              </a:path>
              <a:path extrusionOk="0" h="2468879" w="4523105">
                <a:moveTo>
                  <a:pt x="1681" y="1234327"/>
                </a:moveTo>
                <a:lnTo>
                  <a:pt x="0" y="1234327"/>
                </a:lnTo>
                <a:lnTo>
                  <a:pt x="0" y="1235270"/>
                </a:lnTo>
                <a:lnTo>
                  <a:pt x="1681" y="1235270"/>
                </a:lnTo>
                <a:lnTo>
                  <a:pt x="1681" y="1234327"/>
                </a:lnTo>
                <a:close/>
              </a:path>
              <a:path extrusionOk="0" h="2468879" w="4523105">
                <a:moveTo>
                  <a:pt x="305302" y="1231407"/>
                </a:moveTo>
                <a:lnTo>
                  <a:pt x="301568" y="1231407"/>
                </a:lnTo>
                <a:lnTo>
                  <a:pt x="300069" y="1232934"/>
                </a:lnTo>
                <a:lnTo>
                  <a:pt x="300069" y="1236663"/>
                </a:lnTo>
                <a:lnTo>
                  <a:pt x="301568" y="1238146"/>
                </a:lnTo>
                <a:lnTo>
                  <a:pt x="305284" y="1238146"/>
                </a:lnTo>
                <a:lnTo>
                  <a:pt x="306795" y="1236663"/>
                </a:lnTo>
                <a:lnTo>
                  <a:pt x="306795" y="1232934"/>
                </a:lnTo>
                <a:lnTo>
                  <a:pt x="305302" y="1231407"/>
                </a:lnTo>
                <a:close/>
              </a:path>
              <a:path extrusionOk="0" h="2468879" w="4523105">
                <a:moveTo>
                  <a:pt x="609743" y="1228083"/>
                </a:moveTo>
                <a:lnTo>
                  <a:pt x="602320" y="1228083"/>
                </a:lnTo>
                <a:lnTo>
                  <a:pt x="599306" y="1231092"/>
                </a:lnTo>
                <a:lnTo>
                  <a:pt x="599306" y="1238505"/>
                </a:lnTo>
                <a:lnTo>
                  <a:pt x="602320" y="1241515"/>
                </a:lnTo>
                <a:lnTo>
                  <a:pt x="609743" y="1241515"/>
                </a:lnTo>
                <a:lnTo>
                  <a:pt x="612757" y="1238505"/>
                </a:lnTo>
                <a:lnTo>
                  <a:pt x="612757" y="1231092"/>
                </a:lnTo>
                <a:lnTo>
                  <a:pt x="609743" y="1228083"/>
                </a:lnTo>
                <a:close/>
              </a:path>
              <a:path extrusionOk="0" h="2468879" w="4523105">
                <a:moveTo>
                  <a:pt x="914180" y="1224758"/>
                </a:moveTo>
                <a:lnTo>
                  <a:pt x="903068" y="1224758"/>
                </a:lnTo>
                <a:lnTo>
                  <a:pt x="898569" y="1229251"/>
                </a:lnTo>
                <a:lnTo>
                  <a:pt x="898569" y="1240347"/>
                </a:lnTo>
                <a:lnTo>
                  <a:pt x="903068" y="1244839"/>
                </a:lnTo>
                <a:lnTo>
                  <a:pt x="914180" y="1244839"/>
                </a:lnTo>
                <a:lnTo>
                  <a:pt x="918679" y="1240347"/>
                </a:lnTo>
                <a:lnTo>
                  <a:pt x="918679" y="1229251"/>
                </a:lnTo>
                <a:lnTo>
                  <a:pt x="914180" y="1224758"/>
                </a:lnTo>
                <a:close/>
              </a:path>
              <a:path extrusionOk="0" h="2468879" w="4523105">
                <a:moveTo>
                  <a:pt x="1218617" y="1221389"/>
                </a:moveTo>
                <a:lnTo>
                  <a:pt x="1203816" y="1221389"/>
                </a:lnTo>
                <a:lnTo>
                  <a:pt x="1197788" y="1227409"/>
                </a:lnTo>
                <a:lnTo>
                  <a:pt x="1197788" y="1242189"/>
                </a:lnTo>
                <a:lnTo>
                  <a:pt x="1203816" y="1248208"/>
                </a:lnTo>
                <a:lnTo>
                  <a:pt x="1218617" y="1248208"/>
                </a:lnTo>
                <a:lnTo>
                  <a:pt x="1224646" y="1242189"/>
                </a:lnTo>
                <a:lnTo>
                  <a:pt x="1224646" y="1227409"/>
                </a:lnTo>
                <a:lnTo>
                  <a:pt x="1218617" y="1221389"/>
                </a:lnTo>
                <a:close/>
              </a:path>
              <a:path extrusionOk="0" h="2468879" w="4523105">
                <a:moveTo>
                  <a:pt x="1523054" y="1218065"/>
                </a:moveTo>
                <a:lnTo>
                  <a:pt x="1504564" y="1218065"/>
                </a:lnTo>
                <a:lnTo>
                  <a:pt x="1497051" y="1225567"/>
                </a:lnTo>
                <a:lnTo>
                  <a:pt x="1497051" y="1244075"/>
                </a:lnTo>
                <a:lnTo>
                  <a:pt x="1504564" y="1251578"/>
                </a:lnTo>
                <a:lnTo>
                  <a:pt x="1523054" y="1251578"/>
                </a:lnTo>
                <a:lnTo>
                  <a:pt x="1530567" y="1244075"/>
                </a:lnTo>
                <a:lnTo>
                  <a:pt x="1530567" y="1225567"/>
                </a:lnTo>
                <a:lnTo>
                  <a:pt x="1523054" y="1218065"/>
                </a:lnTo>
                <a:close/>
              </a:path>
              <a:path extrusionOk="0" h="2468879" w="4523105">
                <a:moveTo>
                  <a:pt x="1816379" y="1214695"/>
                </a:moveTo>
                <a:lnTo>
                  <a:pt x="1808549" y="1216273"/>
                </a:lnTo>
                <a:lnTo>
                  <a:pt x="1802157" y="1220580"/>
                </a:lnTo>
                <a:lnTo>
                  <a:pt x="1797849" y="1226976"/>
                </a:lnTo>
                <a:lnTo>
                  <a:pt x="1796269" y="1234821"/>
                </a:lnTo>
                <a:lnTo>
                  <a:pt x="1797849" y="1242647"/>
                </a:lnTo>
                <a:lnTo>
                  <a:pt x="1802157" y="1249045"/>
                </a:lnTo>
                <a:lnTo>
                  <a:pt x="1808549" y="1253363"/>
                </a:lnTo>
                <a:lnTo>
                  <a:pt x="1816379" y="1254947"/>
                </a:lnTo>
                <a:lnTo>
                  <a:pt x="1824235" y="1253363"/>
                </a:lnTo>
                <a:lnTo>
                  <a:pt x="1830641" y="1249045"/>
                </a:lnTo>
                <a:lnTo>
                  <a:pt x="1834954" y="1242647"/>
                </a:lnTo>
                <a:lnTo>
                  <a:pt x="1836534" y="1234821"/>
                </a:lnTo>
                <a:lnTo>
                  <a:pt x="1834954" y="1226976"/>
                </a:lnTo>
                <a:lnTo>
                  <a:pt x="1830641" y="1220580"/>
                </a:lnTo>
                <a:lnTo>
                  <a:pt x="1824235" y="1216273"/>
                </a:lnTo>
                <a:lnTo>
                  <a:pt x="1816379" y="1214695"/>
                </a:lnTo>
                <a:close/>
              </a:path>
              <a:path extrusionOk="0" h="2468879" w="4523105">
                <a:moveTo>
                  <a:pt x="2118972" y="1211326"/>
                </a:moveTo>
                <a:lnTo>
                  <a:pt x="2109836" y="1213171"/>
                </a:lnTo>
                <a:lnTo>
                  <a:pt x="2102371" y="1218205"/>
                </a:lnTo>
                <a:lnTo>
                  <a:pt x="2097335" y="1225673"/>
                </a:lnTo>
                <a:lnTo>
                  <a:pt x="2095488" y="1234821"/>
                </a:lnTo>
                <a:lnTo>
                  <a:pt x="2097335" y="1243969"/>
                </a:lnTo>
                <a:lnTo>
                  <a:pt x="2102371" y="1251437"/>
                </a:lnTo>
                <a:lnTo>
                  <a:pt x="2109836" y="1256471"/>
                </a:lnTo>
                <a:lnTo>
                  <a:pt x="2118972" y="1258316"/>
                </a:lnTo>
                <a:lnTo>
                  <a:pt x="2128133" y="1256471"/>
                </a:lnTo>
                <a:lnTo>
                  <a:pt x="2135612" y="1251437"/>
                </a:lnTo>
                <a:lnTo>
                  <a:pt x="2140653" y="1243969"/>
                </a:lnTo>
                <a:lnTo>
                  <a:pt x="2142501" y="1234821"/>
                </a:lnTo>
                <a:lnTo>
                  <a:pt x="2140653" y="1225673"/>
                </a:lnTo>
                <a:lnTo>
                  <a:pt x="2135612" y="1218205"/>
                </a:lnTo>
                <a:lnTo>
                  <a:pt x="2128133" y="1213171"/>
                </a:lnTo>
                <a:lnTo>
                  <a:pt x="2118972" y="1211326"/>
                </a:lnTo>
                <a:close/>
              </a:path>
              <a:path extrusionOk="0" h="2468879" w="4523105">
                <a:moveTo>
                  <a:pt x="2421609" y="1208855"/>
                </a:moveTo>
                <a:lnTo>
                  <a:pt x="2411466" y="1210897"/>
                </a:lnTo>
                <a:lnTo>
                  <a:pt x="2403186" y="1216464"/>
                </a:lnTo>
                <a:lnTo>
                  <a:pt x="2397606" y="1224718"/>
                </a:lnTo>
                <a:lnTo>
                  <a:pt x="2395561" y="1234821"/>
                </a:lnTo>
                <a:lnTo>
                  <a:pt x="2397606" y="1244950"/>
                </a:lnTo>
                <a:lnTo>
                  <a:pt x="2403186" y="1253217"/>
                </a:lnTo>
                <a:lnTo>
                  <a:pt x="2411466" y="1258789"/>
                </a:lnTo>
                <a:lnTo>
                  <a:pt x="2421609" y="1260832"/>
                </a:lnTo>
                <a:lnTo>
                  <a:pt x="2431727" y="1258789"/>
                </a:lnTo>
                <a:lnTo>
                  <a:pt x="2439993" y="1253217"/>
                </a:lnTo>
                <a:lnTo>
                  <a:pt x="2445568" y="1244950"/>
                </a:lnTo>
                <a:lnTo>
                  <a:pt x="2447613" y="1234821"/>
                </a:lnTo>
                <a:lnTo>
                  <a:pt x="2445568" y="1224718"/>
                </a:lnTo>
                <a:lnTo>
                  <a:pt x="2439993" y="1216464"/>
                </a:lnTo>
                <a:lnTo>
                  <a:pt x="2431727" y="1210897"/>
                </a:lnTo>
                <a:lnTo>
                  <a:pt x="2421609" y="1208855"/>
                </a:lnTo>
                <a:close/>
              </a:path>
              <a:path extrusionOk="0" h="2468879" w="4523105">
                <a:moveTo>
                  <a:pt x="2724202" y="1205486"/>
                </a:moveTo>
                <a:lnTo>
                  <a:pt x="2712760" y="1207789"/>
                </a:lnTo>
                <a:lnTo>
                  <a:pt x="2703423" y="1214072"/>
                </a:lnTo>
                <a:lnTo>
                  <a:pt x="2697131" y="1223396"/>
                </a:lnTo>
                <a:lnTo>
                  <a:pt x="2694824" y="1234821"/>
                </a:lnTo>
                <a:lnTo>
                  <a:pt x="2697131" y="1246247"/>
                </a:lnTo>
                <a:lnTo>
                  <a:pt x="2703423" y="1255570"/>
                </a:lnTo>
                <a:lnTo>
                  <a:pt x="2712760" y="1261853"/>
                </a:lnTo>
                <a:lnTo>
                  <a:pt x="2724202" y="1264156"/>
                </a:lnTo>
                <a:lnTo>
                  <a:pt x="2735618" y="1261853"/>
                </a:lnTo>
                <a:lnTo>
                  <a:pt x="2744941" y="1255570"/>
                </a:lnTo>
                <a:lnTo>
                  <a:pt x="2751229" y="1246247"/>
                </a:lnTo>
                <a:lnTo>
                  <a:pt x="2753534" y="1234821"/>
                </a:lnTo>
                <a:lnTo>
                  <a:pt x="2751229" y="1223396"/>
                </a:lnTo>
                <a:lnTo>
                  <a:pt x="2744941" y="1214072"/>
                </a:lnTo>
                <a:lnTo>
                  <a:pt x="2735618" y="1207789"/>
                </a:lnTo>
                <a:lnTo>
                  <a:pt x="2724202" y="1205486"/>
                </a:lnTo>
                <a:close/>
              </a:path>
              <a:path extrusionOk="0" h="2468879" w="4523105">
                <a:moveTo>
                  <a:pt x="3026794" y="1202117"/>
                </a:moveTo>
                <a:lnTo>
                  <a:pt x="3014047" y="1204687"/>
                </a:lnTo>
                <a:lnTo>
                  <a:pt x="3003636" y="1211697"/>
                </a:lnTo>
                <a:lnTo>
                  <a:pt x="2996617" y="1222092"/>
                </a:lnTo>
                <a:lnTo>
                  <a:pt x="2994043" y="1234821"/>
                </a:lnTo>
                <a:lnTo>
                  <a:pt x="2996617" y="1247550"/>
                </a:lnTo>
                <a:lnTo>
                  <a:pt x="3003636" y="1257946"/>
                </a:lnTo>
                <a:lnTo>
                  <a:pt x="3014047" y="1264955"/>
                </a:lnTo>
                <a:lnTo>
                  <a:pt x="3026794" y="1267526"/>
                </a:lnTo>
                <a:lnTo>
                  <a:pt x="3039515" y="1264955"/>
                </a:lnTo>
                <a:lnTo>
                  <a:pt x="3049913" y="1257946"/>
                </a:lnTo>
                <a:lnTo>
                  <a:pt x="3056927" y="1247550"/>
                </a:lnTo>
                <a:lnTo>
                  <a:pt x="3059501" y="1234821"/>
                </a:lnTo>
                <a:lnTo>
                  <a:pt x="3056927" y="1222092"/>
                </a:lnTo>
                <a:lnTo>
                  <a:pt x="3049913" y="1211697"/>
                </a:lnTo>
                <a:lnTo>
                  <a:pt x="3039515" y="1204687"/>
                </a:lnTo>
                <a:lnTo>
                  <a:pt x="3026794" y="1202117"/>
                </a:lnTo>
                <a:close/>
              </a:path>
              <a:path extrusionOk="0" h="2468879" w="4523105">
                <a:moveTo>
                  <a:pt x="3329387" y="1199646"/>
                </a:moveTo>
                <a:lnTo>
                  <a:pt x="3315657" y="1202414"/>
                </a:lnTo>
                <a:lnTo>
                  <a:pt x="3304446" y="1209961"/>
                </a:lnTo>
                <a:lnTo>
                  <a:pt x="3296887" y="1221157"/>
                </a:lnTo>
                <a:lnTo>
                  <a:pt x="3294116" y="1234866"/>
                </a:lnTo>
                <a:lnTo>
                  <a:pt x="3296887" y="1248550"/>
                </a:lnTo>
                <a:lnTo>
                  <a:pt x="3304446" y="1259731"/>
                </a:lnTo>
                <a:lnTo>
                  <a:pt x="3315658" y="1267274"/>
                </a:lnTo>
                <a:lnTo>
                  <a:pt x="3329387" y="1270041"/>
                </a:lnTo>
                <a:lnTo>
                  <a:pt x="3343090" y="1267274"/>
                </a:lnTo>
                <a:lnTo>
                  <a:pt x="3354288" y="1259731"/>
                </a:lnTo>
                <a:lnTo>
                  <a:pt x="3361842" y="1248550"/>
                </a:lnTo>
                <a:lnTo>
                  <a:pt x="3364613" y="1234866"/>
                </a:lnTo>
                <a:lnTo>
                  <a:pt x="3361842" y="1221157"/>
                </a:lnTo>
                <a:lnTo>
                  <a:pt x="3354288" y="1209961"/>
                </a:lnTo>
                <a:lnTo>
                  <a:pt x="3343090" y="1202414"/>
                </a:lnTo>
                <a:lnTo>
                  <a:pt x="3329387" y="1199646"/>
                </a:lnTo>
                <a:close/>
              </a:path>
              <a:path extrusionOk="0" h="2468879" w="4523105">
                <a:moveTo>
                  <a:pt x="3631934" y="1197130"/>
                </a:moveTo>
                <a:lnTo>
                  <a:pt x="3617249" y="1200095"/>
                </a:lnTo>
                <a:lnTo>
                  <a:pt x="3605250" y="1208181"/>
                </a:lnTo>
                <a:lnTo>
                  <a:pt x="3597157" y="1220176"/>
                </a:lnTo>
                <a:lnTo>
                  <a:pt x="3594189" y="1234866"/>
                </a:lnTo>
                <a:lnTo>
                  <a:pt x="3597157" y="1249530"/>
                </a:lnTo>
                <a:lnTo>
                  <a:pt x="3605250" y="1261512"/>
                </a:lnTo>
                <a:lnTo>
                  <a:pt x="3617249" y="1269593"/>
                </a:lnTo>
                <a:lnTo>
                  <a:pt x="3631934" y="1272557"/>
                </a:lnTo>
                <a:lnTo>
                  <a:pt x="3646645" y="1269593"/>
                </a:lnTo>
                <a:lnTo>
                  <a:pt x="3658657" y="1261512"/>
                </a:lnTo>
                <a:lnTo>
                  <a:pt x="3666755" y="1249530"/>
                </a:lnTo>
                <a:lnTo>
                  <a:pt x="3669725" y="1234866"/>
                </a:lnTo>
                <a:lnTo>
                  <a:pt x="3666755" y="1220176"/>
                </a:lnTo>
                <a:lnTo>
                  <a:pt x="3658657" y="1208181"/>
                </a:lnTo>
                <a:lnTo>
                  <a:pt x="3646645" y="1200095"/>
                </a:lnTo>
                <a:lnTo>
                  <a:pt x="3631934" y="1197130"/>
                </a:lnTo>
                <a:close/>
              </a:path>
              <a:path extrusionOk="0" h="2468879" w="4523105">
                <a:moveTo>
                  <a:pt x="3934527" y="1193761"/>
                </a:moveTo>
                <a:lnTo>
                  <a:pt x="3918543" y="1196993"/>
                </a:lnTo>
                <a:lnTo>
                  <a:pt x="3905487" y="1205806"/>
                </a:lnTo>
                <a:lnTo>
                  <a:pt x="3896682" y="1218872"/>
                </a:lnTo>
                <a:lnTo>
                  <a:pt x="3893452" y="1234866"/>
                </a:lnTo>
                <a:lnTo>
                  <a:pt x="3896682" y="1250853"/>
                </a:lnTo>
                <a:lnTo>
                  <a:pt x="3905487" y="1263904"/>
                </a:lnTo>
                <a:lnTo>
                  <a:pt x="3918543" y="1272701"/>
                </a:lnTo>
                <a:lnTo>
                  <a:pt x="3934527" y="1275926"/>
                </a:lnTo>
                <a:lnTo>
                  <a:pt x="3950543" y="1272701"/>
                </a:lnTo>
                <a:lnTo>
                  <a:pt x="3963629" y="1263904"/>
                </a:lnTo>
                <a:lnTo>
                  <a:pt x="3972454" y="1250853"/>
                </a:lnTo>
                <a:lnTo>
                  <a:pt x="3975691" y="1234866"/>
                </a:lnTo>
                <a:lnTo>
                  <a:pt x="3972454" y="1218872"/>
                </a:lnTo>
                <a:lnTo>
                  <a:pt x="3963629" y="1205806"/>
                </a:lnTo>
                <a:lnTo>
                  <a:pt x="3950543" y="1196993"/>
                </a:lnTo>
                <a:lnTo>
                  <a:pt x="3934527" y="1193761"/>
                </a:lnTo>
                <a:close/>
              </a:path>
              <a:path extrusionOk="0" h="2468879" w="4523105">
                <a:moveTo>
                  <a:pt x="4237119" y="1191290"/>
                </a:moveTo>
                <a:lnTo>
                  <a:pt x="4220154" y="1194713"/>
                </a:lnTo>
                <a:lnTo>
                  <a:pt x="4206297" y="1204048"/>
                </a:lnTo>
                <a:lnTo>
                  <a:pt x="4196952" y="1217899"/>
                </a:lnTo>
                <a:lnTo>
                  <a:pt x="4193525" y="1234866"/>
                </a:lnTo>
                <a:lnTo>
                  <a:pt x="4196952" y="1251833"/>
                </a:lnTo>
                <a:lnTo>
                  <a:pt x="4206297" y="1265684"/>
                </a:lnTo>
                <a:lnTo>
                  <a:pt x="4220154" y="1275020"/>
                </a:lnTo>
                <a:lnTo>
                  <a:pt x="4237119" y="1278442"/>
                </a:lnTo>
                <a:lnTo>
                  <a:pt x="4254111" y="1275020"/>
                </a:lnTo>
                <a:lnTo>
                  <a:pt x="4267981" y="1265684"/>
                </a:lnTo>
                <a:lnTo>
                  <a:pt x="4277331" y="1251833"/>
                </a:lnTo>
                <a:lnTo>
                  <a:pt x="4280758" y="1234866"/>
                </a:lnTo>
                <a:lnTo>
                  <a:pt x="4277331" y="1217899"/>
                </a:lnTo>
                <a:lnTo>
                  <a:pt x="4267981" y="1204048"/>
                </a:lnTo>
                <a:lnTo>
                  <a:pt x="4254111" y="1194713"/>
                </a:lnTo>
                <a:lnTo>
                  <a:pt x="4237119" y="1191290"/>
                </a:lnTo>
                <a:close/>
              </a:path>
              <a:path extrusionOk="0" h="2468879" w="4523105">
                <a:moveTo>
                  <a:pt x="4522590" y="1192227"/>
                </a:moveTo>
                <a:lnTo>
                  <a:pt x="4521764" y="1192394"/>
                </a:lnTo>
                <a:lnTo>
                  <a:pt x="4507106" y="1202268"/>
                </a:lnTo>
                <a:lnTo>
                  <a:pt x="4497223" y="1216918"/>
                </a:lnTo>
                <a:lnTo>
                  <a:pt x="4493599" y="1234866"/>
                </a:lnTo>
                <a:lnTo>
                  <a:pt x="4497223" y="1252814"/>
                </a:lnTo>
                <a:lnTo>
                  <a:pt x="4507106" y="1267464"/>
                </a:lnTo>
                <a:lnTo>
                  <a:pt x="4521764" y="1277338"/>
                </a:lnTo>
                <a:lnTo>
                  <a:pt x="4522590" y="1277505"/>
                </a:lnTo>
                <a:lnTo>
                  <a:pt x="4522590" y="1192227"/>
                </a:lnTo>
                <a:close/>
              </a:path>
              <a:path extrusionOk="0" h="2468879" w="4523105">
                <a:moveTo>
                  <a:pt x="1681" y="1536754"/>
                </a:moveTo>
                <a:lnTo>
                  <a:pt x="0" y="1536754"/>
                </a:lnTo>
                <a:lnTo>
                  <a:pt x="0" y="1537698"/>
                </a:lnTo>
                <a:lnTo>
                  <a:pt x="1681" y="1537698"/>
                </a:lnTo>
                <a:lnTo>
                  <a:pt x="1681" y="1536754"/>
                </a:lnTo>
                <a:close/>
              </a:path>
              <a:path extrusionOk="0" h="2468879" w="4523105">
                <a:moveTo>
                  <a:pt x="305302" y="1533879"/>
                </a:moveTo>
                <a:lnTo>
                  <a:pt x="301568" y="1533879"/>
                </a:lnTo>
                <a:lnTo>
                  <a:pt x="300070" y="1535362"/>
                </a:lnTo>
                <a:lnTo>
                  <a:pt x="300070" y="1539090"/>
                </a:lnTo>
                <a:lnTo>
                  <a:pt x="301568" y="1540618"/>
                </a:lnTo>
                <a:lnTo>
                  <a:pt x="305284" y="1540618"/>
                </a:lnTo>
                <a:lnTo>
                  <a:pt x="306795" y="1539090"/>
                </a:lnTo>
                <a:lnTo>
                  <a:pt x="306795" y="1535362"/>
                </a:lnTo>
                <a:lnTo>
                  <a:pt x="305302" y="1533879"/>
                </a:lnTo>
                <a:close/>
              </a:path>
              <a:path extrusionOk="0" h="2468879" w="4523105">
                <a:moveTo>
                  <a:pt x="609743" y="1530555"/>
                </a:moveTo>
                <a:lnTo>
                  <a:pt x="602320" y="1530555"/>
                </a:lnTo>
                <a:lnTo>
                  <a:pt x="599306" y="1533565"/>
                </a:lnTo>
                <a:lnTo>
                  <a:pt x="599306" y="1540932"/>
                </a:lnTo>
                <a:lnTo>
                  <a:pt x="602320" y="1543942"/>
                </a:lnTo>
                <a:lnTo>
                  <a:pt x="609743" y="1543942"/>
                </a:lnTo>
                <a:lnTo>
                  <a:pt x="612758" y="1540932"/>
                </a:lnTo>
                <a:lnTo>
                  <a:pt x="612758" y="1533565"/>
                </a:lnTo>
                <a:lnTo>
                  <a:pt x="609743" y="1530555"/>
                </a:lnTo>
                <a:close/>
              </a:path>
              <a:path extrusionOk="0" h="2468879" w="4523105">
                <a:moveTo>
                  <a:pt x="914180" y="1527186"/>
                </a:moveTo>
                <a:lnTo>
                  <a:pt x="903068" y="1527186"/>
                </a:lnTo>
                <a:lnTo>
                  <a:pt x="898569" y="1531678"/>
                </a:lnTo>
                <a:lnTo>
                  <a:pt x="898569" y="1542819"/>
                </a:lnTo>
                <a:lnTo>
                  <a:pt x="903068" y="1547311"/>
                </a:lnTo>
                <a:lnTo>
                  <a:pt x="914180" y="1547311"/>
                </a:lnTo>
                <a:lnTo>
                  <a:pt x="918679" y="1542819"/>
                </a:lnTo>
                <a:lnTo>
                  <a:pt x="918679" y="1531678"/>
                </a:lnTo>
                <a:lnTo>
                  <a:pt x="914180" y="1527186"/>
                </a:lnTo>
                <a:close/>
              </a:path>
              <a:path extrusionOk="0" h="2468879" w="4523105">
                <a:moveTo>
                  <a:pt x="1218617" y="1523816"/>
                </a:moveTo>
                <a:lnTo>
                  <a:pt x="1203816" y="1523816"/>
                </a:lnTo>
                <a:lnTo>
                  <a:pt x="1197788" y="1529836"/>
                </a:lnTo>
                <a:lnTo>
                  <a:pt x="1197788" y="1544661"/>
                </a:lnTo>
                <a:lnTo>
                  <a:pt x="1203816" y="1550681"/>
                </a:lnTo>
                <a:lnTo>
                  <a:pt x="1218617" y="1550681"/>
                </a:lnTo>
                <a:lnTo>
                  <a:pt x="1224646" y="1544661"/>
                </a:lnTo>
                <a:lnTo>
                  <a:pt x="1224646" y="1529836"/>
                </a:lnTo>
                <a:lnTo>
                  <a:pt x="1218617" y="1523816"/>
                </a:lnTo>
                <a:close/>
              </a:path>
              <a:path extrusionOk="0" h="2468879" w="4523105">
                <a:moveTo>
                  <a:pt x="1523054" y="1520492"/>
                </a:moveTo>
                <a:lnTo>
                  <a:pt x="1504564" y="1520492"/>
                </a:lnTo>
                <a:lnTo>
                  <a:pt x="1497051" y="1528039"/>
                </a:lnTo>
                <a:lnTo>
                  <a:pt x="1497051" y="1546548"/>
                </a:lnTo>
                <a:lnTo>
                  <a:pt x="1504564" y="1554050"/>
                </a:lnTo>
                <a:lnTo>
                  <a:pt x="1523054" y="1554050"/>
                </a:lnTo>
                <a:lnTo>
                  <a:pt x="1530568" y="1546548"/>
                </a:lnTo>
                <a:lnTo>
                  <a:pt x="1530568" y="1528039"/>
                </a:lnTo>
                <a:lnTo>
                  <a:pt x="1523054" y="1520492"/>
                </a:lnTo>
                <a:close/>
              </a:path>
              <a:path extrusionOk="0" h="2468879" w="4523105">
                <a:moveTo>
                  <a:pt x="1816379" y="1517168"/>
                </a:moveTo>
                <a:lnTo>
                  <a:pt x="1808549" y="1518745"/>
                </a:lnTo>
                <a:lnTo>
                  <a:pt x="1802157" y="1523053"/>
                </a:lnTo>
                <a:lnTo>
                  <a:pt x="1797849" y="1529449"/>
                </a:lnTo>
                <a:lnTo>
                  <a:pt x="1796269" y="1537293"/>
                </a:lnTo>
                <a:lnTo>
                  <a:pt x="1797849" y="1545119"/>
                </a:lnTo>
                <a:lnTo>
                  <a:pt x="1802157" y="1551517"/>
                </a:lnTo>
                <a:lnTo>
                  <a:pt x="1808549" y="1555835"/>
                </a:lnTo>
                <a:lnTo>
                  <a:pt x="1816379" y="1557419"/>
                </a:lnTo>
                <a:lnTo>
                  <a:pt x="1824235" y="1555835"/>
                </a:lnTo>
                <a:lnTo>
                  <a:pt x="1830641" y="1551517"/>
                </a:lnTo>
                <a:lnTo>
                  <a:pt x="1834954" y="1545119"/>
                </a:lnTo>
                <a:lnTo>
                  <a:pt x="1836534" y="1537293"/>
                </a:lnTo>
                <a:lnTo>
                  <a:pt x="1834954" y="1529449"/>
                </a:lnTo>
                <a:lnTo>
                  <a:pt x="1830641" y="1523053"/>
                </a:lnTo>
                <a:lnTo>
                  <a:pt x="1824235" y="1518745"/>
                </a:lnTo>
                <a:lnTo>
                  <a:pt x="1816379" y="1517168"/>
                </a:lnTo>
                <a:close/>
              </a:path>
              <a:path extrusionOk="0" h="2468879" w="4523105">
                <a:moveTo>
                  <a:pt x="2118972" y="1513798"/>
                </a:moveTo>
                <a:lnTo>
                  <a:pt x="2109836" y="1515644"/>
                </a:lnTo>
                <a:lnTo>
                  <a:pt x="2102371" y="1520677"/>
                </a:lnTo>
                <a:lnTo>
                  <a:pt x="2097335" y="1528145"/>
                </a:lnTo>
                <a:lnTo>
                  <a:pt x="2095488" y="1537293"/>
                </a:lnTo>
                <a:lnTo>
                  <a:pt x="2097335" y="1546416"/>
                </a:lnTo>
                <a:lnTo>
                  <a:pt x="2102371" y="1553870"/>
                </a:lnTo>
                <a:lnTo>
                  <a:pt x="2109836" y="1558899"/>
                </a:lnTo>
                <a:lnTo>
                  <a:pt x="2118972" y="1560744"/>
                </a:lnTo>
                <a:lnTo>
                  <a:pt x="2128133" y="1558899"/>
                </a:lnTo>
                <a:lnTo>
                  <a:pt x="2135612" y="1553870"/>
                </a:lnTo>
                <a:lnTo>
                  <a:pt x="2140653" y="1546416"/>
                </a:lnTo>
                <a:lnTo>
                  <a:pt x="2142501" y="1537293"/>
                </a:lnTo>
                <a:lnTo>
                  <a:pt x="2140653" y="1528145"/>
                </a:lnTo>
                <a:lnTo>
                  <a:pt x="2135612" y="1520677"/>
                </a:lnTo>
                <a:lnTo>
                  <a:pt x="2128133" y="1515644"/>
                </a:lnTo>
                <a:lnTo>
                  <a:pt x="2118972" y="1513798"/>
                </a:lnTo>
                <a:close/>
              </a:path>
              <a:path extrusionOk="0" h="2468879" w="4523105">
                <a:moveTo>
                  <a:pt x="2421609" y="1511327"/>
                </a:moveTo>
                <a:lnTo>
                  <a:pt x="2411466" y="1513369"/>
                </a:lnTo>
                <a:lnTo>
                  <a:pt x="2403187" y="1518936"/>
                </a:lnTo>
                <a:lnTo>
                  <a:pt x="2397607" y="1527190"/>
                </a:lnTo>
                <a:lnTo>
                  <a:pt x="2395561" y="1537293"/>
                </a:lnTo>
                <a:lnTo>
                  <a:pt x="2397607" y="1547396"/>
                </a:lnTo>
                <a:lnTo>
                  <a:pt x="2403187" y="1555650"/>
                </a:lnTo>
                <a:lnTo>
                  <a:pt x="2411466" y="1561217"/>
                </a:lnTo>
                <a:lnTo>
                  <a:pt x="2421609" y="1563259"/>
                </a:lnTo>
                <a:lnTo>
                  <a:pt x="2431727" y="1561217"/>
                </a:lnTo>
                <a:lnTo>
                  <a:pt x="2439993" y="1555650"/>
                </a:lnTo>
                <a:lnTo>
                  <a:pt x="2445568" y="1547396"/>
                </a:lnTo>
                <a:lnTo>
                  <a:pt x="2447613" y="1537293"/>
                </a:lnTo>
                <a:lnTo>
                  <a:pt x="2445568" y="1527190"/>
                </a:lnTo>
                <a:lnTo>
                  <a:pt x="2439993" y="1518936"/>
                </a:lnTo>
                <a:lnTo>
                  <a:pt x="2431727" y="1513369"/>
                </a:lnTo>
                <a:lnTo>
                  <a:pt x="2421609" y="1511327"/>
                </a:lnTo>
                <a:close/>
              </a:path>
              <a:path extrusionOk="0" h="2468879" w="4523105">
                <a:moveTo>
                  <a:pt x="2724202" y="1507958"/>
                </a:moveTo>
                <a:lnTo>
                  <a:pt x="2712760" y="1510261"/>
                </a:lnTo>
                <a:lnTo>
                  <a:pt x="2703423" y="1516544"/>
                </a:lnTo>
                <a:lnTo>
                  <a:pt x="2697131" y="1525868"/>
                </a:lnTo>
                <a:lnTo>
                  <a:pt x="2694824" y="1537293"/>
                </a:lnTo>
                <a:lnTo>
                  <a:pt x="2697131" y="1548719"/>
                </a:lnTo>
                <a:lnTo>
                  <a:pt x="2703423" y="1558043"/>
                </a:lnTo>
                <a:lnTo>
                  <a:pt x="2712760" y="1564326"/>
                </a:lnTo>
                <a:lnTo>
                  <a:pt x="2724202" y="1566629"/>
                </a:lnTo>
                <a:lnTo>
                  <a:pt x="2735618" y="1564326"/>
                </a:lnTo>
                <a:lnTo>
                  <a:pt x="2744942" y="1558043"/>
                </a:lnTo>
                <a:lnTo>
                  <a:pt x="2751229" y="1548719"/>
                </a:lnTo>
                <a:lnTo>
                  <a:pt x="2753534" y="1537293"/>
                </a:lnTo>
                <a:lnTo>
                  <a:pt x="2751229" y="1525868"/>
                </a:lnTo>
                <a:lnTo>
                  <a:pt x="2744942" y="1516544"/>
                </a:lnTo>
                <a:lnTo>
                  <a:pt x="2735618" y="1510261"/>
                </a:lnTo>
                <a:lnTo>
                  <a:pt x="2724202" y="1507958"/>
                </a:lnTo>
                <a:close/>
              </a:path>
              <a:path extrusionOk="0" h="2468879" w="4523105">
                <a:moveTo>
                  <a:pt x="3026794" y="1504589"/>
                </a:moveTo>
                <a:lnTo>
                  <a:pt x="3014047" y="1507159"/>
                </a:lnTo>
                <a:lnTo>
                  <a:pt x="3003637" y="1514169"/>
                </a:lnTo>
                <a:lnTo>
                  <a:pt x="2996617" y="1524564"/>
                </a:lnTo>
                <a:lnTo>
                  <a:pt x="2994043" y="1537293"/>
                </a:lnTo>
                <a:lnTo>
                  <a:pt x="2996617" y="1550022"/>
                </a:lnTo>
                <a:lnTo>
                  <a:pt x="3003637" y="1560418"/>
                </a:lnTo>
                <a:lnTo>
                  <a:pt x="3014047" y="1567427"/>
                </a:lnTo>
                <a:lnTo>
                  <a:pt x="3026794" y="1569998"/>
                </a:lnTo>
                <a:lnTo>
                  <a:pt x="3039516" y="1567427"/>
                </a:lnTo>
                <a:lnTo>
                  <a:pt x="3049913" y="1560418"/>
                </a:lnTo>
                <a:lnTo>
                  <a:pt x="3056928" y="1550022"/>
                </a:lnTo>
                <a:lnTo>
                  <a:pt x="3059501" y="1537293"/>
                </a:lnTo>
                <a:lnTo>
                  <a:pt x="3056928" y="1524564"/>
                </a:lnTo>
                <a:lnTo>
                  <a:pt x="3049913" y="1514169"/>
                </a:lnTo>
                <a:lnTo>
                  <a:pt x="3039516" y="1507159"/>
                </a:lnTo>
                <a:lnTo>
                  <a:pt x="3026794" y="1504589"/>
                </a:lnTo>
                <a:close/>
              </a:path>
              <a:path extrusionOk="0" h="2468879" w="4523105">
                <a:moveTo>
                  <a:pt x="3329387" y="1502118"/>
                </a:moveTo>
                <a:lnTo>
                  <a:pt x="3315658" y="1504885"/>
                </a:lnTo>
                <a:lnTo>
                  <a:pt x="3304446" y="1512428"/>
                </a:lnTo>
                <a:lnTo>
                  <a:pt x="3296888" y="1523610"/>
                </a:lnTo>
                <a:lnTo>
                  <a:pt x="3294116" y="1537293"/>
                </a:lnTo>
                <a:lnTo>
                  <a:pt x="3296888" y="1551003"/>
                </a:lnTo>
                <a:lnTo>
                  <a:pt x="3304446" y="1562198"/>
                </a:lnTo>
                <a:lnTo>
                  <a:pt x="3315658" y="1569746"/>
                </a:lnTo>
                <a:lnTo>
                  <a:pt x="3329387" y="1572514"/>
                </a:lnTo>
                <a:lnTo>
                  <a:pt x="3343090" y="1569746"/>
                </a:lnTo>
                <a:lnTo>
                  <a:pt x="3354288" y="1562198"/>
                </a:lnTo>
                <a:lnTo>
                  <a:pt x="3361842" y="1551003"/>
                </a:lnTo>
                <a:lnTo>
                  <a:pt x="3364613" y="1537293"/>
                </a:lnTo>
                <a:lnTo>
                  <a:pt x="3361842" y="1523610"/>
                </a:lnTo>
                <a:lnTo>
                  <a:pt x="3354288" y="1512428"/>
                </a:lnTo>
                <a:lnTo>
                  <a:pt x="3343090" y="1504885"/>
                </a:lnTo>
                <a:lnTo>
                  <a:pt x="3329387" y="1502118"/>
                </a:lnTo>
                <a:close/>
              </a:path>
              <a:path extrusionOk="0" h="2468879" w="4523105">
                <a:moveTo>
                  <a:pt x="3631934" y="1499602"/>
                </a:moveTo>
                <a:lnTo>
                  <a:pt x="3617249" y="1502567"/>
                </a:lnTo>
                <a:lnTo>
                  <a:pt x="3605251" y="1510648"/>
                </a:lnTo>
                <a:lnTo>
                  <a:pt x="3597158" y="1522629"/>
                </a:lnTo>
                <a:lnTo>
                  <a:pt x="3594189" y="1537293"/>
                </a:lnTo>
                <a:lnTo>
                  <a:pt x="3597158" y="1551983"/>
                </a:lnTo>
                <a:lnTo>
                  <a:pt x="3605251" y="1563978"/>
                </a:lnTo>
                <a:lnTo>
                  <a:pt x="3617249" y="1572064"/>
                </a:lnTo>
                <a:lnTo>
                  <a:pt x="3631934" y="1575029"/>
                </a:lnTo>
                <a:lnTo>
                  <a:pt x="3646646" y="1572064"/>
                </a:lnTo>
                <a:lnTo>
                  <a:pt x="3658658" y="1563978"/>
                </a:lnTo>
                <a:lnTo>
                  <a:pt x="3666756" y="1551983"/>
                </a:lnTo>
                <a:lnTo>
                  <a:pt x="3669725" y="1537293"/>
                </a:lnTo>
                <a:lnTo>
                  <a:pt x="3666755" y="1522629"/>
                </a:lnTo>
                <a:lnTo>
                  <a:pt x="3658658" y="1510648"/>
                </a:lnTo>
                <a:lnTo>
                  <a:pt x="3646646" y="1502567"/>
                </a:lnTo>
                <a:lnTo>
                  <a:pt x="3631934" y="1499602"/>
                </a:lnTo>
                <a:close/>
              </a:path>
              <a:path extrusionOk="0" h="2468879" w="4523105">
                <a:moveTo>
                  <a:pt x="3934527" y="1496233"/>
                </a:moveTo>
                <a:lnTo>
                  <a:pt x="3918543" y="1499458"/>
                </a:lnTo>
                <a:lnTo>
                  <a:pt x="3905487" y="1508256"/>
                </a:lnTo>
                <a:lnTo>
                  <a:pt x="3896682" y="1521307"/>
                </a:lnTo>
                <a:lnTo>
                  <a:pt x="3893452" y="1537293"/>
                </a:lnTo>
                <a:lnTo>
                  <a:pt x="3896682" y="1553287"/>
                </a:lnTo>
                <a:lnTo>
                  <a:pt x="3905487" y="1566353"/>
                </a:lnTo>
                <a:lnTo>
                  <a:pt x="3918543" y="1575166"/>
                </a:lnTo>
                <a:lnTo>
                  <a:pt x="3934527" y="1578399"/>
                </a:lnTo>
                <a:lnTo>
                  <a:pt x="3950544" y="1575166"/>
                </a:lnTo>
                <a:lnTo>
                  <a:pt x="3963629" y="1566353"/>
                </a:lnTo>
                <a:lnTo>
                  <a:pt x="3972454" y="1553287"/>
                </a:lnTo>
                <a:lnTo>
                  <a:pt x="3975691" y="1537293"/>
                </a:lnTo>
                <a:lnTo>
                  <a:pt x="3972454" y="1521307"/>
                </a:lnTo>
                <a:lnTo>
                  <a:pt x="3963629" y="1508256"/>
                </a:lnTo>
                <a:lnTo>
                  <a:pt x="3950544" y="1499458"/>
                </a:lnTo>
                <a:lnTo>
                  <a:pt x="3934527" y="1496233"/>
                </a:lnTo>
                <a:close/>
              </a:path>
              <a:path extrusionOk="0" h="2468879" w="4523105">
                <a:moveTo>
                  <a:pt x="4237119" y="1493717"/>
                </a:moveTo>
                <a:lnTo>
                  <a:pt x="4220154" y="1497147"/>
                </a:lnTo>
                <a:lnTo>
                  <a:pt x="4206297" y="1506498"/>
                </a:lnTo>
                <a:lnTo>
                  <a:pt x="4196952" y="1520364"/>
                </a:lnTo>
                <a:lnTo>
                  <a:pt x="4193526" y="1537338"/>
                </a:lnTo>
                <a:lnTo>
                  <a:pt x="4196952" y="1554287"/>
                </a:lnTo>
                <a:lnTo>
                  <a:pt x="4206297" y="1568139"/>
                </a:lnTo>
                <a:lnTo>
                  <a:pt x="4220154" y="1577485"/>
                </a:lnTo>
                <a:lnTo>
                  <a:pt x="4237119" y="1580914"/>
                </a:lnTo>
                <a:lnTo>
                  <a:pt x="4254111" y="1577485"/>
                </a:lnTo>
                <a:lnTo>
                  <a:pt x="4267982" y="1568139"/>
                </a:lnTo>
                <a:lnTo>
                  <a:pt x="4277331" y="1554287"/>
                </a:lnTo>
                <a:lnTo>
                  <a:pt x="4280758" y="1537338"/>
                </a:lnTo>
                <a:lnTo>
                  <a:pt x="4277331" y="1520364"/>
                </a:lnTo>
                <a:lnTo>
                  <a:pt x="4267982" y="1506498"/>
                </a:lnTo>
                <a:lnTo>
                  <a:pt x="4254111" y="1497147"/>
                </a:lnTo>
                <a:lnTo>
                  <a:pt x="4237119" y="1493717"/>
                </a:lnTo>
                <a:close/>
              </a:path>
              <a:path extrusionOk="0" h="2468879" w="4523105">
                <a:moveTo>
                  <a:pt x="4522590" y="1494661"/>
                </a:moveTo>
                <a:lnTo>
                  <a:pt x="4521764" y="1494828"/>
                </a:lnTo>
                <a:lnTo>
                  <a:pt x="4507107" y="1504718"/>
                </a:lnTo>
                <a:lnTo>
                  <a:pt x="4497223" y="1519384"/>
                </a:lnTo>
                <a:lnTo>
                  <a:pt x="4493599" y="1537338"/>
                </a:lnTo>
                <a:lnTo>
                  <a:pt x="4497223" y="1555286"/>
                </a:lnTo>
                <a:lnTo>
                  <a:pt x="4507107" y="1569936"/>
                </a:lnTo>
                <a:lnTo>
                  <a:pt x="4521764" y="1579810"/>
                </a:lnTo>
                <a:lnTo>
                  <a:pt x="4522590" y="1579977"/>
                </a:lnTo>
                <a:lnTo>
                  <a:pt x="4522590" y="1494661"/>
                </a:lnTo>
                <a:close/>
              </a:path>
              <a:path extrusionOk="0" h="2468879" w="4523105">
                <a:moveTo>
                  <a:pt x="304830" y="1837160"/>
                </a:moveTo>
                <a:lnTo>
                  <a:pt x="302040" y="1837160"/>
                </a:lnTo>
                <a:lnTo>
                  <a:pt x="300911" y="1838283"/>
                </a:lnTo>
                <a:lnTo>
                  <a:pt x="300911" y="1841068"/>
                </a:lnTo>
                <a:lnTo>
                  <a:pt x="302040" y="1842192"/>
                </a:lnTo>
                <a:lnTo>
                  <a:pt x="304830" y="1842192"/>
                </a:lnTo>
                <a:lnTo>
                  <a:pt x="305954" y="1841068"/>
                </a:lnTo>
                <a:lnTo>
                  <a:pt x="305954" y="1838283"/>
                </a:lnTo>
                <a:lnTo>
                  <a:pt x="304830" y="1837160"/>
                </a:lnTo>
                <a:close/>
              </a:path>
              <a:path extrusionOk="0" h="2468879" w="4523105">
                <a:moveTo>
                  <a:pt x="609743" y="1832982"/>
                </a:moveTo>
                <a:lnTo>
                  <a:pt x="602320" y="1832982"/>
                </a:lnTo>
                <a:lnTo>
                  <a:pt x="599306" y="1835992"/>
                </a:lnTo>
                <a:lnTo>
                  <a:pt x="599306" y="1843404"/>
                </a:lnTo>
                <a:lnTo>
                  <a:pt x="602320" y="1846414"/>
                </a:lnTo>
                <a:lnTo>
                  <a:pt x="609743" y="1846414"/>
                </a:lnTo>
                <a:lnTo>
                  <a:pt x="612758" y="1843404"/>
                </a:lnTo>
                <a:lnTo>
                  <a:pt x="612758" y="1835992"/>
                </a:lnTo>
                <a:lnTo>
                  <a:pt x="609743" y="1832982"/>
                </a:lnTo>
                <a:close/>
              </a:path>
              <a:path extrusionOk="0" h="2468879" w="4523105">
                <a:moveTo>
                  <a:pt x="914181" y="1829658"/>
                </a:moveTo>
                <a:lnTo>
                  <a:pt x="903068" y="1829658"/>
                </a:lnTo>
                <a:lnTo>
                  <a:pt x="898570" y="1834150"/>
                </a:lnTo>
                <a:lnTo>
                  <a:pt x="898570" y="1845246"/>
                </a:lnTo>
                <a:lnTo>
                  <a:pt x="903068" y="1849739"/>
                </a:lnTo>
                <a:lnTo>
                  <a:pt x="914181" y="1849739"/>
                </a:lnTo>
                <a:lnTo>
                  <a:pt x="918679" y="1845246"/>
                </a:lnTo>
                <a:lnTo>
                  <a:pt x="918679" y="1834150"/>
                </a:lnTo>
                <a:lnTo>
                  <a:pt x="914181" y="1829658"/>
                </a:lnTo>
                <a:close/>
              </a:path>
              <a:path extrusionOk="0" h="2468879" w="4523105">
                <a:moveTo>
                  <a:pt x="1218618" y="1826288"/>
                </a:moveTo>
                <a:lnTo>
                  <a:pt x="1203816" y="1826288"/>
                </a:lnTo>
                <a:lnTo>
                  <a:pt x="1197788" y="1832308"/>
                </a:lnTo>
                <a:lnTo>
                  <a:pt x="1197788" y="1847088"/>
                </a:lnTo>
                <a:lnTo>
                  <a:pt x="1203816" y="1853108"/>
                </a:lnTo>
                <a:lnTo>
                  <a:pt x="1218618" y="1853108"/>
                </a:lnTo>
                <a:lnTo>
                  <a:pt x="1224646" y="1847088"/>
                </a:lnTo>
                <a:lnTo>
                  <a:pt x="1224646" y="1832308"/>
                </a:lnTo>
                <a:lnTo>
                  <a:pt x="1218618" y="1826288"/>
                </a:lnTo>
                <a:close/>
              </a:path>
              <a:path extrusionOk="0" h="2468879" w="4523105">
                <a:moveTo>
                  <a:pt x="1523055" y="1822964"/>
                </a:moveTo>
                <a:lnTo>
                  <a:pt x="1504564" y="1822964"/>
                </a:lnTo>
                <a:lnTo>
                  <a:pt x="1497051" y="1830466"/>
                </a:lnTo>
                <a:lnTo>
                  <a:pt x="1497051" y="1848975"/>
                </a:lnTo>
                <a:lnTo>
                  <a:pt x="1504564" y="1856477"/>
                </a:lnTo>
                <a:lnTo>
                  <a:pt x="1523055" y="1856477"/>
                </a:lnTo>
                <a:lnTo>
                  <a:pt x="1530568" y="1848975"/>
                </a:lnTo>
                <a:lnTo>
                  <a:pt x="1530568" y="1830466"/>
                </a:lnTo>
                <a:lnTo>
                  <a:pt x="1523055" y="1822964"/>
                </a:lnTo>
                <a:close/>
              </a:path>
              <a:path extrusionOk="0" h="2468879" w="4523105">
                <a:moveTo>
                  <a:pt x="1816379" y="1819595"/>
                </a:moveTo>
                <a:lnTo>
                  <a:pt x="1808549" y="1821173"/>
                </a:lnTo>
                <a:lnTo>
                  <a:pt x="1802158" y="1825480"/>
                </a:lnTo>
                <a:lnTo>
                  <a:pt x="1797849" y="1831876"/>
                </a:lnTo>
                <a:lnTo>
                  <a:pt x="1796270" y="1839721"/>
                </a:lnTo>
                <a:lnTo>
                  <a:pt x="1797849" y="1847547"/>
                </a:lnTo>
                <a:lnTo>
                  <a:pt x="1802158" y="1853945"/>
                </a:lnTo>
                <a:lnTo>
                  <a:pt x="1808549" y="1858262"/>
                </a:lnTo>
                <a:lnTo>
                  <a:pt x="1816380" y="1859847"/>
                </a:lnTo>
                <a:lnTo>
                  <a:pt x="1824236" y="1858262"/>
                </a:lnTo>
                <a:lnTo>
                  <a:pt x="1830641" y="1853945"/>
                </a:lnTo>
                <a:lnTo>
                  <a:pt x="1834954" y="1847547"/>
                </a:lnTo>
                <a:lnTo>
                  <a:pt x="1836534" y="1839721"/>
                </a:lnTo>
                <a:lnTo>
                  <a:pt x="1834954" y="1831876"/>
                </a:lnTo>
                <a:lnTo>
                  <a:pt x="1830641" y="1825480"/>
                </a:lnTo>
                <a:lnTo>
                  <a:pt x="1824236" y="1821173"/>
                </a:lnTo>
                <a:lnTo>
                  <a:pt x="1816379" y="1819595"/>
                </a:lnTo>
                <a:close/>
              </a:path>
              <a:path extrusionOk="0" h="2468879" w="4523105">
                <a:moveTo>
                  <a:pt x="2118972" y="1816226"/>
                </a:moveTo>
                <a:lnTo>
                  <a:pt x="2109837" y="1818071"/>
                </a:lnTo>
                <a:lnTo>
                  <a:pt x="2102371" y="1823104"/>
                </a:lnTo>
                <a:lnTo>
                  <a:pt x="2097335" y="1830572"/>
                </a:lnTo>
                <a:lnTo>
                  <a:pt x="2095488" y="1839721"/>
                </a:lnTo>
                <a:lnTo>
                  <a:pt x="2097335" y="1848869"/>
                </a:lnTo>
                <a:lnTo>
                  <a:pt x="2102371" y="1856337"/>
                </a:lnTo>
                <a:lnTo>
                  <a:pt x="2109837" y="1861370"/>
                </a:lnTo>
                <a:lnTo>
                  <a:pt x="2118972" y="1863216"/>
                </a:lnTo>
                <a:lnTo>
                  <a:pt x="2128134" y="1861370"/>
                </a:lnTo>
                <a:lnTo>
                  <a:pt x="2135612" y="1856337"/>
                </a:lnTo>
                <a:lnTo>
                  <a:pt x="2140653" y="1848869"/>
                </a:lnTo>
                <a:lnTo>
                  <a:pt x="2142501" y="1839721"/>
                </a:lnTo>
                <a:lnTo>
                  <a:pt x="2140653" y="1830572"/>
                </a:lnTo>
                <a:lnTo>
                  <a:pt x="2135612" y="1823104"/>
                </a:lnTo>
                <a:lnTo>
                  <a:pt x="2128133" y="1818071"/>
                </a:lnTo>
                <a:lnTo>
                  <a:pt x="2118972" y="1816226"/>
                </a:lnTo>
                <a:close/>
              </a:path>
              <a:path extrusionOk="0" h="2468879" w="4523105">
                <a:moveTo>
                  <a:pt x="2421610" y="1813755"/>
                </a:moveTo>
                <a:lnTo>
                  <a:pt x="2411466" y="1815797"/>
                </a:lnTo>
                <a:lnTo>
                  <a:pt x="2403187" y="1821364"/>
                </a:lnTo>
                <a:lnTo>
                  <a:pt x="2397607" y="1829618"/>
                </a:lnTo>
                <a:lnTo>
                  <a:pt x="2395561" y="1839721"/>
                </a:lnTo>
                <a:lnTo>
                  <a:pt x="2397607" y="1849850"/>
                </a:lnTo>
                <a:lnTo>
                  <a:pt x="2403187" y="1858117"/>
                </a:lnTo>
                <a:lnTo>
                  <a:pt x="2411466" y="1863689"/>
                </a:lnTo>
                <a:lnTo>
                  <a:pt x="2421610" y="1865732"/>
                </a:lnTo>
                <a:lnTo>
                  <a:pt x="2431727" y="1863689"/>
                </a:lnTo>
                <a:lnTo>
                  <a:pt x="2439993" y="1858117"/>
                </a:lnTo>
                <a:lnTo>
                  <a:pt x="2445568" y="1849850"/>
                </a:lnTo>
                <a:lnTo>
                  <a:pt x="2447613" y="1839721"/>
                </a:lnTo>
                <a:lnTo>
                  <a:pt x="2445568" y="1829618"/>
                </a:lnTo>
                <a:lnTo>
                  <a:pt x="2439993" y="1821364"/>
                </a:lnTo>
                <a:lnTo>
                  <a:pt x="2431727" y="1815797"/>
                </a:lnTo>
                <a:lnTo>
                  <a:pt x="2421610" y="1813755"/>
                </a:lnTo>
                <a:close/>
              </a:path>
              <a:path extrusionOk="0" h="2468879" w="4523105">
                <a:moveTo>
                  <a:pt x="2724202" y="1810385"/>
                </a:moveTo>
                <a:lnTo>
                  <a:pt x="2712760" y="1812688"/>
                </a:lnTo>
                <a:lnTo>
                  <a:pt x="2703423" y="1818971"/>
                </a:lnTo>
                <a:lnTo>
                  <a:pt x="2697131" y="1828295"/>
                </a:lnTo>
                <a:lnTo>
                  <a:pt x="2694825" y="1839721"/>
                </a:lnTo>
                <a:lnTo>
                  <a:pt x="2697131" y="1851146"/>
                </a:lnTo>
                <a:lnTo>
                  <a:pt x="2703423" y="1860470"/>
                </a:lnTo>
                <a:lnTo>
                  <a:pt x="2712760" y="1866753"/>
                </a:lnTo>
                <a:lnTo>
                  <a:pt x="2724202" y="1869056"/>
                </a:lnTo>
                <a:lnTo>
                  <a:pt x="2735618" y="1866753"/>
                </a:lnTo>
                <a:lnTo>
                  <a:pt x="2744942" y="1860470"/>
                </a:lnTo>
                <a:lnTo>
                  <a:pt x="2751229" y="1851146"/>
                </a:lnTo>
                <a:lnTo>
                  <a:pt x="2753535" y="1839721"/>
                </a:lnTo>
                <a:lnTo>
                  <a:pt x="2751229" y="1828295"/>
                </a:lnTo>
                <a:lnTo>
                  <a:pt x="2744942" y="1818971"/>
                </a:lnTo>
                <a:lnTo>
                  <a:pt x="2735618" y="1812688"/>
                </a:lnTo>
                <a:lnTo>
                  <a:pt x="2724202" y="1810385"/>
                </a:lnTo>
                <a:close/>
              </a:path>
              <a:path extrusionOk="0" h="2468879" w="4523105">
                <a:moveTo>
                  <a:pt x="3026795" y="1807016"/>
                </a:moveTo>
                <a:lnTo>
                  <a:pt x="3014047" y="1809587"/>
                </a:lnTo>
                <a:lnTo>
                  <a:pt x="3003637" y="1816596"/>
                </a:lnTo>
                <a:lnTo>
                  <a:pt x="2996617" y="1826992"/>
                </a:lnTo>
                <a:lnTo>
                  <a:pt x="2994043" y="1839721"/>
                </a:lnTo>
                <a:lnTo>
                  <a:pt x="2996617" y="1852450"/>
                </a:lnTo>
                <a:lnTo>
                  <a:pt x="3003637" y="1862845"/>
                </a:lnTo>
                <a:lnTo>
                  <a:pt x="3014047" y="1869855"/>
                </a:lnTo>
                <a:lnTo>
                  <a:pt x="3026795" y="1872425"/>
                </a:lnTo>
                <a:lnTo>
                  <a:pt x="3039516" y="1869855"/>
                </a:lnTo>
                <a:lnTo>
                  <a:pt x="3049913" y="1862845"/>
                </a:lnTo>
                <a:lnTo>
                  <a:pt x="3056928" y="1852450"/>
                </a:lnTo>
                <a:lnTo>
                  <a:pt x="3059501" y="1839721"/>
                </a:lnTo>
                <a:lnTo>
                  <a:pt x="3056928" y="1826992"/>
                </a:lnTo>
                <a:lnTo>
                  <a:pt x="3049913" y="1816596"/>
                </a:lnTo>
                <a:lnTo>
                  <a:pt x="3039516" y="1809587"/>
                </a:lnTo>
                <a:lnTo>
                  <a:pt x="3026795" y="1807016"/>
                </a:lnTo>
                <a:close/>
              </a:path>
              <a:path extrusionOk="0" h="2468879" w="4523105">
                <a:moveTo>
                  <a:pt x="3329387" y="1804545"/>
                </a:moveTo>
                <a:lnTo>
                  <a:pt x="3315658" y="1807313"/>
                </a:lnTo>
                <a:lnTo>
                  <a:pt x="3304447" y="1814861"/>
                </a:lnTo>
                <a:lnTo>
                  <a:pt x="3296888" y="1826056"/>
                </a:lnTo>
                <a:lnTo>
                  <a:pt x="3294116" y="1839766"/>
                </a:lnTo>
                <a:lnTo>
                  <a:pt x="3296888" y="1853449"/>
                </a:lnTo>
                <a:lnTo>
                  <a:pt x="3304447" y="1864631"/>
                </a:lnTo>
                <a:lnTo>
                  <a:pt x="3315658" y="1872174"/>
                </a:lnTo>
                <a:lnTo>
                  <a:pt x="3329387" y="1874941"/>
                </a:lnTo>
                <a:lnTo>
                  <a:pt x="3343090" y="1872174"/>
                </a:lnTo>
                <a:lnTo>
                  <a:pt x="3354288" y="1864631"/>
                </a:lnTo>
                <a:lnTo>
                  <a:pt x="3361842" y="1853449"/>
                </a:lnTo>
                <a:lnTo>
                  <a:pt x="3364613" y="1839766"/>
                </a:lnTo>
                <a:lnTo>
                  <a:pt x="3361842" y="1826056"/>
                </a:lnTo>
                <a:lnTo>
                  <a:pt x="3354288" y="1814861"/>
                </a:lnTo>
                <a:lnTo>
                  <a:pt x="3343090" y="1807313"/>
                </a:lnTo>
                <a:lnTo>
                  <a:pt x="3329387" y="1804545"/>
                </a:lnTo>
                <a:close/>
              </a:path>
              <a:path extrusionOk="0" h="2468879" w="4523105">
                <a:moveTo>
                  <a:pt x="3631935" y="1802030"/>
                </a:moveTo>
                <a:lnTo>
                  <a:pt x="3617249" y="1804995"/>
                </a:lnTo>
                <a:lnTo>
                  <a:pt x="3605251" y="1813081"/>
                </a:lnTo>
                <a:lnTo>
                  <a:pt x="3597158" y="1825076"/>
                </a:lnTo>
                <a:lnTo>
                  <a:pt x="3594189" y="1839766"/>
                </a:lnTo>
                <a:lnTo>
                  <a:pt x="3597158" y="1854430"/>
                </a:lnTo>
                <a:lnTo>
                  <a:pt x="3605251" y="1866411"/>
                </a:lnTo>
                <a:lnTo>
                  <a:pt x="3617249" y="1874492"/>
                </a:lnTo>
                <a:lnTo>
                  <a:pt x="3631935" y="1877457"/>
                </a:lnTo>
                <a:lnTo>
                  <a:pt x="3646646" y="1874492"/>
                </a:lnTo>
                <a:lnTo>
                  <a:pt x="3658658" y="1866411"/>
                </a:lnTo>
                <a:lnTo>
                  <a:pt x="3666756" y="1854430"/>
                </a:lnTo>
                <a:lnTo>
                  <a:pt x="3669725" y="1839766"/>
                </a:lnTo>
                <a:lnTo>
                  <a:pt x="3666756" y="1825076"/>
                </a:lnTo>
                <a:lnTo>
                  <a:pt x="3658658" y="1813081"/>
                </a:lnTo>
                <a:lnTo>
                  <a:pt x="3646646" y="1804995"/>
                </a:lnTo>
                <a:lnTo>
                  <a:pt x="3631935" y="1802030"/>
                </a:lnTo>
                <a:close/>
              </a:path>
              <a:path extrusionOk="0" h="2468879" w="4523105">
                <a:moveTo>
                  <a:pt x="3934527" y="1798660"/>
                </a:moveTo>
                <a:lnTo>
                  <a:pt x="3918544" y="1801886"/>
                </a:lnTo>
                <a:lnTo>
                  <a:pt x="3905487" y="1810689"/>
                </a:lnTo>
                <a:lnTo>
                  <a:pt x="3896682" y="1823753"/>
                </a:lnTo>
                <a:lnTo>
                  <a:pt x="3893453" y="1839766"/>
                </a:lnTo>
                <a:lnTo>
                  <a:pt x="3896682" y="1855752"/>
                </a:lnTo>
                <a:lnTo>
                  <a:pt x="3905487" y="1868803"/>
                </a:lnTo>
                <a:lnTo>
                  <a:pt x="3918544" y="1877601"/>
                </a:lnTo>
                <a:lnTo>
                  <a:pt x="3934527" y="1880826"/>
                </a:lnTo>
                <a:lnTo>
                  <a:pt x="3950544" y="1877601"/>
                </a:lnTo>
                <a:lnTo>
                  <a:pt x="3963629" y="1868803"/>
                </a:lnTo>
                <a:lnTo>
                  <a:pt x="3972455" y="1855752"/>
                </a:lnTo>
                <a:lnTo>
                  <a:pt x="3975692" y="1839766"/>
                </a:lnTo>
                <a:lnTo>
                  <a:pt x="3972454" y="1823753"/>
                </a:lnTo>
                <a:lnTo>
                  <a:pt x="3963629" y="1810689"/>
                </a:lnTo>
                <a:lnTo>
                  <a:pt x="3950544" y="1801886"/>
                </a:lnTo>
                <a:lnTo>
                  <a:pt x="3934527" y="1798660"/>
                </a:lnTo>
                <a:close/>
              </a:path>
              <a:path extrusionOk="0" h="2468879" w="4523105">
                <a:moveTo>
                  <a:pt x="4237120" y="1796189"/>
                </a:moveTo>
                <a:lnTo>
                  <a:pt x="4220154" y="1799612"/>
                </a:lnTo>
                <a:lnTo>
                  <a:pt x="4206297" y="1808948"/>
                </a:lnTo>
                <a:lnTo>
                  <a:pt x="4196953" y="1822798"/>
                </a:lnTo>
                <a:lnTo>
                  <a:pt x="4193526" y="1839766"/>
                </a:lnTo>
                <a:lnTo>
                  <a:pt x="4196953" y="1856733"/>
                </a:lnTo>
                <a:lnTo>
                  <a:pt x="4206297" y="1870583"/>
                </a:lnTo>
                <a:lnTo>
                  <a:pt x="4220154" y="1879919"/>
                </a:lnTo>
                <a:lnTo>
                  <a:pt x="4237120" y="1883342"/>
                </a:lnTo>
                <a:lnTo>
                  <a:pt x="4254111" y="1879919"/>
                </a:lnTo>
                <a:lnTo>
                  <a:pt x="4267982" y="1870583"/>
                </a:lnTo>
                <a:lnTo>
                  <a:pt x="4277331" y="1856733"/>
                </a:lnTo>
                <a:lnTo>
                  <a:pt x="4280758" y="1839766"/>
                </a:lnTo>
                <a:lnTo>
                  <a:pt x="4277331" y="1822798"/>
                </a:lnTo>
                <a:lnTo>
                  <a:pt x="4267982" y="1808948"/>
                </a:lnTo>
                <a:lnTo>
                  <a:pt x="4254111" y="1799612"/>
                </a:lnTo>
                <a:lnTo>
                  <a:pt x="4237120" y="1796189"/>
                </a:lnTo>
                <a:close/>
              </a:path>
              <a:path extrusionOk="0" h="2468879" w="4523105">
                <a:moveTo>
                  <a:pt x="4522590" y="1797127"/>
                </a:moveTo>
                <a:lnTo>
                  <a:pt x="4521765" y="1797294"/>
                </a:lnTo>
                <a:lnTo>
                  <a:pt x="4507107" y="1807168"/>
                </a:lnTo>
                <a:lnTo>
                  <a:pt x="4497223" y="1821818"/>
                </a:lnTo>
                <a:lnTo>
                  <a:pt x="4493599" y="1839766"/>
                </a:lnTo>
                <a:lnTo>
                  <a:pt x="4497223" y="1857713"/>
                </a:lnTo>
                <a:lnTo>
                  <a:pt x="4507107" y="1872363"/>
                </a:lnTo>
                <a:lnTo>
                  <a:pt x="4521765" y="1882238"/>
                </a:lnTo>
                <a:lnTo>
                  <a:pt x="4522590" y="1882404"/>
                </a:lnTo>
                <a:lnTo>
                  <a:pt x="4522590" y="1797127"/>
                </a:lnTo>
                <a:close/>
              </a:path>
              <a:path extrusionOk="0" h="2468879" w="4523105">
                <a:moveTo>
                  <a:pt x="607404" y="2139601"/>
                </a:moveTo>
                <a:lnTo>
                  <a:pt x="604615" y="2139601"/>
                </a:lnTo>
                <a:lnTo>
                  <a:pt x="603490" y="2140728"/>
                </a:lnTo>
                <a:lnTo>
                  <a:pt x="603490" y="2143518"/>
                </a:lnTo>
                <a:lnTo>
                  <a:pt x="604615" y="2144641"/>
                </a:lnTo>
                <a:lnTo>
                  <a:pt x="607404" y="2144641"/>
                </a:lnTo>
                <a:lnTo>
                  <a:pt x="608529" y="2143518"/>
                </a:lnTo>
                <a:lnTo>
                  <a:pt x="608529" y="2140728"/>
                </a:lnTo>
                <a:lnTo>
                  <a:pt x="607404" y="2139601"/>
                </a:lnTo>
                <a:close/>
              </a:path>
              <a:path extrusionOk="0" h="2468879" w="4523105">
                <a:moveTo>
                  <a:pt x="912786" y="2134583"/>
                </a:moveTo>
                <a:lnTo>
                  <a:pt x="904463" y="2134583"/>
                </a:lnTo>
                <a:lnTo>
                  <a:pt x="901089" y="2137957"/>
                </a:lnTo>
                <a:lnTo>
                  <a:pt x="901089" y="2146290"/>
                </a:lnTo>
                <a:lnTo>
                  <a:pt x="904463" y="2149664"/>
                </a:lnTo>
                <a:lnTo>
                  <a:pt x="912786" y="2149664"/>
                </a:lnTo>
                <a:lnTo>
                  <a:pt x="916160" y="2146290"/>
                </a:lnTo>
                <a:lnTo>
                  <a:pt x="916160" y="2137957"/>
                </a:lnTo>
                <a:lnTo>
                  <a:pt x="912786" y="2134583"/>
                </a:lnTo>
                <a:close/>
              </a:path>
              <a:path extrusionOk="0" h="2468879" w="4523105">
                <a:moveTo>
                  <a:pt x="1218168" y="2129524"/>
                </a:moveTo>
                <a:lnTo>
                  <a:pt x="1204266" y="2129524"/>
                </a:lnTo>
                <a:lnTo>
                  <a:pt x="1198643" y="2135149"/>
                </a:lnTo>
                <a:lnTo>
                  <a:pt x="1198643" y="2149057"/>
                </a:lnTo>
                <a:lnTo>
                  <a:pt x="1204266" y="2154686"/>
                </a:lnTo>
                <a:lnTo>
                  <a:pt x="1218168" y="2154686"/>
                </a:lnTo>
                <a:lnTo>
                  <a:pt x="1223791" y="2149057"/>
                </a:lnTo>
                <a:lnTo>
                  <a:pt x="1223791" y="2135149"/>
                </a:lnTo>
                <a:lnTo>
                  <a:pt x="1218168" y="2129524"/>
                </a:lnTo>
                <a:close/>
              </a:path>
              <a:path extrusionOk="0" h="2468879" w="4523105">
                <a:moveTo>
                  <a:pt x="1523055" y="2125360"/>
                </a:moveTo>
                <a:lnTo>
                  <a:pt x="1504565" y="2125360"/>
                </a:lnTo>
                <a:lnTo>
                  <a:pt x="1497051" y="2132867"/>
                </a:lnTo>
                <a:lnTo>
                  <a:pt x="1497051" y="2151375"/>
                </a:lnTo>
                <a:lnTo>
                  <a:pt x="1504565" y="2158887"/>
                </a:lnTo>
                <a:lnTo>
                  <a:pt x="1523055" y="2158887"/>
                </a:lnTo>
                <a:lnTo>
                  <a:pt x="1530568" y="2151375"/>
                </a:lnTo>
                <a:lnTo>
                  <a:pt x="1530568" y="2132867"/>
                </a:lnTo>
                <a:lnTo>
                  <a:pt x="1523055" y="2125360"/>
                </a:lnTo>
                <a:close/>
              </a:path>
              <a:path extrusionOk="0" h="2468879" w="4523105">
                <a:moveTo>
                  <a:pt x="1816380" y="2122000"/>
                </a:moveTo>
                <a:lnTo>
                  <a:pt x="1808550" y="2123580"/>
                </a:lnTo>
                <a:lnTo>
                  <a:pt x="1802158" y="2127891"/>
                </a:lnTo>
                <a:lnTo>
                  <a:pt x="1797849" y="2134286"/>
                </a:lnTo>
                <a:lnTo>
                  <a:pt x="1796270" y="2142121"/>
                </a:lnTo>
                <a:lnTo>
                  <a:pt x="1797849" y="2149958"/>
                </a:lnTo>
                <a:lnTo>
                  <a:pt x="1802158" y="2156355"/>
                </a:lnTo>
                <a:lnTo>
                  <a:pt x="1808550" y="2160666"/>
                </a:lnTo>
                <a:lnTo>
                  <a:pt x="1816380" y="2162247"/>
                </a:lnTo>
                <a:lnTo>
                  <a:pt x="1824236" y="2160666"/>
                </a:lnTo>
                <a:lnTo>
                  <a:pt x="1830641" y="2156355"/>
                </a:lnTo>
                <a:lnTo>
                  <a:pt x="1834954" y="2149958"/>
                </a:lnTo>
                <a:lnTo>
                  <a:pt x="1836535" y="2142121"/>
                </a:lnTo>
                <a:lnTo>
                  <a:pt x="1834954" y="2134286"/>
                </a:lnTo>
                <a:lnTo>
                  <a:pt x="1830641" y="2127891"/>
                </a:lnTo>
                <a:lnTo>
                  <a:pt x="1824236" y="2123580"/>
                </a:lnTo>
                <a:lnTo>
                  <a:pt x="1816380" y="2122000"/>
                </a:lnTo>
                <a:close/>
              </a:path>
              <a:path extrusionOk="0" h="2468879" w="4523105">
                <a:moveTo>
                  <a:pt x="2118972" y="2118639"/>
                </a:moveTo>
                <a:lnTo>
                  <a:pt x="2109837" y="2120485"/>
                </a:lnTo>
                <a:lnTo>
                  <a:pt x="2102371" y="2125518"/>
                </a:lnTo>
                <a:lnTo>
                  <a:pt x="2097336" y="2132982"/>
                </a:lnTo>
                <a:lnTo>
                  <a:pt x="2095488" y="2142121"/>
                </a:lnTo>
                <a:lnTo>
                  <a:pt x="2097336" y="2151262"/>
                </a:lnTo>
                <a:lnTo>
                  <a:pt x="2102371" y="2158725"/>
                </a:lnTo>
                <a:lnTo>
                  <a:pt x="2109837" y="2163758"/>
                </a:lnTo>
                <a:lnTo>
                  <a:pt x="2118972" y="2165603"/>
                </a:lnTo>
                <a:lnTo>
                  <a:pt x="2128134" y="2163758"/>
                </a:lnTo>
                <a:lnTo>
                  <a:pt x="2135612" y="2158725"/>
                </a:lnTo>
                <a:lnTo>
                  <a:pt x="2140653" y="2151262"/>
                </a:lnTo>
                <a:lnTo>
                  <a:pt x="2142501" y="2142121"/>
                </a:lnTo>
                <a:lnTo>
                  <a:pt x="2140653" y="2132982"/>
                </a:lnTo>
                <a:lnTo>
                  <a:pt x="2135612" y="2125518"/>
                </a:lnTo>
                <a:lnTo>
                  <a:pt x="2128134" y="2120485"/>
                </a:lnTo>
                <a:lnTo>
                  <a:pt x="2118972" y="2118639"/>
                </a:lnTo>
                <a:close/>
              </a:path>
              <a:path extrusionOk="0" h="2468879" w="4523105">
                <a:moveTo>
                  <a:pt x="2421610" y="2116155"/>
                </a:moveTo>
                <a:lnTo>
                  <a:pt x="2411466" y="2118198"/>
                </a:lnTo>
                <a:lnTo>
                  <a:pt x="2403187" y="2123768"/>
                </a:lnTo>
                <a:lnTo>
                  <a:pt x="2397607" y="2132028"/>
                </a:lnTo>
                <a:lnTo>
                  <a:pt x="2395561" y="2142139"/>
                </a:lnTo>
                <a:lnTo>
                  <a:pt x="2397607" y="2152250"/>
                </a:lnTo>
                <a:lnTo>
                  <a:pt x="2403187" y="2160510"/>
                </a:lnTo>
                <a:lnTo>
                  <a:pt x="2411466" y="2166080"/>
                </a:lnTo>
                <a:lnTo>
                  <a:pt x="2421610" y="2168123"/>
                </a:lnTo>
                <a:lnTo>
                  <a:pt x="2431727" y="2166080"/>
                </a:lnTo>
                <a:lnTo>
                  <a:pt x="2439993" y="2160510"/>
                </a:lnTo>
                <a:lnTo>
                  <a:pt x="2445568" y="2152250"/>
                </a:lnTo>
                <a:lnTo>
                  <a:pt x="2447613" y="2142139"/>
                </a:lnTo>
                <a:lnTo>
                  <a:pt x="2445568" y="2132028"/>
                </a:lnTo>
                <a:lnTo>
                  <a:pt x="2439993" y="2123768"/>
                </a:lnTo>
                <a:lnTo>
                  <a:pt x="2431727" y="2118198"/>
                </a:lnTo>
                <a:lnTo>
                  <a:pt x="2421610" y="2116155"/>
                </a:lnTo>
                <a:close/>
              </a:path>
              <a:path extrusionOk="0" h="2468879" w="4523105">
                <a:moveTo>
                  <a:pt x="2724202" y="2112795"/>
                </a:moveTo>
                <a:lnTo>
                  <a:pt x="2712760" y="2115100"/>
                </a:lnTo>
                <a:lnTo>
                  <a:pt x="2703423" y="2121389"/>
                </a:lnTo>
                <a:lnTo>
                  <a:pt x="2697131" y="2130716"/>
                </a:lnTo>
                <a:lnTo>
                  <a:pt x="2694825" y="2142139"/>
                </a:lnTo>
                <a:lnTo>
                  <a:pt x="2697131" y="2153562"/>
                </a:lnTo>
                <a:lnTo>
                  <a:pt x="2703423" y="2162889"/>
                </a:lnTo>
                <a:lnTo>
                  <a:pt x="2712760" y="2169178"/>
                </a:lnTo>
                <a:lnTo>
                  <a:pt x="2724202" y="2171483"/>
                </a:lnTo>
                <a:lnTo>
                  <a:pt x="2735618" y="2169178"/>
                </a:lnTo>
                <a:lnTo>
                  <a:pt x="2744942" y="2162889"/>
                </a:lnTo>
                <a:lnTo>
                  <a:pt x="2751229" y="2153562"/>
                </a:lnTo>
                <a:lnTo>
                  <a:pt x="2753535" y="2142139"/>
                </a:lnTo>
                <a:lnTo>
                  <a:pt x="2751229" y="2130716"/>
                </a:lnTo>
                <a:lnTo>
                  <a:pt x="2744942" y="2121389"/>
                </a:lnTo>
                <a:lnTo>
                  <a:pt x="2735618" y="2115100"/>
                </a:lnTo>
                <a:lnTo>
                  <a:pt x="2724202" y="2112795"/>
                </a:lnTo>
                <a:close/>
              </a:path>
              <a:path extrusionOk="0" h="2468879" w="4523105">
                <a:moveTo>
                  <a:pt x="3026795" y="2109434"/>
                </a:moveTo>
                <a:lnTo>
                  <a:pt x="3014047" y="2112006"/>
                </a:lnTo>
                <a:lnTo>
                  <a:pt x="3003637" y="2119016"/>
                </a:lnTo>
                <a:lnTo>
                  <a:pt x="2996617" y="2129412"/>
                </a:lnTo>
                <a:lnTo>
                  <a:pt x="2994043" y="2142139"/>
                </a:lnTo>
                <a:lnTo>
                  <a:pt x="2996617" y="2154866"/>
                </a:lnTo>
                <a:lnTo>
                  <a:pt x="3003637" y="2165262"/>
                </a:lnTo>
                <a:lnTo>
                  <a:pt x="3014048" y="2172272"/>
                </a:lnTo>
                <a:lnTo>
                  <a:pt x="3026795" y="2174844"/>
                </a:lnTo>
                <a:lnTo>
                  <a:pt x="3039516" y="2172272"/>
                </a:lnTo>
                <a:lnTo>
                  <a:pt x="3049913" y="2165262"/>
                </a:lnTo>
                <a:lnTo>
                  <a:pt x="3056928" y="2154866"/>
                </a:lnTo>
                <a:lnTo>
                  <a:pt x="3059501" y="2142139"/>
                </a:lnTo>
                <a:lnTo>
                  <a:pt x="3056928" y="2129412"/>
                </a:lnTo>
                <a:lnTo>
                  <a:pt x="3049913" y="2119016"/>
                </a:lnTo>
                <a:lnTo>
                  <a:pt x="3039516" y="2112006"/>
                </a:lnTo>
                <a:lnTo>
                  <a:pt x="3026795" y="2109434"/>
                </a:lnTo>
                <a:close/>
              </a:path>
              <a:path extrusionOk="0" h="2468879" w="4523105">
                <a:moveTo>
                  <a:pt x="3329387" y="2106950"/>
                </a:moveTo>
                <a:lnTo>
                  <a:pt x="3315658" y="2109718"/>
                </a:lnTo>
                <a:lnTo>
                  <a:pt x="3304447" y="2117266"/>
                </a:lnTo>
                <a:lnTo>
                  <a:pt x="3296888" y="2128457"/>
                </a:lnTo>
                <a:lnTo>
                  <a:pt x="3294116" y="2142157"/>
                </a:lnTo>
                <a:lnTo>
                  <a:pt x="3296888" y="2155856"/>
                </a:lnTo>
                <a:lnTo>
                  <a:pt x="3304447" y="2167046"/>
                </a:lnTo>
                <a:lnTo>
                  <a:pt x="3315658" y="2174592"/>
                </a:lnTo>
                <a:lnTo>
                  <a:pt x="3329387" y="2177359"/>
                </a:lnTo>
                <a:lnTo>
                  <a:pt x="3343090" y="2174592"/>
                </a:lnTo>
                <a:lnTo>
                  <a:pt x="3354288" y="2167046"/>
                </a:lnTo>
                <a:lnTo>
                  <a:pt x="3361842" y="2155856"/>
                </a:lnTo>
                <a:lnTo>
                  <a:pt x="3364613" y="2142157"/>
                </a:lnTo>
                <a:lnTo>
                  <a:pt x="3361842" y="2128457"/>
                </a:lnTo>
                <a:lnTo>
                  <a:pt x="3354288" y="2117266"/>
                </a:lnTo>
                <a:lnTo>
                  <a:pt x="3343090" y="2109718"/>
                </a:lnTo>
                <a:lnTo>
                  <a:pt x="3329387" y="2106950"/>
                </a:lnTo>
                <a:close/>
              </a:path>
              <a:path extrusionOk="0" h="2468879" w="4523105">
                <a:moveTo>
                  <a:pt x="3631935" y="2104430"/>
                </a:moveTo>
                <a:lnTo>
                  <a:pt x="3617250" y="2107395"/>
                </a:lnTo>
                <a:lnTo>
                  <a:pt x="3605251" y="2115482"/>
                </a:lnTo>
                <a:lnTo>
                  <a:pt x="3597158" y="2127474"/>
                </a:lnTo>
                <a:lnTo>
                  <a:pt x="3594189" y="2142157"/>
                </a:lnTo>
                <a:lnTo>
                  <a:pt x="3597158" y="2156837"/>
                </a:lnTo>
                <a:lnTo>
                  <a:pt x="3605251" y="2168828"/>
                </a:lnTo>
                <a:lnTo>
                  <a:pt x="3617250" y="2176914"/>
                </a:lnTo>
                <a:lnTo>
                  <a:pt x="3631935" y="2179880"/>
                </a:lnTo>
                <a:lnTo>
                  <a:pt x="3646646" y="2176914"/>
                </a:lnTo>
                <a:lnTo>
                  <a:pt x="3658658" y="2168828"/>
                </a:lnTo>
                <a:lnTo>
                  <a:pt x="3666756" y="2156837"/>
                </a:lnTo>
                <a:lnTo>
                  <a:pt x="3669725" y="2142157"/>
                </a:lnTo>
                <a:lnTo>
                  <a:pt x="3666756" y="2127474"/>
                </a:lnTo>
                <a:lnTo>
                  <a:pt x="3658658" y="2115482"/>
                </a:lnTo>
                <a:lnTo>
                  <a:pt x="3646646" y="2107395"/>
                </a:lnTo>
                <a:lnTo>
                  <a:pt x="3631935" y="2104430"/>
                </a:lnTo>
                <a:close/>
              </a:path>
              <a:path extrusionOk="0" h="2468879" w="4523105">
                <a:moveTo>
                  <a:pt x="3934527" y="2101070"/>
                </a:moveTo>
                <a:lnTo>
                  <a:pt x="3918544" y="2104298"/>
                </a:lnTo>
                <a:lnTo>
                  <a:pt x="3905487" y="2113102"/>
                </a:lnTo>
                <a:lnTo>
                  <a:pt x="3896682" y="2126162"/>
                </a:lnTo>
                <a:lnTo>
                  <a:pt x="3893453" y="2142157"/>
                </a:lnTo>
                <a:lnTo>
                  <a:pt x="3896682" y="2158149"/>
                </a:lnTo>
                <a:lnTo>
                  <a:pt x="3905487" y="2171208"/>
                </a:lnTo>
                <a:lnTo>
                  <a:pt x="3918544" y="2180012"/>
                </a:lnTo>
                <a:lnTo>
                  <a:pt x="3934527" y="2183240"/>
                </a:lnTo>
                <a:lnTo>
                  <a:pt x="3950544" y="2180012"/>
                </a:lnTo>
                <a:lnTo>
                  <a:pt x="3963629" y="2171208"/>
                </a:lnTo>
                <a:lnTo>
                  <a:pt x="3972455" y="2158149"/>
                </a:lnTo>
                <a:lnTo>
                  <a:pt x="3975692" y="2142157"/>
                </a:lnTo>
                <a:lnTo>
                  <a:pt x="3972455" y="2126162"/>
                </a:lnTo>
                <a:lnTo>
                  <a:pt x="3963629" y="2113102"/>
                </a:lnTo>
                <a:lnTo>
                  <a:pt x="3950544" y="2104298"/>
                </a:lnTo>
                <a:lnTo>
                  <a:pt x="3934527" y="2101070"/>
                </a:lnTo>
                <a:close/>
              </a:path>
              <a:path extrusionOk="0" h="2468879" w="4523105">
                <a:moveTo>
                  <a:pt x="4237120" y="2098585"/>
                </a:moveTo>
                <a:lnTo>
                  <a:pt x="4220154" y="2102011"/>
                </a:lnTo>
                <a:lnTo>
                  <a:pt x="4206297" y="2111352"/>
                </a:lnTo>
                <a:lnTo>
                  <a:pt x="4196953" y="2125206"/>
                </a:lnTo>
                <a:lnTo>
                  <a:pt x="4193526" y="2142170"/>
                </a:lnTo>
                <a:lnTo>
                  <a:pt x="4196953" y="2159136"/>
                </a:lnTo>
                <a:lnTo>
                  <a:pt x="4206297" y="2172992"/>
                </a:lnTo>
                <a:lnTo>
                  <a:pt x="4220154" y="2182334"/>
                </a:lnTo>
                <a:lnTo>
                  <a:pt x="4237120" y="2185760"/>
                </a:lnTo>
                <a:lnTo>
                  <a:pt x="4254111" y="2182334"/>
                </a:lnTo>
                <a:lnTo>
                  <a:pt x="4267982" y="2172992"/>
                </a:lnTo>
                <a:lnTo>
                  <a:pt x="4277331" y="2159136"/>
                </a:lnTo>
                <a:lnTo>
                  <a:pt x="4280759" y="2142170"/>
                </a:lnTo>
                <a:lnTo>
                  <a:pt x="4277331" y="2125206"/>
                </a:lnTo>
                <a:lnTo>
                  <a:pt x="4267982" y="2111352"/>
                </a:lnTo>
                <a:lnTo>
                  <a:pt x="4254111" y="2102011"/>
                </a:lnTo>
                <a:lnTo>
                  <a:pt x="4237120" y="2098585"/>
                </a:lnTo>
                <a:close/>
              </a:path>
              <a:path extrusionOk="0" h="2468879" w="4523105">
                <a:moveTo>
                  <a:pt x="4522590" y="2099522"/>
                </a:moveTo>
                <a:lnTo>
                  <a:pt x="4521765" y="2099689"/>
                </a:lnTo>
                <a:lnTo>
                  <a:pt x="4507107" y="2109571"/>
                </a:lnTo>
                <a:lnTo>
                  <a:pt x="4497223" y="2124226"/>
                </a:lnTo>
                <a:lnTo>
                  <a:pt x="4493599" y="2142170"/>
                </a:lnTo>
                <a:lnTo>
                  <a:pt x="4497223" y="2160119"/>
                </a:lnTo>
                <a:lnTo>
                  <a:pt x="4507107" y="2174776"/>
                </a:lnTo>
                <a:lnTo>
                  <a:pt x="4521765" y="2184657"/>
                </a:lnTo>
                <a:lnTo>
                  <a:pt x="4522590" y="2184824"/>
                </a:lnTo>
                <a:lnTo>
                  <a:pt x="4522590" y="2099522"/>
                </a:lnTo>
                <a:close/>
              </a:path>
              <a:path extrusionOk="0" h="2468879" w="4523105">
                <a:moveTo>
                  <a:pt x="1212050" y="2444043"/>
                </a:moveTo>
                <a:lnTo>
                  <a:pt x="1210385" y="2444043"/>
                </a:lnTo>
                <a:lnTo>
                  <a:pt x="1210385" y="2444983"/>
                </a:lnTo>
                <a:lnTo>
                  <a:pt x="1212050" y="2444983"/>
                </a:lnTo>
                <a:lnTo>
                  <a:pt x="1212050" y="2444043"/>
                </a:lnTo>
                <a:close/>
              </a:path>
              <a:path extrusionOk="0" h="2468879" w="4523105">
                <a:moveTo>
                  <a:pt x="1515677" y="2441152"/>
                </a:moveTo>
                <a:lnTo>
                  <a:pt x="1511943" y="2441152"/>
                </a:lnTo>
                <a:lnTo>
                  <a:pt x="1510458" y="2442648"/>
                </a:lnTo>
                <a:lnTo>
                  <a:pt x="1510458" y="2446378"/>
                </a:lnTo>
                <a:lnTo>
                  <a:pt x="1511943" y="2447871"/>
                </a:lnTo>
                <a:lnTo>
                  <a:pt x="1515677" y="2447871"/>
                </a:lnTo>
                <a:lnTo>
                  <a:pt x="1517161" y="2446378"/>
                </a:lnTo>
                <a:lnTo>
                  <a:pt x="1517161" y="2442648"/>
                </a:lnTo>
                <a:lnTo>
                  <a:pt x="1515677" y="2441152"/>
                </a:lnTo>
                <a:close/>
              </a:path>
              <a:path extrusionOk="0" h="2468879" w="4523105">
                <a:moveTo>
                  <a:pt x="1820564" y="2436988"/>
                </a:moveTo>
                <a:lnTo>
                  <a:pt x="1812241" y="2436988"/>
                </a:lnTo>
                <a:lnTo>
                  <a:pt x="1808867" y="2440364"/>
                </a:lnTo>
                <a:lnTo>
                  <a:pt x="1808867" y="2448696"/>
                </a:lnTo>
                <a:lnTo>
                  <a:pt x="1812241" y="2452072"/>
                </a:lnTo>
                <a:lnTo>
                  <a:pt x="1820564" y="2452072"/>
                </a:lnTo>
                <a:lnTo>
                  <a:pt x="1823938" y="2448696"/>
                </a:lnTo>
                <a:lnTo>
                  <a:pt x="1823938" y="2440364"/>
                </a:lnTo>
                <a:lnTo>
                  <a:pt x="1820564" y="2436988"/>
                </a:lnTo>
                <a:close/>
              </a:path>
              <a:path extrusionOk="0" h="2468879" w="4523105">
                <a:moveTo>
                  <a:pt x="2125001" y="2433629"/>
                </a:moveTo>
                <a:lnTo>
                  <a:pt x="2112989" y="2433629"/>
                </a:lnTo>
                <a:lnTo>
                  <a:pt x="2108085" y="2438517"/>
                </a:lnTo>
                <a:lnTo>
                  <a:pt x="2108085" y="2450543"/>
                </a:lnTo>
                <a:lnTo>
                  <a:pt x="2112989" y="2455431"/>
                </a:lnTo>
                <a:lnTo>
                  <a:pt x="2125001" y="2455431"/>
                </a:lnTo>
                <a:lnTo>
                  <a:pt x="2129905" y="2450543"/>
                </a:lnTo>
                <a:lnTo>
                  <a:pt x="2129905" y="2438517"/>
                </a:lnTo>
                <a:lnTo>
                  <a:pt x="2125001" y="2433629"/>
                </a:lnTo>
                <a:close/>
              </a:path>
              <a:path extrusionOk="0" h="2468879" w="4523105">
                <a:moveTo>
                  <a:pt x="2429933" y="2429464"/>
                </a:moveTo>
                <a:lnTo>
                  <a:pt x="2413242" y="2429464"/>
                </a:lnTo>
                <a:lnTo>
                  <a:pt x="2406494" y="2436213"/>
                </a:lnTo>
                <a:lnTo>
                  <a:pt x="2406494" y="2452878"/>
                </a:lnTo>
                <a:lnTo>
                  <a:pt x="2413242" y="2459629"/>
                </a:lnTo>
                <a:lnTo>
                  <a:pt x="2429933" y="2459629"/>
                </a:lnTo>
                <a:lnTo>
                  <a:pt x="2436681" y="2452878"/>
                </a:lnTo>
                <a:lnTo>
                  <a:pt x="2436681" y="2436213"/>
                </a:lnTo>
                <a:lnTo>
                  <a:pt x="2429933" y="2429464"/>
                </a:lnTo>
                <a:close/>
              </a:path>
              <a:path extrusionOk="0" h="2468879" w="4523105">
                <a:moveTo>
                  <a:pt x="2733920" y="2426944"/>
                </a:moveTo>
                <a:lnTo>
                  <a:pt x="2714440" y="2426944"/>
                </a:lnTo>
                <a:lnTo>
                  <a:pt x="2706567" y="2434821"/>
                </a:lnTo>
                <a:lnTo>
                  <a:pt x="2706567" y="2454272"/>
                </a:lnTo>
                <a:lnTo>
                  <a:pt x="2714440" y="2462150"/>
                </a:lnTo>
                <a:lnTo>
                  <a:pt x="2733920" y="2462150"/>
                </a:lnTo>
                <a:lnTo>
                  <a:pt x="2741793" y="2454272"/>
                </a:lnTo>
                <a:lnTo>
                  <a:pt x="2741793" y="2434821"/>
                </a:lnTo>
                <a:lnTo>
                  <a:pt x="2733920" y="2426944"/>
                </a:lnTo>
                <a:close/>
              </a:path>
              <a:path extrusionOk="0" h="2468879" w="4523105">
                <a:moveTo>
                  <a:pt x="3026795" y="2423587"/>
                </a:moveTo>
                <a:lnTo>
                  <a:pt x="3018615" y="2425234"/>
                </a:lnTo>
                <a:lnTo>
                  <a:pt x="3011937" y="2429726"/>
                </a:lnTo>
                <a:lnTo>
                  <a:pt x="3007436" y="2436388"/>
                </a:lnTo>
                <a:lnTo>
                  <a:pt x="3005785" y="2444545"/>
                </a:lnTo>
                <a:lnTo>
                  <a:pt x="3007436" y="2452703"/>
                </a:lnTo>
                <a:lnTo>
                  <a:pt x="3011937" y="2459367"/>
                </a:lnTo>
                <a:lnTo>
                  <a:pt x="3018615" y="2463861"/>
                </a:lnTo>
                <a:lnTo>
                  <a:pt x="3026795" y="2465509"/>
                </a:lnTo>
                <a:lnTo>
                  <a:pt x="3034948" y="2463861"/>
                </a:lnTo>
                <a:lnTo>
                  <a:pt x="3041613" y="2459367"/>
                </a:lnTo>
                <a:lnTo>
                  <a:pt x="3046110" y="2452703"/>
                </a:lnTo>
                <a:lnTo>
                  <a:pt x="3047760" y="2444545"/>
                </a:lnTo>
                <a:lnTo>
                  <a:pt x="3046110" y="2436388"/>
                </a:lnTo>
                <a:lnTo>
                  <a:pt x="3041613" y="2429726"/>
                </a:lnTo>
                <a:lnTo>
                  <a:pt x="3034948" y="2425234"/>
                </a:lnTo>
                <a:lnTo>
                  <a:pt x="3026795" y="2423587"/>
                </a:lnTo>
                <a:close/>
              </a:path>
              <a:path extrusionOk="0" h="2468879" w="4523105">
                <a:moveTo>
                  <a:pt x="3329387" y="2421902"/>
                </a:moveTo>
                <a:lnTo>
                  <a:pt x="3320549" y="2423680"/>
                </a:lnTo>
                <a:lnTo>
                  <a:pt x="3313343" y="2428531"/>
                </a:lnTo>
                <a:lnTo>
                  <a:pt x="3308491" y="2435728"/>
                </a:lnTo>
                <a:lnTo>
                  <a:pt x="3306713" y="2444545"/>
                </a:lnTo>
                <a:lnTo>
                  <a:pt x="3308491" y="2453362"/>
                </a:lnTo>
                <a:lnTo>
                  <a:pt x="3313343" y="2460558"/>
                </a:lnTo>
                <a:lnTo>
                  <a:pt x="3320549" y="2465409"/>
                </a:lnTo>
                <a:lnTo>
                  <a:pt x="3329387" y="2467187"/>
                </a:lnTo>
                <a:lnTo>
                  <a:pt x="3338200" y="2465409"/>
                </a:lnTo>
                <a:lnTo>
                  <a:pt x="3345392" y="2460558"/>
                </a:lnTo>
                <a:lnTo>
                  <a:pt x="3350240" y="2453362"/>
                </a:lnTo>
                <a:lnTo>
                  <a:pt x="3352017" y="2444545"/>
                </a:lnTo>
                <a:lnTo>
                  <a:pt x="3350240" y="2435728"/>
                </a:lnTo>
                <a:lnTo>
                  <a:pt x="3345392" y="2428531"/>
                </a:lnTo>
                <a:lnTo>
                  <a:pt x="3338200" y="2423680"/>
                </a:lnTo>
                <a:lnTo>
                  <a:pt x="3329387" y="2421902"/>
                </a:lnTo>
                <a:close/>
              </a:path>
              <a:path extrusionOk="0" h="2468879" w="4523105">
                <a:moveTo>
                  <a:pt x="3631935" y="2421902"/>
                </a:moveTo>
                <a:lnTo>
                  <a:pt x="3623123" y="2423680"/>
                </a:lnTo>
                <a:lnTo>
                  <a:pt x="3615930" y="2428531"/>
                </a:lnTo>
                <a:lnTo>
                  <a:pt x="3611083" y="2435728"/>
                </a:lnTo>
                <a:lnTo>
                  <a:pt x="3609306" y="2444545"/>
                </a:lnTo>
                <a:lnTo>
                  <a:pt x="3611083" y="2453362"/>
                </a:lnTo>
                <a:lnTo>
                  <a:pt x="3615930" y="2460558"/>
                </a:lnTo>
                <a:lnTo>
                  <a:pt x="3623123" y="2465409"/>
                </a:lnTo>
                <a:lnTo>
                  <a:pt x="3631935" y="2467187"/>
                </a:lnTo>
                <a:lnTo>
                  <a:pt x="3640773" y="2465409"/>
                </a:lnTo>
                <a:lnTo>
                  <a:pt x="3647979" y="2460558"/>
                </a:lnTo>
                <a:lnTo>
                  <a:pt x="3652831" y="2453362"/>
                </a:lnTo>
                <a:lnTo>
                  <a:pt x="3654609" y="2444545"/>
                </a:lnTo>
                <a:lnTo>
                  <a:pt x="3652831" y="2435728"/>
                </a:lnTo>
                <a:lnTo>
                  <a:pt x="3647979" y="2428531"/>
                </a:lnTo>
                <a:lnTo>
                  <a:pt x="3640773" y="2423680"/>
                </a:lnTo>
                <a:lnTo>
                  <a:pt x="3631935" y="2421902"/>
                </a:lnTo>
                <a:close/>
              </a:path>
              <a:path extrusionOk="0" h="2468879" w="4523105">
                <a:moveTo>
                  <a:pt x="3934527" y="2420258"/>
                </a:moveTo>
                <a:lnTo>
                  <a:pt x="3925076" y="2422168"/>
                </a:lnTo>
                <a:lnTo>
                  <a:pt x="3917353" y="2427377"/>
                </a:lnTo>
                <a:lnTo>
                  <a:pt x="3912144" y="2435103"/>
                </a:lnTo>
                <a:lnTo>
                  <a:pt x="3910234" y="2444562"/>
                </a:lnTo>
                <a:lnTo>
                  <a:pt x="3912144" y="2454021"/>
                </a:lnTo>
                <a:lnTo>
                  <a:pt x="3917353" y="2461747"/>
                </a:lnTo>
                <a:lnTo>
                  <a:pt x="3925076" y="2466957"/>
                </a:lnTo>
                <a:lnTo>
                  <a:pt x="3934527" y="2468868"/>
                </a:lnTo>
                <a:lnTo>
                  <a:pt x="3944005" y="2466957"/>
                </a:lnTo>
                <a:lnTo>
                  <a:pt x="3951741" y="2461747"/>
                </a:lnTo>
                <a:lnTo>
                  <a:pt x="3956955" y="2454021"/>
                </a:lnTo>
                <a:lnTo>
                  <a:pt x="3958866" y="2444562"/>
                </a:lnTo>
                <a:lnTo>
                  <a:pt x="3956955" y="2435103"/>
                </a:lnTo>
                <a:lnTo>
                  <a:pt x="3951741" y="2427377"/>
                </a:lnTo>
                <a:lnTo>
                  <a:pt x="3944005" y="2422168"/>
                </a:lnTo>
                <a:lnTo>
                  <a:pt x="3934527" y="2420258"/>
                </a:lnTo>
                <a:close/>
              </a:path>
              <a:path extrusionOk="0" h="2468879" w="4523105">
                <a:moveTo>
                  <a:pt x="4237120" y="2421902"/>
                </a:moveTo>
                <a:lnTo>
                  <a:pt x="4228308" y="2423680"/>
                </a:lnTo>
                <a:lnTo>
                  <a:pt x="4221115" y="2428531"/>
                </a:lnTo>
                <a:lnTo>
                  <a:pt x="4216268" y="2435728"/>
                </a:lnTo>
                <a:lnTo>
                  <a:pt x="4214491" y="2444545"/>
                </a:lnTo>
                <a:lnTo>
                  <a:pt x="4216268" y="2453362"/>
                </a:lnTo>
                <a:lnTo>
                  <a:pt x="4221115" y="2460558"/>
                </a:lnTo>
                <a:lnTo>
                  <a:pt x="4228308" y="2465409"/>
                </a:lnTo>
                <a:lnTo>
                  <a:pt x="4237120" y="2467187"/>
                </a:lnTo>
                <a:lnTo>
                  <a:pt x="4245958" y="2465409"/>
                </a:lnTo>
                <a:lnTo>
                  <a:pt x="4253164" y="2460558"/>
                </a:lnTo>
                <a:lnTo>
                  <a:pt x="4258016" y="2453362"/>
                </a:lnTo>
                <a:lnTo>
                  <a:pt x="4259794" y="2444545"/>
                </a:lnTo>
                <a:lnTo>
                  <a:pt x="4258016" y="2435728"/>
                </a:lnTo>
                <a:lnTo>
                  <a:pt x="4253164" y="2428531"/>
                </a:lnTo>
                <a:lnTo>
                  <a:pt x="4245958" y="2423680"/>
                </a:lnTo>
                <a:lnTo>
                  <a:pt x="4237120" y="2421902"/>
                </a:lnTo>
                <a:close/>
              </a:path>
              <a:path extrusionOk="0" h="2468879" w="4523105">
                <a:moveTo>
                  <a:pt x="4522590" y="2434634"/>
                </a:moveTo>
                <a:lnTo>
                  <a:pt x="4521188" y="2436710"/>
                </a:lnTo>
                <a:lnTo>
                  <a:pt x="4519603" y="2444545"/>
                </a:lnTo>
                <a:lnTo>
                  <a:pt x="4521188" y="2452380"/>
                </a:lnTo>
                <a:lnTo>
                  <a:pt x="4522590" y="2454457"/>
                </a:lnTo>
                <a:lnTo>
                  <a:pt x="4522590" y="2434634"/>
                </a:lnTo>
                <a:close/>
              </a:path>
            </a:pathLst>
          </a:custGeom>
          <a:solidFill>
            <a:srgbClr val="E9C6C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8" name="Google Shape;178;p11"/>
          <p:cNvSpPr/>
          <p:nvPr/>
        </p:nvSpPr>
        <p:spPr>
          <a:xfrm>
            <a:off x="11563350" y="9458325"/>
            <a:ext cx="6724650" cy="18415"/>
          </a:xfrm>
          <a:custGeom>
            <a:rect b="b" l="l" r="r" t="t"/>
            <a:pathLst>
              <a:path extrusionOk="0" h="18415" w="6724650">
                <a:moveTo>
                  <a:pt x="0" y="0"/>
                </a:moveTo>
                <a:lnTo>
                  <a:pt x="6724650" y="18028"/>
                </a:lnTo>
              </a:path>
            </a:pathLst>
          </a:custGeom>
          <a:noFill/>
          <a:ln cap="flat" cmpd="sng" w="114300">
            <a:solidFill>
              <a:srgbClr val="9FC3D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9" name="Google Shape;179;p11"/>
          <p:cNvSpPr txBox="1"/>
          <p:nvPr/>
        </p:nvSpPr>
        <p:spPr>
          <a:xfrm>
            <a:off x="6390259" y="1171257"/>
            <a:ext cx="5500370" cy="1318260"/>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lang="es-GT" sz="8450">
                <a:latin typeface="Calibri"/>
                <a:ea typeface="Calibri"/>
                <a:cs typeface="Calibri"/>
                <a:sym typeface="Calibri"/>
              </a:rPr>
              <a:t>Cardinalidad</a:t>
            </a:r>
            <a:endParaRPr sz="8450">
              <a:latin typeface="Calibri"/>
              <a:ea typeface="Calibri"/>
              <a:cs typeface="Calibri"/>
              <a:sym typeface="Calibri"/>
            </a:endParaRPr>
          </a:p>
        </p:txBody>
      </p:sp>
      <p:sp>
        <p:nvSpPr>
          <p:cNvPr id="180" name="Google Shape;180;p11"/>
          <p:cNvSpPr/>
          <p:nvPr/>
        </p:nvSpPr>
        <p:spPr>
          <a:xfrm>
            <a:off x="15916275" y="0"/>
            <a:ext cx="1447800" cy="1676400"/>
          </a:xfrm>
          <a:custGeom>
            <a:rect b="b" l="l" r="r" t="t"/>
            <a:pathLst>
              <a:path extrusionOk="0" h="1676400" w="1447800">
                <a:moveTo>
                  <a:pt x="1447800" y="0"/>
                </a:moveTo>
                <a:lnTo>
                  <a:pt x="0" y="0"/>
                </a:lnTo>
                <a:lnTo>
                  <a:pt x="0" y="998093"/>
                </a:lnTo>
                <a:lnTo>
                  <a:pt x="2451" y="1046894"/>
                </a:lnTo>
                <a:lnTo>
                  <a:pt x="8414" y="1094753"/>
                </a:lnTo>
                <a:lnTo>
                  <a:pt x="17766" y="1141553"/>
                </a:lnTo>
                <a:lnTo>
                  <a:pt x="30388" y="1187177"/>
                </a:lnTo>
                <a:lnTo>
                  <a:pt x="46159" y="1231509"/>
                </a:lnTo>
                <a:lnTo>
                  <a:pt x="64958" y="1274430"/>
                </a:lnTo>
                <a:lnTo>
                  <a:pt x="86664" y="1315826"/>
                </a:lnTo>
                <a:lnTo>
                  <a:pt x="111158" y="1355578"/>
                </a:lnTo>
                <a:lnTo>
                  <a:pt x="138318" y="1393570"/>
                </a:lnTo>
                <a:lnTo>
                  <a:pt x="168025" y="1429686"/>
                </a:lnTo>
                <a:lnTo>
                  <a:pt x="200156" y="1463808"/>
                </a:lnTo>
                <a:lnTo>
                  <a:pt x="234592" y="1495820"/>
                </a:lnTo>
                <a:lnTo>
                  <a:pt x="271212" y="1525604"/>
                </a:lnTo>
                <a:lnTo>
                  <a:pt x="309896" y="1553044"/>
                </a:lnTo>
                <a:lnTo>
                  <a:pt x="350522" y="1578024"/>
                </a:lnTo>
                <a:lnTo>
                  <a:pt x="392971" y="1600426"/>
                </a:lnTo>
                <a:lnTo>
                  <a:pt x="437122" y="1620133"/>
                </a:lnTo>
                <a:lnTo>
                  <a:pt x="482853" y="1637029"/>
                </a:lnTo>
                <a:lnTo>
                  <a:pt x="528493" y="1650244"/>
                </a:lnTo>
                <a:lnTo>
                  <a:pt x="576029" y="1661147"/>
                </a:lnTo>
                <a:lnTo>
                  <a:pt x="624887" y="1669381"/>
                </a:lnTo>
                <a:lnTo>
                  <a:pt x="674495" y="1674585"/>
                </a:lnTo>
                <a:lnTo>
                  <a:pt x="724280" y="1676400"/>
                </a:lnTo>
                <a:lnTo>
                  <a:pt x="773571" y="1674823"/>
                </a:lnTo>
                <a:lnTo>
                  <a:pt x="821971" y="1670186"/>
                </a:lnTo>
                <a:lnTo>
                  <a:pt x="869323" y="1662629"/>
                </a:lnTo>
                <a:lnTo>
                  <a:pt x="915467" y="1652292"/>
                </a:lnTo>
                <a:lnTo>
                  <a:pt x="960246" y="1639316"/>
                </a:lnTo>
                <a:lnTo>
                  <a:pt x="961771" y="1638553"/>
                </a:lnTo>
                <a:lnTo>
                  <a:pt x="963421" y="1638553"/>
                </a:lnTo>
                <a:lnTo>
                  <a:pt x="964946" y="1637792"/>
                </a:lnTo>
                <a:lnTo>
                  <a:pt x="1010224" y="1620535"/>
                </a:lnTo>
                <a:lnTo>
                  <a:pt x="1054025" y="1600510"/>
                </a:lnTo>
                <a:lnTo>
                  <a:pt x="1096218" y="1577833"/>
                </a:lnTo>
                <a:lnTo>
                  <a:pt x="1136674" y="1552621"/>
                </a:lnTo>
                <a:lnTo>
                  <a:pt x="1175262" y="1524990"/>
                </a:lnTo>
                <a:lnTo>
                  <a:pt x="1211852" y="1495058"/>
                </a:lnTo>
                <a:lnTo>
                  <a:pt x="1246315" y="1462940"/>
                </a:lnTo>
                <a:lnTo>
                  <a:pt x="1278520" y="1428755"/>
                </a:lnTo>
                <a:lnTo>
                  <a:pt x="1308338" y="1392618"/>
                </a:lnTo>
                <a:lnTo>
                  <a:pt x="1335637" y="1354647"/>
                </a:lnTo>
                <a:lnTo>
                  <a:pt x="1360290" y="1314958"/>
                </a:lnTo>
                <a:lnTo>
                  <a:pt x="1382164" y="1273668"/>
                </a:lnTo>
                <a:lnTo>
                  <a:pt x="1401131" y="1230895"/>
                </a:lnTo>
                <a:lnTo>
                  <a:pt x="1417060" y="1186754"/>
                </a:lnTo>
                <a:lnTo>
                  <a:pt x="1429821" y="1141363"/>
                </a:lnTo>
                <a:lnTo>
                  <a:pt x="1439285" y="1094838"/>
                </a:lnTo>
                <a:lnTo>
                  <a:pt x="1445321" y="1047296"/>
                </a:lnTo>
                <a:lnTo>
                  <a:pt x="1447800" y="998854"/>
                </a:lnTo>
                <a:lnTo>
                  <a:pt x="1447800" y="0"/>
                </a:lnTo>
                <a:close/>
              </a:path>
            </a:pathLst>
          </a:custGeom>
          <a:solidFill>
            <a:srgbClr val="9FC3D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81" name="Google Shape;181;p11"/>
          <p:cNvSpPr txBox="1"/>
          <p:nvPr>
            <p:ph type="title"/>
          </p:nvPr>
        </p:nvSpPr>
        <p:spPr>
          <a:xfrm>
            <a:off x="16234663" y="353948"/>
            <a:ext cx="825500" cy="87249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s-GT" sz="5550">
                <a:solidFill>
                  <a:srgbClr val="000000"/>
                </a:solidFill>
                <a:latin typeface="Arial Black"/>
                <a:ea typeface="Arial Black"/>
                <a:cs typeface="Arial Black"/>
                <a:sym typeface="Arial Black"/>
              </a:rPr>
              <a:t>13</a:t>
            </a:r>
            <a:endParaRPr sz="5550">
              <a:latin typeface="Arial Black"/>
              <a:ea typeface="Arial Black"/>
              <a:cs typeface="Arial Black"/>
              <a:sym typeface="Arial Black"/>
            </a:endParaRPr>
          </a:p>
        </p:txBody>
      </p:sp>
      <p:sp>
        <p:nvSpPr>
          <p:cNvPr id="182" name="Google Shape;182;p11"/>
          <p:cNvSpPr/>
          <p:nvPr/>
        </p:nvSpPr>
        <p:spPr>
          <a:xfrm>
            <a:off x="67709" y="133724"/>
            <a:ext cx="4617085" cy="1607820"/>
          </a:xfrm>
          <a:custGeom>
            <a:rect b="b" l="l" r="r" t="t"/>
            <a:pathLst>
              <a:path extrusionOk="0" h="1607820" w="4617085">
                <a:moveTo>
                  <a:pt x="29377" y="41823"/>
                </a:moveTo>
                <a:lnTo>
                  <a:pt x="17935" y="44133"/>
                </a:lnTo>
                <a:lnTo>
                  <a:pt x="8598" y="50431"/>
                </a:lnTo>
                <a:lnTo>
                  <a:pt x="2306" y="59771"/>
                </a:lnTo>
                <a:lnTo>
                  <a:pt x="0" y="71203"/>
                </a:lnTo>
                <a:lnTo>
                  <a:pt x="2306" y="82609"/>
                </a:lnTo>
                <a:lnTo>
                  <a:pt x="8598" y="91935"/>
                </a:lnTo>
                <a:lnTo>
                  <a:pt x="17935" y="98229"/>
                </a:lnTo>
                <a:lnTo>
                  <a:pt x="29377" y="100538"/>
                </a:lnTo>
                <a:lnTo>
                  <a:pt x="40793" y="98229"/>
                </a:lnTo>
                <a:lnTo>
                  <a:pt x="50117" y="91935"/>
                </a:lnTo>
                <a:lnTo>
                  <a:pt x="56404" y="82609"/>
                </a:lnTo>
                <a:lnTo>
                  <a:pt x="58709" y="71203"/>
                </a:lnTo>
                <a:lnTo>
                  <a:pt x="56404" y="59771"/>
                </a:lnTo>
                <a:lnTo>
                  <a:pt x="50117" y="50431"/>
                </a:lnTo>
                <a:lnTo>
                  <a:pt x="40793" y="44133"/>
                </a:lnTo>
                <a:lnTo>
                  <a:pt x="29377" y="41823"/>
                </a:lnTo>
                <a:close/>
              </a:path>
              <a:path extrusionOk="0" h="1607820" w="4617085">
                <a:moveTo>
                  <a:pt x="331969" y="38498"/>
                </a:moveTo>
                <a:lnTo>
                  <a:pt x="319222" y="41069"/>
                </a:lnTo>
                <a:lnTo>
                  <a:pt x="308812" y="48078"/>
                </a:lnTo>
                <a:lnTo>
                  <a:pt x="301792" y="58474"/>
                </a:lnTo>
                <a:lnTo>
                  <a:pt x="299218" y="71203"/>
                </a:lnTo>
                <a:lnTo>
                  <a:pt x="301792" y="83932"/>
                </a:lnTo>
                <a:lnTo>
                  <a:pt x="308812" y="94328"/>
                </a:lnTo>
                <a:lnTo>
                  <a:pt x="319222" y="101337"/>
                </a:lnTo>
                <a:lnTo>
                  <a:pt x="331969" y="103908"/>
                </a:lnTo>
                <a:lnTo>
                  <a:pt x="344691" y="101337"/>
                </a:lnTo>
                <a:lnTo>
                  <a:pt x="355088" y="94328"/>
                </a:lnTo>
                <a:lnTo>
                  <a:pt x="362103" y="83932"/>
                </a:lnTo>
                <a:lnTo>
                  <a:pt x="364676" y="71203"/>
                </a:lnTo>
                <a:lnTo>
                  <a:pt x="362103" y="58474"/>
                </a:lnTo>
                <a:lnTo>
                  <a:pt x="355088" y="48079"/>
                </a:lnTo>
                <a:lnTo>
                  <a:pt x="344691" y="41069"/>
                </a:lnTo>
                <a:lnTo>
                  <a:pt x="331969" y="38498"/>
                </a:lnTo>
                <a:close/>
              </a:path>
              <a:path extrusionOk="0" h="1607820" w="4617085">
                <a:moveTo>
                  <a:pt x="634562" y="35983"/>
                </a:moveTo>
                <a:lnTo>
                  <a:pt x="620833" y="38751"/>
                </a:lnTo>
                <a:lnTo>
                  <a:pt x="609622" y="46298"/>
                </a:lnTo>
                <a:lnTo>
                  <a:pt x="602063" y="57494"/>
                </a:lnTo>
                <a:lnTo>
                  <a:pt x="599291" y="71203"/>
                </a:lnTo>
                <a:lnTo>
                  <a:pt x="602063" y="84913"/>
                </a:lnTo>
                <a:lnTo>
                  <a:pt x="609622" y="96108"/>
                </a:lnTo>
                <a:lnTo>
                  <a:pt x="620833" y="103656"/>
                </a:lnTo>
                <a:lnTo>
                  <a:pt x="634562" y="106423"/>
                </a:lnTo>
                <a:lnTo>
                  <a:pt x="648265" y="103656"/>
                </a:lnTo>
                <a:lnTo>
                  <a:pt x="659463" y="96108"/>
                </a:lnTo>
                <a:lnTo>
                  <a:pt x="667017" y="84913"/>
                </a:lnTo>
                <a:lnTo>
                  <a:pt x="669788" y="71203"/>
                </a:lnTo>
                <a:lnTo>
                  <a:pt x="667017" y="57494"/>
                </a:lnTo>
                <a:lnTo>
                  <a:pt x="659463" y="46298"/>
                </a:lnTo>
                <a:lnTo>
                  <a:pt x="648265" y="38751"/>
                </a:lnTo>
                <a:lnTo>
                  <a:pt x="634562" y="35983"/>
                </a:lnTo>
                <a:close/>
              </a:path>
              <a:path extrusionOk="0" h="1607820" w="4617085">
                <a:moveTo>
                  <a:pt x="937110" y="33467"/>
                </a:moveTo>
                <a:lnTo>
                  <a:pt x="922424" y="36432"/>
                </a:lnTo>
                <a:lnTo>
                  <a:pt x="910426" y="44518"/>
                </a:lnTo>
                <a:lnTo>
                  <a:pt x="902333" y="56513"/>
                </a:lnTo>
                <a:lnTo>
                  <a:pt x="899364" y="71203"/>
                </a:lnTo>
                <a:lnTo>
                  <a:pt x="902333" y="85893"/>
                </a:lnTo>
                <a:lnTo>
                  <a:pt x="910426" y="97888"/>
                </a:lnTo>
                <a:lnTo>
                  <a:pt x="922424" y="105974"/>
                </a:lnTo>
                <a:lnTo>
                  <a:pt x="937110" y="108939"/>
                </a:lnTo>
                <a:lnTo>
                  <a:pt x="951821" y="105974"/>
                </a:lnTo>
                <a:lnTo>
                  <a:pt x="963833" y="97888"/>
                </a:lnTo>
                <a:lnTo>
                  <a:pt x="971931" y="85893"/>
                </a:lnTo>
                <a:lnTo>
                  <a:pt x="974900" y="71203"/>
                </a:lnTo>
                <a:lnTo>
                  <a:pt x="971931" y="56513"/>
                </a:lnTo>
                <a:lnTo>
                  <a:pt x="963833" y="44518"/>
                </a:lnTo>
                <a:lnTo>
                  <a:pt x="951821" y="36432"/>
                </a:lnTo>
                <a:lnTo>
                  <a:pt x="937110" y="33467"/>
                </a:lnTo>
                <a:close/>
              </a:path>
              <a:path extrusionOk="0" h="1607820" w="4617085">
                <a:moveTo>
                  <a:pt x="1239702" y="30098"/>
                </a:moveTo>
                <a:lnTo>
                  <a:pt x="1223718" y="33330"/>
                </a:lnTo>
                <a:lnTo>
                  <a:pt x="1210662" y="42143"/>
                </a:lnTo>
                <a:lnTo>
                  <a:pt x="1201857" y="55210"/>
                </a:lnTo>
                <a:lnTo>
                  <a:pt x="1198628" y="71203"/>
                </a:lnTo>
                <a:lnTo>
                  <a:pt x="1201857" y="87197"/>
                </a:lnTo>
                <a:lnTo>
                  <a:pt x="1210662" y="100263"/>
                </a:lnTo>
                <a:lnTo>
                  <a:pt x="1223718" y="109076"/>
                </a:lnTo>
                <a:lnTo>
                  <a:pt x="1239702" y="112309"/>
                </a:lnTo>
                <a:lnTo>
                  <a:pt x="1255719" y="109076"/>
                </a:lnTo>
                <a:lnTo>
                  <a:pt x="1268804" y="100263"/>
                </a:lnTo>
                <a:lnTo>
                  <a:pt x="1277629" y="87197"/>
                </a:lnTo>
                <a:lnTo>
                  <a:pt x="1280867" y="71203"/>
                </a:lnTo>
                <a:lnTo>
                  <a:pt x="1277629" y="55210"/>
                </a:lnTo>
                <a:lnTo>
                  <a:pt x="1268804" y="42143"/>
                </a:lnTo>
                <a:lnTo>
                  <a:pt x="1255719" y="33330"/>
                </a:lnTo>
                <a:lnTo>
                  <a:pt x="1239702" y="30098"/>
                </a:lnTo>
                <a:close/>
              </a:path>
              <a:path extrusionOk="0" h="1607820" w="4617085">
                <a:moveTo>
                  <a:pt x="1542295" y="27627"/>
                </a:moveTo>
                <a:lnTo>
                  <a:pt x="1525329" y="31056"/>
                </a:lnTo>
                <a:lnTo>
                  <a:pt x="1511472" y="40402"/>
                </a:lnTo>
                <a:lnTo>
                  <a:pt x="1502128" y="54255"/>
                </a:lnTo>
                <a:lnTo>
                  <a:pt x="1498701" y="71203"/>
                </a:lnTo>
                <a:lnTo>
                  <a:pt x="1502128" y="88177"/>
                </a:lnTo>
                <a:lnTo>
                  <a:pt x="1511472" y="102043"/>
                </a:lnTo>
                <a:lnTo>
                  <a:pt x="1525329" y="111395"/>
                </a:lnTo>
                <a:lnTo>
                  <a:pt x="1542295" y="114824"/>
                </a:lnTo>
                <a:lnTo>
                  <a:pt x="1559286" y="111395"/>
                </a:lnTo>
                <a:lnTo>
                  <a:pt x="1573157" y="102044"/>
                </a:lnTo>
                <a:lnTo>
                  <a:pt x="1582506" y="88177"/>
                </a:lnTo>
                <a:lnTo>
                  <a:pt x="1585933" y="71203"/>
                </a:lnTo>
                <a:lnTo>
                  <a:pt x="1582506" y="54255"/>
                </a:lnTo>
                <a:lnTo>
                  <a:pt x="1573157" y="40402"/>
                </a:lnTo>
                <a:lnTo>
                  <a:pt x="1559286" y="31056"/>
                </a:lnTo>
                <a:lnTo>
                  <a:pt x="1542295" y="27627"/>
                </a:lnTo>
                <a:close/>
              </a:path>
              <a:path extrusionOk="0" h="1607820" w="4617085">
                <a:moveTo>
                  <a:pt x="1844887" y="25111"/>
                </a:moveTo>
                <a:lnTo>
                  <a:pt x="1826939" y="28738"/>
                </a:lnTo>
                <a:lnTo>
                  <a:pt x="1812282" y="38622"/>
                </a:lnTo>
                <a:lnTo>
                  <a:pt x="1802398" y="53275"/>
                </a:lnTo>
                <a:lnTo>
                  <a:pt x="1798774" y="71203"/>
                </a:lnTo>
                <a:lnTo>
                  <a:pt x="1802398" y="89158"/>
                </a:lnTo>
                <a:lnTo>
                  <a:pt x="1812282" y="103824"/>
                </a:lnTo>
                <a:lnTo>
                  <a:pt x="1826939" y="113713"/>
                </a:lnTo>
                <a:lnTo>
                  <a:pt x="1844887" y="117340"/>
                </a:lnTo>
                <a:lnTo>
                  <a:pt x="1862861" y="113713"/>
                </a:lnTo>
                <a:lnTo>
                  <a:pt x="1877532" y="103824"/>
                </a:lnTo>
                <a:lnTo>
                  <a:pt x="1887420" y="89158"/>
                </a:lnTo>
                <a:lnTo>
                  <a:pt x="1891045" y="71203"/>
                </a:lnTo>
                <a:lnTo>
                  <a:pt x="1887420" y="53275"/>
                </a:lnTo>
                <a:lnTo>
                  <a:pt x="1877532" y="38622"/>
                </a:lnTo>
                <a:lnTo>
                  <a:pt x="1862861" y="28738"/>
                </a:lnTo>
                <a:lnTo>
                  <a:pt x="1844887" y="25111"/>
                </a:lnTo>
                <a:close/>
              </a:path>
              <a:path extrusionOk="0" h="1607820" w="4617085">
                <a:moveTo>
                  <a:pt x="2147480" y="22596"/>
                </a:moveTo>
                <a:lnTo>
                  <a:pt x="2128550" y="26419"/>
                </a:lnTo>
                <a:lnTo>
                  <a:pt x="2113092" y="36842"/>
                </a:lnTo>
                <a:lnTo>
                  <a:pt x="2102669" y="52294"/>
                </a:lnTo>
                <a:lnTo>
                  <a:pt x="2098847" y="71203"/>
                </a:lnTo>
                <a:lnTo>
                  <a:pt x="2102669" y="90139"/>
                </a:lnTo>
                <a:lnTo>
                  <a:pt x="2113092" y="105604"/>
                </a:lnTo>
                <a:lnTo>
                  <a:pt x="2128550" y="116032"/>
                </a:lnTo>
                <a:lnTo>
                  <a:pt x="2147480" y="119856"/>
                </a:lnTo>
                <a:lnTo>
                  <a:pt x="2166442" y="116032"/>
                </a:lnTo>
                <a:lnTo>
                  <a:pt x="2181930" y="105604"/>
                </a:lnTo>
                <a:lnTo>
                  <a:pt x="2192372" y="90139"/>
                </a:lnTo>
                <a:lnTo>
                  <a:pt x="2196202" y="71203"/>
                </a:lnTo>
                <a:lnTo>
                  <a:pt x="2192372" y="52294"/>
                </a:lnTo>
                <a:lnTo>
                  <a:pt x="2181930" y="36842"/>
                </a:lnTo>
                <a:lnTo>
                  <a:pt x="2166442" y="26419"/>
                </a:lnTo>
                <a:lnTo>
                  <a:pt x="2147480" y="22596"/>
                </a:lnTo>
                <a:close/>
              </a:path>
              <a:path extrusionOk="0" h="1607820" w="4617085">
                <a:moveTo>
                  <a:pt x="2450072" y="20080"/>
                </a:moveTo>
                <a:lnTo>
                  <a:pt x="2430160" y="24094"/>
                </a:lnTo>
                <a:lnTo>
                  <a:pt x="2413901" y="35045"/>
                </a:lnTo>
                <a:lnTo>
                  <a:pt x="2402940" y="51294"/>
                </a:lnTo>
                <a:lnTo>
                  <a:pt x="2398920" y="71203"/>
                </a:lnTo>
                <a:lnTo>
                  <a:pt x="2402940" y="91119"/>
                </a:lnTo>
                <a:lnTo>
                  <a:pt x="2413901" y="107384"/>
                </a:lnTo>
                <a:lnTo>
                  <a:pt x="2430160" y="118350"/>
                </a:lnTo>
                <a:lnTo>
                  <a:pt x="2450072" y="122372"/>
                </a:lnTo>
                <a:lnTo>
                  <a:pt x="2470017" y="118350"/>
                </a:lnTo>
                <a:lnTo>
                  <a:pt x="2486305" y="107384"/>
                </a:lnTo>
                <a:lnTo>
                  <a:pt x="2497287" y="91119"/>
                </a:lnTo>
                <a:lnTo>
                  <a:pt x="2501314" y="71203"/>
                </a:lnTo>
                <a:lnTo>
                  <a:pt x="2497287" y="51294"/>
                </a:lnTo>
                <a:lnTo>
                  <a:pt x="2486305" y="35045"/>
                </a:lnTo>
                <a:lnTo>
                  <a:pt x="2470017" y="24094"/>
                </a:lnTo>
                <a:lnTo>
                  <a:pt x="2450072" y="20080"/>
                </a:lnTo>
                <a:close/>
              </a:path>
              <a:path extrusionOk="0" h="1607820" w="4617085">
                <a:moveTo>
                  <a:pt x="2752665" y="16756"/>
                </a:moveTo>
                <a:lnTo>
                  <a:pt x="2731448" y="21038"/>
                </a:lnTo>
                <a:lnTo>
                  <a:pt x="2714115" y="32715"/>
                </a:lnTo>
                <a:lnTo>
                  <a:pt x="2702426" y="50036"/>
                </a:lnTo>
                <a:lnTo>
                  <a:pt x="2698139" y="71248"/>
                </a:lnTo>
                <a:lnTo>
                  <a:pt x="2702426" y="92442"/>
                </a:lnTo>
                <a:lnTo>
                  <a:pt x="2714115" y="109765"/>
                </a:lnTo>
                <a:lnTo>
                  <a:pt x="2731448" y="121453"/>
                </a:lnTo>
                <a:lnTo>
                  <a:pt x="2752665" y="125741"/>
                </a:lnTo>
                <a:lnTo>
                  <a:pt x="2773908" y="121453"/>
                </a:lnTo>
                <a:lnTo>
                  <a:pt x="2791253" y="109765"/>
                </a:lnTo>
                <a:lnTo>
                  <a:pt x="2802948" y="92442"/>
                </a:lnTo>
                <a:lnTo>
                  <a:pt x="2807236" y="71248"/>
                </a:lnTo>
                <a:lnTo>
                  <a:pt x="2802948" y="50036"/>
                </a:lnTo>
                <a:lnTo>
                  <a:pt x="2791253" y="32715"/>
                </a:lnTo>
                <a:lnTo>
                  <a:pt x="2773908" y="21038"/>
                </a:lnTo>
                <a:lnTo>
                  <a:pt x="2752665" y="16756"/>
                </a:lnTo>
                <a:close/>
              </a:path>
              <a:path extrusionOk="0" h="1607820" w="4617085">
                <a:moveTo>
                  <a:pt x="3055302" y="14240"/>
                </a:moveTo>
                <a:lnTo>
                  <a:pt x="3033103" y="18719"/>
                </a:lnTo>
                <a:lnTo>
                  <a:pt x="3014970" y="30935"/>
                </a:lnTo>
                <a:lnTo>
                  <a:pt x="3002742" y="49055"/>
                </a:lnTo>
                <a:lnTo>
                  <a:pt x="2998257" y="71248"/>
                </a:lnTo>
                <a:lnTo>
                  <a:pt x="3002742" y="93423"/>
                </a:lnTo>
                <a:lnTo>
                  <a:pt x="3014970" y="111545"/>
                </a:lnTo>
                <a:lnTo>
                  <a:pt x="3033103" y="123771"/>
                </a:lnTo>
                <a:lnTo>
                  <a:pt x="3055302" y="128257"/>
                </a:lnTo>
                <a:lnTo>
                  <a:pt x="3077520" y="123771"/>
                </a:lnTo>
                <a:lnTo>
                  <a:pt x="3095651" y="111545"/>
                </a:lnTo>
                <a:lnTo>
                  <a:pt x="3107869" y="93423"/>
                </a:lnTo>
                <a:lnTo>
                  <a:pt x="3112348" y="71248"/>
                </a:lnTo>
                <a:lnTo>
                  <a:pt x="3107863" y="49055"/>
                </a:lnTo>
                <a:lnTo>
                  <a:pt x="3095634" y="30935"/>
                </a:lnTo>
                <a:lnTo>
                  <a:pt x="3077501" y="18719"/>
                </a:lnTo>
                <a:lnTo>
                  <a:pt x="3055302" y="14240"/>
                </a:lnTo>
                <a:close/>
              </a:path>
              <a:path extrusionOk="0" h="1607820" w="4617085">
                <a:moveTo>
                  <a:pt x="3357895" y="11724"/>
                </a:moveTo>
                <a:lnTo>
                  <a:pt x="3334714" y="16401"/>
                </a:lnTo>
                <a:lnTo>
                  <a:pt x="3315780" y="29155"/>
                </a:lnTo>
                <a:lnTo>
                  <a:pt x="3303012" y="48075"/>
                </a:lnTo>
                <a:lnTo>
                  <a:pt x="3298330" y="71249"/>
                </a:lnTo>
                <a:lnTo>
                  <a:pt x="3303012" y="94403"/>
                </a:lnTo>
                <a:lnTo>
                  <a:pt x="3315780" y="113325"/>
                </a:lnTo>
                <a:lnTo>
                  <a:pt x="3334714" y="126090"/>
                </a:lnTo>
                <a:lnTo>
                  <a:pt x="3357895" y="130773"/>
                </a:lnTo>
                <a:lnTo>
                  <a:pt x="3381076" y="126090"/>
                </a:lnTo>
                <a:lnTo>
                  <a:pt x="3400009" y="113325"/>
                </a:lnTo>
                <a:lnTo>
                  <a:pt x="3412777" y="94403"/>
                </a:lnTo>
                <a:lnTo>
                  <a:pt x="3417459" y="71249"/>
                </a:lnTo>
                <a:lnTo>
                  <a:pt x="3412777" y="48075"/>
                </a:lnTo>
                <a:lnTo>
                  <a:pt x="3400009" y="29155"/>
                </a:lnTo>
                <a:lnTo>
                  <a:pt x="3381076" y="16401"/>
                </a:lnTo>
                <a:lnTo>
                  <a:pt x="3357895" y="11724"/>
                </a:lnTo>
                <a:close/>
              </a:path>
              <a:path extrusionOk="0" h="1607820" w="4617085">
                <a:moveTo>
                  <a:pt x="3660487" y="7547"/>
                </a:moveTo>
                <a:lnTo>
                  <a:pt x="3635665" y="12553"/>
                </a:lnTo>
                <a:lnTo>
                  <a:pt x="3615403" y="26207"/>
                </a:lnTo>
                <a:lnTo>
                  <a:pt x="3601746" y="46456"/>
                </a:lnTo>
                <a:lnTo>
                  <a:pt x="3596738" y="71249"/>
                </a:lnTo>
                <a:lnTo>
                  <a:pt x="3601746" y="96042"/>
                </a:lnTo>
                <a:lnTo>
                  <a:pt x="3615403" y="116290"/>
                </a:lnTo>
                <a:lnTo>
                  <a:pt x="3635665" y="129944"/>
                </a:lnTo>
                <a:lnTo>
                  <a:pt x="3660487" y="134951"/>
                </a:lnTo>
                <a:lnTo>
                  <a:pt x="3685290" y="129944"/>
                </a:lnTo>
                <a:lnTo>
                  <a:pt x="3705554" y="116290"/>
                </a:lnTo>
                <a:lnTo>
                  <a:pt x="3719222" y="96042"/>
                </a:lnTo>
                <a:lnTo>
                  <a:pt x="3724236" y="71249"/>
                </a:lnTo>
                <a:lnTo>
                  <a:pt x="3719222" y="46456"/>
                </a:lnTo>
                <a:lnTo>
                  <a:pt x="3705554" y="26207"/>
                </a:lnTo>
                <a:lnTo>
                  <a:pt x="3685290" y="12553"/>
                </a:lnTo>
                <a:lnTo>
                  <a:pt x="3660487" y="7547"/>
                </a:lnTo>
                <a:close/>
              </a:path>
              <a:path extrusionOk="0" h="1607820" w="4617085">
                <a:moveTo>
                  <a:pt x="3963080" y="4177"/>
                </a:moveTo>
                <a:lnTo>
                  <a:pt x="3936953" y="9452"/>
                </a:lnTo>
                <a:lnTo>
                  <a:pt x="3915617" y="23832"/>
                </a:lnTo>
                <a:lnTo>
                  <a:pt x="3901232" y="45152"/>
                </a:lnTo>
                <a:lnTo>
                  <a:pt x="3895957" y="71249"/>
                </a:lnTo>
                <a:lnTo>
                  <a:pt x="3901232" y="97364"/>
                </a:lnTo>
                <a:lnTo>
                  <a:pt x="3915617" y="118683"/>
                </a:lnTo>
                <a:lnTo>
                  <a:pt x="3936953" y="133052"/>
                </a:lnTo>
                <a:lnTo>
                  <a:pt x="3963080" y="138320"/>
                </a:lnTo>
                <a:lnTo>
                  <a:pt x="3989207" y="133052"/>
                </a:lnTo>
                <a:lnTo>
                  <a:pt x="4010543" y="118683"/>
                </a:lnTo>
                <a:lnTo>
                  <a:pt x="4024928" y="97364"/>
                </a:lnTo>
                <a:lnTo>
                  <a:pt x="4030202" y="71249"/>
                </a:lnTo>
                <a:lnTo>
                  <a:pt x="4024928" y="45152"/>
                </a:lnTo>
                <a:lnTo>
                  <a:pt x="4010542" y="23832"/>
                </a:lnTo>
                <a:lnTo>
                  <a:pt x="3989207" y="9452"/>
                </a:lnTo>
                <a:lnTo>
                  <a:pt x="3963080" y="4177"/>
                </a:lnTo>
                <a:close/>
              </a:path>
              <a:path extrusionOk="0" h="1607820" w="4617085">
                <a:moveTo>
                  <a:pt x="4265672" y="0"/>
                </a:moveTo>
                <a:lnTo>
                  <a:pt x="4237904" y="5598"/>
                </a:lnTo>
                <a:lnTo>
                  <a:pt x="4215240" y="20867"/>
                </a:lnTo>
                <a:lnTo>
                  <a:pt x="4199965" y="43514"/>
                </a:lnTo>
                <a:lnTo>
                  <a:pt x="4194365" y="71249"/>
                </a:lnTo>
                <a:lnTo>
                  <a:pt x="4199965" y="99003"/>
                </a:lnTo>
                <a:lnTo>
                  <a:pt x="4215240" y="121648"/>
                </a:lnTo>
                <a:lnTo>
                  <a:pt x="4237904" y="136906"/>
                </a:lnTo>
                <a:lnTo>
                  <a:pt x="4265672" y="142498"/>
                </a:lnTo>
                <a:lnTo>
                  <a:pt x="4293428" y="136906"/>
                </a:lnTo>
                <a:lnTo>
                  <a:pt x="4316110" y="121648"/>
                </a:lnTo>
                <a:lnTo>
                  <a:pt x="4331411" y="99003"/>
                </a:lnTo>
                <a:lnTo>
                  <a:pt x="4337024" y="71249"/>
                </a:lnTo>
                <a:lnTo>
                  <a:pt x="4331411" y="43514"/>
                </a:lnTo>
                <a:lnTo>
                  <a:pt x="4316110" y="20867"/>
                </a:lnTo>
                <a:lnTo>
                  <a:pt x="4293428" y="5598"/>
                </a:lnTo>
                <a:lnTo>
                  <a:pt x="4265672" y="0"/>
                </a:lnTo>
                <a:close/>
              </a:path>
              <a:path extrusionOk="0" h="1607820" w="4617085">
                <a:moveTo>
                  <a:pt x="4568265" y="22641"/>
                </a:moveTo>
                <a:lnTo>
                  <a:pt x="4549309" y="26458"/>
                </a:lnTo>
                <a:lnTo>
                  <a:pt x="4533837" y="36871"/>
                </a:lnTo>
                <a:lnTo>
                  <a:pt x="4523410" y="52320"/>
                </a:lnTo>
                <a:lnTo>
                  <a:pt x="4519587" y="71249"/>
                </a:lnTo>
                <a:lnTo>
                  <a:pt x="4523410" y="90177"/>
                </a:lnTo>
                <a:lnTo>
                  <a:pt x="4533837" y="105627"/>
                </a:lnTo>
                <a:lnTo>
                  <a:pt x="4549309" y="116039"/>
                </a:lnTo>
                <a:lnTo>
                  <a:pt x="4568265" y="119856"/>
                </a:lnTo>
                <a:lnTo>
                  <a:pt x="4587201" y="116039"/>
                </a:lnTo>
                <a:lnTo>
                  <a:pt x="4602675" y="105627"/>
                </a:lnTo>
                <a:lnTo>
                  <a:pt x="4613113" y="90177"/>
                </a:lnTo>
                <a:lnTo>
                  <a:pt x="4616942" y="71249"/>
                </a:lnTo>
                <a:lnTo>
                  <a:pt x="4613113" y="52320"/>
                </a:lnTo>
                <a:lnTo>
                  <a:pt x="4602675" y="36871"/>
                </a:lnTo>
                <a:lnTo>
                  <a:pt x="4587201" y="26458"/>
                </a:lnTo>
                <a:lnTo>
                  <a:pt x="4568265" y="22641"/>
                </a:lnTo>
                <a:close/>
              </a:path>
              <a:path extrusionOk="0" h="1607820" w="4617085">
                <a:moveTo>
                  <a:pt x="29377" y="344295"/>
                </a:moveTo>
                <a:lnTo>
                  <a:pt x="17935" y="346598"/>
                </a:lnTo>
                <a:lnTo>
                  <a:pt x="8598" y="352881"/>
                </a:lnTo>
                <a:lnTo>
                  <a:pt x="2306" y="362205"/>
                </a:lnTo>
                <a:lnTo>
                  <a:pt x="0" y="373630"/>
                </a:lnTo>
                <a:lnTo>
                  <a:pt x="2306" y="385056"/>
                </a:lnTo>
                <a:lnTo>
                  <a:pt x="8598" y="394379"/>
                </a:lnTo>
                <a:lnTo>
                  <a:pt x="17935" y="400663"/>
                </a:lnTo>
                <a:lnTo>
                  <a:pt x="29377" y="402966"/>
                </a:lnTo>
                <a:lnTo>
                  <a:pt x="40793" y="400663"/>
                </a:lnTo>
                <a:lnTo>
                  <a:pt x="50117" y="394380"/>
                </a:lnTo>
                <a:lnTo>
                  <a:pt x="56404" y="385056"/>
                </a:lnTo>
                <a:lnTo>
                  <a:pt x="58709" y="373630"/>
                </a:lnTo>
                <a:lnTo>
                  <a:pt x="56404" y="362205"/>
                </a:lnTo>
                <a:lnTo>
                  <a:pt x="50117" y="352881"/>
                </a:lnTo>
                <a:lnTo>
                  <a:pt x="40793" y="346598"/>
                </a:lnTo>
                <a:lnTo>
                  <a:pt x="29377" y="344295"/>
                </a:lnTo>
                <a:close/>
              </a:path>
              <a:path extrusionOk="0" h="1607820" w="4617085">
                <a:moveTo>
                  <a:pt x="331970" y="340926"/>
                </a:moveTo>
                <a:lnTo>
                  <a:pt x="319222" y="343496"/>
                </a:lnTo>
                <a:lnTo>
                  <a:pt x="308812" y="350506"/>
                </a:lnTo>
                <a:lnTo>
                  <a:pt x="301792" y="360901"/>
                </a:lnTo>
                <a:lnTo>
                  <a:pt x="299218" y="373630"/>
                </a:lnTo>
                <a:lnTo>
                  <a:pt x="301792" y="386359"/>
                </a:lnTo>
                <a:lnTo>
                  <a:pt x="308812" y="396755"/>
                </a:lnTo>
                <a:lnTo>
                  <a:pt x="319222" y="403764"/>
                </a:lnTo>
                <a:lnTo>
                  <a:pt x="331970" y="406335"/>
                </a:lnTo>
                <a:lnTo>
                  <a:pt x="344691" y="403764"/>
                </a:lnTo>
                <a:lnTo>
                  <a:pt x="355088" y="396755"/>
                </a:lnTo>
                <a:lnTo>
                  <a:pt x="362103" y="386359"/>
                </a:lnTo>
                <a:lnTo>
                  <a:pt x="364676" y="373630"/>
                </a:lnTo>
                <a:lnTo>
                  <a:pt x="362103" y="360901"/>
                </a:lnTo>
                <a:lnTo>
                  <a:pt x="355088" y="350506"/>
                </a:lnTo>
                <a:lnTo>
                  <a:pt x="344691" y="343496"/>
                </a:lnTo>
                <a:lnTo>
                  <a:pt x="331970" y="340926"/>
                </a:lnTo>
                <a:close/>
              </a:path>
              <a:path extrusionOk="0" h="1607820" w="4617085">
                <a:moveTo>
                  <a:pt x="634562" y="338455"/>
                </a:moveTo>
                <a:lnTo>
                  <a:pt x="620833" y="341223"/>
                </a:lnTo>
                <a:lnTo>
                  <a:pt x="609622" y="348771"/>
                </a:lnTo>
                <a:lnTo>
                  <a:pt x="602063" y="359966"/>
                </a:lnTo>
                <a:lnTo>
                  <a:pt x="599291" y="373675"/>
                </a:lnTo>
                <a:lnTo>
                  <a:pt x="602063" y="387359"/>
                </a:lnTo>
                <a:lnTo>
                  <a:pt x="609622" y="398541"/>
                </a:lnTo>
                <a:lnTo>
                  <a:pt x="620833" y="406084"/>
                </a:lnTo>
                <a:lnTo>
                  <a:pt x="634562" y="408851"/>
                </a:lnTo>
                <a:lnTo>
                  <a:pt x="648265" y="406084"/>
                </a:lnTo>
                <a:lnTo>
                  <a:pt x="659463" y="398541"/>
                </a:lnTo>
                <a:lnTo>
                  <a:pt x="667017" y="387359"/>
                </a:lnTo>
                <a:lnTo>
                  <a:pt x="669788" y="373675"/>
                </a:lnTo>
                <a:lnTo>
                  <a:pt x="667017" y="359966"/>
                </a:lnTo>
                <a:lnTo>
                  <a:pt x="659463" y="348771"/>
                </a:lnTo>
                <a:lnTo>
                  <a:pt x="648265" y="341223"/>
                </a:lnTo>
                <a:lnTo>
                  <a:pt x="634562" y="338455"/>
                </a:lnTo>
                <a:close/>
              </a:path>
              <a:path extrusionOk="0" h="1607820" w="4617085">
                <a:moveTo>
                  <a:pt x="937110" y="335939"/>
                </a:moveTo>
                <a:lnTo>
                  <a:pt x="922424" y="338904"/>
                </a:lnTo>
                <a:lnTo>
                  <a:pt x="910426" y="346991"/>
                </a:lnTo>
                <a:lnTo>
                  <a:pt x="902333" y="358985"/>
                </a:lnTo>
                <a:lnTo>
                  <a:pt x="899364" y="373675"/>
                </a:lnTo>
                <a:lnTo>
                  <a:pt x="902333" y="388340"/>
                </a:lnTo>
                <a:lnTo>
                  <a:pt x="910426" y="400321"/>
                </a:lnTo>
                <a:lnTo>
                  <a:pt x="922424" y="408402"/>
                </a:lnTo>
                <a:lnTo>
                  <a:pt x="937110" y="411366"/>
                </a:lnTo>
                <a:lnTo>
                  <a:pt x="951821" y="408402"/>
                </a:lnTo>
                <a:lnTo>
                  <a:pt x="963833" y="400321"/>
                </a:lnTo>
                <a:lnTo>
                  <a:pt x="971931" y="388340"/>
                </a:lnTo>
                <a:lnTo>
                  <a:pt x="974900" y="373675"/>
                </a:lnTo>
                <a:lnTo>
                  <a:pt x="971931" y="358985"/>
                </a:lnTo>
                <a:lnTo>
                  <a:pt x="963833" y="346991"/>
                </a:lnTo>
                <a:lnTo>
                  <a:pt x="951821" y="338904"/>
                </a:lnTo>
                <a:lnTo>
                  <a:pt x="937110" y="335939"/>
                </a:lnTo>
                <a:close/>
              </a:path>
              <a:path extrusionOk="0" h="1607820" w="4617085">
                <a:moveTo>
                  <a:pt x="1239702" y="332570"/>
                </a:moveTo>
                <a:lnTo>
                  <a:pt x="1223718" y="335803"/>
                </a:lnTo>
                <a:lnTo>
                  <a:pt x="1210662" y="344615"/>
                </a:lnTo>
                <a:lnTo>
                  <a:pt x="1201857" y="357682"/>
                </a:lnTo>
                <a:lnTo>
                  <a:pt x="1198628" y="373675"/>
                </a:lnTo>
                <a:lnTo>
                  <a:pt x="1201857" y="389662"/>
                </a:lnTo>
                <a:lnTo>
                  <a:pt x="1210662" y="402713"/>
                </a:lnTo>
                <a:lnTo>
                  <a:pt x="1223719" y="411510"/>
                </a:lnTo>
                <a:lnTo>
                  <a:pt x="1239702" y="414736"/>
                </a:lnTo>
                <a:lnTo>
                  <a:pt x="1255719" y="411510"/>
                </a:lnTo>
                <a:lnTo>
                  <a:pt x="1268804" y="402713"/>
                </a:lnTo>
                <a:lnTo>
                  <a:pt x="1277629" y="389662"/>
                </a:lnTo>
                <a:lnTo>
                  <a:pt x="1280867" y="373675"/>
                </a:lnTo>
                <a:lnTo>
                  <a:pt x="1277629" y="357682"/>
                </a:lnTo>
                <a:lnTo>
                  <a:pt x="1268804" y="344615"/>
                </a:lnTo>
                <a:lnTo>
                  <a:pt x="1255719" y="335803"/>
                </a:lnTo>
                <a:lnTo>
                  <a:pt x="1239702" y="332570"/>
                </a:lnTo>
                <a:close/>
              </a:path>
              <a:path extrusionOk="0" h="1607820" w="4617085">
                <a:moveTo>
                  <a:pt x="1542295" y="330099"/>
                </a:moveTo>
                <a:lnTo>
                  <a:pt x="1525329" y="333522"/>
                </a:lnTo>
                <a:lnTo>
                  <a:pt x="1511472" y="342858"/>
                </a:lnTo>
                <a:lnTo>
                  <a:pt x="1502128" y="356708"/>
                </a:lnTo>
                <a:lnTo>
                  <a:pt x="1498701" y="373675"/>
                </a:lnTo>
                <a:lnTo>
                  <a:pt x="1502128" y="390643"/>
                </a:lnTo>
                <a:lnTo>
                  <a:pt x="1511472" y="404493"/>
                </a:lnTo>
                <a:lnTo>
                  <a:pt x="1525329" y="413829"/>
                </a:lnTo>
                <a:lnTo>
                  <a:pt x="1542295" y="417252"/>
                </a:lnTo>
                <a:lnTo>
                  <a:pt x="1559286" y="413829"/>
                </a:lnTo>
                <a:lnTo>
                  <a:pt x="1573157" y="404493"/>
                </a:lnTo>
                <a:lnTo>
                  <a:pt x="1582506" y="390643"/>
                </a:lnTo>
                <a:lnTo>
                  <a:pt x="1585933" y="373676"/>
                </a:lnTo>
                <a:lnTo>
                  <a:pt x="1582506" y="356708"/>
                </a:lnTo>
                <a:lnTo>
                  <a:pt x="1573157" y="342858"/>
                </a:lnTo>
                <a:lnTo>
                  <a:pt x="1559286" y="333522"/>
                </a:lnTo>
                <a:lnTo>
                  <a:pt x="1542295" y="330099"/>
                </a:lnTo>
                <a:close/>
              </a:path>
              <a:path extrusionOk="0" h="1607820" w="4617085">
                <a:moveTo>
                  <a:pt x="1844887" y="327584"/>
                </a:moveTo>
                <a:lnTo>
                  <a:pt x="1826939" y="331204"/>
                </a:lnTo>
                <a:lnTo>
                  <a:pt x="1812282" y="341078"/>
                </a:lnTo>
                <a:lnTo>
                  <a:pt x="1802398" y="355728"/>
                </a:lnTo>
                <a:lnTo>
                  <a:pt x="1798774" y="373676"/>
                </a:lnTo>
                <a:lnTo>
                  <a:pt x="1802398" y="391623"/>
                </a:lnTo>
                <a:lnTo>
                  <a:pt x="1812282" y="406273"/>
                </a:lnTo>
                <a:lnTo>
                  <a:pt x="1826940" y="416148"/>
                </a:lnTo>
                <a:lnTo>
                  <a:pt x="1844887" y="419767"/>
                </a:lnTo>
                <a:lnTo>
                  <a:pt x="1862861" y="416148"/>
                </a:lnTo>
                <a:lnTo>
                  <a:pt x="1877532" y="406273"/>
                </a:lnTo>
                <a:lnTo>
                  <a:pt x="1887420" y="391623"/>
                </a:lnTo>
                <a:lnTo>
                  <a:pt x="1891045" y="373676"/>
                </a:lnTo>
                <a:lnTo>
                  <a:pt x="1887420" y="355728"/>
                </a:lnTo>
                <a:lnTo>
                  <a:pt x="1877532" y="341078"/>
                </a:lnTo>
                <a:lnTo>
                  <a:pt x="1862861" y="331204"/>
                </a:lnTo>
                <a:lnTo>
                  <a:pt x="1844887" y="327584"/>
                </a:lnTo>
                <a:close/>
              </a:path>
              <a:path extrusionOk="0" h="1607820" w="4617085">
                <a:moveTo>
                  <a:pt x="2147480" y="325068"/>
                </a:moveTo>
                <a:lnTo>
                  <a:pt x="2128550" y="328885"/>
                </a:lnTo>
                <a:lnTo>
                  <a:pt x="2113092" y="339298"/>
                </a:lnTo>
                <a:lnTo>
                  <a:pt x="2102669" y="354747"/>
                </a:lnTo>
                <a:lnTo>
                  <a:pt x="2098847" y="373676"/>
                </a:lnTo>
                <a:lnTo>
                  <a:pt x="2102669" y="392604"/>
                </a:lnTo>
                <a:lnTo>
                  <a:pt x="2113092" y="408054"/>
                </a:lnTo>
                <a:lnTo>
                  <a:pt x="2128550" y="418466"/>
                </a:lnTo>
                <a:lnTo>
                  <a:pt x="2147480" y="422283"/>
                </a:lnTo>
                <a:lnTo>
                  <a:pt x="2166442" y="418466"/>
                </a:lnTo>
                <a:lnTo>
                  <a:pt x="2181930" y="408054"/>
                </a:lnTo>
                <a:lnTo>
                  <a:pt x="2192372" y="392604"/>
                </a:lnTo>
                <a:lnTo>
                  <a:pt x="2196202" y="373676"/>
                </a:lnTo>
                <a:lnTo>
                  <a:pt x="2192372" y="354747"/>
                </a:lnTo>
                <a:lnTo>
                  <a:pt x="2181930" y="339298"/>
                </a:lnTo>
                <a:lnTo>
                  <a:pt x="2166442" y="328885"/>
                </a:lnTo>
                <a:lnTo>
                  <a:pt x="2147480" y="325068"/>
                </a:lnTo>
                <a:close/>
              </a:path>
              <a:path extrusionOk="0" h="1607820" w="4617085">
                <a:moveTo>
                  <a:pt x="2450072" y="322552"/>
                </a:moveTo>
                <a:lnTo>
                  <a:pt x="2430160" y="326567"/>
                </a:lnTo>
                <a:lnTo>
                  <a:pt x="2413901" y="337518"/>
                </a:lnTo>
                <a:lnTo>
                  <a:pt x="2402940" y="353767"/>
                </a:lnTo>
                <a:lnTo>
                  <a:pt x="2398920" y="373676"/>
                </a:lnTo>
                <a:lnTo>
                  <a:pt x="2402940" y="393592"/>
                </a:lnTo>
                <a:lnTo>
                  <a:pt x="2413901" y="409856"/>
                </a:lnTo>
                <a:lnTo>
                  <a:pt x="2430161" y="420823"/>
                </a:lnTo>
                <a:lnTo>
                  <a:pt x="2450072" y="424844"/>
                </a:lnTo>
                <a:lnTo>
                  <a:pt x="2470017" y="420823"/>
                </a:lnTo>
                <a:lnTo>
                  <a:pt x="2486305" y="409856"/>
                </a:lnTo>
                <a:lnTo>
                  <a:pt x="2497287" y="393592"/>
                </a:lnTo>
                <a:lnTo>
                  <a:pt x="2501314" y="373676"/>
                </a:lnTo>
                <a:lnTo>
                  <a:pt x="2497287" y="353767"/>
                </a:lnTo>
                <a:lnTo>
                  <a:pt x="2486305" y="337518"/>
                </a:lnTo>
                <a:lnTo>
                  <a:pt x="2470017" y="326567"/>
                </a:lnTo>
                <a:lnTo>
                  <a:pt x="2450072" y="322552"/>
                </a:lnTo>
                <a:close/>
              </a:path>
              <a:path extrusionOk="0" h="1607820" w="4617085">
                <a:moveTo>
                  <a:pt x="2752665" y="319183"/>
                </a:moveTo>
                <a:lnTo>
                  <a:pt x="2731448" y="323471"/>
                </a:lnTo>
                <a:lnTo>
                  <a:pt x="2714115" y="335159"/>
                </a:lnTo>
                <a:lnTo>
                  <a:pt x="2702426" y="352482"/>
                </a:lnTo>
                <a:lnTo>
                  <a:pt x="2698139" y="373676"/>
                </a:lnTo>
                <a:lnTo>
                  <a:pt x="2702426" y="394888"/>
                </a:lnTo>
                <a:lnTo>
                  <a:pt x="2714115" y="412209"/>
                </a:lnTo>
                <a:lnTo>
                  <a:pt x="2731448" y="423887"/>
                </a:lnTo>
                <a:lnTo>
                  <a:pt x="2752665" y="428168"/>
                </a:lnTo>
                <a:lnTo>
                  <a:pt x="2773908" y="423887"/>
                </a:lnTo>
                <a:lnTo>
                  <a:pt x="2791254" y="412209"/>
                </a:lnTo>
                <a:lnTo>
                  <a:pt x="2802948" y="394888"/>
                </a:lnTo>
                <a:lnTo>
                  <a:pt x="2807236" y="373676"/>
                </a:lnTo>
                <a:lnTo>
                  <a:pt x="2802948" y="352482"/>
                </a:lnTo>
                <a:lnTo>
                  <a:pt x="2791253" y="335159"/>
                </a:lnTo>
                <a:lnTo>
                  <a:pt x="2773908" y="323471"/>
                </a:lnTo>
                <a:lnTo>
                  <a:pt x="2752665" y="319183"/>
                </a:lnTo>
                <a:close/>
              </a:path>
              <a:path extrusionOk="0" h="1607820" w="4617085">
                <a:moveTo>
                  <a:pt x="3055302" y="316667"/>
                </a:moveTo>
                <a:lnTo>
                  <a:pt x="3033103" y="321153"/>
                </a:lnTo>
                <a:lnTo>
                  <a:pt x="3014970" y="333379"/>
                </a:lnTo>
                <a:lnTo>
                  <a:pt x="3002742" y="351502"/>
                </a:lnTo>
                <a:lnTo>
                  <a:pt x="2998257" y="373676"/>
                </a:lnTo>
                <a:lnTo>
                  <a:pt x="3002742" y="395869"/>
                </a:lnTo>
                <a:lnTo>
                  <a:pt x="3014970" y="413989"/>
                </a:lnTo>
                <a:lnTo>
                  <a:pt x="3033103" y="426205"/>
                </a:lnTo>
                <a:lnTo>
                  <a:pt x="3055302" y="430684"/>
                </a:lnTo>
                <a:lnTo>
                  <a:pt x="3077520" y="426205"/>
                </a:lnTo>
                <a:lnTo>
                  <a:pt x="3095651" y="413989"/>
                </a:lnTo>
                <a:lnTo>
                  <a:pt x="3107869" y="395869"/>
                </a:lnTo>
                <a:lnTo>
                  <a:pt x="3112348" y="373676"/>
                </a:lnTo>
                <a:lnTo>
                  <a:pt x="3107863" y="351502"/>
                </a:lnTo>
                <a:lnTo>
                  <a:pt x="3095634" y="333379"/>
                </a:lnTo>
                <a:lnTo>
                  <a:pt x="3077501" y="321153"/>
                </a:lnTo>
                <a:lnTo>
                  <a:pt x="3055302" y="316667"/>
                </a:lnTo>
                <a:close/>
              </a:path>
              <a:path extrusionOk="0" h="1607820" w="4617085">
                <a:moveTo>
                  <a:pt x="3357895" y="314152"/>
                </a:moveTo>
                <a:lnTo>
                  <a:pt x="3334714" y="318834"/>
                </a:lnTo>
                <a:lnTo>
                  <a:pt x="3315780" y="331599"/>
                </a:lnTo>
                <a:lnTo>
                  <a:pt x="3303012" y="350521"/>
                </a:lnTo>
                <a:lnTo>
                  <a:pt x="3298330" y="373676"/>
                </a:lnTo>
                <a:lnTo>
                  <a:pt x="3303012" y="396850"/>
                </a:lnTo>
                <a:lnTo>
                  <a:pt x="3315780" y="415769"/>
                </a:lnTo>
                <a:lnTo>
                  <a:pt x="3334714" y="428524"/>
                </a:lnTo>
                <a:lnTo>
                  <a:pt x="3357895" y="433200"/>
                </a:lnTo>
                <a:lnTo>
                  <a:pt x="3381076" y="428524"/>
                </a:lnTo>
                <a:lnTo>
                  <a:pt x="3400009" y="415769"/>
                </a:lnTo>
                <a:lnTo>
                  <a:pt x="3412777" y="396850"/>
                </a:lnTo>
                <a:lnTo>
                  <a:pt x="3417459" y="373676"/>
                </a:lnTo>
                <a:lnTo>
                  <a:pt x="3412777" y="350521"/>
                </a:lnTo>
                <a:lnTo>
                  <a:pt x="3400009" y="331599"/>
                </a:lnTo>
                <a:lnTo>
                  <a:pt x="3381076" y="318834"/>
                </a:lnTo>
                <a:lnTo>
                  <a:pt x="3357895" y="314152"/>
                </a:lnTo>
                <a:close/>
              </a:path>
              <a:path extrusionOk="0" h="1607820" w="4617085">
                <a:moveTo>
                  <a:pt x="3660487" y="310019"/>
                </a:moveTo>
                <a:lnTo>
                  <a:pt x="3635665" y="315019"/>
                </a:lnTo>
                <a:lnTo>
                  <a:pt x="3615403" y="328662"/>
                </a:lnTo>
                <a:lnTo>
                  <a:pt x="3601746" y="348909"/>
                </a:lnTo>
                <a:lnTo>
                  <a:pt x="3596738" y="373721"/>
                </a:lnTo>
                <a:lnTo>
                  <a:pt x="3601746" y="398514"/>
                </a:lnTo>
                <a:lnTo>
                  <a:pt x="3615403" y="418763"/>
                </a:lnTo>
                <a:lnTo>
                  <a:pt x="3635665" y="432416"/>
                </a:lnTo>
                <a:lnTo>
                  <a:pt x="3660487" y="437423"/>
                </a:lnTo>
                <a:lnTo>
                  <a:pt x="3685290" y="432416"/>
                </a:lnTo>
                <a:lnTo>
                  <a:pt x="3705554" y="418763"/>
                </a:lnTo>
                <a:lnTo>
                  <a:pt x="3719222" y="398514"/>
                </a:lnTo>
                <a:lnTo>
                  <a:pt x="3724236" y="373721"/>
                </a:lnTo>
                <a:lnTo>
                  <a:pt x="3719222" y="348909"/>
                </a:lnTo>
                <a:lnTo>
                  <a:pt x="3705554" y="328662"/>
                </a:lnTo>
                <a:lnTo>
                  <a:pt x="3685290" y="315019"/>
                </a:lnTo>
                <a:lnTo>
                  <a:pt x="3660487" y="310019"/>
                </a:lnTo>
                <a:close/>
              </a:path>
              <a:path extrusionOk="0" h="1607820" w="4617085">
                <a:moveTo>
                  <a:pt x="3963080" y="306650"/>
                </a:moveTo>
                <a:lnTo>
                  <a:pt x="3936953" y="311918"/>
                </a:lnTo>
                <a:lnTo>
                  <a:pt x="3915617" y="326287"/>
                </a:lnTo>
                <a:lnTo>
                  <a:pt x="3901232" y="347605"/>
                </a:lnTo>
                <a:lnTo>
                  <a:pt x="3895957" y="373721"/>
                </a:lnTo>
                <a:lnTo>
                  <a:pt x="3901232" y="399817"/>
                </a:lnTo>
                <a:lnTo>
                  <a:pt x="3915617" y="421138"/>
                </a:lnTo>
                <a:lnTo>
                  <a:pt x="3936953" y="435518"/>
                </a:lnTo>
                <a:lnTo>
                  <a:pt x="3963080" y="440792"/>
                </a:lnTo>
                <a:lnTo>
                  <a:pt x="3989207" y="435518"/>
                </a:lnTo>
                <a:lnTo>
                  <a:pt x="4010543" y="421138"/>
                </a:lnTo>
                <a:lnTo>
                  <a:pt x="4024928" y="399817"/>
                </a:lnTo>
                <a:lnTo>
                  <a:pt x="4030202" y="373721"/>
                </a:lnTo>
                <a:lnTo>
                  <a:pt x="4024928" y="347605"/>
                </a:lnTo>
                <a:lnTo>
                  <a:pt x="4010543" y="326287"/>
                </a:lnTo>
                <a:lnTo>
                  <a:pt x="3989207" y="311918"/>
                </a:lnTo>
                <a:lnTo>
                  <a:pt x="3963080" y="306650"/>
                </a:lnTo>
                <a:close/>
              </a:path>
              <a:path extrusionOk="0" h="1607820" w="4617085">
                <a:moveTo>
                  <a:pt x="4265672" y="302427"/>
                </a:moveTo>
                <a:lnTo>
                  <a:pt x="4237904" y="308026"/>
                </a:lnTo>
                <a:lnTo>
                  <a:pt x="4215240" y="323300"/>
                </a:lnTo>
                <a:lnTo>
                  <a:pt x="4199965" y="345960"/>
                </a:lnTo>
                <a:lnTo>
                  <a:pt x="4194365" y="373721"/>
                </a:lnTo>
                <a:lnTo>
                  <a:pt x="4199965" y="401456"/>
                </a:lnTo>
                <a:lnTo>
                  <a:pt x="4215240" y="424103"/>
                </a:lnTo>
                <a:lnTo>
                  <a:pt x="4237904" y="439372"/>
                </a:lnTo>
                <a:lnTo>
                  <a:pt x="4265672" y="444970"/>
                </a:lnTo>
                <a:lnTo>
                  <a:pt x="4293428" y="439372"/>
                </a:lnTo>
                <a:lnTo>
                  <a:pt x="4316110" y="424103"/>
                </a:lnTo>
                <a:lnTo>
                  <a:pt x="4331411" y="401456"/>
                </a:lnTo>
                <a:lnTo>
                  <a:pt x="4337024" y="373721"/>
                </a:lnTo>
                <a:lnTo>
                  <a:pt x="4331411" y="345960"/>
                </a:lnTo>
                <a:lnTo>
                  <a:pt x="4316110" y="323300"/>
                </a:lnTo>
                <a:lnTo>
                  <a:pt x="4293428" y="308026"/>
                </a:lnTo>
                <a:lnTo>
                  <a:pt x="4265672" y="302427"/>
                </a:lnTo>
                <a:close/>
              </a:path>
              <a:path extrusionOk="0" h="1607820" w="4617085">
                <a:moveTo>
                  <a:pt x="4568265" y="334323"/>
                </a:moveTo>
                <a:lnTo>
                  <a:pt x="4552914" y="337415"/>
                </a:lnTo>
                <a:lnTo>
                  <a:pt x="4540372" y="345851"/>
                </a:lnTo>
                <a:lnTo>
                  <a:pt x="4531913" y="358373"/>
                </a:lnTo>
                <a:lnTo>
                  <a:pt x="4528810" y="373721"/>
                </a:lnTo>
                <a:lnTo>
                  <a:pt x="4531913" y="389050"/>
                </a:lnTo>
                <a:lnTo>
                  <a:pt x="4540372" y="401574"/>
                </a:lnTo>
                <a:lnTo>
                  <a:pt x="4552914" y="410021"/>
                </a:lnTo>
                <a:lnTo>
                  <a:pt x="4568265" y="413119"/>
                </a:lnTo>
                <a:lnTo>
                  <a:pt x="4583609" y="410021"/>
                </a:lnTo>
                <a:lnTo>
                  <a:pt x="4596135" y="401574"/>
                </a:lnTo>
                <a:lnTo>
                  <a:pt x="4604579" y="389050"/>
                </a:lnTo>
                <a:lnTo>
                  <a:pt x="4607675" y="373721"/>
                </a:lnTo>
                <a:lnTo>
                  <a:pt x="4604579" y="358373"/>
                </a:lnTo>
                <a:lnTo>
                  <a:pt x="4596135" y="345851"/>
                </a:lnTo>
                <a:lnTo>
                  <a:pt x="4583609" y="337415"/>
                </a:lnTo>
                <a:lnTo>
                  <a:pt x="4568265" y="334323"/>
                </a:lnTo>
                <a:close/>
              </a:path>
              <a:path extrusionOk="0" h="1607820" w="4617085">
                <a:moveTo>
                  <a:pt x="29377" y="646767"/>
                </a:moveTo>
                <a:lnTo>
                  <a:pt x="17935" y="649070"/>
                </a:lnTo>
                <a:lnTo>
                  <a:pt x="8598" y="655353"/>
                </a:lnTo>
                <a:lnTo>
                  <a:pt x="2306" y="664677"/>
                </a:lnTo>
                <a:lnTo>
                  <a:pt x="0" y="676103"/>
                </a:lnTo>
                <a:lnTo>
                  <a:pt x="2306" y="687528"/>
                </a:lnTo>
                <a:lnTo>
                  <a:pt x="8598" y="696852"/>
                </a:lnTo>
                <a:lnTo>
                  <a:pt x="17935" y="703135"/>
                </a:lnTo>
                <a:lnTo>
                  <a:pt x="29377" y="705438"/>
                </a:lnTo>
                <a:lnTo>
                  <a:pt x="40793" y="703135"/>
                </a:lnTo>
                <a:lnTo>
                  <a:pt x="50117" y="696852"/>
                </a:lnTo>
                <a:lnTo>
                  <a:pt x="56404" y="687528"/>
                </a:lnTo>
                <a:lnTo>
                  <a:pt x="58710" y="676103"/>
                </a:lnTo>
                <a:lnTo>
                  <a:pt x="56404" y="664677"/>
                </a:lnTo>
                <a:lnTo>
                  <a:pt x="50117" y="655353"/>
                </a:lnTo>
                <a:lnTo>
                  <a:pt x="40793" y="649070"/>
                </a:lnTo>
                <a:lnTo>
                  <a:pt x="29377" y="646767"/>
                </a:lnTo>
                <a:close/>
              </a:path>
              <a:path extrusionOk="0" h="1607820" w="4617085">
                <a:moveTo>
                  <a:pt x="331970" y="643398"/>
                </a:moveTo>
                <a:lnTo>
                  <a:pt x="319222" y="645969"/>
                </a:lnTo>
                <a:lnTo>
                  <a:pt x="308812" y="652978"/>
                </a:lnTo>
                <a:lnTo>
                  <a:pt x="301792" y="663374"/>
                </a:lnTo>
                <a:lnTo>
                  <a:pt x="299218" y="676103"/>
                </a:lnTo>
                <a:lnTo>
                  <a:pt x="301792" y="688831"/>
                </a:lnTo>
                <a:lnTo>
                  <a:pt x="308812" y="699227"/>
                </a:lnTo>
                <a:lnTo>
                  <a:pt x="319222" y="706237"/>
                </a:lnTo>
                <a:lnTo>
                  <a:pt x="331970" y="708807"/>
                </a:lnTo>
                <a:lnTo>
                  <a:pt x="344691" y="706237"/>
                </a:lnTo>
                <a:lnTo>
                  <a:pt x="355088" y="699227"/>
                </a:lnTo>
                <a:lnTo>
                  <a:pt x="362103" y="688831"/>
                </a:lnTo>
                <a:lnTo>
                  <a:pt x="364676" y="676103"/>
                </a:lnTo>
                <a:lnTo>
                  <a:pt x="362103" y="663374"/>
                </a:lnTo>
                <a:lnTo>
                  <a:pt x="355088" y="652978"/>
                </a:lnTo>
                <a:lnTo>
                  <a:pt x="344691" y="645969"/>
                </a:lnTo>
                <a:lnTo>
                  <a:pt x="331970" y="643398"/>
                </a:lnTo>
                <a:close/>
              </a:path>
              <a:path extrusionOk="0" h="1607820" w="4617085">
                <a:moveTo>
                  <a:pt x="634562" y="640927"/>
                </a:moveTo>
                <a:lnTo>
                  <a:pt x="620833" y="643694"/>
                </a:lnTo>
                <a:lnTo>
                  <a:pt x="609622" y="651237"/>
                </a:lnTo>
                <a:lnTo>
                  <a:pt x="602063" y="662419"/>
                </a:lnTo>
                <a:lnTo>
                  <a:pt x="599291" y="676103"/>
                </a:lnTo>
                <a:lnTo>
                  <a:pt x="602063" y="689812"/>
                </a:lnTo>
                <a:lnTo>
                  <a:pt x="609622" y="701007"/>
                </a:lnTo>
                <a:lnTo>
                  <a:pt x="620833" y="708555"/>
                </a:lnTo>
                <a:lnTo>
                  <a:pt x="634562" y="711323"/>
                </a:lnTo>
                <a:lnTo>
                  <a:pt x="648265" y="708555"/>
                </a:lnTo>
                <a:lnTo>
                  <a:pt x="659463" y="701007"/>
                </a:lnTo>
                <a:lnTo>
                  <a:pt x="667017" y="689812"/>
                </a:lnTo>
                <a:lnTo>
                  <a:pt x="669788" y="676103"/>
                </a:lnTo>
                <a:lnTo>
                  <a:pt x="667017" y="662419"/>
                </a:lnTo>
                <a:lnTo>
                  <a:pt x="659463" y="651237"/>
                </a:lnTo>
                <a:lnTo>
                  <a:pt x="648265" y="643694"/>
                </a:lnTo>
                <a:lnTo>
                  <a:pt x="634562" y="640927"/>
                </a:lnTo>
                <a:close/>
              </a:path>
              <a:path extrusionOk="0" h="1607820" w="4617085">
                <a:moveTo>
                  <a:pt x="937110" y="638412"/>
                </a:moveTo>
                <a:lnTo>
                  <a:pt x="922424" y="641376"/>
                </a:lnTo>
                <a:lnTo>
                  <a:pt x="910426" y="649457"/>
                </a:lnTo>
                <a:lnTo>
                  <a:pt x="902333" y="661439"/>
                </a:lnTo>
                <a:lnTo>
                  <a:pt x="899364" y="676103"/>
                </a:lnTo>
                <a:lnTo>
                  <a:pt x="902333" y="690793"/>
                </a:lnTo>
                <a:lnTo>
                  <a:pt x="910426" y="702787"/>
                </a:lnTo>
                <a:lnTo>
                  <a:pt x="922424" y="710874"/>
                </a:lnTo>
                <a:lnTo>
                  <a:pt x="937110" y="713839"/>
                </a:lnTo>
                <a:lnTo>
                  <a:pt x="951821" y="710874"/>
                </a:lnTo>
                <a:lnTo>
                  <a:pt x="963833" y="702787"/>
                </a:lnTo>
                <a:lnTo>
                  <a:pt x="971931" y="690793"/>
                </a:lnTo>
                <a:lnTo>
                  <a:pt x="974900" y="676103"/>
                </a:lnTo>
                <a:lnTo>
                  <a:pt x="971931" y="661439"/>
                </a:lnTo>
                <a:lnTo>
                  <a:pt x="963833" y="649457"/>
                </a:lnTo>
                <a:lnTo>
                  <a:pt x="951821" y="641376"/>
                </a:lnTo>
                <a:lnTo>
                  <a:pt x="937110" y="638412"/>
                </a:lnTo>
                <a:close/>
              </a:path>
              <a:path extrusionOk="0" h="1607820" w="4617085">
                <a:moveTo>
                  <a:pt x="1239702" y="635042"/>
                </a:moveTo>
                <a:lnTo>
                  <a:pt x="1223719" y="638268"/>
                </a:lnTo>
                <a:lnTo>
                  <a:pt x="1210662" y="647065"/>
                </a:lnTo>
                <a:lnTo>
                  <a:pt x="1201857" y="660116"/>
                </a:lnTo>
                <a:lnTo>
                  <a:pt x="1198628" y="676103"/>
                </a:lnTo>
                <a:lnTo>
                  <a:pt x="1201857" y="692096"/>
                </a:lnTo>
                <a:lnTo>
                  <a:pt x="1210662" y="705163"/>
                </a:lnTo>
                <a:lnTo>
                  <a:pt x="1223719" y="713976"/>
                </a:lnTo>
                <a:lnTo>
                  <a:pt x="1239702" y="717208"/>
                </a:lnTo>
                <a:lnTo>
                  <a:pt x="1255719" y="713976"/>
                </a:lnTo>
                <a:lnTo>
                  <a:pt x="1268804" y="705163"/>
                </a:lnTo>
                <a:lnTo>
                  <a:pt x="1277629" y="692096"/>
                </a:lnTo>
                <a:lnTo>
                  <a:pt x="1280867" y="676103"/>
                </a:lnTo>
                <a:lnTo>
                  <a:pt x="1277629" y="660116"/>
                </a:lnTo>
                <a:lnTo>
                  <a:pt x="1268804" y="647065"/>
                </a:lnTo>
                <a:lnTo>
                  <a:pt x="1255719" y="638268"/>
                </a:lnTo>
                <a:lnTo>
                  <a:pt x="1239702" y="635042"/>
                </a:lnTo>
                <a:close/>
              </a:path>
              <a:path extrusionOk="0" h="1607820" w="4617085">
                <a:moveTo>
                  <a:pt x="1542295" y="632527"/>
                </a:moveTo>
                <a:lnTo>
                  <a:pt x="1525329" y="635956"/>
                </a:lnTo>
                <a:lnTo>
                  <a:pt x="1511472" y="645308"/>
                </a:lnTo>
                <a:lnTo>
                  <a:pt x="1502128" y="659174"/>
                </a:lnTo>
                <a:lnTo>
                  <a:pt x="1498701" y="676148"/>
                </a:lnTo>
                <a:lnTo>
                  <a:pt x="1502128" y="693096"/>
                </a:lnTo>
                <a:lnTo>
                  <a:pt x="1511472" y="706949"/>
                </a:lnTo>
                <a:lnTo>
                  <a:pt x="1525329" y="716295"/>
                </a:lnTo>
                <a:lnTo>
                  <a:pt x="1542295" y="719724"/>
                </a:lnTo>
                <a:lnTo>
                  <a:pt x="1559286" y="716295"/>
                </a:lnTo>
                <a:lnTo>
                  <a:pt x="1573157" y="706949"/>
                </a:lnTo>
                <a:lnTo>
                  <a:pt x="1582506" y="693096"/>
                </a:lnTo>
                <a:lnTo>
                  <a:pt x="1585933" y="676148"/>
                </a:lnTo>
                <a:lnTo>
                  <a:pt x="1582506" y="659174"/>
                </a:lnTo>
                <a:lnTo>
                  <a:pt x="1573157" y="645308"/>
                </a:lnTo>
                <a:lnTo>
                  <a:pt x="1559286" y="635956"/>
                </a:lnTo>
                <a:lnTo>
                  <a:pt x="1542295" y="632527"/>
                </a:lnTo>
                <a:close/>
              </a:path>
              <a:path extrusionOk="0" h="1607820" w="4617085">
                <a:moveTo>
                  <a:pt x="1844887" y="630011"/>
                </a:moveTo>
                <a:lnTo>
                  <a:pt x="1826940" y="633638"/>
                </a:lnTo>
                <a:lnTo>
                  <a:pt x="1812282" y="643527"/>
                </a:lnTo>
                <a:lnTo>
                  <a:pt x="1802398" y="658193"/>
                </a:lnTo>
                <a:lnTo>
                  <a:pt x="1798774" y="676148"/>
                </a:lnTo>
                <a:lnTo>
                  <a:pt x="1802398" y="694096"/>
                </a:lnTo>
                <a:lnTo>
                  <a:pt x="1812282" y="708746"/>
                </a:lnTo>
                <a:lnTo>
                  <a:pt x="1826940" y="718620"/>
                </a:lnTo>
                <a:lnTo>
                  <a:pt x="1844887" y="722240"/>
                </a:lnTo>
                <a:lnTo>
                  <a:pt x="1862861" y="718620"/>
                </a:lnTo>
                <a:lnTo>
                  <a:pt x="1877532" y="708746"/>
                </a:lnTo>
                <a:lnTo>
                  <a:pt x="1887420" y="694096"/>
                </a:lnTo>
                <a:lnTo>
                  <a:pt x="1891045" y="676148"/>
                </a:lnTo>
                <a:lnTo>
                  <a:pt x="1887420" y="658193"/>
                </a:lnTo>
                <a:lnTo>
                  <a:pt x="1877532" y="643527"/>
                </a:lnTo>
                <a:lnTo>
                  <a:pt x="1862861" y="633638"/>
                </a:lnTo>
                <a:lnTo>
                  <a:pt x="1844887" y="630011"/>
                </a:lnTo>
                <a:close/>
              </a:path>
              <a:path extrusionOk="0" h="1607820" w="4617085">
                <a:moveTo>
                  <a:pt x="2147480" y="627495"/>
                </a:moveTo>
                <a:lnTo>
                  <a:pt x="2128550" y="631319"/>
                </a:lnTo>
                <a:lnTo>
                  <a:pt x="2113092" y="641747"/>
                </a:lnTo>
                <a:lnTo>
                  <a:pt x="2102669" y="657212"/>
                </a:lnTo>
                <a:lnTo>
                  <a:pt x="2098847" y="676148"/>
                </a:lnTo>
                <a:lnTo>
                  <a:pt x="2102669" y="695076"/>
                </a:lnTo>
                <a:lnTo>
                  <a:pt x="2113092" y="710526"/>
                </a:lnTo>
                <a:lnTo>
                  <a:pt x="2128550" y="720938"/>
                </a:lnTo>
                <a:lnTo>
                  <a:pt x="2147480" y="724755"/>
                </a:lnTo>
                <a:lnTo>
                  <a:pt x="2166442" y="720938"/>
                </a:lnTo>
                <a:lnTo>
                  <a:pt x="2181930" y="710526"/>
                </a:lnTo>
                <a:lnTo>
                  <a:pt x="2192373" y="695076"/>
                </a:lnTo>
                <a:lnTo>
                  <a:pt x="2196202" y="676148"/>
                </a:lnTo>
                <a:lnTo>
                  <a:pt x="2192373" y="657212"/>
                </a:lnTo>
                <a:lnTo>
                  <a:pt x="2181930" y="641747"/>
                </a:lnTo>
                <a:lnTo>
                  <a:pt x="2166442" y="631319"/>
                </a:lnTo>
                <a:lnTo>
                  <a:pt x="2147480" y="627495"/>
                </a:lnTo>
                <a:close/>
              </a:path>
              <a:path extrusionOk="0" h="1607820" w="4617085">
                <a:moveTo>
                  <a:pt x="2450072" y="624980"/>
                </a:moveTo>
                <a:lnTo>
                  <a:pt x="2430161" y="629001"/>
                </a:lnTo>
                <a:lnTo>
                  <a:pt x="2413901" y="639967"/>
                </a:lnTo>
                <a:lnTo>
                  <a:pt x="2402940" y="656232"/>
                </a:lnTo>
                <a:lnTo>
                  <a:pt x="2398920" y="676148"/>
                </a:lnTo>
                <a:lnTo>
                  <a:pt x="2402940" y="696057"/>
                </a:lnTo>
                <a:lnTo>
                  <a:pt x="2413901" y="712306"/>
                </a:lnTo>
                <a:lnTo>
                  <a:pt x="2430161" y="723257"/>
                </a:lnTo>
                <a:lnTo>
                  <a:pt x="2450072" y="727271"/>
                </a:lnTo>
                <a:lnTo>
                  <a:pt x="2470017" y="723257"/>
                </a:lnTo>
                <a:lnTo>
                  <a:pt x="2486305" y="712306"/>
                </a:lnTo>
                <a:lnTo>
                  <a:pt x="2497287" y="696057"/>
                </a:lnTo>
                <a:lnTo>
                  <a:pt x="2501314" y="676148"/>
                </a:lnTo>
                <a:lnTo>
                  <a:pt x="2497287" y="656232"/>
                </a:lnTo>
                <a:lnTo>
                  <a:pt x="2486305" y="639967"/>
                </a:lnTo>
                <a:lnTo>
                  <a:pt x="2470017" y="629001"/>
                </a:lnTo>
                <a:lnTo>
                  <a:pt x="2450072" y="624980"/>
                </a:lnTo>
                <a:close/>
              </a:path>
              <a:path extrusionOk="0" h="1607820" w="4617085">
                <a:moveTo>
                  <a:pt x="2752665" y="621655"/>
                </a:moveTo>
                <a:lnTo>
                  <a:pt x="2731448" y="625937"/>
                </a:lnTo>
                <a:lnTo>
                  <a:pt x="2714115" y="637615"/>
                </a:lnTo>
                <a:lnTo>
                  <a:pt x="2702426" y="654935"/>
                </a:lnTo>
                <a:lnTo>
                  <a:pt x="2698139" y="676148"/>
                </a:lnTo>
                <a:lnTo>
                  <a:pt x="2702426" y="697360"/>
                </a:lnTo>
                <a:lnTo>
                  <a:pt x="2714115" y="714681"/>
                </a:lnTo>
                <a:lnTo>
                  <a:pt x="2731448" y="726359"/>
                </a:lnTo>
                <a:lnTo>
                  <a:pt x="2752665" y="730641"/>
                </a:lnTo>
                <a:lnTo>
                  <a:pt x="2773908" y="726359"/>
                </a:lnTo>
                <a:lnTo>
                  <a:pt x="2791254" y="714681"/>
                </a:lnTo>
                <a:lnTo>
                  <a:pt x="2802948" y="697360"/>
                </a:lnTo>
                <a:lnTo>
                  <a:pt x="2807236" y="676148"/>
                </a:lnTo>
                <a:lnTo>
                  <a:pt x="2802948" y="654935"/>
                </a:lnTo>
                <a:lnTo>
                  <a:pt x="2791254" y="637615"/>
                </a:lnTo>
                <a:lnTo>
                  <a:pt x="2773908" y="625937"/>
                </a:lnTo>
                <a:lnTo>
                  <a:pt x="2752665" y="621655"/>
                </a:lnTo>
                <a:close/>
              </a:path>
              <a:path extrusionOk="0" h="1607820" w="4617085">
                <a:moveTo>
                  <a:pt x="3055302" y="619140"/>
                </a:moveTo>
                <a:lnTo>
                  <a:pt x="3033103" y="623619"/>
                </a:lnTo>
                <a:lnTo>
                  <a:pt x="3014970" y="635834"/>
                </a:lnTo>
                <a:lnTo>
                  <a:pt x="3002742" y="653955"/>
                </a:lnTo>
                <a:lnTo>
                  <a:pt x="2998257" y="676148"/>
                </a:lnTo>
                <a:lnTo>
                  <a:pt x="3002742" y="698341"/>
                </a:lnTo>
                <a:lnTo>
                  <a:pt x="3014970" y="716462"/>
                </a:lnTo>
                <a:lnTo>
                  <a:pt x="3033103" y="728677"/>
                </a:lnTo>
                <a:lnTo>
                  <a:pt x="3055302" y="733156"/>
                </a:lnTo>
                <a:lnTo>
                  <a:pt x="3077520" y="728677"/>
                </a:lnTo>
                <a:lnTo>
                  <a:pt x="3095651" y="716462"/>
                </a:lnTo>
                <a:lnTo>
                  <a:pt x="3107869" y="698341"/>
                </a:lnTo>
                <a:lnTo>
                  <a:pt x="3112348" y="676148"/>
                </a:lnTo>
                <a:lnTo>
                  <a:pt x="3107863" y="653955"/>
                </a:lnTo>
                <a:lnTo>
                  <a:pt x="3095634" y="635834"/>
                </a:lnTo>
                <a:lnTo>
                  <a:pt x="3077501" y="623619"/>
                </a:lnTo>
                <a:lnTo>
                  <a:pt x="3055302" y="619140"/>
                </a:lnTo>
                <a:close/>
              </a:path>
              <a:path extrusionOk="0" h="1607820" w="4617085">
                <a:moveTo>
                  <a:pt x="3357895" y="616624"/>
                </a:moveTo>
                <a:lnTo>
                  <a:pt x="3334714" y="621300"/>
                </a:lnTo>
                <a:lnTo>
                  <a:pt x="3315780" y="634054"/>
                </a:lnTo>
                <a:lnTo>
                  <a:pt x="3303012" y="652974"/>
                </a:lnTo>
                <a:lnTo>
                  <a:pt x="3298330" y="676148"/>
                </a:lnTo>
                <a:lnTo>
                  <a:pt x="3303012" y="699322"/>
                </a:lnTo>
                <a:lnTo>
                  <a:pt x="3315780" y="718242"/>
                </a:lnTo>
                <a:lnTo>
                  <a:pt x="3334714" y="730996"/>
                </a:lnTo>
                <a:lnTo>
                  <a:pt x="3357895" y="735672"/>
                </a:lnTo>
                <a:lnTo>
                  <a:pt x="3381076" y="730996"/>
                </a:lnTo>
                <a:lnTo>
                  <a:pt x="3400010" y="718242"/>
                </a:lnTo>
                <a:lnTo>
                  <a:pt x="3412777" y="699322"/>
                </a:lnTo>
                <a:lnTo>
                  <a:pt x="3417459" y="676148"/>
                </a:lnTo>
                <a:lnTo>
                  <a:pt x="3412777" y="652974"/>
                </a:lnTo>
                <a:lnTo>
                  <a:pt x="3400010" y="634054"/>
                </a:lnTo>
                <a:lnTo>
                  <a:pt x="3381076" y="621300"/>
                </a:lnTo>
                <a:lnTo>
                  <a:pt x="3357895" y="616624"/>
                </a:lnTo>
                <a:close/>
              </a:path>
              <a:path extrusionOk="0" h="1607820" w="4617085">
                <a:moveTo>
                  <a:pt x="3660487" y="612446"/>
                </a:moveTo>
                <a:lnTo>
                  <a:pt x="3635665" y="617453"/>
                </a:lnTo>
                <a:lnTo>
                  <a:pt x="3615403" y="631106"/>
                </a:lnTo>
                <a:lnTo>
                  <a:pt x="3601746" y="651355"/>
                </a:lnTo>
                <a:lnTo>
                  <a:pt x="3596739" y="676148"/>
                </a:lnTo>
                <a:lnTo>
                  <a:pt x="3601746" y="700967"/>
                </a:lnTo>
                <a:lnTo>
                  <a:pt x="3615403" y="721229"/>
                </a:lnTo>
                <a:lnTo>
                  <a:pt x="3635665" y="734887"/>
                </a:lnTo>
                <a:lnTo>
                  <a:pt x="3660487" y="739895"/>
                </a:lnTo>
                <a:lnTo>
                  <a:pt x="3685290" y="734887"/>
                </a:lnTo>
                <a:lnTo>
                  <a:pt x="3705554" y="721229"/>
                </a:lnTo>
                <a:lnTo>
                  <a:pt x="3719222" y="700967"/>
                </a:lnTo>
                <a:lnTo>
                  <a:pt x="3724236" y="676148"/>
                </a:lnTo>
                <a:lnTo>
                  <a:pt x="3719222" y="651355"/>
                </a:lnTo>
                <a:lnTo>
                  <a:pt x="3705554" y="631106"/>
                </a:lnTo>
                <a:lnTo>
                  <a:pt x="3685290" y="617453"/>
                </a:lnTo>
                <a:lnTo>
                  <a:pt x="3660487" y="612446"/>
                </a:lnTo>
                <a:close/>
              </a:path>
              <a:path extrusionOk="0" h="1607820" w="4617085">
                <a:moveTo>
                  <a:pt x="3963080" y="609077"/>
                </a:moveTo>
                <a:lnTo>
                  <a:pt x="3936953" y="614351"/>
                </a:lnTo>
                <a:lnTo>
                  <a:pt x="3915617" y="628731"/>
                </a:lnTo>
                <a:lnTo>
                  <a:pt x="3901232" y="650052"/>
                </a:lnTo>
                <a:lnTo>
                  <a:pt x="3895957" y="676148"/>
                </a:lnTo>
                <a:lnTo>
                  <a:pt x="3901232" y="702264"/>
                </a:lnTo>
                <a:lnTo>
                  <a:pt x="3915617" y="723582"/>
                </a:lnTo>
                <a:lnTo>
                  <a:pt x="3936953" y="737951"/>
                </a:lnTo>
                <a:lnTo>
                  <a:pt x="3963080" y="743219"/>
                </a:lnTo>
                <a:lnTo>
                  <a:pt x="3989207" y="737951"/>
                </a:lnTo>
                <a:lnTo>
                  <a:pt x="4010543" y="723582"/>
                </a:lnTo>
                <a:lnTo>
                  <a:pt x="4024928" y="702264"/>
                </a:lnTo>
                <a:lnTo>
                  <a:pt x="4030203" y="676148"/>
                </a:lnTo>
                <a:lnTo>
                  <a:pt x="4024928" y="650052"/>
                </a:lnTo>
                <a:lnTo>
                  <a:pt x="4010543" y="628731"/>
                </a:lnTo>
                <a:lnTo>
                  <a:pt x="3989207" y="614351"/>
                </a:lnTo>
                <a:lnTo>
                  <a:pt x="3963080" y="609077"/>
                </a:lnTo>
                <a:close/>
              </a:path>
              <a:path extrusionOk="0" h="1607820" w="4617085">
                <a:moveTo>
                  <a:pt x="4265672" y="610784"/>
                </a:moveTo>
                <a:lnTo>
                  <a:pt x="4240185" y="615924"/>
                </a:lnTo>
                <a:lnTo>
                  <a:pt x="4219379" y="629938"/>
                </a:lnTo>
                <a:lnTo>
                  <a:pt x="4205355" y="650716"/>
                </a:lnTo>
                <a:lnTo>
                  <a:pt x="4200214" y="676148"/>
                </a:lnTo>
                <a:lnTo>
                  <a:pt x="4205355" y="701606"/>
                </a:lnTo>
                <a:lnTo>
                  <a:pt x="4219379" y="722397"/>
                </a:lnTo>
                <a:lnTo>
                  <a:pt x="4240185" y="736416"/>
                </a:lnTo>
                <a:lnTo>
                  <a:pt x="4265672" y="741557"/>
                </a:lnTo>
                <a:lnTo>
                  <a:pt x="4291134" y="736416"/>
                </a:lnTo>
                <a:lnTo>
                  <a:pt x="4311926" y="722397"/>
                </a:lnTo>
                <a:lnTo>
                  <a:pt x="4325945" y="701606"/>
                </a:lnTo>
                <a:lnTo>
                  <a:pt x="4331085" y="676148"/>
                </a:lnTo>
                <a:lnTo>
                  <a:pt x="4325945" y="650716"/>
                </a:lnTo>
                <a:lnTo>
                  <a:pt x="4311926" y="629938"/>
                </a:lnTo>
                <a:lnTo>
                  <a:pt x="4291134" y="615924"/>
                </a:lnTo>
                <a:lnTo>
                  <a:pt x="4265672" y="610784"/>
                </a:lnTo>
                <a:close/>
              </a:path>
              <a:path extrusionOk="0" h="1607820" w="4617085">
                <a:moveTo>
                  <a:pt x="4575238" y="663570"/>
                </a:moveTo>
                <a:lnTo>
                  <a:pt x="4561292" y="663570"/>
                </a:lnTo>
                <a:lnTo>
                  <a:pt x="4555668" y="669185"/>
                </a:lnTo>
                <a:lnTo>
                  <a:pt x="4555668" y="683112"/>
                </a:lnTo>
                <a:lnTo>
                  <a:pt x="4561292" y="688727"/>
                </a:lnTo>
                <a:lnTo>
                  <a:pt x="4575193" y="688727"/>
                </a:lnTo>
                <a:lnTo>
                  <a:pt x="4580861" y="683112"/>
                </a:lnTo>
                <a:lnTo>
                  <a:pt x="4580861" y="669185"/>
                </a:lnTo>
                <a:lnTo>
                  <a:pt x="4575238" y="663570"/>
                </a:lnTo>
                <a:close/>
              </a:path>
              <a:path extrusionOk="0" h="1607820" w="4617085">
                <a:moveTo>
                  <a:pt x="29377" y="949195"/>
                </a:moveTo>
                <a:lnTo>
                  <a:pt x="17935" y="951498"/>
                </a:lnTo>
                <a:lnTo>
                  <a:pt x="8598" y="957781"/>
                </a:lnTo>
                <a:lnTo>
                  <a:pt x="2306" y="967104"/>
                </a:lnTo>
                <a:lnTo>
                  <a:pt x="0" y="978530"/>
                </a:lnTo>
                <a:lnTo>
                  <a:pt x="2306" y="989955"/>
                </a:lnTo>
                <a:lnTo>
                  <a:pt x="8598" y="999279"/>
                </a:lnTo>
                <a:lnTo>
                  <a:pt x="17935" y="1005562"/>
                </a:lnTo>
                <a:lnTo>
                  <a:pt x="29377" y="1007865"/>
                </a:lnTo>
                <a:lnTo>
                  <a:pt x="40793" y="1005562"/>
                </a:lnTo>
                <a:lnTo>
                  <a:pt x="50117" y="999279"/>
                </a:lnTo>
                <a:lnTo>
                  <a:pt x="56404" y="989955"/>
                </a:lnTo>
                <a:lnTo>
                  <a:pt x="58710" y="978530"/>
                </a:lnTo>
                <a:lnTo>
                  <a:pt x="56404" y="967104"/>
                </a:lnTo>
                <a:lnTo>
                  <a:pt x="50117" y="957781"/>
                </a:lnTo>
                <a:lnTo>
                  <a:pt x="40793" y="951498"/>
                </a:lnTo>
                <a:lnTo>
                  <a:pt x="29377" y="949195"/>
                </a:lnTo>
                <a:close/>
              </a:path>
              <a:path extrusionOk="0" h="1607820" w="4617085">
                <a:moveTo>
                  <a:pt x="331970" y="945825"/>
                </a:moveTo>
                <a:lnTo>
                  <a:pt x="319222" y="948396"/>
                </a:lnTo>
                <a:lnTo>
                  <a:pt x="308812" y="955405"/>
                </a:lnTo>
                <a:lnTo>
                  <a:pt x="301792" y="965801"/>
                </a:lnTo>
                <a:lnTo>
                  <a:pt x="299218" y="978530"/>
                </a:lnTo>
                <a:lnTo>
                  <a:pt x="301792" y="991259"/>
                </a:lnTo>
                <a:lnTo>
                  <a:pt x="308812" y="1001654"/>
                </a:lnTo>
                <a:lnTo>
                  <a:pt x="319222" y="1008664"/>
                </a:lnTo>
                <a:lnTo>
                  <a:pt x="331970" y="1011234"/>
                </a:lnTo>
                <a:lnTo>
                  <a:pt x="344691" y="1008664"/>
                </a:lnTo>
                <a:lnTo>
                  <a:pt x="355088" y="1001654"/>
                </a:lnTo>
                <a:lnTo>
                  <a:pt x="362103" y="991259"/>
                </a:lnTo>
                <a:lnTo>
                  <a:pt x="364676" y="978530"/>
                </a:lnTo>
                <a:lnTo>
                  <a:pt x="362103" y="965801"/>
                </a:lnTo>
                <a:lnTo>
                  <a:pt x="355088" y="955405"/>
                </a:lnTo>
                <a:lnTo>
                  <a:pt x="344691" y="948396"/>
                </a:lnTo>
                <a:lnTo>
                  <a:pt x="331970" y="945825"/>
                </a:lnTo>
                <a:close/>
              </a:path>
              <a:path extrusionOk="0" h="1607820" w="4617085">
                <a:moveTo>
                  <a:pt x="634562" y="943355"/>
                </a:moveTo>
                <a:lnTo>
                  <a:pt x="620833" y="946122"/>
                </a:lnTo>
                <a:lnTo>
                  <a:pt x="609622" y="953670"/>
                </a:lnTo>
                <a:lnTo>
                  <a:pt x="602063" y="964865"/>
                </a:lnTo>
                <a:lnTo>
                  <a:pt x="599291" y="978575"/>
                </a:lnTo>
                <a:lnTo>
                  <a:pt x="602063" y="992258"/>
                </a:lnTo>
                <a:lnTo>
                  <a:pt x="609622" y="1003440"/>
                </a:lnTo>
                <a:lnTo>
                  <a:pt x="620833" y="1010983"/>
                </a:lnTo>
                <a:lnTo>
                  <a:pt x="634562" y="1013750"/>
                </a:lnTo>
                <a:lnTo>
                  <a:pt x="648265" y="1010983"/>
                </a:lnTo>
                <a:lnTo>
                  <a:pt x="659463" y="1003440"/>
                </a:lnTo>
                <a:lnTo>
                  <a:pt x="667017" y="992258"/>
                </a:lnTo>
                <a:lnTo>
                  <a:pt x="669788" y="978575"/>
                </a:lnTo>
                <a:lnTo>
                  <a:pt x="667017" y="964865"/>
                </a:lnTo>
                <a:lnTo>
                  <a:pt x="659463" y="953670"/>
                </a:lnTo>
                <a:lnTo>
                  <a:pt x="648265" y="946122"/>
                </a:lnTo>
                <a:lnTo>
                  <a:pt x="634562" y="943355"/>
                </a:lnTo>
                <a:close/>
              </a:path>
              <a:path extrusionOk="0" h="1607820" w="4617085">
                <a:moveTo>
                  <a:pt x="937110" y="940839"/>
                </a:moveTo>
                <a:lnTo>
                  <a:pt x="922424" y="943804"/>
                </a:lnTo>
                <a:lnTo>
                  <a:pt x="910426" y="951890"/>
                </a:lnTo>
                <a:lnTo>
                  <a:pt x="902333" y="963885"/>
                </a:lnTo>
                <a:lnTo>
                  <a:pt x="899364" y="978575"/>
                </a:lnTo>
                <a:lnTo>
                  <a:pt x="902333" y="993239"/>
                </a:lnTo>
                <a:lnTo>
                  <a:pt x="910426" y="1005220"/>
                </a:lnTo>
                <a:lnTo>
                  <a:pt x="922424" y="1013302"/>
                </a:lnTo>
                <a:lnTo>
                  <a:pt x="937110" y="1016266"/>
                </a:lnTo>
                <a:lnTo>
                  <a:pt x="951821" y="1013302"/>
                </a:lnTo>
                <a:lnTo>
                  <a:pt x="963833" y="1005220"/>
                </a:lnTo>
                <a:lnTo>
                  <a:pt x="971931" y="993239"/>
                </a:lnTo>
                <a:lnTo>
                  <a:pt x="974900" y="978575"/>
                </a:lnTo>
                <a:lnTo>
                  <a:pt x="971931" y="963885"/>
                </a:lnTo>
                <a:lnTo>
                  <a:pt x="963833" y="951890"/>
                </a:lnTo>
                <a:lnTo>
                  <a:pt x="951821" y="943804"/>
                </a:lnTo>
                <a:lnTo>
                  <a:pt x="937110" y="940839"/>
                </a:lnTo>
                <a:close/>
              </a:path>
              <a:path extrusionOk="0" h="1607820" w="4617085">
                <a:moveTo>
                  <a:pt x="1239702" y="937470"/>
                </a:moveTo>
                <a:lnTo>
                  <a:pt x="1223719" y="940696"/>
                </a:lnTo>
                <a:lnTo>
                  <a:pt x="1210662" y="949498"/>
                </a:lnTo>
                <a:lnTo>
                  <a:pt x="1201857" y="962562"/>
                </a:lnTo>
                <a:lnTo>
                  <a:pt x="1198628" y="978575"/>
                </a:lnTo>
                <a:lnTo>
                  <a:pt x="1201857" y="994562"/>
                </a:lnTo>
                <a:lnTo>
                  <a:pt x="1210662" y="1007613"/>
                </a:lnTo>
                <a:lnTo>
                  <a:pt x="1223719" y="1016410"/>
                </a:lnTo>
                <a:lnTo>
                  <a:pt x="1239702" y="1019635"/>
                </a:lnTo>
                <a:lnTo>
                  <a:pt x="1255719" y="1016410"/>
                </a:lnTo>
                <a:lnTo>
                  <a:pt x="1268804" y="1007613"/>
                </a:lnTo>
                <a:lnTo>
                  <a:pt x="1277630" y="994562"/>
                </a:lnTo>
                <a:lnTo>
                  <a:pt x="1280867" y="978575"/>
                </a:lnTo>
                <a:lnTo>
                  <a:pt x="1277630" y="962562"/>
                </a:lnTo>
                <a:lnTo>
                  <a:pt x="1268804" y="949498"/>
                </a:lnTo>
                <a:lnTo>
                  <a:pt x="1255719" y="940696"/>
                </a:lnTo>
                <a:lnTo>
                  <a:pt x="1239702" y="937470"/>
                </a:lnTo>
                <a:close/>
              </a:path>
              <a:path extrusionOk="0" h="1607820" w="4617085">
                <a:moveTo>
                  <a:pt x="1542295" y="934999"/>
                </a:moveTo>
                <a:lnTo>
                  <a:pt x="1525329" y="938422"/>
                </a:lnTo>
                <a:lnTo>
                  <a:pt x="1511472" y="947757"/>
                </a:lnTo>
                <a:lnTo>
                  <a:pt x="1502128" y="961608"/>
                </a:lnTo>
                <a:lnTo>
                  <a:pt x="1498701" y="978575"/>
                </a:lnTo>
                <a:lnTo>
                  <a:pt x="1502128" y="995542"/>
                </a:lnTo>
                <a:lnTo>
                  <a:pt x="1511472" y="1009393"/>
                </a:lnTo>
                <a:lnTo>
                  <a:pt x="1525329" y="1018729"/>
                </a:lnTo>
                <a:lnTo>
                  <a:pt x="1542295" y="1022151"/>
                </a:lnTo>
                <a:lnTo>
                  <a:pt x="1559286" y="1018729"/>
                </a:lnTo>
                <a:lnTo>
                  <a:pt x="1573157" y="1009393"/>
                </a:lnTo>
                <a:lnTo>
                  <a:pt x="1582506" y="995542"/>
                </a:lnTo>
                <a:lnTo>
                  <a:pt x="1585933" y="978575"/>
                </a:lnTo>
                <a:lnTo>
                  <a:pt x="1582506" y="961608"/>
                </a:lnTo>
                <a:lnTo>
                  <a:pt x="1573157" y="947757"/>
                </a:lnTo>
                <a:lnTo>
                  <a:pt x="1559286" y="938422"/>
                </a:lnTo>
                <a:lnTo>
                  <a:pt x="1542295" y="934999"/>
                </a:lnTo>
                <a:close/>
              </a:path>
              <a:path extrusionOk="0" h="1607820" w="4617085">
                <a:moveTo>
                  <a:pt x="1844887" y="932483"/>
                </a:moveTo>
                <a:lnTo>
                  <a:pt x="1826940" y="936103"/>
                </a:lnTo>
                <a:lnTo>
                  <a:pt x="1812282" y="945977"/>
                </a:lnTo>
                <a:lnTo>
                  <a:pt x="1802398" y="960627"/>
                </a:lnTo>
                <a:lnTo>
                  <a:pt x="1798774" y="978575"/>
                </a:lnTo>
                <a:lnTo>
                  <a:pt x="1802398" y="996523"/>
                </a:lnTo>
                <a:lnTo>
                  <a:pt x="1812282" y="1011173"/>
                </a:lnTo>
                <a:lnTo>
                  <a:pt x="1826940" y="1021047"/>
                </a:lnTo>
                <a:lnTo>
                  <a:pt x="1844887" y="1024667"/>
                </a:lnTo>
                <a:lnTo>
                  <a:pt x="1862861" y="1021047"/>
                </a:lnTo>
                <a:lnTo>
                  <a:pt x="1877532" y="1011173"/>
                </a:lnTo>
                <a:lnTo>
                  <a:pt x="1887420" y="996523"/>
                </a:lnTo>
                <a:lnTo>
                  <a:pt x="1891045" y="978575"/>
                </a:lnTo>
                <a:lnTo>
                  <a:pt x="1887420" y="960627"/>
                </a:lnTo>
                <a:lnTo>
                  <a:pt x="1877532" y="945977"/>
                </a:lnTo>
                <a:lnTo>
                  <a:pt x="1862861" y="936103"/>
                </a:lnTo>
                <a:lnTo>
                  <a:pt x="1844887" y="932483"/>
                </a:lnTo>
                <a:close/>
              </a:path>
              <a:path extrusionOk="0" h="1607820" w="4617085">
                <a:moveTo>
                  <a:pt x="2147480" y="929968"/>
                </a:moveTo>
                <a:lnTo>
                  <a:pt x="2128550" y="933785"/>
                </a:lnTo>
                <a:lnTo>
                  <a:pt x="2113092" y="944197"/>
                </a:lnTo>
                <a:lnTo>
                  <a:pt x="2102669" y="959647"/>
                </a:lnTo>
                <a:lnTo>
                  <a:pt x="2098847" y="978575"/>
                </a:lnTo>
                <a:lnTo>
                  <a:pt x="2102669" y="997504"/>
                </a:lnTo>
                <a:lnTo>
                  <a:pt x="2113092" y="1012953"/>
                </a:lnTo>
                <a:lnTo>
                  <a:pt x="2128550" y="1023366"/>
                </a:lnTo>
                <a:lnTo>
                  <a:pt x="2147480" y="1027183"/>
                </a:lnTo>
                <a:lnTo>
                  <a:pt x="2166442" y="1023366"/>
                </a:lnTo>
                <a:lnTo>
                  <a:pt x="2181930" y="1012953"/>
                </a:lnTo>
                <a:lnTo>
                  <a:pt x="2192373" y="997504"/>
                </a:lnTo>
                <a:lnTo>
                  <a:pt x="2196202" y="978575"/>
                </a:lnTo>
                <a:lnTo>
                  <a:pt x="2192373" y="959647"/>
                </a:lnTo>
                <a:lnTo>
                  <a:pt x="2181930" y="944197"/>
                </a:lnTo>
                <a:lnTo>
                  <a:pt x="2166442" y="933785"/>
                </a:lnTo>
                <a:lnTo>
                  <a:pt x="2147480" y="929968"/>
                </a:lnTo>
                <a:close/>
              </a:path>
              <a:path extrusionOk="0" h="1607820" w="4617085">
                <a:moveTo>
                  <a:pt x="2450072" y="927407"/>
                </a:moveTo>
                <a:lnTo>
                  <a:pt x="2430161" y="931428"/>
                </a:lnTo>
                <a:lnTo>
                  <a:pt x="2413901" y="942395"/>
                </a:lnTo>
                <a:lnTo>
                  <a:pt x="2402940" y="958659"/>
                </a:lnTo>
                <a:lnTo>
                  <a:pt x="2398920" y="978575"/>
                </a:lnTo>
                <a:lnTo>
                  <a:pt x="2402940" y="998484"/>
                </a:lnTo>
                <a:lnTo>
                  <a:pt x="2413901" y="1014733"/>
                </a:lnTo>
                <a:lnTo>
                  <a:pt x="2430161" y="1025684"/>
                </a:lnTo>
                <a:lnTo>
                  <a:pt x="2450072" y="1029699"/>
                </a:lnTo>
                <a:lnTo>
                  <a:pt x="2470017" y="1025684"/>
                </a:lnTo>
                <a:lnTo>
                  <a:pt x="2486305" y="1014733"/>
                </a:lnTo>
                <a:lnTo>
                  <a:pt x="2497287" y="998484"/>
                </a:lnTo>
                <a:lnTo>
                  <a:pt x="2501314" y="978575"/>
                </a:lnTo>
                <a:lnTo>
                  <a:pt x="2497287" y="958659"/>
                </a:lnTo>
                <a:lnTo>
                  <a:pt x="2486305" y="942395"/>
                </a:lnTo>
                <a:lnTo>
                  <a:pt x="2470017" y="931428"/>
                </a:lnTo>
                <a:lnTo>
                  <a:pt x="2450072" y="927407"/>
                </a:lnTo>
                <a:close/>
              </a:path>
              <a:path extrusionOk="0" h="1607820" w="4617085">
                <a:moveTo>
                  <a:pt x="2752665" y="924083"/>
                </a:moveTo>
                <a:lnTo>
                  <a:pt x="2731448" y="928371"/>
                </a:lnTo>
                <a:lnTo>
                  <a:pt x="2714115" y="940059"/>
                </a:lnTo>
                <a:lnTo>
                  <a:pt x="2702426" y="957382"/>
                </a:lnTo>
                <a:lnTo>
                  <a:pt x="2698139" y="978575"/>
                </a:lnTo>
                <a:lnTo>
                  <a:pt x="2702426" y="999788"/>
                </a:lnTo>
                <a:lnTo>
                  <a:pt x="2714115" y="1017109"/>
                </a:lnTo>
                <a:lnTo>
                  <a:pt x="2731448" y="1028786"/>
                </a:lnTo>
                <a:lnTo>
                  <a:pt x="2752665" y="1033068"/>
                </a:lnTo>
                <a:lnTo>
                  <a:pt x="2773908" y="1028786"/>
                </a:lnTo>
                <a:lnTo>
                  <a:pt x="2791254" y="1017109"/>
                </a:lnTo>
                <a:lnTo>
                  <a:pt x="2802948" y="999788"/>
                </a:lnTo>
                <a:lnTo>
                  <a:pt x="2807236" y="978575"/>
                </a:lnTo>
                <a:lnTo>
                  <a:pt x="2802948" y="957382"/>
                </a:lnTo>
                <a:lnTo>
                  <a:pt x="2791254" y="940059"/>
                </a:lnTo>
                <a:lnTo>
                  <a:pt x="2773908" y="928371"/>
                </a:lnTo>
                <a:lnTo>
                  <a:pt x="2752665" y="924083"/>
                </a:lnTo>
                <a:close/>
              </a:path>
              <a:path extrusionOk="0" h="1607820" w="4617085">
                <a:moveTo>
                  <a:pt x="3055302" y="921567"/>
                </a:moveTo>
                <a:lnTo>
                  <a:pt x="3033103" y="926052"/>
                </a:lnTo>
                <a:lnTo>
                  <a:pt x="3014970" y="938279"/>
                </a:lnTo>
                <a:lnTo>
                  <a:pt x="3002742" y="956401"/>
                </a:lnTo>
                <a:lnTo>
                  <a:pt x="2998257" y="978575"/>
                </a:lnTo>
                <a:lnTo>
                  <a:pt x="3002742" y="1000768"/>
                </a:lnTo>
                <a:lnTo>
                  <a:pt x="3014970" y="1018889"/>
                </a:lnTo>
                <a:lnTo>
                  <a:pt x="3033103" y="1031105"/>
                </a:lnTo>
                <a:lnTo>
                  <a:pt x="3055302" y="1035584"/>
                </a:lnTo>
                <a:lnTo>
                  <a:pt x="3077520" y="1031105"/>
                </a:lnTo>
                <a:lnTo>
                  <a:pt x="3095651" y="1018889"/>
                </a:lnTo>
                <a:lnTo>
                  <a:pt x="3107869" y="1000768"/>
                </a:lnTo>
                <a:lnTo>
                  <a:pt x="3112348" y="978575"/>
                </a:lnTo>
                <a:lnTo>
                  <a:pt x="3107863" y="956401"/>
                </a:lnTo>
                <a:lnTo>
                  <a:pt x="3095634" y="938279"/>
                </a:lnTo>
                <a:lnTo>
                  <a:pt x="3077501" y="926052"/>
                </a:lnTo>
                <a:lnTo>
                  <a:pt x="3055302" y="921567"/>
                </a:lnTo>
                <a:close/>
              </a:path>
              <a:path extrusionOk="0" h="1607820" w="4617085">
                <a:moveTo>
                  <a:pt x="3357895" y="919051"/>
                </a:moveTo>
                <a:lnTo>
                  <a:pt x="3334714" y="923734"/>
                </a:lnTo>
                <a:lnTo>
                  <a:pt x="3315780" y="936499"/>
                </a:lnTo>
                <a:lnTo>
                  <a:pt x="3303012" y="955421"/>
                </a:lnTo>
                <a:lnTo>
                  <a:pt x="3298330" y="978575"/>
                </a:lnTo>
                <a:lnTo>
                  <a:pt x="3303012" y="1001749"/>
                </a:lnTo>
                <a:lnTo>
                  <a:pt x="3315780" y="1020669"/>
                </a:lnTo>
                <a:lnTo>
                  <a:pt x="3334714" y="1033423"/>
                </a:lnTo>
                <a:lnTo>
                  <a:pt x="3357895" y="1038099"/>
                </a:lnTo>
                <a:lnTo>
                  <a:pt x="3381076" y="1033423"/>
                </a:lnTo>
                <a:lnTo>
                  <a:pt x="3400010" y="1020669"/>
                </a:lnTo>
                <a:lnTo>
                  <a:pt x="3412777" y="1001749"/>
                </a:lnTo>
                <a:lnTo>
                  <a:pt x="3417459" y="978575"/>
                </a:lnTo>
                <a:lnTo>
                  <a:pt x="3412777" y="955421"/>
                </a:lnTo>
                <a:lnTo>
                  <a:pt x="3400010" y="936499"/>
                </a:lnTo>
                <a:lnTo>
                  <a:pt x="3381076" y="923734"/>
                </a:lnTo>
                <a:lnTo>
                  <a:pt x="3357895" y="919051"/>
                </a:lnTo>
                <a:close/>
              </a:path>
              <a:path extrusionOk="0" h="1607820" w="4617085">
                <a:moveTo>
                  <a:pt x="3660487" y="916536"/>
                </a:moveTo>
                <a:lnTo>
                  <a:pt x="3636298" y="921415"/>
                </a:lnTo>
                <a:lnTo>
                  <a:pt x="3616550" y="934719"/>
                </a:lnTo>
                <a:lnTo>
                  <a:pt x="3603239" y="954440"/>
                </a:lnTo>
                <a:lnTo>
                  <a:pt x="3598358" y="978575"/>
                </a:lnTo>
                <a:lnTo>
                  <a:pt x="3603239" y="1002737"/>
                </a:lnTo>
                <a:lnTo>
                  <a:pt x="3616550" y="1022472"/>
                </a:lnTo>
                <a:lnTo>
                  <a:pt x="3636298" y="1035780"/>
                </a:lnTo>
                <a:lnTo>
                  <a:pt x="3660487" y="1040660"/>
                </a:lnTo>
                <a:lnTo>
                  <a:pt x="3684650" y="1035780"/>
                </a:lnTo>
                <a:lnTo>
                  <a:pt x="3704385" y="1022472"/>
                </a:lnTo>
                <a:lnTo>
                  <a:pt x="3717691" y="1002737"/>
                </a:lnTo>
                <a:lnTo>
                  <a:pt x="3722571" y="978575"/>
                </a:lnTo>
                <a:lnTo>
                  <a:pt x="3717691" y="954440"/>
                </a:lnTo>
                <a:lnTo>
                  <a:pt x="3704385" y="934719"/>
                </a:lnTo>
                <a:lnTo>
                  <a:pt x="3684650" y="921415"/>
                </a:lnTo>
                <a:lnTo>
                  <a:pt x="3660487" y="916536"/>
                </a:lnTo>
                <a:close/>
              </a:path>
              <a:path extrusionOk="0" h="1607820" w="4617085">
                <a:moveTo>
                  <a:pt x="3963080" y="930821"/>
                </a:moveTo>
                <a:lnTo>
                  <a:pt x="3944466" y="934575"/>
                </a:lnTo>
                <a:lnTo>
                  <a:pt x="3929265" y="944810"/>
                </a:lnTo>
                <a:lnTo>
                  <a:pt x="3919016" y="959989"/>
                </a:lnTo>
                <a:lnTo>
                  <a:pt x="3915257" y="978575"/>
                </a:lnTo>
                <a:lnTo>
                  <a:pt x="3919016" y="997188"/>
                </a:lnTo>
                <a:lnTo>
                  <a:pt x="3929265" y="1012381"/>
                </a:lnTo>
                <a:lnTo>
                  <a:pt x="3944466" y="1022621"/>
                </a:lnTo>
                <a:lnTo>
                  <a:pt x="3963080" y="1026374"/>
                </a:lnTo>
                <a:lnTo>
                  <a:pt x="3981693" y="1022621"/>
                </a:lnTo>
                <a:lnTo>
                  <a:pt x="3996894" y="1012381"/>
                </a:lnTo>
                <a:lnTo>
                  <a:pt x="4007144" y="997188"/>
                </a:lnTo>
                <a:lnTo>
                  <a:pt x="4010902" y="978576"/>
                </a:lnTo>
                <a:lnTo>
                  <a:pt x="4007144" y="959989"/>
                </a:lnTo>
                <a:lnTo>
                  <a:pt x="3996894" y="944810"/>
                </a:lnTo>
                <a:lnTo>
                  <a:pt x="3981693" y="934575"/>
                </a:lnTo>
                <a:lnTo>
                  <a:pt x="3963080" y="930821"/>
                </a:lnTo>
                <a:close/>
              </a:path>
              <a:path extrusionOk="0" h="1607820" w="4617085">
                <a:moveTo>
                  <a:pt x="4272151" y="966850"/>
                </a:moveTo>
                <a:lnTo>
                  <a:pt x="4259149" y="966850"/>
                </a:lnTo>
                <a:lnTo>
                  <a:pt x="4253885" y="972107"/>
                </a:lnTo>
                <a:lnTo>
                  <a:pt x="4253885" y="985090"/>
                </a:lnTo>
                <a:lnTo>
                  <a:pt x="4259149" y="990346"/>
                </a:lnTo>
                <a:lnTo>
                  <a:pt x="4272151" y="990346"/>
                </a:lnTo>
                <a:lnTo>
                  <a:pt x="4277414" y="985090"/>
                </a:lnTo>
                <a:lnTo>
                  <a:pt x="4277414" y="972107"/>
                </a:lnTo>
                <a:lnTo>
                  <a:pt x="4272151" y="966850"/>
                </a:lnTo>
                <a:close/>
              </a:path>
              <a:path extrusionOk="0" h="1607820" w="4617085">
                <a:moveTo>
                  <a:pt x="29377" y="1251604"/>
                </a:moveTo>
                <a:lnTo>
                  <a:pt x="17935" y="1253910"/>
                </a:lnTo>
                <a:lnTo>
                  <a:pt x="8598" y="1260198"/>
                </a:lnTo>
                <a:lnTo>
                  <a:pt x="2306" y="1269525"/>
                </a:lnTo>
                <a:lnTo>
                  <a:pt x="0" y="1280948"/>
                </a:lnTo>
                <a:lnTo>
                  <a:pt x="2306" y="1292371"/>
                </a:lnTo>
                <a:lnTo>
                  <a:pt x="8598" y="1301698"/>
                </a:lnTo>
                <a:lnTo>
                  <a:pt x="17935" y="1307987"/>
                </a:lnTo>
                <a:lnTo>
                  <a:pt x="29377" y="1310292"/>
                </a:lnTo>
                <a:lnTo>
                  <a:pt x="40793" y="1307987"/>
                </a:lnTo>
                <a:lnTo>
                  <a:pt x="50117" y="1301698"/>
                </a:lnTo>
                <a:lnTo>
                  <a:pt x="56404" y="1292371"/>
                </a:lnTo>
                <a:lnTo>
                  <a:pt x="58710" y="1280948"/>
                </a:lnTo>
                <a:lnTo>
                  <a:pt x="56404" y="1269525"/>
                </a:lnTo>
                <a:lnTo>
                  <a:pt x="50117" y="1260198"/>
                </a:lnTo>
                <a:lnTo>
                  <a:pt x="40793" y="1253910"/>
                </a:lnTo>
                <a:lnTo>
                  <a:pt x="29377" y="1251604"/>
                </a:lnTo>
                <a:close/>
              </a:path>
              <a:path extrusionOk="0" h="1607820" w="4617085">
                <a:moveTo>
                  <a:pt x="331970" y="1248244"/>
                </a:moveTo>
                <a:lnTo>
                  <a:pt x="319222" y="1250815"/>
                </a:lnTo>
                <a:lnTo>
                  <a:pt x="308812" y="1257825"/>
                </a:lnTo>
                <a:lnTo>
                  <a:pt x="301792" y="1268221"/>
                </a:lnTo>
                <a:lnTo>
                  <a:pt x="299218" y="1280948"/>
                </a:lnTo>
                <a:lnTo>
                  <a:pt x="301792" y="1293675"/>
                </a:lnTo>
                <a:lnTo>
                  <a:pt x="308812" y="1304071"/>
                </a:lnTo>
                <a:lnTo>
                  <a:pt x="319222" y="1311082"/>
                </a:lnTo>
                <a:lnTo>
                  <a:pt x="331970" y="1313653"/>
                </a:lnTo>
                <a:lnTo>
                  <a:pt x="344691" y="1311082"/>
                </a:lnTo>
                <a:lnTo>
                  <a:pt x="355088" y="1304071"/>
                </a:lnTo>
                <a:lnTo>
                  <a:pt x="362103" y="1293675"/>
                </a:lnTo>
                <a:lnTo>
                  <a:pt x="364676" y="1280948"/>
                </a:lnTo>
                <a:lnTo>
                  <a:pt x="362103" y="1268221"/>
                </a:lnTo>
                <a:lnTo>
                  <a:pt x="355088" y="1257825"/>
                </a:lnTo>
                <a:lnTo>
                  <a:pt x="344691" y="1250815"/>
                </a:lnTo>
                <a:lnTo>
                  <a:pt x="331970" y="1248244"/>
                </a:lnTo>
                <a:close/>
              </a:path>
              <a:path extrusionOk="0" h="1607820" w="4617085">
                <a:moveTo>
                  <a:pt x="634562" y="1245759"/>
                </a:moveTo>
                <a:lnTo>
                  <a:pt x="620833" y="1248528"/>
                </a:lnTo>
                <a:lnTo>
                  <a:pt x="609622" y="1256075"/>
                </a:lnTo>
                <a:lnTo>
                  <a:pt x="602063" y="1267266"/>
                </a:lnTo>
                <a:lnTo>
                  <a:pt x="599291" y="1280966"/>
                </a:lnTo>
                <a:lnTo>
                  <a:pt x="602063" y="1294665"/>
                </a:lnTo>
                <a:lnTo>
                  <a:pt x="609622" y="1305855"/>
                </a:lnTo>
                <a:lnTo>
                  <a:pt x="620833" y="1313401"/>
                </a:lnTo>
                <a:lnTo>
                  <a:pt x="634562" y="1316169"/>
                </a:lnTo>
                <a:lnTo>
                  <a:pt x="648265" y="1313401"/>
                </a:lnTo>
                <a:lnTo>
                  <a:pt x="659463" y="1305855"/>
                </a:lnTo>
                <a:lnTo>
                  <a:pt x="667017" y="1294665"/>
                </a:lnTo>
                <a:lnTo>
                  <a:pt x="669788" y="1280966"/>
                </a:lnTo>
                <a:lnTo>
                  <a:pt x="667017" y="1267266"/>
                </a:lnTo>
                <a:lnTo>
                  <a:pt x="659463" y="1256075"/>
                </a:lnTo>
                <a:lnTo>
                  <a:pt x="648265" y="1248528"/>
                </a:lnTo>
                <a:lnTo>
                  <a:pt x="634562" y="1245759"/>
                </a:lnTo>
                <a:close/>
              </a:path>
              <a:path extrusionOk="0" h="1607820" w="4617085">
                <a:moveTo>
                  <a:pt x="937110" y="1243239"/>
                </a:moveTo>
                <a:lnTo>
                  <a:pt x="922424" y="1246205"/>
                </a:lnTo>
                <a:lnTo>
                  <a:pt x="910426" y="1254291"/>
                </a:lnTo>
                <a:lnTo>
                  <a:pt x="902333" y="1266283"/>
                </a:lnTo>
                <a:lnTo>
                  <a:pt x="899364" y="1280966"/>
                </a:lnTo>
                <a:lnTo>
                  <a:pt x="902333" y="1295647"/>
                </a:lnTo>
                <a:lnTo>
                  <a:pt x="910426" y="1307638"/>
                </a:lnTo>
                <a:lnTo>
                  <a:pt x="922424" y="1315723"/>
                </a:lnTo>
                <a:lnTo>
                  <a:pt x="937110" y="1318689"/>
                </a:lnTo>
                <a:lnTo>
                  <a:pt x="951821" y="1315723"/>
                </a:lnTo>
                <a:lnTo>
                  <a:pt x="963833" y="1307638"/>
                </a:lnTo>
                <a:lnTo>
                  <a:pt x="971931" y="1295647"/>
                </a:lnTo>
                <a:lnTo>
                  <a:pt x="974900" y="1280966"/>
                </a:lnTo>
                <a:lnTo>
                  <a:pt x="971931" y="1266283"/>
                </a:lnTo>
                <a:lnTo>
                  <a:pt x="963833" y="1254291"/>
                </a:lnTo>
                <a:lnTo>
                  <a:pt x="951821" y="1246205"/>
                </a:lnTo>
                <a:lnTo>
                  <a:pt x="937110" y="1243239"/>
                </a:lnTo>
                <a:close/>
              </a:path>
              <a:path extrusionOk="0" h="1607820" w="4617085">
                <a:moveTo>
                  <a:pt x="1239702" y="1239879"/>
                </a:moveTo>
                <a:lnTo>
                  <a:pt x="1223719" y="1243107"/>
                </a:lnTo>
                <a:lnTo>
                  <a:pt x="1210662" y="1251912"/>
                </a:lnTo>
                <a:lnTo>
                  <a:pt x="1201857" y="1264972"/>
                </a:lnTo>
                <a:lnTo>
                  <a:pt x="1198628" y="1280966"/>
                </a:lnTo>
                <a:lnTo>
                  <a:pt x="1201857" y="1296958"/>
                </a:lnTo>
                <a:lnTo>
                  <a:pt x="1210662" y="1310017"/>
                </a:lnTo>
                <a:lnTo>
                  <a:pt x="1223719" y="1318821"/>
                </a:lnTo>
                <a:lnTo>
                  <a:pt x="1239702" y="1322049"/>
                </a:lnTo>
                <a:lnTo>
                  <a:pt x="1255719" y="1318821"/>
                </a:lnTo>
                <a:lnTo>
                  <a:pt x="1268804" y="1310017"/>
                </a:lnTo>
                <a:lnTo>
                  <a:pt x="1277630" y="1296958"/>
                </a:lnTo>
                <a:lnTo>
                  <a:pt x="1280867" y="1280966"/>
                </a:lnTo>
                <a:lnTo>
                  <a:pt x="1277630" y="1264972"/>
                </a:lnTo>
                <a:lnTo>
                  <a:pt x="1268804" y="1251912"/>
                </a:lnTo>
                <a:lnTo>
                  <a:pt x="1255719" y="1243107"/>
                </a:lnTo>
                <a:lnTo>
                  <a:pt x="1239702" y="1239879"/>
                </a:lnTo>
                <a:close/>
              </a:path>
              <a:path extrusionOk="0" h="1607820" w="4617085">
                <a:moveTo>
                  <a:pt x="1542295" y="1237395"/>
                </a:moveTo>
                <a:lnTo>
                  <a:pt x="1525329" y="1240820"/>
                </a:lnTo>
                <a:lnTo>
                  <a:pt x="1511472" y="1250161"/>
                </a:lnTo>
                <a:lnTo>
                  <a:pt x="1502128" y="1264015"/>
                </a:lnTo>
                <a:lnTo>
                  <a:pt x="1498701" y="1280980"/>
                </a:lnTo>
                <a:lnTo>
                  <a:pt x="1502128" y="1297945"/>
                </a:lnTo>
                <a:lnTo>
                  <a:pt x="1511472" y="1311801"/>
                </a:lnTo>
                <a:lnTo>
                  <a:pt x="1525329" y="1321143"/>
                </a:lnTo>
                <a:lnTo>
                  <a:pt x="1542295" y="1324569"/>
                </a:lnTo>
                <a:lnTo>
                  <a:pt x="1559286" y="1321143"/>
                </a:lnTo>
                <a:lnTo>
                  <a:pt x="1573157" y="1311801"/>
                </a:lnTo>
                <a:lnTo>
                  <a:pt x="1582506" y="1297945"/>
                </a:lnTo>
                <a:lnTo>
                  <a:pt x="1585933" y="1280980"/>
                </a:lnTo>
                <a:lnTo>
                  <a:pt x="1582506" y="1264015"/>
                </a:lnTo>
                <a:lnTo>
                  <a:pt x="1573157" y="1250161"/>
                </a:lnTo>
                <a:lnTo>
                  <a:pt x="1559286" y="1240820"/>
                </a:lnTo>
                <a:lnTo>
                  <a:pt x="1542295" y="1237395"/>
                </a:lnTo>
                <a:close/>
              </a:path>
              <a:path extrusionOk="0" h="1607820" w="4617085">
                <a:moveTo>
                  <a:pt x="1844887" y="1234875"/>
                </a:moveTo>
                <a:lnTo>
                  <a:pt x="1826940" y="1238498"/>
                </a:lnTo>
                <a:lnTo>
                  <a:pt x="1812282" y="1248380"/>
                </a:lnTo>
                <a:lnTo>
                  <a:pt x="1802398" y="1263036"/>
                </a:lnTo>
                <a:lnTo>
                  <a:pt x="1798774" y="1280980"/>
                </a:lnTo>
                <a:lnTo>
                  <a:pt x="1802398" y="1298929"/>
                </a:lnTo>
                <a:lnTo>
                  <a:pt x="1812282" y="1313585"/>
                </a:lnTo>
                <a:lnTo>
                  <a:pt x="1826940" y="1323466"/>
                </a:lnTo>
                <a:lnTo>
                  <a:pt x="1844887" y="1327090"/>
                </a:lnTo>
                <a:lnTo>
                  <a:pt x="1862861" y="1323466"/>
                </a:lnTo>
                <a:lnTo>
                  <a:pt x="1877532" y="1313585"/>
                </a:lnTo>
                <a:lnTo>
                  <a:pt x="1887420" y="1298929"/>
                </a:lnTo>
                <a:lnTo>
                  <a:pt x="1891045" y="1280980"/>
                </a:lnTo>
                <a:lnTo>
                  <a:pt x="1887420" y="1263036"/>
                </a:lnTo>
                <a:lnTo>
                  <a:pt x="1877532" y="1248380"/>
                </a:lnTo>
                <a:lnTo>
                  <a:pt x="1862861" y="1238498"/>
                </a:lnTo>
                <a:lnTo>
                  <a:pt x="1844887" y="1234875"/>
                </a:lnTo>
                <a:close/>
              </a:path>
              <a:path extrusionOk="0" h="1607820" w="4617085">
                <a:moveTo>
                  <a:pt x="2147480" y="1232354"/>
                </a:moveTo>
                <a:lnTo>
                  <a:pt x="2128550" y="1236176"/>
                </a:lnTo>
                <a:lnTo>
                  <a:pt x="2113092" y="1246596"/>
                </a:lnTo>
                <a:lnTo>
                  <a:pt x="2102669" y="1262053"/>
                </a:lnTo>
                <a:lnTo>
                  <a:pt x="2098847" y="1280980"/>
                </a:lnTo>
                <a:lnTo>
                  <a:pt x="2102669" y="1299909"/>
                </a:lnTo>
                <a:lnTo>
                  <a:pt x="2113092" y="1315365"/>
                </a:lnTo>
                <a:lnTo>
                  <a:pt x="2128550" y="1325785"/>
                </a:lnTo>
                <a:lnTo>
                  <a:pt x="2147480" y="1329606"/>
                </a:lnTo>
                <a:lnTo>
                  <a:pt x="2166442" y="1325785"/>
                </a:lnTo>
                <a:lnTo>
                  <a:pt x="2181930" y="1315365"/>
                </a:lnTo>
                <a:lnTo>
                  <a:pt x="2192373" y="1299909"/>
                </a:lnTo>
                <a:lnTo>
                  <a:pt x="2196202" y="1280980"/>
                </a:lnTo>
                <a:lnTo>
                  <a:pt x="2192373" y="1262053"/>
                </a:lnTo>
                <a:lnTo>
                  <a:pt x="2181930" y="1246596"/>
                </a:lnTo>
                <a:lnTo>
                  <a:pt x="2166442" y="1236176"/>
                </a:lnTo>
                <a:lnTo>
                  <a:pt x="2147480" y="1232354"/>
                </a:lnTo>
                <a:close/>
              </a:path>
              <a:path extrusionOk="0" h="1607820" w="4617085">
                <a:moveTo>
                  <a:pt x="2450072" y="1229834"/>
                </a:moveTo>
                <a:lnTo>
                  <a:pt x="2430161" y="1233853"/>
                </a:lnTo>
                <a:lnTo>
                  <a:pt x="2413901" y="1244814"/>
                </a:lnTo>
                <a:lnTo>
                  <a:pt x="2402940" y="1261071"/>
                </a:lnTo>
                <a:lnTo>
                  <a:pt x="2398920" y="1280980"/>
                </a:lnTo>
                <a:lnTo>
                  <a:pt x="2402940" y="1300891"/>
                </a:lnTo>
                <a:lnTo>
                  <a:pt x="2413901" y="1317148"/>
                </a:lnTo>
                <a:lnTo>
                  <a:pt x="2430161" y="1328107"/>
                </a:lnTo>
                <a:lnTo>
                  <a:pt x="2450072" y="1332126"/>
                </a:lnTo>
                <a:lnTo>
                  <a:pt x="2470017" y="1328107"/>
                </a:lnTo>
                <a:lnTo>
                  <a:pt x="2486305" y="1317148"/>
                </a:lnTo>
                <a:lnTo>
                  <a:pt x="2497287" y="1300891"/>
                </a:lnTo>
                <a:lnTo>
                  <a:pt x="2501314" y="1280980"/>
                </a:lnTo>
                <a:lnTo>
                  <a:pt x="2497287" y="1261071"/>
                </a:lnTo>
                <a:lnTo>
                  <a:pt x="2486305" y="1244814"/>
                </a:lnTo>
                <a:lnTo>
                  <a:pt x="2470017" y="1233853"/>
                </a:lnTo>
                <a:lnTo>
                  <a:pt x="2450072" y="1229834"/>
                </a:lnTo>
                <a:close/>
              </a:path>
              <a:path extrusionOk="0" h="1607820" w="4617085">
                <a:moveTo>
                  <a:pt x="2752665" y="1229834"/>
                </a:moveTo>
                <a:lnTo>
                  <a:pt x="2732753" y="1233853"/>
                </a:lnTo>
                <a:lnTo>
                  <a:pt x="2716494" y="1244814"/>
                </a:lnTo>
                <a:lnTo>
                  <a:pt x="2705532" y="1261071"/>
                </a:lnTo>
                <a:lnTo>
                  <a:pt x="2701513" y="1280980"/>
                </a:lnTo>
                <a:lnTo>
                  <a:pt x="2705532" y="1300891"/>
                </a:lnTo>
                <a:lnTo>
                  <a:pt x="2716494" y="1317148"/>
                </a:lnTo>
                <a:lnTo>
                  <a:pt x="2732753" y="1328107"/>
                </a:lnTo>
                <a:lnTo>
                  <a:pt x="2752665" y="1332126"/>
                </a:lnTo>
                <a:lnTo>
                  <a:pt x="2772609" y="1328107"/>
                </a:lnTo>
                <a:lnTo>
                  <a:pt x="2788897" y="1317148"/>
                </a:lnTo>
                <a:lnTo>
                  <a:pt x="2799879" y="1300891"/>
                </a:lnTo>
                <a:lnTo>
                  <a:pt x="2803907" y="1280980"/>
                </a:lnTo>
                <a:lnTo>
                  <a:pt x="2799879" y="1261071"/>
                </a:lnTo>
                <a:lnTo>
                  <a:pt x="2788897" y="1244814"/>
                </a:lnTo>
                <a:lnTo>
                  <a:pt x="2772609" y="1233853"/>
                </a:lnTo>
                <a:lnTo>
                  <a:pt x="2752665" y="1229834"/>
                </a:lnTo>
                <a:close/>
              </a:path>
              <a:path extrusionOk="0" h="1607820" w="4617085">
                <a:moveTo>
                  <a:pt x="3055302" y="1235733"/>
                </a:moveTo>
                <a:lnTo>
                  <a:pt x="3037671" y="1239291"/>
                </a:lnTo>
                <a:lnTo>
                  <a:pt x="3023270" y="1248994"/>
                </a:lnTo>
                <a:lnTo>
                  <a:pt x="3013560" y="1263382"/>
                </a:lnTo>
                <a:lnTo>
                  <a:pt x="3009999" y="1280998"/>
                </a:lnTo>
                <a:lnTo>
                  <a:pt x="3013560" y="1298616"/>
                </a:lnTo>
                <a:lnTo>
                  <a:pt x="3023270" y="1313004"/>
                </a:lnTo>
                <a:lnTo>
                  <a:pt x="3037671" y="1322706"/>
                </a:lnTo>
                <a:lnTo>
                  <a:pt x="3055302" y="1326263"/>
                </a:lnTo>
                <a:lnTo>
                  <a:pt x="3072933" y="1322706"/>
                </a:lnTo>
                <a:lnTo>
                  <a:pt x="3087334" y="1313004"/>
                </a:lnTo>
                <a:lnTo>
                  <a:pt x="3097044" y="1298616"/>
                </a:lnTo>
                <a:lnTo>
                  <a:pt x="3100606" y="1280998"/>
                </a:lnTo>
                <a:lnTo>
                  <a:pt x="3097044" y="1263382"/>
                </a:lnTo>
                <a:lnTo>
                  <a:pt x="3087334" y="1248994"/>
                </a:lnTo>
                <a:lnTo>
                  <a:pt x="3072933" y="1239291"/>
                </a:lnTo>
                <a:lnTo>
                  <a:pt x="3055302" y="1235733"/>
                </a:lnTo>
                <a:close/>
              </a:path>
              <a:path extrusionOk="0" h="1607820" w="4617085">
                <a:moveTo>
                  <a:pt x="3357895" y="1249956"/>
                </a:moveTo>
                <a:lnTo>
                  <a:pt x="3345787" y="1252395"/>
                </a:lnTo>
                <a:lnTo>
                  <a:pt x="3335907" y="1259044"/>
                </a:lnTo>
                <a:lnTo>
                  <a:pt x="3329248" y="1268906"/>
                </a:lnTo>
                <a:lnTo>
                  <a:pt x="3326808" y="1280980"/>
                </a:lnTo>
                <a:lnTo>
                  <a:pt x="3329248" y="1293056"/>
                </a:lnTo>
                <a:lnTo>
                  <a:pt x="3335907" y="1302918"/>
                </a:lnTo>
                <a:lnTo>
                  <a:pt x="3345787" y="1309567"/>
                </a:lnTo>
                <a:lnTo>
                  <a:pt x="3357895" y="1312005"/>
                </a:lnTo>
                <a:lnTo>
                  <a:pt x="3369976" y="1309567"/>
                </a:lnTo>
                <a:lnTo>
                  <a:pt x="3379843" y="1302918"/>
                </a:lnTo>
                <a:lnTo>
                  <a:pt x="3386497" y="1293056"/>
                </a:lnTo>
                <a:lnTo>
                  <a:pt x="3388937" y="1280980"/>
                </a:lnTo>
                <a:lnTo>
                  <a:pt x="3386497" y="1268906"/>
                </a:lnTo>
                <a:lnTo>
                  <a:pt x="3379843" y="1259044"/>
                </a:lnTo>
                <a:lnTo>
                  <a:pt x="3369976" y="1252395"/>
                </a:lnTo>
                <a:lnTo>
                  <a:pt x="3357895" y="1249956"/>
                </a:lnTo>
                <a:close/>
              </a:path>
              <a:path extrusionOk="0" h="1607820" w="4617085">
                <a:moveTo>
                  <a:pt x="3667460" y="1268402"/>
                </a:moveTo>
                <a:lnTo>
                  <a:pt x="3653514" y="1268402"/>
                </a:lnTo>
                <a:lnTo>
                  <a:pt x="3647890" y="1274026"/>
                </a:lnTo>
                <a:lnTo>
                  <a:pt x="3647890" y="1287934"/>
                </a:lnTo>
                <a:lnTo>
                  <a:pt x="3653514" y="1293563"/>
                </a:lnTo>
                <a:lnTo>
                  <a:pt x="3667415" y="1293563"/>
                </a:lnTo>
                <a:lnTo>
                  <a:pt x="3673084" y="1287935"/>
                </a:lnTo>
                <a:lnTo>
                  <a:pt x="3673084" y="1274026"/>
                </a:lnTo>
                <a:lnTo>
                  <a:pt x="3667460" y="1268402"/>
                </a:lnTo>
                <a:close/>
              </a:path>
              <a:path extrusionOk="0" h="1607820" w="4617085">
                <a:moveTo>
                  <a:pt x="39095" y="1565753"/>
                </a:moveTo>
                <a:lnTo>
                  <a:pt x="19615" y="1565753"/>
                </a:lnTo>
                <a:lnTo>
                  <a:pt x="11742" y="1573631"/>
                </a:lnTo>
                <a:lnTo>
                  <a:pt x="11742" y="1593081"/>
                </a:lnTo>
                <a:lnTo>
                  <a:pt x="19615" y="1600959"/>
                </a:lnTo>
                <a:lnTo>
                  <a:pt x="39095" y="1600959"/>
                </a:lnTo>
                <a:lnTo>
                  <a:pt x="46968" y="1593081"/>
                </a:lnTo>
                <a:lnTo>
                  <a:pt x="46968" y="1573631"/>
                </a:lnTo>
                <a:lnTo>
                  <a:pt x="39095" y="1565753"/>
                </a:lnTo>
                <a:close/>
              </a:path>
              <a:path extrusionOk="0" h="1607820" w="4617085">
                <a:moveTo>
                  <a:pt x="331970" y="1562396"/>
                </a:moveTo>
                <a:lnTo>
                  <a:pt x="323790" y="1564043"/>
                </a:lnTo>
                <a:lnTo>
                  <a:pt x="317112" y="1568535"/>
                </a:lnTo>
                <a:lnTo>
                  <a:pt x="312610" y="1575197"/>
                </a:lnTo>
                <a:lnTo>
                  <a:pt x="310960" y="1583354"/>
                </a:lnTo>
                <a:lnTo>
                  <a:pt x="312610" y="1591513"/>
                </a:lnTo>
                <a:lnTo>
                  <a:pt x="317112" y="1598176"/>
                </a:lnTo>
                <a:lnTo>
                  <a:pt x="323790" y="1602670"/>
                </a:lnTo>
                <a:lnTo>
                  <a:pt x="331970" y="1604318"/>
                </a:lnTo>
                <a:lnTo>
                  <a:pt x="340123" y="1602670"/>
                </a:lnTo>
                <a:lnTo>
                  <a:pt x="346788" y="1598176"/>
                </a:lnTo>
                <a:lnTo>
                  <a:pt x="351284" y="1591513"/>
                </a:lnTo>
                <a:lnTo>
                  <a:pt x="352934" y="1583354"/>
                </a:lnTo>
                <a:lnTo>
                  <a:pt x="351284" y="1575197"/>
                </a:lnTo>
                <a:lnTo>
                  <a:pt x="346788" y="1568535"/>
                </a:lnTo>
                <a:lnTo>
                  <a:pt x="340123" y="1564043"/>
                </a:lnTo>
                <a:lnTo>
                  <a:pt x="331970" y="1562396"/>
                </a:lnTo>
                <a:close/>
              </a:path>
              <a:path extrusionOk="0" h="1607820" w="4617085">
                <a:moveTo>
                  <a:pt x="634562" y="1560712"/>
                </a:moveTo>
                <a:lnTo>
                  <a:pt x="625724" y="1562490"/>
                </a:lnTo>
                <a:lnTo>
                  <a:pt x="618518" y="1567340"/>
                </a:lnTo>
                <a:lnTo>
                  <a:pt x="613666" y="1574537"/>
                </a:lnTo>
                <a:lnTo>
                  <a:pt x="611888" y="1583354"/>
                </a:lnTo>
                <a:lnTo>
                  <a:pt x="613666" y="1592171"/>
                </a:lnTo>
                <a:lnTo>
                  <a:pt x="618518" y="1599368"/>
                </a:lnTo>
                <a:lnTo>
                  <a:pt x="625724" y="1604218"/>
                </a:lnTo>
                <a:lnTo>
                  <a:pt x="634562" y="1605996"/>
                </a:lnTo>
                <a:lnTo>
                  <a:pt x="643374" y="1604218"/>
                </a:lnTo>
                <a:lnTo>
                  <a:pt x="650567" y="1599368"/>
                </a:lnTo>
                <a:lnTo>
                  <a:pt x="655414" y="1592171"/>
                </a:lnTo>
                <a:lnTo>
                  <a:pt x="657191" y="1583354"/>
                </a:lnTo>
                <a:lnTo>
                  <a:pt x="655414" y="1574537"/>
                </a:lnTo>
                <a:lnTo>
                  <a:pt x="650567" y="1567340"/>
                </a:lnTo>
                <a:lnTo>
                  <a:pt x="643374" y="1562490"/>
                </a:lnTo>
                <a:lnTo>
                  <a:pt x="634562" y="1560712"/>
                </a:lnTo>
                <a:close/>
              </a:path>
              <a:path extrusionOk="0" h="1607820" w="4617085">
                <a:moveTo>
                  <a:pt x="937110" y="1560712"/>
                </a:moveTo>
                <a:lnTo>
                  <a:pt x="928298" y="1562490"/>
                </a:lnTo>
                <a:lnTo>
                  <a:pt x="921105" y="1567340"/>
                </a:lnTo>
                <a:lnTo>
                  <a:pt x="916257" y="1574537"/>
                </a:lnTo>
                <a:lnTo>
                  <a:pt x="914480" y="1583355"/>
                </a:lnTo>
                <a:lnTo>
                  <a:pt x="916257" y="1592171"/>
                </a:lnTo>
                <a:lnTo>
                  <a:pt x="921105" y="1599368"/>
                </a:lnTo>
                <a:lnTo>
                  <a:pt x="928298" y="1604218"/>
                </a:lnTo>
                <a:lnTo>
                  <a:pt x="937110" y="1605996"/>
                </a:lnTo>
                <a:lnTo>
                  <a:pt x="945948" y="1604218"/>
                </a:lnTo>
                <a:lnTo>
                  <a:pt x="953154" y="1599368"/>
                </a:lnTo>
                <a:lnTo>
                  <a:pt x="958006" y="1592171"/>
                </a:lnTo>
                <a:lnTo>
                  <a:pt x="959784" y="1583355"/>
                </a:lnTo>
                <a:lnTo>
                  <a:pt x="958006" y="1574537"/>
                </a:lnTo>
                <a:lnTo>
                  <a:pt x="953154" y="1567340"/>
                </a:lnTo>
                <a:lnTo>
                  <a:pt x="945948" y="1562490"/>
                </a:lnTo>
                <a:lnTo>
                  <a:pt x="937110" y="1560712"/>
                </a:lnTo>
                <a:close/>
              </a:path>
              <a:path extrusionOk="0" h="1607820" w="4617085">
                <a:moveTo>
                  <a:pt x="1239702" y="1559067"/>
                </a:moveTo>
                <a:lnTo>
                  <a:pt x="1230250" y="1560978"/>
                </a:lnTo>
                <a:lnTo>
                  <a:pt x="1222528" y="1566187"/>
                </a:lnTo>
                <a:lnTo>
                  <a:pt x="1217319" y="1573912"/>
                </a:lnTo>
                <a:lnTo>
                  <a:pt x="1215408" y="1583371"/>
                </a:lnTo>
                <a:lnTo>
                  <a:pt x="1217319" y="1592831"/>
                </a:lnTo>
                <a:lnTo>
                  <a:pt x="1222528" y="1600557"/>
                </a:lnTo>
                <a:lnTo>
                  <a:pt x="1230250" y="1605767"/>
                </a:lnTo>
                <a:lnTo>
                  <a:pt x="1239702" y="1607677"/>
                </a:lnTo>
                <a:lnTo>
                  <a:pt x="1249180" y="1605767"/>
                </a:lnTo>
                <a:lnTo>
                  <a:pt x="1256916" y="1600557"/>
                </a:lnTo>
                <a:lnTo>
                  <a:pt x="1262130" y="1592831"/>
                </a:lnTo>
                <a:lnTo>
                  <a:pt x="1264041" y="1583371"/>
                </a:lnTo>
                <a:lnTo>
                  <a:pt x="1262130" y="1573912"/>
                </a:lnTo>
                <a:lnTo>
                  <a:pt x="1256916" y="1566187"/>
                </a:lnTo>
                <a:lnTo>
                  <a:pt x="1249180" y="1560978"/>
                </a:lnTo>
                <a:lnTo>
                  <a:pt x="1239702" y="1559067"/>
                </a:lnTo>
                <a:close/>
              </a:path>
              <a:path extrusionOk="0" h="1607820" w="4617085">
                <a:moveTo>
                  <a:pt x="1542295" y="1560712"/>
                </a:moveTo>
                <a:lnTo>
                  <a:pt x="1533483" y="1562490"/>
                </a:lnTo>
                <a:lnTo>
                  <a:pt x="1526290" y="1567341"/>
                </a:lnTo>
                <a:lnTo>
                  <a:pt x="1521443" y="1574538"/>
                </a:lnTo>
                <a:lnTo>
                  <a:pt x="1519665" y="1583355"/>
                </a:lnTo>
                <a:lnTo>
                  <a:pt x="1521443" y="1592171"/>
                </a:lnTo>
                <a:lnTo>
                  <a:pt x="1526290" y="1599368"/>
                </a:lnTo>
                <a:lnTo>
                  <a:pt x="1533483" y="1604218"/>
                </a:lnTo>
                <a:lnTo>
                  <a:pt x="1542295" y="1605996"/>
                </a:lnTo>
                <a:lnTo>
                  <a:pt x="1551133" y="1604218"/>
                </a:lnTo>
                <a:lnTo>
                  <a:pt x="1558339" y="1599368"/>
                </a:lnTo>
                <a:lnTo>
                  <a:pt x="1563191" y="1592171"/>
                </a:lnTo>
                <a:lnTo>
                  <a:pt x="1564969" y="1583355"/>
                </a:lnTo>
                <a:lnTo>
                  <a:pt x="1563191" y="1574538"/>
                </a:lnTo>
                <a:lnTo>
                  <a:pt x="1558339" y="1567341"/>
                </a:lnTo>
                <a:lnTo>
                  <a:pt x="1551133" y="1562490"/>
                </a:lnTo>
                <a:lnTo>
                  <a:pt x="1542295" y="1560712"/>
                </a:lnTo>
                <a:close/>
              </a:path>
              <a:path extrusionOk="0" h="1607820" w="4617085">
                <a:moveTo>
                  <a:pt x="1844887" y="1563232"/>
                </a:moveTo>
                <a:lnTo>
                  <a:pt x="1837076" y="1564813"/>
                </a:lnTo>
                <a:lnTo>
                  <a:pt x="1830682" y="1569124"/>
                </a:lnTo>
                <a:lnTo>
                  <a:pt x="1826363" y="1575520"/>
                </a:lnTo>
                <a:lnTo>
                  <a:pt x="1824777" y="1583355"/>
                </a:lnTo>
                <a:lnTo>
                  <a:pt x="1826363" y="1591190"/>
                </a:lnTo>
                <a:lnTo>
                  <a:pt x="1830682" y="1597587"/>
                </a:lnTo>
                <a:lnTo>
                  <a:pt x="1837076" y="1601899"/>
                </a:lnTo>
                <a:lnTo>
                  <a:pt x="1844887" y="1603480"/>
                </a:lnTo>
                <a:lnTo>
                  <a:pt x="1852743" y="1601899"/>
                </a:lnTo>
                <a:lnTo>
                  <a:pt x="1859149" y="1597587"/>
                </a:lnTo>
                <a:lnTo>
                  <a:pt x="1863462" y="1591190"/>
                </a:lnTo>
                <a:lnTo>
                  <a:pt x="1865042" y="1583355"/>
                </a:lnTo>
                <a:lnTo>
                  <a:pt x="1863462" y="1575520"/>
                </a:lnTo>
                <a:lnTo>
                  <a:pt x="1859149" y="1569124"/>
                </a:lnTo>
                <a:lnTo>
                  <a:pt x="1852743" y="1564813"/>
                </a:lnTo>
                <a:lnTo>
                  <a:pt x="1844887" y="1563232"/>
                </a:lnTo>
                <a:close/>
              </a:path>
              <a:path extrusionOk="0" h="1607820" w="4617085">
                <a:moveTo>
                  <a:pt x="2156297" y="1567431"/>
                </a:moveTo>
                <a:lnTo>
                  <a:pt x="2138707" y="1567431"/>
                </a:lnTo>
                <a:lnTo>
                  <a:pt x="2131554" y="1574571"/>
                </a:lnTo>
                <a:lnTo>
                  <a:pt x="2131554" y="1592138"/>
                </a:lnTo>
                <a:lnTo>
                  <a:pt x="2138707" y="1599278"/>
                </a:lnTo>
                <a:lnTo>
                  <a:pt x="2156297" y="1599278"/>
                </a:lnTo>
                <a:lnTo>
                  <a:pt x="2163451" y="1592138"/>
                </a:lnTo>
                <a:lnTo>
                  <a:pt x="2163451" y="1574571"/>
                </a:lnTo>
                <a:lnTo>
                  <a:pt x="2156297" y="1567431"/>
                </a:lnTo>
                <a:close/>
              </a:path>
              <a:path extrusionOk="0" h="1607820" w="4617085">
                <a:moveTo>
                  <a:pt x="2455651" y="1573294"/>
                </a:moveTo>
                <a:lnTo>
                  <a:pt x="2444539" y="1573294"/>
                </a:lnTo>
                <a:lnTo>
                  <a:pt x="2440040" y="1577795"/>
                </a:lnTo>
                <a:lnTo>
                  <a:pt x="2440040" y="1588914"/>
                </a:lnTo>
                <a:lnTo>
                  <a:pt x="2444539" y="1593419"/>
                </a:lnTo>
                <a:lnTo>
                  <a:pt x="2455651" y="1593419"/>
                </a:lnTo>
                <a:lnTo>
                  <a:pt x="2460195" y="1588914"/>
                </a:lnTo>
                <a:lnTo>
                  <a:pt x="2460195" y="1577795"/>
                </a:lnTo>
                <a:lnTo>
                  <a:pt x="2455651" y="1573294"/>
                </a:lnTo>
                <a:close/>
              </a:path>
              <a:path extrusionOk="0" h="1607820" w="4617085">
                <a:moveTo>
                  <a:pt x="2754554" y="1579995"/>
                </a:moveTo>
                <a:lnTo>
                  <a:pt x="2750820" y="1579995"/>
                </a:lnTo>
                <a:lnTo>
                  <a:pt x="2749336" y="1581491"/>
                </a:lnTo>
                <a:lnTo>
                  <a:pt x="2749336" y="1585218"/>
                </a:lnTo>
                <a:lnTo>
                  <a:pt x="2750820" y="1586714"/>
                </a:lnTo>
                <a:lnTo>
                  <a:pt x="2754554" y="1586714"/>
                </a:lnTo>
                <a:lnTo>
                  <a:pt x="2756039" y="1585218"/>
                </a:lnTo>
                <a:lnTo>
                  <a:pt x="2756039" y="1581491"/>
                </a:lnTo>
                <a:lnTo>
                  <a:pt x="2754554" y="1579995"/>
                </a:lnTo>
                <a:close/>
              </a:path>
            </a:pathLst>
          </a:custGeom>
          <a:solidFill>
            <a:srgbClr val="E9C6C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83" name="Google Shape;183;p11"/>
          <p:cNvSpPr txBox="1"/>
          <p:nvPr/>
        </p:nvSpPr>
        <p:spPr>
          <a:xfrm>
            <a:off x="6889115" y="9171622"/>
            <a:ext cx="4925060" cy="4648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2700">
                <a:latin typeface="Tahoma"/>
                <a:ea typeface="Tahoma"/>
                <a:cs typeface="Tahoma"/>
                <a:sym typeface="Tahoma"/>
              </a:rPr>
              <a:t>Programación Comercial |1S2025</a:t>
            </a:r>
            <a:endParaRPr sz="2700">
              <a:latin typeface="Tahoma"/>
              <a:ea typeface="Tahoma"/>
              <a:cs typeface="Tahoma"/>
              <a:sym typeface="Tahom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2"/>
          <p:cNvSpPr/>
          <p:nvPr/>
        </p:nvSpPr>
        <p:spPr>
          <a:xfrm>
            <a:off x="95250" y="9420225"/>
            <a:ext cx="7105650" cy="19050"/>
          </a:xfrm>
          <a:custGeom>
            <a:rect b="b" l="l" r="r" t="t"/>
            <a:pathLst>
              <a:path extrusionOk="0" h="19050" w="7105650">
                <a:moveTo>
                  <a:pt x="0" y="0"/>
                </a:moveTo>
                <a:lnTo>
                  <a:pt x="7105650" y="19050"/>
                </a:lnTo>
              </a:path>
            </a:pathLst>
          </a:custGeom>
          <a:noFill/>
          <a:ln cap="flat" cmpd="sng" w="114300">
            <a:solidFill>
              <a:srgbClr val="9FC3D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89" name="Google Shape;189;p12"/>
          <p:cNvSpPr/>
          <p:nvPr/>
        </p:nvSpPr>
        <p:spPr>
          <a:xfrm>
            <a:off x="11563350" y="9458325"/>
            <a:ext cx="6724650" cy="18415"/>
          </a:xfrm>
          <a:custGeom>
            <a:rect b="b" l="l" r="r" t="t"/>
            <a:pathLst>
              <a:path extrusionOk="0" h="18415" w="6724650">
                <a:moveTo>
                  <a:pt x="0" y="0"/>
                </a:moveTo>
                <a:lnTo>
                  <a:pt x="6724650" y="18028"/>
                </a:lnTo>
              </a:path>
            </a:pathLst>
          </a:custGeom>
          <a:noFill/>
          <a:ln cap="flat" cmpd="sng" w="114300">
            <a:solidFill>
              <a:srgbClr val="9FC3D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90" name="Google Shape;190;p12"/>
          <p:cNvSpPr/>
          <p:nvPr/>
        </p:nvSpPr>
        <p:spPr>
          <a:xfrm>
            <a:off x="15916275" y="0"/>
            <a:ext cx="1447800" cy="1676400"/>
          </a:xfrm>
          <a:custGeom>
            <a:rect b="b" l="l" r="r" t="t"/>
            <a:pathLst>
              <a:path extrusionOk="0" h="1676400" w="1447800">
                <a:moveTo>
                  <a:pt x="1447800" y="0"/>
                </a:moveTo>
                <a:lnTo>
                  <a:pt x="0" y="0"/>
                </a:lnTo>
                <a:lnTo>
                  <a:pt x="0" y="998093"/>
                </a:lnTo>
                <a:lnTo>
                  <a:pt x="2451" y="1046894"/>
                </a:lnTo>
                <a:lnTo>
                  <a:pt x="8414" y="1094753"/>
                </a:lnTo>
                <a:lnTo>
                  <a:pt x="17766" y="1141553"/>
                </a:lnTo>
                <a:lnTo>
                  <a:pt x="30388" y="1187177"/>
                </a:lnTo>
                <a:lnTo>
                  <a:pt x="46159" y="1231509"/>
                </a:lnTo>
                <a:lnTo>
                  <a:pt x="64958" y="1274430"/>
                </a:lnTo>
                <a:lnTo>
                  <a:pt x="86664" y="1315826"/>
                </a:lnTo>
                <a:lnTo>
                  <a:pt x="111158" y="1355578"/>
                </a:lnTo>
                <a:lnTo>
                  <a:pt x="138318" y="1393570"/>
                </a:lnTo>
                <a:lnTo>
                  <a:pt x="168025" y="1429686"/>
                </a:lnTo>
                <a:lnTo>
                  <a:pt x="200156" y="1463808"/>
                </a:lnTo>
                <a:lnTo>
                  <a:pt x="234592" y="1495820"/>
                </a:lnTo>
                <a:lnTo>
                  <a:pt x="271212" y="1525604"/>
                </a:lnTo>
                <a:lnTo>
                  <a:pt x="309896" y="1553044"/>
                </a:lnTo>
                <a:lnTo>
                  <a:pt x="350522" y="1578024"/>
                </a:lnTo>
                <a:lnTo>
                  <a:pt x="392971" y="1600426"/>
                </a:lnTo>
                <a:lnTo>
                  <a:pt x="437122" y="1620133"/>
                </a:lnTo>
                <a:lnTo>
                  <a:pt x="482853" y="1637029"/>
                </a:lnTo>
                <a:lnTo>
                  <a:pt x="528493" y="1650244"/>
                </a:lnTo>
                <a:lnTo>
                  <a:pt x="576029" y="1661147"/>
                </a:lnTo>
                <a:lnTo>
                  <a:pt x="624887" y="1669381"/>
                </a:lnTo>
                <a:lnTo>
                  <a:pt x="674495" y="1674585"/>
                </a:lnTo>
                <a:lnTo>
                  <a:pt x="724280" y="1676400"/>
                </a:lnTo>
                <a:lnTo>
                  <a:pt x="773571" y="1674823"/>
                </a:lnTo>
                <a:lnTo>
                  <a:pt x="821971" y="1670186"/>
                </a:lnTo>
                <a:lnTo>
                  <a:pt x="869323" y="1662629"/>
                </a:lnTo>
                <a:lnTo>
                  <a:pt x="915467" y="1652292"/>
                </a:lnTo>
                <a:lnTo>
                  <a:pt x="960246" y="1639316"/>
                </a:lnTo>
                <a:lnTo>
                  <a:pt x="961771" y="1638553"/>
                </a:lnTo>
                <a:lnTo>
                  <a:pt x="963421" y="1638553"/>
                </a:lnTo>
                <a:lnTo>
                  <a:pt x="964946" y="1637792"/>
                </a:lnTo>
                <a:lnTo>
                  <a:pt x="1010224" y="1620535"/>
                </a:lnTo>
                <a:lnTo>
                  <a:pt x="1054025" y="1600510"/>
                </a:lnTo>
                <a:lnTo>
                  <a:pt x="1096218" y="1577833"/>
                </a:lnTo>
                <a:lnTo>
                  <a:pt x="1136674" y="1552621"/>
                </a:lnTo>
                <a:lnTo>
                  <a:pt x="1175262" y="1524990"/>
                </a:lnTo>
                <a:lnTo>
                  <a:pt x="1211852" y="1495058"/>
                </a:lnTo>
                <a:lnTo>
                  <a:pt x="1246315" y="1462940"/>
                </a:lnTo>
                <a:lnTo>
                  <a:pt x="1278520" y="1428755"/>
                </a:lnTo>
                <a:lnTo>
                  <a:pt x="1308338" y="1392618"/>
                </a:lnTo>
                <a:lnTo>
                  <a:pt x="1335637" y="1354647"/>
                </a:lnTo>
                <a:lnTo>
                  <a:pt x="1360290" y="1314958"/>
                </a:lnTo>
                <a:lnTo>
                  <a:pt x="1382164" y="1273668"/>
                </a:lnTo>
                <a:lnTo>
                  <a:pt x="1401131" y="1230895"/>
                </a:lnTo>
                <a:lnTo>
                  <a:pt x="1417060" y="1186754"/>
                </a:lnTo>
                <a:lnTo>
                  <a:pt x="1429821" y="1141363"/>
                </a:lnTo>
                <a:lnTo>
                  <a:pt x="1439285" y="1094838"/>
                </a:lnTo>
                <a:lnTo>
                  <a:pt x="1445321" y="1047296"/>
                </a:lnTo>
                <a:lnTo>
                  <a:pt x="1447800" y="998854"/>
                </a:lnTo>
                <a:lnTo>
                  <a:pt x="1447800" y="0"/>
                </a:lnTo>
                <a:close/>
              </a:path>
            </a:pathLst>
          </a:custGeom>
          <a:solidFill>
            <a:srgbClr val="9FC3D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91" name="Google Shape;191;p12"/>
          <p:cNvSpPr txBox="1"/>
          <p:nvPr>
            <p:ph type="title"/>
          </p:nvPr>
        </p:nvSpPr>
        <p:spPr>
          <a:xfrm>
            <a:off x="16234663" y="353948"/>
            <a:ext cx="825500" cy="87249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s-GT" sz="5550">
                <a:solidFill>
                  <a:srgbClr val="000000"/>
                </a:solidFill>
                <a:latin typeface="Arial Black"/>
                <a:ea typeface="Arial Black"/>
                <a:cs typeface="Arial Black"/>
                <a:sym typeface="Arial Black"/>
              </a:rPr>
              <a:t>19</a:t>
            </a:r>
            <a:endParaRPr sz="5550">
              <a:latin typeface="Arial Black"/>
              <a:ea typeface="Arial Black"/>
              <a:cs typeface="Arial Black"/>
              <a:sym typeface="Arial Black"/>
            </a:endParaRPr>
          </a:p>
        </p:txBody>
      </p:sp>
      <p:sp>
        <p:nvSpPr>
          <p:cNvPr id="192" name="Google Shape;192;p12"/>
          <p:cNvSpPr/>
          <p:nvPr/>
        </p:nvSpPr>
        <p:spPr>
          <a:xfrm>
            <a:off x="67709" y="133724"/>
            <a:ext cx="4617085" cy="1607820"/>
          </a:xfrm>
          <a:custGeom>
            <a:rect b="b" l="l" r="r" t="t"/>
            <a:pathLst>
              <a:path extrusionOk="0" h="1607820" w="4617085">
                <a:moveTo>
                  <a:pt x="29377" y="41823"/>
                </a:moveTo>
                <a:lnTo>
                  <a:pt x="17935" y="44133"/>
                </a:lnTo>
                <a:lnTo>
                  <a:pt x="8598" y="50431"/>
                </a:lnTo>
                <a:lnTo>
                  <a:pt x="2306" y="59771"/>
                </a:lnTo>
                <a:lnTo>
                  <a:pt x="0" y="71203"/>
                </a:lnTo>
                <a:lnTo>
                  <a:pt x="2306" y="82609"/>
                </a:lnTo>
                <a:lnTo>
                  <a:pt x="8598" y="91935"/>
                </a:lnTo>
                <a:lnTo>
                  <a:pt x="17935" y="98229"/>
                </a:lnTo>
                <a:lnTo>
                  <a:pt x="29377" y="100538"/>
                </a:lnTo>
                <a:lnTo>
                  <a:pt x="40793" y="98229"/>
                </a:lnTo>
                <a:lnTo>
                  <a:pt x="50117" y="91935"/>
                </a:lnTo>
                <a:lnTo>
                  <a:pt x="56404" y="82609"/>
                </a:lnTo>
                <a:lnTo>
                  <a:pt x="58709" y="71203"/>
                </a:lnTo>
                <a:lnTo>
                  <a:pt x="56404" y="59771"/>
                </a:lnTo>
                <a:lnTo>
                  <a:pt x="50117" y="50431"/>
                </a:lnTo>
                <a:lnTo>
                  <a:pt x="40793" y="44133"/>
                </a:lnTo>
                <a:lnTo>
                  <a:pt x="29377" y="41823"/>
                </a:lnTo>
                <a:close/>
              </a:path>
              <a:path extrusionOk="0" h="1607820" w="4617085">
                <a:moveTo>
                  <a:pt x="331969" y="38498"/>
                </a:moveTo>
                <a:lnTo>
                  <a:pt x="319222" y="41069"/>
                </a:lnTo>
                <a:lnTo>
                  <a:pt x="308812" y="48078"/>
                </a:lnTo>
                <a:lnTo>
                  <a:pt x="301792" y="58474"/>
                </a:lnTo>
                <a:lnTo>
                  <a:pt x="299218" y="71203"/>
                </a:lnTo>
                <a:lnTo>
                  <a:pt x="301792" y="83932"/>
                </a:lnTo>
                <a:lnTo>
                  <a:pt x="308812" y="94328"/>
                </a:lnTo>
                <a:lnTo>
                  <a:pt x="319222" y="101337"/>
                </a:lnTo>
                <a:lnTo>
                  <a:pt x="331969" y="103908"/>
                </a:lnTo>
                <a:lnTo>
                  <a:pt x="344691" y="101337"/>
                </a:lnTo>
                <a:lnTo>
                  <a:pt x="355088" y="94328"/>
                </a:lnTo>
                <a:lnTo>
                  <a:pt x="362103" y="83932"/>
                </a:lnTo>
                <a:lnTo>
                  <a:pt x="364676" y="71203"/>
                </a:lnTo>
                <a:lnTo>
                  <a:pt x="362103" y="58474"/>
                </a:lnTo>
                <a:lnTo>
                  <a:pt x="355088" y="48079"/>
                </a:lnTo>
                <a:lnTo>
                  <a:pt x="344691" y="41069"/>
                </a:lnTo>
                <a:lnTo>
                  <a:pt x="331969" y="38498"/>
                </a:lnTo>
                <a:close/>
              </a:path>
              <a:path extrusionOk="0" h="1607820" w="4617085">
                <a:moveTo>
                  <a:pt x="634562" y="35983"/>
                </a:moveTo>
                <a:lnTo>
                  <a:pt x="620833" y="38751"/>
                </a:lnTo>
                <a:lnTo>
                  <a:pt x="609622" y="46298"/>
                </a:lnTo>
                <a:lnTo>
                  <a:pt x="602063" y="57494"/>
                </a:lnTo>
                <a:lnTo>
                  <a:pt x="599291" y="71203"/>
                </a:lnTo>
                <a:lnTo>
                  <a:pt x="602063" y="84913"/>
                </a:lnTo>
                <a:lnTo>
                  <a:pt x="609622" y="96108"/>
                </a:lnTo>
                <a:lnTo>
                  <a:pt x="620833" y="103656"/>
                </a:lnTo>
                <a:lnTo>
                  <a:pt x="634562" y="106423"/>
                </a:lnTo>
                <a:lnTo>
                  <a:pt x="648265" y="103656"/>
                </a:lnTo>
                <a:lnTo>
                  <a:pt x="659463" y="96108"/>
                </a:lnTo>
                <a:lnTo>
                  <a:pt x="667017" y="84913"/>
                </a:lnTo>
                <a:lnTo>
                  <a:pt x="669788" y="71203"/>
                </a:lnTo>
                <a:lnTo>
                  <a:pt x="667017" y="57494"/>
                </a:lnTo>
                <a:lnTo>
                  <a:pt x="659463" y="46298"/>
                </a:lnTo>
                <a:lnTo>
                  <a:pt x="648265" y="38751"/>
                </a:lnTo>
                <a:lnTo>
                  <a:pt x="634562" y="35983"/>
                </a:lnTo>
                <a:close/>
              </a:path>
              <a:path extrusionOk="0" h="1607820" w="4617085">
                <a:moveTo>
                  <a:pt x="937110" y="33467"/>
                </a:moveTo>
                <a:lnTo>
                  <a:pt x="922424" y="36432"/>
                </a:lnTo>
                <a:lnTo>
                  <a:pt x="910426" y="44518"/>
                </a:lnTo>
                <a:lnTo>
                  <a:pt x="902333" y="56513"/>
                </a:lnTo>
                <a:lnTo>
                  <a:pt x="899364" y="71203"/>
                </a:lnTo>
                <a:lnTo>
                  <a:pt x="902333" y="85893"/>
                </a:lnTo>
                <a:lnTo>
                  <a:pt x="910426" y="97888"/>
                </a:lnTo>
                <a:lnTo>
                  <a:pt x="922424" y="105974"/>
                </a:lnTo>
                <a:lnTo>
                  <a:pt x="937110" y="108939"/>
                </a:lnTo>
                <a:lnTo>
                  <a:pt x="951821" y="105974"/>
                </a:lnTo>
                <a:lnTo>
                  <a:pt x="963833" y="97888"/>
                </a:lnTo>
                <a:lnTo>
                  <a:pt x="971931" y="85893"/>
                </a:lnTo>
                <a:lnTo>
                  <a:pt x="974900" y="71203"/>
                </a:lnTo>
                <a:lnTo>
                  <a:pt x="971931" y="56513"/>
                </a:lnTo>
                <a:lnTo>
                  <a:pt x="963833" y="44518"/>
                </a:lnTo>
                <a:lnTo>
                  <a:pt x="951821" y="36432"/>
                </a:lnTo>
                <a:lnTo>
                  <a:pt x="937110" y="33467"/>
                </a:lnTo>
                <a:close/>
              </a:path>
              <a:path extrusionOk="0" h="1607820" w="4617085">
                <a:moveTo>
                  <a:pt x="1239702" y="30098"/>
                </a:moveTo>
                <a:lnTo>
                  <a:pt x="1223718" y="33330"/>
                </a:lnTo>
                <a:lnTo>
                  <a:pt x="1210662" y="42143"/>
                </a:lnTo>
                <a:lnTo>
                  <a:pt x="1201857" y="55210"/>
                </a:lnTo>
                <a:lnTo>
                  <a:pt x="1198628" y="71203"/>
                </a:lnTo>
                <a:lnTo>
                  <a:pt x="1201857" y="87197"/>
                </a:lnTo>
                <a:lnTo>
                  <a:pt x="1210662" y="100263"/>
                </a:lnTo>
                <a:lnTo>
                  <a:pt x="1223718" y="109076"/>
                </a:lnTo>
                <a:lnTo>
                  <a:pt x="1239702" y="112309"/>
                </a:lnTo>
                <a:lnTo>
                  <a:pt x="1255719" y="109076"/>
                </a:lnTo>
                <a:lnTo>
                  <a:pt x="1268804" y="100263"/>
                </a:lnTo>
                <a:lnTo>
                  <a:pt x="1277629" y="87197"/>
                </a:lnTo>
                <a:lnTo>
                  <a:pt x="1280867" y="71203"/>
                </a:lnTo>
                <a:lnTo>
                  <a:pt x="1277629" y="55210"/>
                </a:lnTo>
                <a:lnTo>
                  <a:pt x="1268804" y="42143"/>
                </a:lnTo>
                <a:lnTo>
                  <a:pt x="1255719" y="33330"/>
                </a:lnTo>
                <a:lnTo>
                  <a:pt x="1239702" y="30098"/>
                </a:lnTo>
                <a:close/>
              </a:path>
              <a:path extrusionOk="0" h="1607820" w="4617085">
                <a:moveTo>
                  <a:pt x="1542295" y="27627"/>
                </a:moveTo>
                <a:lnTo>
                  <a:pt x="1525329" y="31056"/>
                </a:lnTo>
                <a:lnTo>
                  <a:pt x="1511472" y="40402"/>
                </a:lnTo>
                <a:lnTo>
                  <a:pt x="1502128" y="54255"/>
                </a:lnTo>
                <a:lnTo>
                  <a:pt x="1498701" y="71203"/>
                </a:lnTo>
                <a:lnTo>
                  <a:pt x="1502128" y="88177"/>
                </a:lnTo>
                <a:lnTo>
                  <a:pt x="1511472" y="102043"/>
                </a:lnTo>
                <a:lnTo>
                  <a:pt x="1525329" y="111395"/>
                </a:lnTo>
                <a:lnTo>
                  <a:pt x="1542295" y="114824"/>
                </a:lnTo>
                <a:lnTo>
                  <a:pt x="1559286" y="111395"/>
                </a:lnTo>
                <a:lnTo>
                  <a:pt x="1573157" y="102044"/>
                </a:lnTo>
                <a:lnTo>
                  <a:pt x="1582506" y="88177"/>
                </a:lnTo>
                <a:lnTo>
                  <a:pt x="1585933" y="71203"/>
                </a:lnTo>
                <a:lnTo>
                  <a:pt x="1582506" y="54255"/>
                </a:lnTo>
                <a:lnTo>
                  <a:pt x="1573157" y="40402"/>
                </a:lnTo>
                <a:lnTo>
                  <a:pt x="1559286" y="31056"/>
                </a:lnTo>
                <a:lnTo>
                  <a:pt x="1542295" y="27627"/>
                </a:lnTo>
                <a:close/>
              </a:path>
              <a:path extrusionOk="0" h="1607820" w="4617085">
                <a:moveTo>
                  <a:pt x="1844887" y="25111"/>
                </a:moveTo>
                <a:lnTo>
                  <a:pt x="1826939" y="28738"/>
                </a:lnTo>
                <a:lnTo>
                  <a:pt x="1812282" y="38622"/>
                </a:lnTo>
                <a:lnTo>
                  <a:pt x="1802398" y="53275"/>
                </a:lnTo>
                <a:lnTo>
                  <a:pt x="1798774" y="71203"/>
                </a:lnTo>
                <a:lnTo>
                  <a:pt x="1802398" y="89158"/>
                </a:lnTo>
                <a:lnTo>
                  <a:pt x="1812282" y="103824"/>
                </a:lnTo>
                <a:lnTo>
                  <a:pt x="1826939" y="113713"/>
                </a:lnTo>
                <a:lnTo>
                  <a:pt x="1844887" y="117340"/>
                </a:lnTo>
                <a:lnTo>
                  <a:pt x="1862861" y="113713"/>
                </a:lnTo>
                <a:lnTo>
                  <a:pt x="1877532" y="103824"/>
                </a:lnTo>
                <a:lnTo>
                  <a:pt x="1887420" y="89158"/>
                </a:lnTo>
                <a:lnTo>
                  <a:pt x="1891045" y="71203"/>
                </a:lnTo>
                <a:lnTo>
                  <a:pt x="1887420" y="53275"/>
                </a:lnTo>
                <a:lnTo>
                  <a:pt x="1877532" y="38622"/>
                </a:lnTo>
                <a:lnTo>
                  <a:pt x="1862861" y="28738"/>
                </a:lnTo>
                <a:lnTo>
                  <a:pt x="1844887" y="25111"/>
                </a:lnTo>
                <a:close/>
              </a:path>
              <a:path extrusionOk="0" h="1607820" w="4617085">
                <a:moveTo>
                  <a:pt x="2147480" y="22596"/>
                </a:moveTo>
                <a:lnTo>
                  <a:pt x="2128550" y="26419"/>
                </a:lnTo>
                <a:lnTo>
                  <a:pt x="2113092" y="36842"/>
                </a:lnTo>
                <a:lnTo>
                  <a:pt x="2102669" y="52294"/>
                </a:lnTo>
                <a:lnTo>
                  <a:pt x="2098847" y="71203"/>
                </a:lnTo>
                <a:lnTo>
                  <a:pt x="2102669" y="90139"/>
                </a:lnTo>
                <a:lnTo>
                  <a:pt x="2113092" y="105604"/>
                </a:lnTo>
                <a:lnTo>
                  <a:pt x="2128550" y="116032"/>
                </a:lnTo>
                <a:lnTo>
                  <a:pt x="2147480" y="119856"/>
                </a:lnTo>
                <a:lnTo>
                  <a:pt x="2166442" y="116032"/>
                </a:lnTo>
                <a:lnTo>
                  <a:pt x="2181930" y="105604"/>
                </a:lnTo>
                <a:lnTo>
                  <a:pt x="2192372" y="90139"/>
                </a:lnTo>
                <a:lnTo>
                  <a:pt x="2196202" y="71203"/>
                </a:lnTo>
                <a:lnTo>
                  <a:pt x="2192372" y="52294"/>
                </a:lnTo>
                <a:lnTo>
                  <a:pt x="2181930" y="36842"/>
                </a:lnTo>
                <a:lnTo>
                  <a:pt x="2166442" y="26419"/>
                </a:lnTo>
                <a:lnTo>
                  <a:pt x="2147480" y="22596"/>
                </a:lnTo>
                <a:close/>
              </a:path>
              <a:path extrusionOk="0" h="1607820" w="4617085">
                <a:moveTo>
                  <a:pt x="2450072" y="20080"/>
                </a:moveTo>
                <a:lnTo>
                  <a:pt x="2430160" y="24094"/>
                </a:lnTo>
                <a:lnTo>
                  <a:pt x="2413901" y="35045"/>
                </a:lnTo>
                <a:lnTo>
                  <a:pt x="2402940" y="51294"/>
                </a:lnTo>
                <a:lnTo>
                  <a:pt x="2398920" y="71203"/>
                </a:lnTo>
                <a:lnTo>
                  <a:pt x="2402940" y="91119"/>
                </a:lnTo>
                <a:lnTo>
                  <a:pt x="2413901" y="107384"/>
                </a:lnTo>
                <a:lnTo>
                  <a:pt x="2430160" y="118350"/>
                </a:lnTo>
                <a:lnTo>
                  <a:pt x="2450072" y="122372"/>
                </a:lnTo>
                <a:lnTo>
                  <a:pt x="2470017" y="118350"/>
                </a:lnTo>
                <a:lnTo>
                  <a:pt x="2486305" y="107384"/>
                </a:lnTo>
                <a:lnTo>
                  <a:pt x="2497287" y="91119"/>
                </a:lnTo>
                <a:lnTo>
                  <a:pt x="2501314" y="71203"/>
                </a:lnTo>
                <a:lnTo>
                  <a:pt x="2497287" y="51294"/>
                </a:lnTo>
                <a:lnTo>
                  <a:pt x="2486305" y="35045"/>
                </a:lnTo>
                <a:lnTo>
                  <a:pt x="2470017" y="24094"/>
                </a:lnTo>
                <a:lnTo>
                  <a:pt x="2450072" y="20080"/>
                </a:lnTo>
                <a:close/>
              </a:path>
              <a:path extrusionOk="0" h="1607820" w="4617085">
                <a:moveTo>
                  <a:pt x="2752665" y="16756"/>
                </a:moveTo>
                <a:lnTo>
                  <a:pt x="2731448" y="21038"/>
                </a:lnTo>
                <a:lnTo>
                  <a:pt x="2714115" y="32715"/>
                </a:lnTo>
                <a:lnTo>
                  <a:pt x="2702426" y="50036"/>
                </a:lnTo>
                <a:lnTo>
                  <a:pt x="2698139" y="71248"/>
                </a:lnTo>
                <a:lnTo>
                  <a:pt x="2702426" y="92442"/>
                </a:lnTo>
                <a:lnTo>
                  <a:pt x="2714115" y="109765"/>
                </a:lnTo>
                <a:lnTo>
                  <a:pt x="2731448" y="121453"/>
                </a:lnTo>
                <a:lnTo>
                  <a:pt x="2752665" y="125741"/>
                </a:lnTo>
                <a:lnTo>
                  <a:pt x="2773908" y="121453"/>
                </a:lnTo>
                <a:lnTo>
                  <a:pt x="2791253" y="109765"/>
                </a:lnTo>
                <a:lnTo>
                  <a:pt x="2802948" y="92442"/>
                </a:lnTo>
                <a:lnTo>
                  <a:pt x="2807236" y="71248"/>
                </a:lnTo>
                <a:lnTo>
                  <a:pt x="2802948" y="50036"/>
                </a:lnTo>
                <a:lnTo>
                  <a:pt x="2791253" y="32715"/>
                </a:lnTo>
                <a:lnTo>
                  <a:pt x="2773908" y="21038"/>
                </a:lnTo>
                <a:lnTo>
                  <a:pt x="2752665" y="16756"/>
                </a:lnTo>
                <a:close/>
              </a:path>
              <a:path extrusionOk="0" h="1607820" w="4617085">
                <a:moveTo>
                  <a:pt x="3055302" y="14240"/>
                </a:moveTo>
                <a:lnTo>
                  <a:pt x="3033103" y="18719"/>
                </a:lnTo>
                <a:lnTo>
                  <a:pt x="3014970" y="30935"/>
                </a:lnTo>
                <a:lnTo>
                  <a:pt x="3002742" y="49055"/>
                </a:lnTo>
                <a:lnTo>
                  <a:pt x="2998257" y="71248"/>
                </a:lnTo>
                <a:lnTo>
                  <a:pt x="3002742" y="93423"/>
                </a:lnTo>
                <a:lnTo>
                  <a:pt x="3014970" y="111545"/>
                </a:lnTo>
                <a:lnTo>
                  <a:pt x="3033103" y="123771"/>
                </a:lnTo>
                <a:lnTo>
                  <a:pt x="3055302" y="128257"/>
                </a:lnTo>
                <a:lnTo>
                  <a:pt x="3077520" y="123771"/>
                </a:lnTo>
                <a:lnTo>
                  <a:pt x="3095651" y="111545"/>
                </a:lnTo>
                <a:lnTo>
                  <a:pt x="3107869" y="93423"/>
                </a:lnTo>
                <a:lnTo>
                  <a:pt x="3112348" y="71248"/>
                </a:lnTo>
                <a:lnTo>
                  <a:pt x="3107863" y="49055"/>
                </a:lnTo>
                <a:lnTo>
                  <a:pt x="3095634" y="30935"/>
                </a:lnTo>
                <a:lnTo>
                  <a:pt x="3077501" y="18719"/>
                </a:lnTo>
                <a:lnTo>
                  <a:pt x="3055302" y="14240"/>
                </a:lnTo>
                <a:close/>
              </a:path>
              <a:path extrusionOk="0" h="1607820" w="4617085">
                <a:moveTo>
                  <a:pt x="3357895" y="11724"/>
                </a:moveTo>
                <a:lnTo>
                  <a:pt x="3334714" y="16401"/>
                </a:lnTo>
                <a:lnTo>
                  <a:pt x="3315780" y="29155"/>
                </a:lnTo>
                <a:lnTo>
                  <a:pt x="3303012" y="48075"/>
                </a:lnTo>
                <a:lnTo>
                  <a:pt x="3298330" y="71249"/>
                </a:lnTo>
                <a:lnTo>
                  <a:pt x="3303012" y="94403"/>
                </a:lnTo>
                <a:lnTo>
                  <a:pt x="3315780" y="113325"/>
                </a:lnTo>
                <a:lnTo>
                  <a:pt x="3334714" y="126090"/>
                </a:lnTo>
                <a:lnTo>
                  <a:pt x="3357895" y="130773"/>
                </a:lnTo>
                <a:lnTo>
                  <a:pt x="3381076" y="126090"/>
                </a:lnTo>
                <a:lnTo>
                  <a:pt x="3400009" y="113325"/>
                </a:lnTo>
                <a:lnTo>
                  <a:pt x="3412777" y="94403"/>
                </a:lnTo>
                <a:lnTo>
                  <a:pt x="3417459" y="71249"/>
                </a:lnTo>
                <a:lnTo>
                  <a:pt x="3412777" y="48075"/>
                </a:lnTo>
                <a:lnTo>
                  <a:pt x="3400009" y="29155"/>
                </a:lnTo>
                <a:lnTo>
                  <a:pt x="3381076" y="16401"/>
                </a:lnTo>
                <a:lnTo>
                  <a:pt x="3357895" y="11724"/>
                </a:lnTo>
                <a:close/>
              </a:path>
              <a:path extrusionOk="0" h="1607820" w="4617085">
                <a:moveTo>
                  <a:pt x="3660487" y="7547"/>
                </a:moveTo>
                <a:lnTo>
                  <a:pt x="3635665" y="12553"/>
                </a:lnTo>
                <a:lnTo>
                  <a:pt x="3615403" y="26207"/>
                </a:lnTo>
                <a:lnTo>
                  <a:pt x="3601746" y="46456"/>
                </a:lnTo>
                <a:lnTo>
                  <a:pt x="3596738" y="71249"/>
                </a:lnTo>
                <a:lnTo>
                  <a:pt x="3601746" y="96042"/>
                </a:lnTo>
                <a:lnTo>
                  <a:pt x="3615403" y="116290"/>
                </a:lnTo>
                <a:lnTo>
                  <a:pt x="3635665" y="129944"/>
                </a:lnTo>
                <a:lnTo>
                  <a:pt x="3660487" y="134951"/>
                </a:lnTo>
                <a:lnTo>
                  <a:pt x="3685290" y="129944"/>
                </a:lnTo>
                <a:lnTo>
                  <a:pt x="3705554" y="116290"/>
                </a:lnTo>
                <a:lnTo>
                  <a:pt x="3719222" y="96042"/>
                </a:lnTo>
                <a:lnTo>
                  <a:pt x="3724236" y="71249"/>
                </a:lnTo>
                <a:lnTo>
                  <a:pt x="3719222" y="46456"/>
                </a:lnTo>
                <a:lnTo>
                  <a:pt x="3705554" y="26207"/>
                </a:lnTo>
                <a:lnTo>
                  <a:pt x="3685290" y="12553"/>
                </a:lnTo>
                <a:lnTo>
                  <a:pt x="3660487" y="7547"/>
                </a:lnTo>
                <a:close/>
              </a:path>
              <a:path extrusionOk="0" h="1607820" w="4617085">
                <a:moveTo>
                  <a:pt x="3963080" y="4177"/>
                </a:moveTo>
                <a:lnTo>
                  <a:pt x="3936953" y="9452"/>
                </a:lnTo>
                <a:lnTo>
                  <a:pt x="3915617" y="23832"/>
                </a:lnTo>
                <a:lnTo>
                  <a:pt x="3901232" y="45152"/>
                </a:lnTo>
                <a:lnTo>
                  <a:pt x="3895957" y="71249"/>
                </a:lnTo>
                <a:lnTo>
                  <a:pt x="3901232" y="97364"/>
                </a:lnTo>
                <a:lnTo>
                  <a:pt x="3915617" y="118683"/>
                </a:lnTo>
                <a:lnTo>
                  <a:pt x="3936953" y="133052"/>
                </a:lnTo>
                <a:lnTo>
                  <a:pt x="3963080" y="138320"/>
                </a:lnTo>
                <a:lnTo>
                  <a:pt x="3989207" y="133052"/>
                </a:lnTo>
                <a:lnTo>
                  <a:pt x="4010543" y="118683"/>
                </a:lnTo>
                <a:lnTo>
                  <a:pt x="4024928" y="97364"/>
                </a:lnTo>
                <a:lnTo>
                  <a:pt x="4030202" y="71249"/>
                </a:lnTo>
                <a:lnTo>
                  <a:pt x="4024928" y="45152"/>
                </a:lnTo>
                <a:lnTo>
                  <a:pt x="4010542" y="23832"/>
                </a:lnTo>
                <a:lnTo>
                  <a:pt x="3989207" y="9452"/>
                </a:lnTo>
                <a:lnTo>
                  <a:pt x="3963080" y="4177"/>
                </a:lnTo>
                <a:close/>
              </a:path>
              <a:path extrusionOk="0" h="1607820" w="4617085">
                <a:moveTo>
                  <a:pt x="4265672" y="0"/>
                </a:moveTo>
                <a:lnTo>
                  <a:pt x="4237904" y="5598"/>
                </a:lnTo>
                <a:lnTo>
                  <a:pt x="4215240" y="20867"/>
                </a:lnTo>
                <a:lnTo>
                  <a:pt x="4199965" y="43514"/>
                </a:lnTo>
                <a:lnTo>
                  <a:pt x="4194365" y="71249"/>
                </a:lnTo>
                <a:lnTo>
                  <a:pt x="4199965" y="99003"/>
                </a:lnTo>
                <a:lnTo>
                  <a:pt x="4215240" y="121648"/>
                </a:lnTo>
                <a:lnTo>
                  <a:pt x="4237904" y="136906"/>
                </a:lnTo>
                <a:lnTo>
                  <a:pt x="4265672" y="142498"/>
                </a:lnTo>
                <a:lnTo>
                  <a:pt x="4293428" y="136906"/>
                </a:lnTo>
                <a:lnTo>
                  <a:pt x="4316110" y="121648"/>
                </a:lnTo>
                <a:lnTo>
                  <a:pt x="4331411" y="99003"/>
                </a:lnTo>
                <a:lnTo>
                  <a:pt x="4337024" y="71249"/>
                </a:lnTo>
                <a:lnTo>
                  <a:pt x="4331411" y="43514"/>
                </a:lnTo>
                <a:lnTo>
                  <a:pt x="4316110" y="20867"/>
                </a:lnTo>
                <a:lnTo>
                  <a:pt x="4293428" y="5598"/>
                </a:lnTo>
                <a:lnTo>
                  <a:pt x="4265672" y="0"/>
                </a:lnTo>
                <a:close/>
              </a:path>
              <a:path extrusionOk="0" h="1607820" w="4617085">
                <a:moveTo>
                  <a:pt x="4568265" y="22641"/>
                </a:moveTo>
                <a:lnTo>
                  <a:pt x="4549309" y="26458"/>
                </a:lnTo>
                <a:lnTo>
                  <a:pt x="4533837" y="36871"/>
                </a:lnTo>
                <a:lnTo>
                  <a:pt x="4523410" y="52320"/>
                </a:lnTo>
                <a:lnTo>
                  <a:pt x="4519587" y="71249"/>
                </a:lnTo>
                <a:lnTo>
                  <a:pt x="4523410" y="90177"/>
                </a:lnTo>
                <a:lnTo>
                  <a:pt x="4533837" y="105627"/>
                </a:lnTo>
                <a:lnTo>
                  <a:pt x="4549309" y="116039"/>
                </a:lnTo>
                <a:lnTo>
                  <a:pt x="4568265" y="119856"/>
                </a:lnTo>
                <a:lnTo>
                  <a:pt x="4587201" y="116039"/>
                </a:lnTo>
                <a:lnTo>
                  <a:pt x="4602675" y="105627"/>
                </a:lnTo>
                <a:lnTo>
                  <a:pt x="4613113" y="90177"/>
                </a:lnTo>
                <a:lnTo>
                  <a:pt x="4616942" y="71249"/>
                </a:lnTo>
                <a:lnTo>
                  <a:pt x="4613113" y="52320"/>
                </a:lnTo>
                <a:lnTo>
                  <a:pt x="4602675" y="36871"/>
                </a:lnTo>
                <a:lnTo>
                  <a:pt x="4587201" y="26458"/>
                </a:lnTo>
                <a:lnTo>
                  <a:pt x="4568265" y="22641"/>
                </a:lnTo>
                <a:close/>
              </a:path>
              <a:path extrusionOk="0" h="1607820" w="4617085">
                <a:moveTo>
                  <a:pt x="29377" y="344295"/>
                </a:moveTo>
                <a:lnTo>
                  <a:pt x="17935" y="346598"/>
                </a:lnTo>
                <a:lnTo>
                  <a:pt x="8598" y="352881"/>
                </a:lnTo>
                <a:lnTo>
                  <a:pt x="2306" y="362205"/>
                </a:lnTo>
                <a:lnTo>
                  <a:pt x="0" y="373630"/>
                </a:lnTo>
                <a:lnTo>
                  <a:pt x="2306" y="385056"/>
                </a:lnTo>
                <a:lnTo>
                  <a:pt x="8598" y="394379"/>
                </a:lnTo>
                <a:lnTo>
                  <a:pt x="17935" y="400663"/>
                </a:lnTo>
                <a:lnTo>
                  <a:pt x="29377" y="402966"/>
                </a:lnTo>
                <a:lnTo>
                  <a:pt x="40793" y="400663"/>
                </a:lnTo>
                <a:lnTo>
                  <a:pt x="50117" y="394380"/>
                </a:lnTo>
                <a:lnTo>
                  <a:pt x="56404" y="385056"/>
                </a:lnTo>
                <a:lnTo>
                  <a:pt x="58709" y="373630"/>
                </a:lnTo>
                <a:lnTo>
                  <a:pt x="56404" y="362205"/>
                </a:lnTo>
                <a:lnTo>
                  <a:pt x="50117" y="352881"/>
                </a:lnTo>
                <a:lnTo>
                  <a:pt x="40793" y="346598"/>
                </a:lnTo>
                <a:lnTo>
                  <a:pt x="29377" y="344295"/>
                </a:lnTo>
                <a:close/>
              </a:path>
              <a:path extrusionOk="0" h="1607820" w="4617085">
                <a:moveTo>
                  <a:pt x="331970" y="340926"/>
                </a:moveTo>
                <a:lnTo>
                  <a:pt x="319222" y="343496"/>
                </a:lnTo>
                <a:lnTo>
                  <a:pt x="308812" y="350506"/>
                </a:lnTo>
                <a:lnTo>
                  <a:pt x="301792" y="360901"/>
                </a:lnTo>
                <a:lnTo>
                  <a:pt x="299218" y="373630"/>
                </a:lnTo>
                <a:lnTo>
                  <a:pt x="301792" y="386359"/>
                </a:lnTo>
                <a:lnTo>
                  <a:pt x="308812" y="396755"/>
                </a:lnTo>
                <a:lnTo>
                  <a:pt x="319222" y="403764"/>
                </a:lnTo>
                <a:lnTo>
                  <a:pt x="331970" y="406335"/>
                </a:lnTo>
                <a:lnTo>
                  <a:pt x="344691" y="403764"/>
                </a:lnTo>
                <a:lnTo>
                  <a:pt x="355088" y="396755"/>
                </a:lnTo>
                <a:lnTo>
                  <a:pt x="362103" y="386359"/>
                </a:lnTo>
                <a:lnTo>
                  <a:pt x="364676" y="373630"/>
                </a:lnTo>
                <a:lnTo>
                  <a:pt x="362103" y="360901"/>
                </a:lnTo>
                <a:lnTo>
                  <a:pt x="355088" y="350506"/>
                </a:lnTo>
                <a:lnTo>
                  <a:pt x="344691" y="343496"/>
                </a:lnTo>
                <a:lnTo>
                  <a:pt x="331970" y="340926"/>
                </a:lnTo>
                <a:close/>
              </a:path>
              <a:path extrusionOk="0" h="1607820" w="4617085">
                <a:moveTo>
                  <a:pt x="634562" y="338455"/>
                </a:moveTo>
                <a:lnTo>
                  <a:pt x="620833" y="341223"/>
                </a:lnTo>
                <a:lnTo>
                  <a:pt x="609622" y="348771"/>
                </a:lnTo>
                <a:lnTo>
                  <a:pt x="602063" y="359966"/>
                </a:lnTo>
                <a:lnTo>
                  <a:pt x="599291" y="373675"/>
                </a:lnTo>
                <a:lnTo>
                  <a:pt x="602063" y="387359"/>
                </a:lnTo>
                <a:lnTo>
                  <a:pt x="609622" y="398541"/>
                </a:lnTo>
                <a:lnTo>
                  <a:pt x="620833" y="406084"/>
                </a:lnTo>
                <a:lnTo>
                  <a:pt x="634562" y="408851"/>
                </a:lnTo>
                <a:lnTo>
                  <a:pt x="648265" y="406084"/>
                </a:lnTo>
                <a:lnTo>
                  <a:pt x="659463" y="398541"/>
                </a:lnTo>
                <a:lnTo>
                  <a:pt x="667017" y="387359"/>
                </a:lnTo>
                <a:lnTo>
                  <a:pt x="669788" y="373675"/>
                </a:lnTo>
                <a:lnTo>
                  <a:pt x="667017" y="359966"/>
                </a:lnTo>
                <a:lnTo>
                  <a:pt x="659463" y="348771"/>
                </a:lnTo>
                <a:lnTo>
                  <a:pt x="648265" y="341223"/>
                </a:lnTo>
                <a:lnTo>
                  <a:pt x="634562" y="338455"/>
                </a:lnTo>
                <a:close/>
              </a:path>
              <a:path extrusionOk="0" h="1607820" w="4617085">
                <a:moveTo>
                  <a:pt x="937110" y="335939"/>
                </a:moveTo>
                <a:lnTo>
                  <a:pt x="922424" y="338904"/>
                </a:lnTo>
                <a:lnTo>
                  <a:pt x="910426" y="346991"/>
                </a:lnTo>
                <a:lnTo>
                  <a:pt x="902333" y="358985"/>
                </a:lnTo>
                <a:lnTo>
                  <a:pt x="899364" y="373675"/>
                </a:lnTo>
                <a:lnTo>
                  <a:pt x="902333" y="388340"/>
                </a:lnTo>
                <a:lnTo>
                  <a:pt x="910426" y="400321"/>
                </a:lnTo>
                <a:lnTo>
                  <a:pt x="922424" y="408402"/>
                </a:lnTo>
                <a:lnTo>
                  <a:pt x="937110" y="411366"/>
                </a:lnTo>
                <a:lnTo>
                  <a:pt x="951821" y="408402"/>
                </a:lnTo>
                <a:lnTo>
                  <a:pt x="963833" y="400321"/>
                </a:lnTo>
                <a:lnTo>
                  <a:pt x="971931" y="388340"/>
                </a:lnTo>
                <a:lnTo>
                  <a:pt x="974900" y="373675"/>
                </a:lnTo>
                <a:lnTo>
                  <a:pt x="971931" y="358985"/>
                </a:lnTo>
                <a:lnTo>
                  <a:pt x="963833" y="346991"/>
                </a:lnTo>
                <a:lnTo>
                  <a:pt x="951821" y="338904"/>
                </a:lnTo>
                <a:lnTo>
                  <a:pt x="937110" y="335939"/>
                </a:lnTo>
                <a:close/>
              </a:path>
              <a:path extrusionOk="0" h="1607820" w="4617085">
                <a:moveTo>
                  <a:pt x="1239702" y="332570"/>
                </a:moveTo>
                <a:lnTo>
                  <a:pt x="1223718" y="335803"/>
                </a:lnTo>
                <a:lnTo>
                  <a:pt x="1210662" y="344615"/>
                </a:lnTo>
                <a:lnTo>
                  <a:pt x="1201857" y="357682"/>
                </a:lnTo>
                <a:lnTo>
                  <a:pt x="1198628" y="373675"/>
                </a:lnTo>
                <a:lnTo>
                  <a:pt x="1201857" y="389662"/>
                </a:lnTo>
                <a:lnTo>
                  <a:pt x="1210662" y="402713"/>
                </a:lnTo>
                <a:lnTo>
                  <a:pt x="1223719" y="411510"/>
                </a:lnTo>
                <a:lnTo>
                  <a:pt x="1239702" y="414736"/>
                </a:lnTo>
                <a:lnTo>
                  <a:pt x="1255719" y="411510"/>
                </a:lnTo>
                <a:lnTo>
                  <a:pt x="1268804" y="402713"/>
                </a:lnTo>
                <a:lnTo>
                  <a:pt x="1277629" y="389662"/>
                </a:lnTo>
                <a:lnTo>
                  <a:pt x="1280867" y="373675"/>
                </a:lnTo>
                <a:lnTo>
                  <a:pt x="1277629" y="357682"/>
                </a:lnTo>
                <a:lnTo>
                  <a:pt x="1268804" y="344615"/>
                </a:lnTo>
                <a:lnTo>
                  <a:pt x="1255719" y="335803"/>
                </a:lnTo>
                <a:lnTo>
                  <a:pt x="1239702" y="332570"/>
                </a:lnTo>
                <a:close/>
              </a:path>
              <a:path extrusionOk="0" h="1607820" w="4617085">
                <a:moveTo>
                  <a:pt x="1542295" y="330099"/>
                </a:moveTo>
                <a:lnTo>
                  <a:pt x="1525329" y="333522"/>
                </a:lnTo>
                <a:lnTo>
                  <a:pt x="1511472" y="342858"/>
                </a:lnTo>
                <a:lnTo>
                  <a:pt x="1502128" y="356708"/>
                </a:lnTo>
                <a:lnTo>
                  <a:pt x="1498701" y="373675"/>
                </a:lnTo>
                <a:lnTo>
                  <a:pt x="1502128" y="390643"/>
                </a:lnTo>
                <a:lnTo>
                  <a:pt x="1511472" y="404493"/>
                </a:lnTo>
                <a:lnTo>
                  <a:pt x="1525329" y="413829"/>
                </a:lnTo>
                <a:lnTo>
                  <a:pt x="1542295" y="417252"/>
                </a:lnTo>
                <a:lnTo>
                  <a:pt x="1559286" y="413829"/>
                </a:lnTo>
                <a:lnTo>
                  <a:pt x="1573157" y="404493"/>
                </a:lnTo>
                <a:lnTo>
                  <a:pt x="1582506" y="390643"/>
                </a:lnTo>
                <a:lnTo>
                  <a:pt x="1585933" y="373676"/>
                </a:lnTo>
                <a:lnTo>
                  <a:pt x="1582506" y="356708"/>
                </a:lnTo>
                <a:lnTo>
                  <a:pt x="1573157" y="342858"/>
                </a:lnTo>
                <a:lnTo>
                  <a:pt x="1559286" y="333522"/>
                </a:lnTo>
                <a:lnTo>
                  <a:pt x="1542295" y="330099"/>
                </a:lnTo>
                <a:close/>
              </a:path>
              <a:path extrusionOk="0" h="1607820" w="4617085">
                <a:moveTo>
                  <a:pt x="1844887" y="327584"/>
                </a:moveTo>
                <a:lnTo>
                  <a:pt x="1826939" y="331204"/>
                </a:lnTo>
                <a:lnTo>
                  <a:pt x="1812282" y="341078"/>
                </a:lnTo>
                <a:lnTo>
                  <a:pt x="1802398" y="355728"/>
                </a:lnTo>
                <a:lnTo>
                  <a:pt x="1798774" y="373676"/>
                </a:lnTo>
                <a:lnTo>
                  <a:pt x="1802398" y="391623"/>
                </a:lnTo>
                <a:lnTo>
                  <a:pt x="1812282" y="406273"/>
                </a:lnTo>
                <a:lnTo>
                  <a:pt x="1826940" y="416148"/>
                </a:lnTo>
                <a:lnTo>
                  <a:pt x="1844887" y="419767"/>
                </a:lnTo>
                <a:lnTo>
                  <a:pt x="1862861" y="416148"/>
                </a:lnTo>
                <a:lnTo>
                  <a:pt x="1877532" y="406273"/>
                </a:lnTo>
                <a:lnTo>
                  <a:pt x="1887420" y="391623"/>
                </a:lnTo>
                <a:lnTo>
                  <a:pt x="1891045" y="373676"/>
                </a:lnTo>
                <a:lnTo>
                  <a:pt x="1887420" y="355728"/>
                </a:lnTo>
                <a:lnTo>
                  <a:pt x="1877532" y="341078"/>
                </a:lnTo>
                <a:lnTo>
                  <a:pt x="1862861" y="331204"/>
                </a:lnTo>
                <a:lnTo>
                  <a:pt x="1844887" y="327584"/>
                </a:lnTo>
                <a:close/>
              </a:path>
              <a:path extrusionOk="0" h="1607820" w="4617085">
                <a:moveTo>
                  <a:pt x="2147480" y="325068"/>
                </a:moveTo>
                <a:lnTo>
                  <a:pt x="2128550" y="328885"/>
                </a:lnTo>
                <a:lnTo>
                  <a:pt x="2113092" y="339298"/>
                </a:lnTo>
                <a:lnTo>
                  <a:pt x="2102669" y="354747"/>
                </a:lnTo>
                <a:lnTo>
                  <a:pt x="2098847" y="373676"/>
                </a:lnTo>
                <a:lnTo>
                  <a:pt x="2102669" y="392604"/>
                </a:lnTo>
                <a:lnTo>
                  <a:pt x="2113092" y="408054"/>
                </a:lnTo>
                <a:lnTo>
                  <a:pt x="2128550" y="418466"/>
                </a:lnTo>
                <a:lnTo>
                  <a:pt x="2147480" y="422283"/>
                </a:lnTo>
                <a:lnTo>
                  <a:pt x="2166442" y="418466"/>
                </a:lnTo>
                <a:lnTo>
                  <a:pt x="2181930" y="408054"/>
                </a:lnTo>
                <a:lnTo>
                  <a:pt x="2192372" y="392604"/>
                </a:lnTo>
                <a:lnTo>
                  <a:pt x="2196202" y="373676"/>
                </a:lnTo>
                <a:lnTo>
                  <a:pt x="2192372" y="354747"/>
                </a:lnTo>
                <a:lnTo>
                  <a:pt x="2181930" y="339298"/>
                </a:lnTo>
                <a:lnTo>
                  <a:pt x="2166442" y="328885"/>
                </a:lnTo>
                <a:lnTo>
                  <a:pt x="2147480" y="325068"/>
                </a:lnTo>
                <a:close/>
              </a:path>
              <a:path extrusionOk="0" h="1607820" w="4617085">
                <a:moveTo>
                  <a:pt x="2450072" y="322552"/>
                </a:moveTo>
                <a:lnTo>
                  <a:pt x="2430160" y="326567"/>
                </a:lnTo>
                <a:lnTo>
                  <a:pt x="2413901" y="337518"/>
                </a:lnTo>
                <a:lnTo>
                  <a:pt x="2402940" y="353767"/>
                </a:lnTo>
                <a:lnTo>
                  <a:pt x="2398920" y="373676"/>
                </a:lnTo>
                <a:lnTo>
                  <a:pt x="2402940" y="393592"/>
                </a:lnTo>
                <a:lnTo>
                  <a:pt x="2413901" y="409856"/>
                </a:lnTo>
                <a:lnTo>
                  <a:pt x="2430161" y="420823"/>
                </a:lnTo>
                <a:lnTo>
                  <a:pt x="2450072" y="424844"/>
                </a:lnTo>
                <a:lnTo>
                  <a:pt x="2470017" y="420823"/>
                </a:lnTo>
                <a:lnTo>
                  <a:pt x="2486305" y="409856"/>
                </a:lnTo>
                <a:lnTo>
                  <a:pt x="2497287" y="393592"/>
                </a:lnTo>
                <a:lnTo>
                  <a:pt x="2501314" y="373676"/>
                </a:lnTo>
                <a:lnTo>
                  <a:pt x="2497287" y="353767"/>
                </a:lnTo>
                <a:lnTo>
                  <a:pt x="2486305" y="337518"/>
                </a:lnTo>
                <a:lnTo>
                  <a:pt x="2470017" y="326567"/>
                </a:lnTo>
                <a:lnTo>
                  <a:pt x="2450072" y="322552"/>
                </a:lnTo>
                <a:close/>
              </a:path>
              <a:path extrusionOk="0" h="1607820" w="4617085">
                <a:moveTo>
                  <a:pt x="2752665" y="319183"/>
                </a:moveTo>
                <a:lnTo>
                  <a:pt x="2731448" y="323471"/>
                </a:lnTo>
                <a:lnTo>
                  <a:pt x="2714115" y="335159"/>
                </a:lnTo>
                <a:lnTo>
                  <a:pt x="2702426" y="352482"/>
                </a:lnTo>
                <a:lnTo>
                  <a:pt x="2698139" y="373676"/>
                </a:lnTo>
                <a:lnTo>
                  <a:pt x="2702426" y="394888"/>
                </a:lnTo>
                <a:lnTo>
                  <a:pt x="2714115" y="412209"/>
                </a:lnTo>
                <a:lnTo>
                  <a:pt x="2731448" y="423887"/>
                </a:lnTo>
                <a:lnTo>
                  <a:pt x="2752665" y="428168"/>
                </a:lnTo>
                <a:lnTo>
                  <a:pt x="2773908" y="423887"/>
                </a:lnTo>
                <a:lnTo>
                  <a:pt x="2791254" y="412209"/>
                </a:lnTo>
                <a:lnTo>
                  <a:pt x="2802948" y="394888"/>
                </a:lnTo>
                <a:lnTo>
                  <a:pt x="2807236" y="373676"/>
                </a:lnTo>
                <a:lnTo>
                  <a:pt x="2802948" y="352482"/>
                </a:lnTo>
                <a:lnTo>
                  <a:pt x="2791253" y="335159"/>
                </a:lnTo>
                <a:lnTo>
                  <a:pt x="2773908" y="323471"/>
                </a:lnTo>
                <a:lnTo>
                  <a:pt x="2752665" y="319183"/>
                </a:lnTo>
                <a:close/>
              </a:path>
              <a:path extrusionOk="0" h="1607820" w="4617085">
                <a:moveTo>
                  <a:pt x="3055302" y="316667"/>
                </a:moveTo>
                <a:lnTo>
                  <a:pt x="3033103" y="321153"/>
                </a:lnTo>
                <a:lnTo>
                  <a:pt x="3014970" y="333379"/>
                </a:lnTo>
                <a:lnTo>
                  <a:pt x="3002742" y="351502"/>
                </a:lnTo>
                <a:lnTo>
                  <a:pt x="2998257" y="373676"/>
                </a:lnTo>
                <a:lnTo>
                  <a:pt x="3002742" y="395869"/>
                </a:lnTo>
                <a:lnTo>
                  <a:pt x="3014970" y="413989"/>
                </a:lnTo>
                <a:lnTo>
                  <a:pt x="3033103" y="426205"/>
                </a:lnTo>
                <a:lnTo>
                  <a:pt x="3055302" y="430684"/>
                </a:lnTo>
                <a:lnTo>
                  <a:pt x="3077520" y="426205"/>
                </a:lnTo>
                <a:lnTo>
                  <a:pt x="3095651" y="413989"/>
                </a:lnTo>
                <a:lnTo>
                  <a:pt x="3107869" y="395869"/>
                </a:lnTo>
                <a:lnTo>
                  <a:pt x="3112348" y="373676"/>
                </a:lnTo>
                <a:lnTo>
                  <a:pt x="3107863" y="351502"/>
                </a:lnTo>
                <a:lnTo>
                  <a:pt x="3095634" y="333379"/>
                </a:lnTo>
                <a:lnTo>
                  <a:pt x="3077501" y="321153"/>
                </a:lnTo>
                <a:lnTo>
                  <a:pt x="3055302" y="316667"/>
                </a:lnTo>
                <a:close/>
              </a:path>
              <a:path extrusionOk="0" h="1607820" w="4617085">
                <a:moveTo>
                  <a:pt x="3357895" y="314152"/>
                </a:moveTo>
                <a:lnTo>
                  <a:pt x="3334714" y="318834"/>
                </a:lnTo>
                <a:lnTo>
                  <a:pt x="3315780" y="331599"/>
                </a:lnTo>
                <a:lnTo>
                  <a:pt x="3303012" y="350521"/>
                </a:lnTo>
                <a:lnTo>
                  <a:pt x="3298330" y="373676"/>
                </a:lnTo>
                <a:lnTo>
                  <a:pt x="3303012" y="396850"/>
                </a:lnTo>
                <a:lnTo>
                  <a:pt x="3315780" y="415769"/>
                </a:lnTo>
                <a:lnTo>
                  <a:pt x="3334714" y="428524"/>
                </a:lnTo>
                <a:lnTo>
                  <a:pt x="3357895" y="433200"/>
                </a:lnTo>
                <a:lnTo>
                  <a:pt x="3381076" y="428524"/>
                </a:lnTo>
                <a:lnTo>
                  <a:pt x="3400009" y="415769"/>
                </a:lnTo>
                <a:lnTo>
                  <a:pt x="3412777" y="396850"/>
                </a:lnTo>
                <a:lnTo>
                  <a:pt x="3417459" y="373676"/>
                </a:lnTo>
                <a:lnTo>
                  <a:pt x="3412777" y="350521"/>
                </a:lnTo>
                <a:lnTo>
                  <a:pt x="3400009" y="331599"/>
                </a:lnTo>
                <a:lnTo>
                  <a:pt x="3381076" y="318834"/>
                </a:lnTo>
                <a:lnTo>
                  <a:pt x="3357895" y="314152"/>
                </a:lnTo>
                <a:close/>
              </a:path>
              <a:path extrusionOk="0" h="1607820" w="4617085">
                <a:moveTo>
                  <a:pt x="3660487" y="310019"/>
                </a:moveTo>
                <a:lnTo>
                  <a:pt x="3635665" y="315019"/>
                </a:lnTo>
                <a:lnTo>
                  <a:pt x="3615403" y="328662"/>
                </a:lnTo>
                <a:lnTo>
                  <a:pt x="3601746" y="348909"/>
                </a:lnTo>
                <a:lnTo>
                  <a:pt x="3596738" y="373721"/>
                </a:lnTo>
                <a:lnTo>
                  <a:pt x="3601746" y="398514"/>
                </a:lnTo>
                <a:lnTo>
                  <a:pt x="3615403" y="418763"/>
                </a:lnTo>
                <a:lnTo>
                  <a:pt x="3635665" y="432416"/>
                </a:lnTo>
                <a:lnTo>
                  <a:pt x="3660487" y="437423"/>
                </a:lnTo>
                <a:lnTo>
                  <a:pt x="3685290" y="432416"/>
                </a:lnTo>
                <a:lnTo>
                  <a:pt x="3705554" y="418763"/>
                </a:lnTo>
                <a:lnTo>
                  <a:pt x="3719222" y="398514"/>
                </a:lnTo>
                <a:lnTo>
                  <a:pt x="3724236" y="373721"/>
                </a:lnTo>
                <a:lnTo>
                  <a:pt x="3719222" y="348909"/>
                </a:lnTo>
                <a:lnTo>
                  <a:pt x="3705554" y="328662"/>
                </a:lnTo>
                <a:lnTo>
                  <a:pt x="3685290" y="315019"/>
                </a:lnTo>
                <a:lnTo>
                  <a:pt x="3660487" y="310019"/>
                </a:lnTo>
                <a:close/>
              </a:path>
              <a:path extrusionOk="0" h="1607820" w="4617085">
                <a:moveTo>
                  <a:pt x="3963080" y="306650"/>
                </a:moveTo>
                <a:lnTo>
                  <a:pt x="3936953" y="311918"/>
                </a:lnTo>
                <a:lnTo>
                  <a:pt x="3915617" y="326287"/>
                </a:lnTo>
                <a:lnTo>
                  <a:pt x="3901232" y="347605"/>
                </a:lnTo>
                <a:lnTo>
                  <a:pt x="3895957" y="373721"/>
                </a:lnTo>
                <a:lnTo>
                  <a:pt x="3901232" y="399817"/>
                </a:lnTo>
                <a:lnTo>
                  <a:pt x="3915617" y="421138"/>
                </a:lnTo>
                <a:lnTo>
                  <a:pt x="3936953" y="435518"/>
                </a:lnTo>
                <a:lnTo>
                  <a:pt x="3963080" y="440792"/>
                </a:lnTo>
                <a:lnTo>
                  <a:pt x="3989207" y="435518"/>
                </a:lnTo>
                <a:lnTo>
                  <a:pt x="4010543" y="421138"/>
                </a:lnTo>
                <a:lnTo>
                  <a:pt x="4024928" y="399817"/>
                </a:lnTo>
                <a:lnTo>
                  <a:pt x="4030202" y="373721"/>
                </a:lnTo>
                <a:lnTo>
                  <a:pt x="4024928" y="347605"/>
                </a:lnTo>
                <a:lnTo>
                  <a:pt x="4010543" y="326287"/>
                </a:lnTo>
                <a:lnTo>
                  <a:pt x="3989207" y="311918"/>
                </a:lnTo>
                <a:lnTo>
                  <a:pt x="3963080" y="306650"/>
                </a:lnTo>
                <a:close/>
              </a:path>
              <a:path extrusionOk="0" h="1607820" w="4617085">
                <a:moveTo>
                  <a:pt x="4265672" y="302427"/>
                </a:moveTo>
                <a:lnTo>
                  <a:pt x="4237904" y="308026"/>
                </a:lnTo>
                <a:lnTo>
                  <a:pt x="4215240" y="323300"/>
                </a:lnTo>
                <a:lnTo>
                  <a:pt x="4199965" y="345960"/>
                </a:lnTo>
                <a:lnTo>
                  <a:pt x="4194365" y="373721"/>
                </a:lnTo>
                <a:lnTo>
                  <a:pt x="4199965" y="401456"/>
                </a:lnTo>
                <a:lnTo>
                  <a:pt x="4215240" y="424103"/>
                </a:lnTo>
                <a:lnTo>
                  <a:pt x="4237904" y="439372"/>
                </a:lnTo>
                <a:lnTo>
                  <a:pt x="4265672" y="444970"/>
                </a:lnTo>
                <a:lnTo>
                  <a:pt x="4293428" y="439372"/>
                </a:lnTo>
                <a:lnTo>
                  <a:pt x="4316110" y="424103"/>
                </a:lnTo>
                <a:lnTo>
                  <a:pt x="4331411" y="401456"/>
                </a:lnTo>
                <a:lnTo>
                  <a:pt x="4337024" y="373721"/>
                </a:lnTo>
                <a:lnTo>
                  <a:pt x="4331411" y="345960"/>
                </a:lnTo>
                <a:lnTo>
                  <a:pt x="4316110" y="323300"/>
                </a:lnTo>
                <a:lnTo>
                  <a:pt x="4293428" y="308026"/>
                </a:lnTo>
                <a:lnTo>
                  <a:pt x="4265672" y="302427"/>
                </a:lnTo>
                <a:close/>
              </a:path>
              <a:path extrusionOk="0" h="1607820" w="4617085">
                <a:moveTo>
                  <a:pt x="4568265" y="334323"/>
                </a:moveTo>
                <a:lnTo>
                  <a:pt x="4552914" y="337415"/>
                </a:lnTo>
                <a:lnTo>
                  <a:pt x="4540372" y="345851"/>
                </a:lnTo>
                <a:lnTo>
                  <a:pt x="4531913" y="358373"/>
                </a:lnTo>
                <a:lnTo>
                  <a:pt x="4528810" y="373721"/>
                </a:lnTo>
                <a:lnTo>
                  <a:pt x="4531913" y="389050"/>
                </a:lnTo>
                <a:lnTo>
                  <a:pt x="4540372" y="401574"/>
                </a:lnTo>
                <a:lnTo>
                  <a:pt x="4552914" y="410021"/>
                </a:lnTo>
                <a:lnTo>
                  <a:pt x="4568265" y="413119"/>
                </a:lnTo>
                <a:lnTo>
                  <a:pt x="4583609" y="410021"/>
                </a:lnTo>
                <a:lnTo>
                  <a:pt x="4596135" y="401574"/>
                </a:lnTo>
                <a:lnTo>
                  <a:pt x="4604579" y="389050"/>
                </a:lnTo>
                <a:lnTo>
                  <a:pt x="4607675" y="373721"/>
                </a:lnTo>
                <a:lnTo>
                  <a:pt x="4604579" y="358373"/>
                </a:lnTo>
                <a:lnTo>
                  <a:pt x="4596135" y="345851"/>
                </a:lnTo>
                <a:lnTo>
                  <a:pt x="4583609" y="337415"/>
                </a:lnTo>
                <a:lnTo>
                  <a:pt x="4568265" y="334323"/>
                </a:lnTo>
                <a:close/>
              </a:path>
              <a:path extrusionOk="0" h="1607820" w="4617085">
                <a:moveTo>
                  <a:pt x="29377" y="646767"/>
                </a:moveTo>
                <a:lnTo>
                  <a:pt x="17935" y="649070"/>
                </a:lnTo>
                <a:lnTo>
                  <a:pt x="8598" y="655353"/>
                </a:lnTo>
                <a:lnTo>
                  <a:pt x="2306" y="664677"/>
                </a:lnTo>
                <a:lnTo>
                  <a:pt x="0" y="676103"/>
                </a:lnTo>
                <a:lnTo>
                  <a:pt x="2306" y="687528"/>
                </a:lnTo>
                <a:lnTo>
                  <a:pt x="8598" y="696852"/>
                </a:lnTo>
                <a:lnTo>
                  <a:pt x="17935" y="703135"/>
                </a:lnTo>
                <a:lnTo>
                  <a:pt x="29377" y="705438"/>
                </a:lnTo>
                <a:lnTo>
                  <a:pt x="40793" y="703135"/>
                </a:lnTo>
                <a:lnTo>
                  <a:pt x="50117" y="696852"/>
                </a:lnTo>
                <a:lnTo>
                  <a:pt x="56404" y="687528"/>
                </a:lnTo>
                <a:lnTo>
                  <a:pt x="58710" y="676103"/>
                </a:lnTo>
                <a:lnTo>
                  <a:pt x="56404" y="664677"/>
                </a:lnTo>
                <a:lnTo>
                  <a:pt x="50117" y="655353"/>
                </a:lnTo>
                <a:lnTo>
                  <a:pt x="40793" y="649070"/>
                </a:lnTo>
                <a:lnTo>
                  <a:pt x="29377" y="646767"/>
                </a:lnTo>
                <a:close/>
              </a:path>
              <a:path extrusionOk="0" h="1607820" w="4617085">
                <a:moveTo>
                  <a:pt x="331970" y="643398"/>
                </a:moveTo>
                <a:lnTo>
                  <a:pt x="319222" y="645969"/>
                </a:lnTo>
                <a:lnTo>
                  <a:pt x="308812" y="652978"/>
                </a:lnTo>
                <a:lnTo>
                  <a:pt x="301792" y="663374"/>
                </a:lnTo>
                <a:lnTo>
                  <a:pt x="299218" y="676103"/>
                </a:lnTo>
                <a:lnTo>
                  <a:pt x="301792" y="688831"/>
                </a:lnTo>
                <a:lnTo>
                  <a:pt x="308812" y="699227"/>
                </a:lnTo>
                <a:lnTo>
                  <a:pt x="319222" y="706237"/>
                </a:lnTo>
                <a:lnTo>
                  <a:pt x="331970" y="708807"/>
                </a:lnTo>
                <a:lnTo>
                  <a:pt x="344691" y="706237"/>
                </a:lnTo>
                <a:lnTo>
                  <a:pt x="355088" y="699227"/>
                </a:lnTo>
                <a:lnTo>
                  <a:pt x="362103" y="688831"/>
                </a:lnTo>
                <a:lnTo>
                  <a:pt x="364676" y="676103"/>
                </a:lnTo>
                <a:lnTo>
                  <a:pt x="362103" y="663374"/>
                </a:lnTo>
                <a:lnTo>
                  <a:pt x="355088" y="652978"/>
                </a:lnTo>
                <a:lnTo>
                  <a:pt x="344691" y="645969"/>
                </a:lnTo>
                <a:lnTo>
                  <a:pt x="331970" y="643398"/>
                </a:lnTo>
                <a:close/>
              </a:path>
              <a:path extrusionOk="0" h="1607820" w="4617085">
                <a:moveTo>
                  <a:pt x="634562" y="640927"/>
                </a:moveTo>
                <a:lnTo>
                  <a:pt x="620833" y="643694"/>
                </a:lnTo>
                <a:lnTo>
                  <a:pt x="609622" y="651237"/>
                </a:lnTo>
                <a:lnTo>
                  <a:pt x="602063" y="662419"/>
                </a:lnTo>
                <a:lnTo>
                  <a:pt x="599291" y="676103"/>
                </a:lnTo>
                <a:lnTo>
                  <a:pt x="602063" y="689812"/>
                </a:lnTo>
                <a:lnTo>
                  <a:pt x="609622" y="701007"/>
                </a:lnTo>
                <a:lnTo>
                  <a:pt x="620833" y="708555"/>
                </a:lnTo>
                <a:lnTo>
                  <a:pt x="634562" y="711323"/>
                </a:lnTo>
                <a:lnTo>
                  <a:pt x="648265" y="708555"/>
                </a:lnTo>
                <a:lnTo>
                  <a:pt x="659463" y="701007"/>
                </a:lnTo>
                <a:lnTo>
                  <a:pt x="667017" y="689812"/>
                </a:lnTo>
                <a:lnTo>
                  <a:pt x="669788" y="676103"/>
                </a:lnTo>
                <a:lnTo>
                  <a:pt x="667017" y="662419"/>
                </a:lnTo>
                <a:lnTo>
                  <a:pt x="659463" y="651237"/>
                </a:lnTo>
                <a:lnTo>
                  <a:pt x="648265" y="643694"/>
                </a:lnTo>
                <a:lnTo>
                  <a:pt x="634562" y="640927"/>
                </a:lnTo>
                <a:close/>
              </a:path>
              <a:path extrusionOk="0" h="1607820" w="4617085">
                <a:moveTo>
                  <a:pt x="937110" y="638412"/>
                </a:moveTo>
                <a:lnTo>
                  <a:pt x="922424" y="641376"/>
                </a:lnTo>
                <a:lnTo>
                  <a:pt x="910426" y="649457"/>
                </a:lnTo>
                <a:lnTo>
                  <a:pt x="902333" y="661439"/>
                </a:lnTo>
                <a:lnTo>
                  <a:pt x="899364" y="676103"/>
                </a:lnTo>
                <a:lnTo>
                  <a:pt x="902333" y="690793"/>
                </a:lnTo>
                <a:lnTo>
                  <a:pt x="910426" y="702787"/>
                </a:lnTo>
                <a:lnTo>
                  <a:pt x="922424" y="710874"/>
                </a:lnTo>
                <a:lnTo>
                  <a:pt x="937110" y="713839"/>
                </a:lnTo>
                <a:lnTo>
                  <a:pt x="951821" y="710874"/>
                </a:lnTo>
                <a:lnTo>
                  <a:pt x="963833" y="702787"/>
                </a:lnTo>
                <a:lnTo>
                  <a:pt x="971931" y="690793"/>
                </a:lnTo>
                <a:lnTo>
                  <a:pt x="974900" y="676103"/>
                </a:lnTo>
                <a:lnTo>
                  <a:pt x="971931" y="661439"/>
                </a:lnTo>
                <a:lnTo>
                  <a:pt x="963833" y="649457"/>
                </a:lnTo>
                <a:lnTo>
                  <a:pt x="951821" y="641376"/>
                </a:lnTo>
                <a:lnTo>
                  <a:pt x="937110" y="638412"/>
                </a:lnTo>
                <a:close/>
              </a:path>
              <a:path extrusionOk="0" h="1607820" w="4617085">
                <a:moveTo>
                  <a:pt x="1239702" y="635042"/>
                </a:moveTo>
                <a:lnTo>
                  <a:pt x="1223719" y="638268"/>
                </a:lnTo>
                <a:lnTo>
                  <a:pt x="1210662" y="647065"/>
                </a:lnTo>
                <a:lnTo>
                  <a:pt x="1201857" y="660116"/>
                </a:lnTo>
                <a:lnTo>
                  <a:pt x="1198628" y="676103"/>
                </a:lnTo>
                <a:lnTo>
                  <a:pt x="1201857" y="692096"/>
                </a:lnTo>
                <a:lnTo>
                  <a:pt x="1210662" y="705163"/>
                </a:lnTo>
                <a:lnTo>
                  <a:pt x="1223719" y="713976"/>
                </a:lnTo>
                <a:lnTo>
                  <a:pt x="1239702" y="717208"/>
                </a:lnTo>
                <a:lnTo>
                  <a:pt x="1255719" y="713976"/>
                </a:lnTo>
                <a:lnTo>
                  <a:pt x="1268804" y="705163"/>
                </a:lnTo>
                <a:lnTo>
                  <a:pt x="1277629" y="692096"/>
                </a:lnTo>
                <a:lnTo>
                  <a:pt x="1280867" y="676103"/>
                </a:lnTo>
                <a:lnTo>
                  <a:pt x="1277629" y="660116"/>
                </a:lnTo>
                <a:lnTo>
                  <a:pt x="1268804" y="647065"/>
                </a:lnTo>
                <a:lnTo>
                  <a:pt x="1255719" y="638268"/>
                </a:lnTo>
                <a:lnTo>
                  <a:pt x="1239702" y="635042"/>
                </a:lnTo>
                <a:close/>
              </a:path>
              <a:path extrusionOk="0" h="1607820" w="4617085">
                <a:moveTo>
                  <a:pt x="1542295" y="632527"/>
                </a:moveTo>
                <a:lnTo>
                  <a:pt x="1525329" y="635956"/>
                </a:lnTo>
                <a:lnTo>
                  <a:pt x="1511472" y="645308"/>
                </a:lnTo>
                <a:lnTo>
                  <a:pt x="1502128" y="659174"/>
                </a:lnTo>
                <a:lnTo>
                  <a:pt x="1498701" y="676148"/>
                </a:lnTo>
                <a:lnTo>
                  <a:pt x="1502128" y="693096"/>
                </a:lnTo>
                <a:lnTo>
                  <a:pt x="1511472" y="706949"/>
                </a:lnTo>
                <a:lnTo>
                  <a:pt x="1525329" y="716295"/>
                </a:lnTo>
                <a:lnTo>
                  <a:pt x="1542295" y="719724"/>
                </a:lnTo>
                <a:lnTo>
                  <a:pt x="1559286" y="716295"/>
                </a:lnTo>
                <a:lnTo>
                  <a:pt x="1573157" y="706949"/>
                </a:lnTo>
                <a:lnTo>
                  <a:pt x="1582506" y="693096"/>
                </a:lnTo>
                <a:lnTo>
                  <a:pt x="1585933" y="676148"/>
                </a:lnTo>
                <a:lnTo>
                  <a:pt x="1582506" y="659174"/>
                </a:lnTo>
                <a:lnTo>
                  <a:pt x="1573157" y="645308"/>
                </a:lnTo>
                <a:lnTo>
                  <a:pt x="1559286" y="635956"/>
                </a:lnTo>
                <a:lnTo>
                  <a:pt x="1542295" y="632527"/>
                </a:lnTo>
                <a:close/>
              </a:path>
              <a:path extrusionOk="0" h="1607820" w="4617085">
                <a:moveTo>
                  <a:pt x="1844887" y="630011"/>
                </a:moveTo>
                <a:lnTo>
                  <a:pt x="1826940" y="633638"/>
                </a:lnTo>
                <a:lnTo>
                  <a:pt x="1812282" y="643527"/>
                </a:lnTo>
                <a:lnTo>
                  <a:pt x="1802398" y="658193"/>
                </a:lnTo>
                <a:lnTo>
                  <a:pt x="1798774" y="676148"/>
                </a:lnTo>
                <a:lnTo>
                  <a:pt x="1802398" y="694096"/>
                </a:lnTo>
                <a:lnTo>
                  <a:pt x="1812282" y="708746"/>
                </a:lnTo>
                <a:lnTo>
                  <a:pt x="1826940" y="718620"/>
                </a:lnTo>
                <a:lnTo>
                  <a:pt x="1844887" y="722240"/>
                </a:lnTo>
                <a:lnTo>
                  <a:pt x="1862861" y="718620"/>
                </a:lnTo>
                <a:lnTo>
                  <a:pt x="1877532" y="708746"/>
                </a:lnTo>
                <a:lnTo>
                  <a:pt x="1887420" y="694096"/>
                </a:lnTo>
                <a:lnTo>
                  <a:pt x="1891045" y="676148"/>
                </a:lnTo>
                <a:lnTo>
                  <a:pt x="1887420" y="658193"/>
                </a:lnTo>
                <a:lnTo>
                  <a:pt x="1877532" y="643527"/>
                </a:lnTo>
                <a:lnTo>
                  <a:pt x="1862861" y="633638"/>
                </a:lnTo>
                <a:lnTo>
                  <a:pt x="1844887" y="630011"/>
                </a:lnTo>
                <a:close/>
              </a:path>
              <a:path extrusionOk="0" h="1607820" w="4617085">
                <a:moveTo>
                  <a:pt x="2147480" y="627495"/>
                </a:moveTo>
                <a:lnTo>
                  <a:pt x="2128550" y="631319"/>
                </a:lnTo>
                <a:lnTo>
                  <a:pt x="2113092" y="641747"/>
                </a:lnTo>
                <a:lnTo>
                  <a:pt x="2102669" y="657212"/>
                </a:lnTo>
                <a:lnTo>
                  <a:pt x="2098847" y="676148"/>
                </a:lnTo>
                <a:lnTo>
                  <a:pt x="2102669" y="695076"/>
                </a:lnTo>
                <a:lnTo>
                  <a:pt x="2113092" y="710526"/>
                </a:lnTo>
                <a:lnTo>
                  <a:pt x="2128550" y="720938"/>
                </a:lnTo>
                <a:lnTo>
                  <a:pt x="2147480" y="724755"/>
                </a:lnTo>
                <a:lnTo>
                  <a:pt x="2166442" y="720938"/>
                </a:lnTo>
                <a:lnTo>
                  <a:pt x="2181930" y="710526"/>
                </a:lnTo>
                <a:lnTo>
                  <a:pt x="2192373" y="695076"/>
                </a:lnTo>
                <a:lnTo>
                  <a:pt x="2196202" y="676148"/>
                </a:lnTo>
                <a:lnTo>
                  <a:pt x="2192373" y="657212"/>
                </a:lnTo>
                <a:lnTo>
                  <a:pt x="2181930" y="641747"/>
                </a:lnTo>
                <a:lnTo>
                  <a:pt x="2166442" y="631319"/>
                </a:lnTo>
                <a:lnTo>
                  <a:pt x="2147480" y="627495"/>
                </a:lnTo>
                <a:close/>
              </a:path>
              <a:path extrusionOk="0" h="1607820" w="4617085">
                <a:moveTo>
                  <a:pt x="2450072" y="624980"/>
                </a:moveTo>
                <a:lnTo>
                  <a:pt x="2430161" y="629001"/>
                </a:lnTo>
                <a:lnTo>
                  <a:pt x="2413901" y="639967"/>
                </a:lnTo>
                <a:lnTo>
                  <a:pt x="2402940" y="656232"/>
                </a:lnTo>
                <a:lnTo>
                  <a:pt x="2398920" y="676148"/>
                </a:lnTo>
                <a:lnTo>
                  <a:pt x="2402940" y="696057"/>
                </a:lnTo>
                <a:lnTo>
                  <a:pt x="2413901" y="712306"/>
                </a:lnTo>
                <a:lnTo>
                  <a:pt x="2430161" y="723257"/>
                </a:lnTo>
                <a:lnTo>
                  <a:pt x="2450072" y="727271"/>
                </a:lnTo>
                <a:lnTo>
                  <a:pt x="2470017" y="723257"/>
                </a:lnTo>
                <a:lnTo>
                  <a:pt x="2486305" y="712306"/>
                </a:lnTo>
                <a:lnTo>
                  <a:pt x="2497287" y="696057"/>
                </a:lnTo>
                <a:lnTo>
                  <a:pt x="2501314" y="676148"/>
                </a:lnTo>
                <a:lnTo>
                  <a:pt x="2497287" y="656232"/>
                </a:lnTo>
                <a:lnTo>
                  <a:pt x="2486305" y="639967"/>
                </a:lnTo>
                <a:lnTo>
                  <a:pt x="2470017" y="629001"/>
                </a:lnTo>
                <a:lnTo>
                  <a:pt x="2450072" y="624980"/>
                </a:lnTo>
                <a:close/>
              </a:path>
              <a:path extrusionOk="0" h="1607820" w="4617085">
                <a:moveTo>
                  <a:pt x="2752665" y="621655"/>
                </a:moveTo>
                <a:lnTo>
                  <a:pt x="2731448" y="625937"/>
                </a:lnTo>
                <a:lnTo>
                  <a:pt x="2714115" y="637615"/>
                </a:lnTo>
                <a:lnTo>
                  <a:pt x="2702426" y="654935"/>
                </a:lnTo>
                <a:lnTo>
                  <a:pt x="2698139" y="676148"/>
                </a:lnTo>
                <a:lnTo>
                  <a:pt x="2702426" y="697360"/>
                </a:lnTo>
                <a:lnTo>
                  <a:pt x="2714115" y="714681"/>
                </a:lnTo>
                <a:lnTo>
                  <a:pt x="2731448" y="726359"/>
                </a:lnTo>
                <a:lnTo>
                  <a:pt x="2752665" y="730641"/>
                </a:lnTo>
                <a:lnTo>
                  <a:pt x="2773908" y="726359"/>
                </a:lnTo>
                <a:lnTo>
                  <a:pt x="2791254" y="714681"/>
                </a:lnTo>
                <a:lnTo>
                  <a:pt x="2802948" y="697360"/>
                </a:lnTo>
                <a:lnTo>
                  <a:pt x="2807236" y="676148"/>
                </a:lnTo>
                <a:lnTo>
                  <a:pt x="2802948" y="654935"/>
                </a:lnTo>
                <a:lnTo>
                  <a:pt x="2791254" y="637615"/>
                </a:lnTo>
                <a:lnTo>
                  <a:pt x="2773908" y="625937"/>
                </a:lnTo>
                <a:lnTo>
                  <a:pt x="2752665" y="621655"/>
                </a:lnTo>
                <a:close/>
              </a:path>
              <a:path extrusionOk="0" h="1607820" w="4617085">
                <a:moveTo>
                  <a:pt x="3055302" y="619140"/>
                </a:moveTo>
                <a:lnTo>
                  <a:pt x="3033103" y="623619"/>
                </a:lnTo>
                <a:lnTo>
                  <a:pt x="3014970" y="635834"/>
                </a:lnTo>
                <a:lnTo>
                  <a:pt x="3002742" y="653955"/>
                </a:lnTo>
                <a:lnTo>
                  <a:pt x="2998257" y="676148"/>
                </a:lnTo>
                <a:lnTo>
                  <a:pt x="3002742" y="698341"/>
                </a:lnTo>
                <a:lnTo>
                  <a:pt x="3014970" y="716462"/>
                </a:lnTo>
                <a:lnTo>
                  <a:pt x="3033103" y="728677"/>
                </a:lnTo>
                <a:lnTo>
                  <a:pt x="3055302" y="733156"/>
                </a:lnTo>
                <a:lnTo>
                  <a:pt x="3077520" y="728677"/>
                </a:lnTo>
                <a:lnTo>
                  <a:pt x="3095651" y="716462"/>
                </a:lnTo>
                <a:lnTo>
                  <a:pt x="3107869" y="698341"/>
                </a:lnTo>
                <a:lnTo>
                  <a:pt x="3112348" y="676148"/>
                </a:lnTo>
                <a:lnTo>
                  <a:pt x="3107863" y="653955"/>
                </a:lnTo>
                <a:lnTo>
                  <a:pt x="3095634" y="635834"/>
                </a:lnTo>
                <a:lnTo>
                  <a:pt x="3077501" y="623619"/>
                </a:lnTo>
                <a:lnTo>
                  <a:pt x="3055302" y="619140"/>
                </a:lnTo>
                <a:close/>
              </a:path>
              <a:path extrusionOk="0" h="1607820" w="4617085">
                <a:moveTo>
                  <a:pt x="3357895" y="616624"/>
                </a:moveTo>
                <a:lnTo>
                  <a:pt x="3334714" y="621300"/>
                </a:lnTo>
                <a:lnTo>
                  <a:pt x="3315780" y="634054"/>
                </a:lnTo>
                <a:lnTo>
                  <a:pt x="3303012" y="652974"/>
                </a:lnTo>
                <a:lnTo>
                  <a:pt x="3298330" y="676148"/>
                </a:lnTo>
                <a:lnTo>
                  <a:pt x="3303012" y="699322"/>
                </a:lnTo>
                <a:lnTo>
                  <a:pt x="3315780" y="718242"/>
                </a:lnTo>
                <a:lnTo>
                  <a:pt x="3334714" y="730996"/>
                </a:lnTo>
                <a:lnTo>
                  <a:pt x="3357895" y="735672"/>
                </a:lnTo>
                <a:lnTo>
                  <a:pt x="3381076" y="730996"/>
                </a:lnTo>
                <a:lnTo>
                  <a:pt x="3400010" y="718242"/>
                </a:lnTo>
                <a:lnTo>
                  <a:pt x="3412777" y="699322"/>
                </a:lnTo>
                <a:lnTo>
                  <a:pt x="3417459" y="676148"/>
                </a:lnTo>
                <a:lnTo>
                  <a:pt x="3412777" y="652974"/>
                </a:lnTo>
                <a:lnTo>
                  <a:pt x="3400010" y="634054"/>
                </a:lnTo>
                <a:lnTo>
                  <a:pt x="3381076" y="621300"/>
                </a:lnTo>
                <a:lnTo>
                  <a:pt x="3357895" y="616624"/>
                </a:lnTo>
                <a:close/>
              </a:path>
              <a:path extrusionOk="0" h="1607820" w="4617085">
                <a:moveTo>
                  <a:pt x="3660487" y="612446"/>
                </a:moveTo>
                <a:lnTo>
                  <a:pt x="3635665" y="617453"/>
                </a:lnTo>
                <a:lnTo>
                  <a:pt x="3615403" y="631106"/>
                </a:lnTo>
                <a:lnTo>
                  <a:pt x="3601746" y="651355"/>
                </a:lnTo>
                <a:lnTo>
                  <a:pt x="3596739" y="676148"/>
                </a:lnTo>
                <a:lnTo>
                  <a:pt x="3601746" y="700967"/>
                </a:lnTo>
                <a:lnTo>
                  <a:pt x="3615403" y="721229"/>
                </a:lnTo>
                <a:lnTo>
                  <a:pt x="3635665" y="734887"/>
                </a:lnTo>
                <a:lnTo>
                  <a:pt x="3660487" y="739895"/>
                </a:lnTo>
                <a:lnTo>
                  <a:pt x="3685290" y="734887"/>
                </a:lnTo>
                <a:lnTo>
                  <a:pt x="3705554" y="721229"/>
                </a:lnTo>
                <a:lnTo>
                  <a:pt x="3719222" y="700967"/>
                </a:lnTo>
                <a:lnTo>
                  <a:pt x="3724236" y="676148"/>
                </a:lnTo>
                <a:lnTo>
                  <a:pt x="3719222" y="651355"/>
                </a:lnTo>
                <a:lnTo>
                  <a:pt x="3705554" y="631106"/>
                </a:lnTo>
                <a:lnTo>
                  <a:pt x="3685290" y="617453"/>
                </a:lnTo>
                <a:lnTo>
                  <a:pt x="3660487" y="612446"/>
                </a:lnTo>
                <a:close/>
              </a:path>
              <a:path extrusionOk="0" h="1607820" w="4617085">
                <a:moveTo>
                  <a:pt x="3963080" y="609077"/>
                </a:moveTo>
                <a:lnTo>
                  <a:pt x="3936953" y="614351"/>
                </a:lnTo>
                <a:lnTo>
                  <a:pt x="3915617" y="628731"/>
                </a:lnTo>
                <a:lnTo>
                  <a:pt x="3901232" y="650052"/>
                </a:lnTo>
                <a:lnTo>
                  <a:pt x="3895957" y="676148"/>
                </a:lnTo>
                <a:lnTo>
                  <a:pt x="3901232" y="702264"/>
                </a:lnTo>
                <a:lnTo>
                  <a:pt x="3915617" y="723582"/>
                </a:lnTo>
                <a:lnTo>
                  <a:pt x="3936953" y="737951"/>
                </a:lnTo>
                <a:lnTo>
                  <a:pt x="3963080" y="743219"/>
                </a:lnTo>
                <a:lnTo>
                  <a:pt x="3989207" y="737951"/>
                </a:lnTo>
                <a:lnTo>
                  <a:pt x="4010543" y="723582"/>
                </a:lnTo>
                <a:lnTo>
                  <a:pt x="4024928" y="702264"/>
                </a:lnTo>
                <a:lnTo>
                  <a:pt x="4030203" y="676148"/>
                </a:lnTo>
                <a:lnTo>
                  <a:pt x="4024928" y="650052"/>
                </a:lnTo>
                <a:lnTo>
                  <a:pt x="4010543" y="628731"/>
                </a:lnTo>
                <a:lnTo>
                  <a:pt x="3989207" y="614351"/>
                </a:lnTo>
                <a:lnTo>
                  <a:pt x="3963080" y="609077"/>
                </a:lnTo>
                <a:close/>
              </a:path>
              <a:path extrusionOk="0" h="1607820" w="4617085">
                <a:moveTo>
                  <a:pt x="4265672" y="610784"/>
                </a:moveTo>
                <a:lnTo>
                  <a:pt x="4240185" y="615924"/>
                </a:lnTo>
                <a:lnTo>
                  <a:pt x="4219379" y="629938"/>
                </a:lnTo>
                <a:lnTo>
                  <a:pt x="4205355" y="650716"/>
                </a:lnTo>
                <a:lnTo>
                  <a:pt x="4200214" y="676148"/>
                </a:lnTo>
                <a:lnTo>
                  <a:pt x="4205355" y="701606"/>
                </a:lnTo>
                <a:lnTo>
                  <a:pt x="4219379" y="722397"/>
                </a:lnTo>
                <a:lnTo>
                  <a:pt x="4240185" y="736416"/>
                </a:lnTo>
                <a:lnTo>
                  <a:pt x="4265672" y="741557"/>
                </a:lnTo>
                <a:lnTo>
                  <a:pt x="4291134" y="736416"/>
                </a:lnTo>
                <a:lnTo>
                  <a:pt x="4311926" y="722397"/>
                </a:lnTo>
                <a:lnTo>
                  <a:pt x="4325945" y="701606"/>
                </a:lnTo>
                <a:lnTo>
                  <a:pt x="4331085" y="676148"/>
                </a:lnTo>
                <a:lnTo>
                  <a:pt x="4325945" y="650716"/>
                </a:lnTo>
                <a:lnTo>
                  <a:pt x="4311926" y="629938"/>
                </a:lnTo>
                <a:lnTo>
                  <a:pt x="4291134" y="615924"/>
                </a:lnTo>
                <a:lnTo>
                  <a:pt x="4265672" y="610784"/>
                </a:lnTo>
                <a:close/>
              </a:path>
              <a:path extrusionOk="0" h="1607820" w="4617085">
                <a:moveTo>
                  <a:pt x="4575238" y="663570"/>
                </a:moveTo>
                <a:lnTo>
                  <a:pt x="4561292" y="663570"/>
                </a:lnTo>
                <a:lnTo>
                  <a:pt x="4555668" y="669185"/>
                </a:lnTo>
                <a:lnTo>
                  <a:pt x="4555668" y="683112"/>
                </a:lnTo>
                <a:lnTo>
                  <a:pt x="4561292" y="688727"/>
                </a:lnTo>
                <a:lnTo>
                  <a:pt x="4575193" y="688727"/>
                </a:lnTo>
                <a:lnTo>
                  <a:pt x="4580861" y="683112"/>
                </a:lnTo>
                <a:lnTo>
                  <a:pt x="4580861" y="669185"/>
                </a:lnTo>
                <a:lnTo>
                  <a:pt x="4575238" y="663570"/>
                </a:lnTo>
                <a:close/>
              </a:path>
              <a:path extrusionOk="0" h="1607820" w="4617085">
                <a:moveTo>
                  <a:pt x="29377" y="949195"/>
                </a:moveTo>
                <a:lnTo>
                  <a:pt x="17935" y="951498"/>
                </a:lnTo>
                <a:lnTo>
                  <a:pt x="8598" y="957781"/>
                </a:lnTo>
                <a:lnTo>
                  <a:pt x="2306" y="967104"/>
                </a:lnTo>
                <a:lnTo>
                  <a:pt x="0" y="978530"/>
                </a:lnTo>
                <a:lnTo>
                  <a:pt x="2306" y="989955"/>
                </a:lnTo>
                <a:lnTo>
                  <a:pt x="8598" y="999279"/>
                </a:lnTo>
                <a:lnTo>
                  <a:pt x="17935" y="1005562"/>
                </a:lnTo>
                <a:lnTo>
                  <a:pt x="29377" y="1007865"/>
                </a:lnTo>
                <a:lnTo>
                  <a:pt x="40793" y="1005562"/>
                </a:lnTo>
                <a:lnTo>
                  <a:pt x="50117" y="999279"/>
                </a:lnTo>
                <a:lnTo>
                  <a:pt x="56404" y="989955"/>
                </a:lnTo>
                <a:lnTo>
                  <a:pt x="58710" y="978530"/>
                </a:lnTo>
                <a:lnTo>
                  <a:pt x="56404" y="967104"/>
                </a:lnTo>
                <a:lnTo>
                  <a:pt x="50117" y="957781"/>
                </a:lnTo>
                <a:lnTo>
                  <a:pt x="40793" y="951498"/>
                </a:lnTo>
                <a:lnTo>
                  <a:pt x="29377" y="949195"/>
                </a:lnTo>
                <a:close/>
              </a:path>
              <a:path extrusionOk="0" h="1607820" w="4617085">
                <a:moveTo>
                  <a:pt x="331970" y="945825"/>
                </a:moveTo>
                <a:lnTo>
                  <a:pt x="319222" y="948396"/>
                </a:lnTo>
                <a:lnTo>
                  <a:pt x="308812" y="955405"/>
                </a:lnTo>
                <a:lnTo>
                  <a:pt x="301792" y="965801"/>
                </a:lnTo>
                <a:lnTo>
                  <a:pt x="299218" y="978530"/>
                </a:lnTo>
                <a:lnTo>
                  <a:pt x="301792" y="991259"/>
                </a:lnTo>
                <a:lnTo>
                  <a:pt x="308812" y="1001654"/>
                </a:lnTo>
                <a:lnTo>
                  <a:pt x="319222" y="1008664"/>
                </a:lnTo>
                <a:lnTo>
                  <a:pt x="331970" y="1011234"/>
                </a:lnTo>
                <a:lnTo>
                  <a:pt x="344691" y="1008664"/>
                </a:lnTo>
                <a:lnTo>
                  <a:pt x="355088" y="1001654"/>
                </a:lnTo>
                <a:lnTo>
                  <a:pt x="362103" y="991259"/>
                </a:lnTo>
                <a:lnTo>
                  <a:pt x="364676" y="978530"/>
                </a:lnTo>
                <a:lnTo>
                  <a:pt x="362103" y="965801"/>
                </a:lnTo>
                <a:lnTo>
                  <a:pt x="355088" y="955405"/>
                </a:lnTo>
                <a:lnTo>
                  <a:pt x="344691" y="948396"/>
                </a:lnTo>
                <a:lnTo>
                  <a:pt x="331970" y="945825"/>
                </a:lnTo>
                <a:close/>
              </a:path>
              <a:path extrusionOk="0" h="1607820" w="4617085">
                <a:moveTo>
                  <a:pt x="634562" y="943355"/>
                </a:moveTo>
                <a:lnTo>
                  <a:pt x="620833" y="946122"/>
                </a:lnTo>
                <a:lnTo>
                  <a:pt x="609622" y="953670"/>
                </a:lnTo>
                <a:lnTo>
                  <a:pt x="602063" y="964865"/>
                </a:lnTo>
                <a:lnTo>
                  <a:pt x="599291" y="978575"/>
                </a:lnTo>
                <a:lnTo>
                  <a:pt x="602063" y="992258"/>
                </a:lnTo>
                <a:lnTo>
                  <a:pt x="609622" y="1003440"/>
                </a:lnTo>
                <a:lnTo>
                  <a:pt x="620833" y="1010983"/>
                </a:lnTo>
                <a:lnTo>
                  <a:pt x="634562" y="1013750"/>
                </a:lnTo>
                <a:lnTo>
                  <a:pt x="648265" y="1010983"/>
                </a:lnTo>
                <a:lnTo>
                  <a:pt x="659463" y="1003440"/>
                </a:lnTo>
                <a:lnTo>
                  <a:pt x="667017" y="992258"/>
                </a:lnTo>
                <a:lnTo>
                  <a:pt x="669788" y="978575"/>
                </a:lnTo>
                <a:lnTo>
                  <a:pt x="667017" y="964865"/>
                </a:lnTo>
                <a:lnTo>
                  <a:pt x="659463" y="953670"/>
                </a:lnTo>
                <a:lnTo>
                  <a:pt x="648265" y="946122"/>
                </a:lnTo>
                <a:lnTo>
                  <a:pt x="634562" y="943355"/>
                </a:lnTo>
                <a:close/>
              </a:path>
              <a:path extrusionOk="0" h="1607820" w="4617085">
                <a:moveTo>
                  <a:pt x="937110" y="940839"/>
                </a:moveTo>
                <a:lnTo>
                  <a:pt x="922424" y="943804"/>
                </a:lnTo>
                <a:lnTo>
                  <a:pt x="910426" y="951890"/>
                </a:lnTo>
                <a:lnTo>
                  <a:pt x="902333" y="963885"/>
                </a:lnTo>
                <a:lnTo>
                  <a:pt x="899364" y="978575"/>
                </a:lnTo>
                <a:lnTo>
                  <a:pt x="902333" y="993239"/>
                </a:lnTo>
                <a:lnTo>
                  <a:pt x="910426" y="1005220"/>
                </a:lnTo>
                <a:lnTo>
                  <a:pt x="922424" y="1013302"/>
                </a:lnTo>
                <a:lnTo>
                  <a:pt x="937110" y="1016266"/>
                </a:lnTo>
                <a:lnTo>
                  <a:pt x="951821" y="1013302"/>
                </a:lnTo>
                <a:lnTo>
                  <a:pt x="963833" y="1005220"/>
                </a:lnTo>
                <a:lnTo>
                  <a:pt x="971931" y="993239"/>
                </a:lnTo>
                <a:lnTo>
                  <a:pt x="974900" y="978575"/>
                </a:lnTo>
                <a:lnTo>
                  <a:pt x="971931" y="963885"/>
                </a:lnTo>
                <a:lnTo>
                  <a:pt x="963833" y="951890"/>
                </a:lnTo>
                <a:lnTo>
                  <a:pt x="951821" y="943804"/>
                </a:lnTo>
                <a:lnTo>
                  <a:pt x="937110" y="940839"/>
                </a:lnTo>
                <a:close/>
              </a:path>
              <a:path extrusionOk="0" h="1607820" w="4617085">
                <a:moveTo>
                  <a:pt x="1239702" y="937470"/>
                </a:moveTo>
                <a:lnTo>
                  <a:pt x="1223719" y="940696"/>
                </a:lnTo>
                <a:lnTo>
                  <a:pt x="1210662" y="949498"/>
                </a:lnTo>
                <a:lnTo>
                  <a:pt x="1201857" y="962562"/>
                </a:lnTo>
                <a:lnTo>
                  <a:pt x="1198628" y="978575"/>
                </a:lnTo>
                <a:lnTo>
                  <a:pt x="1201857" y="994562"/>
                </a:lnTo>
                <a:lnTo>
                  <a:pt x="1210662" y="1007613"/>
                </a:lnTo>
                <a:lnTo>
                  <a:pt x="1223719" y="1016410"/>
                </a:lnTo>
                <a:lnTo>
                  <a:pt x="1239702" y="1019635"/>
                </a:lnTo>
                <a:lnTo>
                  <a:pt x="1255719" y="1016410"/>
                </a:lnTo>
                <a:lnTo>
                  <a:pt x="1268804" y="1007613"/>
                </a:lnTo>
                <a:lnTo>
                  <a:pt x="1277630" y="994562"/>
                </a:lnTo>
                <a:lnTo>
                  <a:pt x="1280867" y="978575"/>
                </a:lnTo>
                <a:lnTo>
                  <a:pt x="1277630" y="962562"/>
                </a:lnTo>
                <a:lnTo>
                  <a:pt x="1268804" y="949498"/>
                </a:lnTo>
                <a:lnTo>
                  <a:pt x="1255719" y="940696"/>
                </a:lnTo>
                <a:lnTo>
                  <a:pt x="1239702" y="937470"/>
                </a:lnTo>
                <a:close/>
              </a:path>
              <a:path extrusionOk="0" h="1607820" w="4617085">
                <a:moveTo>
                  <a:pt x="1542295" y="934999"/>
                </a:moveTo>
                <a:lnTo>
                  <a:pt x="1525329" y="938422"/>
                </a:lnTo>
                <a:lnTo>
                  <a:pt x="1511472" y="947757"/>
                </a:lnTo>
                <a:lnTo>
                  <a:pt x="1502128" y="961608"/>
                </a:lnTo>
                <a:lnTo>
                  <a:pt x="1498701" y="978575"/>
                </a:lnTo>
                <a:lnTo>
                  <a:pt x="1502128" y="995542"/>
                </a:lnTo>
                <a:lnTo>
                  <a:pt x="1511472" y="1009393"/>
                </a:lnTo>
                <a:lnTo>
                  <a:pt x="1525329" y="1018729"/>
                </a:lnTo>
                <a:lnTo>
                  <a:pt x="1542295" y="1022151"/>
                </a:lnTo>
                <a:lnTo>
                  <a:pt x="1559286" y="1018729"/>
                </a:lnTo>
                <a:lnTo>
                  <a:pt x="1573157" y="1009393"/>
                </a:lnTo>
                <a:lnTo>
                  <a:pt x="1582506" y="995542"/>
                </a:lnTo>
                <a:lnTo>
                  <a:pt x="1585933" y="978575"/>
                </a:lnTo>
                <a:lnTo>
                  <a:pt x="1582506" y="961608"/>
                </a:lnTo>
                <a:lnTo>
                  <a:pt x="1573157" y="947757"/>
                </a:lnTo>
                <a:lnTo>
                  <a:pt x="1559286" y="938422"/>
                </a:lnTo>
                <a:lnTo>
                  <a:pt x="1542295" y="934999"/>
                </a:lnTo>
                <a:close/>
              </a:path>
              <a:path extrusionOk="0" h="1607820" w="4617085">
                <a:moveTo>
                  <a:pt x="1844887" y="932483"/>
                </a:moveTo>
                <a:lnTo>
                  <a:pt x="1826940" y="936103"/>
                </a:lnTo>
                <a:lnTo>
                  <a:pt x="1812282" y="945977"/>
                </a:lnTo>
                <a:lnTo>
                  <a:pt x="1802398" y="960627"/>
                </a:lnTo>
                <a:lnTo>
                  <a:pt x="1798774" y="978575"/>
                </a:lnTo>
                <a:lnTo>
                  <a:pt x="1802398" y="996523"/>
                </a:lnTo>
                <a:lnTo>
                  <a:pt x="1812282" y="1011173"/>
                </a:lnTo>
                <a:lnTo>
                  <a:pt x="1826940" y="1021047"/>
                </a:lnTo>
                <a:lnTo>
                  <a:pt x="1844887" y="1024667"/>
                </a:lnTo>
                <a:lnTo>
                  <a:pt x="1862861" y="1021047"/>
                </a:lnTo>
                <a:lnTo>
                  <a:pt x="1877532" y="1011173"/>
                </a:lnTo>
                <a:lnTo>
                  <a:pt x="1887420" y="996523"/>
                </a:lnTo>
                <a:lnTo>
                  <a:pt x="1891045" y="978575"/>
                </a:lnTo>
                <a:lnTo>
                  <a:pt x="1887420" y="960627"/>
                </a:lnTo>
                <a:lnTo>
                  <a:pt x="1877532" y="945977"/>
                </a:lnTo>
                <a:lnTo>
                  <a:pt x="1862861" y="936103"/>
                </a:lnTo>
                <a:lnTo>
                  <a:pt x="1844887" y="932483"/>
                </a:lnTo>
                <a:close/>
              </a:path>
              <a:path extrusionOk="0" h="1607820" w="4617085">
                <a:moveTo>
                  <a:pt x="2147480" y="929968"/>
                </a:moveTo>
                <a:lnTo>
                  <a:pt x="2128550" y="933785"/>
                </a:lnTo>
                <a:lnTo>
                  <a:pt x="2113092" y="944197"/>
                </a:lnTo>
                <a:lnTo>
                  <a:pt x="2102669" y="959647"/>
                </a:lnTo>
                <a:lnTo>
                  <a:pt x="2098847" y="978575"/>
                </a:lnTo>
                <a:lnTo>
                  <a:pt x="2102669" y="997504"/>
                </a:lnTo>
                <a:lnTo>
                  <a:pt x="2113092" y="1012953"/>
                </a:lnTo>
                <a:lnTo>
                  <a:pt x="2128550" y="1023366"/>
                </a:lnTo>
                <a:lnTo>
                  <a:pt x="2147480" y="1027183"/>
                </a:lnTo>
                <a:lnTo>
                  <a:pt x="2166442" y="1023366"/>
                </a:lnTo>
                <a:lnTo>
                  <a:pt x="2181930" y="1012953"/>
                </a:lnTo>
                <a:lnTo>
                  <a:pt x="2192373" y="997504"/>
                </a:lnTo>
                <a:lnTo>
                  <a:pt x="2196202" y="978575"/>
                </a:lnTo>
                <a:lnTo>
                  <a:pt x="2192373" y="959647"/>
                </a:lnTo>
                <a:lnTo>
                  <a:pt x="2181930" y="944197"/>
                </a:lnTo>
                <a:lnTo>
                  <a:pt x="2166442" y="933785"/>
                </a:lnTo>
                <a:lnTo>
                  <a:pt x="2147480" y="929968"/>
                </a:lnTo>
                <a:close/>
              </a:path>
              <a:path extrusionOk="0" h="1607820" w="4617085">
                <a:moveTo>
                  <a:pt x="2450072" y="927407"/>
                </a:moveTo>
                <a:lnTo>
                  <a:pt x="2430161" y="931428"/>
                </a:lnTo>
                <a:lnTo>
                  <a:pt x="2413901" y="942395"/>
                </a:lnTo>
                <a:lnTo>
                  <a:pt x="2402940" y="958659"/>
                </a:lnTo>
                <a:lnTo>
                  <a:pt x="2398920" y="978575"/>
                </a:lnTo>
                <a:lnTo>
                  <a:pt x="2402940" y="998484"/>
                </a:lnTo>
                <a:lnTo>
                  <a:pt x="2413901" y="1014733"/>
                </a:lnTo>
                <a:lnTo>
                  <a:pt x="2430161" y="1025684"/>
                </a:lnTo>
                <a:lnTo>
                  <a:pt x="2450072" y="1029699"/>
                </a:lnTo>
                <a:lnTo>
                  <a:pt x="2470017" y="1025684"/>
                </a:lnTo>
                <a:lnTo>
                  <a:pt x="2486305" y="1014733"/>
                </a:lnTo>
                <a:lnTo>
                  <a:pt x="2497287" y="998484"/>
                </a:lnTo>
                <a:lnTo>
                  <a:pt x="2501314" y="978575"/>
                </a:lnTo>
                <a:lnTo>
                  <a:pt x="2497287" y="958659"/>
                </a:lnTo>
                <a:lnTo>
                  <a:pt x="2486305" y="942395"/>
                </a:lnTo>
                <a:lnTo>
                  <a:pt x="2470017" y="931428"/>
                </a:lnTo>
                <a:lnTo>
                  <a:pt x="2450072" y="927407"/>
                </a:lnTo>
                <a:close/>
              </a:path>
              <a:path extrusionOk="0" h="1607820" w="4617085">
                <a:moveTo>
                  <a:pt x="2752665" y="924083"/>
                </a:moveTo>
                <a:lnTo>
                  <a:pt x="2731448" y="928371"/>
                </a:lnTo>
                <a:lnTo>
                  <a:pt x="2714115" y="940059"/>
                </a:lnTo>
                <a:lnTo>
                  <a:pt x="2702426" y="957382"/>
                </a:lnTo>
                <a:lnTo>
                  <a:pt x="2698139" y="978575"/>
                </a:lnTo>
                <a:lnTo>
                  <a:pt x="2702426" y="999788"/>
                </a:lnTo>
                <a:lnTo>
                  <a:pt x="2714115" y="1017109"/>
                </a:lnTo>
                <a:lnTo>
                  <a:pt x="2731448" y="1028786"/>
                </a:lnTo>
                <a:lnTo>
                  <a:pt x="2752665" y="1033068"/>
                </a:lnTo>
                <a:lnTo>
                  <a:pt x="2773908" y="1028786"/>
                </a:lnTo>
                <a:lnTo>
                  <a:pt x="2791254" y="1017109"/>
                </a:lnTo>
                <a:lnTo>
                  <a:pt x="2802948" y="999788"/>
                </a:lnTo>
                <a:lnTo>
                  <a:pt x="2807236" y="978575"/>
                </a:lnTo>
                <a:lnTo>
                  <a:pt x="2802948" y="957382"/>
                </a:lnTo>
                <a:lnTo>
                  <a:pt x="2791254" y="940059"/>
                </a:lnTo>
                <a:lnTo>
                  <a:pt x="2773908" y="928371"/>
                </a:lnTo>
                <a:lnTo>
                  <a:pt x="2752665" y="924083"/>
                </a:lnTo>
                <a:close/>
              </a:path>
              <a:path extrusionOk="0" h="1607820" w="4617085">
                <a:moveTo>
                  <a:pt x="3055302" y="921567"/>
                </a:moveTo>
                <a:lnTo>
                  <a:pt x="3033103" y="926052"/>
                </a:lnTo>
                <a:lnTo>
                  <a:pt x="3014970" y="938279"/>
                </a:lnTo>
                <a:lnTo>
                  <a:pt x="3002742" y="956401"/>
                </a:lnTo>
                <a:lnTo>
                  <a:pt x="2998257" y="978575"/>
                </a:lnTo>
                <a:lnTo>
                  <a:pt x="3002742" y="1000768"/>
                </a:lnTo>
                <a:lnTo>
                  <a:pt x="3014970" y="1018889"/>
                </a:lnTo>
                <a:lnTo>
                  <a:pt x="3033103" y="1031105"/>
                </a:lnTo>
                <a:lnTo>
                  <a:pt x="3055302" y="1035584"/>
                </a:lnTo>
                <a:lnTo>
                  <a:pt x="3077520" y="1031105"/>
                </a:lnTo>
                <a:lnTo>
                  <a:pt x="3095651" y="1018889"/>
                </a:lnTo>
                <a:lnTo>
                  <a:pt x="3107869" y="1000768"/>
                </a:lnTo>
                <a:lnTo>
                  <a:pt x="3112348" y="978575"/>
                </a:lnTo>
                <a:lnTo>
                  <a:pt x="3107863" y="956401"/>
                </a:lnTo>
                <a:lnTo>
                  <a:pt x="3095634" y="938279"/>
                </a:lnTo>
                <a:lnTo>
                  <a:pt x="3077501" y="926052"/>
                </a:lnTo>
                <a:lnTo>
                  <a:pt x="3055302" y="921567"/>
                </a:lnTo>
                <a:close/>
              </a:path>
              <a:path extrusionOk="0" h="1607820" w="4617085">
                <a:moveTo>
                  <a:pt x="3357895" y="919051"/>
                </a:moveTo>
                <a:lnTo>
                  <a:pt x="3334714" y="923734"/>
                </a:lnTo>
                <a:lnTo>
                  <a:pt x="3315780" y="936499"/>
                </a:lnTo>
                <a:lnTo>
                  <a:pt x="3303012" y="955421"/>
                </a:lnTo>
                <a:lnTo>
                  <a:pt x="3298330" y="978575"/>
                </a:lnTo>
                <a:lnTo>
                  <a:pt x="3303012" y="1001749"/>
                </a:lnTo>
                <a:lnTo>
                  <a:pt x="3315780" y="1020669"/>
                </a:lnTo>
                <a:lnTo>
                  <a:pt x="3334714" y="1033423"/>
                </a:lnTo>
                <a:lnTo>
                  <a:pt x="3357895" y="1038099"/>
                </a:lnTo>
                <a:lnTo>
                  <a:pt x="3381076" y="1033423"/>
                </a:lnTo>
                <a:lnTo>
                  <a:pt x="3400010" y="1020669"/>
                </a:lnTo>
                <a:lnTo>
                  <a:pt x="3412777" y="1001749"/>
                </a:lnTo>
                <a:lnTo>
                  <a:pt x="3417459" y="978575"/>
                </a:lnTo>
                <a:lnTo>
                  <a:pt x="3412777" y="955421"/>
                </a:lnTo>
                <a:lnTo>
                  <a:pt x="3400010" y="936499"/>
                </a:lnTo>
                <a:lnTo>
                  <a:pt x="3381076" y="923734"/>
                </a:lnTo>
                <a:lnTo>
                  <a:pt x="3357895" y="919051"/>
                </a:lnTo>
                <a:close/>
              </a:path>
              <a:path extrusionOk="0" h="1607820" w="4617085">
                <a:moveTo>
                  <a:pt x="3660487" y="916536"/>
                </a:moveTo>
                <a:lnTo>
                  <a:pt x="3636298" y="921415"/>
                </a:lnTo>
                <a:lnTo>
                  <a:pt x="3616550" y="934719"/>
                </a:lnTo>
                <a:lnTo>
                  <a:pt x="3603239" y="954440"/>
                </a:lnTo>
                <a:lnTo>
                  <a:pt x="3598358" y="978575"/>
                </a:lnTo>
                <a:lnTo>
                  <a:pt x="3603239" y="1002737"/>
                </a:lnTo>
                <a:lnTo>
                  <a:pt x="3616550" y="1022472"/>
                </a:lnTo>
                <a:lnTo>
                  <a:pt x="3636298" y="1035780"/>
                </a:lnTo>
                <a:lnTo>
                  <a:pt x="3660487" y="1040660"/>
                </a:lnTo>
                <a:lnTo>
                  <a:pt x="3684650" y="1035780"/>
                </a:lnTo>
                <a:lnTo>
                  <a:pt x="3704385" y="1022472"/>
                </a:lnTo>
                <a:lnTo>
                  <a:pt x="3717691" y="1002737"/>
                </a:lnTo>
                <a:lnTo>
                  <a:pt x="3722571" y="978575"/>
                </a:lnTo>
                <a:lnTo>
                  <a:pt x="3717691" y="954440"/>
                </a:lnTo>
                <a:lnTo>
                  <a:pt x="3704385" y="934719"/>
                </a:lnTo>
                <a:lnTo>
                  <a:pt x="3684650" y="921415"/>
                </a:lnTo>
                <a:lnTo>
                  <a:pt x="3660487" y="916536"/>
                </a:lnTo>
                <a:close/>
              </a:path>
              <a:path extrusionOk="0" h="1607820" w="4617085">
                <a:moveTo>
                  <a:pt x="3963080" y="930821"/>
                </a:moveTo>
                <a:lnTo>
                  <a:pt x="3944466" y="934575"/>
                </a:lnTo>
                <a:lnTo>
                  <a:pt x="3929265" y="944810"/>
                </a:lnTo>
                <a:lnTo>
                  <a:pt x="3919016" y="959989"/>
                </a:lnTo>
                <a:lnTo>
                  <a:pt x="3915257" y="978575"/>
                </a:lnTo>
                <a:lnTo>
                  <a:pt x="3919016" y="997188"/>
                </a:lnTo>
                <a:lnTo>
                  <a:pt x="3929265" y="1012381"/>
                </a:lnTo>
                <a:lnTo>
                  <a:pt x="3944466" y="1022621"/>
                </a:lnTo>
                <a:lnTo>
                  <a:pt x="3963080" y="1026374"/>
                </a:lnTo>
                <a:lnTo>
                  <a:pt x="3981693" y="1022621"/>
                </a:lnTo>
                <a:lnTo>
                  <a:pt x="3996894" y="1012381"/>
                </a:lnTo>
                <a:lnTo>
                  <a:pt x="4007144" y="997188"/>
                </a:lnTo>
                <a:lnTo>
                  <a:pt x="4010902" y="978576"/>
                </a:lnTo>
                <a:lnTo>
                  <a:pt x="4007144" y="959989"/>
                </a:lnTo>
                <a:lnTo>
                  <a:pt x="3996894" y="944810"/>
                </a:lnTo>
                <a:lnTo>
                  <a:pt x="3981693" y="934575"/>
                </a:lnTo>
                <a:lnTo>
                  <a:pt x="3963080" y="930821"/>
                </a:lnTo>
                <a:close/>
              </a:path>
              <a:path extrusionOk="0" h="1607820" w="4617085">
                <a:moveTo>
                  <a:pt x="4272151" y="966850"/>
                </a:moveTo>
                <a:lnTo>
                  <a:pt x="4259149" y="966850"/>
                </a:lnTo>
                <a:lnTo>
                  <a:pt x="4253885" y="972107"/>
                </a:lnTo>
                <a:lnTo>
                  <a:pt x="4253885" y="985090"/>
                </a:lnTo>
                <a:lnTo>
                  <a:pt x="4259149" y="990346"/>
                </a:lnTo>
                <a:lnTo>
                  <a:pt x="4272151" y="990346"/>
                </a:lnTo>
                <a:lnTo>
                  <a:pt x="4277414" y="985090"/>
                </a:lnTo>
                <a:lnTo>
                  <a:pt x="4277414" y="972107"/>
                </a:lnTo>
                <a:lnTo>
                  <a:pt x="4272151" y="966850"/>
                </a:lnTo>
                <a:close/>
              </a:path>
              <a:path extrusionOk="0" h="1607820" w="4617085">
                <a:moveTo>
                  <a:pt x="29377" y="1251604"/>
                </a:moveTo>
                <a:lnTo>
                  <a:pt x="17935" y="1253910"/>
                </a:lnTo>
                <a:lnTo>
                  <a:pt x="8598" y="1260198"/>
                </a:lnTo>
                <a:lnTo>
                  <a:pt x="2306" y="1269525"/>
                </a:lnTo>
                <a:lnTo>
                  <a:pt x="0" y="1280948"/>
                </a:lnTo>
                <a:lnTo>
                  <a:pt x="2306" y="1292371"/>
                </a:lnTo>
                <a:lnTo>
                  <a:pt x="8598" y="1301698"/>
                </a:lnTo>
                <a:lnTo>
                  <a:pt x="17935" y="1307987"/>
                </a:lnTo>
                <a:lnTo>
                  <a:pt x="29377" y="1310292"/>
                </a:lnTo>
                <a:lnTo>
                  <a:pt x="40793" y="1307987"/>
                </a:lnTo>
                <a:lnTo>
                  <a:pt x="50117" y="1301698"/>
                </a:lnTo>
                <a:lnTo>
                  <a:pt x="56404" y="1292371"/>
                </a:lnTo>
                <a:lnTo>
                  <a:pt x="58710" y="1280948"/>
                </a:lnTo>
                <a:lnTo>
                  <a:pt x="56404" y="1269525"/>
                </a:lnTo>
                <a:lnTo>
                  <a:pt x="50117" y="1260198"/>
                </a:lnTo>
                <a:lnTo>
                  <a:pt x="40793" y="1253910"/>
                </a:lnTo>
                <a:lnTo>
                  <a:pt x="29377" y="1251604"/>
                </a:lnTo>
                <a:close/>
              </a:path>
              <a:path extrusionOk="0" h="1607820" w="4617085">
                <a:moveTo>
                  <a:pt x="331970" y="1248244"/>
                </a:moveTo>
                <a:lnTo>
                  <a:pt x="319222" y="1250815"/>
                </a:lnTo>
                <a:lnTo>
                  <a:pt x="308812" y="1257825"/>
                </a:lnTo>
                <a:lnTo>
                  <a:pt x="301792" y="1268221"/>
                </a:lnTo>
                <a:lnTo>
                  <a:pt x="299218" y="1280948"/>
                </a:lnTo>
                <a:lnTo>
                  <a:pt x="301792" y="1293675"/>
                </a:lnTo>
                <a:lnTo>
                  <a:pt x="308812" y="1304071"/>
                </a:lnTo>
                <a:lnTo>
                  <a:pt x="319222" y="1311082"/>
                </a:lnTo>
                <a:lnTo>
                  <a:pt x="331970" y="1313653"/>
                </a:lnTo>
                <a:lnTo>
                  <a:pt x="344691" y="1311082"/>
                </a:lnTo>
                <a:lnTo>
                  <a:pt x="355088" y="1304071"/>
                </a:lnTo>
                <a:lnTo>
                  <a:pt x="362103" y="1293675"/>
                </a:lnTo>
                <a:lnTo>
                  <a:pt x="364676" y="1280948"/>
                </a:lnTo>
                <a:lnTo>
                  <a:pt x="362103" y="1268221"/>
                </a:lnTo>
                <a:lnTo>
                  <a:pt x="355088" y="1257825"/>
                </a:lnTo>
                <a:lnTo>
                  <a:pt x="344691" y="1250815"/>
                </a:lnTo>
                <a:lnTo>
                  <a:pt x="331970" y="1248244"/>
                </a:lnTo>
                <a:close/>
              </a:path>
              <a:path extrusionOk="0" h="1607820" w="4617085">
                <a:moveTo>
                  <a:pt x="634562" y="1245759"/>
                </a:moveTo>
                <a:lnTo>
                  <a:pt x="620833" y="1248528"/>
                </a:lnTo>
                <a:lnTo>
                  <a:pt x="609622" y="1256075"/>
                </a:lnTo>
                <a:lnTo>
                  <a:pt x="602063" y="1267266"/>
                </a:lnTo>
                <a:lnTo>
                  <a:pt x="599291" y="1280966"/>
                </a:lnTo>
                <a:lnTo>
                  <a:pt x="602063" y="1294665"/>
                </a:lnTo>
                <a:lnTo>
                  <a:pt x="609622" y="1305855"/>
                </a:lnTo>
                <a:lnTo>
                  <a:pt x="620833" y="1313401"/>
                </a:lnTo>
                <a:lnTo>
                  <a:pt x="634562" y="1316169"/>
                </a:lnTo>
                <a:lnTo>
                  <a:pt x="648265" y="1313401"/>
                </a:lnTo>
                <a:lnTo>
                  <a:pt x="659463" y="1305855"/>
                </a:lnTo>
                <a:lnTo>
                  <a:pt x="667017" y="1294665"/>
                </a:lnTo>
                <a:lnTo>
                  <a:pt x="669788" y="1280966"/>
                </a:lnTo>
                <a:lnTo>
                  <a:pt x="667017" y="1267266"/>
                </a:lnTo>
                <a:lnTo>
                  <a:pt x="659463" y="1256075"/>
                </a:lnTo>
                <a:lnTo>
                  <a:pt x="648265" y="1248528"/>
                </a:lnTo>
                <a:lnTo>
                  <a:pt x="634562" y="1245759"/>
                </a:lnTo>
                <a:close/>
              </a:path>
              <a:path extrusionOk="0" h="1607820" w="4617085">
                <a:moveTo>
                  <a:pt x="937110" y="1243239"/>
                </a:moveTo>
                <a:lnTo>
                  <a:pt x="922424" y="1246205"/>
                </a:lnTo>
                <a:lnTo>
                  <a:pt x="910426" y="1254291"/>
                </a:lnTo>
                <a:lnTo>
                  <a:pt x="902333" y="1266283"/>
                </a:lnTo>
                <a:lnTo>
                  <a:pt x="899364" y="1280966"/>
                </a:lnTo>
                <a:lnTo>
                  <a:pt x="902333" y="1295647"/>
                </a:lnTo>
                <a:lnTo>
                  <a:pt x="910426" y="1307638"/>
                </a:lnTo>
                <a:lnTo>
                  <a:pt x="922424" y="1315723"/>
                </a:lnTo>
                <a:lnTo>
                  <a:pt x="937110" y="1318689"/>
                </a:lnTo>
                <a:lnTo>
                  <a:pt x="951821" y="1315723"/>
                </a:lnTo>
                <a:lnTo>
                  <a:pt x="963833" y="1307638"/>
                </a:lnTo>
                <a:lnTo>
                  <a:pt x="971931" y="1295647"/>
                </a:lnTo>
                <a:lnTo>
                  <a:pt x="974900" y="1280966"/>
                </a:lnTo>
                <a:lnTo>
                  <a:pt x="971931" y="1266283"/>
                </a:lnTo>
                <a:lnTo>
                  <a:pt x="963833" y="1254291"/>
                </a:lnTo>
                <a:lnTo>
                  <a:pt x="951821" y="1246205"/>
                </a:lnTo>
                <a:lnTo>
                  <a:pt x="937110" y="1243239"/>
                </a:lnTo>
                <a:close/>
              </a:path>
              <a:path extrusionOk="0" h="1607820" w="4617085">
                <a:moveTo>
                  <a:pt x="1239702" y="1239879"/>
                </a:moveTo>
                <a:lnTo>
                  <a:pt x="1223719" y="1243107"/>
                </a:lnTo>
                <a:lnTo>
                  <a:pt x="1210662" y="1251912"/>
                </a:lnTo>
                <a:lnTo>
                  <a:pt x="1201857" y="1264972"/>
                </a:lnTo>
                <a:lnTo>
                  <a:pt x="1198628" y="1280966"/>
                </a:lnTo>
                <a:lnTo>
                  <a:pt x="1201857" y="1296958"/>
                </a:lnTo>
                <a:lnTo>
                  <a:pt x="1210662" y="1310017"/>
                </a:lnTo>
                <a:lnTo>
                  <a:pt x="1223719" y="1318821"/>
                </a:lnTo>
                <a:lnTo>
                  <a:pt x="1239702" y="1322049"/>
                </a:lnTo>
                <a:lnTo>
                  <a:pt x="1255719" y="1318821"/>
                </a:lnTo>
                <a:lnTo>
                  <a:pt x="1268804" y="1310017"/>
                </a:lnTo>
                <a:lnTo>
                  <a:pt x="1277630" y="1296958"/>
                </a:lnTo>
                <a:lnTo>
                  <a:pt x="1280867" y="1280966"/>
                </a:lnTo>
                <a:lnTo>
                  <a:pt x="1277630" y="1264972"/>
                </a:lnTo>
                <a:lnTo>
                  <a:pt x="1268804" y="1251912"/>
                </a:lnTo>
                <a:lnTo>
                  <a:pt x="1255719" y="1243107"/>
                </a:lnTo>
                <a:lnTo>
                  <a:pt x="1239702" y="1239879"/>
                </a:lnTo>
                <a:close/>
              </a:path>
              <a:path extrusionOk="0" h="1607820" w="4617085">
                <a:moveTo>
                  <a:pt x="1542295" y="1237395"/>
                </a:moveTo>
                <a:lnTo>
                  <a:pt x="1525329" y="1240820"/>
                </a:lnTo>
                <a:lnTo>
                  <a:pt x="1511472" y="1250161"/>
                </a:lnTo>
                <a:lnTo>
                  <a:pt x="1502128" y="1264015"/>
                </a:lnTo>
                <a:lnTo>
                  <a:pt x="1498701" y="1280980"/>
                </a:lnTo>
                <a:lnTo>
                  <a:pt x="1502128" y="1297945"/>
                </a:lnTo>
                <a:lnTo>
                  <a:pt x="1511472" y="1311801"/>
                </a:lnTo>
                <a:lnTo>
                  <a:pt x="1525329" y="1321143"/>
                </a:lnTo>
                <a:lnTo>
                  <a:pt x="1542295" y="1324569"/>
                </a:lnTo>
                <a:lnTo>
                  <a:pt x="1559286" y="1321143"/>
                </a:lnTo>
                <a:lnTo>
                  <a:pt x="1573157" y="1311801"/>
                </a:lnTo>
                <a:lnTo>
                  <a:pt x="1582506" y="1297945"/>
                </a:lnTo>
                <a:lnTo>
                  <a:pt x="1585933" y="1280980"/>
                </a:lnTo>
                <a:lnTo>
                  <a:pt x="1582506" y="1264015"/>
                </a:lnTo>
                <a:lnTo>
                  <a:pt x="1573157" y="1250161"/>
                </a:lnTo>
                <a:lnTo>
                  <a:pt x="1559286" y="1240820"/>
                </a:lnTo>
                <a:lnTo>
                  <a:pt x="1542295" y="1237395"/>
                </a:lnTo>
                <a:close/>
              </a:path>
              <a:path extrusionOk="0" h="1607820" w="4617085">
                <a:moveTo>
                  <a:pt x="1844887" y="1234875"/>
                </a:moveTo>
                <a:lnTo>
                  <a:pt x="1826940" y="1238498"/>
                </a:lnTo>
                <a:lnTo>
                  <a:pt x="1812282" y="1248380"/>
                </a:lnTo>
                <a:lnTo>
                  <a:pt x="1802398" y="1263036"/>
                </a:lnTo>
                <a:lnTo>
                  <a:pt x="1798774" y="1280980"/>
                </a:lnTo>
                <a:lnTo>
                  <a:pt x="1802398" y="1298929"/>
                </a:lnTo>
                <a:lnTo>
                  <a:pt x="1812282" y="1313585"/>
                </a:lnTo>
                <a:lnTo>
                  <a:pt x="1826940" y="1323466"/>
                </a:lnTo>
                <a:lnTo>
                  <a:pt x="1844887" y="1327090"/>
                </a:lnTo>
                <a:lnTo>
                  <a:pt x="1862861" y="1323466"/>
                </a:lnTo>
                <a:lnTo>
                  <a:pt x="1877532" y="1313585"/>
                </a:lnTo>
                <a:lnTo>
                  <a:pt x="1887420" y="1298929"/>
                </a:lnTo>
                <a:lnTo>
                  <a:pt x="1891045" y="1280980"/>
                </a:lnTo>
                <a:lnTo>
                  <a:pt x="1887420" y="1263036"/>
                </a:lnTo>
                <a:lnTo>
                  <a:pt x="1877532" y="1248380"/>
                </a:lnTo>
                <a:lnTo>
                  <a:pt x="1862861" y="1238498"/>
                </a:lnTo>
                <a:lnTo>
                  <a:pt x="1844887" y="1234875"/>
                </a:lnTo>
                <a:close/>
              </a:path>
              <a:path extrusionOk="0" h="1607820" w="4617085">
                <a:moveTo>
                  <a:pt x="2147480" y="1232354"/>
                </a:moveTo>
                <a:lnTo>
                  <a:pt x="2128550" y="1236176"/>
                </a:lnTo>
                <a:lnTo>
                  <a:pt x="2113092" y="1246596"/>
                </a:lnTo>
                <a:lnTo>
                  <a:pt x="2102669" y="1262053"/>
                </a:lnTo>
                <a:lnTo>
                  <a:pt x="2098847" y="1280980"/>
                </a:lnTo>
                <a:lnTo>
                  <a:pt x="2102669" y="1299909"/>
                </a:lnTo>
                <a:lnTo>
                  <a:pt x="2113092" y="1315365"/>
                </a:lnTo>
                <a:lnTo>
                  <a:pt x="2128550" y="1325785"/>
                </a:lnTo>
                <a:lnTo>
                  <a:pt x="2147480" y="1329606"/>
                </a:lnTo>
                <a:lnTo>
                  <a:pt x="2166442" y="1325785"/>
                </a:lnTo>
                <a:lnTo>
                  <a:pt x="2181930" y="1315365"/>
                </a:lnTo>
                <a:lnTo>
                  <a:pt x="2192373" y="1299909"/>
                </a:lnTo>
                <a:lnTo>
                  <a:pt x="2196202" y="1280980"/>
                </a:lnTo>
                <a:lnTo>
                  <a:pt x="2192373" y="1262053"/>
                </a:lnTo>
                <a:lnTo>
                  <a:pt x="2181930" y="1246596"/>
                </a:lnTo>
                <a:lnTo>
                  <a:pt x="2166442" y="1236176"/>
                </a:lnTo>
                <a:lnTo>
                  <a:pt x="2147480" y="1232354"/>
                </a:lnTo>
                <a:close/>
              </a:path>
              <a:path extrusionOk="0" h="1607820" w="4617085">
                <a:moveTo>
                  <a:pt x="2450072" y="1229834"/>
                </a:moveTo>
                <a:lnTo>
                  <a:pt x="2430161" y="1233853"/>
                </a:lnTo>
                <a:lnTo>
                  <a:pt x="2413901" y="1244814"/>
                </a:lnTo>
                <a:lnTo>
                  <a:pt x="2402940" y="1261071"/>
                </a:lnTo>
                <a:lnTo>
                  <a:pt x="2398920" y="1280980"/>
                </a:lnTo>
                <a:lnTo>
                  <a:pt x="2402940" y="1300891"/>
                </a:lnTo>
                <a:lnTo>
                  <a:pt x="2413901" y="1317148"/>
                </a:lnTo>
                <a:lnTo>
                  <a:pt x="2430161" y="1328107"/>
                </a:lnTo>
                <a:lnTo>
                  <a:pt x="2450072" y="1332126"/>
                </a:lnTo>
                <a:lnTo>
                  <a:pt x="2470017" y="1328107"/>
                </a:lnTo>
                <a:lnTo>
                  <a:pt x="2486305" y="1317148"/>
                </a:lnTo>
                <a:lnTo>
                  <a:pt x="2497287" y="1300891"/>
                </a:lnTo>
                <a:lnTo>
                  <a:pt x="2501314" y="1280980"/>
                </a:lnTo>
                <a:lnTo>
                  <a:pt x="2497287" y="1261071"/>
                </a:lnTo>
                <a:lnTo>
                  <a:pt x="2486305" y="1244814"/>
                </a:lnTo>
                <a:lnTo>
                  <a:pt x="2470017" y="1233853"/>
                </a:lnTo>
                <a:lnTo>
                  <a:pt x="2450072" y="1229834"/>
                </a:lnTo>
                <a:close/>
              </a:path>
              <a:path extrusionOk="0" h="1607820" w="4617085">
                <a:moveTo>
                  <a:pt x="2752665" y="1229834"/>
                </a:moveTo>
                <a:lnTo>
                  <a:pt x="2732753" y="1233853"/>
                </a:lnTo>
                <a:lnTo>
                  <a:pt x="2716494" y="1244814"/>
                </a:lnTo>
                <a:lnTo>
                  <a:pt x="2705532" y="1261071"/>
                </a:lnTo>
                <a:lnTo>
                  <a:pt x="2701513" y="1280980"/>
                </a:lnTo>
                <a:lnTo>
                  <a:pt x="2705532" y="1300891"/>
                </a:lnTo>
                <a:lnTo>
                  <a:pt x="2716494" y="1317148"/>
                </a:lnTo>
                <a:lnTo>
                  <a:pt x="2732753" y="1328107"/>
                </a:lnTo>
                <a:lnTo>
                  <a:pt x="2752665" y="1332126"/>
                </a:lnTo>
                <a:lnTo>
                  <a:pt x="2772609" y="1328107"/>
                </a:lnTo>
                <a:lnTo>
                  <a:pt x="2788897" y="1317148"/>
                </a:lnTo>
                <a:lnTo>
                  <a:pt x="2799879" y="1300891"/>
                </a:lnTo>
                <a:lnTo>
                  <a:pt x="2803907" y="1280980"/>
                </a:lnTo>
                <a:lnTo>
                  <a:pt x="2799879" y="1261071"/>
                </a:lnTo>
                <a:lnTo>
                  <a:pt x="2788897" y="1244814"/>
                </a:lnTo>
                <a:lnTo>
                  <a:pt x="2772609" y="1233853"/>
                </a:lnTo>
                <a:lnTo>
                  <a:pt x="2752665" y="1229834"/>
                </a:lnTo>
                <a:close/>
              </a:path>
              <a:path extrusionOk="0" h="1607820" w="4617085">
                <a:moveTo>
                  <a:pt x="3055302" y="1235733"/>
                </a:moveTo>
                <a:lnTo>
                  <a:pt x="3037671" y="1239291"/>
                </a:lnTo>
                <a:lnTo>
                  <a:pt x="3023270" y="1248994"/>
                </a:lnTo>
                <a:lnTo>
                  <a:pt x="3013560" y="1263382"/>
                </a:lnTo>
                <a:lnTo>
                  <a:pt x="3009999" y="1280998"/>
                </a:lnTo>
                <a:lnTo>
                  <a:pt x="3013560" y="1298616"/>
                </a:lnTo>
                <a:lnTo>
                  <a:pt x="3023270" y="1313004"/>
                </a:lnTo>
                <a:lnTo>
                  <a:pt x="3037671" y="1322706"/>
                </a:lnTo>
                <a:lnTo>
                  <a:pt x="3055302" y="1326263"/>
                </a:lnTo>
                <a:lnTo>
                  <a:pt x="3072933" y="1322706"/>
                </a:lnTo>
                <a:lnTo>
                  <a:pt x="3087334" y="1313004"/>
                </a:lnTo>
                <a:lnTo>
                  <a:pt x="3097044" y="1298616"/>
                </a:lnTo>
                <a:lnTo>
                  <a:pt x="3100606" y="1280998"/>
                </a:lnTo>
                <a:lnTo>
                  <a:pt x="3097044" y="1263382"/>
                </a:lnTo>
                <a:lnTo>
                  <a:pt x="3087334" y="1248994"/>
                </a:lnTo>
                <a:lnTo>
                  <a:pt x="3072933" y="1239291"/>
                </a:lnTo>
                <a:lnTo>
                  <a:pt x="3055302" y="1235733"/>
                </a:lnTo>
                <a:close/>
              </a:path>
              <a:path extrusionOk="0" h="1607820" w="4617085">
                <a:moveTo>
                  <a:pt x="3357895" y="1249956"/>
                </a:moveTo>
                <a:lnTo>
                  <a:pt x="3345787" y="1252395"/>
                </a:lnTo>
                <a:lnTo>
                  <a:pt x="3335907" y="1259044"/>
                </a:lnTo>
                <a:lnTo>
                  <a:pt x="3329248" y="1268906"/>
                </a:lnTo>
                <a:lnTo>
                  <a:pt x="3326808" y="1280980"/>
                </a:lnTo>
                <a:lnTo>
                  <a:pt x="3329248" y="1293056"/>
                </a:lnTo>
                <a:lnTo>
                  <a:pt x="3335907" y="1302918"/>
                </a:lnTo>
                <a:lnTo>
                  <a:pt x="3345787" y="1309567"/>
                </a:lnTo>
                <a:lnTo>
                  <a:pt x="3357895" y="1312005"/>
                </a:lnTo>
                <a:lnTo>
                  <a:pt x="3369976" y="1309567"/>
                </a:lnTo>
                <a:lnTo>
                  <a:pt x="3379843" y="1302918"/>
                </a:lnTo>
                <a:lnTo>
                  <a:pt x="3386497" y="1293056"/>
                </a:lnTo>
                <a:lnTo>
                  <a:pt x="3388937" y="1280980"/>
                </a:lnTo>
                <a:lnTo>
                  <a:pt x="3386497" y="1268906"/>
                </a:lnTo>
                <a:lnTo>
                  <a:pt x="3379843" y="1259044"/>
                </a:lnTo>
                <a:lnTo>
                  <a:pt x="3369976" y="1252395"/>
                </a:lnTo>
                <a:lnTo>
                  <a:pt x="3357895" y="1249956"/>
                </a:lnTo>
                <a:close/>
              </a:path>
              <a:path extrusionOk="0" h="1607820" w="4617085">
                <a:moveTo>
                  <a:pt x="3667460" y="1268402"/>
                </a:moveTo>
                <a:lnTo>
                  <a:pt x="3653514" y="1268402"/>
                </a:lnTo>
                <a:lnTo>
                  <a:pt x="3647890" y="1274026"/>
                </a:lnTo>
                <a:lnTo>
                  <a:pt x="3647890" y="1287934"/>
                </a:lnTo>
                <a:lnTo>
                  <a:pt x="3653514" y="1293563"/>
                </a:lnTo>
                <a:lnTo>
                  <a:pt x="3667415" y="1293563"/>
                </a:lnTo>
                <a:lnTo>
                  <a:pt x="3673084" y="1287935"/>
                </a:lnTo>
                <a:lnTo>
                  <a:pt x="3673084" y="1274026"/>
                </a:lnTo>
                <a:lnTo>
                  <a:pt x="3667460" y="1268402"/>
                </a:lnTo>
                <a:close/>
              </a:path>
              <a:path extrusionOk="0" h="1607820" w="4617085">
                <a:moveTo>
                  <a:pt x="39095" y="1565753"/>
                </a:moveTo>
                <a:lnTo>
                  <a:pt x="19615" y="1565753"/>
                </a:lnTo>
                <a:lnTo>
                  <a:pt x="11742" y="1573631"/>
                </a:lnTo>
                <a:lnTo>
                  <a:pt x="11742" y="1593081"/>
                </a:lnTo>
                <a:lnTo>
                  <a:pt x="19615" y="1600959"/>
                </a:lnTo>
                <a:lnTo>
                  <a:pt x="39095" y="1600959"/>
                </a:lnTo>
                <a:lnTo>
                  <a:pt x="46968" y="1593081"/>
                </a:lnTo>
                <a:lnTo>
                  <a:pt x="46968" y="1573631"/>
                </a:lnTo>
                <a:lnTo>
                  <a:pt x="39095" y="1565753"/>
                </a:lnTo>
                <a:close/>
              </a:path>
              <a:path extrusionOk="0" h="1607820" w="4617085">
                <a:moveTo>
                  <a:pt x="331970" y="1562396"/>
                </a:moveTo>
                <a:lnTo>
                  <a:pt x="323790" y="1564043"/>
                </a:lnTo>
                <a:lnTo>
                  <a:pt x="317112" y="1568535"/>
                </a:lnTo>
                <a:lnTo>
                  <a:pt x="312610" y="1575197"/>
                </a:lnTo>
                <a:lnTo>
                  <a:pt x="310960" y="1583354"/>
                </a:lnTo>
                <a:lnTo>
                  <a:pt x="312610" y="1591513"/>
                </a:lnTo>
                <a:lnTo>
                  <a:pt x="317112" y="1598176"/>
                </a:lnTo>
                <a:lnTo>
                  <a:pt x="323790" y="1602670"/>
                </a:lnTo>
                <a:lnTo>
                  <a:pt x="331970" y="1604318"/>
                </a:lnTo>
                <a:lnTo>
                  <a:pt x="340123" y="1602670"/>
                </a:lnTo>
                <a:lnTo>
                  <a:pt x="346788" y="1598176"/>
                </a:lnTo>
                <a:lnTo>
                  <a:pt x="351284" y="1591513"/>
                </a:lnTo>
                <a:lnTo>
                  <a:pt x="352934" y="1583354"/>
                </a:lnTo>
                <a:lnTo>
                  <a:pt x="351284" y="1575197"/>
                </a:lnTo>
                <a:lnTo>
                  <a:pt x="346788" y="1568535"/>
                </a:lnTo>
                <a:lnTo>
                  <a:pt x="340123" y="1564043"/>
                </a:lnTo>
                <a:lnTo>
                  <a:pt x="331970" y="1562396"/>
                </a:lnTo>
                <a:close/>
              </a:path>
              <a:path extrusionOk="0" h="1607820" w="4617085">
                <a:moveTo>
                  <a:pt x="634562" y="1560712"/>
                </a:moveTo>
                <a:lnTo>
                  <a:pt x="625724" y="1562490"/>
                </a:lnTo>
                <a:lnTo>
                  <a:pt x="618518" y="1567340"/>
                </a:lnTo>
                <a:lnTo>
                  <a:pt x="613666" y="1574537"/>
                </a:lnTo>
                <a:lnTo>
                  <a:pt x="611888" y="1583354"/>
                </a:lnTo>
                <a:lnTo>
                  <a:pt x="613666" y="1592171"/>
                </a:lnTo>
                <a:lnTo>
                  <a:pt x="618518" y="1599368"/>
                </a:lnTo>
                <a:lnTo>
                  <a:pt x="625724" y="1604218"/>
                </a:lnTo>
                <a:lnTo>
                  <a:pt x="634562" y="1605996"/>
                </a:lnTo>
                <a:lnTo>
                  <a:pt x="643374" y="1604218"/>
                </a:lnTo>
                <a:lnTo>
                  <a:pt x="650567" y="1599368"/>
                </a:lnTo>
                <a:lnTo>
                  <a:pt x="655414" y="1592171"/>
                </a:lnTo>
                <a:lnTo>
                  <a:pt x="657191" y="1583354"/>
                </a:lnTo>
                <a:lnTo>
                  <a:pt x="655414" y="1574537"/>
                </a:lnTo>
                <a:lnTo>
                  <a:pt x="650567" y="1567340"/>
                </a:lnTo>
                <a:lnTo>
                  <a:pt x="643374" y="1562490"/>
                </a:lnTo>
                <a:lnTo>
                  <a:pt x="634562" y="1560712"/>
                </a:lnTo>
                <a:close/>
              </a:path>
              <a:path extrusionOk="0" h="1607820" w="4617085">
                <a:moveTo>
                  <a:pt x="937110" y="1560712"/>
                </a:moveTo>
                <a:lnTo>
                  <a:pt x="928298" y="1562490"/>
                </a:lnTo>
                <a:lnTo>
                  <a:pt x="921105" y="1567340"/>
                </a:lnTo>
                <a:lnTo>
                  <a:pt x="916257" y="1574537"/>
                </a:lnTo>
                <a:lnTo>
                  <a:pt x="914480" y="1583355"/>
                </a:lnTo>
                <a:lnTo>
                  <a:pt x="916257" y="1592171"/>
                </a:lnTo>
                <a:lnTo>
                  <a:pt x="921105" y="1599368"/>
                </a:lnTo>
                <a:lnTo>
                  <a:pt x="928298" y="1604218"/>
                </a:lnTo>
                <a:lnTo>
                  <a:pt x="937110" y="1605996"/>
                </a:lnTo>
                <a:lnTo>
                  <a:pt x="945948" y="1604218"/>
                </a:lnTo>
                <a:lnTo>
                  <a:pt x="953154" y="1599368"/>
                </a:lnTo>
                <a:lnTo>
                  <a:pt x="958006" y="1592171"/>
                </a:lnTo>
                <a:lnTo>
                  <a:pt x="959784" y="1583355"/>
                </a:lnTo>
                <a:lnTo>
                  <a:pt x="958006" y="1574537"/>
                </a:lnTo>
                <a:lnTo>
                  <a:pt x="953154" y="1567340"/>
                </a:lnTo>
                <a:lnTo>
                  <a:pt x="945948" y="1562490"/>
                </a:lnTo>
                <a:lnTo>
                  <a:pt x="937110" y="1560712"/>
                </a:lnTo>
                <a:close/>
              </a:path>
              <a:path extrusionOk="0" h="1607820" w="4617085">
                <a:moveTo>
                  <a:pt x="1239702" y="1559067"/>
                </a:moveTo>
                <a:lnTo>
                  <a:pt x="1230250" y="1560978"/>
                </a:lnTo>
                <a:lnTo>
                  <a:pt x="1222528" y="1566187"/>
                </a:lnTo>
                <a:lnTo>
                  <a:pt x="1217319" y="1573912"/>
                </a:lnTo>
                <a:lnTo>
                  <a:pt x="1215408" y="1583371"/>
                </a:lnTo>
                <a:lnTo>
                  <a:pt x="1217319" y="1592831"/>
                </a:lnTo>
                <a:lnTo>
                  <a:pt x="1222528" y="1600557"/>
                </a:lnTo>
                <a:lnTo>
                  <a:pt x="1230250" y="1605767"/>
                </a:lnTo>
                <a:lnTo>
                  <a:pt x="1239702" y="1607677"/>
                </a:lnTo>
                <a:lnTo>
                  <a:pt x="1249180" y="1605767"/>
                </a:lnTo>
                <a:lnTo>
                  <a:pt x="1256916" y="1600557"/>
                </a:lnTo>
                <a:lnTo>
                  <a:pt x="1262130" y="1592831"/>
                </a:lnTo>
                <a:lnTo>
                  <a:pt x="1264041" y="1583371"/>
                </a:lnTo>
                <a:lnTo>
                  <a:pt x="1262130" y="1573912"/>
                </a:lnTo>
                <a:lnTo>
                  <a:pt x="1256916" y="1566187"/>
                </a:lnTo>
                <a:lnTo>
                  <a:pt x="1249180" y="1560978"/>
                </a:lnTo>
                <a:lnTo>
                  <a:pt x="1239702" y="1559067"/>
                </a:lnTo>
                <a:close/>
              </a:path>
              <a:path extrusionOk="0" h="1607820" w="4617085">
                <a:moveTo>
                  <a:pt x="1542295" y="1560712"/>
                </a:moveTo>
                <a:lnTo>
                  <a:pt x="1533483" y="1562490"/>
                </a:lnTo>
                <a:lnTo>
                  <a:pt x="1526290" y="1567341"/>
                </a:lnTo>
                <a:lnTo>
                  <a:pt x="1521443" y="1574538"/>
                </a:lnTo>
                <a:lnTo>
                  <a:pt x="1519665" y="1583355"/>
                </a:lnTo>
                <a:lnTo>
                  <a:pt x="1521443" y="1592171"/>
                </a:lnTo>
                <a:lnTo>
                  <a:pt x="1526290" y="1599368"/>
                </a:lnTo>
                <a:lnTo>
                  <a:pt x="1533483" y="1604218"/>
                </a:lnTo>
                <a:lnTo>
                  <a:pt x="1542295" y="1605996"/>
                </a:lnTo>
                <a:lnTo>
                  <a:pt x="1551133" y="1604218"/>
                </a:lnTo>
                <a:lnTo>
                  <a:pt x="1558339" y="1599368"/>
                </a:lnTo>
                <a:lnTo>
                  <a:pt x="1563191" y="1592171"/>
                </a:lnTo>
                <a:lnTo>
                  <a:pt x="1564969" y="1583355"/>
                </a:lnTo>
                <a:lnTo>
                  <a:pt x="1563191" y="1574538"/>
                </a:lnTo>
                <a:lnTo>
                  <a:pt x="1558339" y="1567341"/>
                </a:lnTo>
                <a:lnTo>
                  <a:pt x="1551133" y="1562490"/>
                </a:lnTo>
                <a:lnTo>
                  <a:pt x="1542295" y="1560712"/>
                </a:lnTo>
                <a:close/>
              </a:path>
              <a:path extrusionOk="0" h="1607820" w="4617085">
                <a:moveTo>
                  <a:pt x="1844887" y="1563232"/>
                </a:moveTo>
                <a:lnTo>
                  <a:pt x="1837076" y="1564813"/>
                </a:lnTo>
                <a:lnTo>
                  <a:pt x="1830682" y="1569124"/>
                </a:lnTo>
                <a:lnTo>
                  <a:pt x="1826363" y="1575520"/>
                </a:lnTo>
                <a:lnTo>
                  <a:pt x="1824777" y="1583355"/>
                </a:lnTo>
                <a:lnTo>
                  <a:pt x="1826363" y="1591190"/>
                </a:lnTo>
                <a:lnTo>
                  <a:pt x="1830682" y="1597587"/>
                </a:lnTo>
                <a:lnTo>
                  <a:pt x="1837076" y="1601899"/>
                </a:lnTo>
                <a:lnTo>
                  <a:pt x="1844887" y="1603480"/>
                </a:lnTo>
                <a:lnTo>
                  <a:pt x="1852743" y="1601899"/>
                </a:lnTo>
                <a:lnTo>
                  <a:pt x="1859149" y="1597587"/>
                </a:lnTo>
                <a:lnTo>
                  <a:pt x="1863462" y="1591190"/>
                </a:lnTo>
                <a:lnTo>
                  <a:pt x="1865042" y="1583355"/>
                </a:lnTo>
                <a:lnTo>
                  <a:pt x="1863462" y="1575520"/>
                </a:lnTo>
                <a:lnTo>
                  <a:pt x="1859149" y="1569124"/>
                </a:lnTo>
                <a:lnTo>
                  <a:pt x="1852743" y="1564813"/>
                </a:lnTo>
                <a:lnTo>
                  <a:pt x="1844887" y="1563232"/>
                </a:lnTo>
                <a:close/>
              </a:path>
              <a:path extrusionOk="0" h="1607820" w="4617085">
                <a:moveTo>
                  <a:pt x="2156297" y="1567431"/>
                </a:moveTo>
                <a:lnTo>
                  <a:pt x="2138707" y="1567431"/>
                </a:lnTo>
                <a:lnTo>
                  <a:pt x="2131554" y="1574571"/>
                </a:lnTo>
                <a:lnTo>
                  <a:pt x="2131554" y="1592138"/>
                </a:lnTo>
                <a:lnTo>
                  <a:pt x="2138707" y="1599278"/>
                </a:lnTo>
                <a:lnTo>
                  <a:pt x="2156297" y="1599278"/>
                </a:lnTo>
                <a:lnTo>
                  <a:pt x="2163451" y="1592138"/>
                </a:lnTo>
                <a:lnTo>
                  <a:pt x="2163451" y="1574571"/>
                </a:lnTo>
                <a:lnTo>
                  <a:pt x="2156297" y="1567431"/>
                </a:lnTo>
                <a:close/>
              </a:path>
              <a:path extrusionOk="0" h="1607820" w="4617085">
                <a:moveTo>
                  <a:pt x="2455651" y="1573294"/>
                </a:moveTo>
                <a:lnTo>
                  <a:pt x="2444539" y="1573294"/>
                </a:lnTo>
                <a:lnTo>
                  <a:pt x="2440040" y="1577795"/>
                </a:lnTo>
                <a:lnTo>
                  <a:pt x="2440040" y="1588914"/>
                </a:lnTo>
                <a:lnTo>
                  <a:pt x="2444539" y="1593419"/>
                </a:lnTo>
                <a:lnTo>
                  <a:pt x="2455651" y="1593419"/>
                </a:lnTo>
                <a:lnTo>
                  <a:pt x="2460195" y="1588914"/>
                </a:lnTo>
                <a:lnTo>
                  <a:pt x="2460195" y="1577795"/>
                </a:lnTo>
                <a:lnTo>
                  <a:pt x="2455651" y="1573294"/>
                </a:lnTo>
                <a:close/>
              </a:path>
              <a:path extrusionOk="0" h="1607820" w="4617085">
                <a:moveTo>
                  <a:pt x="2754554" y="1579995"/>
                </a:moveTo>
                <a:lnTo>
                  <a:pt x="2750820" y="1579995"/>
                </a:lnTo>
                <a:lnTo>
                  <a:pt x="2749336" y="1581491"/>
                </a:lnTo>
                <a:lnTo>
                  <a:pt x="2749336" y="1585218"/>
                </a:lnTo>
                <a:lnTo>
                  <a:pt x="2750820" y="1586714"/>
                </a:lnTo>
                <a:lnTo>
                  <a:pt x="2754554" y="1586714"/>
                </a:lnTo>
                <a:lnTo>
                  <a:pt x="2756039" y="1585218"/>
                </a:lnTo>
                <a:lnTo>
                  <a:pt x="2756039" y="1581491"/>
                </a:lnTo>
                <a:lnTo>
                  <a:pt x="2754554" y="1579995"/>
                </a:lnTo>
                <a:close/>
              </a:path>
            </a:pathLst>
          </a:custGeom>
          <a:solidFill>
            <a:srgbClr val="E9C6C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93" name="Google Shape;193;p12"/>
          <p:cNvSpPr txBox="1"/>
          <p:nvPr/>
        </p:nvSpPr>
        <p:spPr>
          <a:xfrm>
            <a:off x="1728851" y="817072"/>
            <a:ext cx="14998065" cy="5658485"/>
          </a:xfrm>
          <a:prstGeom prst="rect">
            <a:avLst/>
          </a:prstGeom>
          <a:noFill/>
          <a:ln>
            <a:noFill/>
          </a:ln>
        </p:spPr>
        <p:txBody>
          <a:bodyPr anchorCtr="0" anchor="t" bIns="0" lIns="0" spcFirstLastPara="1" rIns="0" wrap="square" tIns="683875">
            <a:spAutoFit/>
          </a:bodyPr>
          <a:lstStyle/>
          <a:p>
            <a:pPr indent="0" lvl="0" marL="0" marR="988060" rtl="0" algn="ctr">
              <a:lnSpc>
                <a:spcPct val="100000"/>
              </a:lnSpc>
              <a:spcBef>
                <a:spcPts val="0"/>
              </a:spcBef>
              <a:spcAft>
                <a:spcPts val="0"/>
              </a:spcAft>
              <a:buNone/>
            </a:pPr>
            <a:r>
              <a:rPr lang="es-GT" sz="8450">
                <a:latin typeface="Calibri"/>
                <a:ea typeface="Calibri"/>
                <a:cs typeface="Calibri"/>
                <a:sym typeface="Calibri"/>
              </a:rPr>
              <a:t>HT#1</a:t>
            </a:r>
            <a:endParaRPr sz="8450">
              <a:latin typeface="Calibri"/>
              <a:ea typeface="Calibri"/>
              <a:cs typeface="Calibri"/>
              <a:sym typeface="Calibri"/>
            </a:endParaRPr>
          </a:p>
          <a:p>
            <a:pPr indent="0" lvl="0" marL="12700" marR="5080" rtl="0" algn="l">
              <a:lnSpc>
                <a:spcPct val="100200"/>
              </a:lnSpc>
              <a:spcBef>
                <a:spcPts val="2025"/>
              </a:spcBef>
              <a:spcAft>
                <a:spcPts val="0"/>
              </a:spcAft>
              <a:buNone/>
            </a:pPr>
            <a:r>
              <a:rPr lang="es-GT" sz="3200">
                <a:latin typeface="Calibri"/>
                <a:ea typeface="Calibri"/>
                <a:cs typeface="Calibri"/>
                <a:sym typeface="Calibri"/>
              </a:rPr>
              <a:t>Cada </a:t>
            </a:r>
            <a:r>
              <a:rPr b="1" lang="es-GT" sz="3200">
                <a:latin typeface="Calibri"/>
                <a:ea typeface="Calibri"/>
                <a:cs typeface="Calibri"/>
                <a:sym typeface="Calibri"/>
              </a:rPr>
              <a:t>facultad </a:t>
            </a:r>
            <a:r>
              <a:rPr lang="es-GT" sz="3200">
                <a:latin typeface="Calibri"/>
                <a:ea typeface="Calibri"/>
                <a:cs typeface="Calibri"/>
                <a:sym typeface="Calibri"/>
              </a:rPr>
              <a:t>puede ofrecer múltiples </a:t>
            </a:r>
            <a:r>
              <a:rPr b="1" lang="es-GT" sz="3200">
                <a:latin typeface="Calibri"/>
                <a:ea typeface="Calibri"/>
                <a:cs typeface="Calibri"/>
                <a:sym typeface="Calibri"/>
              </a:rPr>
              <a:t>carreras</a:t>
            </a:r>
            <a:r>
              <a:rPr lang="es-GT" sz="3200">
                <a:latin typeface="Calibri"/>
                <a:ea typeface="Calibri"/>
                <a:cs typeface="Calibri"/>
                <a:sym typeface="Calibri"/>
              </a:rPr>
              <a:t>, pero cada carrera pertenece únicamente a una facultad. Esto permite organizar mejor la estructura académica de la universidad, asegurando que todas las carreras estén correctamente asignadas a la facultad correspondiente. Con base a esto diseñe el modelo entidad relación para relacionar estas entiedades.</a:t>
            </a:r>
            <a:endParaRPr sz="3200">
              <a:latin typeface="Calibri"/>
              <a:ea typeface="Calibri"/>
              <a:cs typeface="Calibri"/>
              <a:sym typeface="Calibri"/>
            </a:endParaRPr>
          </a:p>
          <a:p>
            <a:pPr indent="0" lvl="0" marL="12700" rtl="0" algn="l">
              <a:lnSpc>
                <a:spcPct val="100000"/>
              </a:lnSpc>
              <a:spcBef>
                <a:spcPts val="3815"/>
              </a:spcBef>
              <a:spcAft>
                <a:spcPts val="0"/>
              </a:spcAft>
              <a:buNone/>
            </a:pPr>
            <a:r>
              <a:rPr lang="es-GT" sz="3200">
                <a:latin typeface="Calibri"/>
                <a:ea typeface="Calibri"/>
                <a:cs typeface="Calibri"/>
                <a:sym typeface="Calibri"/>
              </a:rPr>
              <a:t>Subir la imagen en el apartado de UEDI, ejemplo:</a:t>
            </a:r>
            <a:endParaRPr sz="3200">
              <a:latin typeface="Calibri"/>
              <a:ea typeface="Calibri"/>
              <a:cs typeface="Calibri"/>
              <a:sym typeface="Calibri"/>
            </a:endParaRPr>
          </a:p>
        </p:txBody>
      </p:sp>
      <p:pic>
        <p:nvPicPr>
          <p:cNvPr id="194" name="Google Shape;194;p12"/>
          <p:cNvPicPr preferRelativeResize="0"/>
          <p:nvPr/>
        </p:nvPicPr>
        <p:blipFill rotWithShape="1">
          <a:blip r:embed="rId3">
            <a:alphaModFix/>
          </a:blip>
          <a:srcRect b="0" l="0" r="0" t="0"/>
          <a:stretch/>
        </p:blipFill>
        <p:spPr>
          <a:xfrm>
            <a:off x="10296525" y="5143500"/>
            <a:ext cx="5572125" cy="3543300"/>
          </a:xfrm>
          <a:prstGeom prst="rect">
            <a:avLst/>
          </a:prstGeom>
          <a:noFill/>
          <a:ln>
            <a:noFill/>
          </a:ln>
        </p:spPr>
      </p:pic>
      <p:sp>
        <p:nvSpPr>
          <p:cNvPr id="195" name="Google Shape;195;p12"/>
          <p:cNvSpPr txBox="1"/>
          <p:nvPr/>
        </p:nvSpPr>
        <p:spPr>
          <a:xfrm>
            <a:off x="6889115" y="9171622"/>
            <a:ext cx="4925060" cy="4648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2700">
                <a:latin typeface="Tahoma"/>
                <a:ea typeface="Tahoma"/>
                <a:cs typeface="Tahoma"/>
                <a:sym typeface="Tahoma"/>
              </a:rPr>
              <a:t>Programación Comercial |1S2025</a:t>
            </a:r>
            <a:endParaRPr sz="2700">
              <a:latin typeface="Tahoma"/>
              <a:ea typeface="Tahoma"/>
              <a:cs typeface="Tahoma"/>
              <a:sym typeface="Tahom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9" name="Shape 199"/>
        <p:cNvGrpSpPr/>
        <p:nvPr/>
      </p:nvGrpSpPr>
      <p:grpSpPr>
        <a:xfrm>
          <a:off x="0" y="0"/>
          <a:ext cx="0" cy="0"/>
          <a:chOff x="0" y="0"/>
          <a:chExt cx="0" cy="0"/>
        </a:xfrm>
      </p:grpSpPr>
      <p:sp>
        <p:nvSpPr>
          <p:cNvPr id="200" name="Google Shape;200;p14"/>
          <p:cNvSpPr txBox="1"/>
          <p:nvPr>
            <p:ph type="ctrTitle"/>
          </p:nvPr>
        </p:nvSpPr>
        <p:spPr>
          <a:xfrm>
            <a:off x="2402314" y="2132811"/>
            <a:ext cx="12513944" cy="955039"/>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s-GT" sz="6100"/>
              <a:t>COMPETENCIA(S) QUE DESARROLLAREMOS</a:t>
            </a:r>
            <a:endParaRPr sz="6100"/>
          </a:p>
        </p:txBody>
      </p:sp>
      <p:sp>
        <p:nvSpPr>
          <p:cNvPr id="201" name="Google Shape;201;p14"/>
          <p:cNvSpPr txBox="1"/>
          <p:nvPr/>
        </p:nvSpPr>
        <p:spPr>
          <a:xfrm>
            <a:off x="2581872" y="3950364"/>
            <a:ext cx="12602700" cy="1435200"/>
          </a:xfrm>
          <a:prstGeom prst="rect">
            <a:avLst/>
          </a:prstGeom>
          <a:noFill/>
          <a:ln>
            <a:noFill/>
          </a:ln>
        </p:spPr>
        <p:txBody>
          <a:bodyPr anchorCtr="0" anchor="t" bIns="0" lIns="0" spcFirstLastPara="1" rIns="0" wrap="square" tIns="12700">
            <a:spAutoFit/>
          </a:bodyPr>
          <a:lstStyle/>
          <a:p>
            <a:pPr indent="-406400" lvl="0" marL="457200" rtl="0" algn="l">
              <a:lnSpc>
                <a:spcPct val="115000"/>
              </a:lnSpc>
              <a:spcBef>
                <a:spcPts val="0"/>
              </a:spcBef>
              <a:spcAft>
                <a:spcPts val="0"/>
              </a:spcAft>
              <a:buSzPts val="2800"/>
              <a:buChar char="●"/>
            </a:pPr>
            <a:r>
              <a:rPr lang="es-GT" sz="2800">
                <a:solidFill>
                  <a:schemeClr val="dk1"/>
                </a:solidFill>
              </a:rPr>
              <a:t>Recuerda los comandos básicos en Microsoft Access aplicando funciones de búsqueda y creación de consultas para realizar tareas de gestión de bases de datos</a:t>
            </a:r>
            <a:endParaRPr sz="2800">
              <a:solidFill>
                <a:srgbClr val="131416"/>
              </a:solidFill>
              <a:latin typeface="Arial Black"/>
              <a:ea typeface="Arial Black"/>
              <a:cs typeface="Arial Black"/>
              <a:sym typeface="Arial Black"/>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5" name="Shape 205"/>
        <p:cNvGrpSpPr/>
        <p:nvPr/>
      </p:nvGrpSpPr>
      <p:grpSpPr>
        <a:xfrm>
          <a:off x="0" y="0"/>
          <a:ext cx="0" cy="0"/>
          <a:chOff x="0" y="0"/>
          <a:chExt cx="0" cy="0"/>
        </a:xfrm>
      </p:grpSpPr>
      <p:sp>
        <p:nvSpPr>
          <p:cNvPr id="206" name="Google Shape;206;p15"/>
          <p:cNvSpPr txBox="1"/>
          <p:nvPr>
            <p:ph type="title"/>
          </p:nvPr>
        </p:nvSpPr>
        <p:spPr>
          <a:xfrm>
            <a:off x="3841349" y="952372"/>
            <a:ext cx="10831195" cy="1076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a:t>CONCEPTOS CLAVE APRENDIDOS</a:t>
            </a:r>
            <a:endParaRPr/>
          </a:p>
        </p:txBody>
      </p:sp>
      <p:sp>
        <p:nvSpPr>
          <p:cNvPr id="207" name="Google Shape;207;p15"/>
          <p:cNvSpPr txBox="1"/>
          <p:nvPr/>
        </p:nvSpPr>
        <p:spPr>
          <a:xfrm>
            <a:off x="2117849" y="2573360"/>
            <a:ext cx="14288769" cy="5659120"/>
          </a:xfrm>
          <a:prstGeom prst="rect">
            <a:avLst/>
          </a:prstGeom>
          <a:noFill/>
          <a:ln>
            <a:noFill/>
          </a:ln>
        </p:spPr>
        <p:txBody>
          <a:bodyPr anchorCtr="0" anchor="t" bIns="0" lIns="0" spcFirstLastPara="1" rIns="0" wrap="square" tIns="158750">
            <a:spAutoFit/>
          </a:bodyPr>
          <a:lstStyle/>
          <a:p>
            <a:pPr indent="-412115" lvl="0" marL="424815" rtl="0" algn="l">
              <a:lnSpc>
                <a:spcPct val="100000"/>
              </a:lnSpc>
              <a:spcBef>
                <a:spcPts val="0"/>
              </a:spcBef>
              <a:spcAft>
                <a:spcPts val="0"/>
              </a:spcAft>
              <a:buClr>
                <a:srgbClr val="131416"/>
              </a:buClr>
              <a:buSzPts val="2400"/>
              <a:buFont typeface="Arial"/>
              <a:buChar char="●"/>
            </a:pPr>
            <a:r>
              <a:rPr b="1" lang="es-GT" sz="2400">
                <a:latin typeface="Arial"/>
                <a:ea typeface="Arial"/>
                <a:cs typeface="Arial"/>
                <a:sym typeface="Arial"/>
              </a:rPr>
              <a:t>Consulta de Selección</a:t>
            </a:r>
            <a:endParaRPr sz="2400">
              <a:latin typeface="Arial"/>
              <a:ea typeface="Arial"/>
              <a:cs typeface="Arial"/>
              <a:sym typeface="Arial"/>
            </a:endParaRPr>
          </a:p>
          <a:p>
            <a:pPr indent="83819" lvl="0" marL="424815" marR="5080" rtl="0" algn="l">
              <a:lnSpc>
                <a:spcPct val="140000"/>
              </a:lnSpc>
              <a:spcBef>
                <a:spcPts val="0"/>
              </a:spcBef>
              <a:spcAft>
                <a:spcPts val="0"/>
              </a:spcAft>
              <a:buNone/>
            </a:pPr>
            <a:r>
              <a:rPr lang="es-GT" sz="2400">
                <a:latin typeface="Arial"/>
                <a:ea typeface="Arial"/>
                <a:cs typeface="Arial"/>
                <a:sym typeface="Arial"/>
              </a:rPr>
              <a:t>Permite extraer y mostrar registros de una o varias tablas aplicando criterios específicos (por ejemplo, filtrar estudiantes mayores de 25 años).</a:t>
            </a:r>
            <a:endParaRPr sz="2400">
              <a:latin typeface="Arial"/>
              <a:ea typeface="Arial"/>
              <a:cs typeface="Arial"/>
              <a:sym typeface="Arial"/>
            </a:endParaRPr>
          </a:p>
          <a:p>
            <a:pPr indent="0" lvl="0" marL="0" rtl="0" algn="l">
              <a:lnSpc>
                <a:spcPct val="100000"/>
              </a:lnSpc>
              <a:spcBef>
                <a:spcPts val="2425"/>
              </a:spcBef>
              <a:spcAft>
                <a:spcPts val="0"/>
              </a:spcAft>
              <a:buNone/>
            </a:pPr>
            <a:r>
              <a:t/>
            </a:r>
            <a:endParaRPr sz="2400">
              <a:latin typeface="Arial"/>
              <a:ea typeface="Arial"/>
              <a:cs typeface="Arial"/>
              <a:sym typeface="Arial"/>
            </a:endParaRPr>
          </a:p>
          <a:p>
            <a:pPr indent="-412115" lvl="0" marL="424815" rtl="0" algn="l">
              <a:lnSpc>
                <a:spcPct val="100000"/>
              </a:lnSpc>
              <a:spcBef>
                <a:spcPts val="0"/>
              </a:spcBef>
              <a:spcAft>
                <a:spcPts val="0"/>
              </a:spcAft>
              <a:buClr>
                <a:srgbClr val="131416"/>
              </a:buClr>
              <a:buSzPts val="2400"/>
              <a:buFont typeface="Arial"/>
              <a:buChar char="●"/>
            </a:pPr>
            <a:r>
              <a:rPr b="1" lang="es-GT" sz="2400">
                <a:latin typeface="Arial"/>
                <a:ea typeface="Arial"/>
                <a:cs typeface="Arial"/>
                <a:sym typeface="Arial"/>
              </a:rPr>
              <a:t>Consulta de Parámetros</a:t>
            </a:r>
            <a:endParaRPr sz="2400">
              <a:latin typeface="Arial"/>
              <a:ea typeface="Arial"/>
              <a:cs typeface="Arial"/>
              <a:sym typeface="Arial"/>
            </a:endParaRPr>
          </a:p>
          <a:p>
            <a:pPr indent="83819" lvl="0" marL="424815" marR="165100" rtl="0" algn="l">
              <a:lnSpc>
                <a:spcPct val="140000"/>
              </a:lnSpc>
              <a:spcBef>
                <a:spcPts val="0"/>
              </a:spcBef>
              <a:spcAft>
                <a:spcPts val="0"/>
              </a:spcAft>
              <a:buNone/>
            </a:pPr>
            <a:r>
              <a:rPr lang="es-GT" sz="2400">
                <a:latin typeface="Arial"/>
                <a:ea typeface="Arial"/>
                <a:cs typeface="Arial"/>
                <a:sym typeface="Arial"/>
              </a:rPr>
              <a:t>Variante de la consulta de selección que, al ejecutarse, solicita al usuario ingresar uno o más valores (por ejemplo, “Introduzca el apellido”) para filtrar la información en tiempo real.</a:t>
            </a:r>
            <a:endParaRPr sz="2400">
              <a:latin typeface="Arial"/>
              <a:ea typeface="Arial"/>
              <a:cs typeface="Arial"/>
              <a:sym typeface="Arial"/>
            </a:endParaRPr>
          </a:p>
          <a:p>
            <a:pPr indent="0" lvl="0" marL="0" rtl="0" algn="l">
              <a:lnSpc>
                <a:spcPct val="100000"/>
              </a:lnSpc>
              <a:spcBef>
                <a:spcPts val="2425"/>
              </a:spcBef>
              <a:spcAft>
                <a:spcPts val="0"/>
              </a:spcAft>
              <a:buNone/>
            </a:pPr>
            <a:r>
              <a:t/>
            </a:r>
            <a:endParaRPr sz="2400">
              <a:latin typeface="Arial"/>
              <a:ea typeface="Arial"/>
              <a:cs typeface="Arial"/>
              <a:sym typeface="Arial"/>
            </a:endParaRPr>
          </a:p>
          <a:p>
            <a:pPr indent="-412115" lvl="0" marL="424815" rtl="0" algn="l">
              <a:lnSpc>
                <a:spcPct val="100000"/>
              </a:lnSpc>
              <a:spcBef>
                <a:spcPts val="5"/>
              </a:spcBef>
              <a:spcAft>
                <a:spcPts val="0"/>
              </a:spcAft>
              <a:buClr>
                <a:srgbClr val="131416"/>
              </a:buClr>
              <a:buSzPts val="2400"/>
              <a:buFont typeface="Arial"/>
              <a:buChar char="●"/>
            </a:pPr>
            <a:r>
              <a:rPr b="1" lang="es-GT" sz="2400">
                <a:latin typeface="Arial"/>
                <a:ea typeface="Arial"/>
                <a:cs typeface="Arial"/>
                <a:sym typeface="Arial"/>
              </a:rPr>
              <a:t>Formulario</a:t>
            </a:r>
            <a:endParaRPr sz="2400">
              <a:latin typeface="Arial"/>
              <a:ea typeface="Arial"/>
              <a:cs typeface="Arial"/>
              <a:sym typeface="Arial"/>
            </a:endParaRPr>
          </a:p>
          <a:p>
            <a:pPr indent="83819" lvl="0" marL="424815" marR="157480" rtl="0" algn="l">
              <a:lnSpc>
                <a:spcPct val="140000"/>
              </a:lnSpc>
              <a:spcBef>
                <a:spcPts val="0"/>
              </a:spcBef>
              <a:spcAft>
                <a:spcPts val="0"/>
              </a:spcAft>
              <a:buNone/>
            </a:pPr>
            <a:r>
              <a:rPr lang="es-GT" sz="2400">
                <a:latin typeface="Arial"/>
                <a:ea typeface="Arial"/>
                <a:cs typeface="Arial"/>
                <a:sym typeface="Arial"/>
              </a:rPr>
              <a:t>Interfaz gráfica que facilita la captura, visualización y edición de registros sin necesidad de trabajar directamente en la hoja de datos, reduciendo errores y agilizando la interacción con la base de datos.</a:t>
            </a:r>
            <a:endParaRPr sz="2400">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1" name="Shape 211"/>
        <p:cNvGrpSpPr/>
        <p:nvPr/>
      </p:nvGrpSpPr>
      <p:grpSpPr>
        <a:xfrm>
          <a:off x="0" y="0"/>
          <a:ext cx="0" cy="0"/>
          <a:chOff x="0" y="0"/>
          <a:chExt cx="0" cy="0"/>
        </a:xfrm>
      </p:grpSpPr>
      <p:sp>
        <p:nvSpPr>
          <p:cNvPr id="212" name="Google Shape;212;p16"/>
          <p:cNvSpPr txBox="1"/>
          <p:nvPr>
            <p:ph type="title"/>
          </p:nvPr>
        </p:nvSpPr>
        <p:spPr>
          <a:xfrm>
            <a:off x="2434589" y="22034"/>
            <a:ext cx="13001625" cy="3056890"/>
          </a:xfrm>
          <a:prstGeom prst="rect">
            <a:avLst/>
          </a:prstGeom>
          <a:noFill/>
          <a:ln>
            <a:noFill/>
          </a:ln>
        </p:spPr>
        <p:txBody>
          <a:bodyPr anchorCtr="0" anchor="t" bIns="0" lIns="0" spcFirstLastPara="1" rIns="0" wrap="square" tIns="1457975">
            <a:spAutoFit/>
          </a:bodyPr>
          <a:lstStyle/>
          <a:p>
            <a:pPr indent="0" lvl="0" marL="1216660" rtl="0" algn="l">
              <a:lnSpc>
                <a:spcPct val="100000"/>
              </a:lnSpc>
              <a:spcBef>
                <a:spcPts val="0"/>
              </a:spcBef>
              <a:spcAft>
                <a:spcPts val="0"/>
              </a:spcAft>
              <a:buNone/>
            </a:pPr>
            <a:r>
              <a:rPr lang="es-GT"/>
              <a:t>NOMBRE DEL VALOR Y/O ACTITUD</a:t>
            </a:r>
            <a:endParaRPr/>
          </a:p>
        </p:txBody>
      </p:sp>
      <p:sp>
        <p:nvSpPr>
          <p:cNvPr id="213" name="Google Shape;213;p16"/>
          <p:cNvSpPr txBox="1"/>
          <p:nvPr/>
        </p:nvSpPr>
        <p:spPr>
          <a:xfrm>
            <a:off x="3444151" y="4120792"/>
            <a:ext cx="11475085" cy="2042795"/>
          </a:xfrm>
          <a:prstGeom prst="rect">
            <a:avLst/>
          </a:prstGeom>
          <a:noFill/>
          <a:ln>
            <a:noFill/>
          </a:ln>
        </p:spPr>
        <p:txBody>
          <a:bodyPr anchorCtr="0" anchor="t" bIns="0" lIns="0" spcFirstLastPara="1" rIns="0" wrap="square" tIns="205100">
            <a:spAutoFit/>
          </a:bodyPr>
          <a:lstStyle/>
          <a:p>
            <a:pPr indent="0" lvl="0" marL="12700" rtl="0" algn="l">
              <a:lnSpc>
                <a:spcPct val="100000"/>
              </a:lnSpc>
              <a:spcBef>
                <a:spcPts val="0"/>
              </a:spcBef>
              <a:spcAft>
                <a:spcPts val="0"/>
              </a:spcAft>
              <a:buNone/>
            </a:pPr>
            <a:r>
              <a:rPr b="1" lang="es-GT" sz="3150">
                <a:solidFill>
                  <a:srgbClr val="131416"/>
                </a:solidFill>
                <a:latin typeface="Arial"/>
                <a:ea typeface="Arial"/>
                <a:cs typeface="Arial"/>
                <a:sym typeface="Arial"/>
              </a:rPr>
              <a:t>Integridad</a:t>
            </a:r>
            <a:endParaRPr sz="3150">
              <a:latin typeface="Arial"/>
              <a:ea typeface="Arial"/>
              <a:cs typeface="Arial"/>
              <a:sym typeface="Arial"/>
            </a:endParaRPr>
          </a:p>
          <a:p>
            <a:pPr indent="0" lvl="0" marL="12700" marR="5080" rtl="0" algn="l">
              <a:lnSpc>
                <a:spcPct val="167936"/>
              </a:lnSpc>
              <a:spcBef>
                <a:spcPts val="229"/>
              </a:spcBef>
              <a:spcAft>
                <a:spcPts val="0"/>
              </a:spcAft>
              <a:buNone/>
            </a:pPr>
            <a:r>
              <a:rPr lang="es-GT" sz="3150">
                <a:solidFill>
                  <a:srgbClr val="131416"/>
                </a:solidFill>
                <a:latin typeface="Arial"/>
                <a:ea typeface="Arial"/>
                <a:cs typeface="Arial"/>
                <a:sym typeface="Arial"/>
              </a:rPr>
              <a:t>Asegurar que los datos almacenados sean completos, veraces y consistentes.</a:t>
            </a:r>
            <a:endParaRPr sz="3150">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7" name="Shape 217"/>
        <p:cNvGrpSpPr/>
        <p:nvPr/>
      </p:nvGrpSpPr>
      <p:grpSpPr>
        <a:xfrm>
          <a:off x="0" y="0"/>
          <a:ext cx="0" cy="0"/>
          <a:chOff x="0" y="0"/>
          <a:chExt cx="0" cy="0"/>
        </a:xfrm>
      </p:grpSpPr>
      <p:sp>
        <p:nvSpPr>
          <p:cNvPr id="218" name="Google Shape;218;p17"/>
          <p:cNvSpPr txBox="1"/>
          <p:nvPr>
            <p:ph type="title"/>
          </p:nvPr>
        </p:nvSpPr>
        <p:spPr>
          <a:xfrm>
            <a:off x="2434589" y="22034"/>
            <a:ext cx="13001625" cy="3056890"/>
          </a:xfrm>
          <a:prstGeom prst="rect">
            <a:avLst/>
          </a:prstGeom>
          <a:noFill/>
          <a:ln>
            <a:noFill/>
          </a:ln>
        </p:spPr>
        <p:txBody>
          <a:bodyPr anchorCtr="0" anchor="t" bIns="0" lIns="0" spcFirstLastPara="1" rIns="0" wrap="square" tIns="1358300">
            <a:spAutoFit/>
          </a:bodyPr>
          <a:lstStyle/>
          <a:p>
            <a:pPr indent="0" lvl="0" marL="4461510" rtl="0" algn="l">
              <a:lnSpc>
                <a:spcPct val="100000"/>
              </a:lnSpc>
              <a:spcBef>
                <a:spcPts val="0"/>
              </a:spcBef>
              <a:spcAft>
                <a:spcPts val="0"/>
              </a:spcAft>
              <a:buNone/>
            </a:pPr>
            <a:r>
              <a:rPr lang="es-GT"/>
              <a:t>REFERENCIAS</a:t>
            </a:r>
            <a:endParaRPr/>
          </a:p>
        </p:txBody>
      </p:sp>
      <p:sp>
        <p:nvSpPr>
          <p:cNvPr id="219" name="Google Shape;219;p17"/>
          <p:cNvSpPr txBox="1"/>
          <p:nvPr>
            <p:ph idx="1" type="body"/>
          </p:nvPr>
        </p:nvSpPr>
        <p:spPr>
          <a:xfrm>
            <a:off x="2113894" y="3314591"/>
            <a:ext cx="14444980" cy="4060190"/>
          </a:xfrm>
          <a:prstGeom prst="rect">
            <a:avLst/>
          </a:prstGeom>
          <a:noFill/>
          <a:ln>
            <a:noFill/>
          </a:ln>
        </p:spPr>
        <p:txBody>
          <a:bodyPr anchorCtr="0" anchor="t" bIns="0" lIns="0" spcFirstLastPara="1" rIns="0" wrap="square" tIns="205100">
            <a:spAutoFit/>
          </a:bodyPr>
          <a:lstStyle/>
          <a:p>
            <a:pPr indent="0" lvl="0" marL="25400" rtl="0" algn="l">
              <a:lnSpc>
                <a:spcPct val="100000"/>
              </a:lnSpc>
              <a:spcBef>
                <a:spcPts val="0"/>
              </a:spcBef>
              <a:spcAft>
                <a:spcPts val="0"/>
              </a:spcAft>
              <a:buNone/>
            </a:pPr>
            <a:r>
              <a:rPr lang="es-GT"/>
              <a:t>Bibliografía</a:t>
            </a:r>
            <a:endParaRPr/>
          </a:p>
          <a:p>
            <a:pPr indent="-469900" lvl="0" marL="482600" rtl="0" algn="l">
              <a:lnSpc>
                <a:spcPct val="100000"/>
              </a:lnSpc>
              <a:spcBef>
                <a:spcPts val="1510"/>
              </a:spcBef>
              <a:spcAft>
                <a:spcPts val="0"/>
              </a:spcAft>
              <a:buClr>
                <a:srgbClr val="131416"/>
              </a:buClr>
              <a:buSzPts val="3100"/>
              <a:buFont typeface="Arial"/>
              <a:buChar char="●"/>
            </a:pPr>
            <a:r>
              <a:rPr b="0" lang="es-GT">
                <a:latin typeface="Arial"/>
                <a:ea typeface="Arial"/>
                <a:cs typeface="Arial"/>
                <a:sym typeface="Arial"/>
              </a:rPr>
              <a:t>https://uedi.ingenieria.usac.edu.gt/campus/course/view.php?id=1462</a:t>
            </a:r>
            <a:endParaRPr/>
          </a:p>
          <a:p>
            <a:pPr indent="-470533" lvl="0" marL="482600" marR="5080" rtl="0" algn="l">
              <a:lnSpc>
                <a:spcPct val="170645"/>
              </a:lnSpc>
              <a:spcBef>
                <a:spcPts val="235"/>
              </a:spcBef>
              <a:spcAft>
                <a:spcPts val="0"/>
              </a:spcAft>
              <a:buClr>
                <a:srgbClr val="131416"/>
              </a:buClr>
              <a:buSzPts val="3100"/>
              <a:buFont typeface="Arial"/>
              <a:buChar char="●"/>
            </a:pPr>
            <a:r>
              <a:rPr b="0" lang="es-GT">
                <a:latin typeface="Arial"/>
                <a:ea typeface="Arial"/>
                <a:cs typeface="Arial"/>
                <a:sym typeface="Arial"/>
              </a:rPr>
              <a:t>Laudon, K. C., &amp; Laudon, J. P. (2016). Sistemas de información gerencial (14 ed.). Pearson Educación. Daniel Cohen, Enrique Asín Lares. Tecnologías de la Información, Estrategias y transformación en los negocios. McGraw Hill. Sexta Edición.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3" name="Shape 223"/>
        <p:cNvGrpSpPr/>
        <p:nvPr/>
      </p:nvGrpSpPr>
      <p:grpSpPr>
        <a:xfrm>
          <a:off x="0" y="0"/>
          <a:ext cx="0" cy="0"/>
          <a:chOff x="0" y="0"/>
          <a:chExt cx="0" cy="0"/>
        </a:xfrm>
      </p:grpSpPr>
      <p:sp>
        <p:nvSpPr>
          <p:cNvPr id="224" name="Google Shape;224;p18"/>
          <p:cNvSpPr txBox="1"/>
          <p:nvPr>
            <p:ph type="title"/>
          </p:nvPr>
        </p:nvSpPr>
        <p:spPr>
          <a:xfrm>
            <a:off x="4425095" y="3345421"/>
            <a:ext cx="3177540" cy="1922145"/>
          </a:xfrm>
          <a:prstGeom prst="rect">
            <a:avLst/>
          </a:prstGeom>
          <a:noFill/>
          <a:ln>
            <a:noFill/>
          </a:ln>
        </p:spPr>
        <p:txBody>
          <a:bodyPr anchorCtr="0" anchor="t" bIns="0" lIns="0" spcFirstLastPara="1" rIns="0" wrap="square" tIns="0">
            <a:spAutoFit/>
          </a:bodyPr>
          <a:lstStyle/>
          <a:p>
            <a:pPr indent="0" lvl="0" marL="12700" marR="5080" rtl="0" algn="l">
              <a:lnSpc>
                <a:spcPct val="124737"/>
              </a:lnSpc>
              <a:spcBef>
                <a:spcPts val="0"/>
              </a:spcBef>
              <a:spcAft>
                <a:spcPts val="0"/>
              </a:spcAft>
              <a:buNone/>
            </a:pPr>
            <a:r>
              <a:rPr lang="es-GT" sz="6100"/>
              <a:t>¡GRACIAS ATENCIÓN!</a:t>
            </a:r>
            <a:endParaRPr sz="6100"/>
          </a:p>
        </p:txBody>
      </p:sp>
      <p:sp>
        <p:nvSpPr>
          <p:cNvPr id="225" name="Google Shape;225;p18"/>
          <p:cNvSpPr txBox="1"/>
          <p:nvPr/>
        </p:nvSpPr>
        <p:spPr>
          <a:xfrm>
            <a:off x="9172961" y="3345421"/>
            <a:ext cx="1253490" cy="955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6100">
                <a:solidFill>
                  <a:srgbClr val="131416"/>
                </a:solidFill>
                <a:latin typeface="Impact"/>
                <a:ea typeface="Impact"/>
                <a:cs typeface="Impact"/>
                <a:sym typeface="Impact"/>
              </a:rPr>
              <a:t>POR</a:t>
            </a:r>
            <a:endParaRPr sz="6100">
              <a:latin typeface="Impact"/>
              <a:ea typeface="Impact"/>
              <a:cs typeface="Impact"/>
              <a:sym typeface="Impact"/>
            </a:endParaRPr>
          </a:p>
        </p:txBody>
      </p:sp>
      <p:sp>
        <p:nvSpPr>
          <p:cNvPr id="226" name="Google Shape;226;p18"/>
          <p:cNvSpPr txBox="1"/>
          <p:nvPr/>
        </p:nvSpPr>
        <p:spPr>
          <a:xfrm>
            <a:off x="12256685" y="3345421"/>
            <a:ext cx="848360" cy="955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6100">
                <a:solidFill>
                  <a:srgbClr val="131416"/>
                </a:solidFill>
                <a:latin typeface="Impact"/>
                <a:ea typeface="Impact"/>
                <a:cs typeface="Impact"/>
                <a:sym typeface="Impact"/>
              </a:rPr>
              <a:t>SU</a:t>
            </a:r>
            <a:endParaRPr sz="6100">
              <a:latin typeface="Impact"/>
              <a:ea typeface="Impact"/>
              <a:cs typeface="Impact"/>
              <a:sym typeface="Impact"/>
            </a:endParaRPr>
          </a:p>
        </p:txBody>
      </p:sp>
      <p:sp>
        <p:nvSpPr>
          <p:cNvPr id="227" name="Google Shape;227;p18"/>
          <p:cNvSpPr txBox="1"/>
          <p:nvPr/>
        </p:nvSpPr>
        <p:spPr>
          <a:xfrm>
            <a:off x="7643278" y="5920003"/>
            <a:ext cx="2245360" cy="787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5000">
                <a:solidFill>
                  <a:srgbClr val="131416"/>
                </a:solidFill>
                <a:latin typeface="Arial"/>
                <a:ea typeface="Arial"/>
                <a:cs typeface="Arial"/>
                <a:sym typeface="Arial"/>
              </a:rPr>
              <a:t>DUDAS</a:t>
            </a:r>
            <a:endParaRPr sz="5000">
              <a:latin typeface="Arial"/>
              <a:ea typeface="Arial"/>
              <a:cs typeface="Arial"/>
              <a:sym typeface="Arial"/>
            </a:endParaRPr>
          </a:p>
        </p:txBody>
      </p:sp>
      <p:pic>
        <p:nvPicPr>
          <p:cNvPr id="228" name="Google Shape;228;p18"/>
          <p:cNvPicPr preferRelativeResize="0"/>
          <p:nvPr/>
        </p:nvPicPr>
        <p:blipFill rotWithShape="1">
          <a:blip r:embed="rId3">
            <a:alphaModFix/>
          </a:blip>
          <a:srcRect b="0" l="0" r="0" t="0"/>
          <a:stretch/>
        </p:blipFill>
        <p:spPr>
          <a:xfrm>
            <a:off x="13963752" y="1028700"/>
            <a:ext cx="2757266" cy="3770969"/>
          </a:xfrm>
          <a:prstGeom prst="rect">
            <a:avLst/>
          </a:prstGeom>
          <a:noFill/>
          <a:ln>
            <a:noFill/>
          </a:ln>
        </p:spPr>
      </p:pic>
      <p:sp>
        <p:nvSpPr>
          <p:cNvPr id="229" name="Google Shape;229;p18"/>
          <p:cNvSpPr txBox="1"/>
          <p:nvPr/>
        </p:nvSpPr>
        <p:spPr>
          <a:xfrm>
            <a:off x="2463070" y="7730571"/>
            <a:ext cx="13418185" cy="927735"/>
          </a:xfrm>
          <a:prstGeom prst="rect">
            <a:avLst/>
          </a:prstGeom>
          <a:noFill/>
          <a:ln>
            <a:noFill/>
          </a:ln>
        </p:spPr>
        <p:txBody>
          <a:bodyPr anchorCtr="0" anchor="t" bIns="0" lIns="0" spcFirstLastPara="1" rIns="0" wrap="square" tIns="12700">
            <a:spAutoFit/>
          </a:bodyPr>
          <a:lstStyle/>
          <a:p>
            <a:pPr indent="-5095240" lvl="0" marL="5107305" marR="5080" rtl="0" algn="l">
              <a:lnSpc>
                <a:spcPct val="148000"/>
              </a:lnSpc>
              <a:spcBef>
                <a:spcPts val="0"/>
              </a:spcBef>
              <a:spcAft>
                <a:spcPts val="0"/>
              </a:spcAft>
              <a:buNone/>
            </a:pPr>
            <a:r>
              <a:rPr lang="es-GT" sz="2000">
                <a:solidFill>
                  <a:srgbClr val="131416"/>
                </a:solidFill>
                <a:latin typeface="Arial"/>
                <a:ea typeface="Arial"/>
                <a:cs typeface="Arial"/>
                <a:sym typeface="Arial"/>
              </a:rPr>
              <a:t>RECUERDA QUE TENEMOS NUESTRO FORO SEMANAL DONDE PUEDES CONSULTAR CUALQUIER DUDA QUE TE SURJA EN LA SEMANA</a:t>
            </a:r>
            <a:endParaRPr sz="2000">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2025-05-31T22:08:01Z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2025-05-31T00:00:00Z</vt:filetime>
  </property>
  <property fmtid="{D5CDD505-2E9C-101B-9397-08002B2CF9AE}" pid="3" name="LastSaved">
    <vt:filetime>2025-05-31T00:00:00Z</vt:filetime>
  </property>
  <property fmtid="{D5CDD505-2E9C-101B-9397-08002B2CF9AE}" pid="4" name="Producer">
    <vt:lpwstr>3-Heights™ PDF Merge Split Shell 6.12.1.11 (http://www.pdf-tools.com)</vt:lpwstr>
  </property>
</Properties>
</file>