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oboto Medium"/>
      <p:regular r:id="rId15"/>
    </p:embeddedFont>
    <p:embeddedFont>
      <p:font typeface="Roboto Medium"/>
      <p:regular r:id="rId16"/>
    </p:embeddedFont>
    <p:embeddedFont>
      <p:font typeface="Roboto Medium"/>
      <p:regular r:id="rId17"/>
    </p:embeddedFont>
    <p:embeddedFont>
      <p:font typeface="Roboto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464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Ejecución y Seguimiento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1124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ejecución y seguimiento de un proyecto es fundamental para asegurar el éxito del mismo. Esto implica la asignación adecuada de tareas y recursos, el monitoreo constante del progreso, la generación de reportes y la implementación de acciones correctivas cuando sea necesario.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93490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94252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918002"/>
            <a:ext cx="365248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Programacion Comercial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Asignación de tareas y recursos en Microsoft Project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Asignación de Tareas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las funciones de Microsoft Project para asignar tareas específicas a miembros del equipo, definir sus responsabilidades y establecer plazos.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de Recursos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Administrar eficazmente los recursos humanos, financieros y materiales del proyecto, evitando sobrecarga y optimizando su uso.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38029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Dependencias y Restricciones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mapear las relaciones entre tareas, resolviendo conflictos y asegurando el flujo adecuado del trabajo.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93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204" y="2963704"/>
            <a:ext cx="11043642" cy="60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 de Avances: Seguimiento de Hitos y Tareas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204" y="5778937"/>
            <a:ext cx="13269992" cy="22860"/>
          </a:xfrm>
          <a:prstGeom prst="roundRect">
            <a:avLst>
              <a:gd name="adj" fmla="val 357074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635" y="5098733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66198" y="5633085"/>
            <a:ext cx="16573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734389" y="3862507"/>
            <a:ext cx="242935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Monitoreo de Hitos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514" y="4282678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 el cumplimiento de los hitos clave del proyecto, identificando retrasos o desviaciones a tiempo.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778937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313E8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482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2213" y="5633085"/>
            <a:ext cx="16573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076950" y="6653451"/>
            <a:ext cx="247638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Seguimiento de Tareas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622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un seguimiento continuo del estado de las tareas, actualizando el porcentaje de completitud y detectando problemas.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786" y="5098733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313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617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98348" y="5633085"/>
            <a:ext cx="16573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6540" y="3862507"/>
            <a:ext cx="242935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Riesgos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678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constantemente los riesgos que puedan afectar el proyecto y tomar medidas preventivas o correctivas.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96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Uso de la Línea Base para el Control del Proyecto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4251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262" y="3027521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942511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Definición de la Línea Base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87259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Establecer una línea base aprobada que sirva como punto de referencia para medir el desempeño del proyecto.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94251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3939" y="3027521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942511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Comparación con Avances Reales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87259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Contrastar los avances reales del proyecto con la línea base para identificar desviaciones y oportunidades de mejora.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0837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262" y="6168747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083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Acciones de Ajuste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5741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cambios y ajustes necesarios para alinear el proyecto con la línea base y corregir problemas.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569" y="918091"/>
            <a:ext cx="76528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Generación de Reportes de Progreso en Microsoft Project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5569" y="2568893"/>
            <a:ext cx="3719989" cy="2264807"/>
          </a:xfrm>
          <a:prstGeom prst="roundRect">
            <a:avLst>
              <a:gd name="adj" fmla="val 395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6192" y="2789515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Reporte de Estado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66192" y="325004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Informar sobre el avance actual del proyecto, destacando el cumplimiento de hitos y tareas clave.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561" y="2568893"/>
            <a:ext cx="3719989" cy="2264807"/>
          </a:xfrm>
          <a:prstGeom prst="roundRect">
            <a:avLst>
              <a:gd name="adj" fmla="val 395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9184" y="2789515"/>
            <a:ext cx="2952750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Desviaciones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99184" y="325004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explicar las diferencias entre lo planificado y lo ejecutado, proponiendo acciones correctivas.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5569" y="5046702"/>
            <a:ext cx="3719989" cy="2264807"/>
          </a:xfrm>
          <a:prstGeom prst="roundRect">
            <a:avLst>
              <a:gd name="adj" fmla="val 395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6192" y="5267325"/>
            <a:ext cx="289369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Métricas de Desempeño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66192" y="5727859"/>
            <a:ext cx="327874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Incluir indicadores clave que permitan medir el rendimiento del proyecto, como el Índice de Desempeño.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8561" y="5046702"/>
            <a:ext cx="3719989" cy="2264807"/>
          </a:xfrm>
          <a:prstGeom prst="roundRect">
            <a:avLst>
              <a:gd name="adj" fmla="val 3950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9184" y="5267325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Recomendaciones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899184" y="5727859"/>
            <a:ext cx="3278743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Brindar sugerencias y recomendaciones para mejorar la ejecución y control del proyecto.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508" y="500420"/>
            <a:ext cx="7870984" cy="113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Seguimiento y Control de Desviaciones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08" y="1909763"/>
            <a:ext cx="909280" cy="14548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8561" y="2091571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Identificación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18561" y="2484715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Detectar desviaciones entre el plan y la ejecución real, como retrasos, sobrecostos o problemas de calidad.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08" y="3364587"/>
            <a:ext cx="909280" cy="14548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8561" y="3546396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818561" y="3939540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Investigar las causas raíz de las desviaciones, entender su impacto y determinar las acciones necesarias.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08" y="4819412"/>
            <a:ext cx="909280" cy="14548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18561" y="5001220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Corrección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18561" y="5394365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acciones correctivas para alinear el proyecto con los objetivos y la línea base establecida.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08" y="6274237"/>
            <a:ext cx="909280" cy="14548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18561" y="645604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Actualización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818561" y="6849189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Reflejar los cambios en el plan del proyecto, asegurando que la información esté siempre actualizada.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251" y="530900"/>
            <a:ext cx="7567732" cy="60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Acciones Correctivas y Preventivas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1" y="1421844"/>
            <a:ext cx="481608" cy="481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4251" y="2096095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Acciones Correctivas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74251" y="2512576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soluciones inmediatas para resolver problemas o desviaciones identificadas durante la ejecución.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1" y="3706773"/>
            <a:ext cx="481608" cy="481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4251" y="4381024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Acciones Preventivas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74251" y="4797504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Anticipar y mitigar riesgos potenciales, implementando medidas que eviten la materialización de problemas.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1" y="5991701"/>
            <a:ext cx="481608" cy="481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251" y="6665952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Mejora Continua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74251" y="7082433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las lecciones aprendidas para optimizar los procesos y prácticas de gestión de proyectos.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82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Lecciones Aprendidas y Mejora Continua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262" y="3386138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Recopilar y registrar las lecciones aprendidas a lo largo del proyecto para su análisis y uso futuro.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3939" y="3386138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los éxitos, desafíos y oportunidades de mejora identificados durante la ejecución del proyecto.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251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262" y="5810131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Mejoras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155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los cambios y ajustes necesarios en los procesos, herramientas y habilidades del equipo.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2024-11-04T02:32:42Z</dcterms:created>
  <dcterms:modified xsi:type="dcterms:W3CDTF">2024-11-04T02:32:42Z</dcterms:modified>
</cp:coreProperties>
</file>