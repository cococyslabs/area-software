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BM Plex Sans Medium"/>
      <p:regular r:id="rId16"/>
    </p:embeddedFon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05295"/>
            <a:ext cx="7415927" cy="42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Definición del Trabajo: Descomposición en Actividades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6034207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 proyectos dividiendo tareas complejas en partes manejables.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289685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Introducción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709148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517005" y="2801660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152680" y="270914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Importancia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2680" y="3243024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 planificación, ejecución y control eficientes.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416254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6517005" y="4255056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152680" y="416254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52680" y="469642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proceso de descomposición en actividades manejables.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601098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6517005" y="6103501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152680" y="60109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Enfoque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52680" y="6544866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Mejorar claridad y eficacia en gestión de proyectos.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393" y="551498"/>
            <a:ext cx="7740015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Definición de Descomposición del Trabajo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93" y="2105978"/>
            <a:ext cx="501372" cy="5013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8393" y="2807851"/>
            <a:ext cx="2507099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División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8393" y="3241477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Separar proyecto en partes más pequeñas y manejables.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93" y="4164092"/>
            <a:ext cx="501372" cy="5013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8393" y="4865965"/>
            <a:ext cx="2507099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Claridad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8393" y="5299591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Mejorar comprensión del trabajo a realizar.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93" y="6222206"/>
            <a:ext cx="501372" cy="5013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8393" y="6924080"/>
            <a:ext cx="2507099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8393" y="7357705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Determinar recursos, plazos y responsabilidades necesarias.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98063"/>
            <a:ext cx="925961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Beneficios de la Descomposición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Claridad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comprensión de tareas y objetivos.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Planificación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 estimación de tiempos y costos.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Control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seguimiento efectivo del progreso.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992" y="577810"/>
            <a:ext cx="7678817" cy="130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Pasos en el Proceso de Descomposición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521529" y="2199799"/>
            <a:ext cx="22860" cy="5451872"/>
          </a:xfrm>
          <a:prstGeom prst="roundRect">
            <a:avLst>
              <a:gd name="adj" fmla="val 137359"/>
            </a:avLst>
          </a:prstGeom>
          <a:solidFill>
            <a:srgbClr val="61646A"/>
          </a:solidFill>
          <a:ln/>
        </p:spPr>
      </p:sp>
      <p:sp>
        <p:nvSpPr>
          <p:cNvPr id="5" name="Shape 2"/>
          <p:cNvSpPr/>
          <p:nvPr/>
        </p:nvSpPr>
        <p:spPr>
          <a:xfrm>
            <a:off x="6745545" y="2659142"/>
            <a:ext cx="732592" cy="22860"/>
          </a:xfrm>
          <a:prstGeom prst="roundRect">
            <a:avLst>
              <a:gd name="adj" fmla="val 137359"/>
            </a:avLst>
          </a:prstGeom>
          <a:solidFill>
            <a:srgbClr val="61646A"/>
          </a:solidFill>
          <a:ln/>
        </p:spPr>
      </p:sp>
      <p:sp>
        <p:nvSpPr>
          <p:cNvPr id="6" name="Shape 3"/>
          <p:cNvSpPr/>
          <p:nvPr/>
        </p:nvSpPr>
        <p:spPr>
          <a:xfrm>
            <a:off x="6297513" y="2435185"/>
            <a:ext cx="470892" cy="470892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6438721" y="2513648"/>
            <a:ext cx="18835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684294" y="2409111"/>
            <a:ext cx="3216235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 de Objetivos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684294" y="2861667"/>
            <a:ext cx="621351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resultados deseados del proyecto.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45545" y="4074438"/>
            <a:ext cx="732592" cy="22860"/>
          </a:xfrm>
          <a:prstGeom prst="roundRect">
            <a:avLst>
              <a:gd name="adj" fmla="val 137359"/>
            </a:avLst>
          </a:prstGeom>
          <a:solidFill>
            <a:srgbClr val="61646A"/>
          </a:solidFill>
          <a:ln/>
        </p:spPr>
      </p:sp>
      <p:sp>
        <p:nvSpPr>
          <p:cNvPr id="11" name="Shape 8"/>
          <p:cNvSpPr/>
          <p:nvPr/>
        </p:nvSpPr>
        <p:spPr>
          <a:xfrm>
            <a:off x="6297513" y="3850481"/>
            <a:ext cx="470892" cy="470892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6438721" y="3928943"/>
            <a:ext cx="18835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684294" y="3824407"/>
            <a:ext cx="261663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División en Fases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684294" y="4276963"/>
            <a:ext cx="621351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 proyecto en grandes secciones o etapas.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45545" y="5489734"/>
            <a:ext cx="732592" cy="22860"/>
          </a:xfrm>
          <a:prstGeom prst="roundRect">
            <a:avLst>
              <a:gd name="adj" fmla="val 137359"/>
            </a:avLst>
          </a:prstGeom>
          <a:solidFill>
            <a:srgbClr val="61646A"/>
          </a:solidFill>
          <a:ln/>
        </p:spPr>
      </p:sp>
      <p:sp>
        <p:nvSpPr>
          <p:cNvPr id="16" name="Shape 13"/>
          <p:cNvSpPr/>
          <p:nvPr/>
        </p:nvSpPr>
        <p:spPr>
          <a:xfrm>
            <a:off x="6297513" y="5265777"/>
            <a:ext cx="470892" cy="470892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7" name="Text 14"/>
          <p:cNvSpPr/>
          <p:nvPr/>
        </p:nvSpPr>
        <p:spPr>
          <a:xfrm>
            <a:off x="6438721" y="5344239"/>
            <a:ext cx="18835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684294" y="5239703"/>
            <a:ext cx="3180398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Descomposición en Tareas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684294" y="5692259"/>
            <a:ext cx="621351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fases en actividades más específicas.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45545" y="6905030"/>
            <a:ext cx="732592" cy="22860"/>
          </a:xfrm>
          <a:prstGeom prst="roundRect">
            <a:avLst>
              <a:gd name="adj" fmla="val 137359"/>
            </a:avLst>
          </a:prstGeom>
          <a:solidFill>
            <a:srgbClr val="61646A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7513" y="6681073"/>
            <a:ext cx="470892" cy="470892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2" name="Text 19"/>
          <p:cNvSpPr/>
          <p:nvPr/>
        </p:nvSpPr>
        <p:spPr>
          <a:xfrm>
            <a:off x="6438721" y="6759535"/>
            <a:ext cx="188357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684294" y="6654998"/>
            <a:ext cx="284845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Definición de Subtareas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7684294" y="7107555"/>
            <a:ext cx="621351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Detalla aún más las tareas si es necesario.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325523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Ejemplo Práctico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2467332"/>
            <a:ext cx="7415927" cy="4436745"/>
          </a:xfrm>
          <a:prstGeom prst="roundRect">
            <a:avLst>
              <a:gd name="adj" fmla="val 835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9277" y="2482572"/>
            <a:ext cx="7384613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26927" y="2638306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591997" y="2638306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Actividad 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53257" y="2638306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Actividad 2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79277" y="3189089"/>
            <a:ext cx="7384613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26927" y="3344823"/>
            <a:ext cx="19638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Investigación y Análisis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91997" y="3344823"/>
            <a:ext cx="19600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Requerimientos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053257" y="3344823"/>
            <a:ext cx="19638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Investigación de Mercado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79277" y="4290655"/>
            <a:ext cx="7384613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26927" y="4446389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91997" y="4446389"/>
            <a:ext cx="196000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de Interfaz de Usuario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053257" y="4446389"/>
            <a:ext cx="19638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Creación de Prototipos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79277" y="5787271"/>
            <a:ext cx="7384613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26927" y="5943005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3591997" y="5943005"/>
            <a:ext cx="19600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Programación de Funciones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053257" y="5943005"/>
            <a:ext cx="19638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de Usabilidad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13153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Herramientas Útiles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678430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49247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Diagrama de Gantt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602634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 tareas a lo largo del tiempo.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61" y="2678430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549247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WBS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288161" y="6026348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 jerárquica de actividades del proyecto.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404" y="2678430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549247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Software de Gestión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712404" y="602634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 y descompone el trabajo eficientemente.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6571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107525"/>
            <a:ext cx="7415927" cy="1422559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597253" y="235434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Éxito del Proyecto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97253" y="2888218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Descomposición del trabajo es clave para logros.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776901"/>
            <a:ext cx="7415927" cy="1422559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6597253" y="40237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Facilitación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97253" y="4557593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planificación, control y delegación de tareas.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446276"/>
            <a:ext cx="7415927" cy="1817608"/>
          </a:xfrm>
          <a:prstGeom prst="roundRect">
            <a:avLst>
              <a:gd name="adj" fmla="val 2037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6597253" y="569309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Beneficios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97253" y="6226969"/>
            <a:ext cx="69222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efectiva aumenta claridad y enfoque del equipo.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0077" y="664488"/>
            <a:ext cx="6069806" cy="75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4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Preguntas y Discusión</a:t>
            </a:r>
            <a:endParaRPr lang="en-US" sz="4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077" y="1779389"/>
            <a:ext cx="1205389" cy="19285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97058" y="2020372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Preguntas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7897058" y="2541508"/>
            <a:ext cx="58896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Espacio para consultas del público.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77" y="3707963"/>
            <a:ext cx="1205389" cy="19285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97058" y="3948946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Experiencias</a:t>
            </a:r>
            <a:endParaRPr lang="en-US" sz="2350" dirty="0"/>
          </a:p>
        </p:txBody>
      </p:sp>
      <p:sp>
        <p:nvSpPr>
          <p:cNvPr id="9" name="Text 4"/>
          <p:cNvSpPr/>
          <p:nvPr/>
        </p:nvSpPr>
        <p:spPr>
          <a:xfrm>
            <a:off x="7897058" y="4470082"/>
            <a:ext cx="588966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Compartir vivencias previas en descomposición de proyectos.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077" y="5636538"/>
            <a:ext cx="1205389" cy="19285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97058" y="5877520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Debate</a:t>
            </a:r>
            <a:endParaRPr lang="en-US" sz="2350" dirty="0"/>
          </a:p>
        </p:txBody>
      </p:sp>
      <p:sp>
        <p:nvSpPr>
          <p:cNvPr id="12" name="Text 6"/>
          <p:cNvSpPr/>
          <p:nvPr/>
        </p:nvSpPr>
        <p:spPr>
          <a:xfrm>
            <a:off x="7897058" y="6398657"/>
            <a:ext cx="588966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Discusión sobre mejores prácticas y desafíos comunes.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2024-11-04T04:55:01Z</dcterms:created>
  <dcterms:modified xsi:type="dcterms:W3CDTF">2024-11-04T04:55:01Z</dcterms:modified>
</cp:coreProperties>
</file>