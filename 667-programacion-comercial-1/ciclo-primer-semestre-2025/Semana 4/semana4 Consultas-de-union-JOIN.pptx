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Lora"/>
      <p:regular r:id="rId16"/>
    </p:embeddedFon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97656"/>
            <a:ext cx="7468553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50"/>
              </a:lnSpc>
              <a:buNone/>
            </a:pPr>
            <a:r>
              <a:rPr lang="en-US" sz="6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Consultas de unión (JOIN)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6324124" y="4499729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consultas de unión son una herramienta esencial en el mundo de las bases de datos, permitiendo combinar información de múltiples tablas para obtener resultados más completos y significativos. Estas consultas son clave para realizar análisis avanzados y tomar decisiones informadas.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2179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¿Qué son las consultas de unión?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05800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045369" y="3158252"/>
            <a:ext cx="123111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0580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Unir Tablas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553539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consultas de unión permiten combinar filas de dos o más tablas basándose en columnas relacionadas.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305800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4870132" y="3158252"/>
            <a:ext cx="18157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3058001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Generar Resultados Enriquecidos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3905488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Esto permite obtener una visión más completa de los datos al unir información de diferentes fuentes.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94610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3" name="Text 10"/>
          <p:cNvSpPr/>
          <p:nvPr/>
        </p:nvSpPr>
        <p:spPr>
          <a:xfrm>
            <a:off x="1012865" y="6046351"/>
            <a:ext cx="18823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9461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6441638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Existen varios tipos de uniones, cada una con sus propias características y aplicaciones específicas.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731674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Tipos de consultas de unión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INNER JOIN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Devuelve solo las filas que tienen valores coincidentes en ambas tablas.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LEFT JOIN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Devuelve todas las filas de la tabla izquierda, junto con las filas coincidentes de la tabla derecha.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RIGHT JOIN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Devuelve todas las filas de la tabla derecha, junto con las filas coincidentes de la tabla izquierda.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4983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Cláusula INNER JOIN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88202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045369" y="2982277"/>
            <a:ext cx="123111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2882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Intersección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377565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INNER JOIN solo devuelve las filas que tienen valores coincidentes en ambas tablas.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288202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4870132" y="2982277"/>
            <a:ext cx="18157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2882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Condición de Unión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3377565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unión se realiza en base a una condición específica que relaciona las columnas de las tablas.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41817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3" name="Text 10"/>
          <p:cNvSpPr/>
          <p:nvPr/>
        </p:nvSpPr>
        <p:spPr>
          <a:xfrm>
            <a:off x="1012865" y="5518428"/>
            <a:ext cx="18823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4181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Eficiencia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5913715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INNER JOIN es la opción más eficiente cuando solo se necesitan los registros con datos coincidentes.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14883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Cláusula LEFT JOIN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211824"/>
            <a:ext cx="3614618" cy="2889290"/>
          </a:xfrm>
          <a:prstGeom prst="roundRect">
            <a:avLst>
              <a:gd name="adj" fmla="val 1243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24511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Incluye Todo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2946678"/>
            <a:ext cx="3135987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LEFT JOIN devuelve todas las filas de la tabla izquierda, incluyendo aquellas sin coincidencias en la tabla derecha.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211824"/>
            <a:ext cx="3614618" cy="2889290"/>
          </a:xfrm>
          <a:prstGeom prst="roundRect">
            <a:avLst>
              <a:gd name="adj" fmla="val 1243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10417373" y="24511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Valores Nulos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17373" y="2946678"/>
            <a:ext cx="31359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las filas sin coincidencias, los valores de las columnas de la tabla derecha se muestran como nulos.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340429"/>
            <a:ext cx="7468553" cy="1740218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6563439" y="55797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Preserva Información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63439" y="6075283"/>
            <a:ext cx="69899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LEFT JOIN es útil cuando se quiere mantener toda la información de una tabla principal, incluso si no hay coincidencias en la otra tabla.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597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695" y="3838932"/>
            <a:ext cx="5383173" cy="672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Cláusula RIGHT JOIN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800695" y="4854893"/>
            <a:ext cx="4190524" cy="2395538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029414" y="5083612"/>
            <a:ext cx="3238500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Prioridad a Tabla Derecha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29414" y="5557242"/>
            <a:ext cx="3733086" cy="1098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RIGHT JOIN devuelve todas las filas de la tabla derecha, incluyendo aquellas sin coincidencias en la tabla izquierda.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219938" y="4854893"/>
            <a:ext cx="4190524" cy="2395538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5448657" y="5083612"/>
            <a:ext cx="2691527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Valores Nulos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48657" y="5557242"/>
            <a:ext cx="3733086" cy="1098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las filas sin coincidencias, los valores de las columnas de la tabla izquierda se muestran como nulos.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639181" y="4854893"/>
            <a:ext cx="4190524" cy="2395538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9867900" y="5083612"/>
            <a:ext cx="3628906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Enfoque en Tabla Secundaria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67900" y="5557242"/>
            <a:ext cx="3733086" cy="146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RIGHT JOIN es útil cuando se quiere mantener toda la información de una tabla secundaria, incluso si no hay coincidencias en la tabla principal.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5102" y="640437"/>
            <a:ext cx="5480209" cy="68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Cláusula FULL JOIN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149191" y="1674733"/>
            <a:ext cx="30480" cy="5917168"/>
          </a:xfrm>
          <a:prstGeom prst="roundRect">
            <a:avLst>
              <a:gd name="adj" fmla="val 114622"/>
            </a:avLst>
          </a:prstGeom>
          <a:solidFill>
            <a:srgbClr val="5D606B"/>
          </a:solidFill>
          <a:ln/>
        </p:spPr>
      </p:sp>
      <p:sp>
        <p:nvSpPr>
          <p:cNvPr id="5" name="Shape 2"/>
          <p:cNvSpPr/>
          <p:nvPr/>
        </p:nvSpPr>
        <p:spPr>
          <a:xfrm>
            <a:off x="1395948" y="2183368"/>
            <a:ext cx="815102" cy="30480"/>
          </a:xfrm>
          <a:prstGeom prst="roundRect">
            <a:avLst>
              <a:gd name="adj" fmla="val 114622"/>
            </a:avLst>
          </a:prstGeom>
          <a:solidFill>
            <a:srgbClr val="5D606B"/>
          </a:solidFill>
          <a:ln/>
        </p:spPr>
      </p:sp>
      <p:sp>
        <p:nvSpPr>
          <p:cNvPr id="6" name="Shape 3"/>
          <p:cNvSpPr/>
          <p:nvPr/>
        </p:nvSpPr>
        <p:spPr>
          <a:xfrm>
            <a:off x="902434" y="1936671"/>
            <a:ext cx="523994" cy="52399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1104483" y="2034183"/>
            <a:ext cx="119777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2445425" y="1907619"/>
            <a:ext cx="2740104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Unión Completa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445425" y="2389703"/>
            <a:ext cx="5883473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FULL JOIN devuelve todas las filas de ambas tablas, sin importar si hay coincidencias o no.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95948" y="4109204"/>
            <a:ext cx="815102" cy="30480"/>
          </a:xfrm>
          <a:prstGeom prst="roundRect">
            <a:avLst>
              <a:gd name="adj" fmla="val 114622"/>
            </a:avLst>
          </a:prstGeom>
          <a:solidFill>
            <a:srgbClr val="5D606B"/>
          </a:solidFill>
          <a:ln/>
        </p:spPr>
      </p:sp>
      <p:sp>
        <p:nvSpPr>
          <p:cNvPr id="11" name="Shape 8"/>
          <p:cNvSpPr/>
          <p:nvPr/>
        </p:nvSpPr>
        <p:spPr>
          <a:xfrm>
            <a:off x="902434" y="3862507"/>
            <a:ext cx="523994" cy="52399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1076146" y="3960019"/>
            <a:ext cx="176570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2445425" y="3833455"/>
            <a:ext cx="2740104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Valores Nulos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445425" y="4315539"/>
            <a:ext cx="5883473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las filas sin coincidencias, los valores de las columnas de la otra tabla se muestran como nulos.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95948" y="6035040"/>
            <a:ext cx="815102" cy="30480"/>
          </a:xfrm>
          <a:prstGeom prst="roundRect">
            <a:avLst>
              <a:gd name="adj" fmla="val 114622"/>
            </a:avLst>
          </a:prstGeom>
          <a:solidFill>
            <a:srgbClr val="5D606B"/>
          </a:solidFill>
          <a:ln/>
        </p:spPr>
      </p:sp>
      <p:sp>
        <p:nvSpPr>
          <p:cNvPr id="16" name="Shape 13"/>
          <p:cNvSpPr/>
          <p:nvPr/>
        </p:nvSpPr>
        <p:spPr>
          <a:xfrm>
            <a:off x="902434" y="5788343"/>
            <a:ext cx="523994" cy="52399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7" name="Text 14"/>
          <p:cNvSpPr/>
          <p:nvPr/>
        </p:nvSpPr>
        <p:spPr>
          <a:xfrm>
            <a:off x="1072813" y="5885855"/>
            <a:ext cx="183118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2445425" y="5759291"/>
            <a:ext cx="2740104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Versatilidad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445425" y="6241375"/>
            <a:ext cx="5883473" cy="111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FULL JOIN es útil cuando se quiere tener una vista completa de todos los datos, independientemente de las relaciones entre tablas.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017" y="739973"/>
            <a:ext cx="7495342" cy="59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Ventajas de las consultas de unión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17" y="1633418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4017" y="2337435"/>
            <a:ext cx="2366605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Integración de Datos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04017" y="2753916"/>
            <a:ext cx="7735967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Permite combinar información de diferentes fuentes para obtener una visión más completa.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17" y="3679269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4017" y="4383286"/>
            <a:ext cx="2366605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Análisis Avanzado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04017" y="4799767"/>
            <a:ext cx="7735967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 la realización de consultas más complejas y la obtención de insights valiosos.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5725120"/>
            <a:ext cx="50292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4017" y="6429137"/>
            <a:ext cx="2498050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Informes Enriquecidos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04017" y="6845618"/>
            <a:ext cx="7735967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resultados de las uniones pueden alimentar informes y cuadros de mando más completos.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1080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Ejemplos prácticos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1773793"/>
            <a:ext cx="1196816" cy="19150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93513" y="2013109"/>
            <a:ext cx="281749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Consulta INNER JOIN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393513" y="2508647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Obtener la información de clientes y sus órdenes de compra.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688794"/>
            <a:ext cx="1196816" cy="19150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93513" y="39281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Consulta LEFT JOIN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393513" y="4423648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Listar todos los clientes con sus datos, incluyendo aquellos sin órdenes de compra.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603796"/>
            <a:ext cx="1196816" cy="19150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93513" y="58431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Consulta FULL JOIN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393513" y="6338649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Combinar información de productos, ventas y clientes para un análisis integral.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2024-11-04T01:37:04Z</dcterms:created>
  <dcterms:modified xsi:type="dcterms:W3CDTF">2024-11-04T01:37:04Z</dcterms:modified>
</cp:coreProperties>
</file>