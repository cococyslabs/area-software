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Quattrocento"/>
      <p:regular r:id="rId16"/>
    </p:embeddedFon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03452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Consultas SQL de ordenación y agrupación de datos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517707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Exploraremos las potentes capacidades de las consultas SQL para ordenar y agrupar datos, lo cual es fundamental para obtener información valiosa a partir de grandes conjuntos de datos.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0631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Introducción a la ordenación de datos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04252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1047155" y="3142774"/>
            <a:ext cx="11965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0425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Organización lógica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538061"/>
            <a:ext cx="283678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ordenación de datos permite estructurar la información de manera coherente y fácil de comprender.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04252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4870252" y="3142774"/>
            <a:ext cx="18121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0425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Análisis detallado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538061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 ordenar los datos, se facilita la identificación de patrones, tendencias y anomalías.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96169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1015008" y="6061948"/>
            <a:ext cx="18383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9616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457236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información ordenada y agrupada permite tomar decisiones más informadas y estratégicas.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Cláusula ORDER BY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Sintaxis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cláusula ORDER BY se utiliza para ordenar los resultados de una consulta SQL.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Columnas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Permite especificar una o más columnas por las que se desea ordenar los datos.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 puede indicar si la ordenación debe ser ascendente (ASC) o descendente (DESC).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141" y="618292"/>
            <a:ext cx="7574518" cy="131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Ordenación ascendente y descendente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92133" y="2273260"/>
            <a:ext cx="30480" cy="5337929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5" name="Shape 2"/>
          <p:cNvSpPr/>
          <p:nvPr/>
        </p:nvSpPr>
        <p:spPr>
          <a:xfrm>
            <a:off x="6829127" y="2762369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6" name="Shape 3"/>
          <p:cNvSpPr/>
          <p:nvPr/>
        </p:nvSpPr>
        <p:spPr>
          <a:xfrm>
            <a:off x="6355140" y="2525435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7" name="Text 4"/>
          <p:cNvSpPr/>
          <p:nvPr/>
        </p:nvSpPr>
        <p:spPr>
          <a:xfrm>
            <a:off x="6551355" y="2619375"/>
            <a:ext cx="11203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840504" y="2497455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Ascendente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840504" y="2961680"/>
            <a:ext cx="600515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ordenación ascendente muestra los datos de menor a mayor valor.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29127" y="4616410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140" y="4379476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6522541" y="4473416"/>
            <a:ext cx="16966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840504" y="4351496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Descendente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840504" y="4815721"/>
            <a:ext cx="600515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ordenación descendente muestra los datos de mayor a menor valor.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29127" y="6470452"/>
            <a:ext cx="784741" cy="30480"/>
          </a:xfrm>
          <a:prstGeom prst="roundRect">
            <a:avLst>
              <a:gd name="adj" fmla="val 110347"/>
            </a:avLst>
          </a:prstGeom>
          <a:solidFill>
            <a:srgbClr val="4A6B6A"/>
          </a:solidFill>
          <a:ln/>
        </p:spPr>
      </p:sp>
      <p:sp>
        <p:nvSpPr>
          <p:cNvPr id="16" name="Shape 13"/>
          <p:cNvSpPr/>
          <p:nvPr/>
        </p:nvSpPr>
        <p:spPr>
          <a:xfrm>
            <a:off x="6355140" y="6233517"/>
            <a:ext cx="504468" cy="504468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7" name="Text 14"/>
          <p:cNvSpPr/>
          <p:nvPr/>
        </p:nvSpPr>
        <p:spPr>
          <a:xfrm>
            <a:off x="6521232" y="6327458"/>
            <a:ext cx="17216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840504" y="6205538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Flexibilidad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840504" y="6669762"/>
            <a:ext cx="600515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Permiten controlar el orden de los resultados según las necesidades del análisis.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968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Ordenación por múltiples columnas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563892"/>
            <a:ext cx="3614618" cy="2506266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28032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Jerarquía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298746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ordenación por múltiples columnas permite establecer una jerarquía para organizar los datos.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563892"/>
            <a:ext cx="3614618" cy="2506266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4930973" y="28032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Prioridad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298746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orden de las columnas en la cláusula ORDER BY determina la prioridad de la ordenación.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309473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1077039" y="55487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6044327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 técnica ofrece una gran flexibilidad para personalizar el orden de los resultados.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4691658" y="5309473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4930973" y="55487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Análisis Avanzado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30973" y="6044327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Facilita el análisis de datos más complejo y la toma de decisiones estratégicas.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029670"/>
            <a:ext cx="91368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Agrupación de datos con GROUP BY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5092660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59303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7724" y="6425922"/>
            <a:ext cx="296941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 la suma de los valores de un grupo.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116" y="5092660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6116" y="59303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66116" y="6425922"/>
            <a:ext cx="296953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 el promedio de los valores de un grupo.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627" y="5092660"/>
            <a:ext cx="598408" cy="59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94627" y="59303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COUNT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94627" y="6425922"/>
            <a:ext cx="296953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Cuenta el número de filas de un grupo.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3138" y="5092660"/>
            <a:ext cx="598408" cy="5984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23138" y="59303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MAX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23138" y="6425922"/>
            <a:ext cx="296953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Obtiene el valor máximo de un grupo.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33719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Funciones de agregación: SUM, AVG, COUNT, MAX, MIN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1400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Cálculos Avanzados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731306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Las funciones de agregación permiten realizar cálculos estadísticos sobre grupos de datos.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41400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Insights Valiosos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731306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Estos cálculos proporcionan información significativa y facilitan la toma de decisiones.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41400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731306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Pueden combinarse con la cláusula GROUP BY para obtener análisis aún más detallados.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693" y="614720"/>
            <a:ext cx="7582614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Combinación de ordenación y agrupación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3" y="2261354"/>
            <a:ext cx="1115258" cy="17845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30517" y="2484358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Ordenación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230517" y="2946202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cláusula ORDER BY organiza los datos de manera lógica y coherente.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93" y="4045863"/>
            <a:ext cx="1115258" cy="17845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30517" y="4268867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Agrupación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230517" y="4730710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cláusula GROUP BY permite agrupar los datos por categorías o características.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3" y="5830372"/>
            <a:ext cx="1115258" cy="17845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30517" y="6053376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Sinergia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230517" y="6515219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combinación de ambas cláusulas potencia el análisis y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25685"/>
            <a:ext cx="56784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Conclusión y resumen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688675"/>
            <a:ext cx="746855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 resumen, las consultas SQL con ordenación y agrupación de datos brindan una poderosa herramienta para obtener información valiosa a partir de grandes conjuntos de datos. Estas técnicas permiten organizar, analizar y comprender los datos de manera eficiente, lo que facilita la toma de decisiones estratégicas.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2024-11-04T01:29:26Z</dcterms:created>
  <dcterms:modified xsi:type="dcterms:W3CDTF">2024-11-04T01:29:26Z</dcterms:modified>
</cp:coreProperties>
</file>