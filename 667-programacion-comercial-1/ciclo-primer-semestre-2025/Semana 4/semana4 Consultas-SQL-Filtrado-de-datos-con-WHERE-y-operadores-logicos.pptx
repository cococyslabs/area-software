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Poppins Light"/>
      <p:regular r:id="rId16"/>
    </p:embeddedFont>
    <p:embeddedFont>
      <p:font typeface="Poppins Light"/>
      <p:regular r:id="rId17"/>
    </p:embeddedFont>
    <p:embeddedFont>
      <p:font typeface="Poppins Light"/>
      <p:regular r:id="rId18"/>
    </p:embeddedFont>
    <p:embeddedFont>
      <p:font typeface="Poppins Light"/>
      <p:regular r:id="rId19"/>
    </p:embeddedFont>
    <p:embeddedFont>
      <p:font typeface="Roboto Light"/>
      <p:regular r:id="rId20"/>
    </p:embeddedFont>
    <p:embeddedFont>
      <p:font typeface="Roboto Light"/>
      <p:regular r:id="rId21"/>
    </p:embeddedFont>
    <p:embeddedFont>
      <p:font typeface="Roboto Light"/>
      <p:regular r:id="rId22"/>
    </p:embeddedFont>
    <p:embeddedFont>
      <p:font typeface="Roboto Light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62420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Consultas SQL: Filtrado de datos con WHERE y operadores lógicos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551545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Las consultas SQL ofrecen una poderosa herramienta para filtrar y extraer datos precisos de las bases de datos. Exploremos cómo utilizar la cláusula WHERE y los operadores lógicos para refinar nuestras búsquedas y obtener información relevante y efectiva.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4818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Introducción a las consultas SQL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6105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99173" y="2846070"/>
            <a:ext cx="9941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761059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Lenguaje estructurado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605808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SQL es un lenguaje de programación diseñado específicamente para administrar y manipular datos en bases de datos relacionales.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76105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43224" y="2846070"/>
            <a:ext cx="19466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7610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Consultas flexibles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251478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Las consultas SQL permiten a los usuarios seleccionar, filtrar, ordenar y agregar datos de manera eficiente.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26518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9404" y="6350198"/>
            <a:ext cx="19907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2651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Poder analítico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755606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Estas consultas son fundamentales para obtener información valiosa y tomar decisiones informadas a partir de los datos.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892480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Cláusula WHERE: Filtrando datos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Selección precisa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cláusula WHERE permite filtrar los resultados de una consulta SQL según criterios específicos.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Mayor control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 WHERE, los usuarios pueden restringir los registros devueltos a aquellos que cumplan con las condiciones establecidas.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Potencia analítica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Esta cláusula es esencial para extraer datos relevantes y obtener información significativa para la toma de decisiones.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Operadores lógicos: AND, OR, NOT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56565B"/>
          </a:solidFill>
          <a:ln/>
        </p:spPr>
      </p:sp>
      <p:sp>
        <p:nvSpPr>
          <p:cNvPr id="5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56565B"/>
          </a:solidFill>
          <a:ln/>
        </p:spPr>
      </p:sp>
      <p:sp>
        <p:nvSpPr>
          <p:cNvPr id="6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40341" y="2645569"/>
            <a:ext cx="9656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AND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Permite combinar múltiples condiciones, de modo que los resultados deben cumplir con todas ellas.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56565B"/>
          </a:solidFill>
          <a:ln/>
        </p:spPr>
      </p:sp>
      <p:sp>
        <p:nvSpPr>
          <p:cNvPr id="11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4026" y="4489013"/>
            <a:ext cx="18919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013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OR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Devuelve registros que cumplan con al menos una de las condiciones especificadas.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56565B"/>
          </a:solidFill>
          <a:ln/>
        </p:spPr>
      </p:sp>
      <p:sp>
        <p:nvSpPr>
          <p:cNvPr id="16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1883" y="6332458"/>
            <a:ext cx="193477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01332" y="622220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NOT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Excluye de los resultados los registros que cumplan con la condición establecida.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720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8070" y="3260884"/>
            <a:ext cx="11004471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Comparación de valores con operadores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48070" y="4249460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9407" y="4470797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Igualdad (=)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969407" y="4932998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Selecciona registros donde el valor coincide exactamente con el especificado.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422118" y="4249460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43455" y="4470797"/>
            <a:ext cx="3156109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Desigualdad (≠, &gt;, &lt;, ≥, ≤)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643455" y="4932998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Permite filtrar datos según comparaciones numéricas o de fechas.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8070" y="6051947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9407" y="6273284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Rango (BETWEEN)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969407" y="6735485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Selecciona datos que se encuentran dentro de un rango de valores definido.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422118" y="6051947"/>
            <a:ext cx="6460331" cy="1588770"/>
          </a:xfrm>
          <a:prstGeom prst="roundRect">
            <a:avLst>
              <a:gd name="adj" fmla="val 565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43455" y="6273284"/>
            <a:ext cx="2672001" cy="333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Coincidencia (LIKE)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643455" y="6735485"/>
            <a:ext cx="6017657" cy="683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Utiliza caracteres comodín para buscar patrones de texto en los datos.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2881"/>
            <a:ext cx="75991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Uso de comodines con LIKE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051822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%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93790" y="6336030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Sustituye cero o más caracteres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704" y="505182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54704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_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5254704" y="6336030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Sustituye un único carácter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738" y="5051822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5738" y="58456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[]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715738" y="6336030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Coincide con un carácter en el rango o conjunto especificado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Combinación de criterios de filtro</a:t>
            </a:r>
            <a:endParaRPr lang="en-US" sz="4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87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Anidamiento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087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Múltiples cláusulas WHERE se pueden anidar para crear filtros más complejos.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87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Prioridad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087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Los operadores lógicos determinan el orden de ejecución de las condiciones.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87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Flexibilidad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087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Esta combinación permite ajustar los criterios de filtrado según las necesidades específicas.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4552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Ejemplos prácticos y ejercicios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03245"/>
            <a:ext cx="7556421" cy="3780711"/>
          </a:xfrm>
          <a:prstGeom prst="roundRect">
            <a:avLst>
              <a:gd name="adj" fmla="val 2520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87810" y="3110865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514624" y="325457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Consulta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9024" y="3254573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Descripción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7810" y="3761184"/>
            <a:ext cx="7541181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514624" y="3904893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SELECT * FROM clientes WHERE ciudad = 'Madrid' AND edad &gt; 30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89024" y="3904893"/>
            <a:ext cx="331315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Obtiene todos los clientes de la ciudad de Madrid mayores de 30 años.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7810" y="5137309"/>
            <a:ext cx="7541181" cy="17390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514624" y="5281017"/>
            <a:ext cx="3313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SELECT nombre, email FROM empleados WHERE departamento = 'Ventas' OR departamento = 'Marketing'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289024" y="5281017"/>
            <a:ext cx="331315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Selecciona el nombre y el email de los empleados de los departamentos de Ventas o Marketing.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110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Conclusiones y mejores prácticas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85573" y="3208973"/>
            <a:ext cx="9941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Precisión en el filtrado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Las cláusulas WHERE y los operadores lógicos permiten obtener datos precisos y relevantes.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1239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29624" y="3208973"/>
            <a:ext cx="194667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123962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Optimización de consultas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968710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Es importante estructurar las consultas de manera eficiente para mejorar el rendimiento.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90228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35804" y="5987296"/>
            <a:ext cx="19907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9022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Validación de datos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39270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Revisar los resultados y validar la calidad de los datos es crucial para la toma de decisiones.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2024-11-04T01:24:59Z</dcterms:created>
  <dcterms:modified xsi:type="dcterms:W3CDTF">2024-11-04T01:24:59Z</dcterms:modified>
</cp:coreProperties>
</file>