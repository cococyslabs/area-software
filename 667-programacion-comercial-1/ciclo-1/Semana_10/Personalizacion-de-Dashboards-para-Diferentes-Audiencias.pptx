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MuseoModerno Medium"/>
      <p:regular r:id="rId16"/>
    </p:embeddedFont>
    <p:embeddedFont>
      <p:font typeface="MuseoModerno Medium"/>
      <p:regular r:id="rId17"/>
    </p:embeddedFont>
    <p:embeddedFont>
      <p:font typeface="MuseoModerno Medium"/>
      <p:regular r:id="rId18"/>
    </p:embeddedFont>
    <p:embeddedFont>
      <p:font typeface="MuseoModerno Medium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207770"/>
            <a:ext cx="7415927" cy="425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Personalización de Dashboards para Diferentes Audiencias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6350437" y="5836682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Bienvenidos a nuestra presentación sobre cómo diseñar dashboards efectivos para diversos usuarios en una organización. Exploraremos la importancia de adaptar la información a cada audiencia.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9508" y="842843"/>
            <a:ext cx="7484983" cy="148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4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Importancia de la Personalización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829508" y="2946202"/>
            <a:ext cx="533162" cy="533162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1012746" y="3035022"/>
            <a:ext cx="166688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599605" y="2946202"/>
            <a:ext cx="333648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Comprensión mejorada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599605" y="3458647"/>
            <a:ext cx="6714887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personalización facilita la interpretación de datos para cada usuario.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29508" y="4720590"/>
            <a:ext cx="533162" cy="533162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9" name="Text 6"/>
          <p:cNvSpPr/>
          <p:nvPr/>
        </p:nvSpPr>
        <p:spPr>
          <a:xfrm>
            <a:off x="997268" y="4809411"/>
            <a:ext cx="197644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750" dirty="0"/>
          </a:p>
        </p:txBody>
      </p:sp>
      <p:sp>
        <p:nvSpPr>
          <p:cNvPr id="10" name="Text 7"/>
          <p:cNvSpPr/>
          <p:nvPr/>
        </p:nvSpPr>
        <p:spPr>
          <a:xfrm>
            <a:off x="1599605" y="4720590"/>
            <a:ext cx="3276362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Eficiencia en decisiones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599605" y="5233035"/>
            <a:ext cx="6714887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Adaptar el contenido agiliza la toma de decisiones empresariales.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29508" y="6115764"/>
            <a:ext cx="533162" cy="533162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996196" y="6204585"/>
            <a:ext cx="199787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1599605" y="6115764"/>
            <a:ext cx="343685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Alineación con objetivos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599605" y="6628209"/>
            <a:ext cx="6714887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dashboards personalizados se ajustan a las metas específicas de cada grupo.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051" y="469940"/>
            <a:ext cx="5772388" cy="533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Identificación de Audiencias</a:t>
            </a:r>
            <a:endParaRPr lang="en-US" sz="3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51" y="1260277"/>
            <a:ext cx="427196" cy="4271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8051" y="1858328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Alta dirección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98051" y="2227778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Requieren visión estratégica y resumen ejecutivo.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51" y="3013829"/>
            <a:ext cx="427196" cy="4271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8051" y="3611880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Gerentes de área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98051" y="3981331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Necesitan información detallada sobre su departamento.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51" y="4767382"/>
            <a:ext cx="427196" cy="4271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8051" y="5365432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Analistas de datos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98051" y="5734883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Buscan datos granulares y tendencias específicas.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51" y="6520934"/>
            <a:ext cx="427196" cy="4271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8051" y="7118985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 operativo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598051" y="7488436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Precisan indicadores de desempeño diario claros.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49047"/>
            <a:ext cx="7415927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Necesidades de Información por Audiencia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3633907"/>
            <a:ext cx="7415927" cy="3646646"/>
          </a:xfrm>
          <a:prstGeom prst="roundRect">
            <a:avLst>
              <a:gd name="adj" fmla="val 1016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65677" y="3649147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2493" y="3804880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Alta dirección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309027" y="3804880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Resumen estratégico, KPIs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65677" y="4355663"/>
            <a:ext cx="73854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612493" y="4511397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Gerentes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309027" y="4511397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Análisis detallado, rendimiento del equipo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65677" y="5457230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12493" y="5612963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Analistas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309027" y="5612963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Datos granulares, tendencias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365677" y="6163747"/>
            <a:ext cx="73854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612493" y="6319480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Personal operativo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0309027" y="6319480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Indicadores de desempeño diario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598063"/>
            <a:ext cx="7204829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Diseño Visual Adaptado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9866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Alta dirección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619268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Visualizaciones simplificadas centradas en KPIs clave.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986689"/>
            <a:ext cx="310276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Gerentes y analistas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695" y="4619268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Detalles y filtros para profundizar en los datos.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866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 operativo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619268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Gráficos claros y directos para comprender el rendimiento diario.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29496"/>
            <a:ext cx="1118532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Ejemplo de Dashboard Personalizado</a:t>
            </a:r>
            <a:endParaRPr lang="en-US" sz="4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1994773"/>
            <a:ext cx="6266021" cy="3872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617601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Dashboard Ejecutivo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4037" y="6709886"/>
            <a:ext cx="62660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Resumen para alta dirección con KPIs clave y tendencias generales.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342" y="1994773"/>
            <a:ext cx="6266021" cy="38726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342" y="6176010"/>
            <a:ext cx="312253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Dashboard Gerencial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500342" y="6709886"/>
            <a:ext cx="62660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Información detallada para gerentes, incluyendo desgloses por equipo y región.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8273" y="552212"/>
            <a:ext cx="7740253" cy="125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Herramientas y Funcionalidades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273" y="2106216"/>
            <a:ext cx="501253" cy="5012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8273" y="2807970"/>
            <a:ext cx="2506623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Power BI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188273" y="3241477"/>
            <a:ext cx="7740253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Herramienta versátil para crear dashboards interactivos.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273" y="4163735"/>
            <a:ext cx="501253" cy="5012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8273" y="4865489"/>
            <a:ext cx="2506623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Tableau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6188273" y="5298996"/>
            <a:ext cx="7740253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Potente plataforma para visualización de datos avanzada.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273" y="6221254"/>
            <a:ext cx="501253" cy="5012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8273" y="6923008"/>
            <a:ext cx="2506623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Google Data Studio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188273" y="7356515"/>
            <a:ext cx="7740253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Solución gratuita para informes y dashboards en línea.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711" y="607576"/>
            <a:ext cx="7597378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Mejores Prácticas para la Personalización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711" y="2320052"/>
            <a:ext cx="1104781" cy="17677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843" y="2540913"/>
            <a:ext cx="276213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Involucrar usuarios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843" y="3018711"/>
            <a:ext cx="6161246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Incluir a los usuarios finales en el proceso de diseño.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711" y="4087773"/>
            <a:ext cx="1104781" cy="17677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843" y="4308634"/>
            <a:ext cx="2989778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Pruebas de usabilidad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843" y="4786432"/>
            <a:ext cx="6161246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Realizar pruebas para garantizar que el dashboard sea intuitivo.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711" y="5855494"/>
            <a:ext cx="1104781" cy="17677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843" y="6076355"/>
            <a:ext cx="276213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Flexibilidad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843" y="6554153"/>
            <a:ext cx="6161246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Mantener la capacidad de ajustar el dashboard según las necesidades futuras.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65716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Conclusiones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2107525"/>
            <a:ext cx="7415927" cy="1422559"/>
          </a:xfrm>
          <a:prstGeom prst="roundRect">
            <a:avLst>
              <a:gd name="adj" fmla="val 2603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6597253" y="2354342"/>
            <a:ext cx="313860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Personalización clave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97253" y="2888218"/>
            <a:ext cx="69222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adaptación de dashboards es esencial para su efectividad.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3776901"/>
            <a:ext cx="7415927" cy="1422559"/>
          </a:xfrm>
          <a:prstGeom prst="roundRect">
            <a:avLst>
              <a:gd name="adj" fmla="val 2603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6597253" y="402371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Conocer audiencias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97253" y="4557593"/>
            <a:ext cx="69222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Entender las necesidades de cada grupo es fundamental.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5446276"/>
            <a:ext cx="7415927" cy="1817608"/>
          </a:xfrm>
          <a:prstGeom prst="roundRect">
            <a:avLst>
              <a:gd name="adj" fmla="val 2037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6597253" y="5693093"/>
            <a:ext cx="376297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Herramientas adecuadas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597253" y="6226969"/>
            <a:ext cx="692229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Utilizar las herramientas correctas facilita el proceso de personalización.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2024-11-04T04:08:27Z</dcterms:created>
  <dcterms:modified xsi:type="dcterms:W3CDTF">2024-11-04T04:08:27Z</dcterms:modified>
</cp:coreProperties>
</file>