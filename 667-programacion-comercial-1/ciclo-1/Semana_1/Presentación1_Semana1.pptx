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db.org/download/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4530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Gestión y Administración de Bases de Datos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414593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gestión y administración de bases de datos es un componente crucial en el mundo de la tecnología de la información. Esta disciplina se centra en la implementación, configuración y mantenimiento de sistemas de bases de datos comerciales, con un enfoque particular en la optimización de la gestión de información mediante la aplicación de conceptos de normalización y relaciones entre tablas.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21354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esta clase, los estudiantes aprenderán a trabajar con bases de datos SQL, con un énfasis práctico en MariaDB, una popular plataforma de código abierto. El objetivo principal es capacitar a los estudiantes para configurar y gestionar eficazmente bases de datos, proporcionándoles las habilidades necesarias para enfrentar los desafíos del mundo real en la gestión de datos.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684502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6852642"/>
            <a:ext cx="347663" cy="3476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0040" y="6828115"/>
            <a:ext cx="24491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Walter Corado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614005"/>
            <a:ext cx="5582722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Objetivos del Curso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1526" y="1897975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67621" y="1981676"/>
            <a:ext cx="130254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07212" y="1897975"/>
            <a:ext cx="295322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Implementación de Bases de Datos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507212" y="2729627"/>
            <a:ext cx="2953226" cy="214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estudiantes aprenderán a implementar bases de datos comerciales, aplicando conceptos avanzados para optimizar el rendimiento y la eficiencia.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3681" y="1897975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4842629" y="1981676"/>
            <a:ext cx="18454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09367" y="1897975"/>
            <a:ext cx="295322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Normalización y Relaciones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409367" y="2729627"/>
            <a:ext cx="2953226" cy="2858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enfocará en la aplicación de técnicas de normalización y el establecimiento de relaciones efectivas entre tablas para mejorar la integridad y consistencia de los datos.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1526" y="6062543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936069" y="6146244"/>
            <a:ext cx="193238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07212" y="6062543"/>
            <a:ext cx="284868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Configuración de SQL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507212" y="6545342"/>
            <a:ext cx="6855262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participantes adquirirán habilidades prácticas en la configuración y gestión de bases de datos SQL, con un enfoque específico en MariaDB.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607"/>
            <a:ext cx="99204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Evaluación de Requisitos de Hardware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Memoria 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2505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recomienda un mínimo de 1 GB de RAM, aunque 2 GB o más es ideal para bases de datos de gran tamaño. La cantidad de memoria afecta directamente el rendimiento del sistema.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Procesador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852505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procesador de al menos 1 GHz es necesario, pero se aconseja optar por un procesador de múltiples núcleos para un mejor rendimiento, especialmente en entornos con alta carga de trabajo.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Almacenamiento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3852505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crucial contar con suficiente espacio en disco, considerando el crecimiento futuro de los datos. La capacidad de almacenamiento debe planificarse cuidadosamente.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8668"/>
            <a:ext cx="60242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Requisitos de Software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77608"/>
            <a:ext cx="6408063" cy="2758559"/>
          </a:xfrm>
          <a:prstGeom prst="roundRect">
            <a:avLst>
              <a:gd name="adj" fmla="val 1233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 Operativo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94841"/>
            <a:ext cx="59544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MariaDB es versátil y compatible con múltiples plataformas, incluyendo Windows, macOS y diversas distribuciones de Linux. Esta flexibilidad permite a los usuarios elegir el entorno que mejor se adapte a sus necesidades.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4677608"/>
            <a:ext cx="6408063" cy="2758559"/>
          </a:xfrm>
          <a:prstGeom prst="roundRect">
            <a:avLst>
              <a:gd name="adj" fmla="val 1233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7655481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Dependencias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55481" y="5394841"/>
            <a:ext cx="59544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Algunos sistemas pueden requerir la instalación de dependencias adicionales, como librerías de C++. Es importante verificar y satisfacer estos requisitos para garantizar un funcionamiento óptimo de MariaDB.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565" y="558284"/>
            <a:ext cx="772287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Proceso de Descarga de MariaDB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1003578" y="2131457"/>
            <a:ext cx="22860" cy="5539740"/>
          </a:xfrm>
          <a:prstGeom prst="roundRect">
            <a:avLst>
              <a:gd name="adj" fmla="val 133219"/>
            </a:avLst>
          </a:prstGeom>
          <a:solidFill>
            <a:srgbClr val="575757"/>
          </a:solidFill>
          <a:ln/>
        </p:spPr>
      </p:sp>
      <p:sp>
        <p:nvSpPr>
          <p:cNvPr id="5" name="Shape 2"/>
          <p:cNvSpPr/>
          <p:nvPr/>
        </p:nvSpPr>
        <p:spPr>
          <a:xfrm>
            <a:off x="1220510" y="2576751"/>
            <a:ext cx="710565" cy="22860"/>
          </a:xfrm>
          <a:prstGeom prst="roundRect">
            <a:avLst>
              <a:gd name="adj" fmla="val 133219"/>
            </a:avLst>
          </a:prstGeom>
          <a:solidFill>
            <a:srgbClr val="575757"/>
          </a:solidFill>
          <a:ln/>
        </p:spPr>
      </p:sp>
      <p:sp>
        <p:nvSpPr>
          <p:cNvPr id="6" name="Shape 3"/>
          <p:cNvSpPr/>
          <p:nvPr/>
        </p:nvSpPr>
        <p:spPr>
          <a:xfrm>
            <a:off x="786646" y="2359819"/>
            <a:ext cx="456724" cy="45672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955715" y="2435900"/>
            <a:ext cx="11846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131576" y="2334458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 al Sitio Web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131576" y="2773561"/>
            <a:ext cx="6301859" cy="97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Visitar el sitio web oficial de MariaDB en </a:t>
            </a:r>
            <a:pPr algn="l" indent="0" marL="0">
              <a:lnSpc>
                <a:spcPts val="2550"/>
              </a:lnSpc>
              <a:buNone/>
            </a:pPr>
            <a:r>
              <a:rPr lang="en-US" sz="1550" u="sng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https://mariadb.org/download/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iniciar el proceso de descarga.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220510" y="4599265"/>
            <a:ext cx="710565" cy="22860"/>
          </a:xfrm>
          <a:prstGeom prst="roundRect">
            <a:avLst>
              <a:gd name="adj" fmla="val 133219"/>
            </a:avLst>
          </a:prstGeom>
          <a:solidFill>
            <a:srgbClr val="575757"/>
          </a:solidFill>
          <a:ln/>
        </p:spPr>
      </p:sp>
      <p:sp>
        <p:nvSpPr>
          <p:cNvPr id="11" name="Shape 8"/>
          <p:cNvSpPr/>
          <p:nvPr/>
        </p:nvSpPr>
        <p:spPr>
          <a:xfrm>
            <a:off x="786646" y="4382333"/>
            <a:ext cx="456724" cy="45672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931069" y="4458414"/>
            <a:ext cx="16775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131576" y="4356973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Selección de Versión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131576" y="4796076"/>
            <a:ext cx="6301859" cy="97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Elegir la versión adecuada según el sistema operativo y las necesidades específicas del proyecto. Se recomienda optar por versiones estables para entornos de producción.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20510" y="6621780"/>
            <a:ext cx="710565" cy="22860"/>
          </a:xfrm>
          <a:prstGeom prst="roundRect">
            <a:avLst>
              <a:gd name="adj" fmla="val 133219"/>
            </a:avLst>
          </a:prstGeom>
          <a:solidFill>
            <a:srgbClr val="575757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646" y="6404848"/>
            <a:ext cx="456724" cy="45672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927140" y="6480929"/>
            <a:ext cx="175736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131576" y="6379488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Descarga del Archivo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131576" y="6818590"/>
            <a:ext cx="6301859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Proceder a descargar el archivo de instalación correspondiente a la versión seleccionada.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565" y="756047"/>
            <a:ext cx="5663446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Instalación de MariaDB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65" y="1742123"/>
            <a:ext cx="1065967" cy="19104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8333" y="1955244"/>
            <a:ext cx="2937034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Ejecución del Instalador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618333" y="2416135"/>
            <a:ext cx="6265902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Iniciar el proceso ejecutando el archivo de instalación descargado. Esto lanzará el asistente de instalación que guiará al usuario a través del proceso.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65" y="3652599"/>
            <a:ext cx="1065967" cy="19104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8333" y="3865721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Configuración Inicial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618333" y="4326612"/>
            <a:ext cx="6265902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Seguir las instrucciones del asistente, personalizando opciones como la ubicación de instalación y configuraciones iniciales según las necesidades específicas.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565" y="5563076"/>
            <a:ext cx="1065967" cy="19104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18333" y="5776198"/>
            <a:ext cx="3763804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Configuración de Usuario Root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618333" y="6237089"/>
            <a:ext cx="6265902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Establecer una contraseña segura para el usuario root durante el proceso de instalación. Este paso es crucial para la seguridad inicial de la base de datos.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251" y="530900"/>
            <a:ext cx="7272338" cy="60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Configuración Inicial del Entorno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1" y="1421844"/>
            <a:ext cx="481608" cy="481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4251" y="2096095"/>
            <a:ext cx="3018473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Seguridad del Usuario Root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74251" y="2512576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Establecer una contraseña robusta para el usuario root es fundamental para proteger el acceso a la base de datos.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1" y="3706773"/>
            <a:ext cx="481608" cy="481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4251" y="4381024"/>
            <a:ext cx="296144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Almacenamiento de Datos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74251" y="4797504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la ubicación de almacenamiento de datos en un lugar seguro y accesible del sistema.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1" y="5991701"/>
            <a:ext cx="481608" cy="481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4251" y="6665952"/>
            <a:ext cx="291786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Conexiones Concurrentes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74251" y="7082433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el número máximo de conexiones simultáneas según las necesidades específicas del proyecto y los recursos disponibles.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590" y="1171337"/>
            <a:ext cx="7229118" cy="645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Optimización del Rendimiento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2590" y="2126099"/>
            <a:ext cx="7698819" cy="3378756"/>
          </a:xfrm>
          <a:prstGeom prst="roundRect">
            <a:avLst>
              <a:gd name="adj" fmla="val 91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0210" y="2133719"/>
            <a:ext cx="7682746" cy="593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37736" y="2265164"/>
            <a:ext cx="214383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Parámetro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02104" y="2265164"/>
            <a:ext cx="214002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62663" y="2265164"/>
            <a:ext cx="214383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0210" y="2726888"/>
            <a:ext cx="7682746" cy="9234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37736" y="2858333"/>
            <a:ext cx="214383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Tamaño del Buffer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502104" y="2858333"/>
            <a:ext cx="2140029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Ajustar según RAM disponible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62663" y="2858333"/>
            <a:ext cx="2143839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Mejora velocidad de lectura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0210" y="3650337"/>
            <a:ext cx="7682746" cy="9234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37736" y="3781782"/>
            <a:ext cx="214383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Caché de Consultas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02104" y="3781782"/>
            <a:ext cx="2140029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para consultas frecuentes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62663" y="3781782"/>
            <a:ext cx="2143839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tiempo de respuesta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0210" y="4573786"/>
            <a:ext cx="7682746" cy="9234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37736" y="4705231"/>
            <a:ext cx="214383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Índices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02104" y="4705231"/>
            <a:ext cx="2140029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 para columnas frecuentes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62663" y="4705231"/>
            <a:ext cx="2143839" cy="330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Acelera búsquedas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2590" y="5737027"/>
            <a:ext cx="7698819" cy="132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optimización del rendimiento de MariaDB implica ajustar varios parámetros clave. Es importante considerar el tamaño del buffer, la caché de consultas y la creación de índices adecuados. Estos ajustes deben realizarse considerando los recursos del sistema y las necesidades específicas de la aplicación.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241" y="789265"/>
            <a:ext cx="5788223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Seguridad en MariaDB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2241" y="2074188"/>
            <a:ext cx="502801" cy="50280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68335" y="2157889"/>
            <a:ext cx="13049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08522" y="2074188"/>
            <a:ext cx="2950845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Autenticación Robusta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508522" y="2557463"/>
            <a:ext cx="2951798" cy="178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políticas de contraseñas fuertes y considerar la autenticación de dos factores para cuentas críticas.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3800" y="2074188"/>
            <a:ext cx="502801" cy="50280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4842748" y="2157889"/>
            <a:ext cx="18478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10081" y="2074188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Cifrado de Datos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410081" y="2557463"/>
            <a:ext cx="2951798" cy="143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cifrado para proteger datos sensibles tanto en reposo como en tránsito.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2241" y="4820007"/>
            <a:ext cx="502801" cy="50280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936903" y="4903708"/>
            <a:ext cx="193477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08522" y="4820007"/>
            <a:ext cx="2951798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Actualizaciones Regulares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508522" y="5652492"/>
            <a:ext cx="2951798" cy="178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Mantener el sistema actualizado con los últimos parches de seguridad para proteger contra vulnerabilidades conocidas.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4683800" y="4820007"/>
            <a:ext cx="502801" cy="50280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4833461" y="4903708"/>
            <a:ext cx="203478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410081" y="4820007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Auditoría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5410081" y="5303282"/>
            <a:ext cx="2951798" cy="143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y revisar regularmente los registros de auditoría para detectar actividades sospechosas.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870" y="531852"/>
            <a:ext cx="6237803" cy="60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Mantenimiento y Monitoreo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955477" y="1426250"/>
            <a:ext cx="22860" cy="6274118"/>
          </a:xfrm>
          <a:prstGeom prst="roundRect">
            <a:avLst>
              <a:gd name="adj" fmla="val 126907"/>
            </a:avLst>
          </a:prstGeom>
          <a:solidFill>
            <a:srgbClr val="575757"/>
          </a:solidFill>
          <a:ln/>
        </p:spPr>
      </p:sp>
      <p:sp>
        <p:nvSpPr>
          <p:cNvPr id="5" name="Shape 2"/>
          <p:cNvSpPr/>
          <p:nvPr/>
        </p:nvSpPr>
        <p:spPr>
          <a:xfrm>
            <a:off x="1161574" y="1849874"/>
            <a:ext cx="676870" cy="22860"/>
          </a:xfrm>
          <a:prstGeom prst="roundRect">
            <a:avLst>
              <a:gd name="adj" fmla="val 126907"/>
            </a:avLst>
          </a:prstGeom>
          <a:solidFill>
            <a:srgbClr val="575757"/>
          </a:solidFill>
          <a:ln/>
        </p:spPr>
      </p:sp>
      <p:sp>
        <p:nvSpPr>
          <p:cNvPr id="6" name="Shape 3"/>
          <p:cNvSpPr/>
          <p:nvPr/>
        </p:nvSpPr>
        <p:spPr>
          <a:xfrm>
            <a:off x="749379" y="1643777"/>
            <a:ext cx="435054" cy="43505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910471" y="1716167"/>
            <a:ext cx="112871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030611" y="1619607"/>
            <a:ext cx="3478292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Copias de Seguridad Regulares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30611" y="2037755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un sistema de copias de seguridad automatizadas y verificar su integridad periódicamente.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61574" y="3466743"/>
            <a:ext cx="676870" cy="22860"/>
          </a:xfrm>
          <a:prstGeom prst="roundRect">
            <a:avLst>
              <a:gd name="adj" fmla="val 126907"/>
            </a:avLst>
          </a:prstGeom>
          <a:solidFill>
            <a:srgbClr val="575757"/>
          </a:solidFill>
          <a:ln/>
        </p:spPr>
      </p:sp>
      <p:sp>
        <p:nvSpPr>
          <p:cNvPr id="11" name="Shape 8"/>
          <p:cNvSpPr/>
          <p:nvPr/>
        </p:nvSpPr>
        <p:spPr>
          <a:xfrm>
            <a:off x="749379" y="3260646"/>
            <a:ext cx="435054" cy="43505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886897" y="3333036"/>
            <a:ext cx="159901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2030611" y="3236476"/>
            <a:ext cx="2992993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Monitoreo de Rendimiento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30611" y="3654623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herramientas de monitoreo para supervisar el rendimiento y detectar cuellos de botella.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61574" y="5083612"/>
            <a:ext cx="676870" cy="22860"/>
          </a:xfrm>
          <a:prstGeom prst="roundRect">
            <a:avLst>
              <a:gd name="adj" fmla="val 126907"/>
            </a:avLst>
          </a:prstGeom>
          <a:solidFill>
            <a:srgbClr val="575757"/>
          </a:solidFill>
          <a:ln/>
        </p:spPr>
      </p:sp>
      <p:sp>
        <p:nvSpPr>
          <p:cNvPr id="16" name="Shape 13"/>
          <p:cNvSpPr/>
          <p:nvPr/>
        </p:nvSpPr>
        <p:spPr>
          <a:xfrm>
            <a:off x="749379" y="4877514"/>
            <a:ext cx="435054" cy="43505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883206" y="4949904"/>
            <a:ext cx="167402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030611" y="4853345"/>
            <a:ext cx="301406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Optimización de Consultas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30611" y="5271492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Analizar y optimizar regularmente las consultas más frecuentes o que consumen más recursos.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161574" y="6700480"/>
            <a:ext cx="676870" cy="22860"/>
          </a:xfrm>
          <a:prstGeom prst="roundRect">
            <a:avLst>
              <a:gd name="adj" fmla="val 126907"/>
            </a:avLst>
          </a:prstGeom>
          <a:solidFill>
            <a:srgbClr val="575757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379" y="6494383"/>
            <a:ext cx="435054" cy="435054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22" name="Text 19"/>
          <p:cNvSpPr/>
          <p:nvPr/>
        </p:nvSpPr>
        <p:spPr>
          <a:xfrm>
            <a:off x="878800" y="6566773"/>
            <a:ext cx="17609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2030611" y="6470213"/>
            <a:ext cx="3182422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Mantenimiento Programado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30611" y="6888361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Establecer ventanas de mantenimiento para tareas como desfragmentación y actualización de estadísticas.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2024-11-06T14:31:33Z</dcterms:created>
  <dcterms:modified xsi:type="dcterms:W3CDTF">2024-11-06T14:31:33Z</dcterms:modified>
</cp:coreProperties>
</file>