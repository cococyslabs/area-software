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 Black"/>
      <p:regular r:id="rId15"/>
    </p:embeddedFont>
    <p:embeddedFont>
      <p:font typeface="Montserrat Black"/>
      <p:regular r:id="rId16"/>
    </p:embeddedFont>
    <p:embeddedFont>
      <p:font typeface="Inconsolata"/>
      <p:regular r:id="rId17"/>
    </p:embeddedFont>
    <p:embeddedFont>
      <p:font typeface="Inconsolata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1137" y="593288"/>
            <a:ext cx="7634526" cy="4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30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Validación de esquemas de carga de información en Power BI</a:t>
            </a:r>
            <a:endParaRPr lang="en-US" sz="5850" dirty="0"/>
          </a:p>
        </p:txBody>
      </p:sp>
      <p:sp>
        <p:nvSpPr>
          <p:cNvPr id="4" name="Text 1"/>
          <p:cNvSpPr/>
          <p:nvPr/>
        </p:nvSpPr>
        <p:spPr>
          <a:xfrm>
            <a:off x="6241137" y="5566648"/>
            <a:ext cx="7634526" cy="20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 validación de esquemas de carga de información en Power BI es un proceso crucial para asegurar la integridad y confiabilidad de los datos. Este enfoque permite identificar y corregir problemas en la estructura y calidad de los datos antes de su procesamiento, garantizando así una información precisa y relevante para la toma de decisiones.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9113" y="1267063"/>
            <a:ext cx="7638574" cy="13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Objetivos de la validación de esquemas de carga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9113" y="3175754"/>
            <a:ext cx="483870" cy="483870"/>
          </a:xfrm>
          <a:prstGeom prst="roundRect">
            <a:avLst>
              <a:gd name="adj" fmla="val 189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13540" y="3256359"/>
            <a:ext cx="13489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38010" y="3175754"/>
            <a:ext cx="3012877" cy="671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Garantizar la calidad de los datos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38010" y="3976688"/>
            <a:ext cx="3012877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Asegurar que los datos cargados en Power BI cumplan con los estándares y requisitos establecidos.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165913" y="3175754"/>
            <a:ext cx="483870" cy="483870"/>
          </a:xfrm>
          <a:prstGeom prst="roundRect">
            <a:avLst>
              <a:gd name="adj" fmla="val 189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309741" y="3256359"/>
            <a:ext cx="196215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0864810" y="3175754"/>
            <a:ext cx="3012877" cy="671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Mejorar la eficiencia de los procesos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864810" y="3976688"/>
            <a:ext cx="3012877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Optimizar los flujos de trabajo mediante la identificación y corrección temprana de errores.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39113" y="5809536"/>
            <a:ext cx="483870" cy="483870"/>
          </a:xfrm>
          <a:prstGeom prst="roundRect">
            <a:avLst>
              <a:gd name="adj" fmla="val 189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81988" y="5890141"/>
            <a:ext cx="19812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6938010" y="5809536"/>
            <a:ext cx="380571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Aumentar la confiabilidad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38010" y="6274475"/>
            <a:ext cx="6939677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Generar informes y análisis confiables que respalden la toma de decisiones estratégicas.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1969" y="918091"/>
            <a:ext cx="7652861" cy="133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Requisitos para una validación efectiva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31969" y="2568893"/>
            <a:ext cx="3719989" cy="2264807"/>
          </a:xfrm>
          <a:prstGeom prst="roundRect">
            <a:avLst>
              <a:gd name="adj" fmla="val 40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52592" y="2789515"/>
            <a:ext cx="290060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Definir reglas claras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52592" y="325004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Establecer criterios de validación específicos y coherentes con los objetivos del negocio.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4961" y="2568893"/>
            <a:ext cx="3719989" cy="2264807"/>
          </a:xfrm>
          <a:prstGeom prst="roundRect">
            <a:avLst>
              <a:gd name="adj" fmla="val 40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85584" y="2789515"/>
            <a:ext cx="31806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Automatizar procesos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385584" y="325004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Implementar controles y scripts que permitan ejecutar la validación de manera eficiente.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1969" y="5046702"/>
            <a:ext cx="3719989" cy="2264807"/>
          </a:xfrm>
          <a:prstGeom prst="roundRect">
            <a:avLst>
              <a:gd name="adj" fmla="val 40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52592" y="5267325"/>
            <a:ext cx="321790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Monitorear resultados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52592" y="572785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Realizar un seguimiento constante de los procesos de validación y ajustarlos según sea necesario.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164961" y="5046702"/>
            <a:ext cx="3719989" cy="2264807"/>
          </a:xfrm>
          <a:prstGeom prst="roundRect">
            <a:avLst>
              <a:gd name="adj" fmla="val 40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385584" y="5267325"/>
            <a:ext cx="301740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Comunicar hallazgos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385584" y="572785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Informar a los stakeholders sobre los resultados de la validación y las acciones correctivas.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221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Identificación de fuentes de datos y conexiones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6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Fuentes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8789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Identificar y comprender las diferentes fuentes de datos que alimentarán el modelo de Power BI.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177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Bases de datos corporativas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599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Hojas de cálculo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9021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Sistemas externos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06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Conexiones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08789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Establecer y probar las conexiones entre Power BI y las fuentes de datos para asegurar la integridad de la información.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806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Configurar parámetros de conexión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8228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Validar acceso y permisos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2650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Probar actualizaciones de datos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Definición de reglas de validación de datos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0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19505" y="2645569"/>
            <a:ext cx="138232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Reglas de formato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Validar que los datos cumplan con los formatos esperados (fechas, números, texto, etc.)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88073" y="4489013"/>
            <a:ext cx="201097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Reglas de negocio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Definir criterios de validación alineados con las necesidades y políticas de la organización.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87120" y="6332458"/>
            <a:ext cx="203121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3106460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Reglas de integridad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Garantizar que los datos no presenten inconsistencias o conflictos entre sí.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Implementación de procesos de validación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Automatización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Diseñar flujos de trabajo que permitan ejecutar las validaciones de manera automática.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Integración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Incorporar los procesos de validación dentro de los flujos de carga de datos en Power BI.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Reporting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Generar informes que muestren los resultados de la validación y las acciones correctivas aplicadas.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195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405" y="3493651"/>
            <a:ext cx="13107591" cy="1359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Monitoreo y ajuste de los procesos de validación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05" y="5179576"/>
            <a:ext cx="543878" cy="5438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405" y="5940981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61405" y="6411397"/>
            <a:ext cx="4151709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Crear paneles de control que permitan visualizar el estado y desempeño de los procesos de validación.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45" y="5179576"/>
            <a:ext cx="543878" cy="5438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9345" y="5940981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Alertas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239345" y="6411397"/>
            <a:ext cx="4151709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Configurar notificaciones que alerten sobre problemas o anomalías detectadas en los datos.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286" y="5179576"/>
            <a:ext cx="543878" cy="5438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286" y="5940981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Optimización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17286" y="6411397"/>
            <a:ext cx="4151709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Analizar los resultados y ajustar continuamente las reglas y procesos de validación.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73116"/>
            <a:ext cx="96454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Conclusiones y próximos pasos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02205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 validación de esquemas de carga en Power BI es fundamental para garantizar la calidad, confiabilidad y eficiencia de los procesos de análisis de datos. Implementar estos controles de manera efectiva permitirá a las organizaciones tomar decisiones más informadas y mejorar sus resultados estratégicos.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36591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Los siguientes pasos incluyen la revisión continua de los procesos de validación, la integración con otros sistemas y la capacitación del equipo para aprovechar al máximo las herramientas de Power BI.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2024-11-04T01:58:54Z</dcterms:created>
  <dcterms:modified xsi:type="dcterms:W3CDTF">2024-11-04T01:58:54Z</dcterms:modified>
</cp:coreProperties>
</file>