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Brygada 1918"/>
      <p:regular r:id="rId15"/>
    </p:embeddedFont>
    <p:embeddedFont>
      <p:font typeface="Brygada 1918"/>
      <p:regular r:id="rId16"/>
    </p:embeddedFont>
    <p:embeddedFont>
      <p:font typeface="Brygada 1918"/>
      <p:regular r:id="rId17"/>
    </p:embeddedFont>
    <p:embeddedFont>
      <p:font typeface="Brygada 1918"/>
      <p:regular r:id="rId18"/>
    </p:embeddedFont>
    <p:embeddedFont>
      <p:font typeface="Montserrat Medium"/>
      <p:regular r:id="rId19"/>
    </p:embeddedFont>
    <p:embeddedFont>
      <p:font typeface="Montserrat Medium"/>
      <p:regular r:id="rId20"/>
    </p:embeddedFont>
    <p:embeddedFont>
      <p:font typeface="Montserrat Medium"/>
      <p:regular r:id="rId21"/>
    </p:embeddedFont>
    <p:embeddedFont>
      <p:font typeface="Montserrat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214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243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1792010"/>
            <a:ext cx="7645479" cy="2954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50"/>
              </a:lnSpc>
              <a:buNone/>
            </a:pPr>
            <a:r>
              <a:rPr lang="en-US" sz="6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Configuración de conexiones a bases de datos SQL</a:t>
            </a:r>
            <a:endParaRPr lang="en-US" sz="6200" dirty="0"/>
          </a:p>
        </p:txBody>
      </p:sp>
      <p:sp>
        <p:nvSpPr>
          <p:cNvPr id="4" name="Text 1"/>
          <p:cNvSpPr/>
          <p:nvPr/>
        </p:nvSpPr>
        <p:spPr>
          <a:xfrm>
            <a:off x="6235660" y="5067776"/>
            <a:ext cx="7645479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Establecer una conexión segura y confiable con una base de datos SQL es fundamental para el desarrollo y la integración de aplicaciones. Este proceso implica identificar los requisitos de conexión, configurar los parámetros necesarios y validar el funcionamiento de la conexión.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6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3374112"/>
            <a:ext cx="10263426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Introducción a las bases de datos SQL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49260" y="464962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5" name="Text 2"/>
          <p:cNvSpPr/>
          <p:nvPr/>
        </p:nvSpPr>
        <p:spPr>
          <a:xfrm>
            <a:off x="904399" y="4719161"/>
            <a:ext cx="171331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445062" y="4649629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Conceptos Básicos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45062" y="5134808"/>
            <a:ext cx="3538776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Las bases de datos SQL se basan en el modelo relacional, con tablas, columnas y filas para organizar y almacenar datos.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97912" y="464962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9" name="Text 6"/>
          <p:cNvSpPr/>
          <p:nvPr/>
        </p:nvSpPr>
        <p:spPr>
          <a:xfrm>
            <a:off x="5341144" y="4719161"/>
            <a:ext cx="195263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893713" y="4649629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Lenguaje SQL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893713" y="5134808"/>
            <a:ext cx="3538776" cy="2396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SQL (Structured Query Language) es el lenguaje estándar para interactuar con bases de datos relacionales, permitiendo realizar consultas, inserciones, actualizaciones y más.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9646563" y="4649629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13" name="Text 10"/>
          <p:cNvSpPr/>
          <p:nvPr/>
        </p:nvSpPr>
        <p:spPr>
          <a:xfrm>
            <a:off x="9782889" y="4719161"/>
            <a:ext cx="208955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342364" y="4649629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Sistemas Gestores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42364" y="5134808"/>
            <a:ext cx="3538776" cy="2054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Existen varios sistemas gestores de bases de datos SQL, como MySQL, PostgreSQL, Oracle, SQL Server, entre otros, cada uno con sus propias características y funcionalidades.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260" y="2252543"/>
            <a:ext cx="7600117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Tipos de bases de datos SQL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49260" y="3501271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Relacionales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260" y="4072176"/>
            <a:ext cx="4028599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Las bases de datos relacionales almacenan datos en tablas interconectadas, siguiendo el modelo relacional.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307687" y="3501271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NoSQL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07687" y="4072176"/>
            <a:ext cx="4028599" cy="1712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Las bases de datos NoSQL ofrecen un enfoque más flexible y escalable, adecuadas para escenarios con requisitos de alta disponibilidad y rendimiento.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866114" y="3501271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Híbridas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6114" y="4072176"/>
            <a:ext cx="4028599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Algunas soluciones combinan características de bases de datos relacionales y NoSQL, ofreciendo flexibilidad y escalabilidad.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1014651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Identificar los requisitos de conexión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35660" y="2762845"/>
            <a:ext cx="3715703" cy="2297430"/>
          </a:xfrm>
          <a:prstGeom prst="roundRect">
            <a:avLst>
              <a:gd name="adj" fmla="val 1398"/>
            </a:avLst>
          </a:prstGeom>
          <a:solidFill>
            <a:srgbClr val="4D1529"/>
          </a:solidFill>
          <a:ln/>
        </p:spPr>
      </p:sp>
      <p:sp>
        <p:nvSpPr>
          <p:cNvPr id="5" name="Text 2"/>
          <p:cNvSpPr/>
          <p:nvPr/>
        </p:nvSpPr>
        <p:spPr>
          <a:xfrm>
            <a:off x="6449735" y="2976920"/>
            <a:ext cx="3287554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Información de la Base de Datos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49735" y="3818930"/>
            <a:ext cx="3287554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Nombre del servidor, nombre de la base de datos, puerto, usuario y contraseña.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0165437" y="2762845"/>
            <a:ext cx="3715703" cy="2297430"/>
          </a:xfrm>
          <a:prstGeom prst="roundRect">
            <a:avLst>
              <a:gd name="adj" fmla="val 1398"/>
            </a:avLst>
          </a:prstGeom>
          <a:solidFill>
            <a:srgbClr val="4D1529"/>
          </a:solidFill>
          <a:ln/>
        </p:spPr>
      </p:sp>
      <p:sp>
        <p:nvSpPr>
          <p:cNvPr id="8" name="Text 5"/>
          <p:cNvSpPr/>
          <p:nvPr/>
        </p:nvSpPr>
        <p:spPr>
          <a:xfrm>
            <a:off x="10379512" y="2976920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Tipo de Conexión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79512" y="3462099"/>
            <a:ext cx="3287554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Determinar si la conexión será local, remota, a través de un proxy, etc.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35660" y="5274350"/>
            <a:ext cx="3715703" cy="1940600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/>
        </p:spPr>
      </p:sp>
      <p:sp>
        <p:nvSpPr>
          <p:cNvPr id="11" name="Text 8"/>
          <p:cNvSpPr/>
          <p:nvPr/>
        </p:nvSpPr>
        <p:spPr>
          <a:xfrm>
            <a:off x="6449735" y="5488424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Permisos de Acceso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49735" y="5973604"/>
            <a:ext cx="3287554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Verificar los permisos necesarios para realizar las operaciones requeridas.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10165437" y="5274350"/>
            <a:ext cx="3715703" cy="1940600"/>
          </a:xfrm>
          <a:prstGeom prst="roundRect">
            <a:avLst>
              <a:gd name="adj" fmla="val 1655"/>
            </a:avLst>
          </a:prstGeom>
          <a:solidFill>
            <a:srgbClr val="4D1529"/>
          </a:solidFill>
          <a:ln/>
        </p:spPr>
      </p:sp>
      <p:sp>
        <p:nvSpPr>
          <p:cNvPr id="14" name="Text 11"/>
          <p:cNvSpPr/>
          <p:nvPr/>
        </p:nvSpPr>
        <p:spPr>
          <a:xfrm>
            <a:off x="10379512" y="5488424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Seguridad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379512" y="5973604"/>
            <a:ext cx="3287554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Considerar medidas de seguridad como cifrado de datos y autenticación.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5660" y="629364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Establecer la configuración de la conexión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41532" y="2377559"/>
            <a:ext cx="30480" cy="5222677"/>
          </a:xfrm>
          <a:prstGeom prst="roundRect">
            <a:avLst>
              <a:gd name="adj" fmla="val 105366"/>
            </a:avLst>
          </a:prstGeom>
          <a:solidFill>
            <a:srgbClr val="662E42"/>
          </a:solidFill>
          <a:ln/>
        </p:spPr>
      </p:sp>
      <p:sp>
        <p:nvSpPr>
          <p:cNvPr id="5" name="Shape 2"/>
          <p:cNvSpPr/>
          <p:nvPr/>
        </p:nvSpPr>
        <p:spPr>
          <a:xfrm>
            <a:off x="6767155" y="2844046"/>
            <a:ext cx="749260" cy="30480"/>
          </a:xfrm>
          <a:prstGeom prst="roundRect">
            <a:avLst>
              <a:gd name="adj" fmla="val 105366"/>
            </a:avLst>
          </a:prstGeom>
          <a:solidFill>
            <a:srgbClr val="662E42"/>
          </a:solidFill>
          <a:ln/>
        </p:spPr>
      </p:sp>
      <p:sp>
        <p:nvSpPr>
          <p:cNvPr id="6" name="Shape 3"/>
          <p:cNvSpPr/>
          <p:nvPr/>
        </p:nvSpPr>
        <p:spPr>
          <a:xfrm>
            <a:off x="6315908" y="2618423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7" name="Text 4"/>
          <p:cNvSpPr/>
          <p:nvPr/>
        </p:nvSpPr>
        <p:spPr>
          <a:xfrm>
            <a:off x="6471047" y="2687955"/>
            <a:ext cx="171331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734300" y="2591633"/>
            <a:ext cx="3578066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Establecer los Parámetros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34300" y="3076813"/>
            <a:ext cx="6146840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Utilizar la información de la base de datos para configurar los parámetros de conexión.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67155" y="4656296"/>
            <a:ext cx="749260" cy="30480"/>
          </a:xfrm>
          <a:prstGeom prst="roundRect">
            <a:avLst>
              <a:gd name="adj" fmla="val 105366"/>
            </a:avLst>
          </a:prstGeom>
          <a:solidFill>
            <a:srgbClr val="662E42"/>
          </a:solidFill>
          <a:ln/>
        </p:spPr>
      </p:sp>
      <p:sp>
        <p:nvSpPr>
          <p:cNvPr id="11" name="Shape 8"/>
          <p:cNvSpPr/>
          <p:nvPr/>
        </p:nvSpPr>
        <p:spPr>
          <a:xfrm>
            <a:off x="6315908" y="4430673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12" name="Text 9"/>
          <p:cNvSpPr/>
          <p:nvPr/>
        </p:nvSpPr>
        <p:spPr>
          <a:xfrm>
            <a:off x="6459141" y="4500205"/>
            <a:ext cx="195263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7734300" y="4403884"/>
            <a:ext cx="332065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Implementar Seguridad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34300" y="4889063"/>
            <a:ext cx="6146840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Aplicar medidas de seguridad como encriptación y autenticación según los requisitos.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767155" y="6468547"/>
            <a:ext cx="749260" cy="30480"/>
          </a:xfrm>
          <a:prstGeom prst="roundRect">
            <a:avLst>
              <a:gd name="adj" fmla="val 105366"/>
            </a:avLst>
          </a:prstGeom>
          <a:solidFill>
            <a:srgbClr val="662E42"/>
          </a:solidFill>
          <a:ln/>
        </p:spPr>
      </p:sp>
      <p:sp>
        <p:nvSpPr>
          <p:cNvPr id="16" name="Shape 13"/>
          <p:cNvSpPr/>
          <p:nvPr/>
        </p:nvSpPr>
        <p:spPr>
          <a:xfrm>
            <a:off x="6315908" y="6242923"/>
            <a:ext cx="481727" cy="481727"/>
          </a:xfrm>
          <a:prstGeom prst="roundRect">
            <a:avLst>
              <a:gd name="adj" fmla="val 6667"/>
            </a:avLst>
          </a:prstGeom>
          <a:solidFill>
            <a:srgbClr val="4D1529"/>
          </a:solidFill>
          <a:ln/>
        </p:spPr>
      </p:sp>
      <p:sp>
        <p:nvSpPr>
          <p:cNvPr id="17" name="Text 14"/>
          <p:cNvSpPr/>
          <p:nvPr/>
        </p:nvSpPr>
        <p:spPr>
          <a:xfrm>
            <a:off x="6452235" y="6312456"/>
            <a:ext cx="208955" cy="342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7734300" y="6216134"/>
            <a:ext cx="3022640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Gestionar Conexiones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734300" y="6701314"/>
            <a:ext cx="6146840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Utilizar un sistema de conexiones que permita reutilizar y administrar las conexiones de forma eficiente.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62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260" y="3633549"/>
            <a:ext cx="9403199" cy="71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Prueba y validación de la conexión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60" y="4668203"/>
            <a:ext cx="535186" cy="5351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260" y="541746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Pruebas Básicas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49260" y="5902643"/>
            <a:ext cx="3042047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Verificar la conexión realizando consultas sencillas a la base de datos.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419" y="4668203"/>
            <a:ext cx="535186" cy="5351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2419" y="541746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Validación de Datos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112419" y="5902643"/>
            <a:ext cx="3042166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Comprobar que los datos recuperados o insertados son los esperados.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696" y="4668203"/>
            <a:ext cx="535186" cy="53518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75696" y="541746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Manejo de Errores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475696" y="5902643"/>
            <a:ext cx="3042166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Implementar un sistema de manejo de errores y excepciones para una mejor depuración.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8974" y="4668203"/>
            <a:ext cx="535186" cy="53518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838974" y="5417463"/>
            <a:ext cx="2854643" cy="356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Optimización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10838974" y="5902643"/>
            <a:ext cx="3042166" cy="1369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Ajustar la configuración de la conexión para mejorar el rendimiento y la escalabilidad.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0183" y="584359"/>
            <a:ext cx="7656433" cy="1416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Manejo de errores y excepciones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183" y="2319933"/>
            <a:ext cx="1062633" cy="19269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11547" y="2532459"/>
            <a:ext cx="3264218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Captura de Excepciones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11547" y="3014186"/>
            <a:ext cx="6275070" cy="102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Implementar bloques de código que capturen y gestionen las excepciones que puedan ocurrir durante la conexión.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83" y="4246840"/>
            <a:ext cx="1062633" cy="17002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1547" y="4459367"/>
            <a:ext cx="2833687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Mensajes de Error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11547" y="4941094"/>
            <a:ext cx="6275070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Proporcionar mensajes de error claros y significativos que ayuden a identificar y solucionar los problemas.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183" y="5947053"/>
            <a:ext cx="1062633" cy="17002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11547" y="6159579"/>
            <a:ext cx="2833687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Registro de Logs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11547" y="6641306"/>
            <a:ext cx="6275070" cy="680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Mantener un registro detallado de los eventos y errores para facilitar la depuración y el análisis.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260" y="977027"/>
            <a:ext cx="7645479" cy="142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Mejores prácticas y recomendaciones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749260" y="2725222"/>
            <a:ext cx="7645479" cy="4527233"/>
          </a:xfrm>
          <a:prstGeom prst="roundRect">
            <a:avLst>
              <a:gd name="adj" fmla="val 70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56880" y="2732842"/>
            <a:ext cx="7630239" cy="95678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970955" y="2868811"/>
            <a:ext cx="338316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Utilizar un sistema de conexión centralizado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789884" y="2868811"/>
            <a:ext cx="338316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Facilita la gestión y reutilización de las conexiones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756880" y="3689628"/>
            <a:ext cx="7630239" cy="12992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970955" y="3825597"/>
            <a:ext cx="3383161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Aplicar principios de seguridad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789884" y="3825597"/>
            <a:ext cx="3383161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Usar credenciales seguras, cifrado de datos y autenticación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56880" y="4988838"/>
            <a:ext cx="7630239" cy="95678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970955" y="5124807"/>
            <a:ext cx="338316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Implementar controles de errores y excepciones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789884" y="5124807"/>
            <a:ext cx="338316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Permite una mejor depuración y diagnóstico de problemas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756880" y="5945624"/>
            <a:ext cx="7630239" cy="129921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970955" y="6081593"/>
            <a:ext cx="3383161" cy="684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Monitorizar y optimizar el rendimiento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4789884" y="6081593"/>
            <a:ext cx="3383161" cy="1027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Ajustar configuraciones para mantener altos niveles de rendimiento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2024-11-04T01:52:27Z</dcterms:created>
  <dcterms:modified xsi:type="dcterms:W3CDTF">2024-11-04T01:52:27Z</dcterms:modified>
</cp:coreProperties>
</file>