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 Extra Bold"/>
      <p:regular r:id="rId15"/>
    </p:embeddedFont>
    <p:embeddedFont>
      <p:font typeface="Arimo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Autenticación y permisos en conexiones BI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autenticación y los permisos son elementos clave para garantizar la seguridad de las conexiones de Business Intelligence (BI). Esto asegura que solo los usuarios autorizados puedan acceder a los datos y funcionalidades críticas de la organización.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87960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Importancia de la seguridad en BI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Protección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sistemas de BI manejan información confidencial y sensible que debe estar debidamente resguardada.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3290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Cumplimiento normativo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gestión adecuada de permisos y autenticación ayuda a cumplir con los requisitos legales y regulatorios.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30170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Integridad de los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seguridad es esencial para mantener la confiabilidad y precisión de los datos utilizados en BI.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28869"/>
            <a:ext cx="59589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Tipos de autenticación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7810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Local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202662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usuarios se autentican directamente en la plataforma de BI con sus credenciales.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77810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122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Integrada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202662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 autenticación se delega a un sistema de identidad corporativo, como Active Directory.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15520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Delegada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40373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usuarios se autentican a través de un proveedor de identidad externo, como Google o Microsoft.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70685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Configuración de permisos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Perfiles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Agrupación de permisos por roles o perfiles de usuario.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Granularidad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44924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Asignación de permisos específicos a nivel de informe, métrica o funcionalidad.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Herencia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26375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Los permisos pueden heredarse a través de la jerarquía organizacional.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7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Administración de roles y perfiles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2624971"/>
            <a:ext cx="30480" cy="4737378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312003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88012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7514" y="2965133"/>
            <a:ext cx="13275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851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Definir roles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3342203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Identificar los tipos de usuarios y sus responsabilidades.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653796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4138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5963" y="4498896"/>
            <a:ext cx="19597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Asignar permisos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875967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Establecer los privilegios específicos para cada rol.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187559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594764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7153" y="6032659"/>
            <a:ext cx="1935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9193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Revisión periódica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409730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Evaluar y ajustar los perfiles de acceso según cambios en la organización.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970" y="804505"/>
            <a:ext cx="7069098" cy="63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Restricción de datos sensibles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70" y="1749266"/>
            <a:ext cx="510659" cy="5106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4970" y="2464118"/>
            <a:ext cx="25537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Segmentación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14970" y="2905839"/>
            <a:ext cx="771405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Restringir el acceso a ciertas áreas, métricas o informes confidenciales.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70" y="3845481"/>
            <a:ext cx="510659" cy="5106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970" y="4560332"/>
            <a:ext cx="25537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Enmascaramiento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14970" y="5002054"/>
            <a:ext cx="771405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Ocultar o anonimizar datos sensibles para limitar su visibilidad.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70" y="5941695"/>
            <a:ext cx="510659" cy="5106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4970" y="6656546"/>
            <a:ext cx="25537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Cumplimiento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14970" y="7098268"/>
            <a:ext cx="7714059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Garantizar el cumplimiento de normas y regulaciones sobre privacidad de datos.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99974"/>
            <a:ext cx="58064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Auditoría y monitoreo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48915"/>
            <a:ext cx="75564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2756535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290024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Registro de actividad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2900243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Captura de todas las acciones realizadas por los usuarios.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3769757"/>
            <a:ext cx="75411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3913465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Alertas y notificaciones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3913465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Identificación de patrones sospechosos o accesos no autorizados.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5145881"/>
            <a:ext cx="7541181" cy="13761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528959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Informes de auditoría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5289590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Generación de reportes periódicos sobre el uso y la seguridad.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Mejores prácticas de seguridad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3208973"/>
            <a:ext cx="13275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39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Política de seguridad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614380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Establecer directrices claras sobre el uso y manejo de los sistemas de BI.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9029" y="3208973"/>
            <a:ext cx="19597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Capacitación a usuarios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Educar a los usuarios sobre la importancia de la seguridad y sus responsabilidades.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8543" y="5987296"/>
            <a:ext cx="19359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Revisión constante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Evaluar periódicamente la eficacia de las medidas de seguridad implementadas.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2024-11-04T01:57:33Z</dcterms:created>
  <dcterms:modified xsi:type="dcterms:W3CDTF">2024-11-04T01:57:33Z</dcterms:modified>
</cp:coreProperties>
</file>