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Unbounded"/>
      <p:regular r:id="rId15"/>
    </p:embeddedFont>
    <p:embeddedFont>
      <p:font typeface="Unbounded"/>
      <p:regular r:id="rId16"/>
    </p:embeddedFont>
    <p:embeddedFont>
      <p:font typeface="Cabin"/>
      <p:regular r:id="rId17"/>
    </p:embeddedFont>
    <p:embeddedFont>
      <p:font typeface="Cabin"/>
      <p:regular r:id="rId18"/>
    </p:embeddedFont>
    <p:embeddedFont>
      <p:font typeface="Cabin"/>
      <p:regular r:id="rId19"/>
    </p:embeddedFont>
    <p:embeddedFont>
      <p:font typeface="Cabin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40331"/>
            <a:ext cx="7468553" cy="485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5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Consolidación de datos de múltiples fuentes en Power BI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837724" y="5957054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 permite a los usuarios consolidar y analizar datos de múltiples fuentes, como hojas de cálculo, bases de datos y servicios en la nube. Esta integración de datos heterogéneos crea una visión unificada y holística de la información empresarial.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42267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Conexión a fuentes de datos heterogéneas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485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Bases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39853"/>
            <a:ext cx="39285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 se conecta con una amplia gama de bases de datos relacionales y NoSQL, como SQL Server, Oracle, MySQL y MongoDB.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9485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Hojas de Cálculo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539853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Los datos de Excel y Google Sheets se pueden importar fácilmente a Power BI para su análisis y visualización.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948589"/>
            <a:ext cx="335149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Servicios en la Nube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539853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 integra servicios populares como Salesforce, Google Analytics y Twitter, entre otros.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758" y="876181"/>
            <a:ext cx="7690485" cy="122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Modelado y transformación de datos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1026795" y="2409230"/>
            <a:ext cx="22860" cy="4944070"/>
          </a:xfrm>
          <a:prstGeom prst="roundRect">
            <a:avLst>
              <a:gd name="adj" fmla="val 136257"/>
            </a:avLst>
          </a:prstGeom>
          <a:solidFill>
            <a:srgbClr val="49606E"/>
          </a:solidFill>
          <a:ln/>
        </p:spPr>
      </p:sp>
      <p:sp>
        <p:nvSpPr>
          <p:cNvPr id="5" name="Shape 2"/>
          <p:cNvSpPr/>
          <p:nvPr/>
        </p:nvSpPr>
        <p:spPr>
          <a:xfrm>
            <a:off x="1248966" y="2865001"/>
            <a:ext cx="726758" cy="22860"/>
          </a:xfrm>
          <a:prstGeom prst="roundRect">
            <a:avLst>
              <a:gd name="adj" fmla="val 136257"/>
            </a:avLst>
          </a:prstGeom>
          <a:solidFill>
            <a:srgbClr val="49606E"/>
          </a:solidFill>
          <a:ln/>
        </p:spPr>
      </p:sp>
      <p:sp>
        <p:nvSpPr>
          <p:cNvPr id="6" name="Shape 3"/>
          <p:cNvSpPr/>
          <p:nvPr/>
        </p:nvSpPr>
        <p:spPr>
          <a:xfrm>
            <a:off x="804624" y="2642830"/>
            <a:ext cx="467201" cy="467201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969169" y="2729865"/>
            <a:ext cx="138113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180273" y="2616875"/>
            <a:ext cx="2677239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Modelo en Estrella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80273" y="3046809"/>
            <a:ext cx="623697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 ayuda a crear modelos de datos en estrella, optimizados para análisis rápidos y eficientes.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48966" y="4582239"/>
            <a:ext cx="726758" cy="22860"/>
          </a:xfrm>
          <a:prstGeom prst="roundRect">
            <a:avLst>
              <a:gd name="adj" fmla="val 136257"/>
            </a:avLst>
          </a:prstGeom>
          <a:solidFill>
            <a:srgbClr val="49606E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24" y="4360069"/>
            <a:ext cx="467201" cy="467201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922496" y="4447103"/>
            <a:ext cx="231338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2180273" y="4334113"/>
            <a:ext cx="3925729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Limpieza y Transformación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180273" y="4764048"/>
            <a:ext cx="623697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Las herramientas de Power Query permiten limpiar, transformar y enriquecer los datos de forma sencilla.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48966" y="6299478"/>
            <a:ext cx="726758" cy="22860"/>
          </a:xfrm>
          <a:prstGeom prst="roundRect">
            <a:avLst>
              <a:gd name="adj" fmla="val 136257"/>
            </a:avLst>
          </a:prstGeom>
          <a:solidFill>
            <a:srgbClr val="49606E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24" y="6077307"/>
            <a:ext cx="467201" cy="467201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7" name="Text 14"/>
          <p:cNvSpPr/>
          <p:nvPr/>
        </p:nvSpPr>
        <p:spPr>
          <a:xfrm>
            <a:off x="920353" y="6164342"/>
            <a:ext cx="235744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2180273" y="6051352"/>
            <a:ext cx="3387328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Creación de Relaciones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180273" y="6481286"/>
            <a:ext cx="623697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 modelado de datos establece relaciones entre tablas, lo que facilita el análisis cruzado de información.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7327" y="825341"/>
            <a:ext cx="7642146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Creación de relaciones entre tablas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237327" y="2409230"/>
            <a:ext cx="3713798" cy="2561868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451878" y="2623780"/>
            <a:ext cx="3219093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Relaciones Uno a Uno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451878" y="3068003"/>
            <a:ext cx="3284696" cy="102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Permiten vincular registros únicos entre dos tablas, como un cliente y su información de contacto.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5675" y="2409230"/>
            <a:ext cx="3713798" cy="2561868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0380226" y="2623780"/>
            <a:ext cx="3284696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Relaciones Uno a Varios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80226" y="3383518"/>
            <a:ext cx="3284696" cy="137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Conectan registros de una tabla con múltiples registros relacionados en otra tabla, como un pedido y sus líneas.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7327" y="5185648"/>
            <a:ext cx="3713798" cy="2218611"/>
          </a:xfrm>
          <a:prstGeom prst="roundRect">
            <a:avLst>
              <a:gd name="adj" fmla="val 1451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6451878" y="5400199"/>
            <a:ext cx="3284696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Relaciones Varios a Varios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51878" y="6159937"/>
            <a:ext cx="3284696" cy="102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Establecen vínculos complejos entre dos tablas con múltiples registros relacionados entre sí.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165675" y="5185648"/>
            <a:ext cx="3713798" cy="2218611"/>
          </a:xfrm>
          <a:prstGeom prst="roundRect">
            <a:avLst>
              <a:gd name="adj" fmla="val 1451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10380226" y="5400199"/>
            <a:ext cx="3284696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Relaciones Jerárquicas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380226" y="6159937"/>
            <a:ext cx="3284696" cy="102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Permiten modelar estructuras organizacionales o de producto con múltiples niveles de desglose.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928" y="768072"/>
            <a:ext cx="7632144" cy="1270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Medidas y cálculos personalizados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8" y="2362438"/>
            <a:ext cx="539948" cy="5399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5928" y="3118366"/>
            <a:ext cx="31979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Fórmulas Avanzadas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5928" y="3565446"/>
            <a:ext cx="365402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Crear medidas y cálculos personalizados utilizando el lenguaje DAX.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2362438"/>
            <a:ext cx="539948" cy="5399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33925" y="3118366"/>
            <a:ext cx="262366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Filtros Dinámicos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4733925" y="3565446"/>
            <a:ext cx="3654147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Aplicar filtros y segmentaciones avanzadas a los datos visualizados.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28" y="4904423"/>
            <a:ext cx="539948" cy="5399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5928" y="5660350"/>
            <a:ext cx="365402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Visualizaciones Personalizadas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5928" y="6424970"/>
            <a:ext cx="3654028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Diseñar visualizaciones a medida para satisfacer necesidades empresariales específicas.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925" y="4904423"/>
            <a:ext cx="539948" cy="5399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33925" y="5660350"/>
            <a:ext cx="33370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Configuración Flexible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4733925" y="6107430"/>
            <a:ext cx="3654147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Ajustar y personalizar los informes para optimizar la experiencia de usuario.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09813"/>
            <a:ext cx="1138332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Visualización interactiva de datos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612118"/>
            <a:ext cx="341733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Gráficos Avanzados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203383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Diseñar visualizaciones dinámicas y atractivas, como gráficos de barras, líneas, dispersión y más.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612118"/>
            <a:ext cx="392858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Filtros y Segmentaciones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555331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Permitir a los usuarios interactuar con los datos, aplicando filtros y segmentaciones a medida.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612118"/>
            <a:ext cx="392858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Informes Personalizados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555331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Crear informes con diseños y estilos personalizados para adaptarse a las necesidades del negocio.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467" y="872847"/>
            <a:ext cx="7697867" cy="121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Publicación y compartición de informes</a:t>
            </a:r>
            <a:endParaRPr lang="en-US" sz="3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467" y="2397919"/>
            <a:ext cx="1032986" cy="16529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52373" y="2604492"/>
            <a:ext cx="253555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Publicar en Portal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552373" y="3032284"/>
            <a:ext cx="635496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Compartir informes en el portal de Power BI para que otros usuarios puedan acceder y explorar los datos.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467" y="4050863"/>
            <a:ext cx="1032986" cy="16529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52373" y="4257437"/>
            <a:ext cx="334315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Compartir con Equipos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552373" y="4685228"/>
            <a:ext cx="635496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Permitir que grupos de usuarios trabajen y colaboren sobre los informes publicados.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467" y="5703808"/>
            <a:ext cx="1032986" cy="165294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52373" y="5910382"/>
            <a:ext cx="2430780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Acceso Móvil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552373" y="6338173"/>
            <a:ext cx="6354961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Los usuarios pueden acceder a los informes desde dispositivos móviles para analizar datos en cualquier momento.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6984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Optimización del rendimiento y mantenimiento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41006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027390" y="3510320"/>
            <a:ext cx="15918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410069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Ajuste de Consultas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4257556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Optimizar las consultas de datos para mejorar la velocidad de carga y el rendimiento general.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341006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4827508" y="3510320"/>
            <a:ext cx="26670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69493" y="3410069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Administración de Recursos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69493" y="4257556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Gestionar de forma eficiente los recursos de hardware y la capacidad en la nube.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629816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971074" y="6398419"/>
            <a:ext cx="271701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6298168"/>
            <a:ext cx="464391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Monitoreo y Mantenimiento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6793706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Supervisar métricas clave y realizar actualizaciones y mantenimiento periódicos.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2024-11-04T02:09:01Z</dcterms:created>
  <dcterms:modified xsi:type="dcterms:W3CDTF">2024-11-04T02:09:01Z</dcterms:modified>
</cp:coreProperties>
</file>