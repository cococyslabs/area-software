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etrona"/>
      <p:regular r:id="rId15"/>
    </p:embeddedFon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78305"/>
            <a:ext cx="7556421" cy="308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50"/>
              </a:lnSpc>
              <a:buNone/>
            </a:pPr>
            <a:r>
              <a:rPr lang="en-US" sz="6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Normalización y agregación de datos en Power BI</a:t>
            </a:r>
            <a:endParaRPr lang="en-US" sz="6450" dirty="0"/>
          </a:p>
        </p:txBody>
      </p:sp>
      <p:sp>
        <p:nvSpPr>
          <p:cNvPr id="4" name="Text 1"/>
          <p:cNvSpPr/>
          <p:nvPr/>
        </p:nvSpPr>
        <p:spPr>
          <a:xfrm>
            <a:off x="793790" y="509956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es una poderosa herramienta de análisis de datos que permite normalizar y agregar información de múltiples fuentes para obtener insights valiosos. Estos procesos son fundamentales para garantizar la calidad y consistencia de los datos.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96653"/>
            <a:ext cx="94583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¿Qué es la normalización de datos?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2503" y="5112663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30906" y="50362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Estandarización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30906" y="554438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normalización implica estandarizar y organizar los datos en un formato coherente y estructurado.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0790" y="5112663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54078" y="5036225"/>
            <a:ext cx="345924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Eliminación de Redundancia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954078" y="5916454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 evita la duplicación de información y mejora la eficiencia del almacenamiento y procesamiento de datos.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94200" y="5112663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0377249" y="50362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 de Calidad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0377249" y="554438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conjunto de datos normalizado es más preciso, consistente y confiable para su análisis.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4742"/>
            <a:ext cx="1058941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Técnicas de normalización en Power BI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Limpieza de Datos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Eliminar errores, valores nulos y formato inconsistente.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Transformación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32928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Convertir formatos, aplicar fórmulas y combinar tablas.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Enriquecimiento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2067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Agregar metadatos, categorías y jerarquías a los datos.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75829"/>
            <a:ext cx="846474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¿Qué es la agregación de datos?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4860250"/>
            <a:ext cx="4196358" cy="2428637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094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Resumen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8224" y="56028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agregación permite consolidar y agrupar datos de diversas fuentes en métricas y KPIs.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860250"/>
            <a:ext cx="4196358" cy="2428637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094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Análisis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51396" y="56028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 facilita la identificación de patrones, tendencias y relaciones entre los datos.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860250"/>
            <a:ext cx="4196358" cy="2428637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094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Toma de Decisiones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874568" y="560284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métricas agregadas proporcionan información valiosa para la toma de decisiones estratégicas.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94879"/>
            <a:ext cx="1265396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Funciones de agregación comunes en Power BI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87930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730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Sum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93790" y="6181249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 la suma de los valores numéricos.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87930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6730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Average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4139446" y="618124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Determina el valor promedio de un conjunto de datos.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879300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6730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Count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485221" y="618124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Cuenta el número de elementos en un conjunto de datos.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879300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6730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Max</a:t>
            </a:r>
            <a:endParaRPr lang="en-US" sz="2300" dirty="0"/>
          </a:p>
        </p:txBody>
      </p:sp>
      <p:sp>
        <p:nvSpPr>
          <p:cNvPr id="15" name="Text 8"/>
          <p:cNvSpPr/>
          <p:nvPr/>
        </p:nvSpPr>
        <p:spPr>
          <a:xfrm>
            <a:off x="10830997" y="618124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el valor máximo dentro de un conjunto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6495" y="598646"/>
            <a:ext cx="7623810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Cómo normalizar y agregar datos en Power BI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57010" y="2349579"/>
            <a:ext cx="30480" cy="5281374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6786086" y="2822972"/>
            <a:ext cx="760095" cy="30480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6327934" y="2593896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9027" y="2667119"/>
            <a:ext cx="1464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766685" y="2566749"/>
            <a:ext cx="2850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Conectar Fuentes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66685" y="3053239"/>
            <a:ext cx="610362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 datos de diversas fuentes como Excel, CSV, SQL Server, etc.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86086" y="4655820"/>
            <a:ext cx="760095" cy="30480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6327934" y="4426744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5214" y="4499967"/>
            <a:ext cx="193953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766685" y="4399598"/>
            <a:ext cx="30013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Limpiar y Transformar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66685" y="4886087"/>
            <a:ext cx="610362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técnicas de limpieza, estandarización y transformación a los datos.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786086" y="6488668"/>
            <a:ext cx="760095" cy="30480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934" y="6259592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5452" y="6332815"/>
            <a:ext cx="19359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766685" y="6232446"/>
            <a:ext cx="2850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Agregar y Visualizar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766685" y="6718935"/>
            <a:ext cx="610362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métricas y KPIs a través de funciones de agregación y visualizaciones.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97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234" y="3510082"/>
            <a:ext cx="13142476" cy="68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Beneficios de la normalización y agregación de datos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34" y="4503420"/>
            <a:ext cx="4391978" cy="8310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4998" y="5646063"/>
            <a:ext cx="2727127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Calidad de Datos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934998" y="6111597"/>
            <a:ext cx="3976449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la precisión, consistencia y confiabilidad de la información.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211" y="4503420"/>
            <a:ext cx="4391978" cy="8310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26975" y="5646063"/>
            <a:ext cx="2727127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Insights Valiosos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326975" y="6111597"/>
            <a:ext cx="3976449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identificar patrones, tendencias y oportunidades clave.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1189" y="4503420"/>
            <a:ext cx="4391978" cy="8310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8953" y="5646063"/>
            <a:ext cx="2727127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Toma de Decisiones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18953" y="6111597"/>
            <a:ext cx="3976449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Proporciona información relevante y oportuna para la toma de decisiones estratégicas.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3584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Conclusiones y próximos pasos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31374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2503" y="3213854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30906" y="3137416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Importancia Clave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30906" y="364557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normalización y agregación de datos son procesos fundamentales para aprovechar al máximo los análisis en Power BI.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374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9295" y="3213854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22583" y="3137416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Aplicación Práctica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422583" y="364557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 con estas técnicas en tus propios proyectos de Power BI para mejorar la calidad y la toma de decisiones.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420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7857" y="6018490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530906" y="59420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Siguientes Pasos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530906" y="645021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 más funcionalidades avanzadas de Power BI para optimizar aún más tus análisis de datos.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2024-11-04T02:07:27Z</dcterms:created>
  <dcterms:modified xsi:type="dcterms:W3CDTF">2024-11-04T02:07:27Z</dcterms:modified>
</cp:coreProperties>
</file>