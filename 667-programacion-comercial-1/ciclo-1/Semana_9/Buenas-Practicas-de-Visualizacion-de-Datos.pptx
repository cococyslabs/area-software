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Nunito Semi Bold"/>
      <p:regular r:id="rId16"/>
    </p:embeddedFon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PT Sans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834039"/>
            <a:ext cx="7415927" cy="300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50"/>
              </a:lnSpc>
              <a:buNone/>
            </a:pPr>
            <a:r>
              <a:rPr lang="en-US" sz="6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Buenas Prácticas de Visualización de Datos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6350437" y="5210413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visualización de datos es esencial para comprender información compleja y tomar decisiones informadas. Esta presentación explorará principios clave para crear dashboards y reportes visuales efectivos.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1625" y="664964"/>
            <a:ext cx="7453551" cy="142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Importancia de la Visualización de Datos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331625" y="2719507"/>
            <a:ext cx="543401" cy="543401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1051" y="2820710"/>
            <a:ext cx="204549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16485" y="2719507"/>
            <a:ext cx="284130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Comprensión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16485" y="3219450"/>
            <a:ext cx="6668691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Facilita el entendimiento de datos complejos de manera rápida y eficiente.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31625" y="4505563"/>
            <a:ext cx="543401" cy="543401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1051" y="4606766"/>
            <a:ext cx="204549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116485" y="4505563"/>
            <a:ext cx="284130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Decisiones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16485" y="5005507"/>
            <a:ext cx="6668691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 la toma de decisiones al presentar información de forma clara.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31625" y="6291620"/>
            <a:ext cx="543401" cy="543401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051" y="6392823"/>
            <a:ext cx="204549" cy="340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16485" y="6291620"/>
            <a:ext cx="2841308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Retención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16485" y="6791563"/>
            <a:ext cx="6668691" cy="772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Aumenta la retención de información al presentarla de manera visual.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2434590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Principios Básicos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968693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Claridad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68693" y="4387691"/>
            <a:ext cx="38289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información debe ser fácil de entender a primera vista.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07462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Contexto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407462" y="4387691"/>
            <a:ext cx="38289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Incluir el contexto adecuado para que los datos sean relevantes.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46231" y="3777734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Audiencia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46231" y="4387691"/>
            <a:ext cx="38289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Diseñar pensando en las necesidades específicas de la audiencia.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310" y="630793"/>
            <a:ext cx="6785015" cy="6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Selección del Tipo de Gráfico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1599248"/>
            <a:ext cx="545187" cy="545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3310" y="2362438"/>
            <a:ext cx="256579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Barras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63310" y="2813923"/>
            <a:ext cx="7617381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Ideal para comparaciones entre categorías.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817144"/>
            <a:ext cx="545187" cy="5451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3310" y="4580334"/>
            <a:ext cx="256579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Líneas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63310" y="5031819"/>
            <a:ext cx="7617381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 para visualizar tendencias a lo largo del tiempo.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6035040"/>
            <a:ext cx="545187" cy="5451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3310" y="6798231"/>
            <a:ext cx="256579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Dispersión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63310" y="7249716"/>
            <a:ext cx="7617381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Muestra relaciones entre dos variables.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28474"/>
            <a:ext cx="5809059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Menos es Más</a:t>
            </a:r>
            <a:endParaRPr lang="en-US" sz="4550" dirty="0"/>
          </a:p>
        </p:txBody>
      </p:sp>
      <p:sp>
        <p:nvSpPr>
          <p:cNvPr id="4" name="Shape 1"/>
          <p:cNvSpPr/>
          <p:nvPr/>
        </p:nvSpPr>
        <p:spPr>
          <a:xfrm>
            <a:off x="6350437" y="2224802"/>
            <a:ext cx="7415927" cy="1460897"/>
          </a:xfrm>
          <a:prstGeom prst="roundRect">
            <a:avLst>
              <a:gd name="adj" fmla="val 25350"/>
            </a:avLst>
          </a:prstGeom>
          <a:solidFill>
            <a:srgbClr val="F3F3FF"/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7733" y="2502098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Simplicidad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627733" y="3013353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Evitar gráficos complejos o saturados que puedan confundir.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932515"/>
            <a:ext cx="7415927" cy="1460897"/>
          </a:xfrm>
          <a:prstGeom prst="roundRect">
            <a:avLst>
              <a:gd name="adj" fmla="val 25350"/>
            </a:avLst>
          </a:prstGeom>
          <a:solidFill>
            <a:srgbClr val="F3F3FF"/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7733" y="420981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Colores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6627733" y="4721066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Limitar el uso de colores y estilos a lo estrictamente necesario.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640229"/>
            <a:ext cx="7415927" cy="1460897"/>
          </a:xfrm>
          <a:prstGeom prst="roundRect">
            <a:avLst>
              <a:gd name="adj" fmla="val 25350"/>
            </a:avLst>
          </a:prstGeom>
          <a:solidFill>
            <a:srgbClr val="F3F3FF"/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7733" y="5917525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Énfasis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627733" y="6428780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Resaltar solo los datos más importantes y relevantes.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9364" y="671989"/>
            <a:ext cx="5773103" cy="71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Uso Efectivo del Color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6689646" y="1754386"/>
            <a:ext cx="30480" cy="5803106"/>
          </a:xfrm>
          <a:prstGeom prst="roundRect">
            <a:avLst>
              <a:gd name="adj" fmla="val 119945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948547" y="2287310"/>
            <a:ext cx="852964" cy="30480"/>
          </a:xfrm>
          <a:prstGeom prst="roundRect">
            <a:avLst>
              <a:gd name="adj" fmla="val 1199451"/>
            </a:avLst>
          </a:prstGeom>
          <a:solidFill>
            <a:srgbClr val="2D4DF2"/>
          </a:solidFill>
          <a:ln/>
        </p:spPr>
      </p:sp>
      <p:sp>
        <p:nvSpPr>
          <p:cNvPr id="6" name="Shape 3"/>
          <p:cNvSpPr/>
          <p:nvPr/>
        </p:nvSpPr>
        <p:spPr>
          <a:xfrm>
            <a:off x="6430744" y="2028468"/>
            <a:ext cx="548283" cy="548283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01599" y="2130504"/>
            <a:ext cx="20645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045291" y="1998107"/>
            <a:ext cx="2867382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Consistencia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045291" y="2502694"/>
            <a:ext cx="5732145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Utilizar colores consistentes y significativos en toda la visualización.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948547" y="4302919"/>
            <a:ext cx="852964" cy="30480"/>
          </a:xfrm>
          <a:prstGeom prst="roundRect">
            <a:avLst>
              <a:gd name="adj" fmla="val 1199451"/>
            </a:avLst>
          </a:prstGeom>
          <a:solidFill>
            <a:srgbClr val="018CE1"/>
          </a:solidFill>
          <a:ln/>
        </p:spPr>
      </p:sp>
      <p:sp>
        <p:nvSpPr>
          <p:cNvPr id="11" name="Shape 8"/>
          <p:cNvSpPr/>
          <p:nvPr/>
        </p:nvSpPr>
        <p:spPr>
          <a:xfrm>
            <a:off x="6430744" y="4044077"/>
            <a:ext cx="548283" cy="548283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1599" y="4146113"/>
            <a:ext cx="20645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045291" y="4013716"/>
            <a:ext cx="2867382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Legibilidad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8045291" y="4518303"/>
            <a:ext cx="5732145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Evitar combinaciones que dificulten la lectura, considerando el daltonismo.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948547" y="6318528"/>
            <a:ext cx="852964" cy="30480"/>
          </a:xfrm>
          <a:prstGeom prst="roundRect">
            <a:avLst>
              <a:gd name="adj" fmla="val 1199451"/>
            </a:avLst>
          </a:prstGeom>
          <a:solidFill>
            <a:srgbClr val="DA33BF"/>
          </a:solidFill>
          <a:ln/>
        </p:spPr>
      </p:sp>
      <p:sp>
        <p:nvSpPr>
          <p:cNvPr id="16" name="Shape 13"/>
          <p:cNvSpPr/>
          <p:nvPr/>
        </p:nvSpPr>
        <p:spPr>
          <a:xfrm>
            <a:off x="6430744" y="6059686"/>
            <a:ext cx="548283" cy="548283"/>
          </a:xfrm>
          <a:prstGeom prst="roundRect">
            <a:avLst>
              <a:gd name="adj" fmla="val 66680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599" y="6161723"/>
            <a:ext cx="20645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8045291" y="6029325"/>
            <a:ext cx="2867382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Contraste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8045291" y="6533912"/>
            <a:ext cx="5732145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Usar el contraste para resaltar la información más importante.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8320" y="667822"/>
            <a:ext cx="7131487" cy="712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Diseño con Jerarquía Visual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20" y="1744147"/>
            <a:ext cx="1211937" cy="1939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3755" y="1986439"/>
            <a:ext cx="285166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Tamaño y Posición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423755" y="2488168"/>
            <a:ext cx="5871924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Variar el tamaño y la posición para guiar la atención.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20" y="3683317"/>
            <a:ext cx="1211937" cy="19391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23755" y="3925610"/>
            <a:ext cx="285166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Resaltados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423755" y="4427339"/>
            <a:ext cx="587192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Usar negritas y resaltados para destacar elementos clave.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20" y="5622488"/>
            <a:ext cx="1211937" cy="19391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23755" y="5864781"/>
            <a:ext cx="285166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Focalización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423755" y="6366510"/>
            <a:ext cx="5871924" cy="77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Asegurar que los elementos principales destaquen inmediatamente.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244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693" y="3696891"/>
            <a:ext cx="6442115" cy="711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Contexto y Explicaciones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968693" y="4771430"/>
            <a:ext cx="12692896" cy="2785586"/>
          </a:xfrm>
          <a:prstGeom prst="roundRect">
            <a:avLst>
              <a:gd name="adj" fmla="val 130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76312" y="4779050"/>
            <a:ext cx="12677656" cy="692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218367" y="4931807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Títulos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60945" y="4931807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Claros y descriptivos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76312" y="5471636"/>
            <a:ext cx="12677656" cy="692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18367" y="5624393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Etiquetas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560945" y="5624393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Facilitan la comprensión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976312" y="6164223"/>
            <a:ext cx="12677656" cy="6925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18367" y="6316980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Anotaciones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560945" y="6316980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Añaden contexto necesario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976312" y="6856809"/>
            <a:ext cx="12677656" cy="6925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218367" y="7009567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Explicaciones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7560945" y="7009567"/>
            <a:ext cx="5851088" cy="387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Breves y aclaratorias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1468755"/>
            <a:ext cx="6822043" cy="726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Prueba y Mejora Continua</a:t>
            </a:r>
            <a:endParaRPr lang="en-US" sz="4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2688550"/>
            <a:ext cx="3984069" cy="2462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8693" y="545949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Testeo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968693" y="5970746"/>
            <a:ext cx="398406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Probar la visualización con usuarios antes de la presentación oficial.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046" y="2688550"/>
            <a:ext cx="3984069" cy="24623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3046" y="545949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Retroalimentación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5323046" y="5970746"/>
            <a:ext cx="398406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Solicitar comentarios sobre la claridad y efectividad del diseño.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688550"/>
            <a:ext cx="3984188" cy="24623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400" y="5459492"/>
            <a:ext cx="2904530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Ajustes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9677400" y="5970746"/>
            <a:ext cx="398418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Realizar mejoras basadas en el feedback recibido.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2024-11-04T02:11:32Z</dcterms:created>
  <dcterms:modified xsi:type="dcterms:W3CDTF">2024-11-04T02:11:32Z</dcterms:modified>
</cp:coreProperties>
</file>