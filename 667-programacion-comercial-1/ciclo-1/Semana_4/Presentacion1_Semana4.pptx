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 Medium"/>
      <p:regular r:id="rId17"/>
    </p:embeddedFont>
    <p:embeddedFont>
      <p:font typeface="Barlow Medium"/>
      <p:regular r:id="rId18"/>
    </p:embeddedFont>
    <p:embeddedFont>
      <p:font typeface="Barlow Medium"/>
      <p:regular r:id="rId19"/>
    </p:embeddedFont>
    <p:embeddedFont>
      <p:font typeface="Barlow Medium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Barlow"/>
      <p:regular r:id="rId23"/>
    </p:embeddedFont>
    <p:embeddedFont>
      <p:font typeface="Barlow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1170" y="1054537"/>
            <a:ext cx="7561659" cy="259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800"/>
              </a:lnSpc>
              <a:buNone/>
            </a:pPr>
            <a:r>
              <a:rPr lang="en-US" sz="54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Teoría de Formatos Comunes de Importación y Gestión de Datos</a:t>
            </a:r>
            <a:endParaRPr lang="en-US" sz="5450" dirty="0"/>
          </a:p>
        </p:txBody>
      </p:sp>
      <p:sp>
        <p:nvSpPr>
          <p:cNvPr id="4" name="Text 1"/>
          <p:cNvSpPr/>
          <p:nvPr/>
        </p:nvSpPr>
        <p:spPr>
          <a:xfrm>
            <a:off x="791170" y="3993237"/>
            <a:ext cx="7561659" cy="253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importación de datos es un proceso crucial en la gestión de información empresarial. Este documento explora los formatos más comunes utilizados en la importación de datos, los tipos de datos y su importancia, las herramientas disponibles para facilitar este proceso, las técnicas de validación y limpieza de datos, y los métodos para automatizar estos procesos. Comprender estos aspectos es fundamental para garantizar una gestión eficiente y precisa de la información en cualquier organización.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1170" y="6796445"/>
            <a:ext cx="361712" cy="361712"/>
          </a:xfrm>
          <a:prstGeom prst="roundRect">
            <a:avLst>
              <a:gd name="adj" fmla="val 2527725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90" y="6804065"/>
            <a:ext cx="346472" cy="346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5873" y="6779538"/>
            <a:ext cx="2127885" cy="39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by Walter Corado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67307"/>
            <a:ext cx="1056358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Importancia de los Formatos de Importación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Interoperabilidad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59925"/>
            <a:ext cx="6150054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formatos de importación permiten compartir datos entre diferentes sistemas y aplicaciones, facilitando la comunicación y el intercambio de información entre plataformas diversas.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Estandarización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23929" y="4159925"/>
            <a:ext cx="6150054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utilización de formatos estandarizados facilita la automatización de procesos y reduce significativamente los errores durante la importación de datos, mejorando la eficiencia y la precisión.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958" y="825579"/>
            <a:ext cx="7528084" cy="1282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Formatos Más Utilizados: CSV y XML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807958" y="2454354"/>
            <a:ext cx="3648670" cy="4949547"/>
          </a:xfrm>
          <a:prstGeom prst="roundRect">
            <a:avLst>
              <a:gd name="adj" fmla="val 265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6321" y="2692718"/>
            <a:ext cx="3171944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CSV (Comma-Separated Values)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46321" y="3472220"/>
            <a:ext cx="3171944" cy="3693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Características: Datos separados por comas (o punto y coma), cada línea representa un registro. Ventajas: Simple y fácil de generar, compatible con la mayoría de los sistemas. Desventajas: No soporta jerarquías ni estructuras complejas, problemas con datos que contienen comas.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687372" y="2454354"/>
            <a:ext cx="3648670" cy="4949547"/>
          </a:xfrm>
          <a:prstGeom prst="roundRect">
            <a:avLst>
              <a:gd name="adj" fmla="val 2657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25735" y="2692718"/>
            <a:ext cx="3171944" cy="641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XML (eXtensible Markup Language)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925735" y="3472220"/>
            <a:ext cx="3171944" cy="33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Características: Estructurado mediante etiquetas, soporta jerarquías y anidamientos. Ventajas: Flexible y extensible, legible por humanos y máquinas. Desventajas: Verbosidad (archivos más grandes), mayor complejidad en el procesamiento.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6370" y="557808"/>
            <a:ext cx="7724061" cy="1126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Formatos Más Utilizados: JSON, Excel y SQL Dumps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196370" y="2216944"/>
            <a:ext cx="456367" cy="456367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76868" y="2309813"/>
            <a:ext cx="95250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855500" y="2216944"/>
            <a:ext cx="3101578" cy="56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JSON (JavaScript Object Notation)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855500" y="2902029"/>
            <a:ext cx="3101578" cy="2271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Formato basado en pares clave-valor, soporta estructuras anidadas y arrays. Ventajas: Ligero y menos verboso que XML, fácil de parsear en lenguajes modernos. Desventajas: Menos estricto en validación de datos.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9841" y="2216944"/>
            <a:ext cx="456367" cy="456367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14384" y="2309813"/>
            <a:ext cx="147161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818971" y="2216944"/>
            <a:ext cx="2254091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Excel (XLS/XLSX)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818971" y="2620328"/>
            <a:ext cx="3101578" cy="3245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Formato propietario de Microsoft Excel, soporta múltiples hojas y formatos de celdas. Ventajas: Amplio uso en entornos empresariales, fácil manipulación por usuarios no técnicos. Desventajas: Dificultad para automatizar procesos, dependencia de software específico.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96370" y="6296858"/>
            <a:ext cx="456367" cy="456367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3651" y="6389727"/>
            <a:ext cx="141803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855500" y="6296858"/>
            <a:ext cx="2254091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SQL Dumps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855500" y="6700242"/>
            <a:ext cx="7064931" cy="973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Contiene comandos SQL para recrear estructuras y datos. Ventajas: Ideal para copias de seguridad y migraciones. Desventajas: Específico de un gestor de base de datos.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6287" y="849749"/>
            <a:ext cx="6811685" cy="616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Tipos de Datos y su Importancia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1093708" y="1798558"/>
            <a:ext cx="30480" cy="5581174"/>
          </a:xfrm>
          <a:prstGeom prst="roundRect">
            <a:avLst>
              <a:gd name="adj" fmla="val 305664"/>
            </a:avLst>
          </a:prstGeom>
          <a:solidFill>
            <a:srgbClr val="922022"/>
          </a:solidFill>
          <a:ln/>
        </p:spPr>
      </p:sp>
      <p:sp>
        <p:nvSpPr>
          <p:cNvPr id="5" name="Shape 2"/>
          <p:cNvSpPr/>
          <p:nvPr/>
        </p:nvSpPr>
        <p:spPr>
          <a:xfrm>
            <a:off x="1327964" y="2282190"/>
            <a:ext cx="776287" cy="30480"/>
          </a:xfrm>
          <a:prstGeom prst="roundRect">
            <a:avLst>
              <a:gd name="adj" fmla="val 305664"/>
            </a:avLst>
          </a:prstGeom>
          <a:solidFill>
            <a:srgbClr val="922022"/>
          </a:solidFill>
          <a:ln/>
        </p:spPr>
      </p:sp>
      <p:sp>
        <p:nvSpPr>
          <p:cNvPr id="6" name="Shape 3"/>
          <p:cNvSpPr/>
          <p:nvPr/>
        </p:nvSpPr>
        <p:spPr>
          <a:xfrm>
            <a:off x="859453" y="2047994"/>
            <a:ext cx="498991" cy="498991"/>
          </a:xfrm>
          <a:prstGeom prst="roundRect">
            <a:avLst>
              <a:gd name="adj" fmla="val 1867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6858" y="2149554"/>
            <a:ext cx="10418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328982" y="2020372"/>
            <a:ext cx="246471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Consistencia de datos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328982" y="2461379"/>
            <a:ext cx="6038731" cy="1064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Asegura que los datos se almacenan correctamente, manteniendo la integridad de la información en la base de datos.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27964" y="4453057"/>
            <a:ext cx="776287" cy="30480"/>
          </a:xfrm>
          <a:prstGeom prst="roundRect">
            <a:avLst>
              <a:gd name="adj" fmla="val 305664"/>
            </a:avLst>
          </a:prstGeom>
          <a:solidFill>
            <a:srgbClr val="922022"/>
          </a:solidFill>
          <a:ln/>
        </p:spPr>
      </p:sp>
      <p:sp>
        <p:nvSpPr>
          <p:cNvPr id="11" name="Shape 8"/>
          <p:cNvSpPr/>
          <p:nvPr/>
        </p:nvSpPr>
        <p:spPr>
          <a:xfrm>
            <a:off x="859453" y="4218861"/>
            <a:ext cx="498991" cy="498991"/>
          </a:xfrm>
          <a:prstGeom prst="roundRect">
            <a:avLst>
              <a:gd name="adj" fmla="val 1867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521" y="4320421"/>
            <a:ext cx="160853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2328982" y="4191238"/>
            <a:ext cx="246471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Validación automática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328982" y="4632246"/>
            <a:ext cx="6038731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gestor de la base de datos rechaza datos incompatibles, evitando errores y manteniendo la calidad de los datos.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327964" y="6269117"/>
            <a:ext cx="776287" cy="30480"/>
          </a:xfrm>
          <a:prstGeom prst="roundRect">
            <a:avLst>
              <a:gd name="adj" fmla="val 305664"/>
            </a:avLst>
          </a:prstGeom>
          <a:solidFill>
            <a:srgbClr val="922022"/>
          </a:solidFill>
          <a:ln/>
        </p:spPr>
      </p:sp>
      <p:sp>
        <p:nvSpPr>
          <p:cNvPr id="16" name="Shape 13"/>
          <p:cNvSpPr/>
          <p:nvPr/>
        </p:nvSpPr>
        <p:spPr>
          <a:xfrm>
            <a:off x="859453" y="6034921"/>
            <a:ext cx="498991" cy="498991"/>
          </a:xfrm>
          <a:prstGeom prst="roundRect">
            <a:avLst>
              <a:gd name="adj" fmla="val 1867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1379" y="6136481"/>
            <a:ext cx="155019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2328982" y="6007298"/>
            <a:ext cx="272557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Optimización de recursos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328982" y="6448306"/>
            <a:ext cx="6038731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Uso eficiente de almacenamiento y memoria, mejorando el rendimiento general del sistema.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451967"/>
            <a:ext cx="59182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Mapeo de Tipos de Datos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508052"/>
            <a:ext cx="7415927" cy="4269581"/>
          </a:xfrm>
          <a:prstGeom prst="roundRect">
            <a:avLst>
              <a:gd name="adj" fmla="val 2429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65677" y="2523292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2493" y="2679025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Origen (CSV/Texto)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309027" y="2679025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 de Datos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65677" y="3229808"/>
            <a:ext cx="7385447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612493" y="3385542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Números enteros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309027" y="3385542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INT, BIGINT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65677" y="3936325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12493" y="4092059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Números decimales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309027" y="4092059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DECIMAL, FLOAT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365677" y="4642842"/>
            <a:ext cx="7385447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612493" y="4798576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Cadenas de texto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0309027" y="4798576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VARCHAR(n), TEXT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365677" y="5349359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612493" y="5505093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Fechas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0309027" y="5505093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DATE, DATETIME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365677" y="6055876"/>
            <a:ext cx="7385447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612493" y="6211610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Booleanos (TRUE/FALSE)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10309027" y="6211610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BOOLEAN, TINYINT(1)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819" y="540901"/>
            <a:ext cx="5586770" cy="54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Herramientas de Importación</a:t>
            </a:r>
            <a:endParaRPr lang="en-US" sz="3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819" y="1382197"/>
            <a:ext cx="491728" cy="4917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74819" y="2070616"/>
            <a:ext cx="218551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LOAD DATA INFILE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174819" y="2461855"/>
            <a:ext cx="7767161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Comando en MariaDB/MySQL para importar datos desde un archivo directamente a una tabla. Ofrece opciones para especificar delimitadores y formatos.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819" y="3681293"/>
            <a:ext cx="491728" cy="4917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74819" y="4369713"/>
            <a:ext cx="218551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phpMyAdmin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174819" y="4760952"/>
            <a:ext cx="7767161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Interfaz web amigable que permite importar archivos CSV y SQL, con opciones para mapear columnas y definir formatos.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819" y="5980390"/>
            <a:ext cx="491728" cy="4917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4819" y="6668810"/>
            <a:ext cx="218551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MySQL Workbench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6174819" y="7060049"/>
            <a:ext cx="7767161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Entorno gráfico avanzado que soporta importación desde CSV, JSON, XML, con asistentes paso a paso para importar datos.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670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740" y="3377208"/>
            <a:ext cx="6563797" cy="61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Validación y Limpieza de Datos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0" y="4324112"/>
            <a:ext cx="3270171" cy="8853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96077" y="5541407"/>
            <a:ext cx="245959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Análisis inicial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996077" y="5981581"/>
            <a:ext cx="2827496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Revisar la calidad de los datos e identificar valores faltantes o anomalías.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910" y="4324112"/>
            <a:ext cx="3270290" cy="8853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66248" y="5541407"/>
            <a:ext cx="245959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Estandarización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4266248" y="5981581"/>
            <a:ext cx="282761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Uniformizar formatos y convertir unidades de medida si es necesario.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324112"/>
            <a:ext cx="3270171" cy="8853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36537" y="5541407"/>
            <a:ext cx="279261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Eliminación de duplicados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536537" y="5981581"/>
            <a:ext cx="2827496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Utilizar claves únicas para identificar y eliminar registros repetidos.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5371" y="4324112"/>
            <a:ext cx="3270290" cy="88534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06708" y="5541407"/>
            <a:ext cx="245959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Corrección de errores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0806708" y="5981581"/>
            <a:ext cx="2827615" cy="141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Rectificar errores tipográficos y actualizar datos incorrectos basados en fuentes confiables.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69782"/>
            <a:ext cx="916888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Herramientas y Técnicas de Validación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37268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Funciones SQL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962400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Utilizar funciones como TRIM(), UPPER(), LOWER() y REPLACE() para limpiar y estandarizar datos directamente en la base de datos.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372683"/>
            <a:ext cx="295941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Scripts de Programación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3962400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Emplear lenguajes como Python o R para realizar transformaciones complejas y validaciones avanzadas de los datos.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37268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Reglas de Negocio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81354" y="3962400"/>
            <a:ext cx="389882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Verificar que los datos cumplen con las políticas y restricciones específicas de la organización mediante validaciones personalizadas.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8193" y="716518"/>
            <a:ext cx="7587615" cy="1235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Automatización de Procesos de Importación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778193" y="2285167"/>
            <a:ext cx="3682722" cy="3036451"/>
          </a:xfrm>
          <a:prstGeom prst="roundRect">
            <a:avLst>
              <a:gd name="adj" fmla="val 3076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8102" y="2515076"/>
            <a:ext cx="293786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Scripts SQL Automatizados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08102" y="2957155"/>
            <a:ext cx="3222903" cy="213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Crear scripts que se ejecutan automáticamente utilizando herramientas de programación de tareas como Cron en Linux o el Programador de tareas en Windows.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3204" y="2285167"/>
            <a:ext cx="3682722" cy="3036451"/>
          </a:xfrm>
          <a:prstGeom prst="roundRect">
            <a:avLst>
              <a:gd name="adj" fmla="val 3076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3114" y="2515076"/>
            <a:ext cx="2470785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Lenguajes de Scripting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913114" y="2957155"/>
            <a:ext cx="3222903" cy="1778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Utilizar Bash, PowerShell o Python para crear scripts más complejos con manejo de errores y notificaciones, automatizando procesos en el sistema operativo.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78193" y="5543907"/>
            <a:ext cx="7587615" cy="1969175"/>
          </a:xfrm>
          <a:prstGeom prst="roundRect">
            <a:avLst>
              <a:gd name="adj" fmla="val 4743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8102" y="5773817"/>
            <a:ext cx="4091107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Herramientas de Integración Continua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08102" y="6215896"/>
            <a:ext cx="7127796" cy="1067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Emplear Jenkins o GitLab CI/CD para configurar pipelines que ejecuten procesos de importación y validación, integrándolos con sistemas de control de versiones y despliegue.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2024-11-07T00:05:22Z</dcterms:created>
  <dcterms:modified xsi:type="dcterms:W3CDTF">2024-11-07T00:05:22Z</dcterms:modified>
</cp:coreProperties>
</file>