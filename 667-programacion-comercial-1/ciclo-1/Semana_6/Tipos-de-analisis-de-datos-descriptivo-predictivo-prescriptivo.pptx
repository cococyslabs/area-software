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Bitter Medium"/>
      <p:regular r:id="rId15"/>
    </p:embeddedFont>
    <p:embeddedFont>
      <p:font typeface="Bitter Medium"/>
      <p:regular r:id="rId16"/>
    </p:embeddedFont>
    <p:embeddedFont>
      <p:font typeface="Bitter Medium"/>
      <p:regular r:id="rId17"/>
    </p:embeddedFont>
    <p:embeddedFont>
      <p:font typeface="Bitter Medium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Tipos de análisis de datos: descriptivo, predictivo, prescriptivo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análisis de datos es fundamental para comprender el pasado, anticipar el futuro y tomar decisiones optimizadas. Existen tres enfoques clave: análisis descriptivo, análisis predictivo y análisis prescriptivo, cada uno con sus propias características y aplicaciones.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09298"/>
            <a:ext cx="106715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Análisis descriptivo: Comprender el pasado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133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3456" y="5298400"/>
            <a:ext cx="13096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2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Métricas clave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703808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y monitorear los indicadores clave que reflejan el rendimiento y las tendencias históricas.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2133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83649" y="5298400"/>
            <a:ext cx="17692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52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Visualizaciones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5703808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gráficos y representaciones visuales para interpretar y comunicar los datos de manera clara y efectiva.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2133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03011" y="5298400"/>
            <a:ext cx="18442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52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Perspectiva histórica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5703808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Entender el contexto y los factores que han influido en el desempeño pasado de una organización.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28389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Análisis descriptivo: Métricas clave y visualizaciones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Métricas clave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Ingresos, gastos, ventas, satisfacción del cliente, tasa de retención, entre otros.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Visualizaciones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Gráficos de líneas, gráficos de barras, gráficos circulares, tablas y dashboards.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Tableros de control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Consolidar múltiples métricas en una sola vista para obtener una imagen general.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5930" y="610791"/>
            <a:ext cx="7592139" cy="13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spc="-131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Análisis predictivo: Anticipar el futuro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5930" y="2328743"/>
            <a:ext cx="3685223" cy="2711529"/>
          </a:xfrm>
          <a:prstGeom prst="roundRect">
            <a:avLst>
              <a:gd name="adj" fmla="val 343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245" y="255805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Modelado predictivo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05245" y="3037522"/>
            <a:ext cx="3226594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técnicas de machine learning para identificar patrones y generar predicciones sobre el comportamiento futuro.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2847" y="2328743"/>
            <a:ext cx="3685223" cy="2711529"/>
          </a:xfrm>
          <a:prstGeom prst="roundRect">
            <a:avLst>
              <a:gd name="adj" fmla="val 343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2162" y="2558058"/>
            <a:ext cx="2986921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Pronósticos y escenarios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912162" y="3037522"/>
            <a:ext cx="3226594" cy="106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Explorar diferentes escenarios y generar pronósticos para apoyar la toma de decisiones.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5930" y="5261967"/>
            <a:ext cx="3685223" cy="2356842"/>
          </a:xfrm>
          <a:prstGeom prst="roundRect">
            <a:avLst>
              <a:gd name="adj" fmla="val 395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245" y="5491282"/>
            <a:ext cx="2955369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Detección de tendencias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05245" y="5970746"/>
            <a:ext cx="3226594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señales tempranas de cambios y oportunidades que pueden afectar el desempeño futuro.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682847" y="5261967"/>
            <a:ext cx="3685223" cy="2356842"/>
          </a:xfrm>
          <a:prstGeom prst="roundRect">
            <a:avLst>
              <a:gd name="adj" fmla="val 395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2162" y="5491282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Prevención de riesgos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4912162" y="5970746"/>
            <a:ext cx="3226594" cy="106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Anticipar y mitigar posibles riesgos y desafíos antes de que se materialicen.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1430"/>
            <a:ext cx="121167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Análisis predictivo: Modelos de machine learning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87037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Regresión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154579"/>
            <a:ext cx="30054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Predecir valores numéricos continuos, como ventas o ingresos.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46" y="487037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39446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Clasificación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139446" y="6154579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Categorizar datos en grupos discretos, como clientes de alto o bajo valor.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487037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85221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Agrupamiento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485221" y="6154579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patrones y segmentos homogéneos en los datos.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997" y="4870371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30997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Series temporales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830997" y="6154579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Pronosticar y analizar tendencias a lo largo del tiempo.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spc="-130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Análisis prescriptivo: Toma de decisiones optimizadas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87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Simulación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87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Probar diferentes escenarios y estrategias antes de implementarlos.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7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Optimización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87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la mejor combinación de variables para maximizar un resultado deseado.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87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Recomendaciones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87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sugerencias y alternativas para mejorar los procesos y la toma de decisiones.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011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Análisis prescriptivo: Simulación y optimización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58891"/>
            <a:ext cx="7556421" cy="4869418"/>
          </a:xfrm>
          <a:prstGeom prst="roundRect">
            <a:avLst>
              <a:gd name="adj" fmla="val 195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2566511"/>
            <a:ext cx="7541181" cy="17390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271022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Simulación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2710220"/>
            <a:ext cx="3313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Probar múltiples escenarios y estrategias para evaluar su impacto antes de la implementación.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4305538"/>
            <a:ext cx="7541181" cy="17390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4449247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Optimización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4449247"/>
            <a:ext cx="3313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la mejor combinación de variables, recursos y restricciones para lograr un objetivo óptimo.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6044565"/>
            <a:ext cx="75411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8224" y="618827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Recomendaciones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6188273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sugerencias específicas y acciones concretas para mejorar la toma de decisiones.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3380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Consideraciones clave: Calidad de datos, ética y privacidad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6554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9856" y="3740468"/>
            <a:ext cx="13096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6554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Calidad de datos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414587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Garantizar la precisión, integridad y coherencia de los datos para obtener análisis confiables.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6554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8554" y="3740468"/>
            <a:ext cx="17692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6554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Ética y privacidad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414587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Respetar las normas y regulaciones sobre el uso responsable y seguro de los datos personales.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60794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3067" y="6164461"/>
            <a:ext cx="18442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6079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Gobierno de datos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56986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Establecer políticas y procesos para gestionar eficazmente los datos a nivel organizacional.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2024-11-04T01:43:10Z</dcterms:created>
  <dcterms:modified xsi:type="dcterms:W3CDTF">2024-11-04T01:43:10Z</dcterms:modified>
</cp:coreProperties>
</file>