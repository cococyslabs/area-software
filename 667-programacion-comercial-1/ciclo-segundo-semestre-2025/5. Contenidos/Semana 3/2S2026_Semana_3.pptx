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 id="2147483676" r:id="rId7"/>
    <p:sldMasterId id="214748368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Lst>
  <p:sldSz cy="10287000" cx="18288000"/>
  <p:notesSz cx="6858000" cy="9144000"/>
  <p:embeddedFontLst>
    <p:embeddedFont>
      <p:font typeface="Proxima Nova"/>
      <p:regular r:id="rId34"/>
      <p:bold r:id="rId35"/>
      <p:italic r:id="rId36"/>
      <p:boldItalic r:id="rId37"/>
    </p:embeddedFont>
    <p:embeddedFont>
      <p:font typeface="Tahoma"/>
      <p:regular r:id="rId38"/>
      <p:bold r:id="rId39"/>
    </p:embeddedFont>
    <p:embeddedFont>
      <p:font typeface="Arial Black"/>
      <p:regular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jWB5IB5zLHsHIlct9rOxKfZk+i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9866EF-E880-462A-B456-B6499C58A889}">
  <a:tblStyle styleId="{A79866EF-E880-462A-B456-B6499C58A88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alBlack-regular.fntdata"/><Relationship Id="rId20" Type="http://schemas.openxmlformats.org/officeDocument/2006/relationships/slide" Target="slides/slide11.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3.xml"/><Relationship Id="rId44" Type="http://schemas.openxmlformats.org/officeDocument/2006/relationships/font" Target="fonts/OpenSans-boldItalic.fntdata"/><Relationship Id="rId21" Type="http://schemas.openxmlformats.org/officeDocument/2006/relationships/slide" Target="slides/slide12.xml"/><Relationship Id="rId43" Type="http://schemas.openxmlformats.org/officeDocument/2006/relationships/font" Target="fonts/OpenSans-italic.fntdata"/><Relationship Id="rId24" Type="http://schemas.openxmlformats.org/officeDocument/2006/relationships/slide" Target="slides/slide15.xml"/><Relationship Id="rId23" Type="http://schemas.openxmlformats.org/officeDocument/2006/relationships/slide" Target="slides/slide14.xml"/><Relationship Id="rId45" Type="http://customschemas.google.com/relationships/presentationmetadata" Target="meta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font" Target="fonts/ProximaNova-bold.fntdata"/><Relationship Id="rId12" Type="http://schemas.openxmlformats.org/officeDocument/2006/relationships/slide" Target="slides/slide3.xml"/><Relationship Id="rId34" Type="http://schemas.openxmlformats.org/officeDocument/2006/relationships/font" Target="fonts/ProximaNova-regular.fntdata"/><Relationship Id="rId15" Type="http://schemas.openxmlformats.org/officeDocument/2006/relationships/slide" Target="slides/slide6.xml"/><Relationship Id="rId37" Type="http://schemas.openxmlformats.org/officeDocument/2006/relationships/font" Target="fonts/ProximaNova-boldItalic.fntdata"/><Relationship Id="rId14" Type="http://schemas.openxmlformats.org/officeDocument/2006/relationships/slide" Target="slides/slide5.xml"/><Relationship Id="rId36" Type="http://schemas.openxmlformats.org/officeDocument/2006/relationships/font" Target="fonts/ProximaNova-italic.fntdata"/><Relationship Id="rId17" Type="http://schemas.openxmlformats.org/officeDocument/2006/relationships/slide" Target="slides/slide8.xml"/><Relationship Id="rId39" Type="http://schemas.openxmlformats.org/officeDocument/2006/relationships/font" Target="fonts/Tahoma-bold.fntdata"/><Relationship Id="rId16" Type="http://schemas.openxmlformats.org/officeDocument/2006/relationships/slide" Target="slides/slide7.xml"/><Relationship Id="rId38" Type="http://schemas.openxmlformats.org/officeDocument/2006/relationships/font" Target="fonts/Tahoma-regular.fntdata"/><Relationship Id="rId19" Type="http://schemas.openxmlformats.org/officeDocument/2006/relationships/slide" Target="slides/slide10.xml"/><Relationship Id="rId18"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p11: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2: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p12: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8: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0" name="Google Shape;390;p28: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7" name="Google Shape;397;p29: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3: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 name="Google Shape;403;p13: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0: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30: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1" name="Google Shape;431;p31: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2: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p32: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3: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33: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878053966_0_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a878053966_0_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a87805396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g3a878053966_0_7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6: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 name="Google Shape;486;p36: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7: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p37: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a878053966_0_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3a878053966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a878053966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3a878053966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5" name="Shape 15"/>
        <p:cNvGrpSpPr/>
        <p:nvPr/>
      </p:nvGrpSpPr>
      <p:grpSpPr>
        <a:xfrm>
          <a:off x="0" y="0"/>
          <a:ext cx="0" cy="0"/>
          <a:chOff x="0" y="0"/>
          <a:chExt cx="0" cy="0"/>
        </a:xfrm>
      </p:grpSpPr>
      <p:sp>
        <p:nvSpPr>
          <p:cNvPr id="16" name="Google Shape;16;p38"/>
          <p:cNvSpPr txBox="1"/>
          <p:nvPr>
            <p:ph type="title"/>
          </p:nvPr>
        </p:nvSpPr>
        <p:spPr>
          <a:xfrm>
            <a:off x="2836123" y="33819"/>
            <a:ext cx="11795758" cy="24719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7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8"/>
          <p:cNvSpPr txBox="1"/>
          <p:nvPr>
            <p:ph idx="1" type="body"/>
          </p:nvPr>
        </p:nvSpPr>
        <p:spPr>
          <a:xfrm>
            <a:off x="554121" y="2386326"/>
            <a:ext cx="7244715" cy="645477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50">
                <a:solidFill>
                  <a:schemeClr val="dk1"/>
                </a:solidFill>
                <a:latin typeface="Tahoma"/>
                <a:ea typeface="Tahoma"/>
                <a:cs typeface="Tahoma"/>
                <a:sym typeface="Tahom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38"/>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38"/>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8"/>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8"/>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39"/>
          <p:cNvSpPr txBox="1"/>
          <p:nvPr>
            <p:ph type="title"/>
          </p:nvPr>
        </p:nvSpPr>
        <p:spPr>
          <a:xfrm>
            <a:off x="2836123" y="33819"/>
            <a:ext cx="11795758" cy="24719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7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9"/>
          <p:cNvSpPr txBox="1"/>
          <p:nvPr>
            <p:ph idx="1" type="body"/>
          </p:nvPr>
        </p:nvSpPr>
        <p:spPr>
          <a:xfrm>
            <a:off x="1016000" y="3023539"/>
            <a:ext cx="9417050" cy="52019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50">
                <a:solidFill>
                  <a:schemeClr val="dk1"/>
                </a:solidFill>
                <a:latin typeface="Tahoma"/>
                <a:ea typeface="Tahoma"/>
                <a:cs typeface="Tahoma"/>
                <a:sym typeface="Tahom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3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8" name="Shape 28"/>
        <p:cNvGrpSpPr/>
        <p:nvPr/>
      </p:nvGrpSpPr>
      <p:grpSpPr>
        <a:xfrm>
          <a:off x="0" y="0"/>
          <a:ext cx="0" cy="0"/>
          <a:chOff x="0" y="0"/>
          <a:chExt cx="0" cy="0"/>
        </a:xfrm>
      </p:grpSpPr>
      <p:sp>
        <p:nvSpPr>
          <p:cNvPr id="29" name="Google Shape;29;p40"/>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SzPts val="4400"/>
              <a:buNone/>
              <a:defRPr b="0" i="0" sz="54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0"/>
          <p:cNvSpPr txBox="1"/>
          <p:nvPr>
            <p:ph idx="1" type="body"/>
          </p:nvPr>
        </p:nvSpPr>
        <p:spPr>
          <a:xfrm>
            <a:off x="457200" y="1600200"/>
            <a:ext cx="8229600" cy="4525963"/>
          </a:xfrm>
          <a:prstGeom prst="rect">
            <a:avLst/>
          </a:prstGeom>
          <a:noFill/>
          <a:ln>
            <a:noFill/>
          </a:ln>
        </p:spPr>
        <p:txBody>
          <a:bodyPr anchorCtr="0" anchor="t" bIns="0" lIns="0" spcFirstLastPara="1" rIns="0" wrap="square" tIns="0">
            <a:normAutofit/>
          </a:bodyPr>
          <a:lstStyle>
            <a:lvl1pPr indent="-431800" lvl="0" marL="457200" algn="l">
              <a:lnSpc>
                <a:spcPct val="100000"/>
              </a:lnSpc>
              <a:spcBef>
                <a:spcPts val="640"/>
              </a:spcBef>
              <a:spcAft>
                <a:spcPts val="0"/>
              </a:spcAft>
              <a:buSzPts val="3200"/>
              <a:buChar char="•"/>
              <a:defRPr b="0" i="0" sz="2700">
                <a:solidFill>
                  <a:schemeClr val="dk1"/>
                </a:solidFill>
                <a:latin typeface="Trebuchet MS"/>
                <a:ea typeface="Trebuchet MS"/>
                <a:cs typeface="Trebuchet MS"/>
                <a:sym typeface="Trebuchet MS"/>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0"/>
          <p:cNvSpPr txBox="1"/>
          <p:nvPr>
            <p:ph idx="10" type="dt"/>
          </p:nvPr>
        </p:nvSpPr>
        <p:spPr>
          <a:xfrm>
            <a:off x="457200" y="6356350"/>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0"/>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1200"/>
              <a:buNone/>
              <a:defRPr>
                <a:solidFill>
                  <a:srgbClr val="888888"/>
                </a:solidFill>
              </a:defRPr>
            </a:lvl1pPr>
            <a:lvl2pPr indent="0" lvl="1" marL="0" algn="r">
              <a:lnSpc>
                <a:spcPct val="100000"/>
              </a:lnSpc>
              <a:spcBef>
                <a:spcPts val="0"/>
              </a:spcBef>
              <a:spcAft>
                <a:spcPts val="0"/>
              </a:spcAft>
              <a:buSzPts val="1200"/>
              <a:buNone/>
              <a:defRPr>
                <a:solidFill>
                  <a:srgbClr val="888888"/>
                </a:solidFill>
              </a:defRPr>
            </a:lvl2pPr>
            <a:lvl3pPr indent="0" lvl="2" marL="0" algn="r">
              <a:lnSpc>
                <a:spcPct val="100000"/>
              </a:lnSpc>
              <a:spcBef>
                <a:spcPts val="0"/>
              </a:spcBef>
              <a:spcAft>
                <a:spcPts val="0"/>
              </a:spcAft>
              <a:buSzPts val="1200"/>
              <a:buNone/>
              <a:defRPr>
                <a:solidFill>
                  <a:srgbClr val="888888"/>
                </a:solidFill>
              </a:defRPr>
            </a:lvl3pPr>
            <a:lvl4pPr indent="0" lvl="3" marL="0" algn="r">
              <a:lnSpc>
                <a:spcPct val="100000"/>
              </a:lnSpc>
              <a:spcBef>
                <a:spcPts val="0"/>
              </a:spcBef>
              <a:spcAft>
                <a:spcPts val="0"/>
              </a:spcAft>
              <a:buSzPts val="1200"/>
              <a:buNone/>
              <a:defRPr>
                <a:solidFill>
                  <a:srgbClr val="888888"/>
                </a:solidFill>
              </a:defRPr>
            </a:lvl4pPr>
            <a:lvl5pPr indent="0" lvl="4" marL="0" algn="r">
              <a:lnSpc>
                <a:spcPct val="100000"/>
              </a:lnSpc>
              <a:spcBef>
                <a:spcPts val="0"/>
              </a:spcBef>
              <a:spcAft>
                <a:spcPts val="0"/>
              </a:spcAft>
              <a:buSzPts val="1200"/>
              <a:buNone/>
              <a:defRPr>
                <a:solidFill>
                  <a:srgbClr val="888888"/>
                </a:solidFill>
              </a:defRPr>
            </a:lvl5pPr>
            <a:lvl6pPr indent="0" lvl="5" marL="0" algn="r">
              <a:lnSpc>
                <a:spcPct val="100000"/>
              </a:lnSpc>
              <a:spcBef>
                <a:spcPts val="0"/>
              </a:spcBef>
              <a:spcAft>
                <a:spcPts val="0"/>
              </a:spcAft>
              <a:buSzPts val="1200"/>
              <a:buNone/>
              <a:defRPr>
                <a:solidFill>
                  <a:srgbClr val="888888"/>
                </a:solidFill>
              </a:defRPr>
            </a:lvl6pPr>
            <a:lvl7pPr indent="0" lvl="6" marL="0" algn="r">
              <a:lnSpc>
                <a:spcPct val="100000"/>
              </a:lnSpc>
              <a:spcBef>
                <a:spcPts val="0"/>
              </a:spcBef>
              <a:spcAft>
                <a:spcPts val="0"/>
              </a:spcAft>
              <a:buSzPts val="1200"/>
              <a:buNone/>
              <a:defRPr>
                <a:solidFill>
                  <a:srgbClr val="888888"/>
                </a:solidFill>
              </a:defRPr>
            </a:lvl7pPr>
            <a:lvl8pPr indent="0" lvl="7" marL="0" algn="r">
              <a:lnSpc>
                <a:spcPct val="100000"/>
              </a:lnSpc>
              <a:spcBef>
                <a:spcPts val="0"/>
              </a:spcBef>
              <a:spcAft>
                <a:spcPts val="0"/>
              </a:spcAft>
              <a:buSzPts val="1200"/>
              <a:buNone/>
              <a:defRPr>
                <a:solidFill>
                  <a:srgbClr val="888888"/>
                </a:solidFill>
              </a:defRPr>
            </a:lvl8pPr>
            <a:lvl9pPr indent="0" lvl="8" marL="0" algn="r">
              <a:lnSpc>
                <a:spcPct val="100000"/>
              </a:lnSpc>
              <a:spcBef>
                <a:spcPts val="0"/>
              </a:spcBef>
              <a:spcAft>
                <a:spcPts val="0"/>
              </a:spcAft>
              <a:buSzPts val="12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200" u="none" cap="none" strike="noStrik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3" name="Google Shape;43;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1" name="Google Shape;51;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2" name="Google Shape;5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8" name="Google Shape;58;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9" name="Google Shape;59;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p:nvPr>
            <p:ph idx="2" type="pic"/>
          </p:nvPr>
        </p:nvSpPr>
        <p:spPr>
          <a:xfrm>
            <a:off x="1792288" y="612775"/>
            <a:ext cx="5486400" cy="4114800"/>
          </a:xfrm>
          <a:prstGeom prst="rect">
            <a:avLst/>
          </a:prstGeom>
          <a:noFill/>
          <a:ln>
            <a:noFill/>
          </a:ln>
        </p:spPr>
      </p:sp>
      <p:sp>
        <p:nvSpPr>
          <p:cNvPr id="65" name="Google Shape;65;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 name="Google Shape;7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 name="Google Shape;7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showMasterSp="0">
  <p:cSld name="1_Title Only">
    <p:bg>
      <p:bgPr>
        <a:solidFill>
          <a:schemeClr val="lt1"/>
        </a:solidFill>
      </p:bgPr>
    </p:bg>
    <p:spTree>
      <p:nvGrpSpPr>
        <p:cNvPr id="81" name="Shape 81"/>
        <p:cNvGrpSpPr/>
        <p:nvPr/>
      </p:nvGrpSpPr>
      <p:grpSpPr>
        <a:xfrm>
          <a:off x="0" y="0"/>
          <a:ext cx="0" cy="0"/>
          <a:chOff x="0" y="0"/>
          <a:chExt cx="0" cy="0"/>
        </a:xfrm>
      </p:grpSpPr>
      <p:pic>
        <p:nvPicPr>
          <p:cNvPr id="82" name="Google Shape;82;p4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83" name="Google Shape;83;p41"/>
          <p:cNvSpPr/>
          <p:nvPr/>
        </p:nvSpPr>
        <p:spPr>
          <a:xfrm>
            <a:off x="16494525" y="8207944"/>
            <a:ext cx="1793875" cy="2079625"/>
          </a:xfrm>
          <a:custGeom>
            <a:rect b="b" l="l" r="r" t="t"/>
            <a:pathLst>
              <a:path extrusionOk="0" h="2079625" w="1793875">
                <a:moveTo>
                  <a:pt x="1793474" y="0"/>
                </a:moveTo>
                <a:lnTo>
                  <a:pt x="1793474" y="2079055"/>
                </a:lnTo>
                <a:lnTo>
                  <a:pt x="285210" y="2079055"/>
                </a:lnTo>
                <a:lnTo>
                  <a:pt x="0" y="1793844"/>
                </a:lnTo>
                <a:lnTo>
                  <a:pt x="1793474" y="0"/>
                </a:lnTo>
                <a:close/>
              </a:path>
            </a:pathLst>
          </a:custGeom>
          <a:solidFill>
            <a:srgbClr val="40785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 name="Google Shape;84;p41"/>
          <p:cNvSpPr/>
          <p:nvPr/>
        </p:nvSpPr>
        <p:spPr>
          <a:xfrm>
            <a:off x="14935176" y="8933065"/>
            <a:ext cx="1557020" cy="1354455"/>
          </a:xfrm>
          <a:custGeom>
            <a:rect b="b" l="l" r="r" t="t"/>
            <a:pathLst>
              <a:path extrusionOk="0" h="1354454" w="1557019">
                <a:moveTo>
                  <a:pt x="1556645" y="777983"/>
                </a:moveTo>
                <a:lnTo>
                  <a:pt x="980694" y="1353934"/>
                </a:lnTo>
                <a:lnTo>
                  <a:pt x="575625" y="1353934"/>
                </a:lnTo>
                <a:lnTo>
                  <a:pt x="0" y="777983"/>
                </a:lnTo>
                <a:lnTo>
                  <a:pt x="777983" y="0"/>
                </a:lnTo>
                <a:lnTo>
                  <a:pt x="1556645" y="777983"/>
                </a:lnTo>
                <a:close/>
              </a:path>
            </a:pathLst>
          </a:custGeom>
          <a:solidFill>
            <a:srgbClr val="40785E">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41"/>
          <p:cNvSpPr/>
          <p:nvPr/>
        </p:nvSpPr>
        <p:spPr>
          <a:xfrm>
            <a:off x="15373045" y="9048949"/>
            <a:ext cx="2475865" cy="1238250"/>
          </a:xfrm>
          <a:custGeom>
            <a:rect b="b" l="l" r="r" t="t"/>
            <a:pathLst>
              <a:path extrusionOk="0" h="1238250" w="2475865">
                <a:moveTo>
                  <a:pt x="2475421" y="1238049"/>
                </a:moveTo>
                <a:lnTo>
                  <a:pt x="0" y="1238049"/>
                </a:lnTo>
                <a:lnTo>
                  <a:pt x="1237372" y="0"/>
                </a:lnTo>
                <a:lnTo>
                  <a:pt x="2475421" y="1238049"/>
                </a:lnTo>
                <a:close/>
              </a:path>
            </a:pathLst>
          </a:custGeom>
          <a:solidFill>
            <a:srgbClr val="BE120A">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 name="Google Shape;86;p41"/>
          <p:cNvSpPr/>
          <p:nvPr/>
        </p:nvSpPr>
        <p:spPr>
          <a:xfrm>
            <a:off x="16038451" y="5185819"/>
            <a:ext cx="2249805" cy="4498340"/>
          </a:xfrm>
          <a:custGeom>
            <a:rect b="b" l="l" r="r" t="t"/>
            <a:pathLst>
              <a:path extrusionOk="0" h="4498340" w="2249805">
                <a:moveTo>
                  <a:pt x="2249547" y="0"/>
                </a:moveTo>
                <a:lnTo>
                  <a:pt x="2249547" y="4497786"/>
                </a:lnTo>
                <a:lnTo>
                  <a:pt x="0" y="2248893"/>
                </a:lnTo>
                <a:lnTo>
                  <a:pt x="2249547" y="0"/>
                </a:lnTo>
                <a:close/>
              </a:path>
            </a:pathLst>
          </a:custGeom>
          <a:solidFill>
            <a:srgbClr val="004653">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41"/>
          <p:cNvSpPr/>
          <p:nvPr/>
        </p:nvSpPr>
        <p:spPr>
          <a:xfrm>
            <a:off x="18210427" y="7601107"/>
            <a:ext cx="78105" cy="155575"/>
          </a:xfrm>
          <a:custGeom>
            <a:rect b="b" l="l" r="r" t="t"/>
            <a:pathLst>
              <a:path extrusionOk="0" h="155575" w="78105">
                <a:moveTo>
                  <a:pt x="77572" y="0"/>
                </a:moveTo>
                <a:lnTo>
                  <a:pt x="77572" y="155145"/>
                </a:lnTo>
                <a:lnTo>
                  <a:pt x="0" y="77572"/>
                </a:lnTo>
                <a:lnTo>
                  <a:pt x="77572" y="0"/>
                </a:lnTo>
                <a:close/>
              </a:path>
            </a:pathLst>
          </a:custGeom>
          <a:solidFill>
            <a:srgbClr val="004AAC">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41"/>
          <p:cNvSpPr/>
          <p:nvPr/>
        </p:nvSpPr>
        <p:spPr>
          <a:xfrm>
            <a:off x="0" y="0"/>
            <a:ext cx="1185545" cy="1186180"/>
          </a:xfrm>
          <a:custGeom>
            <a:rect b="b" l="l" r="r" t="t"/>
            <a:pathLst>
              <a:path extrusionOk="0" h="1186180" w="1185545">
                <a:moveTo>
                  <a:pt x="0" y="1185897"/>
                </a:moveTo>
                <a:lnTo>
                  <a:pt x="0" y="0"/>
                </a:lnTo>
                <a:lnTo>
                  <a:pt x="1185493" y="0"/>
                </a:lnTo>
                <a:lnTo>
                  <a:pt x="0" y="1185897"/>
                </a:lnTo>
                <a:close/>
              </a:path>
            </a:pathLst>
          </a:custGeom>
          <a:solidFill>
            <a:srgbClr val="40785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 name="Google Shape;89;p41"/>
          <p:cNvSpPr/>
          <p:nvPr/>
        </p:nvSpPr>
        <p:spPr>
          <a:xfrm>
            <a:off x="2230847" y="0"/>
            <a:ext cx="805180" cy="402590"/>
          </a:xfrm>
          <a:custGeom>
            <a:rect b="b" l="l" r="r" t="t"/>
            <a:pathLst>
              <a:path extrusionOk="0" h="402590" w="805180">
                <a:moveTo>
                  <a:pt x="0" y="0"/>
                </a:moveTo>
                <a:lnTo>
                  <a:pt x="804728" y="0"/>
                </a:lnTo>
                <a:lnTo>
                  <a:pt x="402703" y="402025"/>
                </a:lnTo>
                <a:lnTo>
                  <a:pt x="0" y="0"/>
                </a:lnTo>
                <a:close/>
              </a:path>
            </a:pathLst>
          </a:custGeom>
          <a:solidFill>
            <a:srgbClr val="40785E">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41"/>
          <p:cNvSpPr/>
          <p:nvPr/>
        </p:nvSpPr>
        <p:spPr>
          <a:xfrm>
            <a:off x="1450153" y="0"/>
            <a:ext cx="572135" cy="286385"/>
          </a:xfrm>
          <a:custGeom>
            <a:rect b="b" l="l" r="r" t="t"/>
            <a:pathLst>
              <a:path extrusionOk="0" h="286385" w="572135">
                <a:moveTo>
                  <a:pt x="0" y="0"/>
                </a:moveTo>
                <a:lnTo>
                  <a:pt x="572029" y="0"/>
                </a:lnTo>
                <a:lnTo>
                  <a:pt x="286141" y="286141"/>
                </a:lnTo>
                <a:lnTo>
                  <a:pt x="0" y="0"/>
                </a:lnTo>
                <a:close/>
              </a:path>
            </a:pathLst>
          </a:custGeom>
          <a:solidFill>
            <a:srgbClr val="BE120A">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 name="Google Shape;91;p41"/>
          <p:cNvSpPr/>
          <p:nvPr/>
        </p:nvSpPr>
        <p:spPr>
          <a:xfrm>
            <a:off x="0" y="0"/>
            <a:ext cx="2308860" cy="4187825"/>
          </a:xfrm>
          <a:custGeom>
            <a:rect b="b" l="l" r="r" t="t"/>
            <a:pathLst>
              <a:path extrusionOk="0" h="4187825" w="2308860">
                <a:moveTo>
                  <a:pt x="0" y="4168543"/>
                </a:moveTo>
                <a:lnTo>
                  <a:pt x="0" y="0"/>
                </a:lnTo>
                <a:lnTo>
                  <a:pt x="407423" y="0"/>
                </a:lnTo>
                <a:lnTo>
                  <a:pt x="2308261" y="1900389"/>
                </a:lnTo>
                <a:lnTo>
                  <a:pt x="20662" y="4187311"/>
                </a:lnTo>
                <a:lnTo>
                  <a:pt x="18768" y="4187311"/>
                </a:lnTo>
                <a:lnTo>
                  <a:pt x="0" y="4168543"/>
                </a:lnTo>
                <a:close/>
              </a:path>
            </a:pathLst>
          </a:custGeom>
          <a:solidFill>
            <a:srgbClr val="004653">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 name="Google Shape;92;p41"/>
          <p:cNvSpPr/>
          <p:nvPr/>
        </p:nvSpPr>
        <p:spPr>
          <a:xfrm>
            <a:off x="0" y="1520144"/>
            <a:ext cx="136525" cy="273050"/>
          </a:xfrm>
          <a:custGeom>
            <a:rect b="b" l="l" r="r" t="t"/>
            <a:pathLst>
              <a:path extrusionOk="0" h="273050" w="136525">
                <a:moveTo>
                  <a:pt x="0" y="272554"/>
                </a:moveTo>
                <a:lnTo>
                  <a:pt x="0" y="0"/>
                </a:lnTo>
                <a:lnTo>
                  <a:pt x="136277" y="136277"/>
                </a:lnTo>
                <a:lnTo>
                  <a:pt x="0" y="272554"/>
                </a:lnTo>
                <a:close/>
              </a:path>
            </a:pathLst>
          </a:custGeom>
          <a:solidFill>
            <a:srgbClr val="004AAC">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 name="Google Shape;93;p41"/>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SzPts val="4400"/>
              <a:buNone/>
              <a:defRPr b="0" i="0" sz="54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1"/>
          <p:cNvSpPr txBox="1"/>
          <p:nvPr>
            <p:ph idx="11" type="ftr"/>
          </p:nvPr>
        </p:nvSpPr>
        <p:spPr>
          <a:xfrm>
            <a:off x="3124200" y="6356350"/>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1"/>
          <p:cNvSpPr txBox="1"/>
          <p:nvPr>
            <p:ph idx="10" type="dt"/>
          </p:nvPr>
        </p:nvSpPr>
        <p:spPr>
          <a:xfrm>
            <a:off x="457200" y="6356350"/>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41"/>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1200"/>
              <a:buNone/>
              <a:defRPr>
                <a:solidFill>
                  <a:srgbClr val="888888"/>
                </a:solidFill>
              </a:defRPr>
            </a:lvl1pPr>
            <a:lvl2pPr indent="0" lvl="1" marL="0" algn="r">
              <a:lnSpc>
                <a:spcPct val="100000"/>
              </a:lnSpc>
              <a:spcBef>
                <a:spcPts val="0"/>
              </a:spcBef>
              <a:spcAft>
                <a:spcPts val="0"/>
              </a:spcAft>
              <a:buSzPts val="1200"/>
              <a:buNone/>
              <a:defRPr>
                <a:solidFill>
                  <a:srgbClr val="888888"/>
                </a:solidFill>
              </a:defRPr>
            </a:lvl2pPr>
            <a:lvl3pPr indent="0" lvl="2" marL="0" algn="r">
              <a:lnSpc>
                <a:spcPct val="100000"/>
              </a:lnSpc>
              <a:spcBef>
                <a:spcPts val="0"/>
              </a:spcBef>
              <a:spcAft>
                <a:spcPts val="0"/>
              </a:spcAft>
              <a:buSzPts val="1200"/>
              <a:buNone/>
              <a:defRPr>
                <a:solidFill>
                  <a:srgbClr val="888888"/>
                </a:solidFill>
              </a:defRPr>
            </a:lvl3pPr>
            <a:lvl4pPr indent="0" lvl="3" marL="0" algn="r">
              <a:lnSpc>
                <a:spcPct val="100000"/>
              </a:lnSpc>
              <a:spcBef>
                <a:spcPts val="0"/>
              </a:spcBef>
              <a:spcAft>
                <a:spcPts val="0"/>
              </a:spcAft>
              <a:buSzPts val="1200"/>
              <a:buNone/>
              <a:defRPr>
                <a:solidFill>
                  <a:srgbClr val="888888"/>
                </a:solidFill>
              </a:defRPr>
            </a:lvl4pPr>
            <a:lvl5pPr indent="0" lvl="4" marL="0" algn="r">
              <a:lnSpc>
                <a:spcPct val="100000"/>
              </a:lnSpc>
              <a:spcBef>
                <a:spcPts val="0"/>
              </a:spcBef>
              <a:spcAft>
                <a:spcPts val="0"/>
              </a:spcAft>
              <a:buSzPts val="1200"/>
              <a:buNone/>
              <a:defRPr>
                <a:solidFill>
                  <a:srgbClr val="888888"/>
                </a:solidFill>
              </a:defRPr>
            </a:lvl5pPr>
            <a:lvl6pPr indent="0" lvl="5" marL="0" algn="r">
              <a:lnSpc>
                <a:spcPct val="100000"/>
              </a:lnSpc>
              <a:spcBef>
                <a:spcPts val="0"/>
              </a:spcBef>
              <a:spcAft>
                <a:spcPts val="0"/>
              </a:spcAft>
              <a:buSzPts val="1200"/>
              <a:buNone/>
              <a:defRPr>
                <a:solidFill>
                  <a:srgbClr val="888888"/>
                </a:solidFill>
              </a:defRPr>
            </a:lvl6pPr>
            <a:lvl7pPr indent="0" lvl="6" marL="0" algn="r">
              <a:lnSpc>
                <a:spcPct val="100000"/>
              </a:lnSpc>
              <a:spcBef>
                <a:spcPts val="0"/>
              </a:spcBef>
              <a:spcAft>
                <a:spcPts val="0"/>
              </a:spcAft>
              <a:buSzPts val="1200"/>
              <a:buNone/>
              <a:defRPr>
                <a:solidFill>
                  <a:srgbClr val="888888"/>
                </a:solidFill>
              </a:defRPr>
            </a:lvl7pPr>
            <a:lvl8pPr indent="0" lvl="7" marL="0" algn="r">
              <a:lnSpc>
                <a:spcPct val="100000"/>
              </a:lnSpc>
              <a:spcBef>
                <a:spcPts val="0"/>
              </a:spcBef>
              <a:spcAft>
                <a:spcPts val="0"/>
              </a:spcAft>
              <a:buSzPts val="1200"/>
              <a:buNone/>
              <a:defRPr>
                <a:solidFill>
                  <a:srgbClr val="888888"/>
                </a:solidFill>
              </a:defRPr>
            </a:lvl8pPr>
            <a:lvl9pPr indent="0" lvl="8" marL="0" algn="r">
              <a:lnSpc>
                <a:spcPct val="100000"/>
              </a:lnSpc>
              <a:spcBef>
                <a:spcPts val="0"/>
              </a:spcBef>
              <a:spcAft>
                <a:spcPts val="0"/>
              </a:spcAft>
              <a:buSzPts val="12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200" u="none" cap="none" strike="noStrike">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
        <p:nvSpPr>
          <p:cNvPr id="104" name="Google Shape;104;g3a878053966_0_3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g3a878053966_0_3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a878053966_0_3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07" name="Shape 107"/>
        <p:cNvGrpSpPr/>
        <p:nvPr/>
      </p:nvGrpSpPr>
      <p:grpSpPr>
        <a:xfrm>
          <a:off x="0" y="0"/>
          <a:ext cx="0" cy="0"/>
          <a:chOff x="0" y="0"/>
          <a:chExt cx="0" cy="0"/>
        </a:xfrm>
      </p:grpSpPr>
      <p:sp>
        <p:nvSpPr>
          <p:cNvPr id="108" name="Google Shape;108;g3a878053966_0_325"/>
          <p:cNvSpPr txBox="1"/>
          <p:nvPr>
            <p:ph type="title"/>
          </p:nvPr>
        </p:nvSpPr>
        <p:spPr>
          <a:xfrm>
            <a:off x="2836123" y="33819"/>
            <a:ext cx="11795700" cy="2472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7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3a878053966_0_325"/>
          <p:cNvSpPr txBox="1"/>
          <p:nvPr>
            <p:ph idx="1" type="body"/>
          </p:nvPr>
        </p:nvSpPr>
        <p:spPr>
          <a:xfrm>
            <a:off x="554121" y="2386326"/>
            <a:ext cx="7244700" cy="645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50">
                <a:solidFill>
                  <a:schemeClr val="dk1"/>
                </a:solidFill>
                <a:latin typeface="Tahoma"/>
                <a:ea typeface="Tahoma"/>
                <a:cs typeface="Tahoma"/>
                <a:sym typeface="Tahom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0" name="Google Shape;110;g3a878053966_0_325"/>
          <p:cNvSpPr txBox="1"/>
          <p:nvPr>
            <p:ph idx="2" type="body"/>
          </p:nvPr>
        </p:nvSpPr>
        <p:spPr>
          <a:xfrm>
            <a:off x="9418320" y="2366010"/>
            <a:ext cx="7955400" cy="678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1" name="Google Shape;111;g3a878053966_0_325"/>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3a878053966_0_325"/>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g3a878053966_0_325"/>
          <p:cNvSpPr txBox="1"/>
          <p:nvPr>
            <p:ph idx="12" type="sldNum"/>
          </p:nvPr>
        </p:nvSpPr>
        <p:spPr>
          <a:xfrm>
            <a:off x="13167361" y="9566910"/>
            <a:ext cx="4206300" cy="1848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4" name="Shape 114"/>
        <p:cNvGrpSpPr/>
        <p:nvPr/>
      </p:nvGrpSpPr>
      <p:grpSpPr>
        <a:xfrm>
          <a:off x="0" y="0"/>
          <a:ext cx="0" cy="0"/>
          <a:chOff x="0" y="0"/>
          <a:chExt cx="0" cy="0"/>
        </a:xfrm>
      </p:grpSpPr>
      <p:sp>
        <p:nvSpPr>
          <p:cNvPr id="115" name="Google Shape;115;g3a878053966_0_332"/>
          <p:cNvSpPr txBox="1"/>
          <p:nvPr>
            <p:ph type="title"/>
          </p:nvPr>
        </p:nvSpPr>
        <p:spPr>
          <a:xfrm>
            <a:off x="2836123" y="33819"/>
            <a:ext cx="11795700" cy="2472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7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3a878053966_0_332"/>
          <p:cNvSpPr txBox="1"/>
          <p:nvPr>
            <p:ph idx="1" type="body"/>
          </p:nvPr>
        </p:nvSpPr>
        <p:spPr>
          <a:xfrm>
            <a:off x="1016000" y="3023539"/>
            <a:ext cx="9417000" cy="52020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50">
                <a:solidFill>
                  <a:schemeClr val="dk1"/>
                </a:solidFill>
                <a:latin typeface="Tahoma"/>
                <a:ea typeface="Tahoma"/>
                <a:cs typeface="Tahoma"/>
                <a:sym typeface="Tahom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7" name="Google Shape;117;g3a878053966_0_332"/>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3a878053966_0_332"/>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3a878053966_0_332"/>
          <p:cNvSpPr txBox="1"/>
          <p:nvPr>
            <p:ph idx="12" type="sldNum"/>
          </p:nvPr>
        </p:nvSpPr>
        <p:spPr>
          <a:xfrm>
            <a:off x="13167361" y="9566910"/>
            <a:ext cx="4206300" cy="1848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20" name="Shape 120"/>
        <p:cNvGrpSpPr/>
        <p:nvPr/>
      </p:nvGrpSpPr>
      <p:grpSpPr>
        <a:xfrm>
          <a:off x="0" y="0"/>
          <a:ext cx="0" cy="0"/>
          <a:chOff x="0" y="0"/>
          <a:chExt cx="0" cy="0"/>
        </a:xfrm>
      </p:grpSpPr>
      <p:sp>
        <p:nvSpPr>
          <p:cNvPr id="121" name="Google Shape;121;g3a878053966_0_338"/>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SzPts val="4400"/>
              <a:buNone/>
              <a:defRPr b="0" i="0" sz="54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a878053966_0_338"/>
          <p:cNvSpPr txBox="1"/>
          <p:nvPr>
            <p:ph idx="1" type="body"/>
          </p:nvPr>
        </p:nvSpPr>
        <p:spPr>
          <a:xfrm>
            <a:off x="457200" y="1600200"/>
            <a:ext cx="8229600" cy="4526100"/>
          </a:xfrm>
          <a:prstGeom prst="rect">
            <a:avLst/>
          </a:prstGeom>
          <a:noFill/>
          <a:ln>
            <a:noFill/>
          </a:ln>
        </p:spPr>
        <p:txBody>
          <a:bodyPr anchorCtr="0" anchor="t" bIns="0" lIns="0" spcFirstLastPara="1" rIns="0" wrap="square" tIns="0">
            <a:normAutofit/>
          </a:bodyPr>
          <a:lstStyle>
            <a:lvl1pPr indent="-431800" lvl="0" marL="457200" algn="l">
              <a:lnSpc>
                <a:spcPct val="100000"/>
              </a:lnSpc>
              <a:spcBef>
                <a:spcPts val="640"/>
              </a:spcBef>
              <a:spcAft>
                <a:spcPts val="0"/>
              </a:spcAft>
              <a:buSzPts val="3200"/>
              <a:buChar char="•"/>
              <a:defRPr b="0" i="0" sz="2700">
                <a:solidFill>
                  <a:schemeClr val="dk1"/>
                </a:solidFill>
                <a:latin typeface="Trebuchet MS"/>
                <a:ea typeface="Trebuchet MS"/>
                <a:cs typeface="Trebuchet MS"/>
                <a:sym typeface="Trebuchet MS"/>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23" name="Google Shape;123;g3a878053966_0_338"/>
          <p:cNvSpPr txBox="1"/>
          <p:nvPr>
            <p:ph idx="11" type="ftr"/>
          </p:nvPr>
        </p:nvSpPr>
        <p:spPr>
          <a:xfrm>
            <a:off x="3124200" y="6356350"/>
            <a:ext cx="2895600" cy="3651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g3a878053966_0_338"/>
          <p:cNvSpPr txBox="1"/>
          <p:nvPr>
            <p:ph idx="10" type="dt"/>
          </p:nvPr>
        </p:nvSpPr>
        <p:spPr>
          <a:xfrm>
            <a:off x="457200" y="6356350"/>
            <a:ext cx="2133600" cy="36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g3a878053966_0_338"/>
          <p:cNvSpPr txBox="1"/>
          <p:nvPr>
            <p:ph idx="12" type="sldNum"/>
          </p:nvPr>
        </p:nvSpPr>
        <p:spPr>
          <a:xfrm>
            <a:off x="6553200" y="6356350"/>
            <a:ext cx="2133600" cy="365100"/>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1200"/>
              <a:buNone/>
              <a:defRPr>
                <a:solidFill>
                  <a:srgbClr val="888888"/>
                </a:solidFill>
              </a:defRPr>
            </a:lvl1pPr>
            <a:lvl2pPr indent="0" lvl="1" marL="0" algn="r">
              <a:lnSpc>
                <a:spcPct val="100000"/>
              </a:lnSpc>
              <a:spcBef>
                <a:spcPts val="0"/>
              </a:spcBef>
              <a:spcAft>
                <a:spcPts val="0"/>
              </a:spcAft>
              <a:buSzPts val="1200"/>
              <a:buNone/>
              <a:defRPr>
                <a:solidFill>
                  <a:srgbClr val="888888"/>
                </a:solidFill>
              </a:defRPr>
            </a:lvl2pPr>
            <a:lvl3pPr indent="0" lvl="2" marL="0" algn="r">
              <a:lnSpc>
                <a:spcPct val="100000"/>
              </a:lnSpc>
              <a:spcBef>
                <a:spcPts val="0"/>
              </a:spcBef>
              <a:spcAft>
                <a:spcPts val="0"/>
              </a:spcAft>
              <a:buSzPts val="1200"/>
              <a:buNone/>
              <a:defRPr>
                <a:solidFill>
                  <a:srgbClr val="888888"/>
                </a:solidFill>
              </a:defRPr>
            </a:lvl3pPr>
            <a:lvl4pPr indent="0" lvl="3" marL="0" algn="r">
              <a:lnSpc>
                <a:spcPct val="100000"/>
              </a:lnSpc>
              <a:spcBef>
                <a:spcPts val="0"/>
              </a:spcBef>
              <a:spcAft>
                <a:spcPts val="0"/>
              </a:spcAft>
              <a:buSzPts val="1200"/>
              <a:buNone/>
              <a:defRPr>
                <a:solidFill>
                  <a:srgbClr val="888888"/>
                </a:solidFill>
              </a:defRPr>
            </a:lvl4pPr>
            <a:lvl5pPr indent="0" lvl="4" marL="0" algn="r">
              <a:lnSpc>
                <a:spcPct val="100000"/>
              </a:lnSpc>
              <a:spcBef>
                <a:spcPts val="0"/>
              </a:spcBef>
              <a:spcAft>
                <a:spcPts val="0"/>
              </a:spcAft>
              <a:buSzPts val="1200"/>
              <a:buNone/>
              <a:defRPr>
                <a:solidFill>
                  <a:srgbClr val="888888"/>
                </a:solidFill>
              </a:defRPr>
            </a:lvl5pPr>
            <a:lvl6pPr indent="0" lvl="5" marL="0" algn="r">
              <a:lnSpc>
                <a:spcPct val="100000"/>
              </a:lnSpc>
              <a:spcBef>
                <a:spcPts val="0"/>
              </a:spcBef>
              <a:spcAft>
                <a:spcPts val="0"/>
              </a:spcAft>
              <a:buSzPts val="1200"/>
              <a:buNone/>
              <a:defRPr>
                <a:solidFill>
                  <a:srgbClr val="888888"/>
                </a:solidFill>
              </a:defRPr>
            </a:lvl6pPr>
            <a:lvl7pPr indent="0" lvl="6" marL="0" algn="r">
              <a:lnSpc>
                <a:spcPct val="100000"/>
              </a:lnSpc>
              <a:spcBef>
                <a:spcPts val="0"/>
              </a:spcBef>
              <a:spcAft>
                <a:spcPts val="0"/>
              </a:spcAft>
              <a:buSzPts val="1200"/>
              <a:buNone/>
              <a:defRPr>
                <a:solidFill>
                  <a:srgbClr val="888888"/>
                </a:solidFill>
              </a:defRPr>
            </a:lvl7pPr>
            <a:lvl8pPr indent="0" lvl="7" marL="0" algn="r">
              <a:lnSpc>
                <a:spcPct val="100000"/>
              </a:lnSpc>
              <a:spcBef>
                <a:spcPts val="0"/>
              </a:spcBef>
              <a:spcAft>
                <a:spcPts val="0"/>
              </a:spcAft>
              <a:buSzPts val="1200"/>
              <a:buNone/>
              <a:defRPr>
                <a:solidFill>
                  <a:srgbClr val="888888"/>
                </a:solidFill>
              </a:defRPr>
            </a:lvl8pPr>
            <a:lvl9pPr indent="0" lvl="8" marL="0" algn="r">
              <a:lnSpc>
                <a:spcPct val="100000"/>
              </a:lnSpc>
              <a:spcBef>
                <a:spcPts val="0"/>
              </a:spcBef>
              <a:spcAft>
                <a:spcPts val="0"/>
              </a:spcAft>
              <a:buSzPts val="12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200" u="none" cap="none" strike="noStrike">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6" name="Shape 126"/>
        <p:cNvGrpSpPr/>
        <p:nvPr/>
      </p:nvGrpSpPr>
      <p:grpSpPr>
        <a:xfrm>
          <a:off x="0" y="0"/>
          <a:ext cx="0" cy="0"/>
          <a:chOff x="0" y="0"/>
          <a:chExt cx="0" cy="0"/>
        </a:xfrm>
      </p:grpSpPr>
      <p:sp>
        <p:nvSpPr>
          <p:cNvPr id="127" name="Google Shape;127;g3a878053966_0_344"/>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a878053966_0_3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29" name="Google Shape;129;g3a878053966_0_34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g3a878053966_0_34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a878053966_0_34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2" name="Shape 132"/>
        <p:cNvGrpSpPr/>
        <p:nvPr/>
      </p:nvGrpSpPr>
      <p:grpSpPr>
        <a:xfrm>
          <a:off x="0" y="0"/>
          <a:ext cx="0" cy="0"/>
          <a:chOff x="0" y="0"/>
          <a:chExt cx="0" cy="0"/>
        </a:xfrm>
      </p:grpSpPr>
      <p:sp>
        <p:nvSpPr>
          <p:cNvPr id="133" name="Google Shape;133;g3a878053966_0_350"/>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3a878053966_0_350"/>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35" name="Google Shape;135;g3a878053966_0_35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g3a878053966_0_35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g3a878053966_0_35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8" name="Shape 138"/>
        <p:cNvGrpSpPr/>
        <p:nvPr/>
      </p:nvGrpSpPr>
      <p:grpSpPr>
        <a:xfrm>
          <a:off x="0" y="0"/>
          <a:ext cx="0" cy="0"/>
          <a:chOff x="0" y="0"/>
          <a:chExt cx="0" cy="0"/>
        </a:xfrm>
      </p:grpSpPr>
      <p:sp>
        <p:nvSpPr>
          <p:cNvPr id="139" name="Google Shape;139;g3a878053966_0_3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3a878053966_0_356"/>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41" name="Google Shape;141;g3a878053966_0_356"/>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42" name="Google Shape;142;g3a878053966_0_356"/>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43" name="Google Shape;143;g3a878053966_0_356"/>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44" name="Google Shape;144;g3a878053966_0_35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3a878053966_0_35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3a878053966_0_35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7" name="Shape 147"/>
        <p:cNvGrpSpPr/>
        <p:nvPr/>
      </p:nvGrpSpPr>
      <p:grpSpPr>
        <a:xfrm>
          <a:off x="0" y="0"/>
          <a:ext cx="0" cy="0"/>
          <a:chOff x="0" y="0"/>
          <a:chExt cx="0" cy="0"/>
        </a:xfrm>
      </p:grpSpPr>
      <p:sp>
        <p:nvSpPr>
          <p:cNvPr id="148" name="Google Shape;148;g3a878053966_0_365"/>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3a878053966_0_365"/>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50" name="Google Shape;150;g3a878053966_0_365"/>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51" name="Google Shape;151;g3a878053966_0_36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3a878053966_0_36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g3a878053966_0_36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4" name="Shape 154"/>
        <p:cNvGrpSpPr/>
        <p:nvPr/>
      </p:nvGrpSpPr>
      <p:grpSpPr>
        <a:xfrm>
          <a:off x="0" y="0"/>
          <a:ext cx="0" cy="0"/>
          <a:chOff x="0" y="0"/>
          <a:chExt cx="0" cy="0"/>
        </a:xfrm>
      </p:grpSpPr>
      <p:sp>
        <p:nvSpPr>
          <p:cNvPr id="155" name="Google Shape;155;g3a878053966_0_37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3a878053966_0_372"/>
          <p:cNvSpPr/>
          <p:nvPr>
            <p:ph idx="2" type="pic"/>
          </p:nvPr>
        </p:nvSpPr>
        <p:spPr>
          <a:xfrm>
            <a:off x="1792288" y="612775"/>
            <a:ext cx="5486400" cy="4114800"/>
          </a:xfrm>
          <a:prstGeom prst="rect">
            <a:avLst/>
          </a:prstGeom>
          <a:noFill/>
          <a:ln>
            <a:noFill/>
          </a:ln>
        </p:spPr>
      </p:sp>
      <p:sp>
        <p:nvSpPr>
          <p:cNvPr id="157" name="Google Shape;157;g3a878053966_0_37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58" name="Google Shape;158;g3a878053966_0_37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g3a878053966_0_37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g3a878053966_0_37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1" name="Shape 161"/>
        <p:cNvGrpSpPr/>
        <p:nvPr/>
      </p:nvGrpSpPr>
      <p:grpSpPr>
        <a:xfrm>
          <a:off x="0" y="0"/>
          <a:ext cx="0" cy="0"/>
          <a:chOff x="0" y="0"/>
          <a:chExt cx="0" cy="0"/>
        </a:xfrm>
      </p:grpSpPr>
      <p:sp>
        <p:nvSpPr>
          <p:cNvPr id="162" name="Google Shape;162;g3a878053966_0_3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g3a878053966_0_379"/>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4" name="Google Shape;164;g3a878053966_0_37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3a878053966_0_37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g3a878053966_0_37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7" name="Shape 167"/>
        <p:cNvGrpSpPr/>
        <p:nvPr/>
      </p:nvGrpSpPr>
      <p:grpSpPr>
        <a:xfrm>
          <a:off x="0" y="0"/>
          <a:ext cx="0" cy="0"/>
          <a:chOff x="0" y="0"/>
          <a:chExt cx="0" cy="0"/>
        </a:xfrm>
      </p:grpSpPr>
      <p:sp>
        <p:nvSpPr>
          <p:cNvPr id="168" name="Google Shape;168;g3a878053966_0_385"/>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g3a878053966_0_385"/>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0" name="Google Shape;170;g3a878053966_0_38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g3a878053966_0_38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g3a878053966_0_38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showMasterSp="0">
  <p:cSld name="1_Title Only">
    <p:bg>
      <p:bgPr>
        <a:solidFill>
          <a:schemeClr val="lt1"/>
        </a:solidFill>
      </p:bgPr>
    </p:bg>
    <p:spTree>
      <p:nvGrpSpPr>
        <p:cNvPr id="173" name="Shape 173"/>
        <p:cNvGrpSpPr/>
        <p:nvPr/>
      </p:nvGrpSpPr>
      <p:grpSpPr>
        <a:xfrm>
          <a:off x="0" y="0"/>
          <a:ext cx="0" cy="0"/>
          <a:chOff x="0" y="0"/>
          <a:chExt cx="0" cy="0"/>
        </a:xfrm>
      </p:grpSpPr>
      <p:pic>
        <p:nvPicPr>
          <p:cNvPr id="174" name="Google Shape;174;g3a878053966_0_391"/>
          <p:cNvPicPr preferRelativeResize="0"/>
          <p:nvPr/>
        </p:nvPicPr>
        <p:blipFill rotWithShape="1">
          <a:blip r:embed="rId2">
            <a:alphaModFix/>
          </a:blip>
          <a:srcRect b="0" l="0" r="0" t="0"/>
          <a:stretch/>
        </p:blipFill>
        <p:spPr>
          <a:xfrm>
            <a:off x="0" y="0"/>
            <a:ext cx="18288003" cy="10287002"/>
          </a:xfrm>
          <a:prstGeom prst="rect">
            <a:avLst/>
          </a:prstGeom>
          <a:noFill/>
          <a:ln>
            <a:noFill/>
          </a:ln>
        </p:spPr>
      </p:pic>
      <p:sp>
        <p:nvSpPr>
          <p:cNvPr id="175" name="Google Shape;175;g3a878053966_0_391"/>
          <p:cNvSpPr/>
          <p:nvPr/>
        </p:nvSpPr>
        <p:spPr>
          <a:xfrm>
            <a:off x="16494525" y="8207944"/>
            <a:ext cx="1793875" cy="2079625"/>
          </a:xfrm>
          <a:custGeom>
            <a:rect b="b" l="l" r="r" t="t"/>
            <a:pathLst>
              <a:path extrusionOk="0" h="2079625" w="1793875">
                <a:moveTo>
                  <a:pt x="1793474" y="0"/>
                </a:moveTo>
                <a:lnTo>
                  <a:pt x="1793474" y="2079055"/>
                </a:lnTo>
                <a:lnTo>
                  <a:pt x="285210" y="2079055"/>
                </a:lnTo>
                <a:lnTo>
                  <a:pt x="0" y="1793844"/>
                </a:lnTo>
                <a:lnTo>
                  <a:pt x="1793474" y="0"/>
                </a:lnTo>
                <a:close/>
              </a:path>
            </a:pathLst>
          </a:custGeom>
          <a:solidFill>
            <a:srgbClr val="40785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g3a878053966_0_391"/>
          <p:cNvSpPr/>
          <p:nvPr/>
        </p:nvSpPr>
        <p:spPr>
          <a:xfrm>
            <a:off x="14935176" y="8933065"/>
            <a:ext cx="1557019" cy="1354454"/>
          </a:xfrm>
          <a:custGeom>
            <a:rect b="b" l="l" r="r" t="t"/>
            <a:pathLst>
              <a:path extrusionOk="0" h="1354454" w="1557019">
                <a:moveTo>
                  <a:pt x="1556645" y="777983"/>
                </a:moveTo>
                <a:lnTo>
                  <a:pt x="980694" y="1353934"/>
                </a:lnTo>
                <a:lnTo>
                  <a:pt x="575625" y="1353934"/>
                </a:lnTo>
                <a:lnTo>
                  <a:pt x="0" y="777983"/>
                </a:lnTo>
                <a:lnTo>
                  <a:pt x="777983" y="0"/>
                </a:lnTo>
                <a:lnTo>
                  <a:pt x="1556645" y="777983"/>
                </a:lnTo>
                <a:close/>
              </a:path>
            </a:pathLst>
          </a:custGeom>
          <a:solidFill>
            <a:srgbClr val="40785E">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g3a878053966_0_391"/>
          <p:cNvSpPr/>
          <p:nvPr/>
        </p:nvSpPr>
        <p:spPr>
          <a:xfrm>
            <a:off x="15373045" y="9048949"/>
            <a:ext cx="2475865" cy="1238250"/>
          </a:xfrm>
          <a:custGeom>
            <a:rect b="b" l="l" r="r" t="t"/>
            <a:pathLst>
              <a:path extrusionOk="0" h="1238250" w="2475865">
                <a:moveTo>
                  <a:pt x="2475421" y="1238049"/>
                </a:moveTo>
                <a:lnTo>
                  <a:pt x="0" y="1238049"/>
                </a:lnTo>
                <a:lnTo>
                  <a:pt x="1237372" y="0"/>
                </a:lnTo>
                <a:lnTo>
                  <a:pt x="2475421" y="1238049"/>
                </a:lnTo>
                <a:close/>
              </a:path>
            </a:pathLst>
          </a:custGeom>
          <a:solidFill>
            <a:srgbClr val="BE120A">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g3a878053966_0_391"/>
          <p:cNvSpPr/>
          <p:nvPr/>
        </p:nvSpPr>
        <p:spPr>
          <a:xfrm>
            <a:off x="16038451" y="5185819"/>
            <a:ext cx="2249805" cy="4498340"/>
          </a:xfrm>
          <a:custGeom>
            <a:rect b="b" l="l" r="r" t="t"/>
            <a:pathLst>
              <a:path extrusionOk="0" h="4498340" w="2249805">
                <a:moveTo>
                  <a:pt x="2249547" y="0"/>
                </a:moveTo>
                <a:lnTo>
                  <a:pt x="2249547" y="4497786"/>
                </a:lnTo>
                <a:lnTo>
                  <a:pt x="0" y="2248893"/>
                </a:lnTo>
                <a:lnTo>
                  <a:pt x="2249547" y="0"/>
                </a:lnTo>
                <a:close/>
              </a:path>
            </a:pathLst>
          </a:custGeom>
          <a:solidFill>
            <a:srgbClr val="004653">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g3a878053966_0_391"/>
          <p:cNvSpPr/>
          <p:nvPr/>
        </p:nvSpPr>
        <p:spPr>
          <a:xfrm>
            <a:off x="18210427" y="7601107"/>
            <a:ext cx="78105" cy="155575"/>
          </a:xfrm>
          <a:custGeom>
            <a:rect b="b" l="l" r="r" t="t"/>
            <a:pathLst>
              <a:path extrusionOk="0" h="155575" w="78105">
                <a:moveTo>
                  <a:pt x="77572" y="0"/>
                </a:moveTo>
                <a:lnTo>
                  <a:pt x="77572" y="155145"/>
                </a:lnTo>
                <a:lnTo>
                  <a:pt x="0" y="77572"/>
                </a:lnTo>
                <a:lnTo>
                  <a:pt x="77572" y="0"/>
                </a:lnTo>
                <a:close/>
              </a:path>
            </a:pathLst>
          </a:custGeom>
          <a:solidFill>
            <a:srgbClr val="004AAC">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g3a878053966_0_391"/>
          <p:cNvSpPr/>
          <p:nvPr/>
        </p:nvSpPr>
        <p:spPr>
          <a:xfrm>
            <a:off x="0" y="0"/>
            <a:ext cx="1185545" cy="1186180"/>
          </a:xfrm>
          <a:custGeom>
            <a:rect b="b" l="l" r="r" t="t"/>
            <a:pathLst>
              <a:path extrusionOk="0" h="1186180" w="1185545">
                <a:moveTo>
                  <a:pt x="0" y="1185897"/>
                </a:moveTo>
                <a:lnTo>
                  <a:pt x="0" y="0"/>
                </a:lnTo>
                <a:lnTo>
                  <a:pt x="1185493" y="0"/>
                </a:lnTo>
                <a:lnTo>
                  <a:pt x="0" y="1185897"/>
                </a:lnTo>
                <a:close/>
              </a:path>
            </a:pathLst>
          </a:custGeom>
          <a:solidFill>
            <a:srgbClr val="40785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g3a878053966_0_391"/>
          <p:cNvSpPr/>
          <p:nvPr/>
        </p:nvSpPr>
        <p:spPr>
          <a:xfrm>
            <a:off x="2230847" y="0"/>
            <a:ext cx="805180" cy="402590"/>
          </a:xfrm>
          <a:custGeom>
            <a:rect b="b" l="l" r="r" t="t"/>
            <a:pathLst>
              <a:path extrusionOk="0" h="402590" w="805180">
                <a:moveTo>
                  <a:pt x="0" y="0"/>
                </a:moveTo>
                <a:lnTo>
                  <a:pt x="804728" y="0"/>
                </a:lnTo>
                <a:lnTo>
                  <a:pt x="402703" y="402025"/>
                </a:lnTo>
                <a:lnTo>
                  <a:pt x="0" y="0"/>
                </a:lnTo>
                <a:close/>
              </a:path>
            </a:pathLst>
          </a:custGeom>
          <a:solidFill>
            <a:srgbClr val="40785E">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g3a878053966_0_391"/>
          <p:cNvSpPr/>
          <p:nvPr/>
        </p:nvSpPr>
        <p:spPr>
          <a:xfrm>
            <a:off x="1450153" y="0"/>
            <a:ext cx="572135" cy="286385"/>
          </a:xfrm>
          <a:custGeom>
            <a:rect b="b" l="l" r="r" t="t"/>
            <a:pathLst>
              <a:path extrusionOk="0" h="286385" w="572135">
                <a:moveTo>
                  <a:pt x="0" y="0"/>
                </a:moveTo>
                <a:lnTo>
                  <a:pt x="572029" y="0"/>
                </a:lnTo>
                <a:lnTo>
                  <a:pt x="286141" y="286141"/>
                </a:lnTo>
                <a:lnTo>
                  <a:pt x="0" y="0"/>
                </a:lnTo>
                <a:close/>
              </a:path>
            </a:pathLst>
          </a:custGeom>
          <a:solidFill>
            <a:srgbClr val="BE120A">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g3a878053966_0_391"/>
          <p:cNvSpPr/>
          <p:nvPr/>
        </p:nvSpPr>
        <p:spPr>
          <a:xfrm>
            <a:off x="0" y="0"/>
            <a:ext cx="2308860" cy="4187825"/>
          </a:xfrm>
          <a:custGeom>
            <a:rect b="b" l="l" r="r" t="t"/>
            <a:pathLst>
              <a:path extrusionOk="0" h="4187825" w="2308860">
                <a:moveTo>
                  <a:pt x="0" y="4168543"/>
                </a:moveTo>
                <a:lnTo>
                  <a:pt x="0" y="0"/>
                </a:lnTo>
                <a:lnTo>
                  <a:pt x="407423" y="0"/>
                </a:lnTo>
                <a:lnTo>
                  <a:pt x="2308261" y="1900389"/>
                </a:lnTo>
                <a:lnTo>
                  <a:pt x="20662" y="4187311"/>
                </a:lnTo>
                <a:lnTo>
                  <a:pt x="18768" y="4187311"/>
                </a:lnTo>
                <a:lnTo>
                  <a:pt x="0" y="4168543"/>
                </a:lnTo>
                <a:close/>
              </a:path>
            </a:pathLst>
          </a:custGeom>
          <a:solidFill>
            <a:srgbClr val="004653">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g3a878053966_0_391"/>
          <p:cNvSpPr/>
          <p:nvPr/>
        </p:nvSpPr>
        <p:spPr>
          <a:xfrm>
            <a:off x="0" y="1520144"/>
            <a:ext cx="136525" cy="273050"/>
          </a:xfrm>
          <a:custGeom>
            <a:rect b="b" l="l" r="r" t="t"/>
            <a:pathLst>
              <a:path extrusionOk="0" h="273050" w="136525">
                <a:moveTo>
                  <a:pt x="0" y="272554"/>
                </a:moveTo>
                <a:lnTo>
                  <a:pt x="0" y="0"/>
                </a:lnTo>
                <a:lnTo>
                  <a:pt x="136277" y="136277"/>
                </a:lnTo>
                <a:lnTo>
                  <a:pt x="0" y="272554"/>
                </a:lnTo>
                <a:close/>
              </a:path>
            </a:pathLst>
          </a:custGeom>
          <a:solidFill>
            <a:srgbClr val="004AAC">
              <a:alpha val="7215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g3a878053966_0_391"/>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SzPts val="4400"/>
              <a:buNone/>
              <a:defRPr b="0" i="0" sz="545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g3a878053966_0_391"/>
          <p:cNvSpPr txBox="1"/>
          <p:nvPr>
            <p:ph idx="11" type="ftr"/>
          </p:nvPr>
        </p:nvSpPr>
        <p:spPr>
          <a:xfrm>
            <a:off x="3124200" y="6356350"/>
            <a:ext cx="2895600" cy="3651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g3a878053966_0_391"/>
          <p:cNvSpPr txBox="1"/>
          <p:nvPr>
            <p:ph idx="10" type="dt"/>
          </p:nvPr>
        </p:nvSpPr>
        <p:spPr>
          <a:xfrm>
            <a:off x="457200" y="6356350"/>
            <a:ext cx="2133600" cy="36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g3a878053966_0_391"/>
          <p:cNvSpPr txBox="1"/>
          <p:nvPr>
            <p:ph idx="12" type="sldNum"/>
          </p:nvPr>
        </p:nvSpPr>
        <p:spPr>
          <a:xfrm>
            <a:off x="6553200" y="6356350"/>
            <a:ext cx="2133600" cy="365100"/>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1200"/>
              <a:buNone/>
              <a:defRPr>
                <a:solidFill>
                  <a:srgbClr val="888888"/>
                </a:solidFill>
              </a:defRPr>
            </a:lvl1pPr>
            <a:lvl2pPr indent="0" lvl="1" marL="0" algn="r">
              <a:lnSpc>
                <a:spcPct val="100000"/>
              </a:lnSpc>
              <a:spcBef>
                <a:spcPts val="0"/>
              </a:spcBef>
              <a:spcAft>
                <a:spcPts val="0"/>
              </a:spcAft>
              <a:buSzPts val="1200"/>
              <a:buNone/>
              <a:defRPr>
                <a:solidFill>
                  <a:srgbClr val="888888"/>
                </a:solidFill>
              </a:defRPr>
            </a:lvl2pPr>
            <a:lvl3pPr indent="0" lvl="2" marL="0" algn="r">
              <a:lnSpc>
                <a:spcPct val="100000"/>
              </a:lnSpc>
              <a:spcBef>
                <a:spcPts val="0"/>
              </a:spcBef>
              <a:spcAft>
                <a:spcPts val="0"/>
              </a:spcAft>
              <a:buSzPts val="1200"/>
              <a:buNone/>
              <a:defRPr>
                <a:solidFill>
                  <a:srgbClr val="888888"/>
                </a:solidFill>
              </a:defRPr>
            </a:lvl3pPr>
            <a:lvl4pPr indent="0" lvl="3" marL="0" algn="r">
              <a:lnSpc>
                <a:spcPct val="100000"/>
              </a:lnSpc>
              <a:spcBef>
                <a:spcPts val="0"/>
              </a:spcBef>
              <a:spcAft>
                <a:spcPts val="0"/>
              </a:spcAft>
              <a:buSzPts val="1200"/>
              <a:buNone/>
              <a:defRPr>
                <a:solidFill>
                  <a:srgbClr val="888888"/>
                </a:solidFill>
              </a:defRPr>
            </a:lvl4pPr>
            <a:lvl5pPr indent="0" lvl="4" marL="0" algn="r">
              <a:lnSpc>
                <a:spcPct val="100000"/>
              </a:lnSpc>
              <a:spcBef>
                <a:spcPts val="0"/>
              </a:spcBef>
              <a:spcAft>
                <a:spcPts val="0"/>
              </a:spcAft>
              <a:buSzPts val="1200"/>
              <a:buNone/>
              <a:defRPr>
                <a:solidFill>
                  <a:srgbClr val="888888"/>
                </a:solidFill>
              </a:defRPr>
            </a:lvl5pPr>
            <a:lvl6pPr indent="0" lvl="5" marL="0" algn="r">
              <a:lnSpc>
                <a:spcPct val="100000"/>
              </a:lnSpc>
              <a:spcBef>
                <a:spcPts val="0"/>
              </a:spcBef>
              <a:spcAft>
                <a:spcPts val="0"/>
              </a:spcAft>
              <a:buSzPts val="1200"/>
              <a:buNone/>
              <a:defRPr>
                <a:solidFill>
                  <a:srgbClr val="888888"/>
                </a:solidFill>
              </a:defRPr>
            </a:lvl6pPr>
            <a:lvl7pPr indent="0" lvl="6" marL="0" algn="r">
              <a:lnSpc>
                <a:spcPct val="100000"/>
              </a:lnSpc>
              <a:spcBef>
                <a:spcPts val="0"/>
              </a:spcBef>
              <a:spcAft>
                <a:spcPts val="0"/>
              </a:spcAft>
              <a:buSzPts val="1200"/>
              <a:buNone/>
              <a:defRPr>
                <a:solidFill>
                  <a:srgbClr val="888888"/>
                </a:solidFill>
              </a:defRPr>
            </a:lvl7pPr>
            <a:lvl8pPr indent="0" lvl="7" marL="0" algn="r">
              <a:lnSpc>
                <a:spcPct val="100000"/>
              </a:lnSpc>
              <a:spcBef>
                <a:spcPts val="0"/>
              </a:spcBef>
              <a:spcAft>
                <a:spcPts val="0"/>
              </a:spcAft>
              <a:buSzPts val="1200"/>
              <a:buNone/>
              <a:defRPr>
                <a:solidFill>
                  <a:srgbClr val="888888"/>
                </a:solidFill>
              </a:defRPr>
            </a:lvl8pPr>
            <a:lvl9pPr indent="0" lvl="8" marL="0" algn="r">
              <a:lnSpc>
                <a:spcPct val="100000"/>
              </a:lnSpc>
              <a:spcBef>
                <a:spcPts val="0"/>
              </a:spcBef>
              <a:spcAft>
                <a:spcPts val="0"/>
              </a:spcAft>
              <a:buSzPts val="12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200" u="none" cap="none" strike="noStrike">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a878053966_17_0)">
  <p:cSld name="Generated (g3a878053966_17_0)">
    <p:spTree>
      <p:nvGrpSpPr>
        <p:cNvPr id="189" name="Shape 189"/>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a878053966_10_0)">
  <p:cSld name="Generated (g3a878053966_10_0)">
    <p:spTree>
      <p:nvGrpSpPr>
        <p:cNvPr id="190" name="Shape 19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7" name="Shape 197"/>
        <p:cNvGrpSpPr/>
        <p:nvPr/>
      </p:nvGrpSpPr>
      <p:grpSpPr>
        <a:xfrm>
          <a:off x="0" y="0"/>
          <a:ext cx="0" cy="0"/>
          <a:chOff x="0" y="0"/>
          <a:chExt cx="0" cy="0"/>
        </a:xfrm>
      </p:grpSpPr>
      <p:sp>
        <p:nvSpPr>
          <p:cNvPr id="198" name="Google Shape;198;g3a878053966_0_59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g3a878053966_0_59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g3a878053966_0_59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1" name="Shape 201"/>
        <p:cNvGrpSpPr/>
        <p:nvPr/>
      </p:nvGrpSpPr>
      <p:grpSpPr>
        <a:xfrm>
          <a:off x="0" y="0"/>
          <a:ext cx="0" cy="0"/>
          <a:chOff x="0" y="0"/>
          <a:chExt cx="0" cy="0"/>
        </a:xfrm>
      </p:grpSpPr>
      <p:sp>
        <p:nvSpPr>
          <p:cNvPr id="202" name="Google Shape;202;g3a878053966_0_6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g3a878053966_0_60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4" name="Google Shape;204;g3a878053966_0_60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g3a878053966_0_60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g3a878053966_0_60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7" name="Shape 207"/>
        <p:cNvGrpSpPr/>
        <p:nvPr/>
      </p:nvGrpSpPr>
      <p:grpSpPr>
        <a:xfrm>
          <a:off x="0" y="0"/>
          <a:ext cx="0" cy="0"/>
          <a:chOff x="0" y="0"/>
          <a:chExt cx="0" cy="0"/>
        </a:xfrm>
      </p:grpSpPr>
      <p:sp>
        <p:nvSpPr>
          <p:cNvPr id="208" name="Google Shape;208;g3a878053966_0_6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g3a878053966_0_60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10" name="Google Shape;210;g3a878053966_0_607"/>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11" name="Google Shape;211;g3a878053966_0_60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g3a878053966_0_60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g3a878053966_0_60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4" name="Shape 214"/>
        <p:cNvGrpSpPr/>
        <p:nvPr/>
      </p:nvGrpSpPr>
      <p:grpSpPr>
        <a:xfrm>
          <a:off x="0" y="0"/>
          <a:ext cx="0" cy="0"/>
          <a:chOff x="0" y="0"/>
          <a:chExt cx="0" cy="0"/>
        </a:xfrm>
      </p:grpSpPr>
      <p:sp>
        <p:nvSpPr>
          <p:cNvPr id="215" name="Google Shape;215;g3a878053966_0_6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g3a878053966_0_6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g3a878053966_0_6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g3a878053966_0_6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9" name="Shape 219"/>
        <p:cNvGrpSpPr/>
        <p:nvPr/>
      </p:nvGrpSpPr>
      <p:grpSpPr>
        <a:xfrm>
          <a:off x="0" y="0"/>
          <a:ext cx="0" cy="0"/>
          <a:chOff x="0" y="0"/>
          <a:chExt cx="0" cy="0"/>
        </a:xfrm>
      </p:grpSpPr>
      <p:sp>
        <p:nvSpPr>
          <p:cNvPr id="220" name="Google Shape;220;g3a878053966_0_619"/>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g3a878053966_0_6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2" name="Google Shape;222;g3a878053966_0_6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g3a878053966_0_6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g3a878053966_0_6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5" name="Shape 225"/>
        <p:cNvGrpSpPr/>
        <p:nvPr/>
      </p:nvGrpSpPr>
      <p:grpSpPr>
        <a:xfrm>
          <a:off x="0" y="0"/>
          <a:ext cx="0" cy="0"/>
          <a:chOff x="0" y="0"/>
          <a:chExt cx="0" cy="0"/>
        </a:xfrm>
      </p:grpSpPr>
      <p:sp>
        <p:nvSpPr>
          <p:cNvPr id="226" name="Google Shape;226;g3a878053966_0_62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g3a878053966_0_62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28" name="Google Shape;228;g3a878053966_0_62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g3a878053966_0_62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g3a878053966_0_6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1" name="Shape 231"/>
        <p:cNvGrpSpPr/>
        <p:nvPr/>
      </p:nvGrpSpPr>
      <p:grpSpPr>
        <a:xfrm>
          <a:off x="0" y="0"/>
          <a:ext cx="0" cy="0"/>
          <a:chOff x="0" y="0"/>
          <a:chExt cx="0" cy="0"/>
        </a:xfrm>
      </p:grpSpPr>
      <p:sp>
        <p:nvSpPr>
          <p:cNvPr id="232" name="Google Shape;232;g3a878053966_0_6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g3a878053966_0_631"/>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34" name="Google Shape;234;g3a878053966_0_631"/>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35" name="Google Shape;235;g3a878053966_0_631"/>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36" name="Google Shape;236;g3a878053966_0_631"/>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37" name="Google Shape;237;g3a878053966_0_63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g3a878053966_0_63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g3a878053966_0_63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40" name="Shape 240"/>
        <p:cNvGrpSpPr/>
        <p:nvPr/>
      </p:nvGrpSpPr>
      <p:grpSpPr>
        <a:xfrm>
          <a:off x="0" y="0"/>
          <a:ext cx="0" cy="0"/>
          <a:chOff x="0" y="0"/>
          <a:chExt cx="0" cy="0"/>
        </a:xfrm>
      </p:grpSpPr>
      <p:sp>
        <p:nvSpPr>
          <p:cNvPr id="241" name="Google Shape;241;g3a878053966_0_640"/>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 name="Google Shape;242;g3a878053966_0_640"/>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43" name="Google Shape;243;g3a878053966_0_640"/>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44" name="Google Shape;244;g3a878053966_0_64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g3a878053966_0_64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g3a878053966_0_64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7" name="Shape 247"/>
        <p:cNvGrpSpPr/>
        <p:nvPr/>
      </p:nvGrpSpPr>
      <p:grpSpPr>
        <a:xfrm>
          <a:off x="0" y="0"/>
          <a:ext cx="0" cy="0"/>
          <a:chOff x="0" y="0"/>
          <a:chExt cx="0" cy="0"/>
        </a:xfrm>
      </p:grpSpPr>
      <p:sp>
        <p:nvSpPr>
          <p:cNvPr id="248" name="Google Shape;248;g3a878053966_0_647"/>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g3a878053966_0_647"/>
          <p:cNvSpPr/>
          <p:nvPr>
            <p:ph idx="2" type="pic"/>
          </p:nvPr>
        </p:nvSpPr>
        <p:spPr>
          <a:xfrm>
            <a:off x="1792288" y="612775"/>
            <a:ext cx="5486400" cy="4114800"/>
          </a:xfrm>
          <a:prstGeom prst="rect">
            <a:avLst/>
          </a:prstGeom>
          <a:noFill/>
          <a:ln>
            <a:noFill/>
          </a:ln>
        </p:spPr>
      </p:sp>
      <p:sp>
        <p:nvSpPr>
          <p:cNvPr id="250" name="Google Shape;250;g3a878053966_0_647"/>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51" name="Google Shape;251;g3a878053966_0_64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g3a878053966_0_64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g3a878053966_0_64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4" name="Shape 254"/>
        <p:cNvGrpSpPr/>
        <p:nvPr/>
      </p:nvGrpSpPr>
      <p:grpSpPr>
        <a:xfrm>
          <a:off x="0" y="0"/>
          <a:ext cx="0" cy="0"/>
          <a:chOff x="0" y="0"/>
          <a:chExt cx="0" cy="0"/>
        </a:xfrm>
      </p:grpSpPr>
      <p:sp>
        <p:nvSpPr>
          <p:cNvPr id="255" name="Google Shape;255;g3a878053966_0_6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g3a878053966_0_654"/>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7" name="Google Shape;257;g3a878053966_0_65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8" name="Google Shape;258;g3a878053966_0_65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 name="Google Shape;259;g3a878053966_0_65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60" name="Shape 260"/>
        <p:cNvGrpSpPr/>
        <p:nvPr/>
      </p:nvGrpSpPr>
      <p:grpSpPr>
        <a:xfrm>
          <a:off x="0" y="0"/>
          <a:ext cx="0" cy="0"/>
          <a:chOff x="0" y="0"/>
          <a:chExt cx="0" cy="0"/>
        </a:xfrm>
      </p:grpSpPr>
      <p:sp>
        <p:nvSpPr>
          <p:cNvPr id="261" name="Google Shape;261;g3a878053966_0_660"/>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g3a878053966_0_660"/>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3" name="Google Shape;263;g3a878053966_0_66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g3a878053966_0_66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5" name="Google Shape;265;g3a878053966_0_66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32cacf2e8_7_0)">
  <p:cSld name="Generated (g3e32cacf2e8_7_0)">
    <p:spTree>
      <p:nvGrpSpPr>
        <p:cNvPr id="266" name="Shape 266"/>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D">
  <p:cSld name="TITLE_AND_BODY_2_1_1_1_1">
    <p:spTree>
      <p:nvGrpSpPr>
        <p:cNvPr id="271" name="Shape 271"/>
        <p:cNvGrpSpPr/>
        <p:nvPr/>
      </p:nvGrpSpPr>
      <p:grpSpPr>
        <a:xfrm>
          <a:off x="0" y="0"/>
          <a:ext cx="0" cy="0"/>
          <a:chOff x="0" y="0"/>
          <a:chExt cx="0" cy="0"/>
        </a:xfrm>
      </p:grpSpPr>
      <p:sp>
        <p:nvSpPr>
          <p:cNvPr id="272" name="Google Shape;272;g3a878053966_0_750"/>
          <p:cNvSpPr/>
          <p:nvPr>
            <p:ph idx="2" type="pic"/>
          </p:nvPr>
        </p:nvSpPr>
        <p:spPr>
          <a:xfrm>
            <a:off x="592598" y="632700"/>
            <a:ext cx="9021600" cy="9021600"/>
          </a:xfrm>
          <a:prstGeom prst="roundRect">
            <a:avLst>
              <a:gd fmla="val 50000" name="adj"/>
            </a:avLst>
          </a:prstGeom>
          <a:noFill/>
          <a:ln>
            <a:noFill/>
          </a:ln>
        </p:spPr>
      </p:sp>
      <p:sp>
        <p:nvSpPr>
          <p:cNvPr id="273" name="Google Shape;273;g3a878053966_0_750"/>
          <p:cNvSpPr txBox="1"/>
          <p:nvPr>
            <p:ph type="title"/>
          </p:nvPr>
        </p:nvSpPr>
        <p:spPr>
          <a:xfrm>
            <a:off x="10303850" y="579050"/>
            <a:ext cx="7096200" cy="2187000"/>
          </a:xfrm>
          <a:prstGeom prst="rect">
            <a:avLst/>
          </a:prstGeom>
        </p:spPr>
        <p:txBody>
          <a:bodyPr anchorCtr="0" anchor="t" bIns="0" lIns="0" spcFirstLastPara="1" rIns="0" wrap="square" tIns="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4" name="Google Shape;274;g3a878053966_0_750"/>
          <p:cNvSpPr txBox="1"/>
          <p:nvPr>
            <p:ph idx="1" type="body"/>
          </p:nvPr>
        </p:nvSpPr>
        <p:spPr>
          <a:xfrm>
            <a:off x="10303850" y="3131342"/>
            <a:ext cx="7096200" cy="6576600"/>
          </a:xfrm>
          <a:prstGeom prst="rect">
            <a:avLst/>
          </a:prstGeom>
        </p:spPr>
        <p:txBody>
          <a:bodyPr anchorCtr="0" anchor="t" bIns="0" lIns="0" spcFirstLastPara="1" rIns="0" wrap="square" tIns="0">
            <a:normAutofit/>
          </a:bodyPr>
          <a:lstStyle>
            <a:lvl1pPr indent="-457200" lvl="0" marL="457200">
              <a:spcBef>
                <a:spcPts val="0"/>
              </a:spcBef>
              <a:spcAft>
                <a:spcPts val="0"/>
              </a:spcAft>
              <a:buSzPts val="3600"/>
              <a:buChar char="●"/>
              <a:defRPr/>
            </a:lvl1pPr>
            <a:lvl2pPr indent="-406400" lvl="1" marL="914400">
              <a:spcBef>
                <a:spcPts val="3200"/>
              </a:spcBef>
              <a:spcAft>
                <a:spcPts val="0"/>
              </a:spcAft>
              <a:buSzPts val="2800"/>
              <a:buChar char="○"/>
              <a:defRPr/>
            </a:lvl2pPr>
            <a:lvl3pPr indent="-406400" lvl="2" marL="1371600">
              <a:spcBef>
                <a:spcPts val="3200"/>
              </a:spcBef>
              <a:spcAft>
                <a:spcPts val="0"/>
              </a:spcAft>
              <a:buSzPts val="2800"/>
              <a:buChar char="■"/>
              <a:defRPr/>
            </a:lvl3pPr>
            <a:lvl4pPr indent="-406400" lvl="3" marL="1828800">
              <a:spcBef>
                <a:spcPts val="3200"/>
              </a:spcBef>
              <a:spcAft>
                <a:spcPts val="0"/>
              </a:spcAft>
              <a:buSzPts val="2800"/>
              <a:buChar char="●"/>
              <a:defRPr/>
            </a:lvl4pPr>
            <a:lvl5pPr indent="-406400" lvl="4" marL="2286000">
              <a:spcBef>
                <a:spcPts val="3200"/>
              </a:spcBef>
              <a:spcAft>
                <a:spcPts val="0"/>
              </a:spcAft>
              <a:buSzPts val="2800"/>
              <a:buChar char="○"/>
              <a:defRPr/>
            </a:lvl5pPr>
            <a:lvl6pPr indent="-406400" lvl="5" marL="2743200">
              <a:spcBef>
                <a:spcPts val="3200"/>
              </a:spcBef>
              <a:spcAft>
                <a:spcPts val="0"/>
              </a:spcAft>
              <a:buSzPts val="2800"/>
              <a:buChar char="■"/>
              <a:defRPr/>
            </a:lvl6pPr>
            <a:lvl7pPr indent="-406400" lvl="6" marL="3200400">
              <a:spcBef>
                <a:spcPts val="3200"/>
              </a:spcBef>
              <a:spcAft>
                <a:spcPts val="0"/>
              </a:spcAft>
              <a:buSzPts val="2800"/>
              <a:buChar char="●"/>
              <a:defRPr/>
            </a:lvl7pPr>
            <a:lvl8pPr indent="-406400" lvl="7" marL="3657600">
              <a:spcBef>
                <a:spcPts val="3200"/>
              </a:spcBef>
              <a:spcAft>
                <a:spcPts val="0"/>
              </a:spcAft>
              <a:buSzPts val="2800"/>
              <a:buChar char="○"/>
              <a:defRPr/>
            </a:lvl8pPr>
            <a:lvl9pPr indent="-406400" lvl="8" marL="4114800">
              <a:spcBef>
                <a:spcPts val="3200"/>
              </a:spcBef>
              <a:spcAft>
                <a:spcPts val="3200"/>
              </a:spcAft>
              <a:buSzPts val="2800"/>
              <a:buChar char="■"/>
              <a:defRPr/>
            </a:lvl9pPr>
          </a:lstStyle>
          <a:p/>
        </p:txBody>
      </p:sp>
    </p:spTree>
  </p:cSld>
  <p:clrMapOvr>
    <a:masterClrMapping/>
  </p:clrMapOvr>
  <p:extLst>
    <p:ext uri="{DCECCB84-F9BA-43D5-87BE-67443E8EF086}">
      <p15:sldGuideLst>
        <p15:guide id="1" pos="576">
          <p15:clr>
            <a:srgbClr val="E46962"/>
          </p15:clr>
        </p15:guide>
        <p15:guide id="2" orient="horz" pos="576">
          <p15:clr>
            <a:srgbClr val="E46962"/>
          </p15:clr>
        </p15:guide>
        <p15:guide id="3" orient="horz" pos="5760">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75" name="Shape 275"/>
        <p:cNvGrpSpPr/>
        <p:nvPr/>
      </p:nvGrpSpPr>
      <p:grpSpPr>
        <a:xfrm>
          <a:off x="0" y="0"/>
          <a:ext cx="0" cy="0"/>
          <a:chOff x="0" y="0"/>
          <a:chExt cx="0" cy="0"/>
        </a:xfrm>
      </p:grpSpPr>
      <p:cxnSp>
        <p:nvCxnSpPr>
          <p:cNvPr id="276" name="Google Shape;276;g3a878053966_0_754"/>
          <p:cNvCxnSpPr/>
          <p:nvPr/>
        </p:nvCxnSpPr>
        <p:spPr>
          <a:xfrm>
            <a:off x="0" y="5996300"/>
            <a:ext cx="18288000" cy="0"/>
          </a:xfrm>
          <a:prstGeom prst="straightConnector1">
            <a:avLst/>
          </a:prstGeom>
          <a:noFill/>
          <a:ln cap="flat" cmpd="sng" w="38100">
            <a:solidFill>
              <a:schemeClr val="lt2"/>
            </a:solidFill>
            <a:prstDash val="solid"/>
            <a:round/>
            <a:headEnd len="sm" w="sm" type="none"/>
            <a:tailEnd len="sm" w="sm" type="none"/>
          </a:ln>
        </p:spPr>
      </p:cxnSp>
      <p:sp>
        <p:nvSpPr>
          <p:cNvPr id="277" name="Google Shape;277;g3a878053966_0_754"/>
          <p:cNvSpPr txBox="1"/>
          <p:nvPr>
            <p:ph type="ctrTitle"/>
          </p:nvPr>
        </p:nvSpPr>
        <p:spPr>
          <a:xfrm>
            <a:off x="1020900" y="2514600"/>
            <a:ext cx="16246200" cy="3177000"/>
          </a:xfrm>
          <a:prstGeom prst="rect">
            <a:avLst/>
          </a:prstGeom>
        </p:spPr>
        <p:txBody>
          <a:bodyPr anchorCtr="0" anchor="b" bIns="182850" lIns="182850" spcFirstLastPara="1" rIns="182850" wrap="square" tIns="182850">
            <a:noAutofit/>
          </a:bodyPr>
          <a:lstStyle>
            <a:lvl1pPr lvl="0">
              <a:spcBef>
                <a:spcPts val="0"/>
              </a:spcBef>
              <a:spcAft>
                <a:spcPts val="0"/>
              </a:spcAft>
              <a:buClr>
                <a:schemeClr val="lt1"/>
              </a:buClr>
              <a:buSzPts val="9600"/>
              <a:buNone/>
              <a:defRPr sz="9600">
                <a:solidFill>
                  <a:schemeClr val="lt1"/>
                </a:solidFill>
              </a:defRPr>
            </a:lvl1pPr>
            <a:lvl2pPr lvl="1">
              <a:spcBef>
                <a:spcPts val="0"/>
              </a:spcBef>
              <a:spcAft>
                <a:spcPts val="0"/>
              </a:spcAft>
              <a:buClr>
                <a:schemeClr val="lt1"/>
              </a:buClr>
              <a:buSzPts val="9600"/>
              <a:buNone/>
              <a:defRPr sz="9600">
                <a:solidFill>
                  <a:schemeClr val="lt1"/>
                </a:solidFill>
              </a:defRPr>
            </a:lvl2pPr>
            <a:lvl3pPr lvl="2">
              <a:spcBef>
                <a:spcPts val="0"/>
              </a:spcBef>
              <a:spcAft>
                <a:spcPts val="0"/>
              </a:spcAft>
              <a:buClr>
                <a:schemeClr val="lt1"/>
              </a:buClr>
              <a:buSzPts val="9600"/>
              <a:buNone/>
              <a:defRPr sz="9600">
                <a:solidFill>
                  <a:schemeClr val="lt1"/>
                </a:solidFill>
              </a:defRPr>
            </a:lvl3pPr>
            <a:lvl4pPr lvl="3">
              <a:spcBef>
                <a:spcPts val="0"/>
              </a:spcBef>
              <a:spcAft>
                <a:spcPts val="0"/>
              </a:spcAft>
              <a:buClr>
                <a:schemeClr val="lt1"/>
              </a:buClr>
              <a:buSzPts val="9600"/>
              <a:buNone/>
              <a:defRPr sz="9600">
                <a:solidFill>
                  <a:schemeClr val="lt1"/>
                </a:solidFill>
              </a:defRPr>
            </a:lvl4pPr>
            <a:lvl5pPr lvl="4">
              <a:spcBef>
                <a:spcPts val="0"/>
              </a:spcBef>
              <a:spcAft>
                <a:spcPts val="0"/>
              </a:spcAft>
              <a:buClr>
                <a:schemeClr val="lt1"/>
              </a:buClr>
              <a:buSzPts val="9600"/>
              <a:buNone/>
              <a:defRPr sz="9600">
                <a:solidFill>
                  <a:schemeClr val="lt1"/>
                </a:solidFill>
              </a:defRPr>
            </a:lvl5pPr>
            <a:lvl6pPr lvl="5">
              <a:spcBef>
                <a:spcPts val="0"/>
              </a:spcBef>
              <a:spcAft>
                <a:spcPts val="0"/>
              </a:spcAft>
              <a:buClr>
                <a:schemeClr val="lt1"/>
              </a:buClr>
              <a:buSzPts val="9600"/>
              <a:buNone/>
              <a:defRPr sz="9600">
                <a:solidFill>
                  <a:schemeClr val="lt1"/>
                </a:solidFill>
              </a:defRPr>
            </a:lvl6pPr>
            <a:lvl7pPr lvl="6">
              <a:spcBef>
                <a:spcPts val="0"/>
              </a:spcBef>
              <a:spcAft>
                <a:spcPts val="0"/>
              </a:spcAft>
              <a:buClr>
                <a:schemeClr val="lt1"/>
              </a:buClr>
              <a:buSzPts val="9600"/>
              <a:buNone/>
              <a:defRPr sz="9600">
                <a:solidFill>
                  <a:schemeClr val="lt1"/>
                </a:solidFill>
              </a:defRPr>
            </a:lvl7pPr>
            <a:lvl8pPr lvl="7">
              <a:spcBef>
                <a:spcPts val="0"/>
              </a:spcBef>
              <a:spcAft>
                <a:spcPts val="0"/>
              </a:spcAft>
              <a:buClr>
                <a:schemeClr val="lt1"/>
              </a:buClr>
              <a:buSzPts val="9600"/>
              <a:buNone/>
              <a:defRPr sz="9600">
                <a:solidFill>
                  <a:schemeClr val="lt1"/>
                </a:solidFill>
              </a:defRPr>
            </a:lvl8pPr>
            <a:lvl9pPr lvl="8">
              <a:spcBef>
                <a:spcPts val="0"/>
              </a:spcBef>
              <a:spcAft>
                <a:spcPts val="0"/>
              </a:spcAft>
              <a:buClr>
                <a:schemeClr val="lt1"/>
              </a:buClr>
              <a:buSzPts val="9600"/>
              <a:buNone/>
              <a:defRPr sz="9600">
                <a:solidFill>
                  <a:schemeClr val="lt1"/>
                </a:solidFill>
              </a:defRPr>
            </a:lvl9pPr>
          </a:lstStyle>
          <a:p/>
        </p:txBody>
      </p:sp>
      <p:sp>
        <p:nvSpPr>
          <p:cNvPr id="278" name="Google Shape;278;g3a878053966_0_754"/>
          <p:cNvSpPr txBox="1"/>
          <p:nvPr>
            <p:ph idx="1" type="subTitle"/>
          </p:nvPr>
        </p:nvSpPr>
        <p:spPr>
          <a:xfrm>
            <a:off x="1020900" y="6364625"/>
            <a:ext cx="16246200" cy="1260000"/>
          </a:xfrm>
          <a:prstGeom prst="rect">
            <a:avLst/>
          </a:prstGeom>
        </p:spPr>
        <p:txBody>
          <a:bodyPr anchorCtr="0" anchor="t" bIns="182850" lIns="182850" spcFirstLastPara="1" rIns="182850" wrap="square" tIns="182850">
            <a:noAutofit/>
          </a:bodyPr>
          <a:lstStyle>
            <a:lvl1pPr lvl="0">
              <a:lnSpc>
                <a:spcPct val="100000"/>
              </a:lnSpc>
              <a:spcBef>
                <a:spcPts val="0"/>
              </a:spcBef>
              <a:spcAft>
                <a:spcPts val="0"/>
              </a:spcAft>
              <a:buClr>
                <a:schemeClr val="lt1"/>
              </a:buClr>
              <a:buSzPts val="4800"/>
              <a:buNone/>
              <a:defRPr sz="4800">
                <a:solidFill>
                  <a:schemeClr val="lt1"/>
                </a:solidFill>
              </a:defRPr>
            </a:lvl1pPr>
            <a:lvl2pPr lvl="1">
              <a:lnSpc>
                <a:spcPct val="100000"/>
              </a:lnSpc>
              <a:spcBef>
                <a:spcPts val="0"/>
              </a:spcBef>
              <a:spcAft>
                <a:spcPts val="0"/>
              </a:spcAft>
              <a:buClr>
                <a:schemeClr val="lt1"/>
              </a:buClr>
              <a:buSzPts val="4800"/>
              <a:buNone/>
              <a:defRPr sz="4800">
                <a:solidFill>
                  <a:schemeClr val="lt1"/>
                </a:solidFill>
              </a:defRPr>
            </a:lvl2pPr>
            <a:lvl3pPr lvl="2">
              <a:lnSpc>
                <a:spcPct val="100000"/>
              </a:lnSpc>
              <a:spcBef>
                <a:spcPts val="0"/>
              </a:spcBef>
              <a:spcAft>
                <a:spcPts val="0"/>
              </a:spcAft>
              <a:buClr>
                <a:schemeClr val="lt1"/>
              </a:buClr>
              <a:buSzPts val="4800"/>
              <a:buNone/>
              <a:defRPr sz="4800">
                <a:solidFill>
                  <a:schemeClr val="lt1"/>
                </a:solidFill>
              </a:defRPr>
            </a:lvl3pPr>
            <a:lvl4pPr lvl="3">
              <a:lnSpc>
                <a:spcPct val="100000"/>
              </a:lnSpc>
              <a:spcBef>
                <a:spcPts val="0"/>
              </a:spcBef>
              <a:spcAft>
                <a:spcPts val="0"/>
              </a:spcAft>
              <a:buClr>
                <a:schemeClr val="lt1"/>
              </a:buClr>
              <a:buSzPts val="4800"/>
              <a:buNone/>
              <a:defRPr sz="4800">
                <a:solidFill>
                  <a:schemeClr val="lt1"/>
                </a:solidFill>
              </a:defRPr>
            </a:lvl4pPr>
            <a:lvl5pPr lvl="4">
              <a:lnSpc>
                <a:spcPct val="100000"/>
              </a:lnSpc>
              <a:spcBef>
                <a:spcPts val="0"/>
              </a:spcBef>
              <a:spcAft>
                <a:spcPts val="0"/>
              </a:spcAft>
              <a:buClr>
                <a:schemeClr val="lt1"/>
              </a:buClr>
              <a:buSzPts val="4800"/>
              <a:buNone/>
              <a:defRPr sz="4800">
                <a:solidFill>
                  <a:schemeClr val="lt1"/>
                </a:solidFill>
              </a:defRPr>
            </a:lvl5pPr>
            <a:lvl6pPr lvl="5">
              <a:lnSpc>
                <a:spcPct val="100000"/>
              </a:lnSpc>
              <a:spcBef>
                <a:spcPts val="0"/>
              </a:spcBef>
              <a:spcAft>
                <a:spcPts val="0"/>
              </a:spcAft>
              <a:buClr>
                <a:schemeClr val="lt1"/>
              </a:buClr>
              <a:buSzPts val="4800"/>
              <a:buNone/>
              <a:defRPr sz="4800">
                <a:solidFill>
                  <a:schemeClr val="lt1"/>
                </a:solidFill>
              </a:defRPr>
            </a:lvl6pPr>
            <a:lvl7pPr lvl="6">
              <a:lnSpc>
                <a:spcPct val="100000"/>
              </a:lnSpc>
              <a:spcBef>
                <a:spcPts val="0"/>
              </a:spcBef>
              <a:spcAft>
                <a:spcPts val="0"/>
              </a:spcAft>
              <a:buClr>
                <a:schemeClr val="lt1"/>
              </a:buClr>
              <a:buSzPts val="4800"/>
              <a:buNone/>
              <a:defRPr sz="4800">
                <a:solidFill>
                  <a:schemeClr val="lt1"/>
                </a:solidFill>
              </a:defRPr>
            </a:lvl7pPr>
            <a:lvl8pPr lvl="7">
              <a:lnSpc>
                <a:spcPct val="100000"/>
              </a:lnSpc>
              <a:spcBef>
                <a:spcPts val="0"/>
              </a:spcBef>
              <a:spcAft>
                <a:spcPts val="0"/>
              </a:spcAft>
              <a:buClr>
                <a:schemeClr val="lt1"/>
              </a:buClr>
              <a:buSzPts val="4800"/>
              <a:buNone/>
              <a:defRPr sz="4800">
                <a:solidFill>
                  <a:schemeClr val="lt1"/>
                </a:solidFill>
              </a:defRPr>
            </a:lvl8pPr>
            <a:lvl9pPr lvl="8">
              <a:lnSpc>
                <a:spcPct val="100000"/>
              </a:lnSpc>
              <a:spcBef>
                <a:spcPts val="0"/>
              </a:spcBef>
              <a:spcAft>
                <a:spcPts val="0"/>
              </a:spcAft>
              <a:buClr>
                <a:schemeClr val="lt1"/>
              </a:buClr>
              <a:buSzPts val="4800"/>
              <a:buNone/>
              <a:defRPr sz="4800">
                <a:solidFill>
                  <a:schemeClr val="lt1"/>
                </a:solidFill>
              </a:defRPr>
            </a:lvl9pPr>
          </a:lstStyle>
          <a:p/>
        </p:txBody>
      </p:sp>
      <p:sp>
        <p:nvSpPr>
          <p:cNvPr id="279" name="Google Shape;279;g3a878053966_0_75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80" name="Shape 280"/>
        <p:cNvGrpSpPr/>
        <p:nvPr/>
      </p:nvGrpSpPr>
      <p:grpSpPr>
        <a:xfrm>
          <a:off x="0" y="0"/>
          <a:ext cx="0" cy="0"/>
          <a:chOff x="0" y="0"/>
          <a:chExt cx="0" cy="0"/>
        </a:xfrm>
      </p:grpSpPr>
      <p:cxnSp>
        <p:nvCxnSpPr>
          <p:cNvPr id="281" name="Google Shape;281;g3a878053966_0_759"/>
          <p:cNvCxnSpPr/>
          <p:nvPr/>
        </p:nvCxnSpPr>
        <p:spPr>
          <a:xfrm>
            <a:off x="0" y="5996300"/>
            <a:ext cx="18288000" cy="0"/>
          </a:xfrm>
          <a:prstGeom prst="straightConnector1">
            <a:avLst/>
          </a:prstGeom>
          <a:noFill/>
          <a:ln cap="flat" cmpd="sng" w="38100">
            <a:solidFill>
              <a:schemeClr val="lt2"/>
            </a:solidFill>
            <a:prstDash val="solid"/>
            <a:round/>
            <a:headEnd len="sm" w="sm" type="none"/>
            <a:tailEnd len="sm" w="sm" type="none"/>
          </a:ln>
        </p:spPr>
      </p:cxnSp>
      <p:sp>
        <p:nvSpPr>
          <p:cNvPr id="282" name="Google Shape;282;g3a878053966_0_759"/>
          <p:cNvSpPr txBox="1"/>
          <p:nvPr>
            <p:ph type="title"/>
          </p:nvPr>
        </p:nvSpPr>
        <p:spPr>
          <a:xfrm>
            <a:off x="1020900" y="4114800"/>
            <a:ext cx="16246200" cy="1557600"/>
          </a:xfrm>
          <a:prstGeom prst="rect">
            <a:avLst/>
          </a:prstGeom>
        </p:spPr>
        <p:txBody>
          <a:bodyPr anchorCtr="0" anchor="b" bIns="182850" lIns="182850" spcFirstLastPara="1" rIns="182850" wrap="square" tIns="182850">
            <a:noAutofit/>
          </a:bodyPr>
          <a:lstStyle>
            <a:lvl1pPr lvl="0">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283" name="Google Shape;283;g3a878053966_0_75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4" name="Shape 284"/>
        <p:cNvGrpSpPr/>
        <p:nvPr/>
      </p:nvGrpSpPr>
      <p:grpSpPr>
        <a:xfrm>
          <a:off x="0" y="0"/>
          <a:ext cx="0" cy="0"/>
          <a:chOff x="0" y="0"/>
          <a:chExt cx="0" cy="0"/>
        </a:xfrm>
      </p:grpSpPr>
      <p:sp>
        <p:nvSpPr>
          <p:cNvPr id="285" name="Google Shape;285;g3a878053966_0_763"/>
          <p:cNvSpPr/>
          <p:nvPr/>
        </p:nvSpPr>
        <p:spPr>
          <a:xfrm>
            <a:off x="0" y="10091400"/>
            <a:ext cx="18288000" cy="1956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86" name="Google Shape;286;g3a878053966_0_763"/>
          <p:cNvSpPr txBox="1"/>
          <p:nvPr>
            <p:ph type="title"/>
          </p:nvPr>
        </p:nvSpPr>
        <p:spPr>
          <a:xfrm>
            <a:off x="623400" y="890050"/>
            <a:ext cx="17041200" cy="1145400"/>
          </a:xfrm>
          <a:prstGeom prst="rect">
            <a:avLst/>
          </a:prstGeom>
        </p:spPr>
        <p:txBody>
          <a:bodyPr anchorCtr="0" anchor="t" bIns="182850" lIns="182850" spcFirstLastPara="1" rIns="182850" wrap="square" tIns="18285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7" name="Google Shape;287;g3a878053966_0_763"/>
          <p:cNvSpPr txBox="1"/>
          <p:nvPr>
            <p:ph idx="1" type="body"/>
          </p:nvPr>
        </p:nvSpPr>
        <p:spPr>
          <a:xfrm>
            <a:off x="623400" y="2304950"/>
            <a:ext cx="17041200" cy="6832800"/>
          </a:xfrm>
          <a:prstGeom prst="rect">
            <a:avLst/>
          </a:prstGeom>
        </p:spPr>
        <p:txBody>
          <a:bodyPr anchorCtr="0" anchor="t" bIns="182850" lIns="182850" spcFirstLastPara="1" rIns="182850" wrap="square" tIns="182850">
            <a:noAutofit/>
          </a:bodyPr>
          <a:lstStyle>
            <a:lvl1pPr indent="-457200" lvl="0" marL="457200">
              <a:spcBef>
                <a:spcPts val="0"/>
              </a:spcBef>
              <a:spcAft>
                <a:spcPts val="0"/>
              </a:spcAft>
              <a:buSzPts val="3600"/>
              <a:buChar char="●"/>
              <a:defRPr/>
            </a:lvl1pPr>
            <a:lvl2pPr indent="-406400" lvl="1" marL="914400">
              <a:spcBef>
                <a:spcPts val="3200"/>
              </a:spcBef>
              <a:spcAft>
                <a:spcPts val="0"/>
              </a:spcAft>
              <a:buSzPts val="2800"/>
              <a:buChar char="○"/>
              <a:defRPr/>
            </a:lvl2pPr>
            <a:lvl3pPr indent="-406400" lvl="2" marL="1371600">
              <a:spcBef>
                <a:spcPts val="3200"/>
              </a:spcBef>
              <a:spcAft>
                <a:spcPts val="0"/>
              </a:spcAft>
              <a:buSzPts val="2800"/>
              <a:buChar char="■"/>
              <a:defRPr/>
            </a:lvl3pPr>
            <a:lvl4pPr indent="-406400" lvl="3" marL="1828800">
              <a:spcBef>
                <a:spcPts val="3200"/>
              </a:spcBef>
              <a:spcAft>
                <a:spcPts val="0"/>
              </a:spcAft>
              <a:buSzPts val="2800"/>
              <a:buChar char="●"/>
              <a:defRPr/>
            </a:lvl4pPr>
            <a:lvl5pPr indent="-406400" lvl="4" marL="2286000">
              <a:spcBef>
                <a:spcPts val="3200"/>
              </a:spcBef>
              <a:spcAft>
                <a:spcPts val="0"/>
              </a:spcAft>
              <a:buSzPts val="2800"/>
              <a:buChar char="○"/>
              <a:defRPr/>
            </a:lvl5pPr>
            <a:lvl6pPr indent="-406400" lvl="5" marL="2743200">
              <a:spcBef>
                <a:spcPts val="3200"/>
              </a:spcBef>
              <a:spcAft>
                <a:spcPts val="0"/>
              </a:spcAft>
              <a:buSzPts val="2800"/>
              <a:buChar char="■"/>
              <a:defRPr/>
            </a:lvl6pPr>
            <a:lvl7pPr indent="-406400" lvl="6" marL="3200400">
              <a:spcBef>
                <a:spcPts val="3200"/>
              </a:spcBef>
              <a:spcAft>
                <a:spcPts val="0"/>
              </a:spcAft>
              <a:buSzPts val="2800"/>
              <a:buChar char="●"/>
              <a:defRPr/>
            </a:lvl7pPr>
            <a:lvl8pPr indent="-406400" lvl="7" marL="3657600">
              <a:spcBef>
                <a:spcPts val="3200"/>
              </a:spcBef>
              <a:spcAft>
                <a:spcPts val="0"/>
              </a:spcAft>
              <a:buSzPts val="2800"/>
              <a:buChar char="○"/>
              <a:defRPr/>
            </a:lvl8pPr>
            <a:lvl9pPr indent="-406400" lvl="8" marL="4114800">
              <a:spcBef>
                <a:spcPts val="3200"/>
              </a:spcBef>
              <a:spcAft>
                <a:spcPts val="3200"/>
              </a:spcAft>
              <a:buSzPts val="2800"/>
              <a:buChar char="■"/>
              <a:defRPr/>
            </a:lvl9pPr>
          </a:lstStyle>
          <a:p/>
        </p:txBody>
      </p:sp>
      <p:sp>
        <p:nvSpPr>
          <p:cNvPr id="288" name="Google Shape;288;g3a878053966_0_76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9" name="Shape 289"/>
        <p:cNvGrpSpPr/>
        <p:nvPr/>
      </p:nvGrpSpPr>
      <p:grpSpPr>
        <a:xfrm>
          <a:off x="0" y="0"/>
          <a:ext cx="0" cy="0"/>
          <a:chOff x="0" y="0"/>
          <a:chExt cx="0" cy="0"/>
        </a:xfrm>
      </p:grpSpPr>
      <p:sp>
        <p:nvSpPr>
          <p:cNvPr id="290" name="Google Shape;290;g3a878053966_0_768"/>
          <p:cNvSpPr txBox="1"/>
          <p:nvPr>
            <p:ph type="title"/>
          </p:nvPr>
        </p:nvSpPr>
        <p:spPr>
          <a:xfrm>
            <a:off x="623400" y="890050"/>
            <a:ext cx="17041200" cy="1145400"/>
          </a:xfrm>
          <a:prstGeom prst="rect">
            <a:avLst/>
          </a:prstGeom>
        </p:spPr>
        <p:txBody>
          <a:bodyPr anchorCtr="0" anchor="t" bIns="182850" lIns="182850" spcFirstLastPara="1" rIns="182850" wrap="square" tIns="18285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91" name="Google Shape;291;g3a878053966_0_768"/>
          <p:cNvSpPr txBox="1"/>
          <p:nvPr>
            <p:ph idx="1" type="body"/>
          </p:nvPr>
        </p:nvSpPr>
        <p:spPr>
          <a:xfrm>
            <a:off x="623400" y="2304950"/>
            <a:ext cx="7999800" cy="6832800"/>
          </a:xfrm>
          <a:prstGeom prst="rect">
            <a:avLst/>
          </a:prstGeom>
        </p:spPr>
        <p:txBody>
          <a:bodyPr anchorCtr="0" anchor="t" bIns="182850" lIns="182850" spcFirstLastPara="1" rIns="182850" wrap="square" tIns="182850">
            <a:noAutofit/>
          </a:bodyPr>
          <a:lstStyle>
            <a:lvl1pPr indent="-406400" lvl="0" marL="457200">
              <a:spcBef>
                <a:spcPts val="0"/>
              </a:spcBef>
              <a:spcAft>
                <a:spcPts val="0"/>
              </a:spcAft>
              <a:buSzPts val="2800"/>
              <a:buChar char="●"/>
              <a:defRPr sz="2800"/>
            </a:lvl1pPr>
            <a:lvl2pPr indent="-381000" lvl="1" marL="914400">
              <a:spcBef>
                <a:spcPts val="3200"/>
              </a:spcBef>
              <a:spcAft>
                <a:spcPts val="0"/>
              </a:spcAft>
              <a:buSzPts val="2400"/>
              <a:buChar char="○"/>
              <a:defRPr sz="2400"/>
            </a:lvl2pPr>
            <a:lvl3pPr indent="-381000" lvl="2" marL="1371600">
              <a:spcBef>
                <a:spcPts val="3200"/>
              </a:spcBef>
              <a:spcAft>
                <a:spcPts val="0"/>
              </a:spcAft>
              <a:buSzPts val="2400"/>
              <a:buChar char="■"/>
              <a:defRPr sz="2400"/>
            </a:lvl3pPr>
            <a:lvl4pPr indent="-381000" lvl="3" marL="1828800">
              <a:spcBef>
                <a:spcPts val="3200"/>
              </a:spcBef>
              <a:spcAft>
                <a:spcPts val="0"/>
              </a:spcAft>
              <a:buSzPts val="2400"/>
              <a:buChar char="●"/>
              <a:defRPr sz="2400"/>
            </a:lvl4pPr>
            <a:lvl5pPr indent="-381000" lvl="4" marL="2286000">
              <a:spcBef>
                <a:spcPts val="3200"/>
              </a:spcBef>
              <a:spcAft>
                <a:spcPts val="0"/>
              </a:spcAft>
              <a:buSzPts val="2400"/>
              <a:buChar char="○"/>
              <a:defRPr sz="2400"/>
            </a:lvl5pPr>
            <a:lvl6pPr indent="-381000" lvl="5" marL="2743200">
              <a:spcBef>
                <a:spcPts val="3200"/>
              </a:spcBef>
              <a:spcAft>
                <a:spcPts val="0"/>
              </a:spcAft>
              <a:buSzPts val="2400"/>
              <a:buChar char="■"/>
              <a:defRPr sz="2400"/>
            </a:lvl6pPr>
            <a:lvl7pPr indent="-381000" lvl="6" marL="3200400">
              <a:spcBef>
                <a:spcPts val="3200"/>
              </a:spcBef>
              <a:spcAft>
                <a:spcPts val="0"/>
              </a:spcAft>
              <a:buSzPts val="2400"/>
              <a:buChar char="●"/>
              <a:defRPr sz="2400"/>
            </a:lvl7pPr>
            <a:lvl8pPr indent="-381000" lvl="7" marL="3657600">
              <a:spcBef>
                <a:spcPts val="3200"/>
              </a:spcBef>
              <a:spcAft>
                <a:spcPts val="0"/>
              </a:spcAft>
              <a:buSzPts val="2400"/>
              <a:buChar char="○"/>
              <a:defRPr sz="2400"/>
            </a:lvl8pPr>
            <a:lvl9pPr indent="-381000" lvl="8" marL="4114800">
              <a:spcBef>
                <a:spcPts val="3200"/>
              </a:spcBef>
              <a:spcAft>
                <a:spcPts val="3200"/>
              </a:spcAft>
              <a:buSzPts val="2400"/>
              <a:buChar char="■"/>
              <a:defRPr sz="2400"/>
            </a:lvl9pPr>
          </a:lstStyle>
          <a:p/>
        </p:txBody>
      </p:sp>
      <p:sp>
        <p:nvSpPr>
          <p:cNvPr id="292" name="Google Shape;292;g3a878053966_0_768"/>
          <p:cNvSpPr txBox="1"/>
          <p:nvPr>
            <p:ph idx="2" type="body"/>
          </p:nvPr>
        </p:nvSpPr>
        <p:spPr>
          <a:xfrm>
            <a:off x="9664800" y="2304950"/>
            <a:ext cx="7999800" cy="6832800"/>
          </a:xfrm>
          <a:prstGeom prst="rect">
            <a:avLst/>
          </a:prstGeom>
        </p:spPr>
        <p:txBody>
          <a:bodyPr anchorCtr="0" anchor="t" bIns="182850" lIns="182850" spcFirstLastPara="1" rIns="182850" wrap="square" tIns="182850">
            <a:noAutofit/>
          </a:bodyPr>
          <a:lstStyle>
            <a:lvl1pPr indent="-406400" lvl="0" marL="457200">
              <a:spcBef>
                <a:spcPts val="0"/>
              </a:spcBef>
              <a:spcAft>
                <a:spcPts val="0"/>
              </a:spcAft>
              <a:buSzPts val="2800"/>
              <a:buChar char="●"/>
              <a:defRPr sz="2800"/>
            </a:lvl1pPr>
            <a:lvl2pPr indent="-381000" lvl="1" marL="914400">
              <a:spcBef>
                <a:spcPts val="3200"/>
              </a:spcBef>
              <a:spcAft>
                <a:spcPts val="0"/>
              </a:spcAft>
              <a:buSzPts val="2400"/>
              <a:buChar char="○"/>
              <a:defRPr sz="2400"/>
            </a:lvl2pPr>
            <a:lvl3pPr indent="-381000" lvl="2" marL="1371600">
              <a:spcBef>
                <a:spcPts val="3200"/>
              </a:spcBef>
              <a:spcAft>
                <a:spcPts val="0"/>
              </a:spcAft>
              <a:buSzPts val="2400"/>
              <a:buChar char="■"/>
              <a:defRPr sz="2400"/>
            </a:lvl3pPr>
            <a:lvl4pPr indent="-381000" lvl="3" marL="1828800">
              <a:spcBef>
                <a:spcPts val="3200"/>
              </a:spcBef>
              <a:spcAft>
                <a:spcPts val="0"/>
              </a:spcAft>
              <a:buSzPts val="2400"/>
              <a:buChar char="●"/>
              <a:defRPr sz="2400"/>
            </a:lvl4pPr>
            <a:lvl5pPr indent="-381000" lvl="4" marL="2286000">
              <a:spcBef>
                <a:spcPts val="3200"/>
              </a:spcBef>
              <a:spcAft>
                <a:spcPts val="0"/>
              </a:spcAft>
              <a:buSzPts val="2400"/>
              <a:buChar char="○"/>
              <a:defRPr sz="2400"/>
            </a:lvl5pPr>
            <a:lvl6pPr indent="-381000" lvl="5" marL="2743200">
              <a:spcBef>
                <a:spcPts val="3200"/>
              </a:spcBef>
              <a:spcAft>
                <a:spcPts val="0"/>
              </a:spcAft>
              <a:buSzPts val="2400"/>
              <a:buChar char="■"/>
              <a:defRPr sz="2400"/>
            </a:lvl6pPr>
            <a:lvl7pPr indent="-381000" lvl="6" marL="3200400">
              <a:spcBef>
                <a:spcPts val="3200"/>
              </a:spcBef>
              <a:spcAft>
                <a:spcPts val="0"/>
              </a:spcAft>
              <a:buSzPts val="2400"/>
              <a:buChar char="●"/>
              <a:defRPr sz="2400"/>
            </a:lvl7pPr>
            <a:lvl8pPr indent="-381000" lvl="7" marL="3657600">
              <a:spcBef>
                <a:spcPts val="3200"/>
              </a:spcBef>
              <a:spcAft>
                <a:spcPts val="0"/>
              </a:spcAft>
              <a:buSzPts val="2400"/>
              <a:buChar char="○"/>
              <a:defRPr sz="2400"/>
            </a:lvl8pPr>
            <a:lvl9pPr indent="-381000" lvl="8" marL="4114800">
              <a:spcBef>
                <a:spcPts val="3200"/>
              </a:spcBef>
              <a:spcAft>
                <a:spcPts val="3200"/>
              </a:spcAft>
              <a:buSzPts val="2400"/>
              <a:buChar char="■"/>
              <a:defRPr sz="2400"/>
            </a:lvl9pPr>
          </a:lstStyle>
          <a:p/>
        </p:txBody>
      </p:sp>
      <p:sp>
        <p:nvSpPr>
          <p:cNvPr id="293" name="Google Shape;293;g3a878053966_0_76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4" name="Shape 294"/>
        <p:cNvGrpSpPr/>
        <p:nvPr/>
      </p:nvGrpSpPr>
      <p:grpSpPr>
        <a:xfrm>
          <a:off x="0" y="0"/>
          <a:ext cx="0" cy="0"/>
          <a:chOff x="0" y="0"/>
          <a:chExt cx="0" cy="0"/>
        </a:xfrm>
      </p:grpSpPr>
      <p:sp>
        <p:nvSpPr>
          <p:cNvPr id="295" name="Google Shape;295;g3a878053966_0_773"/>
          <p:cNvSpPr txBox="1"/>
          <p:nvPr>
            <p:ph type="title"/>
          </p:nvPr>
        </p:nvSpPr>
        <p:spPr>
          <a:xfrm>
            <a:off x="623400" y="890050"/>
            <a:ext cx="17041200" cy="1145400"/>
          </a:xfrm>
          <a:prstGeom prst="rect">
            <a:avLst/>
          </a:prstGeom>
        </p:spPr>
        <p:txBody>
          <a:bodyPr anchorCtr="0" anchor="t" bIns="182850" lIns="182850" spcFirstLastPara="1" rIns="182850" wrap="square" tIns="18285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96" name="Google Shape;296;g3a878053966_0_77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7" name="Shape 297"/>
        <p:cNvGrpSpPr/>
        <p:nvPr/>
      </p:nvGrpSpPr>
      <p:grpSpPr>
        <a:xfrm>
          <a:off x="0" y="0"/>
          <a:ext cx="0" cy="0"/>
          <a:chOff x="0" y="0"/>
          <a:chExt cx="0" cy="0"/>
        </a:xfrm>
      </p:grpSpPr>
      <p:sp>
        <p:nvSpPr>
          <p:cNvPr id="298" name="Google Shape;298;g3a878053966_0_776"/>
          <p:cNvSpPr txBox="1"/>
          <p:nvPr>
            <p:ph type="title"/>
          </p:nvPr>
        </p:nvSpPr>
        <p:spPr>
          <a:xfrm>
            <a:off x="623400" y="1111200"/>
            <a:ext cx="5616000" cy="1511400"/>
          </a:xfrm>
          <a:prstGeom prst="rect">
            <a:avLst/>
          </a:prstGeom>
        </p:spPr>
        <p:txBody>
          <a:bodyPr anchorCtr="0" anchor="b" bIns="182850" lIns="182850" spcFirstLastPara="1" rIns="182850" wrap="square" tIns="18285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99" name="Google Shape;299;g3a878053966_0_776"/>
          <p:cNvSpPr txBox="1"/>
          <p:nvPr>
            <p:ph idx="1" type="body"/>
          </p:nvPr>
        </p:nvSpPr>
        <p:spPr>
          <a:xfrm>
            <a:off x="623400" y="2779200"/>
            <a:ext cx="5616000" cy="6358800"/>
          </a:xfrm>
          <a:prstGeom prst="rect">
            <a:avLst/>
          </a:prstGeom>
        </p:spPr>
        <p:txBody>
          <a:bodyPr anchorCtr="0" anchor="t" bIns="182850" lIns="182850" spcFirstLastPara="1" rIns="182850" wrap="square" tIns="182850">
            <a:noAutofit/>
          </a:bodyPr>
          <a:lstStyle>
            <a:lvl1pPr indent="-381000" lvl="0" marL="457200">
              <a:spcBef>
                <a:spcPts val="0"/>
              </a:spcBef>
              <a:spcAft>
                <a:spcPts val="0"/>
              </a:spcAft>
              <a:buSzPts val="2400"/>
              <a:buChar char="●"/>
              <a:defRPr sz="2400"/>
            </a:lvl1pPr>
            <a:lvl2pPr indent="-381000" lvl="1" marL="914400">
              <a:spcBef>
                <a:spcPts val="3200"/>
              </a:spcBef>
              <a:spcAft>
                <a:spcPts val="0"/>
              </a:spcAft>
              <a:buSzPts val="2400"/>
              <a:buChar char="○"/>
              <a:defRPr sz="2400"/>
            </a:lvl2pPr>
            <a:lvl3pPr indent="-381000" lvl="2" marL="1371600">
              <a:spcBef>
                <a:spcPts val="3200"/>
              </a:spcBef>
              <a:spcAft>
                <a:spcPts val="0"/>
              </a:spcAft>
              <a:buSzPts val="2400"/>
              <a:buChar char="■"/>
              <a:defRPr sz="2400"/>
            </a:lvl3pPr>
            <a:lvl4pPr indent="-381000" lvl="3" marL="1828800">
              <a:spcBef>
                <a:spcPts val="3200"/>
              </a:spcBef>
              <a:spcAft>
                <a:spcPts val="0"/>
              </a:spcAft>
              <a:buSzPts val="2400"/>
              <a:buChar char="●"/>
              <a:defRPr sz="2400"/>
            </a:lvl4pPr>
            <a:lvl5pPr indent="-381000" lvl="4" marL="2286000">
              <a:spcBef>
                <a:spcPts val="3200"/>
              </a:spcBef>
              <a:spcAft>
                <a:spcPts val="0"/>
              </a:spcAft>
              <a:buSzPts val="2400"/>
              <a:buChar char="○"/>
              <a:defRPr sz="2400"/>
            </a:lvl5pPr>
            <a:lvl6pPr indent="-381000" lvl="5" marL="2743200">
              <a:spcBef>
                <a:spcPts val="3200"/>
              </a:spcBef>
              <a:spcAft>
                <a:spcPts val="0"/>
              </a:spcAft>
              <a:buSzPts val="2400"/>
              <a:buChar char="■"/>
              <a:defRPr sz="2400"/>
            </a:lvl6pPr>
            <a:lvl7pPr indent="-381000" lvl="6" marL="3200400">
              <a:spcBef>
                <a:spcPts val="3200"/>
              </a:spcBef>
              <a:spcAft>
                <a:spcPts val="0"/>
              </a:spcAft>
              <a:buSzPts val="2400"/>
              <a:buChar char="●"/>
              <a:defRPr sz="2400"/>
            </a:lvl7pPr>
            <a:lvl8pPr indent="-381000" lvl="7" marL="3657600">
              <a:spcBef>
                <a:spcPts val="3200"/>
              </a:spcBef>
              <a:spcAft>
                <a:spcPts val="0"/>
              </a:spcAft>
              <a:buSzPts val="2400"/>
              <a:buChar char="○"/>
              <a:defRPr sz="2400"/>
            </a:lvl8pPr>
            <a:lvl9pPr indent="-381000" lvl="8" marL="4114800">
              <a:spcBef>
                <a:spcPts val="3200"/>
              </a:spcBef>
              <a:spcAft>
                <a:spcPts val="3200"/>
              </a:spcAft>
              <a:buSzPts val="2400"/>
              <a:buChar char="■"/>
              <a:defRPr sz="2400"/>
            </a:lvl9pPr>
          </a:lstStyle>
          <a:p/>
        </p:txBody>
      </p:sp>
      <p:sp>
        <p:nvSpPr>
          <p:cNvPr id="300" name="Google Shape;300;g3a878053966_0_77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01" name="Shape 301"/>
        <p:cNvGrpSpPr/>
        <p:nvPr/>
      </p:nvGrpSpPr>
      <p:grpSpPr>
        <a:xfrm>
          <a:off x="0" y="0"/>
          <a:ext cx="0" cy="0"/>
          <a:chOff x="0" y="0"/>
          <a:chExt cx="0" cy="0"/>
        </a:xfrm>
      </p:grpSpPr>
      <p:sp>
        <p:nvSpPr>
          <p:cNvPr id="302" name="Google Shape;302;g3a878053966_0_780"/>
          <p:cNvSpPr txBox="1"/>
          <p:nvPr>
            <p:ph type="title"/>
          </p:nvPr>
        </p:nvSpPr>
        <p:spPr>
          <a:xfrm>
            <a:off x="980500" y="1052700"/>
            <a:ext cx="11595000" cy="8181600"/>
          </a:xfrm>
          <a:prstGeom prst="rect">
            <a:avLst/>
          </a:prstGeom>
        </p:spPr>
        <p:txBody>
          <a:bodyPr anchorCtr="0" anchor="ctr" bIns="182850" lIns="182850" spcFirstLastPara="1" rIns="182850" wrap="square" tIns="182850">
            <a:no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03" name="Google Shape;303;g3a878053966_0_78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4" name="Shape 304"/>
        <p:cNvGrpSpPr/>
        <p:nvPr/>
      </p:nvGrpSpPr>
      <p:grpSpPr>
        <a:xfrm>
          <a:off x="0" y="0"/>
          <a:ext cx="0" cy="0"/>
          <a:chOff x="0" y="0"/>
          <a:chExt cx="0" cy="0"/>
        </a:xfrm>
      </p:grpSpPr>
      <p:sp>
        <p:nvSpPr>
          <p:cNvPr id="305" name="Google Shape;305;g3a878053966_0_783"/>
          <p:cNvSpPr/>
          <p:nvPr/>
        </p:nvSpPr>
        <p:spPr>
          <a:xfrm>
            <a:off x="9144000" y="1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cxnSp>
        <p:nvCxnSpPr>
          <p:cNvPr id="306" name="Google Shape;306;g3a878053966_0_783"/>
          <p:cNvCxnSpPr/>
          <p:nvPr/>
        </p:nvCxnSpPr>
        <p:spPr>
          <a:xfrm>
            <a:off x="10059350" y="8991000"/>
            <a:ext cx="936600" cy="0"/>
          </a:xfrm>
          <a:prstGeom prst="straightConnector1">
            <a:avLst/>
          </a:prstGeom>
          <a:noFill/>
          <a:ln cap="flat" cmpd="sng" w="38100">
            <a:solidFill>
              <a:schemeClr val="lt2"/>
            </a:solidFill>
            <a:prstDash val="solid"/>
            <a:round/>
            <a:headEnd len="sm" w="sm" type="none"/>
            <a:tailEnd len="sm" w="sm" type="none"/>
          </a:ln>
        </p:spPr>
      </p:cxnSp>
      <p:sp>
        <p:nvSpPr>
          <p:cNvPr id="307" name="Google Shape;307;g3a878053966_0_783"/>
          <p:cNvSpPr txBox="1"/>
          <p:nvPr>
            <p:ph type="title"/>
          </p:nvPr>
        </p:nvSpPr>
        <p:spPr>
          <a:xfrm>
            <a:off x="531000" y="2411650"/>
            <a:ext cx="8090400" cy="3019200"/>
          </a:xfrm>
          <a:prstGeom prst="rect">
            <a:avLst/>
          </a:prstGeom>
        </p:spPr>
        <p:txBody>
          <a:bodyPr anchorCtr="0" anchor="b" bIns="182850" lIns="182850" spcFirstLastPara="1" rIns="182850" wrap="square" tIns="182850">
            <a:no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08" name="Google Shape;308;g3a878053966_0_783"/>
          <p:cNvSpPr txBox="1"/>
          <p:nvPr>
            <p:ph idx="1" type="subTitle"/>
          </p:nvPr>
        </p:nvSpPr>
        <p:spPr>
          <a:xfrm>
            <a:off x="531000" y="5538002"/>
            <a:ext cx="8090400" cy="2691000"/>
          </a:xfrm>
          <a:prstGeom prst="rect">
            <a:avLst/>
          </a:prstGeom>
        </p:spPr>
        <p:txBody>
          <a:bodyPr anchorCtr="0" anchor="t" bIns="182850" lIns="182850" spcFirstLastPara="1" rIns="182850" wrap="square" tIns="18285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09" name="Google Shape;309;g3a878053966_0_783"/>
          <p:cNvSpPr txBox="1"/>
          <p:nvPr>
            <p:ph idx="2" type="body"/>
          </p:nvPr>
        </p:nvSpPr>
        <p:spPr>
          <a:xfrm>
            <a:off x="9879000" y="1448400"/>
            <a:ext cx="7674000" cy="7390200"/>
          </a:xfrm>
          <a:prstGeom prst="rect">
            <a:avLst/>
          </a:prstGeom>
        </p:spPr>
        <p:txBody>
          <a:bodyPr anchorCtr="0" anchor="ctr" bIns="182850" lIns="182850" spcFirstLastPara="1" rIns="182850" wrap="square" tIns="182850">
            <a:noAutofit/>
          </a:bodyPr>
          <a:lstStyle>
            <a:lvl1pPr indent="-457200" lvl="0" marL="457200">
              <a:spcBef>
                <a:spcPts val="0"/>
              </a:spcBef>
              <a:spcAft>
                <a:spcPts val="0"/>
              </a:spcAft>
              <a:buClr>
                <a:schemeClr val="lt1"/>
              </a:buClr>
              <a:buSzPts val="3600"/>
              <a:buChar char="●"/>
              <a:defRPr>
                <a:solidFill>
                  <a:schemeClr val="lt1"/>
                </a:solidFill>
              </a:defRPr>
            </a:lvl1pPr>
            <a:lvl2pPr indent="-406400" lvl="1" marL="914400">
              <a:spcBef>
                <a:spcPts val="3200"/>
              </a:spcBef>
              <a:spcAft>
                <a:spcPts val="0"/>
              </a:spcAft>
              <a:buClr>
                <a:schemeClr val="lt1"/>
              </a:buClr>
              <a:buSzPts val="2800"/>
              <a:buChar char="○"/>
              <a:defRPr>
                <a:solidFill>
                  <a:schemeClr val="lt1"/>
                </a:solidFill>
              </a:defRPr>
            </a:lvl2pPr>
            <a:lvl3pPr indent="-406400" lvl="2" marL="1371600">
              <a:spcBef>
                <a:spcPts val="3200"/>
              </a:spcBef>
              <a:spcAft>
                <a:spcPts val="0"/>
              </a:spcAft>
              <a:buClr>
                <a:schemeClr val="lt1"/>
              </a:buClr>
              <a:buSzPts val="2800"/>
              <a:buChar char="■"/>
              <a:defRPr>
                <a:solidFill>
                  <a:schemeClr val="lt1"/>
                </a:solidFill>
              </a:defRPr>
            </a:lvl3pPr>
            <a:lvl4pPr indent="-406400" lvl="3" marL="1828800">
              <a:spcBef>
                <a:spcPts val="3200"/>
              </a:spcBef>
              <a:spcAft>
                <a:spcPts val="0"/>
              </a:spcAft>
              <a:buClr>
                <a:schemeClr val="lt1"/>
              </a:buClr>
              <a:buSzPts val="2800"/>
              <a:buChar char="●"/>
              <a:defRPr>
                <a:solidFill>
                  <a:schemeClr val="lt1"/>
                </a:solidFill>
              </a:defRPr>
            </a:lvl4pPr>
            <a:lvl5pPr indent="-406400" lvl="4" marL="2286000">
              <a:spcBef>
                <a:spcPts val="3200"/>
              </a:spcBef>
              <a:spcAft>
                <a:spcPts val="0"/>
              </a:spcAft>
              <a:buClr>
                <a:schemeClr val="lt1"/>
              </a:buClr>
              <a:buSzPts val="2800"/>
              <a:buChar char="○"/>
              <a:defRPr>
                <a:solidFill>
                  <a:schemeClr val="lt1"/>
                </a:solidFill>
              </a:defRPr>
            </a:lvl5pPr>
            <a:lvl6pPr indent="-406400" lvl="5" marL="2743200">
              <a:spcBef>
                <a:spcPts val="3200"/>
              </a:spcBef>
              <a:spcAft>
                <a:spcPts val="0"/>
              </a:spcAft>
              <a:buClr>
                <a:schemeClr val="lt1"/>
              </a:buClr>
              <a:buSzPts val="2800"/>
              <a:buChar char="■"/>
              <a:defRPr>
                <a:solidFill>
                  <a:schemeClr val="lt1"/>
                </a:solidFill>
              </a:defRPr>
            </a:lvl6pPr>
            <a:lvl7pPr indent="-406400" lvl="6" marL="3200400">
              <a:spcBef>
                <a:spcPts val="3200"/>
              </a:spcBef>
              <a:spcAft>
                <a:spcPts val="0"/>
              </a:spcAft>
              <a:buClr>
                <a:schemeClr val="lt1"/>
              </a:buClr>
              <a:buSzPts val="2800"/>
              <a:buChar char="●"/>
              <a:defRPr>
                <a:solidFill>
                  <a:schemeClr val="lt1"/>
                </a:solidFill>
              </a:defRPr>
            </a:lvl7pPr>
            <a:lvl8pPr indent="-406400" lvl="7" marL="3657600">
              <a:spcBef>
                <a:spcPts val="3200"/>
              </a:spcBef>
              <a:spcAft>
                <a:spcPts val="0"/>
              </a:spcAft>
              <a:buClr>
                <a:schemeClr val="lt1"/>
              </a:buClr>
              <a:buSzPts val="2800"/>
              <a:buChar char="○"/>
              <a:defRPr>
                <a:solidFill>
                  <a:schemeClr val="lt1"/>
                </a:solidFill>
              </a:defRPr>
            </a:lvl8pPr>
            <a:lvl9pPr indent="-406400" lvl="8" marL="4114800">
              <a:spcBef>
                <a:spcPts val="3200"/>
              </a:spcBef>
              <a:spcAft>
                <a:spcPts val="3200"/>
              </a:spcAft>
              <a:buClr>
                <a:schemeClr val="lt1"/>
              </a:buClr>
              <a:buSzPts val="2800"/>
              <a:buChar char="■"/>
              <a:defRPr>
                <a:solidFill>
                  <a:schemeClr val="lt1"/>
                </a:solidFill>
              </a:defRPr>
            </a:lvl9pPr>
          </a:lstStyle>
          <a:p/>
        </p:txBody>
      </p:sp>
      <p:sp>
        <p:nvSpPr>
          <p:cNvPr id="310" name="Google Shape;310;g3a878053966_0_78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1" name="Shape 311"/>
        <p:cNvGrpSpPr/>
        <p:nvPr/>
      </p:nvGrpSpPr>
      <p:grpSpPr>
        <a:xfrm>
          <a:off x="0" y="0"/>
          <a:ext cx="0" cy="0"/>
          <a:chOff x="0" y="0"/>
          <a:chExt cx="0" cy="0"/>
        </a:xfrm>
      </p:grpSpPr>
      <p:sp>
        <p:nvSpPr>
          <p:cNvPr id="312" name="Google Shape;312;g3a878053966_0_790"/>
          <p:cNvSpPr txBox="1"/>
          <p:nvPr>
            <p:ph idx="1" type="body"/>
          </p:nvPr>
        </p:nvSpPr>
        <p:spPr>
          <a:xfrm>
            <a:off x="623400" y="8473650"/>
            <a:ext cx="11997600" cy="1197600"/>
          </a:xfrm>
          <a:prstGeom prst="rect">
            <a:avLst/>
          </a:prstGeom>
        </p:spPr>
        <p:txBody>
          <a:bodyPr anchorCtr="0" anchor="ctr" bIns="182850" lIns="182850" spcFirstLastPara="1" rIns="182850" wrap="square" tIns="182850">
            <a:noAutofit/>
          </a:bodyPr>
          <a:lstStyle>
            <a:lvl1pPr indent="-228600" lvl="0" marL="457200">
              <a:lnSpc>
                <a:spcPct val="100000"/>
              </a:lnSpc>
              <a:spcBef>
                <a:spcPts val="0"/>
              </a:spcBef>
              <a:spcAft>
                <a:spcPts val="0"/>
              </a:spcAft>
              <a:buSzPts val="4200"/>
              <a:buNone/>
              <a:defRPr sz="4200"/>
            </a:lvl1pPr>
          </a:lstStyle>
          <a:p/>
        </p:txBody>
      </p:sp>
      <p:sp>
        <p:nvSpPr>
          <p:cNvPr id="313" name="Google Shape;313;g3a878053966_0_79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14" name="Shape 314"/>
        <p:cNvGrpSpPr/>
        <p:nvPr/>
      </p:nvGrpSpPr>
      <p:grpSpPr>
        <a:xfrm>
          <a:off x="0" y="0"/>
          <a:ext cx="0" cy="0"/>
          <a:chOff x="0" y="0"/>
          <a:chExt cx="0" cy="0"/>
        </a:xfrm>
      </p:grpSpPr>
      <p:sp>
        <p:nvSpPr>
          <p:cNvPr id="315" name="Google Shape;315;g3a878053966_0_793"/>
          <p:cNvSpPr/>
          <p:nvPr/>
        </p:nvSpPr>
        <p:spPr>
          <a:xfrm>
            <a:off x="0" y="10091400"/>
            <a:ext cx="18288000" cy="1956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16" name="Google Shape;316;g3a878053966_0_793"/>
          <p:cNvSpPr txBox="1"/>
          <p:nvPr>
            <p:ph hasCustomPrompt="1" type="title"/>
          </p:nvPr>
        </p:nvSpPr>
        <p:spPr>
          <a:xfrm>
            <a:off x="623400" y="1982950"/>
            <a:ext cx="17041200" cy="3835800"/>
          </a:xfrm>
          <a:prstGeom prst="rect">
            <a:avLst/>
          </a:prstGeom>
        </p:spPr>
        <p:txBody>
          <a:bodyPr anchorCtr="0" anchor="ctr" bIns="182850" lIns="182850" spcFirstLastPara="1" rIns="182850" wrap="square" tIns="182850">
            <a:noAutofit/>
          </a:bodyPr>
          <a:lstStyle>
            <a:lvl1pPr lvl="0" algn="ctr">
              <a:spcBef>
                <a:spcPts val="0"/>
              </a:spcBef>
              <a:spcAft>
                <a:spcPts val="0"/>
              </a:spcAft>
              <a:buSzPts val="28000"/>
              <a:buNone/>
              <a:defRPr b="1" sz="28000"/>
            </a:lvl1pPr>
            <a:lvl2pPr lvl="1" algn="ctr">
              <a:spcBef>
                <a:spcPts val="0"/>
              </a:spcBef>
              <a:spcAft>
                <a:spcPts val="0"/>
              </a:spcAft>
              <a:buSzPts val="28000"/>
              <a:buNone/>
              <a:defRPr b="1" sz="28000"/>
            </a:lvl2pPr>
            <a:lvl3pPr lvl="2" algn="ctr">
              <a:spcBef>
                <a:spcPts val="0"/>
              </a:spcBef>
              <a:spcAft>
                <a:spcPts val="0"/>
              </a:spcAft>
              <a:buSzPts val="28000"/>
              <a:buNone/>
              <a:defRPr b="1" sz="28000"/>
            </a:lvl3pPr>
            <a:lvl4pPr lvl="3" algn="ctr">
              <a:spcBef>
                <a:spcPts val="0"/>
              </a:spcBef>
              <a:spcAft>
                <a:spcPts val="0"/>
              </a:spcAft>
              <a:buSzPts val="28000"/>
              <a:buNone/>
              <a:defRPr b="1" sz="28000"/>
            </a:lvl4pPr>
            <a:lvl5pPr lvl="4" algn="ctr">
              <a:spcBef>
                <a:spcPts val="0"/>
              </a:spcBef>
              <a:spcAft>
                <a:spcPts val="0"/>
              </a:spcAft>
              <a:buSzPts val="28000"/>
              <a:buNone/>
              <a:defRPr b="1" sz="28000"/>
            </a:lvl5pPr>
            <a:lvl6pPr lvl="5" algn="ctr">
              <a:spcBef>
                <a:spcPts val="0"/>
              </a:spcBef>
              <a:spcAft>
                <a:spcPts val="0"/>
              </a:spcAft>
              <a:buSzPts val="28000"/>
              <a:buNone/>
              <a:defRPr b="1" sz="28000"/>
            </a:lvl6pPr>
            <a:lvl7pPr lvl="6" algn="ctr">
              <a:spcBef>
                <a:spcPts val="0"/>
              </a:spcBef>
              <a:spcAft>
                <a:spcPts val="0"/>
              </a:spcAft>
              <a:buSzPts val="28000"/>
              <a:buNone/>
              <a:defRPr b="1" sz="28000"/>
            </a:lvl7pPr>
            <a:lvl8pPr lvl="7" algn="ctr">
              <a:spcBef>
                <a:spcPts val="0"/>
              </a:spcBef>
              <a:spcAft>
                <a:spcPts val="0"/>
              </a:spcAft>
              <a:buSzPts val="28000"/>
              <a:buNone/>
              <a:defRPr b="1" sz="28000"/>
            </a:lvl8pPr>
            <a:lvl9pPr lvl="8" algn="ctr">
              <a:spcBef>
                <a:spcPts val="0"/>
              </a:spcBef>
              <a:spcAft>
                <a:spcPts val="0"/>
              </a:spcAft>
              <a:buSzPts val="28000"/>
              <a:buNone/>
              <a:defRPr b="1" sz="28000"/>
            </a:lvl9pPr>
          </a:lstStyle>
          <a:p>
            <a:r>
              <a:t>xx%</a:t>
            </a:r>
          </a:p>
        </p:txBody>
      </p:sp>
      <p:sp>
        <p:nvSpPr>
          <p:cNvPr id="317" name="Google Shape;317;g3a878053966_0_793"/>
          <p:cNvSpPr txBox="1"/>
          <p:nvPr>
            <p:ph idx="1" type="body"/>
          </p:nvPr>
        </p:nvSpPr>
        <p:spPr>
          <a:xfrm>
            <a:off x="623400" y="6142600"/>
            <a:ext cx="17041200" cy="1803600"/>
          </a:xfrm>
          <a:prstGeom prst="rect">
            <a:avLst/>
          </a:prstGeom>
        </p:spPr>
        <p:txBody>
          <a:bodyPr anchorCtr="0" anchor="t" bIns="182850" lIns="182850" spcFirstLastPara="1" rIns="182850" wrap="square" tIns="182850">
            <a:noAutofit/>
          </a:bodyPr>
          <a:lstStyle>
            <a:lvl1pPr indent="-457200" lvl="0" marL="457200" algn="ctr">
              <a:spcBef>
                <a:spcPts val="0"/>
              </a:spcBef>
              <a:spcAft>
                <a:spcPts val="0"/>
              </a:spcAft>
              <a:buSzPts val="3600"/>
              <a:buChar char="●"/>
              <a:defRPr/>
            </a:lvl1pPr>
            <a:lvl2pPr indent="-406400" lvl="1" marL="914400" algn="ctr">
              <a:spcBef>
                <a:spcPts val="3200"/>
              </a:spcBef>
              <a:spcAft>
                <a:spcPts val="0"/>
              </a:spcAft>
              <a:buSzPts val="2800"/>
              <a:buChar char="○"/>
              <a:defRPr/>
            </a:lvl2pPr>
            <a:lvl3pPr indent="-406400" lvl="2" marL="1371600" algn="ctr">
              <a:spcBef>
                <a:spcPts val="3200"/>
              </a:spcBef>
              <a:spcAft>
                <a:spcPts val="0"/>
              </a:spcAft>
              <a:buSzPts val="2800"/>
              <a:buChar char="■"/>
              <a:defRPr/>
            </a:lvl3pPr>
            <a:lvl4pPr indent="-406400" lvl="3" marL="1828800" algn="ctr">
              <a:spcBef>
                <a:spcPts val="3200"/>
              </a:spcBef>
              <a:spcAft>
                <a:spcPts val="0"/>
              </a:spcAft>
              <a:buSzPts val="2800"/>
              <a:buChar char="●"/>
              <a:defRPr/>
            </a:lvl4pPr>
            <a:lvl5pPr indent="-406400" lvl="4" marL="2286000" algn="ctr">
              <a:spcBef>
                <a:spcPts val="3200"/>
              </a:spcBef>
              <a:spcAft>
                <a:spcPts val="0"/>
              </a:spcAft>
              <a:buSzPts val="2800"/>
              <a:buChar char="○"/>
              <a:defRPr/>
            </a:lvl5pPr>
            <a:lvl6pPr indent="-406400" lvl="5" marL="2743200" algn="ctr">
              <a:spcBef>
                <a:spcPts val="3200"/>
              </a:spcBef>
              <a:spcAft>
                <a:spcPts val="0"/>
              </a:spcAft>
              <a:buSzPts val="2800"/>
              <a:buChar char="■"/>
              <a:defRPr/>
            </a:lvl6pPr>
            <a:lvl7pPr indent="-406400" lvl="6" marL="3200400" algn="ctr">
              <a:spcBef>
                <a:spcPts val="3200"/>
              </a:spcBef>
              <a:spcAft>
                <a:spcPts val="0"/>
              </a:spcAft>
              <a:buSzPts val="2800"/>
              <a:buChar char="●"/>
              <a:defRPr/>
            </a:lvl7pPr>
            <a:lvl8pPr indent="-406400" lvl="7" marL="3657600" algn="ctr">
              <a:spcBef>
                <a:spcPts val="3200"/>
              </a:spcBef>
              <a:spcAft>
                <a:spcPts val="0"/>
              </a:spcAft>
              <a:buSzPts val="2800"/>
              <a:buChar char="○"/>
              <a:defRPr/>
            </a:lvl8pPr>
            <a:lvl9pPr indent="-406400" lvl="8" marL="4114800" algn="ctr">
              <a:spcBef>
                <a:spcPts val="3200"/>
              </a:spcBef>
              <a:spcAft>
                <a:spcPts val="3200"/>
              </a:spcAft>
              <a:buSzPts val="2800"/>
              <a:buChar char="■"/>
              <a:defRPr/>
            </a:lvl9pPr>
          </a:lstStyle>
          <a:p/>
        </p:txBody>
      </p:sp>
      <p:sp>
        <p:nvSpPr>
          <p:cNvPr id="318" name="Google Shape;318;g3a878053966_0_79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9" name="Shape 319"/>
        <p:cNvGrpSpPr/>
        <p:nvPr/>
      </p:nvGrpSpPr>
      <p:grpSpPr>
        <a:xfrm>
          <a:off x="0" y="0"/>
          <a:ext cx="0" cy="0"/>
          <a:chOff x="0" y="0"/>
          <a:chExt cx="0" cy="0"/>
        </a:xfrm>
      </p:grpSpPr>
      <p:sp>
        <p:nvSpPr>
          <p:cNvPr id="320" name="Google Shape;320;g3a878053966_0_79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theme" Target="../theme/theme1.xml"/><Relationship Id="rId14" Type="http://schemas.openxmlformats.org/officeDocument/2006/relationships/slideLayout" Target="../slideLayouts/slideLayout2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theme" Target="../theme/theme4.xml"/><Relationship Id="rId12" Type="http://schemas.openxmlformats.org/officeDocument/2006/relationships/slideLayout" Target="../slideLayouts/slideLayout38.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theme" Target="../theme/theme2.xml"/><Relationship Id="rId12" Type="http://schemas.openxmlformats.org/officeDocument/2006/relationships/slideLayout" Target="../slideLayouts/slideLayout50.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g3a878053966_0_3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 name="Google Shape;99;g3a878053966_0_3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0" name="Google Shape;100;g3a878053966_0_3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1" name="Google Shape;101;g3a878053966_0_3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2" name="Google Shape;102;g3a878053966_0_3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g3a878053966_0_5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3" name="Google Shape;193;g3a878053966_0_59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4" name="Google Shape;194;g3a878053966_0_59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5" name="Google Shape;195;g3a878053966_0_59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6" name="Google Shape;196;g3a878053966_0_59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267" name="Shape 267"/>
        <p:cNvGrpSpPr/>
        <p:nvPr/>
      </p:nvGrpSpPr>
      <p:grpSpPr>
        <a:xfrm>
          <a:off x="0" y="0"/>
          <a:ext cx="0" cy="0"/>
          <a:chOff x="0" y="0"/>
          <a:chExt cx="0" cy="0"/>
        </a:xfrm>
      </p:grpSpPr>
      <p:sp>
        <p:nvSpPr>
          <p:cNvPr id="268" name="Google Shape;268;g3a878053966_0_74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Autofit/>
          </a:bodyPr>
          <a:lstStyle>
            <a:lvl1pPr lvl="0">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5600"/>
              <a:buFont typeface="Proxima Nova"/>
              <a:buNone/>
              <a:defRPr sz="5600">
                <a:solidFill>
                  <a:schemeClr val="dk1"/>
                </a:solidFill>
                <a:latin typeface="Proxima Nova"/>
                <a:ea typeface="Proxima Nova"/>
                <a:cs typeface="Proxima Nova"/>
                <a:sym typeface="Proxima Nova"/>
              </a:defRPr>
            </a:lvl9pPr>
          </a:lstStyle>
          <a:p/>
        </p:txBody>
      </p:sp>
      <p:sp>
        <p:nvSpPr>
          <p:cNvPr id="269" name="Google Shape;269;g3a878053966_0_74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Autofit/>
          </a:bodyPr>
          <a:lstStyle>
            <a:lvl1pPr indent="-457200" lvl="0" marL="457200">
              <a:lnSpc>
                <a:spcPct val="115000"/>
              </a:lnSpc>
              <a:spcBef>
                <a:spcPts val="0"/>
              </a:spcBef>
              <a:spcAft>
                <a:spcPts val="0"/>
              </a:spcAft>
              <a:buClr>
                <a:schemeClr val="accent3"/>
              </a:buClr>
              <a:buSzPts val="3600"/>
              <a:buFont typeface="Proxima Nova"/>
              <a:buChar char="●"/>
              <a:defRPr sz="3600">
                <a:solidFill>
                  <a:schemeClr val="accent3"/>
                </a:solidFill>
                <a:latin typeface="Proxima Nova"/>
                <a:ea typeface="Proxima Nova"/>
                <a:cs typeface="Proxima Nova"/>
                <a:sym typeface="Proxima Nova"/>
              </a:defRPr>
            </a:lvl1pPr>
            <a:lvl2pPr indent="-406400" lvl="1" marL="914400">
              <a:lnSpc>
                <a:spcPct val="115000"/>
              </a:lnSpc>
              <a:spcBef>
                <a:spcPts val="3200"/>
              </a:spcBef>
              <a:spcAft>
                <a:spcPts val="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2pPr>
            <a:lvl3pPr indent="-406400" lvl="2" marL="1371600">
              <a:lnSpc>
                <a:spcPct val="115000"/>
              </a:lnSpc>
              <a:spcBef>
                <a:spcPts val="3200"/>
              </a:spcBef>
              <a:spcAft>
                <a:spcPts val="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3pPr>
            <a:lvl4pPr indent="-406400" lvl="3" marL="1828800">
              <a:lnSpc>
                <a:spcPct val="115000"/>
              </a:lnSpc>
              <a:spcBef>
                <a:spcPts val="3200"/>
              </a:spcBef>
              <a:spcAft>
                <a:spcPts val="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4pPr>
            <a:lvl5pPr indent="-406400" lvl="4" marL="2286000">
              <a:lnSpc>
                <a:spcPct val="115000"/>
              </a:lnSpc>
              <a:spcBef>
                <a:spcPts val="3200"/>
              </a:spcBef>
              <a:spcAft>
                <a:spcPts val="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5pPr>
            <a:lvl6pPr indent="-406400" lvl="5" marL="2743200">
              <a:lnSpc>
                <a:spcPct val="115000"/>
              </a:lnSpc>
              <a:spcBef>
                <a:spcPts val="3200"/>
              </a:spcBef>
              <a:spcAft>
                <a:spcPts val="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6pPr>
            <a:lvl7pPr indent="-406400" lvl="6" marL="3200400">
              <a:lnSpc>
                <a:spcPct val="115000"/>
              </a:lnSpc>
              <a:spcBef>
                <a:spcPts val="3200"/>
              </a:spcBef>
              <a:spcAft>
                <a:spcPts val="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7pPr>
            <a:lvl8pPr indent="-406400" lvl="7" marL="3657600">
              <a:lnSpc>
                <a:spcPct val="115000"/>
              </a:lnSpc>
              <a:spcBef>
                <a:spcPts val="3200"/>
              </a:spcBef>
              <a:spcAft>
                <a:spcPts val="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8pPr>
            <a:lvl9pPr indent="-406400" lvl="8" marL="4114800">
              <a:lnSpc>
                <a:spcPct val="115000"/>
              </a:lnSpc>
              <a:spcBef>
                <a:spcPts val="3200"/>
              </a:spcBef>
              <a:spcAft>
                <a:spcPts val="3200"/>
              </a:spcAft>
              <a:buClr>
                <a:schemeClr val="accent3"/>
              </a:buClr>
              <a:buSzPts val="2800"/>
              <a:buFont typeface="Proxima Nova"/>
              <a:buChar char="■"/>
              <a:defRPr sz="2800">
                <a:solidFill>
                  <a:schemeClr val="accent3"/>
                </a:solidFill>
                <a:latin typeface="Proxima Nova"/>
                <a:ea typeface="Proxima Nova"/>
                <a:cs typeface="Proxima Nova"/>
                <a:sym typeface="Proxima Nova"/>
              </a:defRPr>
            </a:lvl9pPr>
          </a:lstStyle>
          <a:p/>
        </p:txBody>
      </p:sp>
      <p:sp>
        <p:nvSpPr>
          <p:cNvPr id="270" name="Google Shape;270;g3a878053966_0_74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lvl="0" algn="r">
              <a:buNone/>
              <a:defRPr sz="2000">
                <a:solidFill>
                  <a:schemeClr val="dk1"/>
                </a:solidFill>
                <a:latin typeface="Proxima Nova"/>
                <a:ea typeface="Proxima Nova"/>
                <a:cs typeface="Proxima Nova"/>
                <a:sym typeface="Proxima Nova"/>
              </a:defRPr>
            </a:lvl1pPr>
            <a:lvl2pPr lvl="1" algn="r">
              <a:buNone/>
              <a:defRPr sz="2000">
                <a:solidFill>
                  <a:schemeClr val="dk1"/>
                </a:solidFill>
                <a:latin typeface="Proxima Nova"/>
                <a:ea typeface="Proxima Nova"/>
                <a:cs typeface="Proxima Nova"/>
                <a:sym typeface="Proxima Nova"/>
              </a:defRPr>
            </a:lvl2pPr>
            <a:lvl3pPr lvl="2" algn="r">
              <a:buNone/>
              <a:defRPr sz="2000">
                <a:solidFill>
                  <a:schemeClr val="dk1"/>
                </a:solidFill>
                <a:latin typeface="Proxima Nova"/>
                <a:ea typeface="Proxima Nova"/>
                <a:cs typeface="Proxima Nova"/>
                <a:sym typeface="Proxima Nova"/>
              </a:defRPr>
            </a:lvl3pPr>
            <a:lvl4pPr lvl="3" algn="r">
              <a:buNone/>
              <a:defRPr sz="2000">
                <a:solidFill>
                  <a:schemeClr val="dk1"/>
                </a:solidFill>
                <a:latin typeface="Proxima Nova"/>
                <a:ea typeface="Proxima Nova"/>
                <a:cs typeface="Proxima Nova"/>
                <a:sym typeface="Proxima Nova"/>
              </a:defRPr>
            </a:lvl4pPr>
            <a:lvl5pPr lvl="4" algn="r">
              <a:buNone/>
              <a:defRPr sz="2000">
                <a:solidFill>
                  <a:schemeClr val="dk1"/>
                </a:solidFill>
                <a:latin typeface="Proxima Nova"/>
                <a:ea typeface="Proxima Nova"/>
                <a:cs typeface="Proxima Nova"/>
                <a:sym typeface="Proxima Nova"/>
              </a:defRPr>
            </a:lvl5pPr>
            <a:lvl6pPr lvl="5" algn="r">
              <a:buNone/>
              <a:defRPr sz="2000">
                <a:solidFill>
                  <a:schemeClr val="dk1"/>
                </a:solidFill>
                <a:latin typeface="Proxima Nova"/>
                <a:ea typeface="Proxima Nova"/>
                <a:cs typeface="Proxima Nova"/>
                <a:sym typeface="Proxima Nova"/>
              </a:defRPr>
            </a:lvl6pPr>
            <a:lvl7pPr lvl="6" algn="r">
              <a:buNone/>
              <a:defRPr sz="2000">
                <a:solidFill>
                  <a:schemeClr val="dk1"/>
                </a:solidFill>
                <a:latin typeface="Proxima Nova"/>
                <a:ea typeface="Proxima Nova"/>
                <a:cs typeface="Proxima Nova"/>
                <a:sym typeface="Proxima Nova"/>
              </a:defRPr>
            </a:lvl7pPr>
            <a:lvl8pPr lvl="7" algn="r">
              <a:buNone/>
              <a:defRPr sz="2000">
                <a:solidFill>
                  <a:schemeClr val="dk1"/>
                </a:solidFill>
                <a:latin typeface="Proxima Nova"/>
                <a:ea typeface="Proxima Nova"/>
                <a:cs typeface="Proxima Nova"/>
                <a:sym typeface="Proxima Nova"/>
              </a:defRPr>
            </a:lvl8pPr>
            <a:lvl9pPr lvl="8" algn="r">
              <a:buNone/>
              <a:defRPr sz="2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mlDrawing" Target="../drawings/vmlDrawing1.v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oleObject" Target="../embeddings/oleObject1.bin"/><Relationship Id="rId7" Type="http://schemas.openxmlformats.org/officeDocument/2006/relationships/oleObject" Target="../embeddings/oleObject1.bin"/><Relationship Id="rId8"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0.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
          <p:cNvSpPr/>
          <p:nvPr/>
        </p:nvSpPr>
        <p:spPr>
          <a:xfrm>
            <a:off x="-135675"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6" name="Google Shape;326;p1"/>
          <p:cNvSpPr/>
          <p:nvPr/>
        </p:nvSpPr>
        <p:spPr>
          <a:xfrm>
            <a:off x="1969850" y="3030151"/>
            <a:ext cx="15055872" cy="3260981"/>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327" name="Google Shape;327;p1"/>
          <p:cNvGraphicFramePr/>
          <p:nvPr/>
        </p:nvGraphicFramePr>
        <p:xfrm>
          <a:off x="10670025" y="1766775"/>
          <a:ext cx="9524676" cy="1881100"/>
        </p:xfrm>
        <a:graphic>
          <a:graphicData uri="http://schemas.openxmlformats.org/presentationml/2006/ole">
            <mc:AlternateContent>
              <mc:Choice Requires="v">
                <p:oleObj r:id="rId6" imgH="1881100" imgW="9524676" progId="Excel.Sheet.12" spid="_x0000_s1">
                  <p:embed/>
                </p:oleObj>
              </mc:Choice>
              <mc:Fallback>
                <p:oleObj r:id="rId7" imgH="1881100" imgW="9524676" progId="Excel.Sheet.12">
                  <p:embed/>
                  <p:pic>
                    <p:nvPicPr>
                      <p:cNvPr id="327" name="Google Shape;327;p1"/>
                      <p:cNvPicPr preferRelativeResize="0"/>
                      <p:nvPr/>
                    </p:nvPicPr>
                    <p:blipFill rotWithShape="1">
                      <a:blip r:embed="rId8">
                        <a:alphaModFix/>
                      </a:blip>
                      <a:srcRect b="0" l="0" r="0" t="0"/>
                      <a:stretch/>
                    </p:blipFill>
                    <p:spPr>
                      <a:xfrm>
                        <a:off x="10670025" y="1766775"/>
                        <a:ext cx="9524676" cy="1881100"/>
                      </a:xfrm>
                      <a:prstGeom prst="rect">
                        <a:avLst/>
                      </a:prstGeom>
                      <a:noFill/>
                      <a:ln>
                        <a:noFill/>
                      </a:ln>
                    </p:spPr>
                  </p:pic>
                </p:oleObj>
              </mc:Fallback>
            </mc:AlternateContent>
          </a:graphicData>
        </a:graphic>
      </p:graphicFrame>
      <p:sp>
        <p:nvSpPr>
          <p:cNvPr id="328" name="Google Shape;328;p1"/>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329" name="Google Shape;329;p1"/>
          <p:cNvSpPr txBox="1"/>
          <p:nvPr/>
        </p:nvSpPr>
        <p:spPr>
          <a:xfrm>
            <a:off x="348639" y="9201150"/>
            <a:ext cx="8386287" cy="135293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40"/>
              <a:buFont typeface="Arial"/>
              <a:buNone/>
            </a:pPr>
            <a:r>
              <a:rPr b="1" i="0" lang="en-US" sz="3140" u="none" cap="none" strike="noStrike">
                <a:solidFill>
                  <a:srgbClr val="000000"/>
                </a:solidFill>
                <a:latin typeface="Open Sans"/>
                <a:ea typeface="Open Sans"/>
                <a:cs typeface="Open Sans"/>
                <a:sym typeface="Open Sans"/>
              </a:rPr>
              <a:t>NOMBRE DEL TUTOR</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3140"/>
              <a:buFont typeface="Arial"/>
              <a:buNone/>
            </a:pPr>
            <a:r>
              <a:t/>
            </a:r>
            <a:endParaRPr b="1" i="0" sz="3140" u="none" cap="none" strike="noStrike">
              <a:solidFill>
                <a:srgbClr val="000000"/>
              </a:solidFill>
              <a:latin typeface="Open Sans"/>
              <a:ea typeface="Open Sans"/>
              <a:cs typeface="Open Sans"/>
              <a:sym typeface="Open Sans"/>
            </a:endParaRPr>
          </a:p>
        </p:txBody>
      </p:sp>
      <p:sp>
        <p:nvSpPr>
          <p:cNvPr id="330" name="Google Shape;330;p1"/>
          <p:cNvSpPr txBox="1"/>
          <p:nvPr/>
        </p:nvSpPr>
        <p:spPr>
          <a:xfrm>
            <a:off x="2904236" y="3801950"/>
            <a:ext cx="13187100"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000000"/>
                </a:solidFill>
                <a:latin typeface="Arial"/>
                <a:ea typeface="Arial"/>
                <a:cs typeface="Arial"/>
                <a:sym typeface="Arial"/>
              </a:rPr>
              <a:t>Programación Comercial 1 [Sec.]</a:t>
            </a:r>
            <a:endParaRPr b="1" i="0" sz="4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
          <p:cNvSpPr/>
          <p:nvPr/>
        </p:nvSpPr>
        <p:spPr>
          <a:xfrm>
            <a:off x="0"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2"/>
          <p:cNvSpPr txBox="1"/>
          <p:nvPr/>
        </p:nvSpPr>
        <p:spPr>
          <a:xfrm>
            <a:off x="1780674" y="2935368"/>
            <a:ext cx="16050125" cy="3791423"/>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8799" u="none" cap="none" strike="noStrike">
                <a:solidFill>
                  <a:srgbClr val="000000"/>
                </a:solidFill>
                <a:latin typeface="Open Sans"/>
                <a:ea typeface="Open Sans"/>
                <a:cs typeface="Open Sans"/>
                <a:sym typeface="Open Sans"/>
              </a:rPr>
              <a:t>UNIDAD 1: Base de datos </a:t>
            </a:r>
            <a:endParaRPr b="0" i="0" sz="1400" u="none" cap="none" strike="noStrike">
              <a:solidFill>
                <a:srgbClr val="000000"/>
              </a:solidFill>
              <a:latin typeface="Arial"/>
              <a:ea typeface="Arial"/>
              <a:cs typeface="Arial"/>
              <a:sym typeface="Arial"/>
            </a:endParaRPr>
          </a:p>
          <a:p>
            <a:pPr indent="0" lvl="0" marL="0" marR="0" rtl="0" algn="ctr">
              <a:lnSpc>
                <a:spcPct val="140004"/>
              </a:lnSpc>
              <a:spcBef>
                <a:spcPts val="0"/>
              </a:spcBef>
              <a:spcAft>
                <a:spcPts val="0"/>
              </a:spcAft>
              <a:buClr>
                <a:srgbClr val="000000"/>
              </a:buClr>
              <a:buSzPts val="8799"/>
              <a:buFont typeface="Arial"/>
              <a:buNone/>
            </a:pPr>
            <a:r>
              <a:t/>
            </a:r>
            <a:endParaRPr b="1" i="0" sz="8799" u="none" cap="none" strike="noStrike">
              <a:solidFill>
                <a:srgbClr val="000000"/>
              </a:solidFill>
              <a:latin typeface="Open Sans"/>
              <a:ea typeface="Open Sans"/>
              <a:cs typeface="Open Sans"/>
              <a:sym typeface="Open Sans"/>
            </a:endParaRPr>
          </a:p>
        </p:txBody>
      </p:sp>
      <p:sp>
        <p:nvSpPr>
          <p:cNvPr id="337" name="Google Shape;337;p2"/>
          <p:cNvSpPr txBox="1"/>
          <p:nvPr/>
        </p:nvSpPr>
        <p:spPr>
          <a:xfrm>
            <a:off x="3441032" y="4831079"/>
            <a:ext cx="10924673" cy="465358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7200" u="none" cap="none" strike="noStrike">
                <a:solidFill>
                  <a:srgbClr val="000000"/>
                </a:solidFill>
                <a:latin typeface="Open Sans"/>
                <a:ea typeface="Open Sans"/>
                <a:cs typeface="Open Sans"/>
                <a:sym typeface="Open Sans"/>
              </a:rPr>
              <a:t>Introducción a las bases de datos</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7200"/>
              <a:buFont typeface="Arial"/>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
          <p:cNvSpPr txBox="1"/>
          <p:nvPr/>
        </p:nvSpPr>
        <p:spPr>
          <a:xfrm>
            <a:off x="5216756" y="4249317"/>
            <a:ext cx="11390820" cy="4536627"/>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2799" u="none" cap="none" strike="noStrike">
                <a:solidFill>
                  <a:srgbClr val="000000"/>
                </a:solidFill>
                <a:latin typeface="Arial"/>
                <a:ea typeface="Arial"/>
                <a:cs typeface="Arial"/>
                <a:sym typeface="Arial"/>
              </a:rPr>
              <a:t>USOS DE LAS BASES DE DATOS</a:t>
            </a:r>
            <a:endParaRPr/>
          </a:p>
          <a:p>
            <a:pPr indent="0" lvl="0" marL="1270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None/>
            </a:pPr>
            <a:r>
              <a:rPr b="0" i="0" lang="en-US" sz="2799" u="none" cap="none" strike="noStrike">
                <a:solidFill>
                  <a:srgbClr val="000000"/>
                </a:solidFill>
                <a:latin typeface="Arial"/>
                <a:ea typeface="Arial"/>
                <a:cs typeface="Arial"/>
                <a:sym typeface="Arial"/>
              </a:rPr>
              <a:t>QUÉ ES MICROSOFT SQL SERVER</a:t>
            </a:r>
            <a:endParaRPr/>
          </a:p>
          <a:p>
            <a:pPr indent="0" lvl="0" marL="12700" marR="0" rtl="0" algn="l">
              <a:lnSpc>
                <a:spcPct val="100000"/>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None/>
            </a:pPr>
            <a:r>
              <a:rPr b="0" i="0" lang="en-US" sz="2799" u="none" cap="none" strike="noStrike">
                <a:solidFill>
                  <a:srgbClr val="000000"/>
                </a:solidFill>
                <a:latin typeface="Arial"/>
                <a:ea typeface="Arial"/>
                <a:cs typeface="Arial"/>
                <a:sym typeface="Arial"/>
              </a:rPr>
              <a:t>TABLAS Y TIPOS DE DATOS</a:t>
            </a:r>
            <a:endParaRPr/>
          </a:p>
          <a:p>
            <a:pPr indent="0" lvl="0" marL="12700"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APLICACIÓN DE MODELO ENTIDAD RELACIÓN</a:t>
            </a:r>
            <a:endParaRPr/>
          </a:p>
          <a:p>
            <a:pPr indent="0" lvl="0" marL="127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EJEMPLOS COMPONENTES MODELO ENTIDAD </a:t>
            </a:r>
            <a:endParaRPr/>
          </a:p>
          <a:p>
            <a:pPr indent="0" lvl="0" marL="1270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RELACIÓN</a:t>
            </a:r>
            <a:endParaRPr/>
          </a:p>
          <a:p>
            <a:pPr indent="0" lvl="0" marL="127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pic>
        <p:nvPicPr>
          <p:cNvPr id="345" name="Google Shape;345;p4"/>
          <p:cNvPicPr preferRelativeResize="0"/>
          <p:nvPr/>
        </p:nvPicPr>
        <p:blipFill rotWithShape="1">
          <a:blip r:embed="rId5">
            <a:alphaModFix/>
          </a:blip>
          <a:srcRect b="0" l="0" r="0" t="0"/>
          <a:stretch/>
        </p:blipFill>
        <p:spPr>
          <a:xfrm>
            <a:off x="4776969" y="4249317"/>
            <a:ext cx="355998" cy="405713"/>
          </a:xfrm>
          <a:prstGeom prst="rect">
            <a:avLst/>
          </a:prstGeom>
          <a:noFill/>
          <a:ln>
            <a:noFill/>
          </a:ln>
        </p:spPr>
      </p:pic>
      <p:pic>
        <p:nvPicPr>
          <p:cNvPr id="346" name="Google Shape;346;p4"/>
          <p:cNvPicPr preferRelativeResize="0"/>
          <p:nvPr/>
        </p:nvPicPr>
        <p:blipFill rotWithShape="1">
          <a:blip r:embed="rId5">
            <a:alphaModFix/>
          </a:blip>
          <a:srcRect b="0" l="0" r="0" t="0"/>
          <a:stretch/>
        </p:blipFill>
        <p:spPr>
          <a:xfrm>
            <a:off x="4776969" y="4873288"/>
            <a:ext cx="355998" cy="405713"/>
          </a:xfrm>
          <a:prstGeom prst="rect">
            <a:avLst/>
          </a:prstGeom>
          <a:noFill/>
          <a:ln>
            <a:noFill/>
          </a:ln>
        </p:spPr>
      </p:pic>
      <p:pic>
        <p:nvPicPr>
          <p:cNvPr id="347" name="Google Shape;347;p4"/>
          <p:cNvPicPr preferRelativeResize="0"/>
          <p:nvPr/>
        </p:nvPicPr>
        <p:blipFill rotWithShape="1">
          <a:blip r:embed="rId5">
            <a:alphaModFix/>
          </a:blip>
          <a:srcRect b="0" l="0" r="0" t="0"/>
          <a:stretch/>
        </p:blipFill>
        <p:spPr>
          <a:xfrm>
            <a:off x="4776969" y="5671411"/>
            <a:ext cx="355998" cy="405713"/>
          </a:xfrm>
          <a:prstGeom prst="rect">
            <a:avLst/>
          </a:prstGeom>
          <a:noFill/>
          <a:ln>
            <a:noFill/>
          </a:ln>
        </p:spPr>
      </p:pic>
      <p:pic>
        <p:nvPicPr>
          <p:cNvPr id="348" name="Google Shape;348;p4"/>
          <p:cNvPicPr preferRelativeResize="0"/>
          <p:nvPr/>
        </p:nvPicPr>
        <p:blipFill rotWithShape="1">
          <a:blip r:embed="rId5">
            <a:alphaModFix/>
          </a:blip>
          <a:srcRect b="0" l="0" r="0" t="0"/>
          <a:stretch/>
        </p:blipFill>
        <p:spPr>
          <a:xfrm>
            <a:off x="4776969" y="6584419"/>
            <a:ext cx="355998" cy="405713"/>
          </a:xfrm>
          <a:prstGeom prst="rect">
            <a:avLst/>
          </a:prstGeom>
          <a:noFill/>
          <a:ln>
            <a:noFill/>
          </a:ln>
        </p:spPr>
      </p:pic>
      <p:pic>
        <p:nvPicPr>
          <p:cNvPr id="349" name="Google Shape;349;p4"/>
          <p:cNvPicPr preferRelativeResize="0"/>
          <p:nvPr/>
        </p:nvPicPr>
        <p:blipFill rotWithShape="1">
          <a:blip r:embed="rId5">
            <a:alphaModFix/>
          </a:blip>
          <a:srcRect b="0" l="0" r="0" t="0"/>
          <a:stretch/>
        </p:blipFill>
        <p:spPr>
          <a:xfrm>
            <a:off x="4774926" y="7449301"/>
            <a:ext cx="355998" cy="4057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
          <p:cNvSpPr/>
          <p:nvPr/>
        </p:nvSpPr>
        <p:spPr>
          <a:xfrm>
            <a:off x="0" y="-16002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5"/>
          <p:cNvSpPr txBox="1"/>
          <p:nvPr/>
        </p:nvSpPr>
        <p:spPr>
          <a:xfrm>
            <a:off x="3767520" y="4141696"/>
            <a:ext cx="13533890" cy="1323439"/>
          </a:xfrm>
          <a:prstGeom prst="rect">
            <a:avLst/>
          </a:prstGeom>
          <a:noFill/>
          <a:ln>
            <a:noFill/>
          </a:ln>
        </p:spPr>
        <p:txBody>
          <a:bodyPr anchorCtr="0" anchor="t" bIns="45700" lIns="91425" spcFirstLastPara="1" rIns="91425" wrap="square" tIns="45700">
            <a:spAutoFit/>
          </a:bodyPr>
          <a:lstStyle/>
          <a:p>
            <a:pPr indent="0" lvl="0" marL="12700" marR="5080" rtl="0" algn="just">
              <a:lnSpc>
                <a:spcPct val="100000"/>
              </a:lnSpc>
              <a:spcBef>
                <a:spcPts val="0"/>
              </a:spcBef>
              <a:spcAft>
                <a:spcPts val="0"/>
              </a:spcAft>
              <a:buNone/>
            </a:pPr>
            <a:r>
              <a:rPr b="1" i="0" lang="en-US" sz="4000" u="none" cap="none" strike="noStrike">
                <a:solidFill>
                  <a:srgbClr val="000000"/>
                </a:solidFill>
                <a:latin typeface="Arial"/>
                <a:ea typeface="Arial"/>
                <a:cs typeface="Arial"/>
                <a:sym typeface="Arial"/>
              </a:rPr>
              <a:t>Modelar </a:t>
            </a:r>
            <a:r>
              <a:rPr b="0" i="0" lang="en-US" sz="4000" u="none" cap="none" strike="noStrike">
                <a:solidFill>
                  <a:srgbClr val="000000"/>
                </a:solidFill>
                <a:latin typeface="Arial"/>
                <a:ea typeface="Arial"/>
                <a:cs typeface="Arial"/>
                <a:sym typeface="Arial"/>
              </a:rPr>
              <a:t>entidades, atributos y relaciones con el método 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1"/>
          <p:cNvSpPr txBox="1"/>
          <p:nvPr>
            <p:ph type="title"/>
          </p:nvPr>
        </p:nvSpPr>
        <p:spPr>
          <a:xfrm>
            <a:off x="2933224" y="669768"/>
            <a:ext cx="11959668" cy="105091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a:t>USOS DE LAS BASES DE DATOS</a:t>
            </a:r>
            <a:endParaRPr/>
          </a:p>
        </p:txBody>
      </p:sp>
      <p:pic>
        <p:nvPicPr>
          <p:cNvPr id="361" name="Google Shape;361;p11"/>
          <p:cNvPicPr preferRelativeResize="0"/>
          <p:nvPr/>
        </p:nvPicPr>
        <p:blipFill rotWithShape="1">
          <a:blip r:embed="rId3">
            <a:alphaModFix/>
          </a:blip>
          <a:srcRect b="0" l="0" r="0" t="0"/>
          <a:stretch/>
        </p:blipFill>
        <p:spPr>
          <a:xfrm>
            <a:off x="804946" y="3032287"/>
            <a:ext cx="114299" cy="114300"/>
          </a:xfrm>
          <a:prstGeom prst="rect">
            <a:avLst/>
          </a:prstGeom>
          <a:noFill/>
          <a:ln>
            <a:noFill/>
          </a:ln>
        </p:spPr>
      </p:pic>
      <p:pic>
        <p:nvPicPr>
          <p:cNvPr id="362" name="Google Shape;362;p11"/>
          <p:cNvPicPr preferRelativeResize="0"/>
          <p:nvPr/>
        </p:nvPicPr>
        <p:blipFill rotWithShape="1">
          <a:blip r:embed="rId4">
            <a:alphaModFix/>
          </a:blip>
          <a:srcRect b="0" l="0" r="0" t="0"/>
          <a:stretch/>
        </p:blipFill>
        <p:spPr>
          <a:xfrm>
            <a:off x="804946" y="3460912"/>
            <a:ext cx="114299" cy="114300"/>
          </a:xfrm>
          <a:prstGeom prst="rect">
            <a:avLst/>
          </a:prstGeom>
          <a:noFill/>
          <a:ln>
            <a:noFill/>
          </a:ln>
        </p:spPr>
      </p:pic>
      <p:pic>
        <p:nvPicPr>
          <p:cNvPr id="363" name="Google Shape;363;p11"/>
          <p:cNvPicPr preferRelativeResize="0"/>
          <p:nvPr/>
        </p:nvPicPr>
        <p:blipFill rotWithShape="1">
          <a:blip r:embed="rId4">
            <a:alphaModFix/>
          </a:blip>
          <a:srcRect b="0" l="0" r="0" t="0"/>
          <a:stretch/>
        </p:blipFill>
        <p:spPr>
          <a:xfrm>
            <a:off x="804946" y="3889537"/>
            <a:ext cx="114299" cy="114300"/>
          </a:xfrm>
          <a:prstGeom prst="rect">
            <a:avLst/>
          </a:prstGeom>
          <a:noFill/>
          <a:ln>
            <a:noFill/>
          </a:ln>
        </p:spPr>
      </p:pic>
      <p:pic>
        <p:nvPicPr>
          <p:cNvPr id="364" name="Google Shape;364;p11"/>
          <p:cNvPicPr preferRelativeResize="0"/>
          <p:nvPr/>
        </p:nvPicPr>
        <p:blipFill rotWithShape="1">
          <a:blip r:embed="rId4">
            <a:alphaModFix/>
          </a:blip>
          <a:srcRect b="0" l="0" r="0" t="0"/>
          <a:stretch/>
        </p:blipFill>
        <p:spPr>
          <a:xfrm>
            <a:off x="804946" y="4746787"/>
            <a:ext cx="114299" cy="114300"/>
          </a:xfrm>
          <a:prstGeom prst="rect">
            <a:avLst/>
          </a:prstGeom>
          <a:noFill/>
          <a:ln>
            <a:noFill/>
          </a:ln>
        </p:spPr>
      </p:pic>
      <p:pic>
        <p:nvPicPr>
          <p:cNvPr id="365" name="Google Shape;365;p11"/>
          <p:cNvPicPr preferRelativeResize="0"/>
          <p:nvPr/>
        </p:nvPicPr>
        <p:blipFill rotWithShape="1">
          <a:blip r:embed="rId4">
            <a:alphaModFix/>
          </a:blip>
          <a:srcRect b="0" l="0" r="0" t="0"/>
          <a:stretch/>
        </p:blipFill>
        <p:spPr>
          <a:xfrm>
            <a:off x="804946" y="5604037"/>
            <a:ext cx="114299" cy="114300"/>
          </a:xfrm>
          <a:prstGeom prst="rect">
            <a:avLst/>
          </a:prstGeom>
          <a:noFill/>
          <a:ln>
            <a:noFill/>
          </a:ln>
        </p:spPr>
      </p:pic>
      <p:pic>
        <p:nvPicPr>
          <p:cNvPr id="366" name="Google Shape;366;p11"/>
          <p:cNvPicPr preferRelativeResize="0"/>
          <p:nvPr/>
        </p:nvPicPr>
        <p:blipFill rotWithShape="1">
          <a:blip r:embed="rId4">
            <a:alphaModFix/>
          </a:blip>
          <a:srcRect b="0" l="0" r="0" t="0"/>
          <a:stretch/>
        </p:blipFill>
        <p:spPr>
          <a:xfrm>
            <a:off x="804946" y="6032662"/>
            <a:ext cx="114299" cy="114300"/>
          </a:xfrm>
          <a:prstGeom prst="rect">
            <a:avLst/>
          </a:prstGeom>
          <a:noFill/>
          <a:ln>
            <a:noFill/>
          </a:ln>
        </p:spPr>
      </p:pic>
      <p:pic>
        <p:nvPicPr>
          <p:cNvPr id="367" name="Google Shape;367;p11"/>
          <p:cNvPicPr preferRelativeResize="0"/>
          <p:nvPr/>
        </p:nvPicPr>
        <p:blipFill rotWithShape="1">
          <a:blip r:embed="rId4">
            <a:alphaModFix/>
          </a:blip>
          <a:srcRect b="0" l="0" r="0" t="0"/>
          <a:stretch/>
        </p:blipFill>
        <p:spPr>
          <a:xfrm>
            <a:off x="804946" y="6889912"/>
            <a:ext cx="114299" cy="114300"/>
          </a:xfrm>
          <a:prstGeom prst="rect">
            <a:avLst/>
          </a:prstGeom>
          <a:noFill/>
          <a:ln>
            <a:noFill/>
          </a:ln>
        </p:spPr>
      </p:pic>
      <p:pic>
        <p:nvPicPr>
          <p:cNvPr id="368" name="Google Shape;368;p11"/>
          <p:cNvPicPr preferRelativeResize="0"/>
          <p:nvPr/>
        </p:nvPicPr>
        <p:blipFill rotWithShape="1">
          <a:blip r:embed="rId4">
            <a:alphaModFix/>
          </a:blip>
          <a:srcRect b="0" l="0" r="0" t="0"/>
          <a:stretch/>
        </p:blipFill>
        <p:spPr>
          <a:xfrm>
            <a:off x="804946" y="7747162"/>
            <a:ext cx="114299" cy="114300"/>
          </a:xfrm>
          <a:prstGeom prst="rect">
            <a:avLst/>
          </a:prstGeom>
          <a:noFill/>
          <a:ln>
            <a:noFill/>
          </a:ln>
        </p:spPr>
      </p:pic>
      <p:pic>
        <p:nvPicPr>
          <p:cNvPr id="369" name="Google Shape;369;p11"/>
          <p:cNvPicPr preferRelativeResize="0"/>
          <p:nvPr/>
        </p:nvPicPr>
        <p:blipFill rotWithShape="1">
          <a:blip r:embed="rId5">
            <a:alphaModFix/>
          </a:blip>
          <a:srcRect b="0" l="0" r="0" t="0"/>
          <a:stretch/>
        </p:blipFill>
        <p:spPr>
          <a:xfrm>
            <a:off x="804946" y="8175787"/>
            <a:ext cx="114299" cy="114300"/>
          </a:xfrm>
          <a:prstGeom prst="rect">
            <a:avLst/>
          </a:prstGeom>
          <a:noFill/>
          <a:ln>
            <a:noFill/>
          </a:ln>
        </p:spPr>
      </p:pic>
      <p:sp>
        <p:nvSpPr>
          <p:cNvPr id="370" name="Google Shape;370;p11"/>
          <p:cNvSpPr txBox="1"/>
          <p:nvPr>
            <p:ph idx="1" type="body"/>
          </p:nvPr>
        </p:nvSpPr>
        <p:spPr>
          <a:xfrm>
            <a:off x="554121" y="2386326"/>
            <a:ext cx="7244715" cy="6454775"/>
          </a:xfrm>
          <a:prstGeom prst="rect">
            <a:avLst/>
          </a:prstGeom>
          <a:noFill/>
          <a:ln>
            <a:noFill/>
          </a:ln>
        </p:spPr>
        <p:txBody>
          <a:bodyPr anchorCtr="0" anchor="t" bIns="0" lIns="0" spcFirstLastPara="1" rIns="0" wrap="square" tIns="67925">
            <a:spAutoFit/>
          </a:bodyPr>
          <a:lstStyle/>
          <a:p>
            <a:pPr indent="-266700" lvl="0" marL="271780" rtl="0" algn="l">
              <a:lnSpc>
                <a:spcPct val="100000"/>
              </a:lnSpc>
              <a:spcBef>
                <a:spcPts val="0"/>
              </a:spcBef>
              <a:spcAft>
                <a:spcPts val="0"/>
              </a:spcAft>
              <a:buClr>
                <a:schemeClr val="dk1"/>
              </a:buClr>
              <a:buSzPts val="2302"/>
              <a:buFont typeface="Tahoma"/>
              <a:buAutoNum type="arabicPeriod"/>
            </a:pPr>
            <a:r>
              <a:rPr lang="en-US"/>
              <a:t>Empresas y Negocios:</a:t>
            </a:r>
            <a:endParaRPr/>
          </a:p>
          <a:p>
            <a:pPr indent="0" lvl="0" marL="539750" rtl="0" algn="l">
              <a:lnSpc>
                <a:spcPct val="100000"/>
              </a:lnSpc>
              <a:spcBef>
                <a:spcPts val="434"/>
              </a:spcBef>
              <a:spcAft>
                <a:spcPts val="0"/>
              </a:spcAft>
              <a:buSzPts val="1400"/>
              <a:buNone/>
            </a:pPr>
            <a:r>
              <a:rPr lang="en-US"/>
              <a:t>Gestión de clientes y ventas.</a:t>
            </a:r>
            <a:endParaRPr/>
          </a:p>
          <a:p>
            <a:pPr indent="0" lvl="0" marL="539750" marR="5080" rtl="0" algn="l">
              <a:lnSpc>
                <a:spcPct val="114799"/>
              </a:lnSpc>
              <a:spcBef>
                <a:spcPts val="0"/>
              </a:spcBef>
              <a:spcAft>
                <a:spcPts val="0"/>
              </a:spcAft>
              <a:buSzPts val="1400"/>
              <a:buNone/>
            </a:pPr>
            <a:r>
              <a:rPr lang="en-US"/>
              <a:t>Control de inventarios y suministros. Seguimiento de recursos humanos y nóminas.</a:t>
            </a:r>
            <a:endParaRPr/>
          </a:p>
          <a:p>
            <a:pPr indent="-338454" lvl="0" marL="431165" marR="789305" rtl="0" algn="l">
              <a:lnSpc>
                <a:spcPct val="114799"/>
              </a:lnSpc>
              <a:spcBef>
                <a:spcPts val="0"/>
              </a:spcBef>
              <a:spcAft>
                <a:spcPts val="0"/>
              </a:spcAft>
              <a:buClr>
                <a:schemeClr val="dk1"/>
              </a:buClr>
              <a:buSzPts val="2302"/>
              <a:buFont typeface="Tahoma"/>
              <a:buAutoNum type="arabicPeriod" startAt="2"/>
            </a:pPr>
            <a:r>
              <a:rPr lang="en-US"/>
              <a:t>Aplicaciones Web y Móviles:   Almacenamiento de perfiles de usuario y preferencias.</a:t>
            </a:r>
            <a:endParaRPr/>
          </a:p>
          <a:p>
            <a:pPr indent="0" lvl="0" marL="539750" marR="973455" rtl="0" algn="l">
              <a:lnSpc>
                <a:spcPct val="114799"/>
              </a:lnSpc>
              <a:spcBef>
                <a:spcPts val="0"/>
              </a:spcBef>
              <a:spcAft>
                <a:spcPts val="0"/>
              </a:spcAft>
              <a:buSzPts val="1400"/>
              <a:buNone/>
            </a:pPr>
            <a:r>
              <a:rPr lang="en-US"/>
              <a:t>Gestión de contenido y productos. Registro de actividades y transacciones.</a:t>
            </a:r>
            <a:endParaRPr/>
          </a:p>
          <a:p>
            <a:pPr indent="-266700" lvl="0" marL="271780" rtl="0" algn="l">
              <a:lnSpc>
                <a:spcPct val="100000"/>
              </a:lnSpc>
              <a:spcBef>
                <a:spcPts val="434"/>
              </a:spcBef>
              <a:spcAft>
                <a:spcPts val="0"/>
              </a:spcAft>
              <a:buClr>
                <a:schemeClr val="dk1"/>
              </a:buClr>
              <a:buSzPts val="2302"/>
              <a:buFont typeface="Tahoma"/>
              <a:buAutoNum type="arabicPeriod" startAt="3"/>
            </a:pPr>
            <a:r>
              <a:rPr lang="en-US"/>
              <a:t>Educación:</a:t>
            </a:r>
            <a:endParaRPr/>
          </a:p>
          <a:p>
            <a:pPr indent="0" lvl="0" marL="539750" marR="427355" rtl="0" algn="l">
              <a:lnSpc>
                <a:spcPct val="114799"/>
              </a:lnSpc>
              <a:spcBef>
                <a:spcPts val="0"/>
              </a:spcBef>
              <a:spcAft>
                <a:spcPts val="0"/>
              </a:spcAft>
              <a:buSzPts val="1400"/>
              <a:buNone/>
            </a:pPr>
            <a:r>
              <a:rPr lang="en-US"/>
              <a:t>Almacenamiento de registros académicos y administrativos.</a:t>
            </a:r>
            <a:endParaRPr/>
          </a:p>
          <a:p>
            <a:pPr indent="0" lvl="0" marL="539750" marR="27305" rtl="0" algn="l">
              <a:lnSpc>
                <a:spcPct val="114799"/>
              </a:lnSpc>
              <a:spcBef>
                <a:spcPts val="0"/>
              </a:spcBef>
              <a:spcAft>
                <a:spcPts val="0"/>
              </a:spcAft>
              <a:buSzPts val="1400"/>
              <a:buNone/>
            </a:pPr>
            <a:r>
              <a:rPr lang="en-US"/>
              <a:t>Gestión de bibliotecas y recursos educativos. Seguimiento del progreso de los estudiantes y su rendimiento.</a:t>
            </a:r>
            <a:endParaRPr/>
          </a:p>
        </p:txBody>
      </p:sp>
      <p:pic>
        <p:nvPicPr>
          <p:cNvPr id="371" name="Google Shape;371;p11"/>
          <p:cNvPicPr preferRelativeResize="0"/>
          <p:nvPr/>
        </p:nvPicPr>
        <p:blipFill rotWithShape="1">
          <a:blip r:embed="rId6">
            <a:alphaModFix/>
          </a:blip>
          <a:srcRect b="0" l="0" r="0" t="0"/>
          <a:stretch/>
        </p:blipFill>
        <p:spPr>
          <a:xfrm>
            <a:off x="9391650" y="3032287"/>
            <a:ext cx="104775" cy="104775"/>
          </a:xfrm>
          <a:prstGeom prst="rect">
            <a:avLst/>
          </a:prstGeom>
          <a:noFill/>
          <a:ln>
            <a:noFill/>
          </a:ln>
        </p:spPr>
      </p:pic>
      <p:pic>
        <p:nvPicPr>
          <p:cNvPr id="372" name="Google Shape;372;p11"/>
          <p:cNvPicPr preferRelativeResize="0"/>
          <p:nvPr/>
        </p:nvPicPr>
        <p:blipFill rotWithShape="1">
          <a:blip r:embed="rId6">
            <a:alphaModFix/>
          </a:blip>
          <a:srcRect b="0" l="0" r="0" t="0"/>
          <a:stretch/>
        </p:blipFill>
        <p:spPr>
          <a:xfrm>
            <a:off x="9391650" y="3889537"/>
            <a:ext cx="104775" cy="104775"/>
          </a:xfrm>
          <a:prstGeom prst="rect">
            <a:avLst/>
          </a:prstGeom>
          <a:noFill/>
          <a:ln>
            <a:noFill/>
          </a:ln>
        </p:spPr>
      </p:pic>
      <p:pic>
        <p:nvPicPr>
          <p:cNvPr id="373" name="Google Shape;373;p11"/>
          <p:cNvPicPr preferRelativeResize="0"/>
          <p:nvPr/>
        </p:nvPicPr>
        <p:blipFill rotWithShape="1">
          <a:blip r:embed="rId7">
            <a:alphaModFix/>
          </a:blip>
          <a:srcRect b="0" l="0" r="0" t="0"/>
          <a:stretch/>
        </p:blipFill>
        <p:spPr>
          <a:xfrm>
            <a:off x="9391650" y="4318162"/>
            <a:ext cx="104775" cy="104775"/>
          </a:xfrm>
          <a:prstGeom prst="rect">
            <a:avLst/>
          </a:prstGeom>
          <a:noFill/>
          <a:ln>
            <a:noFill/>
          </a:ln>
        </p:spPr>
      </p:pic>
      <p:pic>
        <p:nvPicPr>
          <p:cNvPr id="374" name="Google Shape;374;p11"/>
          <p:cNvPicPr preferRelativeResize="0"/>
          <p:nvPr/>
        </p:nvPicPr>
        <p:blipFill rotWithShape="1">
          <a:blip r:embed="rId6">
            <a:alphaModFix/>
          </a:blip>
          <a:srcRect b="0" l="0" r="0" t="0"/>
          <a:stretch/>
        </p:blipFill>
        <p:spPr>
          <a:xfrm>
            <a:off x="9391650" y="5604037"/>
            <a:ext cx="104775" cy="104775"/>
          </a:xfrm>
          <a:prstGeom prst="rect">
            <a:avLst/>
          </a:prstGeom>
          <a:noFill/>
          <a:ln>
            <a:noFill/>
          </a:ln>
        </p:spPr>
      </p:pic>
      <p:pic>
        <p:nvPicPr>
          <p:cNvPr id="375" name="Google Shape;375;p11"/>
          <p:cNvPicPr preferRelativeResize="0"/>
          <p:nvPr/>
        </p:nvPicPr>
        <p:blipFill rotWithShape="1">
          <a:blip r:embed="rId7">
            <a:alphaModFix/>
          </a:blip>
          <a:srcRect b="0" l="0" r="0" t="0"/>
          <a:stretch/>
        </p:blipFill>
        <p:spPr>
          <a:xfrm>
            <a:off x="9391650" y="6032662"/>
            <a:ext cx="104775" cy="104775"/>
          </a:xfrm>
          <a:prstGeom prst="rect">
            <a:avLst/>
          </a:prstGeom>
          <a:noFill/>
          <a:ln>
            <a:noFill/>
          </a:ln>
        </p:spPr>
      </p:pic>
      <p:pic>
        <p:nvPicPr>
          <p:cNvPr id="376" name="Google Shape;376;p11"/>
          <p:cNvPicPr preferRelativeResize="0"/>
          <p:nvPr/>
        </p:nvPicPr>
        <p:blipFill rotWithShape="1">
          <a:blip r:embed="rId8">
            <a:alphaModFix/>
          </a:blip>
          <a:srcRect b="0" l="0" r="0" t="0"/>
          <a:stretch/>
        </p:blipFill>
        <p:spPr>
          <a:xfrm>
            <a:off x="9391650" y="6461287"/>
            <a:ext cx="104775" cy="104775"/>
          </a:xfrm>
          <a:prstGeom prst="rect">
            <a:avLst/>
          </a:prstGeom>
          <a:noFill/>
          <a:ln>
            <a:noFill/>
          </a:ln>
        </p:spPr>
      </p:pic>
      <p:pic>
        <p:nvPicPr>
          <p:cNvPr id="377" name="Google Shape;377;p11"/>
          <p:cNvPicPr preferRelativeResize="0"/>
          <p:nvPr/>
        </p:nvPicPr>
        <p:blipFill rotWithShape="1">
          <a:blip r:embed="rId8">
            <a:alphaModFix/>
          </a:blip>
          <a:srcRect b="0" l="0" r="0" t="0"/>
          <a:stretch/>
        </p:blipFill>
        <p:spPr>
          <a:xfrm>
            <a:off x="9391650" y="7747162"/>
            <a:ext cx="104775" cy="104775"/>
          </a:xfrm>
          <a:prstGeom prst="rect">
            <a:avLst/>
          </a:prstGeom>
          <a:noFill/>
          <a:ln>
            <a:noFill/>
          </a:ln>
        </p:spPr>
      </p:pic>
      <p:pic>
        <p:nvPicPr>
          <p:cNvPr id="378" name="Google Shape;378;p11"/>
          <p:cNvPicPr preferRelativeResize="0"/>
          <p:nvPr/>
        </p:nvPicPr>
        <p:blipFill rotWithShape="1">
          <a:blip r:embed="rId8">
            <a:alphaModFix/>
          </a:blip>
          <a:srcRect b="0" l="0" r="0" t="0"/>
          <a:stretch/>
        </p:blipFill>
        <p:spPr>
          <a:xfrm>
            <a:off x="9391650" y="8604412"/>
            <a:ext cx="104775" cy="104775"/>
          </a:xfrm>
          <a:prstGeom prst="rect">
            <a:avLst/>
          </a:prstGeom>
          <a:noFill/>
          <a:ln>
            <a:noFill/>
          </a:ln>
        </p:spPr>
      </p:pic>
      <p:pic>
        <p:nvPicPr>
          <p:cNvPr id="379" name="Google Shape;379;p11"/>
          <p:cNvPicPr preferRelativeResize="0"/>
          <p:nvPr/>
        </p:nvPicPr>
        <p:blipFill rotWithShape="1">
          <a:blip r:embed="rId8">
            <a:alphaModFix/>
          </a:blip>
          <a:srcRect b="0" l="0" r="0" t="0"/>
          <a:stretch/>
        </p:blipFill>
        <p:spPr>
          <a:xfrm>
            <a:off x="9391650" y="9033037"/>
            <a:ext cx="104775" cy="104775"/>
          </a:xfrm>
          <a:prstGeom prst="rect">
            <a:avLst/>
          </a:prstGeom>
          <a:noFill/>
          <a:ln>
            <a:noFill/>
          </a:ln>
        </p:spPr>
      </p:pic>
      <p:sp>
        <p:nvSpPr>
          <p:cNvPr id="380" name="Google Shape;380;p11"/>
          <p:cNvSpPr txBox="1"/>
          <p:nvPr/>
        </p:nvSpPr>
        <p:spPr>
          <a:xfrm>
            <a:off x="9131300" y="2376325"/>
            <a:ext cx="7358380" cy="6883400"/>
          </a:xfrm>
          <a:prstGeom prst="rect">
            <a:avLst/>
          </a:prstGeom>
          <a:noFill/>
          <a:ln>
            <a:noFill/>
          </a:ln>
        </p:spPr>
        <p:txBody>
          <a:bodyPr anchorCtr="0" anchor="t" bIns="0" lIns="0" spcFirstLastPara="1" rIns="0" wrap="square" tIns="74925">
            <a:spAutoFit/>
          </a:bodyPr>
          <a:lstStyle/>
          <a:p>
            <a:pPr indent="-260350" lvl="0" marL="269875" marR="0" rtl="0" algn="l">
              <a:lnSpc>
                <a:spcPct val="100000"/>
              </a:lnSpc>
              <a:spcBef>
                <a:spcPts val="0"/>
              </a:spcBef>
              <a:spcAft>
                <a:spcPts val="0"/>
              </a:spcAft>
              <a:buClr>
                <a:srgbClr val="000000"/>
              </a:buClr>
              <a:buSzPts val="2300"/>
              <a:buFont typeface="Tahoma"/>
              <a:buAutoNum type="arabicPeriod" startAt="4"/>
            </a:pPr>
            <a:r>
              <a:rPr b="0" i="0" lang="en-US" sz="2400" u="none" cap="none" strike="noStrike">
                <a:solidFill>
                  <a:srgbClr val="000000"/>
                </a:solidFill>
                <a:latin typeface="Tahoma"/>
                <a:ea typeface="Tahoma"/>
                <a:cs typeface="Tahoma"/>
                <a:sym typeface="Tahoma"/>
              </a:rPr>
              <a:t>Salud:</a:t>
            </a:r>
            <a:endParaRPr/>
          </a:p>
          <a:p>
            <a:pPr indent="0" lvl="0" marL="535940" marR="1082040" rtl="0" algn="l">
              <a:lnSpc>
                <a:spcPct val="117200"/>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Almacenamiento de registros médicos y tratamientos.</a:t>
            </a:r>
            <a:endParaRPr/>
          </a:p>
          <a:p>
            <a:pPr indent="0" lvl="0" marL="535940" marR="0" rtl="0" algn="l">
              <a:lnSpc>
                <a:spcPct val="100000"/>
              </a:lnSpc>
              <a:spcBef>
                <a:spcPts val="495"/>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Gestión de citas y horarios.</a:t>
            </a:r>
            <a:endParaRPr/>
          </a:p>
          <a:p>
            <a:pPr indent="0" lvl="0" marL="535940" marR="5080" rtl="0" algn="l">
              <a:lnSpc>
                <a:spcPct val="117200"/>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Seguimiento de inventarios de medicamentos y suministros médicos.</a:t>
            </a:r>
            <a:endParaRPr/>
          </a:p>
          <a:p>
            <a:pPr indent="-260350" lvl="0" marL="269875" marR="0" rtl="0" algn="l">
              <a:lnSpc>
                <a:spcPct val="100000"/>
              </a:lnSpc>
              <a:spcBef>
                <a:spcPts val="495"/>
              </a:spcBef>
              <a:spcAft>
                <a:spcPts val="0"/>
              </a:spcAft>
              <a:buClr>
                <a:srgbClr val="000000"/>
              </a:buClr>
              <a:buSzPts val="2300"/>
              <a:buFont typeface="Tahoma"/>
              <a:buAutoNum type="arabicPeriod" startAt="5"/>
            </a:pPr>
            <a:r>
              <a:rPr b="0" i="0" lang="en-US" sz="2400" u="none" cap="none" strike="noStrike">
                <a:solidFill>
                  <a:srgbClr val="000000"/>
                </a:solidFill>
                <a:latin typeface="Tahoma"/>
                <a:ea typeface="Tahoma"/>
                <a:cs typeface="Tahoma"/>
                <a:sym typeface="Tahoma"/>
              </a:rPr>
              <a:t>Gobierno y Servicios Públicos:</a:t>
            </a:r>
            <a:endParaRPr/>
          </a:p>
          <a:p>
            <a:pPr indent="0" lvl="0" marL="535940" marR="118745" rtl="0" algn="l">
              <a:lnSpc>
                <a:spcPct val="117200"/>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Gestión de registros de ciudadanos y servicios. Seguimiento de impuestos y finanzas.</a:t>
            </a:r>
            <a:endParaRPr/>
          </a:p>
          <a:p>
            <a:pPr indent="0" lvl="0" marL="535940" marR="267970" rtl="0" algn="l">
              <a:lnSpc>
                <a:spcPct val="117200"/>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Administración de datos de infraestructuras y recursos públicos.</a:t>
            </a:r>
            <a:endParaRPr/>
          </a:p>
          <a:p>
            <a:pPr indent="-260350" lvl="0" marL="269875" marR="0" rtl="0" algn="l">
              <a:lnSpc>
                <a:spcPct val="100000"/>
              </a:lnSpc>
              <a:spcBef>
                <a:spcPts val="490"/>
              </a:spcBef>
              <a:spcAft>
                <a:spcPts val="0"/>
              </a:spcAft>
              <a:buClr>
                <a:srgbClr val="000000"/>
              </a:buClr>
              <a:buSzPts val="2300"/>
              <a:buFont typeface="Tahoma"/>
              <a:buAutoNum type="arabicPeriod" startAt="6"/>
            </a:pPr>
            <a:r>
              <a:rPr b="0" i="0" lang="en-US" sz="2400" u="none" cap="none" strike="noStrike">
                <a:solidFill>
                  <a:srgbClr val="000000"/>
                </a:solidFill>
                <a:latin typeface="Tahoma"/>
                <a:ea typeface="Tahoma"/>
                <a:cs typeface="Tahoma"/>
                <a:sym typeface="Tahoma"/>
              </a:rPr>
              <a:t>Investigación y Ciencia:</a:t>
            </a:r>
            <a:endParaRPr/>
          </a:p>
          <a:p>
            <a:pPr indent="0" lvl="0" marL="535940" marR="520065" rtl="0" algn="l">
              <a:lnSpc>
                <a:spcPct val="117200"/>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Almacenamiento de datos experimentales y resultados.</a:t>
            </a:r>
            <a:endParaRPr/>
          </a:p>
          <a:p>
            <a:pPr indent="0" lvl="0" marL="535940" marR="508000" rtl="0" algn="l">
              <a:lnSpc>
                <a:spcPct val="117200"/>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Gestión de bibliografías y referencias. Seguimiento de proyectos y colaboraciones.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2"/>
          <p:cNvSpPr txBox="1"/>
          <p:nvPr>
            <p:ph type="title"/>
          </p:nvPr>
        </p:nvSpPr>
        <p:spPr>
          <a:xfrm>
            <a:off x="2836123" y="33819"/>
            <a:ext cx="11795758" cy="2471980"/>
          </a:xfrm>
          <a:prstGeom prst="rect">
            <a:avLst/>
          </a:prstGeom>
          <a:noFill/>
          <a:ln>
            <a:noFill/>
          </a:ln>
        </p:spPr>
        <p:txBody>
          <a:bodyPr anchorCtr="0" anchor="t" bIns="0" lIns="0" spcFirstLastPara="1" rIns="0" wrap="square" tIns="1125825">
            <a:spAutoFit/>
          </a:bodyPr>
          <a:lstStyle/>
          <a:p>
            <a:pPr indent="0" lvl="0" marL="2965450" rtl="0" algn="l">
              <a:lnSpc>
                <a:spcPct val="100000"/>
              </a:lnSpc>
              <a:spcBef>
                <a:spcPts val="0"/>
              </a:spcBef>
              <a:spcAft>
                <a:spcPts val="0"/>
              </a:spcAft>
              <a:buSzPts val="1400"/>
              <a:buNone/>
            </a:pPr>
            <a:r>
              <a:rPr lang="en-US" sz="7450"/>
              <a:t>¿QUÉ ES UN DBMS?</a:t>
            </a:r>
            <a:endParaRPr/>
          </a:p>
        </p:txBody>
      </p:sp>
      <p:sp>
        <p:nvSpPr>
          <p:cNvPr id="386" name="Google Shape;386;p12"/>
          <p:cNvSpPr txBox="1"/>
          <p:nvPr/>
        </p:nvSpPr>
        <p:spPr>
          <a:xfrm>
            <a:off x="1016000" y="3680820"/>
            <a:ext cx="9417050" cy="4749800"/>
          </a:xfrm>
          <a:prstGeom prst="rect">
            <a:avLst/>
          </a:prstGeom>
          <a:noFill/>
          <a:ln>
            <a:noFill/>
          </a:ln>
        </p:spPr>
        <p:txBody>
          <a:bodyPr anchorCtr="0" anchor="t" bIns="0" lIns="0" spcFirstLastPara="1" rIns="0" wrap="square" tIns="12050">
            <a:spAutoFit/>
          </a:bodyPr>
          <a:lstStyle/>
          <a:p>
            <a:pPr indent="0" lvl="0" marL="12700" marR="5080" rtl="0" algn="just">
              <a:lnSpc>
                <a:spcPct val="115700"/>
              </a:lnSpc>
              <a:spcBef>
                <a:spcPts val="0"/>
              </a:spcBef>
              <a:spcAft>
                <a:spcPts val="0"/>
              </a:spcAft>
              <a:buClr>
                <a:srgbClr val="000000"/>
              </a:buClr>
              <a:buSzPts val="3350"/>
              <a:buFont typeface="Arial"/>
              <a:buNone/>
            </a:pPr>
            <a:r>
              <a:rPr b="0" i="0" lang="en-US" sz="3350" u="none" cap="none" strike="noStrike">
                <a:solidFill>
                  <a:srgbClr val="000000"/>
                </a:solidFill>
                <a:latin typeface="Tahoma"/>
                <a:ea typeface="Tahoma"/>
                <a:cs typeface="Tahoma"/>
                <a:sym typeface="Tahoma"/>
              </a:rPr>
              <a:t>Un  DBMS  (Database  Management  System  o Sistema de Gestión de Bases de Datos) es un software que se utiliza para crear, gestionar y manipular  bases  de  datos.  El  DBMS  actúa como un intermediario entre los usuarios y la base de datos, facilitando el almacenamiento, recuperación y actualización de los datos de manera eficiente y segura.</a:t>
            </a:r>
            <a:endParaRPr/>
          </a:p>
        </p:txBody>
      </p:sp>
      <p:pic>
        <p:nvPicPr>
          <p:cNvPr descr="Database System. Introduction and Background | by Raza Mohamed | Medium" id="387" name="Google Shape;387;p12"/>
          <p:cNvPicPr preferRelativeResize="0"/>
          <p:nvPr/>
        </p:nvPicPr>
        <p:blipFill rotWithShape="1">
          <a:blip r:embed="rId3">
            <a:alphaModFix/>
          </a:blip>
          <a:srcRect b="0" l="0" r="0" t="0"/>
          <a:stretch/>
        </p:blipFill>
        <p:spPr>
          <a:xfrm>
            <a:off x="11440260" y="3275176"/>
            <a:ext cx="6383242" cy="48210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8"/>
          <p:cNvSpPr txBox="1"/>
          <p:nvPr>
            <p:ph type="title"/>
          </p:nvPr>
        </p:nvSpPr>
        <p:spPr>
          <a:xfrm>
            <a:off x="2394928" y="124836"/>
            <a:ext cx="11795758" cy="2283287"/>
          </a:xfrm>
          <a:prstGeom prst="rect">
            <a:avLst/>
          </a:prstGeom>
          <a:noFill/>
          <a:ln>
            <a:noFill/>
          </a:ln>
        </p:spPr>
        <p:txBody>
          <a:bodyPr anchorCtr="0" anchor="t" bIns="0" lIns="0" spcFirstLastPara="1" rIns="0" wrap="square" tIns="1125825">
            <a:spAutoFit/>
          </a:bodyPr>
          <a:lstStyle/>
          <a:p>
            <a:pPr indent="0" lvl="0" marL="2965450" rtl="0" algn="l">
              <a:lnSpc>
                <a:spcPct val="100000"/>
              </a:lnSpc>
              <a:spcBef>
                <a:spcPts val="0"/>
              </a:spcBef>
              <a:spcAft>
                <a:spcPts val="0"/>
              </a:spcAft>
              <a:buSzPts val="1400"/>
              <a:buNone/>
            </a:pPr>
            <a:r>
              <a:rPr lang="en-US" sz="7450"/>
              <a:t>¿QUÉ ES UN RDBMS?</a:t>
            </a:r>
            <a:endParaRPr/>
          </a:p>
        </p:txBody>
      </p:sp>
      <p:sp>
        <p:nvSpPr>
          <p:cNvPr id="393" name="Google Shape;393;p28"/>
          <p:cNvSpPr txBox="1"/>
          <p:nvPr/>
        </p:nvSpPr>
        <p:spPr>
          <a:xfrm>
            <a:off x="1016000" y="3680820"/>
            <a:ext cx="9417050" cy="4198057"/>
          </a:xfrm>
          <a:prstGeom prst="rect">
            <a:avLst/>
          </a:prstGeom>
          <a:noFill/>
          <a:ln>
            <a:noFill/>
          </a:ln>
        </p:spPr>
        <p:txBody>
          <a:bodyPr anchorCtr="0" anchor="t" bIns="0" lIns="0" spcFirstLastPara="1" rIns="0" wrap="square" tIns="12050">
            <a:spAutoFit/>
          </a:bodyPr>
          <a:lstStyle/>
          <a:p>
            <a:pPr indent="0" lvl="0" marL="12700" marR="5080" rtl="0" algn="just">
              <a:lnSpc>
                <a:spcPct val="115700"/>
              </a:lnSpc>
              <a:spcBef>
                <a:spcPts val="0"/>
              </a:spcBef>
              <a:spcAft>
                <a:spcPts val="0"/>
              </a:spcAft>
              <a:buClr>
                <a:srgbClr val="000000"/>
              </a:buClr>
              <a:buSzPts val="3350"/>
              <a:buFont typeface="Arial"/>
              <a:buNone/>
            </a:pPr>
            <a:r>
              <a:rPr b="0" i="0" lang="en-US" sz="3350" u="none" cap="none" strike="noStrike">
                <a:solidFill>
                  <a:srgbClr val="000000"/>
                </a:solidFill>
                <a:latin typeface="Tahoma"/>
                <a:ea typeface="Tahoma"/>
                <a:cs typeface="Tahoma"/>
                <a:sym typeface="Tahoma"/>
              </a:rPr>
              <a:t>Un RDBMS (Relational Database Management System) es un sistema de gestión de bases de datos basado en el modelo relacional. En términos sencillos, es el software que te permite crear, actualizar, administrar e interactuar con una base de datos donde la información se organiza en tablas.</a:t>
            </a:r>
            <a:endParaRPr/>
          </a:p>
        </p:txBody>
      </p:sp>
      <p:pic>
        <p:nvPicPr>
          <p:cNvPr descr="BASICS OF RDBMS. What is RDBMS ?? | by All-in-one StudyPoint | Medium" id="394" name="Google Shape;394;p28"/>
          <p:cNvPicPr preferRelativeResize="0"/>
          <p:nvPr/>
        </p:nvPicPr>
        <p:blipFill rotWithShape="1">
          <a:blip r:embed="rId3">
            <a:alphaModFix/>
          </a:blip>
          <a:srcRect b="0" l="0" r="0" t="0"/>
          <a:stretch/>
        </p:blipFill>
        <p:spPr>
          <a:xfrm>
            <a:off x="11109372" y="3777070"/>
            <a:ext cx="6162628" cy="346647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9"/>
          <p:cNvSpPr txBox="1"/>
          <p:nvPr>
            <p:ph type="title"/>
          </p:nvPr>
        </p:nvSpPr>
        <p:spPr>
          <a:xfrm>
            <a:off x="2394928" y="124836"/>
            <a:ext cx="11795758" cy="2283287"/>
          </a:xfrm>
          <a:prstGeom prst="rect">
            <a:avLst/>
          </a:prstGeom>
          <a:noFill/>
          <a:ln>
            <a:noFill/>
          </a:ln>
        </p:spPr>
        <p:txBody>
          <a:bodyPr anchorCtr="0" anchor="t" bIns="0" lIns="0" spcFirstLastPara="1" rIns="0" wrap="square" tIns="1125825">
            <a:spAutoFit/>
          </a:bodyPr>
          <a:lstStyle/>
          <a:p>
            <a:pPr indent="0" lvl="0" marL="2965450" rtl="0" algn="l">
              <a:lnSpc>
                <a:spcPct val="100000"/>
              </a:lnSpc>
              <a:spcBef>
                <a:spcPts val="0"/>
              </a:spcBef>
              <a:spcAft>
                <a:spcPts val="0"/>
              </a:spcAft>
              <a:buSzPts val="1400"/>
              <a:buNone/>
            </a:pPr>
            <a:r>
              <a:rPr lang="en-US" sz="7450"/>
              <a:t>DBMS vs RDBMS</a:t>
            </a:r>
            <a:endParaRPr/>
          </a:p>
        </p:txBody>
      </p:sp>
      <p:sp>
        <p:nvSpPr>
          <p:cNvPr id="400" name="Google Shape;400;p29"/>
          <p:cNvSpPr txBox="1"/>
          <p:nvPr/>
        </p:nvSpPr>
        <p:spPr>
          <a:xfrm>
            <a:off x="1152476" y="3093966"/>
            <a:ext cx="15579679" cy="5010459"/>
          </a:xfrm>
          <a:prstGeom prst="rect">
            <a:avLst/>
          </a:prstGeom>
          <a:noFill/>
          <a:ln>
            <a:noFill/>
          </a:ln>
        </p:spPr>
        <p:txBody>
          <a:bodyPr anchorCtr="0" anchor="t" bIns="0" lIns="0" spcFirstLastPara="1" rIns="0" wrap="square" tIns="12050">
            <a:spAutoFit/>
          </a:bodyPr>
          <a:lstStyle/>
          <a:p>
            <a:pPr indent="0" lvl="0" marL="12700" marR="5080" rtl="0" algn="just">
              <a:lnSpc>
                <a:spcPct val="115700"/>
              </a:lnSpc>
              <a:spcBef>
                <a:spcPts val="0"/>
              </a:spcBef>
              <a:spcAft>
                <a:spcPts val="0"/>
              </a:spcAft>
              <a:buClr>
                <a:srgbClr val="000000"/>
              </a:buClr>
              <a:buSzPts val="2000"/>
              <a:buFont typeface="Arial"/>
              <a:buNone/>
            </a:pPr>
            <a:r>
              <a:rPr b="0" i="0" lang="en-US" sz="2000" u="none" cap="none" strike="noStrike">
                <a:solidFill>
                  <a:srgbClr val="000000"/>
                </a:solidFill>
                <a:latin typeface="Tahoma"/>
                <a:ea typeface="Tahoma"/>
                <a:cs typeface="Tahoma"/>
                <a:sym typeface="Tahoma"/>
              </a:rPr>
              <a:t>La principal diferencia es que un DBMS (Sistema de Gestión de Bases de Datos) administra datos como archivos, mientras que un RDBMS (Sistema de Gestión de Bases de Datos Relacionales) es un tipo avanzado de DBMS que organiza datos en tablas relacionadas (filas y columnas). Los RDBMS utilizan SQL para garantizar la integridad y el acceso multiusuario, superando a los DBMS básicos</a:t>
            </a:r>
            <a:endParaRPr/>
          </a:p>
          <a:p>
            <a:pPr indent="0" lvl="0" marL="12700" marR="5080" rtl="0" algn="just">
              <a:lnSpc>
                <a:spcPct val="115700"/>
              </a:lnSpc>
              <a:spcBef>
                <a:spcPts val="0"/>
              </a:spcBef>
              <a:spcAft>
                <a:spcPts val="0"/>
              </a:spcAft>
              <a:buClr>
                <a:srgbClr val="000000"/>
              </a:buClr>
              <a:buSzPts val="2000"/>
              <a:buFont typeface="Arial"/>
              <a:buNone/>
            </a:pPr>
            <a:r>
              <a:t/>
            </a:r>
            <a:endParaRPr b="0" i="0" sz="2000" u="none" cap="none" strike="noStrike">
              <a:solidFill>
                <a:srgbClr val="000000"/>
              </a:solidFill>
              <a:latin typeface="Tahoma"/>
              <a:ea typeface="Tahoma"/>
              <a:cs typeface="Tahoma"/>
              <a:sym typeface="Tahoma"/>
            </a:endParaRPr>
          </a:p>
          <a:p>
            <a:pPr indent="0" lvl="0" marL="12700" marR="5080" rtl="0" algn="just">
              <a:lnSpc>
                <a:spcPct val="115700"/>
              </a:lnSpc>
              <a:spcBef>
                <a:spcPts val="0"/>
              </a:spcBef>
              <a:spcAft>
                <a:spcPts val="0"/>
              </a:spcAft>
              <a:buClr>
                <a:srgbClr val="000000"/>
              </a:buClr>
              <a:buSzPts val="2000"/>
              <a:buFont typeface="Arial"/>
              <a:buNone/>
            </a:pPr>
            <a:r>
              <a:rPr b="0" i="0" lang="en-US" sz="2000" u="none" cap="none" strike="noStrike">
                <a:solidFill>
                  <a:srgbClr val="000000"/>
                </a:solidFill>
                <a:latin typeface="Tahoma"/>
                <a:ea typeface="Tahoma"/>
                <a:cs typeface="Tahoma"/>
                <a:sym typeface="Tahoma"/>
              </a:rPr>
              <a:t>Principales Diferencias:</a:t>
            </a:r>
            <a:endParaRPr/>
          </a:p>
          <a:p>
            <a:pPr indent="-342900" lvl="0" marL="355600" marR="5080" rtl="0" algn="just">
              <a:lnSpc>
                <a:spcPct val="115700"/>
              </a:lnSpc>
              <a:spcBef>
                <a:spcPts val="0"/>
              </a:spcBef>
              <a:spcAft>
                <a:spcPts val="0"/>
              </a:spcAft>
              <a:buClr>
                <a:srgbClr val="000000"/>
              </a:buClr>
              <a:buSzPts val="2000"/>
              <a:buFont typeface="Arial"/>
              <a:buChar char="•"/>
            </a:pPr>
            <a:r>
              <a:rPr b="0" i="0" lang="en-US" sz="2000" u="none" cap="none" strike="noStrike">
                <a:solidFill>
                  <a:srgbClr val="000000"/>
                </a:solidFill>
                <a:latin typeface="Tahoma"/>
                <a:ea typeface="Tahoma"/>
                <a:cs typeface="Tahoma"/>
                <a:sym typeface="Tahoma"/>
              </a:rPr>
              <a:t>Estructura: DBMS almacena datos en archivos jerárquicos o de red. RDBMS utiliza tablas (filas/columnas) con relaciones definidas (claves primarias/foráneas).</a:t>
            </a:r>
            <a:endParaRPr/>
          </a:p>
          <a:p>
            <a:pPr indent="-342900" lvl="0" marL="355600" marR="5080" rtl="0" algn="just">
              <a:lnSpc>
                <a:spcPct val="115700"/>
              </a:lnSpc>
              <a:spcBef>
                <a:spcPts val="0"/>
              </a:spcBef>
              <a:spcAft>
                <a:spcPts val="0"/>
              </a:spcAft>
              <a:buClr>
                <a:srgbClr val="000000"/>
              </a:buClr>
              <a:buSzPts val="2000"/>
              <a:buFont typeface="Arial"/>
              <a:buChar char="•"/>
            </a:pPr>
            <a:r>
              <a:rPr b="0" i="0" lang="en-US" sz="2000" u="none" cap="none" strike="noStrike">
                <a:solidFill>
                  <a:srgbClr val="000000"/>
                </a:solidFill>
                <a:latin typeface="Tahoma"/>
                <a:ea typeface="Tahoma"/>
                <a:cs typeface="Tahoma"/>
                <a:sym typeface="Tahoma"/>
              </a:rPr>
              <a:t>Acceso a datos: DBMS suele ser para un solo usuario. RDBMS está diseñado para múltiples usuarios concurrentes.</a:t>
            </a:r>
            <a:endParaRPr/>
          </a:p>
          <a:p>
            <a:pPr indent="-342900" lvl="0" marL="355600" marR="5080" rtl="0" algn="just">
              <a:lnSpc>
                <a:spcPct val="115700"/>
              </a:lnSpc>
              <a:spcBef>
                <a:spcPts val="0"/>
              </a:spcBef>
              <a:spcAft>
                <a:spcPts val="0"/>
              </a:spcAft>
              <a:buClr>
                <a:srgbClr val="000000"/>
              </a:buClr>
              <a:buSzPts val="2000"/>
              <a:buFont typeface="Arial"/>
              <a:buChar char="•"/>
            </a:pPr>
            <a:r>
              <a:rPr b="0" i="0" lang="en-US" sz="2000" u="none" cap="none" strike="noStrike">
                <a:solidFill>
                  <a:srgbClr val="000000"/>
                </a:solidFill>
                <a:latin typeface="Tahoma"/>
                <a:ea typeface="Tahoma"/>
                <a:cs typeface="Tahoma"/>
                <a:sym typeface="Tahoma"/>
              </a:rPr>
              <a:t>Lenguaje: RDBMS utiliza SQL para gestionar los datos. Los DBMS pueden no requerir SQL.</a:t>
            </a:r>
            <a:endParaRPr/>
          </a:p>
          <a:p>
            <a:pPr indent="-342900" lvl="0" marL="355600" marR="5080" rtl="0" algn="just">
              <a:lnSpc>
                <a:spcPct val="115700"/>
              </a:lnSpc>
              <a:spcBef>
                <a:spcPts val="0"/>
              </a:spcBef>
              <a:spcAft>
                <a:spcPts val="0"/>
              </a:spcAft>
              <a:buClr>
                <a:srgbClr val="000000"/>
              </a:buClr>
              <a:buSzPts val="2000"/>
              <a:buFont typeface="Arial"/>
              <a:buChar char="•"/>
            </a:pPr>
            <a:r>
              <a:rPr b="0" i="0" lang="en-US" sz="2000" u="none" cap="none" strike="noStrike">
                <a:solidFill>
                  <a:srgbClr val="000000"/>
                </a:solidFill>
                <a:latin typeface="Tahoma"/>
                <a:ea typeface="Tahoma"/>
                <a:cs typeface="Tahoma"/>
                <a:sym typeface="Tahoma"/>
              </a:rPr>
              <a:t>Integridad y Redundancia: RDBMS ofrece soporte para integridad de datos y relaciones complejas, reduciendo la redundancia. Los DBMS básicos tienen menor integridad.</a:t>
            </a:r>
            <a:endParaRPr/>
          </a:p>
          <a:p>
            <a:pPr indent="-342900" lvl="0" marL="355600" marR="5080" rtl="0" algn="just">
              <a:lnSpc>
                <a:spcPct val="115700"/>
              </a:lnSpc>
              <a:spcBef>
                <a:spcPts val="0"/>
              </a:spcBef>
              <a:spcAft>
                <a:spcPts val="0"/>
              </a:spcAft>
              <a:buClr>
                <a:srgbClr val="000000"/>
              </a:buClr>
              <a:buSzPts val="2000"/>
              <a:buFont typeface="Arial"/>
              <a:buChar char="•"/>
            </a:pPr>
            <a:r>
              <a:rPr b="0" i="0" lang="en-US" sz="2000" u="none" cap="none" strike="noStrike">
                <a:solidFill>
                  <a:srgbClr val="000000"/>
                </a:solidFill>
                <a:latin typeface="Tahoma"/>
                <a:ea typeface="Tahoma"/>
                <a:cs typeface="Tahoma"/>
                <a:sym typeface="Tahoma"/>
              </a:rPr>
              <a:t>Ejemplos: DBMS: XML, NoSQL, orientados a objetos, archivos planos. RDBMS: MySQL, PostgreSQL, Oracle, SQL Server</a:t>
            </a:r>
            <a:endParaRPr/>
          </a:p>
          <a:p>
            <a:pPr indent="0" lvl="0" marL="12700" marR="5080" rtl="0" algn="just">
              <a:lnSpc>
                <a:spcPct val="115700"/>
              </a:lnSpc>
              <a:spcBef>
                <a:spcPts val="0"/>
              </a:spcBef>
              <a:spcAft>
                <a:spcPts val="0"/>
              </a:spcAft>
              <a:buClr>
                <a:srgbClr val="000000"/>
              </a:buClr>
              <a:buSzPts val="2000"/>
              <a:buFont typeface="Arial"/>
              <a:buNone/>
            </a:pPr>
            <a:r>
              <a:t/>
            </a:r>
            <a:endParaRPr b="0" i="0" sz="2000" u="none" cap="none" strike="noStrike">
              <a:solidFill>
                <a:srgbClr val="000000"/>
              </a:solidFill>
              <a:latin typeface="Tahoma"/>
              <a:ea typeface="Tahoma"/>
              <a:cs typeface="Tahoma"/>
              <a:sym typeface="Tahoma"/>
            </a:endParaRPr>
          </a:p>
          <a:p>
            <a:pPr indent="0" lvl="0" marL="12700" marR="5080" rtl="0" algn="just">
              <a:lnSpc>
                <a:spcPct val="115700"/>
              </a:lnSpc>
              <a:spcBef>
                <a:spcPts val="0"/>
              </a:spcBef>
              <a:spcAft>
                <a:spcPts val="0"/>
              </a:spcAft>
              <a:buClr>
                <a:srgbClr val="000000"/>
              </a:buClr>
              <a:buSzPts val="2000"/>
              <a:buFont typeface="Arial"/>
              <a:buNone/>
            </a:pPr>
            <a:r>
              <a:t/>
            </a:r>
            <a:endParaRPr b="0" i="0" sz="2000" u="none" cap="none" strike="noStrike">
              <a:solidFill>
                <a:srgbClr val="000000"/>
              </a:solidFill>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3"/>
          <p:cNvSpPr txBox="1"/>
          <p:nvPr>
            <p:ph type="title"/>
          </p:nvPr>
        </p:nvSpPr>
        <p:spPr>
          <a:xfrm>
            <a:off x="1444650" y="457925"/>
            <a:ext cx="14206200" cy="9897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6350"/>
              <a:t>FUNCIONES PRINCIPALES DE UN RDBMS</a:t>
            </a:r>
            <a:endParaRPr/>
          </a:p>
        </p:txBody>
      </p:sp>
      <p:pic>
        <p:nvPicPr>
          <p:cNvPr id="406" name="Google Shape;406;p13"/>
          <p:cNvPicPr preferRelativeResize="0"/>
          <p:nvPr/>
        </p:nvPicPr>
        <p:blipFill rotWithShape="1">
          <a:blip r:embed="rId3">
            <a:alphaModFix/>
          </a:blip>
          <a:srcRect b="0" l="0" r="0" t="0"/>
          <a:stretch/>
        </p:blipFill>
        <p:spPr>
          <a:xfrm>
            <a:off x="1519687" y="2087855"/>
            <a:ext cx="114299" cy="114300"/>
          </a:xfrm>
          <a:prstGeom prst="rect">
            <a:avLst/>
          </a:prstGeom>
          <a:noFill/>
          <a:ln>
            <a:noFill/>
          </a:ln>
        </p:spPr>
      </p:pic>
      <p:pic>
        <p:nvPicPr>
          <p:cNvPr id="407" name="Google Shape;407;p13"/>
          <p:cNvPicPr preferRelativeResize="0"/>
          <p:nvPr/>
        </p:nvPicPr>
        <p:blipFill rotWithShape="1">
          <a:blip r:embed="rId4">
            <a:alphaModFix/>
          </a:blip>
          <a:srcRect b="0" l="0" r="0" t="0"/>
          <a:stretch/>
        </p:blipFill>
        <p:spPr>
          <a:xfrm>
            <a:off x="1519687" y="2964155"/>
            <a:ext cx="114299" cy="114300"/>
          </a:xfrm>
          <a:prstGeom prst="rect">
            <a:avLst/>
          </a:prstGeom>
          <a:noFill/>
          <a:ln>
            <a:noFill/>
          </a:ln>
        </p:spPr>
      </p:pic>
      <p:pic>
        <p:nvPicPr>
          <p:cNvPr id="408" name="Google Shape;408;p13"/>
          <p:cNvPicPr preferRelativeResize="0"/>
          <p:nvPr/>
        </p:nvPicPr>
        <p:blipFill rotWithShape="1">
          <a:blip r:embed="rId4">
            <a:alphaModFix/>
          </a:blip>
          <a:srcRect b="0" l="0" r="0" t="0"/>
          <a:stretch/>
        </p:blipFill>
        <p:spPr>
          <a:xfrm>
            <a:off x="1519687" y="3840455"/>
            <a:ext cx="114299" cy="114300"/>
          </a:xfrm>
          <a:prstGeom prst="rect">
            <a:avLst/>
          </a:prstGeom>
          <a:noFill/>
          <a:ln>
            <a:noFill/>
          </a:ln>
        </p:spPr>
      </p:pic>
      <p:pic>
        <p:nvPicPr>
          <p:cNvPr id="409" name="Google Shape;409;p13"/>
          <p:cNvPicPr preferRelativeResize="0"/>
          <p:nvPr/>
        </p:nvPicPr>
        <p:blipFill rotWithShape="1">
          <a:blip r:embed="rId4">
            <a:alphaModFix/>
          </a:blip>
          <a:srcRect b="0" l="0" r="0" t="0"/>
          <a:stretch/>
        </p:blipFill>
        <p:spPr>
          <a:xfrm>
            <a:off x="1519687" y="4278605"/>
            <a:ext cx="114299" cy="114300"/>
          </a:xfrm>
          <a:prstGeom prst="rect">
            <a:avLst/>
          </a:prstGeom>
          <a:noFill/>
          <a:ln>
            <a:noFill/>
          </a:ln>
        </p:spPr>
      </p:pic>
      <p:pic>
        <p:nvPicPr>
          <p:cNvPr id="410" name="Google Shape;410;p13"/>
          <p:cNvPicPr preferRelativeResize="0"/>
          <p:nvPr/>
        </p:nvPicPr>
        <p:blipFill rotWithShape="1">
          <a:blip r:embed="rId4">
            <a:alphaModFix/>
          </a:blip>
          <a:srcRect b="0" l="0" r="0" t="0"/>
          <a:stretch/>
        </p:blipFill>
        <p:spPr>
          <a:xfrm>
            <a:off x="1519687" y="5154905"/>
            <a:ext cx="114299" cy="114300"/>
          </a:xfrm>
          <a:prstGeom prst="rect">
            <a:avLst/>
          </a:prstGeom>
          <a:noFill/>
          <a:ln>
            <a:noFill/>
          </a:ln>
        </p:spPr>
      </p:pic>
      <p:pic>
        <p:nvPicPr>
          <p:cNvPr id="411" name="Google Shape;411;p13"/>
          <p:cNvPicPr preferRelativeResize="0"/>
          <p:nvPr/>
        </p:nvPicPr>
        <p:blipFill rotWithShape="1">
          <a:blip r:embed="rId4">
            <a:alphaModFix/>
          </a:blip>
          <a:srcRect b="0" l="0" r="0" t="0"/>
          <a:stretch/>
        </p:blipFill>
        <p:spPr>
          <a:xfrm>
            <a:off x="1519687" y="5593055"/>
            <a:ext cx="114299" cy="114300"/>
          </a:xfrm>
          <a:prstGeom prst="rect">
            <a:avLst/>
          </a:prstGeom>
          <a:noFill/>
          <a:ln>
            <a:noFill/>
          </a:ln>
        </p:spPr>
      </p:pic>
      <p:pic>
        <p:nvPicPr>
          <p:cNvPr id="412" name="Google Shape;412;p13"/>
          <p:cNvPicPr preferRelativeResize="0"/>
          <p:nvPr/>
        </p:nvPicPr>
        <p:blipFill rotWithShape="1">
          <a:blip r:embed="rId4">
            <a:alphaModFix/>
          </a:blip>
          <a:srcRect b="0" l="0" r="0" t="0"/>
          <a:stretch/>
        </p:blipFill>
        <p:spPr>
          <a:xfrm>
            <a:off x="1519687" y="6469355"/>
            <a:ext cx="114299" cy="114300"/>
          </a:xfrm>
          <a:prstGeom prst="rect">
            <a:avLst/>
          </a:prstGeom>
          <a:noFill/>
          <a:ln>
            <a:noFill/>
          </a:ln>
        </p:spPr>
      </p:pic>
      <p:pic>
        <p:nvPicPr>
          <p:cNvPr id="413" name="Google Shape;413;p13"/>
          <p:cNvPicPr preferRelativeResize="0"/>
          <p:nvPr/>
        </p:nvPicPr>
        <p:blipFill rotWithShape="1">
          <a:blip r:embed="rId5">
            <a:alphaModFix/>
          </a:blip>
          <a:srcRect b="0" l="0" r="0" t="0"/>
          <a:stretch/>
        </p:blipFill>
        <p:spPr>
          <a:xfrm>
            <a:off x="1519687" y="7345655"/>
            <a:ext cx="114299" cy="114300"/>
          </a:xfrm>
          <a:prstGeom prst="rect">
            <a:avLst/>
          </a:prstGeom>
          <a:noFill/>
          <a:ln>
            <a:noFill/>
          </a:ln>
        </p:spPr>
      </p:pic>
      <p:pic>
        <p:nvPicPr>
          <p:cNvPr id="414" name="Google Shape;414;p13"/>
          <p:cNvPicPr preferRelativeResize="0"/>
          <p:nvPr/>
        </p:nvPicPr>
        <p:blipFill rotWithShape="1">
          <a:blip r:embed="rId4">
            <a:alphaModFix/>
          </a:blip>
          <a:srcRect b="0" l="0" r="0" t="0"/>
          <a:stretch/>
        </p:blipFill>
        <p:spPr>
          <a:xfrm>
            <a:off x="1519687" y="8660105"/>
            <a:ext cx="114299" cy="114300"/>
          </a:xfrm>
          <a:prstGeom prst="rect">
            <a:avLst/>
          </a:prstGeom>
          <a:noFill/>
          <a:ln>
            <a:noFill/>
          </a:ln>
        </p:spPr>
      </p:pic>
      <p:pic>
        <p:nvPicPr>
          <p:cNvPr id="415" name="Google Shape;415;p13"/>
          <p:cNvPicPr preferRelativeResize="0"/>
          <p:nvPr/>
        </p:nvPicPr>
        <p:blipFill rotWithShape="1">
          <a:blip r:embed="rId5">
            <a:alphaModFix/>
          </a:blip>
          <a:srcRect b="0" l="0" r="0" t="0"/>
          <a:stretch/>
        </p:blipFill>
        <p:spPr>
          <a:xfrm>
            <a:off x="1519687" y="9536405"/>
            <a:ext cx="114299" cy="114300"/>
          </a:xfrm>
          <a:prstGeom prst="rect">
            <a:avLst/>
          </a:prstGeom>
          <a:noFill/>
          <a:ln>
            <a:noFill/>
          </a:ln>
        </p:spPr>
      </p:pic>
      <p:sp>
        <p:nvSpPr>
          <p:cNvPr id="416" name="Google Shape;416;p13"/>
          <p:cNvSpPr txBox="1"/>
          <p:nvPr/>
        </p:nvSpPr>
        <p:spPr>
          <a:xfrm>
            <a:off x="1259337" y="1433970"/>
            <a:ext cx="14478635" cy="8350250"/>
          </a:xfrm>
          <a:prstGeom prst="rect">
            <a:avLst/>
          </a:prstGeom>
          <a:noFill/>
          <a:ln>
            <a:noFill/>
          </a:ln>
        </p:spPr>
        <p:txBody>
          <a:bodyPr anchorCtr="0" anchor="t" bIns="0" lIns="0" spcFirstLastPara="1" rIns="0" wrap="square" tIns="69200">
            <a:spAutoFit/>
          </a:bodyPr>
          <a:lstStyle/>
          <a:p>
            <a:pPr indent="-271780" lvl="0" marL="278130" marR="0" rtl="0" algn="l">
              <a:lnSpc>
                <a:spcPct val="100000"/>
              </a:lnSpc>
              <a:spcBef>
                <a:spcPts val="0"/>
              </a:spcBef>
              <a:spcAft>
                <a:spcPts val="0"/>
              </a:spcAft>
              <a:buClr>
                <a:srgbClr val="000000"/>
              </a:buClr>
              <a:buSzPts val="2400"/>
              <a:buFont typeface="Tahoma"/>
              <a:buAutoNum type="arabicPeriod"/>
            </a:pPr>
            <a:r>
              <a:rPr b="0" i="0" lang="en-US" sz="2500" u="none" cap="none" strike="noStrike">
                <a:solidFill>
                  <a:srgbClr val="000000"/>
                </a:solidFill>
                <a:latin typeface="Tahoma"/>
                <a:ea typeface="Tahoma"/>
                <a:cs typeface="Tahoma"/>
                <a:sym typeface="Tahoma"/>
              </a:rPr>
              <a:t>Creación y Organización de Bases de Datos:</a:t>
            </a:r>
            <a:endParaRPr/>
          </a:p>
          <a:p>
            <a:pPr indent="0" lvl="0" marL="553720" marR="330200"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Permite crear bases de datos y definir su estructura, incluyendo tablas, campos y relaciones entre tablas.</a:t>
            </a:r>
            <a:endParaRPr/>
          </a:p>
          <a:p>
            <a:pPr indent="0" lvl="0" marL="553720" marR="0" rtl="0" algn="l">
              <a:lnSpc>
                <a:spcPct val="100000"/>
              </a:lnSpc>
              <a:spcBef>
                <a:spcPts val="45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Facilita la organización de datos de manera lógica y estructurada.</a:t>
            </a:r>
            <a:endParaRPr/>
          </a:p>
          <a:p>
            <a:pPr indent="-271780" lvl="0" marL="278765" marR="0" rtl="0" algn="l">
              <a:lnSpc>
                <a:spcPct val="100000"/>
              </a:lnSpc>
              <a:spcBef>
                <a:spcPts val="450"/>
              </a:spcBef>
              <a:spcAft>
                <a:spcPts val="0"/>
              </a:spcAft>
              <a:buClr>
                <a:srgbClr val="000000"/>
              </a:buClr>
              <a:buSzPts val="2400"/>
              <a:buFont typeface="Tahoma"/>
              <a:buAutoNum type="arabicPeriod" startAt="2"/>
            </a:pPr>
            <a:r>
              <a:rPr b="0" i="0" lang="en-US" sz="2500" u="none" cap="none" strike="noStrike">
                <a:solidFill>
                  <a:srgbClr val="000000"/>
                </a:solidFill>
                <a:latin typeface="Tahoma"/>
                <a:ea typeface="Tahoma"/>
                <a:cs typeface="Tahoma"/>
                <a:sym typeface="Tahoma"/>
              </a:rPr>
              <a:t>Almacenamiento y Recuperación de Datos:</a:t>
            </a:r>
            <a:endParaRPr/>
          </a:p>
          <a:p>
            <a:pPr indent="0" lvl="0" marL="553720" marR="0" rtl="0" algn="l">
              <a:lnSpc>
                <a:spcPct val="100000"/>
              </a:lnSpc>
              <a:spcBef>
                <a:spcPts val="45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Almacena grandes cantidades de datos de manera eficiente.</a:t>
            </a:r>
            <a:endParaRPr/>
          </a:p>
          <a:p>
            <a:pPr indent="0" lvl="0" marL="553720" marR="0" rtl="0" algn="l">
              <a:lnSpc>
                <a:spcPct val="100000"/>
              </a:lnSpc>
              <a:spcBef>
                <a:spcPts val="45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Permite recuperar datos rápidamente mediante consultas y búsquedas.</a:t>
            </a:r>
            <a:endParaRPr/>
          </a:p>
          <a:p>
            <a:pPr indent="-271780" lvl="0" marL="278765" marR="0" rtl="0" algn="l">
              <a:lnSpc>
                <a:spcPct val="100000"/>
              </a:lnSpc>
              <a:spcBef>
                <a:spcPts val="450"/>
              </a:spcBef>
              <a:spcAft>
                <a:spcPts val="0"/>
              </a:spcAft>
              <a:buClr>
                <a:srgbClr val="000000"/>
              </a:buClr>
              <a:buSzPts val="2400"/>
              <a:buFont typeface="Tahoma"/>
              <a:buAutoNum type="arabicPeriod" startAt="3"/>
            </a:pPr>
            <a:r>
              <a:rPr b="0" i="0" lang="en-US" sz="2500" u="none" cap="none" strike="noStrike">
                <a:solidFill>
                  <a:srgbClr val="000000"/>
                </a:solidFill>
                <a:latin typeface="Tahoma"/>
                <a:ea typeface="Tahoma"/>
                <a:cs typeface="Tahoma"/>
                <a:sym typeface="Tahoma"/>
              </a:rPr>
              <a:t>Manipulación de Datos:</a:t>
            </a:r>
            <a:endParaRPr/>
          </a:p>
          <a:p>
            <a:pPr indent="0" lvl="0" marL="553720" marR="429259"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Permite realizar operaciones como insertar, actualizar y eliminar datos en la base de datos. Facilita la modificación y gestión de la información almacenada.</a:t>
            </a:r>
            <a:endParaRPr/>
          </a:p>
          <a:p>
            <a:pPr indent="-271780" lvl="0" marL="278765" marR="0" rtl="0" algn="l">
              <a:lnSpc>
                <a:spcPct val="100000"/>
              </a:lnSpc>
              <a:spcBef>
                <a:spcPts val="450"/>
              </a:spcBef>
              <a:spcAft>
                <a:spcPts val="0"/>
              </a:spcAft>
              <a:buClr>
                <a:srgbClr val="000000"/>
              </a:buClr>
              <a:buSzPts val="2400"/>
              <a:buFont typeface="Tahoma"/>
              <a:buAutoNum type="arabicPeriod" startAt="4"/>
            </a:pPr>
            <a:r>
              <a:rPr b="0" i="0" lang="en-US" sz="2500" u="none" cap="none" strike="noStrike">
                <a:solidFill>
                  <a:srgbClr val="000000"/>
                </a:solidFill>
                <a:latin typeface="Tahoma"/>
                <a:ea typeface="Tahoma"/>
                <a:cs typeface="Tahoma"/>
                <a:sym typeface="Tahoma"/>
              </a:rPr>
              <a:t>Control de Acceso y Seguridad:</a:t>
            </a:r>
            <a:endParaRPr/>
          </a:p>
          <a:p>
            <a:pPr indent="0" lvl="0" marL="553720" marR="5080"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Proporciona mecanismos para controlar el acceso a los datos, garantizando que solo usuarios autorizados puedan acceder o modificar la información.</a:t>
            </a:r>
            <a:endParaRPr/>
          </a:p>
          <a:p>
            <a:pPr indent="0" lvl="0" marL="553720" marR="332740"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Ofrece características de seguridad para proteger los datos contra accesos no autorizados y amenazas.</a:t>
            </a:r>
            <a:endParaRPr/>
          </a:p>
          <a:p>
            <a:pPr indent="-271780" lvl="0" marL="278765" marR="0" rtl="0" algn="l">
              <a:lnSpc>
                <a:spcPct val="100000"/>
              </a:lnSpc>
              <a:spcBef>
                <a:spcPts val="450"/>
              </a:spcBef>
              <a:spcAft>
                <a:spcPts val="0"/>
              </a:spcAft>
              <a:buClr>
                <a:srgbClr val="000000"/>
              </a:buClr>
              <a:buSzPts val="2400"/>
              <a:buFont typeface="Tahoma"/>
              <a:buAutoNum type="arabicPeriod" startAt="5"/>
            </a:pPr>
            <a:r>
              <a:rPr b="0" i="0" lang="en-US" sz="2500" u="none" cap="none" strike="noStrike">
                <a:solidFill>
                  <a:srgbClr val="000000"/>
                </a:solidFill>
                <a:latin typeface="Tahoma"/>
                <a:ea typeface="Tahoma"/>
                <a:cs typeface="Tahoma"/>
                <a:sym typeface="Tahoma"/>
              </a:rPr>
              <a:t>Integridad de los Datos:</a:t>
            </a:r>
            <a:endParaRPr/>
          </a:p>
          <a:p>
            <a:pPr indent="0" lvl="0" marL="553720" marR="1009650"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Garantiza que los datos sean precisos, coherentes y libres de errores mediante reglas y restricciones de integridad.</a:t>
            </a:r>
            <a:endParaRPr/>
          </a:p>
          <a:p>
            <a:pPr indent="0" lvl="0" marL="553720" marR="0" rtl="0" algn="l">
              <a:lnSpc>
                <a:spcPct val="100000"/>
              </a:lnSpc>
              <a:spcBef>
                <a:spcPts val="45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Evita la duplicación de datos y asegura la consistencia de la información.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0"/>
          <p:cNvSpPr txBox="1"/>
          <p:nvPr>
            <p:ph type="title"/>
          </p:nvPr>
        </p:nvSpPr>
        <p:spPr>
          <a:xfrm>
            <a:off x="1519674" y="457925"/>
            <a:ext cx="14243489" cy="989358"/>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6350"/>
              <a:t>FUNCIONES PRINCIPALES DE UN RDBMS</a:t>
            </a:r>
            <a:endParaRPr/>
          </a:p>
        </p:txBody>
      </p:sp>
      <p:pic>
        <p:nvPicPr>
          <p:cNvPr id="422" name="Google Shape;422;p30"/>
          <p:cNvPicPr preferRelativeResize="0"/>
          <p:nvPr/>
        </p:nvPicPr>
        <p:blipFill rotWithShape="1">
          <a:blip r:embed="rId3">
            <a:alphaModFix/>
          </a:blip>
          <a:srcRect b="0" l="0" r="0" t="0"/>
          <a:stretch/>
        </p:blipFill>
        <p:spPr>
          <a:xfrm>
            <a:off x="1519687" y="2846197"/>
            <a:ext cx="114299" cy="114300"/>
          </a:xfrm>
          <a:prstGeom prst="rect">
            <a:avLst/>
          </a:prstGeom>
          <a:noFill/>
          <a:ln>
            <a:noFill/>
          </a:ln>
        </p:spPr>
      </p:pic>
      <p:pic>
        <p:nvPicPr>
          <p:cNvPr id="423" name="Google Shape;423;p30"/>
          <p:cNvPicPr preferRelativeResize="0"/>
          <p:nvPr/>
        </p:nvPicPr>
        <p:blipFill rotWithShape="1">
          <a:blip r:embed="rId4">
            <a:alphaModFix/>
          </a:blip>
          <a:srcRect b="0" l="0" r="0" t="0"/>
          <a:stretch/>
        </p:blipFill>
        <p:spPr>
          <a:xfrm>
            <a:off x="1519687" y="4160647"/>
            <a:ext cx="114299" cy="114300"/>
          </a:xfrm>
          <a:prstGeom prst="rect">
            <a:avLst/>
          </a:prstGeom>
          <a:noFill/>
          <a:ln>
            <a:noFill/>
          </a:ln>
        </p:spPr>
      </p:pic>
      <p:pic>
        <p:nvPicPr>
          <p:cNvPr id="424" name="Google Shape;424;p30"/>
          <p:cNvPicPr preferRelativeResize="0"/>
          <p:nvPr/>
        </p:nvPicPr>
        <p:blipFill rotWithShape="1">
          <a:blip r:embed="rId4">
            <a:alphaModFix/>
          </a:blip>
          <a:srcRect b="0" l="0" r="0" t="0"/>
          <a:stretch/>
        </p:blipFill>
        <p:spPr>
          <a:xfrm>
            <a:off x="1519687" y="4598797"/>
            <a:ext cx="114299" cy="114300"/>
          </a:xfrm>
          <a:prstGeom prst="rect">
            <a:avLst/>
          </a:prstGeom>
          <a:noFill/>
          <a:ln>
            <a:noFill/>
          </a:ln>
        </p:spPr>
      </p:pic>
      <p:pic>
        <p:nvPicPr>
          <p:cNvPr id="425" name="Google Shape;425;p30"/>
          <p:cNvPicPr preferRelativeResize="0"/>
          <p:nvPr/>
        </p:nvPicPr>
        <p:blipFill rotWithShape="1">
          <a:blip r:embed="rId4">
            <a:alphaModFix/>
          </a:blip>
          <a:srcRect b="0" l="0" r="0" t="0"/>
          <a:stretch/>
        </p:blipFill>
        <p:spPr>
          <a:xfrm>
            <a:off x="1519687" y="5913247"/>
            <a:ext cx="114299" cy="114300"/>
          </a:xfrm>
          <a:prstGeom prst="rect">
            <a:avLst/>
          </a:prstGeom>
          <a:noFill/>
          <a:ln>
            <a:noFill/>
          </a:ln>
        </p:spPr>
      </p:pic>
      <p:pic>
        <p:nvPicPr>
          <p:cNvPr id="426" name="Google Shape;426;p30"/>
          <p:cNvPicPr preferRelativeResize="0"/>
          <p:nvPr/>
        </p:nvPicPr>
        <p:blipFill rotWithShape="1">
          <a:blip r:embed="rId4">
            <a:alphaModFix/>
          </a:blip>
          <a:srcRect b="0" l="0" r="0" t="0"/>
          <a:stretch/>
        </p:blipFill>
        <p:spPr>
          <a:xfrm>
            <a:off x="1519687" y="7227697"/>
            <a:ext cx="114299" cy="114300"/>
          </a:xfrm>
          <a:prstGeom prst="rect">
            <a:avLst/>
          </a:prstGeom>
          <a:noFill/>
          <a:ln>
            <a:noFill/>
          </a:ln>
        </p:spPr>
      </p:pic>
      <p:pic>
        <p:nvPicPr>
          <p:cNvPr id="427" name="Google Shape;427;p30"/>
          <p:cNvPicPr preferRelativeResize="0"/>
          <p:nvPr/>
        </p:nvPicPr>
        <p:blipFill rotWithShape="1">
          <a:blip r:embed="rId5">
            <a:alphaModFix/>
          </a:blip>
          <a:srcRect b="0" l="0" r="0" t="0"/>
          <a:stretch/>
        </p:blipFill>
        <p:spPr>
          <a:xfrm>
            <a:off x="1519687" y="8103997"/>
            <a:ext cx="114299" cy="114300"/>
          </a:xfrm>
          <a:prstGeom prst="rect">
            <a:avLst/>
          </a:prstGeom>
          <a:noFill/>
          <a:ln>
            <a:noFill/>
          </a:ln>
        </p:spPr>
      </p:pic>
      <p:sp>
        <p:nvSpPr>
          <p:cNvPr id="428" name="Google Shape;428;p30"/>
          <p:cNvSpPr txBox="1"/>
          <p:nvPr/>
        </p:nvSpPr>
        <p:spPr>
          <a:xfrm>
            <a:off x="1259337" y="2192312"/>
            <a:ext cx="14870430" cy="6159500"/>
          </a:xfrm>
          <a:prstGeom prst="rect">
            <a:avLst/>
          </a:prstGeom>
          <a:noFill/>
          <a:ln>
            <a:noFill/>
          </a:ln>
        </p:spPr>
        <p:txBody>
          <a:bodyPr anchorCtr="0" anchor="t" bIns="0" lIns="0" spcFirstLastPara="1" rIns="0" wrap="square" tIns="69200">
            <a:spAutoFit/>
          </a:bodyPr>
          <a:lstStyle/>
          <a:p>
            <a:pPr indent="-271780" lvl="0" marL="278130" marR="0" rtl="0" algn="l">
              <a:lnSpc>
                <a:spcPct val="100000"/>
              </a:lnSpc>
              <a:spcBef>
                <a:spcPts val="0"/>
              </a:spcBef>
              <a:spcAft>
                <a:spcPts val="0"/>
              </a:spcAft>
              <a:buClr>
                <a:srgbClr val="000000"/>
              </a:buClr>
              <a:buSzPts val="2400"/>
              <a:buFont typeface="Tahoma"/>
              <a:buAutoNum type="arabicPeriod" startAt="6"/>
            </a:pPr>
            <a:r>
              <a:rPr b="0" i="0" lang="en-US" sz="2500" u="none" cap="none" strike="noStrike">
                <a:solidFill>
                  <a:srgbClr val="000000"/>
                </a:solidFill>
                <a:latin typeface="Tahoma"/>
                <a:ea typeface="Tahoma"/>
                <a:cs typeface="Tahoma"/>
                <a:sym typeface="Tahoma"/>
              </a:rPr>
              <a:t>Gestión de Transacciones:</a:t>
            </a:r>
            <a:endParaRPr/>
          </a:p>
          <a:p>
            <a:pPr indent="0" lvl="0" marL="553720" marR="195580"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Permite la ejecución de transacciones, que son conjuntos de operaciones que se deben realizar de manera completa y correcta.</a:t>
            </a:r>
            <a:endParaRPr/>
          </a:p>
          <a:p>
            <a:pPr indent="-271780" lvl="0" marL="278765" marR="0" rtl="0" algn="l">
              <a:lnSpc>
                <a:spcPct val="100000"/>
              </a:lnSpc>
              <a:spcBef>
                <a:spcPts val="450"/>
              </a:spcBef>
              <a:spcAft>
                <a:spcPts val="0"/>
              </a:spcAft>
              <a:buClr>
                <a:srgbClr val="000000"/>
              </a:buClr>
              <a:buSzPts val="2400"/>
              <a:buFont typeface="Tahoma"/>
              <a:buAutoNum type="arabicPeriod" startAt="7"/>
            </a:pPr>
            <a:r>
              <a:rPr b="0" i="0" lang="en-US" sz="2500" u="none" cap="none" strike="noStrike">
                <a:solidFill>
                  <a:srgbClr val="000000"/>
                </a:solidFill>
                <a:latin typeface="Tahoma"/>
                <a:ea typeface="Tahoma"/>
                <a:cs typeface="Tahoma"/>
                <a:sym typeface="Tahoma"/>
              </a:rPr>
              <a:t>Copias de Seguridad y Recuperación:</a:t>
            </a:r>
            <a:endParaRPr/>
          </a:p>
          <a:p>
            <a:pPr indent="0" lvl="0" marL="553720" marR="0" rtl="0" algn="l">
              <a:lnSpc>
                <a:spcPct val="100000"/>
              </a:lnSpc>
              <a:spcBef>
                <a:spcPts val="45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Ofrece herramientas para realizar copias de seguridad periódicas de la base de datos.</a:t>
            </a:r>
            <a:endParaRPr/>
          </a:p>
          <a:p>
            <a:pPr indent="0" lvl="0" marL="553720" marR="5080"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Facilita la recuperación de datos en caso de fallos, asegurando la continuidad y disponibilidad de la información.</a:t>
            </a:r>
            <a:endParaRPr/>
          </a:p>
          <a:p>
            <a:pPr indent="-271780" lvl="0" marL="278765" marR="0" rtl="0" algn="l">
              <a:lnSpc>
                <a:spcPct val="100000"/>
              </a:lnSpc>
              <a:spcBef>
                <a:spcPts val="450"/>
              </a:spcBef>
              <a:spcAft>
                <a:spcPts val="0"/>
              </a:spcAft>
              <a:buClr>
                <a:srgbClr val="000000"/>
              </a:buClr>
              <a:buSzPts val="2400"/>
              <a:buFont typeface="Tahoma"/>
              <a:buAutoNum type="arabicPeriod" startAt="8"/>
            </a:pPr>
            <a:r>
              <a:rPr b="0" i="0" lang="en-US" sz="2500" u="none" cap="none" strike="noStrike">
                <a:solidFill>
                  <a:srgbClr val="000000"/>
                </a:solidFill>
                <a:latin typeface="Tahoma"/>
                <a:ea typeface="Tahoma"/>
                <a:cs typeface="Tahoma"/>
                <a:sym typeface="Tahoma"/>
              </a:rPr>
              <a:t>Optimización del Rendimiento:</a:t>
            </a:r>
            <a:endParaRPr/>
          </a:p>
          <a:p>
            <a:pPr indent="0" lvl="0" marL="553720" marR="289560"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Proporciona técnicas para mejorar el rendimiento de las consultas y operaciones en la base de datos.</a:t>
            </a:r>
            <a:endParaRPr/>
          </a:p>
          <a:p>
            <a:pPr indent="-271780" lvl="0" marL="278765" marR="0" rtl="0" algn="l">
              <a:lnSpc>
                <a:spcPct val="100000"/>
              </a:lnSpc>
              <a:spcBef>
                <a:spcPts val="450"/>
              </a:spcBef>
              <a:spcAft>
                <a:spcPts val="0"/>
              </a:spcAft>
              <a:buClr>
                <a:srgbClr val="000000"/>
              </a:buClr>
              <a:buSzPts val="2400"/>
              <a:buFont typeface="Tahoma"/>
              <a:buAutoNum type="arabicPeriod" startAt="9"/>
            </a:pPr>
            <a:r>
              <a:rPr b="0" i="0" lang="en-US" sz="2500" u="none" cap="none" strike="noStrike">
                <a:solidFill>
                  <a:srgbClr val="000000"/>
                </a:solidFill>
                <a:latin typeface="Tahoma"/>
                <a:ea typeface="Tahoma"/>
                <a:cs typeface="Tahoma"/>
                <a:sym typeface="Tahoma"/>
              </a:rPr>
              <a:t>Interfaz de Usuario:</a:t>
            </a:r>
            <a:endParaRPr/>
          </a:p>
          <a:p>
            <a:pPr indent="0" lvl="0" marL="553720" marR="558165" rtl="0" algn="l">
              <a:lnSpc>
                <a:spcPct val="114999"/>
              </a:lnSpc>
              <a:spcBef>
                <a:spcPts val="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Proporciona interfaces gráficas y comandos para que los usuarios interactúen con la base de datos de manera intuitiva y sencilla.</a:t>
            </a:r>
            <a:endParaRPr/>
          </a:p>
          <a:p>
            <a:pPr indent="0" lvl="0" marL="553720" marR="0" rtl="0" algn="l">
              <a:lnSpc>
                <a:spcPct val="100000"/>
              </a:lnSpc>
              <a:spcBef>
                <a:spcPts val="450"/>
              </a:spcBef>
              <a:spcAft>
                <a:spcPts val="0"/>
              </a:spcAft>
              <a:buClr>
                <a:srgbClr val="000000"/>
              </a:buClr>
              <a:buSzPts val="2500"/>
              <a:buFont typeface="Arial"/>
              <a:buNone/>
            </a:pPr>
            <a:r>
              <a:rPr b="0" i="0" lang="en-US" sz="2500" u="none" cap="none" strike="noStrike">
                <a:solidFill>
                  <a:srgbClr val="000000"/>
                </a:solidFill>
                <a:latin typeface="Tahoma"/>
                <a:ea typeface="Tahoma"/>
                <a:cs typeface="Tahoma"/>
                <a:sym typeface="Tahoma"/>
              </a:rPr>
              <a:t>Facilita la creación de aplicaciones y sistemas que utilizan la base de datos.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31"/>
          <p:cNvPicPr preferRelativeResize="0"/>
          <p:nvPr/>
        </p:nvPicPr>
        <p:blipFill rotWithShape="1">
          <a:blip r:embed="rId3">
            <a:alphaModFix/>
          </a:blip>
          <a:srcRect b="0" l="0" r="0" t="0"/>
          <a:stretch/>
        </p:blipFill>
        <p:spPr>
          <a:xfrm>
            <a:off x="11366501" y="3154096"/>
            <a:ext cx="5905499" cy="6086459"/>
          </a:xfrm>
          <a:prstGeom prst="rect">
            <a:avLst/>
          </a:prstGeom>
          <a:noFill/>
          <a:ln>
            <a:noFill/>
          </a:ln>
        </p:spPr>
      </p:pic>
      <p:sp>
        <p:nvSpPr>
          <p:cNvPr id="434" name="Google Shape;434;p31"/>
          <p:cNvSpPr txBox="1"/>
          <p:nvPr>
            <p:ph type="title"/>
          </p:nvPr>
        </p:nvSpPr>
        <p:spPr>
          <a:xfrm>
            <a:off x="1610437" y="254875"/>
            <a:ext cx="13075978" cy="2188617"/>
          </a:xfrm>
          <a:prstGeom prst="rect">
            <a:avLst/>
          </a:prstGeom>
          <a:noFill/>
          <a:ln>
            <a:noFill/>
          </a:ln>
        </p:spPr>
        <p:txBody>
          <a:bodyPr anchorCtr="0" anchor="t" bIns="0" lIns="0" spcFirstLastPara="1" rIns="0" wrap="square" tIns="1138750">
            <a:spAutoFit/>
          </a:bodyPr>
          <a:lstStyle/>
          <a:p>
            <a:pPr indent="0" lvl="0" marL="0" rtl="0" algn="l">
              <a:lnSpc>
                <a:spcPct val="100000"/>
              </a:lnSpc>
              <a:spcBef>
                <a:spcPts val="0"/>
              </a:spcBef>
              <a:spcAft>
                <a:spcPts val="0"/>
              </a:spcAft>
              <a:buSzPts val="1400"/>
              <a:buNone/>
            </a:pPr>
            <a:r>
              <a:rPr lang="en-US"/>
              <a:t>¿QUÉ ES MICROSOFT SQL SERVER?</a:t>
            </a:r>
            <a:endParaRPr/>
          </a:p>
        </p:txBody>
      </p:sp>
      <p:sp>
        <p:nvSpPr>
          <p:cNvPr id="435" name="Google Shape;435;p31"/>
          <p:cNvSpPr txBox="1"/>
          <p:nvPr>
            <p:ph idx="1" type="body"/>
          </p:nvPr>
        </p:nvSpPr>
        <p:spPr>
          <a:xfrm>
            <a:off x="1152478" y="4156303"/>
            <a:ext cx="9417050" cy="2659046"/>
          </a:xfrm>
          <a:prstGeom prst="rect">
            <a:avLst/>
          </a:prstGeom>
          <a:noFill/>
          <a:ln>
            <a:noFill/>
          </a:ln>
        </p:spPr>
        <p:txBody>
          <a:bodyPr anchorCtr="0" anchor="t" bIns="0" lIns="0" spcFirstLastPara="1" rIns="0" wrap="square" tIns="12050">
            <a:spAutoFit/>
          </a:bodyPr>
          <a:lstStyle/>
          <a:p>
            <a:pPr indent="0" lvl="0" marL="12700" marR="5080" rtl="0" algn="just">
              <a:lnSpc>
                <a:spcPct val="117300"/>
              </a:lnSpc>
              <a:spcBef>
                <a:spcPts val="0"/>
              </a:spcBef>
              <a:spcAft>
                <a:spcPts val="0"/>
              </a:spcAft>
              <a:buSzPts val="1400"/>
              <a:buNone/>
            </a:pPr>
            <a:r>
              <a:rPr lang="en-US"/>
              <a:t>Microsoft SQL Server (MSSQL) es un sistema de gestión de bases de datos relacionales (RDBMS) desarrollado por Microsoft, diseñado para almacenar, gestionar y recuperar datos de aplicaciones empresariales utilizando el lenguaje Transact-SQL. Funciona bajo un modelo cliente-servidor, ofreciendo alto rendimiento, seguridad avanzada y alta disponibilidad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2"/>
          <p:cNvSpPr txBox="1"/>
          <p:nvPr>
            <p:ph type="title"/>
          </p:nvPr>
        </p:nvSpPr>
        <p:spPr>
          <a:xfrm>
            <a:off x="4949349" y="767075"/>
            <a:ext cx="7355100" cy="1051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a:t>TIPOS DE DATOS</a:t>
            </a:r>
            <a:endParaRPr/>
          </a:p>
        </p:txBody>
      </p:sp>
      <p:sp>
        <p:nvSpPr>
          <p:cNvPr id="441" name="Google Shape;441;p32"/>
          <p:cNvSpPr txBox="1"/>
          <p:nvPr/>
        </p:nvSpPr>
        <p:spPr>
          <a:xfrm>
            <a:off x="655491" y="2310201"/>
            <a:ext cx="16097400" cy="7214529"/>
          </a:xfrm>
          <a:prstGeom prst="rect">
            <a:avLst/>
          </a:prstGeom>
          <a:noFill/>
          <a:ln>
            <a:noFill/>
          </a:ln>
        </p:spPr>
        <p:txBody>
          <a:bodyPr anchorCtr="0" anchor="t" bIns="0" lIns="0" spcFirstLastPara="1" rIns="0" wrap="square" tIns="86350">
            <a:spAutoFit/>
          </a:bodyPr>
          <a:lstStyle/>
          <a:p>
            <a:pPr indent="0" lvl="0" marL="12700" marR="0" rtl="0" algn="l">
              <a:lnSpc>
                <a:spcPct val="100000"/>
              </a:lnSpc>
              <a:spcBef>
                <a:spcPts val="0"/>
              </a:spcBef>
              <a:spcAft>
                <a:spcPts val="0"/>
              </a:spcAft>
              <a:buClr>
                <a:srgbClr val="000000"/>
              </a:buClr>
              <a:buSzPts val="2950"/>
              <a:buFont typeface="Arial"/>
              <a:buNone/>
            </a:pPr>
            <a:r>
              <a:rPr b="1" i="0" lang="en-US" sz="2950" u="none" cap="none" strike="noStrike">
                <a:solidFill>
                  <a:schemeClr val="dk1"/>
                </a:solidFill>
                <a:latin typeface="Tahoma"/>
                <a:ea typeface="Tahoma"/>
                <a:cs typeface="Tahoma"/>
                <a:sym typeface="Tahoma"/>
              </a:rPr>
              <a:t>1.</a:t>
            </a:r>
            <a:r>
              <a:rPr b="0" i="0" lang="en-US" sz="2950" u="none" cap="none" strike="noStrike">
                <a:solidFill>
                  <a:schemeClr val="dk1"/>
                </a:solidFill>
                <a:latin typeface="Arial Black"/>
                <a:ea typeface="Arial Black"/>
                <a:cs typeface="Arial Black"/>
                <a:sym typeface="Arial Black"/>
              </a:rPr>
              <a:t>Texto Corto: </a:t>
            </a:r>
            <a:r>
              <a:rPr b="0" i="0" lang="en-US" sz="2950" u="none" cap="none" strike="noStrike">
                <a:solidFill>
                  <a:schemeClr val="dk1"/>
                </a:solidFill>
                <a:latin typeface="Tahoma"/>
                <a:ea typeface="Tahoma"/>
                <a:cs typeface="Tahoma"/>
                <a:sym typeface="Tahoma"/>
              </a:rPr>
              <a:t>Almacena texto o combinaciones de texto y números con una longitud </a:t>
            </a:r>
            <a:r>
              <a:rPr b="0" i="0" lang="en-US" sz="2950" u="none" cap="none" strike="noStrike">
                <a:solidFill>
                  <a:srgbClr val="000000"/>
                </a:solidFill>
                <a:latin typeface="Tahoma"/>
                <a:ea typeface="Tahoma"/>
                <a:cs typeface="Tahoma"/>
                <a:sym typeface="Tahoma"/>
              </a:rPr>
              <a:t>máxima de 255 caracteres.</a:t>
            </a:r>
            <a:endParaRPr/>
          </a:p>
          <a:p>
            <a:pPr indent="0" lvl="0" marL="0" marR="0" rtl="0" algn="l">
              <a:lnSpc>
                <a:spcPct val="100000"/>
              </a:lnSpc>
              <a:spcBef>
                <a:spcPts val="585"/>
              </a:spcBef>
              <a:spcAft>
                <a:spcPts val="0"/>
              </a:spcAft>
              <a:buClr>
                <a:srgbClr val="000000"/>
              </a:buClr>
              <a:buSzPts val="2950"/>
              <a:buFont typeface="Arial"/>
              <a:buNone/>
            </a:pPr>
            <a:r>
              <a:rPr b="0" i="0" lang="en-US" sz="2950" u="none" cap="none" strike="noStrike">
                <a:solidFill>
                  <a:srgbClr val="000000"/>
                </a:solidFill>
                <a:latin typeface="Arial Black"/>
                <a:ea typeface="Arial Black"/>
                <a:cs typeface="Arial Black"/>
                <a:sym typeface="Arial Black"/>
              </a:rPr>
              <a:t>2.Texto Largo: </a:t>
            </a:r>
            <a:r>
              <a:rPr b="0" i="0" lang="en-US" sz="2950" u="none" cap="none" strike="noStrike">
                <a:solidFill>
                  <a:srgbClr val="000000"/>
                </a:solidFill>
                <a:latin typeface="Tahoma"/>
                <a:ea typeface="Tahoma"/>
                <a:cs typeface="Tahoma"/>
                <a:sym typeface="Tahoma"/>
              </a:rPr>
              <a:t>Almacena texto extenso, hasta 65,536 caracteres.</a:t>
            </a:r>
            <a:endParaRPr/>
          </a:p>
          <a:p>
            <a:pPr indent="0" lvl="0" marL="0" marR="3596003" rtl="0" algn="l">
              <a:lnSpc>
                <a:spcPct val="116500"/>
              </a:lnSpc>
              <a:spcBef>
                <a:spcPts val="5"/>
              </a:spcBef>
              <a:spcAft>
                <a:spcPts val="0"/>
              </a:spcAft>
              <a:buClr>
                <a:srgbClr val="000000"/>
              </a:buClr>
              <a:buSzPts val="2950"/>
              <a:buFont typeface="Arial"/>
              <a:buNone/>
            </a:pPr>
            <a:r>
              <a:rPr b="0" i="0" lang="en-US" sz="2950" u="none" cap="none" strike="noStrike">
                <a:solidFill>
                  <a:srgbClr val="000000"/>
                </a:solidFill>
                <a:latin typeface="Arial Black"/>
                <a:ea typeface="Arial Black"/>
                <a:cs typeface="Arial Black"/>
                <a:sym typeface="Arial Black"/>
              </a:rPr>
              <a:t>3.Número: </a:t>
            </a:r>
            <a:r>
              <a:rPr b="0" i="0" lang="en-US" sz="2950" u="none" cap="none" strike="noStrike">
                <a:solidFill>
                  <a:srgbClr val="000000"/>
                </a:solidFill>
                <a:latin typeface="Tahoma"/>
                <a:ea typeface="Tahoma"/>
                <a:cs typeface="Tahoma"/>
                <a:sym typeface="Tahoma"/>
              </a:rPr>
              <a:t>Almacena números y permite realizar cálculos matemáticos </a:t>
            </a:r>
            <a:endParaRPr/>
          </a:p>
          <a:p>
            <a:pPr indent="-415925" lvl="0" marL="457200" marR="3596003" rtl="0" algn="l">
              <a:lnSpc>
                <a:spcPct val="116500"/>
              </a:lnSpc>
              <a:spcBef>
                <a:spcPts val="5"/>
              </a:spcBef>
              <a:spcAft>
                <a:spcPts val="0"/>
              </a:spcAft>
              <a:buClr>
                <a:srgbClr val="000000"/>
              </a:buClr>
              <a:buSzPts val="2950"/>
              <a:buFont typeface="Tahoma"/>
              <a:buChar char="●"/>
            </a:pPr>
            <a:r>
              <a:rPr b="0" i="0" lang="en-US" sz="2950" u="none" cap="none" strike="noStrike">
                <a:solidFill>
                  <a:srgbClr val="000000"/>
                </a:solidFill>
                <a:latin typeface="Tahoma"/>
                <a:ea typeface="Tahoma"/>
                <a:cs typeface="Tahoma"/>
                <a:sym typeface="Tahoma"/>
              </a:rPr>
              <a:t>Byte: Enteros de 0 a 255.</a:t>
            </a:r>
            <a:endParaRPr/>
          </a:p>
          <a:p>
            <a:pPr indent="-415925" lvl="0" marL="457200" marR="0" rtl="0" algn="l">
              <a:lnSpc>
                <a:spcPct val="100000"/>
              </a:lnSpc>
              <a:spcBef>
                <a:spcPts val="0"/>
              </a:spcBef>
              <a:spcAft>
                <a:spcPts val="0"/>
              </a:spcAft>
              <a:buClr>
                <a:srgbClr val="000000"/>
              </a:buClr>
              <a:buSzPts val="2950"/>
              <a:buFont typeface="Tahoma"/>
              <a:buChar char="●"/>
            </a:pPr>
            <a:r>
              <a:rPr b="0" i="0" lang="en-US" sz="2950" u="none" cap="none" strike="noStrike">
                <a:solidFill>
                  <a:srgbClr val="000000"/>
                </a:solidFill>
                <a:latin typeface="Tahoma"/>
                <a:ea typeface="Tahoma"/>
                <a:cs typeface="Tahoma"/>
                <a:sym typeface="Tahoma"/>
              </a:rPr>
              <a:t>Integer: Enteros de -32,768 a 32,767.</a:t>
            </a:r>
            <a:endParaRPr/>
          </a:p>
          <a:p>
            <a:pPr indent="-415925" lvl="0" marL="457200" marR="0" rtl="0" algn="l">
              <a:lnSpc>
                <a:spcPct val="100000"/>
              </a:lnSpc>
              <a:spcBef>
                <a:spcPts val="0"/>
              </a:spcBef>
              <a:spcAft>
                <a:spcPts val="0"/>
              </a:spcAft>
              <a:buClr>
                <a:srgbClr val="000000"/>
              </a:buClr>
              <a:buSzPts val="2950"/>
              <a:buFont typeface="Tahoma"/>
              <a:buChar char="●"/>
            </a:pPr>
            <a:r>
              <a:rPr b="0" i="0" lang="en-US" sz="2950" u="none" cap="none" strike="noStrike">
                <a:solidFill>
                  <a:srgbClr val="000000"/>
                </a:solidFill>
                <a:latin typeface="Tahoma"/>
                <a:ea typeface="Tahoma"/>
                <a:cs typeface="Tahoma"/>
                <a:sym typeface="Tahoma"/>
              </a:rPr>
              <a:t>Long Integer: Enteros de -2,147,483,648 a 2,147,483,647.</a:t>
            </a:r>
            <a:endParaRPr/>
          </a:p>
          <a:p>
            <a:pPr indent="-415925" lvl="0" marL="457200" marR="372110" rtl="0" algn="l">
              <a:lnSpc>
                <a:spcPct val="116500"/>
              </a:lnSpc>
              <a:spcBef>
                <a:spcPts val="0"/>
              </a:spcBef>
              <a:spcAft>
                <a:spcPts val="0"/>
              </a:spcAft>
              <a:buClr>
                <a:srgbClr val="000000"/>
              </a:buClr>
              <a:buSzPts val="2950"/>
              <a:buFont typeface="Tahoma"/>
              <a:buChar char="●"/>
            </a:pPr>
            <a:r>
              <a:rPr b="0" i="0" lang="en-US" sz="2950" u="none" cap="none" strike="noStrike">
                <a:solidFill>
                  <a:srgbClr val="000000"/>
                </a:solidFill>
                <a:latin typeface="Tahoma"/>
                <a:ea typeface="Tahoma"/>
                <a:cs typeface="Tahoma"/>
                <a:sym typeface="Tahoma"/>
              </a:rPr>
              <a:t>Single: Números de punto flotante de precisión simple (hasta 7 dígitos significativos).</a:t>
            </a:r>
            <a:endParaRPr/>
          </a:p>
          <a:p>
            <a:pPr indent="-415925" lvl="0" marL="457200" marR="372110" rtl="0" algn="l">
              <a:lnSpc>
                <a:spcPct val="116500"/>
              </a:lnSpc>
              <a:spcBef>
                <a:spcPts val="0"/>
              </a:spcBef>
              <a:spcAft>
                <a:spcPts val="0"/>
              </a:spcAft>
              <a:buClr>
                <a:srgbClr val="000000"/>
              </a:buClr>
              <a:buSzPts val="2950"/>
              <a:buFont typeface="Tahoma"/>
              <a:buChar char="●"/>
            </a:pPr>
            <a:r>
              <a:rPr b="0" i="0" lang="en-US" sz="2950" u="none" cap="none" strike="noStrike">
                <a:solidFill>
                  <a:srgbClr val="000000"/>
                </a:solidFill>
                <a:latin typeface="Tahoma"/>
                <a:ea typeface="Tahoma"/>
                <a:cs typeface="Tahoma"/>
                <a:sym typeface="Tahoma"/>
              </a:rPr>
              <a:t>Double: Números de punto flotante de precisión doble (hasta 15 dígitos significativos).</a:t>
            </a:r>
            <a:endParaRPr/>
          </a:p>
          <a:p>
            <a:pPr indent="0" lvl="0" marL="0" marR="932814" rtl="0" algn="l">
              <a:lnSpc>
                <a:spcPct val="116500"/>
              </a:lnSpc>
              <a:spcBef>
                <a:spcPts val="0"/>
              </a:spcBef>
              <a:spcAft>
                <a:spcPts val="0"/>
              </a:spcAft>
              <a:buClr>
                <a:srgbClr val="000000"/>
              </a:buClr>
              <a:buSzPts val="2950"/>
              <a:buFont typeface="Arial"/>
              <a:buNone/>
            </a:pPr>
            <a:r>
              <a:rPr b="0" i="0" lang="en-US" sz="2950" u="none" cap="none" strike="noStrike">
                <a:solidFill>
                  <a:srgbClr val="000000"/>
                </a:solidFill>
                <a:latin typeface="Arial Black"/>
                <a:ea typeface="Arial Black"/>
                <a:cs typeface="Arial Black"/>
                <a:sym typeface="Arial Black"/>
              </a:rPr>
              <a:t>4.Moneda: </a:t>
            </a:r>
            <a:r>
              <a:rPr b="0" i="0" lang="en-US" sz="2950" u="none" cap="none" strike="noStrike">
                <a:solidFill>
                  <a:srgbClr val="000000"/>
                </a:solidFill>
                <a:latin typeface="Tahoma"/>
                <a:ea typeface="Tahoma"/>
                <a:cs typeface="Tahoma"/>
                <a:sym typeface="Tahoma"/>
              </a:rPr>
              <a:t>Almacena valores monetarios con una precisión fija de cuatro decimales </a:t>
            </a:r>
            <a:r>
              <a:rPr b="1" i="0" lang="en-US" sz="2950" u="none" cap="none" strike="noStrike">
                <a:solidFill>
                  <a:srgbClr val="000000"/>
                </a:solidFill>
                <a:latin typeface="Tahoma"/>
                <a:ea typeface="Tahoma"/>
                <a:cs typeface="Tahoma"/>
                <a:sym typeface="Tahoma"/>
              </a:rPr>
              <a:t>5.</a:t>
            </a:r>
            <a:r>
              <a:rPr b="0" i="0" lang="en-US" sz="2950" u="none" cap="none" strike="noStrike">
                <a:solidFill>
                  <a:srgbClr val="000000"/>
                </a:solidFill>
                <a:latin typeface="Arial Black"/>
                <a:ea typeface="Arial Black"/>
                <a:cs typeface="Arial Black"/>
                <a:sym typeface="Arial Black"/>
              </a:rPr>
              <a:t>Fecha/Hora: </a:t>
            </a:r>
            <a:r>
              <a:rPr b="0" i="0" lang="en-US" sz="2950" u="none" cap="none" strike="noStrike">
                <a:solidFill>
                  <a:srgbClr val="000000"/>
                </a:solidFill>
                <a:latin typeface="Tahoma"/>
                <a:ea typeface="Tahoma"/>
                <a:cs typeface="Tahoma"/>
                <a:sym typeface="Tahoma"/>
              </a:rPr>
              <a:t>Almacena fechas y horas, con una precisión de hasta 1/100 de segundo </a:t>
            </a:r>
            <a:r>
              <a:rPr b="1" i="0" lang="en-US" sz="2950" u="none" cap="none" strike="noStrike">
                <a:solidFill>
                  <a:srgbClr val="000000"/>
                </a:solidFill>
                <a:latin typeface="Tahoma"/>
                <a:ea typeface="Tahoma"/>
                <a:cs typeface="Tahoma"/>
                <a:sym typeface="Tahoma"/>
              </a:rPr>
              <a:t>6.</a:t>
            </a:r>
            <a:r>
              <a:rPr b="0" i="0" lang="en-US" sz="2950" u="none" cap="none" strike="noStrike">
                <a:solidFill>
                  <a:srgbClr val="000000"/>
                </a:solidFill>
                <a:latin typeface="Arial Black"/>
                <a:ea typeface="Arial Black"/>
                <a:cs typeface="Arial Black"/>
                <a:sym typeface="Arial Black"/>
              </a:rPr>
              <a:t>Sí/No: </a:t>
            </a:r>
            <a:r>
              <a:rPr b="0" i="0" lang="en-US" sz="2950" u="none" cap="none" strike="noStrike">
                <a:solidFill>
                  <a:srgbClr val="000000"/>
                </a:solidFill>
                <a:latin typeface="Tahoma"/>
                <a:ea typeface="Tahoma"/>
                <a:cs typeface="Tahoma"/>
                <a:sym typeface="Tahoma"/>
              </a:rPr>
              <a:t>Almacena un valor booleano: Verdadero (Sí) o Falso (No).</a:t>
            </a:r>
            <a:endParaRPr/>
          </a:p>
          <a:p>
            <a:pPr indent="0" lvl="0" marL="12700" marR="5080" rtl="0" algn="l">
              <a:lnSpc>
                <a:spcPct val="116500"/>
              </a:lnSpc>
              <a:spcBef>
                <a:spcPts val="0"/>
              </a:spcBef>
              <a:spcAft>
                <a:spcPts val="0"/>
              </a:spcAft>
              <a:buClr>
                <a:srgbClr val="000000"/>
              </a:buClr>
              <a:buSzPts val="2950"/>
              <a:buFont typeface="Arial"/>
              <a:buNone/>
            </a:pPr>
            <a:r>
              <a:rPr b="0" i="0" lang="en-US" sz="2950" u="none" cap="none" strike="noStrike">
                <a:solidFill>
                  <a:srgbClr val="000000"/>
                </a:solidFill>
                <a:latin typeface="Arial Black"/>
                <a:ea typeface="Arial Black"/>
                <a:cs typeface="Arial Black"/>
                <a:sym typeface="Arial Black"/>
              </a:rPr>
              <a:t>7.Objeto	OLE: </a:t>
            </a:r>
            <a:r>
              <a:rPr b="0" i="0" lang="en-US" sz="2950" u="none" cap="none" strike="noStrike">
                <a:solidFill>
                  <a:srgbClr val="000000"/>
                </a:solidFill>
                <a:latin typeface="Tahoma"/>
                <a:ea typeface="Tahoma"/>
                <a:cs typeface="Tahoma"/>
                <a:sym typeface="Tahoma"/>
              </a:rPr>
              <a:t>Almacena	objetos incrustados o vinculados, como imágenes, gráficos, documentos o archivos.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3"/>
          <p:cNvSpPr txBox="1"/>
          <p:nvPr>
            <p:ph type="title"/>
          </p:nvPr>
        </p:nvSpPr>
        <p:spPr>
          <a:xfrm>
            <a:off x="4822353" y="599250"/>
            <a:ext cx="6923400" cy="1051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a:t>TIPOS DE DATOS</a:t>
            </a:r>
            <a:endParaRPr/>
          </a:p>
        </p:txBody>
      </p:sp>
      <p:sp>
        <p:nvSpPr>
          <p:cNvPr id="447" name="Google Shape;447;p33"/>
          <p:cNvSpPr txBox="1"/>
          <p:nvPr/>
        </p:nvSpPr>
        <p:spPr>
          <a:xfrm>
            <a:off x="235341" y="2071151"/>
            <a:ext cx="16097400" cy="2583000"/>
          </a:xfrm>
          <a:prstGeom prst="rect">
            <a:avLst/>
          </a:prstGeom>
          <a:noFill/>
          <a:ln>
            <a:noFill/>
          </a:ln>
        </p:spPr>
        <p:txBody>
          <a:bodyPr anchorCtr="0" anchor="t" bIns="0" lIns="0" spcFirstLastPara="1" rIns="0" wrap="square" tIns="12700">
            <a:spAutoFit/>
          </a:bodyPr>
          <a:lstStyle/>
          <a:p>
            <a:pPr indent="0" lvl="0" marL="0" marR="5080" rtl="0" algn="l">
              <a:lnSpc>
                <a:spcPct val="116500"/>
              </a:lnSpc>
              <a:spcBef>
                <a:spcPts val="0"/>
              </a:spcBef>
              <a:spcAft>
                <a:spcPts val="0"/>
              </a:spcAft>
              <a:buClr>
                <a:srgbClr val="000000"/>
              </a:buClr>
              <a:buSzPts val="2950"/>
              <a:buFont typeface="Arial"/>
              <a:buNone/>
            </a:pPr>
            <a:r>
              <a:rPr b="0" i="0" lang="en-US" sz="2950" u="none" cap="none" strike="noStrike">
                <a:solidFill>
                  <a:srgbClr val="000000"/>
                </a:solidFill>
                <a:latin typeface="Arial Black"/>
                <a:ea typeface="Arial Black"/>
                <a:cs typeface="Arial Black"/>
                <a:sym typeface="Arial Black"/>
              </a:rPr>
              <a:t>8.Archivo Adjunto: </a:t>
            </a:r>
            <a:r>
              <a:rPr b="0" i="0" lang="en-US" sz="2950" u="none" cap="none" strike="noStrike">
                <a:solidFill>
                  <a:srgbClr val="000000"/>
                </a:solidFill>
                <a:latin typeface="Tahoma"/>
                <a:ea typeface="Tahoma"/>
                <a:cs typeface="Tahoma"/>
                <a:sym typeface="Tahoma"/>
              </a:rPr>
              <a:t>Permite almacenar uno o más archivos, como documentos y gráficos, directamente en una base de datos.</a:t>
            </a:r>
            <a:endParaRPr/>
          </a:p>
          <a:p>
            <a:pPr indent="0" lvl="0" marL="0" marR="5080" rtl="0" algn="l">
              <a:lnSpc>
                <a:spcPct val="116500"/>
              </a:lnSpc>
              <a:spcBef>
                <a:spcPts val="0"/>
              </a:spcBef>
              <a:spcAft>
                <a:spcPts val="0"/>
              </a:spcAft>
              <a:buClr>
                <a:srgbClr val="000000"/>
              </a:buClr>
              <a:buSzPts val="2950"/>
              <a:buFont typeface="Arial"/>
              <a:buNone/>
            </a:pPr>
            <a:r>
              <a:rPr b="0" i="0" lang="en-US" sz="2950" u="none" cap="none" strike="noStrike">
                <a:solidFill>
                  <a:srgbClr val="000000"/>
                </a:solidFill>
                <a:latin typeface="Arial Black"/>
                <a:ea typeface="Arial Black"/>
                <a:cs typeface="Arial Black"/>
                <a:sym typeface="Arial Black"/>
              </a:rPr>
              <a:t>9.Hipervínculo: </a:t>
            </a:r>
            <a:r>
              <a:rPr b="0" i="0" lang="en-US" sz="2950" u="none" cap="none" strike="noStrike">
                <a:solidFill>
                  <a:srgbClr val="000000"/>
                </a:solidFill>
                <a:latin typeface="Tahoma"/>
                <a:ea typeface="Tahoma"/>
                <a:cs typeface="Tahoma"/>
                <a:sym typeface="Tahoma"/>
              </a:rPr>
              <a:t>Almacena enlaces a páginas web o direcciones de correo electrónico. </a:t>
            </a:r>
            <a:endParaRPr/>
          </a:p>
          <a:p>
            <a:pPr indent="0" lvl="0" marL="0" marR="5080" rtl="0" algn="l">
              <a:lnSpc>
                <a:spcPct val="116500"/>
              </a:lnSpc>
              <a:spcBef>
                <a:spcPts val="0"/>
              </a:spcBef>
              <a:spcAft>
                <a:spcPts val="0"/>
              </a:spcAft>
              <a:buClr>
                <a:srgbClr val="000000"/>
              </a:buClr>
              <a:buSzPts val="2950"/>
              <a:buFont typeface="Arial"/>
              <a:buNone/>
            </a:pPr>
            <a:r>
              <a:rPr b="1" i="0" lang="en-US" sz="2950" u="none" cap="none" strike="noStrike">
                <a:solidFill>
                  <a:srgbClr val="000000"/>
                </a:solidFill>
                <a:latin typeface="Tahoma"/>
                <a:ea typeface="Tahoma"/>
                <a:cs typeface="Tahoma"/>
                <a:sym typeface="Tahoma"/>
              </a:rPr>
              <a:t>10.</a:t>
            </a:r>
            <a:r>
              <a:rPr b="0" i="0" lang="en-US" sz="2950" u="none" cap="none" strike="noStrike">
                <a:solidFill>
                  <a:srgbClr val="000000"/>
                </a:solidFill>
                <a:latin typeface="Arial Black"/>
                <a:ea typeface="Arial Black"/>
                <a:cs typeface="Arial Black"/>
                <a:sym typeface="Arial Black"/>
              </a:rPr>
              <a:t>Número de AutoNúmero: </a:t>
            </a:r>
            <a:r>
              <a:rPr b="0" i="0" lang="en-US" sz="2950" u="none" cap="none" strike="noStrike">
                <a:solidFill>
                  <a:srgbClr val="000000"/>
                </a:solidFill>
                <a:latin typeface="Tahoma"/>
                <a:ea typeface="Tahoma"/>
                <a:cs typeface="Tahoma"/>
                <a:sym typeface="Tahoma"/>
              </a:rPr>
              <a:t>Genera un valor único automáticamente para cada nuevo registro, incrementando secuencialmente.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4"/>
          <p:cNvSpPr txBox="1"/>
          <p:nvPr>
            <p:ph type="title"/>
          </p:nvPr>
        </p:nvSpPr>
        <p:spPr>
          <a:xfrm>
            <a:off x="2836123" y="33819"/>
            <a:ext cx="11795758" cy="1768405"/>
          </a:xfrm>
          <a:prstGeom prst="rect">
            <a:avLst/>
          </a:prstGeom>
          <a:noFill/>
          <a:ln>
            <a:noFill/>
          </a:ln>
        </p:spPr>
        <p:txBody>
          <a:bodyPr anchorCtr="0" anchor="ctr" bIns="0" lIns="0" spcFirstLastPara="1" rIns="0" wrap="square" tIns="908000">
            <a:spAutoFit/>
          </a:bodyPr>
          <a:lstStyle/>
          <a:p>
            <a:pPr indent="0" lvl="0" marL="913765" rtl="0" algn="ctr">
              <a:lnSpc>
                <a:spcPct val="100000"/>
              </a:lnSpc>
              <a:spcBef>
                <a:spcPts val="100"/>
              </a:spcBef>
              <a:spcAft>
                <a:spcPts val="0"/>
              </a:spcAft>
              <a:buSzPts val="4400"/>
              <a:buNone/>
            </a:pPr>
            <a:r>
              <a:rPr lang="en-US"/>
              <a:t>MODELO  ENTIDAD  RELACIÓN</a:t>
            </a:r>
            <a:endParaRPr/>
          </a:p>
        </p:txBody>
      </p:sp>
      <p:sp>
        <p:nvSpPr>
          <p:cNvPr id="453" name="Google Shape;453;p34"/>
          <p:cNvSpPr txBox="1"/>
          <p:nvPr/>
        </p:nvSpPr>
        <p:spPr>
          <a:xfrm>
            <a:off x="3325073" y="2589155"/>
            <a:ext cx="11410950" cy="2711450"/>
          </a:xfrm>
          <a:prstGeom prst="rect">
            <a:avLst/>
          </a:prstGeom>
          <a:noFill/>
          <a:ln>
            <a:noFill/>
          </a:ln>
        </p:spPr>
        <p:txBody>
          <a:bodyPr anchorCtr="0" anchor="t" bIns="0" lIns="0" spcFirstLastPara="1" rIns="0" wrap="square" tIns="12050">
            <a:spAutoFit/>
          </a:bodyPr>
          <a:lstStyle/>
          <a:p>
            <a:pPr indent="0" lvl="0" marL="12700" marR="5080" rtl="0" algn="just">
              <a:lnSpc>
                <a:spcPct val="115199"/>
              </a:lnSpc>
              <a:spcBef>
                <a:spcPts val="0"/>
              </a:spcBef>
              <a:spcAft>
                <a:spcPts val="0"/>
              </a:spcAft>
              <a:buNone/>
            </a:pPr>
            <a:r>
              <a:rPr b="0" i="0" lang="en-US" sz="2550" u="none" cap="none" strike="noStrike">
                <a:solidFill>
                  <a:srgbClr val="000000"/>
                </a:solidFill>
                <a:latin typeface="Verdana"/>
                <a:ea typeface="Verdana"/>
                <a:cs typeface="Verdana"/>
                <a:sym typeface="Verdana"/>
              </a:rPr>
              <a:t>El Modelo Entidad-Relación es una técnica utilizada en el diseño de bases de datos para representar la estructura lógica de las mismas. Fue propuesto por Peter Chen en 1976. Este modelo se utiliza para conceptualizar y estructurar datos en términos de entidades, atributos y relaciones, facilitando el diseño y la comunicación del esquema de la base de datos antes de su implementación física</a:t>
            </a:r>
            <a:endParaRPr b="0" i="0" sz="2550" u="none" cap="none" strike="noStrike">
              <a:solidFill>
                <a:srgbClr val="000000"/>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5"/>
          <p:cNvSpPr txBox="1"/>
          <p:nvPr>
            <p:ph idx="4294967295" type="title"/>
          </p:nvPr>
        </p:nvSpPr>
        <p:spPr>
          <a:xfrm>
            <a:off x="0" y="33338"/>
            <a:ext cx="11795125" cy="1768475"/>
          </a:xfrm>
          <a:prstGeom prst="rect">
            <a:avLst/>
          </a:prstGeom>
          <a:noFill/>
          <a:ln>
            <a:noFill/>
          </a:ln>
        </p:spPr>
        <p:txBody>
          <a:bodyPr anchorCtr="0" anchor="ctr" bIns="0" lIns="0" spcFirstLastPara="1" rIns="0" wrap="square" tIns="908000">
            <a:spAutoFit/>
          </a:bodyPr>
          <a:lstStyle/>
          <a:p>
            <a:pPr indent="0" lvl="0" marL="913765" rtl="0" algn="ctr">
              <a:lnSpc>
                <a:spcPct val="100000"/>
              </a:lnSpc>
              <a:spcBef>
                <a:spcPts val="100"/>
              </a:spcBef>
              <a:spcAft>
                <a:spcPts val="0"/>
              </a:spcAft>
              <a:buSzPts val="4400"/>
              <a:buNone/>
            </a:pPr>
            <a:r>
              <a:rPr lang="en-US"/>
              <a:t>MODELO ENTIDAD RELACIÓN</a:t>
            </a:r>
            <a:endParaRPr/>
          </a:p>
        </p:txBody>
      </p:sp>
      <p:pic>
        <p:nvPicPr>
          <p:cNvPr id="459" name="Google Shape;459;p35"/>
          <p:cNvPicPr preferRelativeResize="0"/>
          <p:nvPr/>
        </p:nvPicPr>
        <p:blipFill rotWithShape="1">
          <a:blip r:embed="rId3">
            <a:alphaModFix/>
          </a:blip>
          <a:srcRect b="0" l="0" r="0" t="0"/>
          <a:stretch/>
        </p:blipFill>
        <p:spPr>
          <a:xfrm>
            <a:off x="2084386" y="2618688"/>
            <a:ext cx="14116049" cy="704849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8"/>
          <p:cNvSpPr txBox="1"/>
          <p:nvPr>
            <p:ph idx="4294967295" type="title"/>
          </p:nvPr>
        </p:nvSpPr>
        <p:spPr>
          <a:xfrm>
            <a:off x="0" y="33338"/>
            <a:ext cx="11795125" cy="1768475"/>
          </a:xfrm>
          <a:prstGeom prst="rect">
            <a:avLst/>
          </a:prstGeom>
          <a:noFill/>
          <a:ln>
            <a:noFill/>
          </a:ln>
        </p:spPr>
        <p:txBody>
          <a:bodyPr anchorCtr="0" anchor="ctr" bIns="0" lIns="0" spcFirstLastPara="1" rIns="0" wrap="square" tIns="908000">
            <a:spAutoFit/>
          </a:bodyPr>
          <a:lstStyle/>
          <a:p>
            <a:pPr indent="0" lvl="0" marL="913765" rtl="0" algn="ctr">
              <a:lnSpc>
                <a:spcPct val="100000"/>
              </a:lnSpc>
              <a:spcBef>
                <a:spcPts val="100"/>
              </a:spcBef>
              <a:spcAft>
                <a:spcPts val="0"/>
              </a:spcAft>
              <a:buSzPts val="4400"/>
              <a:buNone/>
            </a:pPr>
            <a:r>
              <a:rPr lang="en-US"/>
              <a:t>MODELO ENTIDAD RELACIÓN</a:t>
            </a:r>
            <a:endParaRPr/>
          </a:p>
        </p:txBody>
      </p:sp>
      <p:pic>
        <p:nvPicPr>
          <p:cNvPr id="465" name="Google Shape;465;p8"/>
          <p:cNvPicPr preferRelativeResize="0"/>
          <p:nvPr/>
        </p:nvPicPr>
        <p:blipFill rotWithShape="1">
          <a:blip r:embed="rId3">
            <a:alphaModFix/>
          </a:blip>
          <a:srcRect b="7785" l="16273" r="10842" t="20218"/>
          <a:stretch/>
        </p:blipFill>
        <p:spPr>
          <a:xfrm>
            <a:off x="3503836" y="2667134"/>
            <a:ext cx="11084302" cy="6063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a878053966_0_585"/>
          <p:cNvSpPr txBox="1"/>
          <p:nvPr>
            <p:ph idx="4294967295" type="title"/>
          </p:nvPr>
        </p:nvSpPr>
        <p:spPr>
          <a:xfrm>
            <a:off x="2073719" y="898279"/>
            <a:ext cx="14140500" cy="843900"/>
          </a:xfrm>
          <a:prstGeom prst="rect">
            <a:avLst/>
          </a:prstGeom>
          <a:noFill/>
          <a:ln>
            <a:noFill/>
          </a:ln>
        </p:spPr>
        <p:txBody>
          <a:bodyPr anchorCtr="0" anchor="t" bIns="0" lIns="0" spcFirstLastPara="1" rIns="0" wrap="square" tIns="12700">
            <a:spAutoFit/>
          </a:bodyPr>
          <a:lstStyle/>
          <a:p>
            <a:pPr indent="-3554727" lvl="0" marL="5027930" marR="5080" rtl="0" algn="l">
              <a:lnSpc>
                <a:spcPct val="116500"/>
              </a:lnSpc>
              <a:spcBef>
                <a:spcPts val="0"/>
              </a:spcBef>
              <a:spcAft>
                <a:spcPts val="0"/>
              </a:spcAft>
              <a:buSzPts val="1800"/>
              <a:buNone/>
            </a:pPr>
            <a:r>
              <a:rPr lang="en-US" sz="5400"/>
              <a:t>Ejemplo Práctico</a:t>
            </a:r>
            <a:endParaRPr/>
          </a:p>
        </p:txBody>
      </p:sp>
      <p:sp>
        <p:nvSpPr>
          <p:cNvPr id="471" name="Google Shape;471;g3a878053966_0_585"/>
          <p:cNvSpPr txBox="1"/>
          <p:nvPr/>
        </p:nvSpPr>
        <p:spPr>
          <a:xfrm>
            <a:off x="3263202" y="2444525"/>
            <a:ext cx="11098200" cy="1307100"/>
          </a:xfrm>
          <a:prstGeom prst="rect">
            <a:avLst/>
          </a:prstGeom>
          <a:noFill/>
          <a:ln>
            <a:noFill/>
          </a:ln>
        </p:spPr>
        <p:txBody>
          <a:bodyPr anchorCtr="0" anchor="t" bIns="0" lIns="0" spcFirstLastPara="1" rIns="0" wrap="square" tIns="13950">
            <a:spAutoFit/>
          </a:bodyPr>
          <a:lstStyle/>
          <a:p>
            <a:pPr indent="0" lvl="0" marL="746125" marR="0" rtl="0" algn="l">
              <a:lnSpc>
                <a:spcPct val="100000"/>
              </a:lnSpc>
              <a:spcBef>
                <a:spcPts val="0"/>
              </a:spcBef>
              <a:spcAft>
                <a:spcPts val="0"/>
              </a:spcAft>
              <a:buClr>
                <a:srgbClr val="000000"/>
              </a:buClr>
              <a:buSzPts val="4200"/>
              <a:buFont typeface="Arial"/>
              <a:buNone/>
            </a:pPr>
            <a:r>
              <a:rPr lang="en-US" sz="4200">
                <a:latin typeface="Trebuchet MS"/>
                <a:ea typeface="Trebuchet MS"/>
                <a:cs typeface="Trebuchet MS"/>
                <a:sym typeface="Trebuchet MS"/>
              </a:rPr>
              <a:t>A Continuación se realizará un Ejemplo práctico</a:t>
            </a:r>
            <a:endParaRPr/>
          </a:p>
        </p:txBody>
      </p:sp>
      <p:pic>
        <p:nvPicPr>
          <p:cNvPr id="472" name="Google Shape;472;g3a878053966_0_585" title="Gemini_Generated_Image_k3gbyrk3gbyrk3gb.png"/>
          <p:cNvPicPr preferRelativeResize="0"/>
          <p:nvPr/>
        </p:nvPicPr>
        <p:blipFill rotWithShape="1">
          <a:blip r:embed="rId3">
            <a:alphaModFix/>
          </a:blip>
          <a:srcRect b="0" l="0" r="0" t="0"/>
          <a:stretch/>
        </p:blipFill>
        <p:spPr>
          <a:xfrm>
            <a:off x="5834000" y="4753600"/>
            <a:ext cx="7000174" cy="43614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g3a878053966_0_736"/>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478" name="Google Shape;478;g3a878053966_0_736"/>
          <p:cNvGraphicFramePr/>
          <p:nvPr/>
        </p:nvGraphicFramePr>
        <p:xfrm>
          <a:off x="16900" y="1507250"/>
          <a:ext cx="3000000" cy="3000000"/>
        </p:xfrm>
        <a:graphic>
          <a:graphicData uri="http://schemas.openxmlformats.org/drawingml/2006/table">
            <a:tbl>
              <a:tblPr>
                <a:noFill/>
                <a:tableStyleId>{A79866EF-E880-462A-B456-B6499C58A889}</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Ejercicio Demostrativo</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Si</a:t>
                      </a:r>
                      <a:endParaRPr sz="2800" u="none" cap="none" strike="noStrike"/>
                    </a:p>
                  </a:txBody>
                  <a:tcPr marT="182850" marB="182850" marR="182850" marL="182850"/>
                </a:tc>
              </a:tr>
            </a:tbl>
          </a:graphicData>
        </a:graphic>
      </p:graphicFrame>
      <p:sp>
        <p:nvSpPr>
          <p:cNvPr id="479" name="Google Shape;479;g3a878053966_0_736"/>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graphicFrame>
        <p:nvGraphicFramePr>
          <p:cNvPr id="480" name="Google Shape;480;g3a878053966_0_736"/>
          <p:cNvGraphicFramePr/>
          <p:nvPr/>
        </p:nvGraphicFramePr>
        <p:xfrm>
          <a:off x="10656400" y="1940050"/>
          <a:ext cx="3000000" cy="3000000"/>
        </p:xfrm>
        <a:graphic>
          <a:graphicData uri="http://schemas.openxmlformats.org/drawingml/2006/table">
            <a:tbl>
              <a:tblPr>
                <a:noFill/>
                <a:tableStyleId>{A79866EF-E880-462A-B456-B6499C58A889}</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30</a:t>
                      </a:r>
                      <a:r>
                        <a:rPr lang="en-US" sz="2800"/>
                        <a:t> min</a:t>
                      </a:r>
                      <a:endParaRPr sz="2800" u="none" cap="none" strike="noStrike"/>
                    </a:p>
                  </a:txBody>
                  <a:tcPr marT="182850" marB="182850" marR="182850" marL="182850"/>
                </a:tc>
              </a:tr>
            </a:tbl>
          </a:graphicData>
        </a:graphic>
      </p:graphicFrame>
      <p:sp>
        <p:nvSpPr>
          <p:cNvPr id="481" name="Google Shape;481;g3a878053966_0_736"/>
          <p:cNvSpPr txBox="1"/>
          <p:nvPr/>
        </p:nvSpPr>
        <p:spPr>
          <a:xfrm>
            <a:off x="6261600" y="4955800"/>
            <a:ext cx="6167400" cy="51102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rPr b="0" i="0" lang="en-US" sz="2800" u="none" cap="none" strike="noStrike">
                <a:solidFill>
                  <a:schemeClr val="dk1"/>
                </a:solidFill>
                <a:latin typeface="Arial"/>
                <a:ea typeface="Arial"/>
                <a:cs typeface="Arial"/>
                <a:sym typeface="Arial"/>
              </a:rPr>
              <a:t> </a:t>
            </a:r>
            <a:endParaRPr b="0" i="0" sz="2800" u="none" cap="none" strike="noStrike">
              <a:solidFill>
                <a:schemeClr val="dk1"/>
              </a:solidFill>
              <a:latin typeface="Arial"/>
              <a:ea typeface="Arial"/>
              <a:cs typeface="Arial"/>
              <a:sym typeface="Arial"/>
            </a:endParaRPr>
          </a:p>
        </p:txBody>
      </p:sp>
      <p:sp>
        <p:nvSpPr>
          <p:cNvPr id="482" name="Google Shape;482;g3a878053966_0_736"/>
          <p:cNvSpPr txBox="1"/>
          <p:nvPr/>
        </p:nvSpPr>
        <p:spPr>
          <a:xfrm>
            <a:off x="12506300" y="4955800"/>
            <a:ext cx="5764800" cy="51102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rPr b="0" i="0" lang="en-US" sz="2800" u="none" cap="none" strike="noStrike">
                <a:solidFill>
                  <a:schemeClr val="dk1"/>
                </a:solidFill>
                <a:latin typeface="Arial"/>
                <a:ea typeface="Arial"/>
                <a:cs typeface="Arial"/>
                <a:sym typeface="Arial"/>
              </a:rPr>
              <a:t> </a:t>
            </a:r>
            <a:endParaRPr b="0" i="0" sz="2800" u="none" cap="none" strike="noStrike">
              <a:solidFill>
                <a:schemeClr val="dk1"/>
              </a:solidFill>
              <a:latin typeface="Arial"/>
              <a:ea typeface="Arial"/>
              <a:cs typeface="Arial"/>
              <a:sym typeface="Arial"/>
            </a:endParaRPr>
          </a:p>
        </p:txBody>
      </p:sp>
      <p:sp>
        <p:nvSpPr>
          <p:cNvPr id="483" name="Google Shape;483;g3a878053966_0_736"/>
          <p:cNvSpPr txBox="1"/>
          <p:nvPr/>
        </p:nvSpPr>
        <p:spPr>
          <a:xfrm>
            <a:off x="16900" y="4955800"/>
            <a:ext cx="6167400" cy="51102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rPr b="0" i="0" lang="en-US" sz="2800" u="none" cap="none" strike="noStrike">
                <a:solidFill>
                  <a:schemeClr val="dk1"/>
                </a:solidFill>
                <a:latin typeface="Arial"/>
                <a:ea typeface="Arial"/>
                <a:cs typeface="Arial"/>
                <a:sym typeface="Arial"/>
              </a:rPr>
              <a:t>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6"/>
          <p:cNvSpPr txBox="1"/>
          <p:nvPr/>
        </p:nvSpPr>
        <p:spPr>
          <a:xfrm>
            <a:off x="1724470" y="2202804"/>
            <a:ext cx="13503300" cy="119988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Trebuchet MS"/>
                <a:ea typeface="Trebuchet MS"/>
                <a:cs typeface="Trebuchet MS"/>
                <a:sym typeface="Trebuchet MS"/>
              </a:rPr>
              <a:t>CONCEPTOS CLAVE APRENDIDOS </a:t>
            </a:r>
            <a:endParaRPr b="0" i="0" sz="1400" u="none" cap="none" strike="noStrike">
              <a:solidFill>
                <a:srgbClr val="000000"/>
              </a:solidFill>
              <a:latin typeface="Trebuchet MS"/>
              <a:ea typeface="Trebuchet MS"/>
              <a:cs typeface="Trebuchet MS"/>
              <a:sym typeface="Trebuchet MS"/>
            </a:endParaRPr>
          </a:p>
        </p:txBody>
      </p:sp>
      <p:sp>
        <p:nvSpPr>
          <p:cNvPr id="489" name="Google Shape;489;p36"/>
          <p:cNvSpPr txBox="1"/>
          <p:nvPr/>
        </p:nvSpPr>
        <p:spPr>
          <a:xfrm>
            <a:off x="2217530" y="4809452"/>
            <a:ext cx="14346000" cy="1895904"/>
          </a:xfrm>
          <a:prstGeom prst="rect">
            <a:avLst/>
          </a:prstGeom>
          <a:noFill/>
          <a:ln>
            <a:noFill/>
          </a:ln>
        </p:spPr>
        <p:txBody>
          <a:bodyPr anchorCtr="0" anchor="t" bIns="0" lIns="0" spcFirstLastPara="1" rIns="0" wrap="square" tIns="0">
            <a:spAutoFit/>
          </a:bodyPr>
          <a:lstStyle/>
          <a:p>
            <a:pPr indent="-381000" lvl="0" marL="457200" marR="0" rtl="0" algn="l">
              <a:lnSpc>
                <a:spcPct val="140019"/>
              </a:lnSpc>
              <a:spcBef>
                <a:spcPts val="0"/>
              </a:spcBef>
              <a:spcAft>
                <a:spcPts val="0"/>
              </a:spcAft>
              <a:buClr>
                <a:srgbClr val="131416"/>
              </a:buClr>
              <a:buSzPts val="2400"/>
              <a:buFont typeface="Arial"/>
              <a:buChar char="●"/>
            </a:pPr>
            <a:r>
              <a:rPr b="1" i="0" lang="en-US" sz="2400" u="none" cap="none" strike="noStrike">
                <a:solidFill>
                  <a:schemeClr val="dk1"/>
                </a:solidFill>
                <a:latin typeface="Trebuchet MS"/>
                <a:ea typeface="Trebuchet MS"/>
                <a:cs typeface="Trebuchet MS"/>
                <a:sym typeface="Trebuchet MS"/>
              </a:rPr>
              <a:t>Tablas</a:t>
            </a:r>
            <a:endParaRPr/>
          </a:p>
          <a:p>
            <a:pPr indent="0" lvl="6" marL="76200" marR="0" rtl="0" algn="l">
              <a:lnSpc>
                <a:spcPct val="140019"/>
              </a:lnSpc>
              <a:spcBef>
                <a:spcPts val="0"/>
              </a:spcBef>
              <a:spcAft>
                <a:spcPts val="0"/>
              </a:spcAft>
              <a:buNone/>
            </a:pPr>
            <a:r>
              <a:rPr b="0" i="0" lang="en-US" sz="2000" u="none" cap="none" strike="noStrike">
                <a:solidFill>
                  <a:srgbClr val="000000"/>
                </a:solidFill>
                <a:latin typeface="Trebuchet MS"/>
                <a:ea typeface="Trebuchet MS"/>
                <a:cs typeface="Trebuchet MS"/>
                <a:sym typeface="Trebuchet MS"/>
              </a:rPr>
              <a:t>Una tabla es una estructura de datos en la que se organizan registros (filas) y atributos (columnas) de una misma entidad o concepto, de modo que cada fila representa una instancia y cada columna define una característica de esas instancias.</a:t>
            </a:r>
            <a:br>
              <a:rPr b="0" i="0" lang="en-US" sz="2400" u="none" cap="none" strike="noStrike">
                <a:solidFill>
                  <a:schemeClr val="dk1"/>
                </a:solidFill>
                <a:latin typeface="Trebuchet MS"/>
                <a:ea typeface="Trebuchet MS"/>
                <a:cs typeface="Trebuchet MS"/>
                <a:sym typeface="Trebuchet MS"/>
              </a:rPr>
            </a:br>
            <a:endParaRPr b="0" i="0" sz="24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7"/>
          <p:cNvSpPr txBox="1"/>
          <p:nvPr/>
        </p:nvSpPr>
        <p:spPr>
          <a:xfrm>
            <a:off x="1724470" y="2202804"/>
            <a:ext cx="13503300" cy="239976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Trebuchet MS"/>
                <a:ea typeface="Trebuchet MS"/>
                <a:cs typeface="Trebuchet MS"/>
                <a:sym typeface="Trebuchet MS"/>
              </a:rPr>
              <a:t>NOMBRE DEL VALOR Y/O ACTITUD</a:t>
            </a:r>
            <a:endParaRPr/>
          </a:p>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Trebuchet MS"/>
                <a:ea typeface="Trebuchet MS"/>
                <a:cs typeface="Trebuchet MS"/>
                <a:sym typeface="Trebuchet MS"/>
              </a:rPr>
              <a:t> </a:t>
            </a:r>
            <a:endParaRPr b="0" i="0" sz="1400" u="none" cap="none" strike="noStrike">
              <a:solidFill>
                <a:srgbClr val="000000"/>
              </a:solidFill>
              <a:latin typeface="Trebuchet MS"/>
              <a:ea typeface="Trebuchet MS"/>
              <a:cs typeface="Trebuchet MS"/>
              <a:sym typeface="Trebuchet MS"/>
            </a:endParaRPr>
          </a:p>
        </p:txBody>
      </p:sp>
      <p:sp>
        <p:nvSpPr>
          <p:cNvPr id="495" name="Google Shape;495;p37"/>
          <p:cNvSpPr txBox="1"/>
          <p:nvPr/>
        </p:nvSpPr>
        <p:spPr>
          <a:xfrm>
            <a:off x="2217530" y="4809452"/>
            <a:ext cx="14346000" cy="2757678"/>
          </a:xfrm>
          <a:prstGeom prst="rect">
            <a:avLst/>
          </a:prstGeom>
          <a:noFill/>
          <a:ln>
            <a:noFill/>
          </a:ln>
        </p:spPr>
        <p:txBody>
          <a:bodyPr anchorCtr="0" anchor="t" bIns="0" lIns="0" spcFirstLastPara="1" rIns="0" wrap="square" tIns="0">
            <a:spAutoFit/>
          </a:bodyPr>
          <a:lstStyle/>
          <a:p>
            <a:pPr indent="0" lvl="0" marL="76200" marR="0" rtl="0" algn="l">
              <a:lnSpc>
                <a:spcPct val="140019"/>
              </a:lnSpc>
              <a:spcBef>
                <a:spcPts val="0"/>
              </a:spcBef>
              <a:spcAft>
                <a:spcPts val="0"/>
              </a:spcAft>
              <a:buNone/>
            </a:pPr>
            <a:r>
              <a:rPr b="1" i="0" lang="en-US" sz="3200" u="none" cap="none" strike="noStrike">
                <a:solidFill>
                  <a:schemeClr val="dk1"/>
                </a:solidFill>
                <a:latin typeface="Trebuchet MS"/>
                <a:ea typeface="Trebuchet MS"/>
                <a:cs typeface="Trebuchet MS"/>
                <a:sym typeface="Trebuchet MS"/>
              </a:rPr>
              <a:t>Integridad</a:t>
            </a:r>
            <a:endParaRPr/>
          </a:p>
          <a:p>
            <a:pPr indent="0" lvl="0" marL="76200" marR="0" rtl="0" algn="l">
              <a:lnSpc>
                <a:spcPct val="140019"/>
              </a:lnSpc>
              <a:spcBef>
                <a:spcPts val="0"/>
              </a:spcBef>
              <a:spcAft>
                <a:spcPts val="0"/>
              </a:spcAft>
              <a:buNone/>
            </a:pPr>
            <a:r>
              <a:rPr b="0" i="0" lang="en-US" sz="3200" u="none" cap="none" strike="noStrike">
                <a:solidFill>
                  <a:schemeClr val="dk1"/>
                </a:solidFill>
                <a:latin typeface="Trebuchet MS"/>
                <a:ea typeface="Trebuchet MS"/>
                <a:cs typeface="Trebuchet MS"/>
                <a:sym typeface="Trebuchet MS"/>
              </a:rPr>
              <a:t>Asegurar que los datos almacenados sean completos, veraces y consistentes.</a:t>
            </a:r>
            <a:endParaRPr/>
          </a:p>
          <a:p>
            <a:pPr indent="0" lvl="0" marL="76200" marR="0" rtl="0" algn="l">
              <a:lnSpc>
                <a:spcPct val="140019"/>
              </a:lnSpc>
              <a:spcBef>
                <a:spcPts val="0"/>
              </a:spcBef>
              <a:spcAft>
                <a:spcPts val="0"/>
              </a:spcAft>
              <a:buNone/>
            </a:pPr>
            <a:br>
              <a:rPr b="0" i="0" lang="en-US" sz="3200" u="none" cap="none" strike="noStrike">
                <a:solidFill>
                  <a:schemeClr val="dk1"/>
                </a:solidFill>
                <a:latin typeface="Trebuchet MS"/>
                <a:ea typeface="Trebuchet MS"/>
                <a:cs typeface="Trebuchet MS"/>
                <a:sym typeface="Trebuchet MS"/>
              </a:rPr>
            </a:br>
            <a:endParaRPr b="0" i="0" sz="32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a878053966_0_308"/>
          <p:cNvSpPr/>
          <p:nvPr/>
        </p:nvSpPr>
        <p:spPr>
          <a:xfrm>
            <a:off x="0" y="0"/>
            <a:ext cx="18288000" cy="10287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01" name="Google Shape;501;g3a878053966_0_308"/>
          <p:cNvGrpSpPr/>
          <p:nvPr/>
        </p:nvGrpSpPr>
        <p:grpSpPr>
          <a:xfrm>
            <a:off x="1724025" y="2200275"/>
            <a:ext cx="14840100" cy="7324875"/>
            <a:chOff x="1724025" y="2200275"/>
            <a:chExt cx="14840100" cy="7324875"/>
          </a:xfrm>
        </p:grpSpPr>
        <p:sp>
          <p:nvSpPr>
            <p:cNvPr id="502" name="Google Shape;502;g3a878053966_0_308"/>
            <p:cNvSpPr txBox="1"/>
            <p:nvPr/>
          </p:nvSpPr>
          <p:spPr>
            <a:xfrm>
              <a:off x="1724025" y="2200275"/>
              <a:ext cx="14840100" cy="1428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6900">
                  <a:solidFill>
                    <a:srgbClr val="131416"/>
                  </a:solidFill>
                  <a:latin typeface="Trebuchet MS"/>
                  <a:ea typeface="Trebuchet MS"/>
                  <a:cs typeface="Trebuchet MS"/>
                  <a:sym typeface="Trebuchet MS"/>
                </a:rPr>
                <a:t>RECURSOS</a:t>
              </a:r>
              <a:endParaRPr b="0" sz="6900">
                <a:solidFill>
                  <a:srgbClr val="131416"/>
                </a:solidFill>
                <a:latin typeface="Trebuchet MS"/>
                <a:ea typeface="Trebuchet MS"/>
                <a:cs typeface="Trebuchet MS"/>
                <a:sym typeface="Trebuchet MS"/>
              </a:endParaRPr>
            </a:p>
          </p:txBody>
        </p:sp>
        <p:sp>
          <p:nvSpPr>
            <p:cNvPr id="503" name="Google Shape;503;g3a878053966_0_308"/>
            <p:cNvSpPr txBox="1"/>
            <p:nvPr/>
          </p:nvSpPr>
          <p:spPr>
            <a:xfrm>
              <a:off x="2219325" y="4286250"/>
              <a:ext cx="14344800" cy="523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720">
                  <a:solidFill>
                    <a:srgbClr val="000000"/>
                  </a:solidFill>
                  <a:latin typeface="Trebuchet MS"/>
                  <a:ea typeface="Trebuchet MS"/>
                  <a:cs typeface="Trebuchet MS"/>
                  <a:sym typeface="Trebuchet MS"/>
                </a:rPr>
                <a:t>Microsoft SQL Server</a:t>
              </a:r>
              <a:endParaRPr b="1" sz="2720">
                <a:solidFill>
                  <a:srgbClr val="000000"/>
                </a:solidFill>
                <a:latin typeface="Trebuchet MS"/>
                <a:ea typeface="Trebuchet MS"/>
                <a:cs typeface="Trebuchet MS"/>
                <a:sym typeface="Trebuchet MS"/>
              </a:endParaRPr>
            </a:p>
            <a:p>
              <a:pPr indent="-401320" lvl="0" marL="457200" rtl="0" algn="l">
                <a:spcBef>
                  <a:spcPts val="0"/>
                </a:spcBef>
                <a:spcAft>
                  <a:spcPts val="0"/>
                </a:spcAft>
                <a:buClr>
                  <a:srgbClr val="000000"/>
                </a:buClr>
                <a:buSzPts val="2720"/>
                <a:buFont typeface="Trebuchet MS"/>
                <a:buChar char="●"/>
              </a:pPr>
              <a:r>
                <a:rPr b="0" lang="en-US" sz="1700">
                  <a:solidFill>
                    <a:srgbClr val="000000"/>
                  </a:solidFill>
                  <a:latin typeface="Trebuchet MS"/>
                  <a:ea typeface="Trebuchet MS"/>
                  <a:cs typeface="Trebuchet MS"/>
                  <a:sym typeface="Trebuchet MS"/>
                </a:rPr>
                <a:t>RDBMS principal del curso</a:t>
              </a:r>
              <a:endParaRPr b="0" sz="1700">
                <a:solidFill>
                  <a:srgbClr val="000000"/>
                </a:solidFill>
                <a:latin typeface="Trebuchet MS"/>
                <a:ea typeface="Trebuchet MS"/>
                <a:cs typeface="Trebuchet MS"/>
                <a:sym typeface="Trebuchet MS"/>
              </a:endParaRPr>
            </a:p>
            <a:p>
              <a:pPr indent="0" lvl="0" marL="0" rtl="0" algn="l">
                <a:spcBef>
                  <a:spcPts val="1500"/>
                </a:spcBef>
                <a:spcAft>
                  <a:spcPts val="0"/>
                </a:spcAft>
                <a:buNone/>
              </a:pPr>
              <a:r>
                <a:rPr b="1" lang="en-US" sz="2720">
                  <a:solidFill>
                    <a:srgbClr val="000000"/>
                  </a:solidFill>
                  <a:latin typeface="Trebuchet MS"/>
                  <a:ea typeface="Trebuchet MS"/>
                  <a:cs typeface="Trebuchet MS"/>
                  <a:sym typeface="Trebuchet MS"/>
                </a:rPr>
                <a:t>SQL Server Management Studio (SSMS)</a:t>
              </a:r>
              <a:endParaRPr b="1" sz="2720">
                <a:solidFill>
                  <a:srgbClr val="000000"/>
                </a:solidFill>
                <a:latin typeface="Trebuchet MS"/>
                <a:ea typeface="Trebuchet MS"/>
                <a:cs typeface="Trebuchet MS"/>
                <a:sym typeface="Trebuchet MS"/>
              </a:endParaRPr>
            </a:p>
            <a:p>
              <a:pPr indent="-401320" lvl="0" marL="457200" rtl="0" algn="l">
                <a:spcBef>
                  <a:spcPts val="0"/>
                </a:spcBef>
                <a:spcAft>
                  <a:spcPts val="0"/>
                </a:spcAft>
                <a:buClr>
                  <a:srgbClr val="000000"/>
                </a:buClr>
                <a:buSzPts val="2720"/>
                <a:buFont typeface="Trebuchet MS"/>
                <a:buChar char="●"/>
              </a:pPr>
              <a:r>
                <a:rPr b="0" lang="en-US" sz="1700">
                  <a:solidFill>
                    <a:srgbClr val="000000"/>
                  </a:solidFill>
                  <a:latin typeface="Trebuchet MS"/>
                  <a:ea typeface="Trebuchet MS"/>
                  <a:cs typeface="Trebuchet MS"/>
                  <a:sym typeface="Trebuchet MS"/>
                </a:rPr>
                <a:t>Interfaz gráfica</a:t>
              </a:r>
              <a:endParaRPr b="0" sz="1700">
                <a:solidFill>
                  <a:srgbClr val="000000"/>
                </a:solidFill>
                <a:latin typeface="Trebuchet MS"/>
                <a:ea typeface="Trebuchet MS"/>
                <a:cs typeface="Trebuchet MS"/>
                <a:sym typeface="Trebuchet MS"/>
              </a:endParaRPr>
            </a:p>
            <a:p>
              <a:pPr indent="0" lvl="0" marL="0" rtl="0" algn="l">
                <a:spcBef>
                  <a:spcPts val="1500"/>
                </a:spcBef>
                <a:spcAft>
                  <a:spcPts val="0"/>
                </a:spcAft>
                <a:buNone/>
              </a:pPr>
              <a:r>
                <a:rPr b="1" lang="en-US" sz="2720">
                  <a:solidFill>
                    <a:srgbClr val="000000"/>
                  </a:solidFill>
                  <a:latin typeface="Trebuchet MS"/>
                  <a:ea typeface="Trebuchet MS"/>
                  <a:cs typeface="Trebuchet MS"/>
                  <a:sym typeface="Trebuchet MS"/>
                </a:rPr>
                <a:t>Plataforma UEDI</a:t>
              </a:r>
              <a:endParaRPr b="1" sz="2720">
                <a:solidFill>
                  <a:srgbClr val="000000"/>
                </a:solidFill>
                <a:latin typeface="Trebuchet MS"/>
                <a:ea typeface="Trebuchet MS"/>
                <a:cs typeface="Trebuchet MS"/>
                <a:sym typeface="Trebuchet MS"/>
              </a:endParaRPr>
            </a:p>
            <a:p>
              <a:pPr indent="-401320" lvl="0" marL="457200" rtl="0" algn="l">
                <a:spcBef>
                  <a:spcPts val="0"/>
                </a:spcBef>
                <a:spcAft>
                  <a:spcPts val="0"/>
                </a:spcAft>
                <a:buClr>
                  <a:srgbClr val="000000"/>
                </a:buClr>
                <a:buSzPts val="2720"/>
                <a:buFont typeface="Trebuchet MS"/>
                <a:buChar char="●"/>
              </a:pPr>
              <a:r>
                <a:rPr b="0" lang="en-US" sz="1700">
                  <a:solidFill>
                    <a:srgbClr val="000000"/>
                  </a:solidFill>
                  <a:latin typeface="Trebuchet MS"/>
                  <a:ea typeface="Trebuchet MS"/>
                  <a:cs typeface="Trebuchet MS"/>
                  <a:sym typeface="Trebuchet MS"/>
                </a:rPr>
                <a:t>Entrega de actividades</a:t>
              </a:r>
              <a:endParaRPr b="0" sz="1700">
                <a:solidFill>
                  <a:srgbClr val="000000"/>
                </a:solidFill>
                <a:latin typeface="Trebuchet MS"/>
                <a:ea typeface="Trebuchet MS"/>
                <a:cs typeface="Trebuchet MS"/>
                <a:sym typeface="Trebuchet MS"/>
              </a:endParaRPr>
            </a:p>
            <a:p>
              <a:pPr indent="0" lvl="0" marL="0" rtl="0" algn="l">
                <a:spcBef>
                  <a:spcPts val="1500"/>
                </a:spcBef>
                <a:spcAft>
                  <a:spcPts val="0"/>
                </a:spcAft>
                <a:buNone/>
              </a:pPr>
              <a:r>
                <a:rPr b="1" lang="en-US" sz="2720">
                  <a:solidFill>
                    <a:srgbClr val="000000"/>
                  </a:solidFill>
                  <a:latin typeface="Trebuchet MS"/>
                  <a:ea typeface="Trebuchet MS"/>
                  <a:cs typeface="Trebuchet MS"/>
                  <a:sym typeface="Trebuchet MS"/>
                </a:rPr>
                <a:t>Diagramas Entidad-Relación</a:t>
              </a:r>
              <a:endParaRPr b="1" sz="2720">
                <a:solidFill>
                  <a:srgbClr val="000000"/>
                </a:solidFill>
                <a:latin typeface="Trebuchet MS"/>
                <a:ea typeface="Trebuchet MS"/>
                <a:cs typeface="Trebuchet MS"/>
                <a:sym typeface="Trebuchet MS"/>
              </a:endParaRPr>
            </a:p>
            <a:p>
              <a:pPr indent="-401320" lvl="0" marL="457200" rtl="0" algn="l">
                <a:spcBef>
                  <a:spcPts val="0"/>
                </a:spcBef>
                <a:spcAft>
                  <a:spcPts val="0"/>
                </a:spcAft>
                <a:buClr>
                  <a:srgbClr val="000000"/>
                </a:buClr>
                <a:buSzPts val="2720"/>
                <a:buFont typeface="Trebuchet MS"/>
                <a:buChar char="●"/>
              </a:pPr>
              <a:r>
                <a:rPr b="0" lang="en-US" sz="1700">
                  <a:solidFill>
                    <a:srgbClr val="000000"/>
                  </a:solidFill>
                  <a:latin typeface="Trebuchet MS"/>
                  <a:ea typeface="Trebuchet MS"/>
                  <a:cs typeface="Trebuchet MS"/>
                  <a:sym typeface="Trebuchet MS"/>
                </a:rPr>
                <a:t>Herramienta de diseño de BD</a:t>
              </a:r>
              <a:endParaRPr b="0" sz="1700">
                <a:solidFill>
                  <a:srgbClr val="000000"/>
                </a:solidFill>
                <a:latin typeface="Trebuchet MS"/>
                <a:ea typeface="Trebuchet MS"/>
                <a:cs typeface="Trebuchet MS"/>
                <a:sym typeface="Trebuchet MS"/>
              </a:endParaRPr>
            </a:p>
            <a:p>
              <a:pPr indent="0" lvl="0" marL="0" rtl="0" algn="l">
                <a:spcBef>
                  <a:spcPts val="1500"/>
                </a:spcBef>
                <a:spcAft>
                  <a:spcPts val="0"/>
                </a:spcAft>
                <a:buNone/>
              </a:pPr>
              <a:r>
                <a:rPr b="1" lang="en-US" sz="2720">
                  <a:solidFill>
                    <a:srgbClr val="000000"/>
                  </a:solidFill>
                  <a:latin typeface="Trebuchet MS"/>
                  <a:ea typeface="Trebuchet MS"/>
                  <a:cs typeface="Trebuchet MS"/>
                  <a:sym typeface="Trebuchet MS"/>
                </a:rPr>
                <a:t>Logos institucionales</a:t>
              </a:r>
              <a:endParaRPr b="1" sz="2720">
                <a:solidFill>
                  <a:srgbClr val="000000"/>
                </a:solidFill>
                <a:latin typeface="Trebuchet MS"/>
                <a:ea typeface="Trebuchet MS"/>
                <a:cs typeface="Trebuchet MS"/>
                <a:sym typeface="Trebuchet MS"/>
              </a:endParaRPr>
            </a:p>
            <a:p>
              <a:pPr indent="-401320" lvl="0" marL="457200" rtl="0" algn="l">
                <a:spcBef>
                  <a:spcPts val="0"/>
                </a:spcBef>
                <a:spcAft>
                  <a:spcPts val="1500"/>
                </a:spcAft>
                <a:buClr>
                  <a:srgbClr val="000000"/>
                </a:buClr>
                <a:buSzPts val="2720"/>
                <a:buFont typeface="Trebuchet MS"/>
                <a:buChar char="●"/>
              </a:pPr>
              <a:r>
                <a:rPr b="0" lang="en-US" sz="1700">
                  <a:solidFill>
                    <a:srgbClr val="000000"/>
                  </a:solidFill>
                  <a:latin typeface="Trebuchet MS"/>
                  <a:ea typeface="Trebuchet MS"/>
                  <a:cs typeface="Trebuchet MS"/>
                  <a:sym typeface="Trebuchet MS"/>
                </a:rPr>
                <a:t>ECYS, FIUSAC, USAC, DITT, Cococys</a:t>
              </a:r>
              <a:endParaRPr b="0" sz="1700">
                <a:solidFill>
                  <a:srgbClr val="000000"/>
                </a:solidFill>
                <a:latin typeface="Trebuchet MS"/>
                <a:ea typeface="Trebuchet MS"/>
                <a:cs typeface="Trebuchet MS"/>
                <a:sym typeface="Trebuchet MS"/>
              </a:endParaRPr>
            </a:p>
          </p:txBody>
        </p:sp>
      </p:grpSp>
      <p:pic>
        <p:nvPicPr>
          <p:cNvPr id="504" name="Google Shape;504;g3a878053966_0_308"/>
          <p:cNvPicPr preferRelativeResize="0"/>
          <p:nvPr/>
        </p:nvPicPr>
        <p:blipFill>
          <a:blip r:embed="rId3">
            <a:alphaModFix/>
          </a:blip>
          <a:stretch>
            <a:fillRect/>
          </a:stretch>
        </p:blipFill>
        <p:spPr>
          <a:xfrm>
            <a:off x="14980249" y="4330324"/>
            <a:ext cx="2997100" cy="5711500"/>
          </a:xfrm>
          <a:prstGeom prst="rect">
            <a:avLst/>
          </a:prstGeom>
          <a:solidFill>
            <a:srgbClr val="FFFFFF"/>
          </a:solid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3a878053966_0_104"/>
          <p:cNvSpPr/>
          <p:nvPr/>
        </p:nvSpPr>
        <p:spPr>
          <a:xfrm>
            <a:off x="0" y="0"/>
            <a:ext cx="18288000" cy="10287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0" name="Google Shape;510;g3a878053966_0_104"/>
          <p:cNvSpPr/>
          <p:nvPr/>
        </p:nvSpPr>
        <p:spPr>
          <a:xfrm>
            <a:off x="952500" y="2000250"/>
            <a:ext cx="1143000" cy="762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g3a878053966_0_104"/>
          <p:cNvSpPr txBox="1"/>
          <p:nvPr/>
        </p:nvSpPr>
        <p:spPr>
          <a:xfrm>
            <a:off x="952500" y="952500"/>
            <a:ext cx="16383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400">
                <a:solidFill>
                  <a:srgbClr val="1B2A6B"/>
                </a:solidFill>
                <a:latin typeface="Open Sans"/>
                <a:ea typeface="Open Sans"/>
                <a:cs typeface="Open Sans"/>
                <a:sym typeface="Open Sans"/>
              </a:rPr>
              <a:t>REFERENCIAS</a:t>
            </a:r>
            <a:endParaRPr b="1" sz="5400">
              <a:solidFill>
                <a:srgbClr val="1B2A6B"/>
              </a:solidFill>
              <a:latin typeface="Open Sans"/>
              <a:ea typeface="Open Sans"/>
              <a:cs typeface="Open Sans"/>
              <a:sym typeface="Open Sans"/>
            </a:endParaRPr>
          </a:p>
        </p:txBody>
      </p:sp>
      <p:grpSp>
        <p:nvGrpSpPr>
          <p:cNvPr id="512" name="Google Shape;512;g3a878053966_0_104"/>
          <p:cNvGrpSpPr/>
          <p:nvPr/>
        </p:nvGrpSpPr>
        <p:grpSpPr>
          <a:xfrm>
            <a:off x="952500" y="2667000"/>
            <a:ext cx="16383000" cy="6477000"/>
            <a:chOff x="952500" y="2667000"/>
            <a:chExt cx="16383000" cy="6477000"/>
          </a:xfrm>
        </p:grpSpPr>
        <p:sp>
          <p:nvSpPr>
            <p:cNvPr id="513" name="Google Shape;513;g3a878053966_0_104"/>
            <p:cNvSpPr/>
            <p:nvPr/>
          </p:nvSpPr>
          <p:spPr>
            <a:xfrm>
              <a:off x="952500" y="2667000"/>
              <a:ext cx="16383000" cy="6477000"/>
            </a:xfrm>
            <a:prstGeom prst="roundRect">
              <a:avLst>
                <a:gd fmla="val 2941"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4" name="Google Shape;514;g3a878053966_0_104"/>
            <p:cNvSpPr txBox="1"/>
            <p:nvPr/>
          </p:nvSpPr>
          <p:spPr>
            <a:xfrm>
              <a:off x="1428750" y="3143250"/>
              <a:ext cx="15430500" cy="5524500"/>
            </a:xfrm>
            <a:prstGeom prst="rect">
              <a:avLst/>
            </a:prstGeom>
            <a:noFill/>
            <a:ln>
              <a:noFill/>
            </a:ln>
          </p:spPr>
          <p:txBody>
            <a:bodyPr anchorCtr="0" anchor="t" bIns="0" lIns="0" spcFirstLastPara="1" rIns="0" wrap="square" tIns="0">
              <a:noAutofit/>
            </a:bodyPr>
            <a:lstStyle/>
            <a:p>
              <a:pPr indent="-406400" lvl="0" marL="457200" rtl="0" algn="l">
                <a:spcBef>
                  <a:spcPts val="0"/>
                </a:spcBef>
                <a:spcAft>
                  <a:spcPts val="0"/>
                </a:spcAft>
                <a:buClr>
                  <a:srgbClr val="333333"/>
                </a:buClr>
                <a:buSzPts val="2800"/>
                <a:buFont typeface="Open Sans"/>
                <a:buAutoNum type="arabicPeriod"/>
              </a:pPr>
              <a:r>
                <a:rPr b="0" lang="en-US" sz="2800">
                  <a:solidFill>
                    <a:srgbClr val="333333"/>
                  </a:solidFill>
                  <a:latin typeface="Open Sans"/>
                  <a:ea typeface="Open Sans"/>
                  <a:cs typeface="Open Sans"/>
                  <a:sym typeface="Open Sans"/>
                </a:rPr>
                <a:t>Material de clase Semana 3 — Programación Comercial 1, 2S2026, ECYS-FIUSAC-USAC</a:t>
              </a:r>
              <a:endParaRPr b="0" sz="2800">
                <a:solidFill>
                  <a:srgbClr val="333333"/>
                </a:solidFill>
                <a:latin typeface="Open Sans"/>
                <a:ea typeface="Open Sans"/>
                <a:cs typeface="Open Sans"/>
                <a:sym typeface="Open Sans"/>
              </a:endParaRPr>
            </a:p>
            <a:p>
              <a:pPr indent="-406400" lvl="0" marL="457200" rtl="0" algn="l">
                <a:spcBef>
                  <a:spcPts val="2625"/>
                </a:spcBef>
                <a:spcAft>
                  <a:spcPts val="0"/>
                </a:spcAft>
                <a:buClr>
                  <a:srgbClr val="333333"/>
                </a:buClr>
                <a:buSzPts val="2800"/>
                <a:buFont typeface="Open Sans"/>
                <a:buAutoNum type="arabicPeriod"/>
              </a:pPr>
              <a:r>
                <a:rPr b="0" lang="en-US" sz="2800">
                  <a:solidFill>
                    <a:srgbClr val="333333"/>
                  </a:solidFill>
                  <a:latin typeface="Open Sans"/>
                  <a:ea typeface="Open Sans"/>
                  <a:cs typeface="Open Sans"/>
                  <a:sym typeface="Open Sans"/>
                </a:rPr>
                <a:t>Chen, P. (1976). The Entity-Relationship Model — Toward a Unified View of Data. ACM Transactions on Database Systems.</a:t>
              </a:r>
              <a:endParaRPr b="0" sz="2800">
                <a:solidFill>
                  <a:srgbClr val="333333"/>
                </a:solidFill>
                <a:latin typeface="Open Sans"/>
                <a:ea typeface="Open Sans"/>
                <a:cs typeface="Open Sans"/>
                <a:sym typeface="Open Sans"/>
              </a:endParaRPr>
            </a:p>
            <a:p>
              <a:pPr indent="-406400" lvl="0" marL="457200" rtl="0" algn="l">
                <a:spcBef>
                  <a:spcPts val="2625"/>
                </a:spcBef>
                <a:spcAft>
                  <a:spcPts val="0"/>
                </a:spcAft>
                <a:buClr>
                  <a:srgbClr val="333333"/>
                </a:buClr>
                <a:buSzPts val="2800"/>
                <a:buFont typeface="Open Sans"/>
                <a:buAutoNum type="arabicPeriod"/>
              </a:pPr>
              <a:r>
                <a:rPr b="0" lang="en-US" sz="2800">
                  <a:solidFill>
                    <a:srgbClr val="333333"/>
                  </a:solidFill>
                  <a:latin typeface="Open Sans"/>
                  <a:ea typeface="Open Sans"/>
                  <a:cs typeface="Open Sans"/>
                  <a:sym typeface="Open Sans"/>
                </a:rPr>
                <a:t>Documentación oficial Microsoft SQL Server</a:t>
              </a:r>
              <a:br>
                <a:rPr b="0" lang="en-US" sz="2800">
                  <a:solidFill>
                    <a:srgbClr val="333333"/>
                  </a:solidFill>
                  <a:latin typeface="Open Sans"/>
                  <a:ea typeface="Open Sans"/>
                  <a:cs typeface="Open Sans"/>
                  <a:sym typeface="Open Sans"/>
                </a:rPr>
              </a:br>
              <a:r>
                <a:rPr b="0" lang="en-US" sz="2200">
                  <a:solidFill>
                    <a:srgbClr val="1B2A6B"/>
                  </a:solidFill>
                  <a:latin typeface="Open Sans"/>
                  <a:ea typeface="Open Sans"/>
                  <a:cs typeface="Open Sans"/>
                  <a:sym typeface="Open Sans"/>
                </a:rPr>
                <a:t>https://learn.microsoft.com/es-es/sql/sql-server</a:t>
              </a:r>
              <a:endParaRPr b="0" sz="2800">
                <a:solidFill>
                  <a:srgbClr val="333333"/>
                </a:solidFill>
                <a:latin typeface="Open Sans"/>
                <a:ea typeface="Open Sans"/>
                <a:cs typeface="Open Sans"/>
                <a:sym typeface="Open Sans"/>
              </a:endParaRPr>
            </a:p>
            <a:p>
              <a:pPr indent="-406400" lvl="0" marL="457200" rtl="0" algn="l">
                <a:spcBef>
                  <a:spcPts val="2625"/>
                </a:spcBef>
                <a:spcAft>
                  <a:spcPts val="2625"/>
                </a:spcAft>
                <a:buClr>
                  <a:srgbClr val="333333"/>
                </a:buClr>
                <a:buSzPts val="2800"/>
                <a:buFont typeface="Open Sans"/>
                <a:buAutoNum type="arabicPeriod"/>
              </a:pPr>
              <a:r>
                <a:rPr b="0" lang="en-US" sz="2800">
                  <a:solidFill>
                    <a:srgbClr val="333333"/>
                  </a:solidFill>
                  <a:latin typeface="Open Sans"/>
                  <a:ea typeface="Open Sans"/>
                  <a:cs typeface="Open Sans"/>
                  <a:sym typeface="Open Sans"/>
                </a:rPr>
                <a:t>Documentación DBMS y RDBMS — GeeksforGeeks</a:t>
              </a:r>
              <a:br>
                <a:rPr b="0" lang="en-US" sz="2800">
                  <a:solidFill>
                    <a:srgbClr val="333333"/>
                  </a:solidFill>
                  <a:latin typeface="Open Sans"/>
                  <a:ea typeface="Open Sans"/>
                  <a:cs typeface="Open Sans"/>
                  <a:sym typeface="Open Sans"/>
                </a:rPr>
              </a:br>
              <a:r>
                <a:rPr b="0" lang="en-US" sz="2200">
                  <a:solidFill>
                    <a:srgbClr val="1B2A6B"/>
                  </a:solidFill>
                  <a:latin typeface="Open Sans"/>
                  <a:ea typeface="Open Sans"/>
                  <a:cs typeface="Open Sans"/>
                  <a:sym typeface="Open Sans"/>
                </a:rPr>
                <a:t>https://www.geeksforgeeks.org/difference-between-rdbms-and-dbms</a:t>
              </a:r>
              <a:endParaRPr b="0" sz="2800">
                <a:solidFill>
                  <a:srgbClr val="333333"/>
                </a:solidFill>
                <a:latin typeface="Open Sans"/>
                <a:ea typeface="Open Sans"/>
                <a:cs typeface="Open Sans"/>
                <a:sym typeface="Open Sans"/>
              </a:endParaRPr>
            </a:p>
          </p:txBody>
        </p:sp>
      </p:grpSp>
      <p:cxnSp>
        <p:nvCxnSpPr>
          <p:cNvPr id="515" name="Google Shape;515;g3a878053966_0_104"/>
          <p:cNvCxnSpPr/>
          <p:nvPr/>
        </p:nvCxnSpPr>
        <p:spPr>
          <a:xfrm>
            <a:off x="952500" y="9334500"/>
            <a:ext cx="16383000" cy="0"/>
          </a:xfrm>
          <a:prstGeom prst="straightConnector1">
            <a:avLst/>
          </a:prstGeom>
          <a:solidFill>
            <a:srgbClr val="FFFFFF"/>
          </a:solidFill>
          <a:ln cap="flat" cmpd="sng" w="19050">
            <a:solidFill>
              <a:srgbClr val="EEEEEE"/>
            </a:solidFill>
            <a:prstDash val="solid"/>
            <a:round/>
            <a:headEnd len="sm" w="sm" type="none"/>
            <a:tailEnd len="sm" w="sm" type="none"/>
          </a:ln>
        </p:spPr>
      </p:cxnSp>
      <p:sp>
        <p:nvSpPr>
          <p:cNvPr id="516" name="Google Shape;516;g3a878053966_0_104"/>
          <p:cNvSpPr txBox="1"/>
          <p:nvPr/>
        </p:nvSpPr>
        <p:spPr>
          <a:xfrm>
            <a:off x="952500" y="9525000"/>
            <a:ext cx="7620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666666"/>
                </a:solidFill>
                <a:latin typeface="Open Sans"/>
                <a:ea typeface="Open Sans"/>
                <a:cs typeface="Open Sans"/>
                <a:sym typeface="Open Sans"/>
              </a:rPr>
              <a:t>Programación Comercial 1 | Facultad de Ingeniería USAC</a:t>
            </a:r>
            <a:endParaRPr b="0" sz="1400">
              <a:solidFill>
                <a:srgbClr val="666666"/>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4"/>
          <p:cNvSpPr/>
          <p:nvPr/>
        </p:nvSpPr>
        <p:spPr>
          <a:xfrm>
            <a:off x="3861682" y="595298"/>
            <a:ext cx="10564636" cy="8663002"/>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5"/>
          <p:cNvSpPr/>
          <p:nvPr/>
        </p:nvSpPr>
        <p:spPr>
          <a:xfrm>
            <a:off x="814445" y="0"/>
            <a:ext cx="16659109" cy="102870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