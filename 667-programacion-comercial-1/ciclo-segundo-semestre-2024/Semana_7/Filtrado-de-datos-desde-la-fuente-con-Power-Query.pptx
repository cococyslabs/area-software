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MuseoModerno Medium"/>
      <p:regular r:id="rId15"/>
    </p:embeddedFont>
    <p:embeddedFont>
      <p:font typeface="MuseoModerno Medium"/>
      <p:regular r:id="rId16"/>
    </p:embeddedFont>
    <p:embeddedFont>
      <p:font typeface="MuseoModerno Medium"/>
      <p:regular r:id="rId17"/>
    </p:embeddedFont>
    <p:embeddedFont>
      <p:font typeface="MuseoModerno Medium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51528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Filtrado de datos desde la fuente con Power Query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5026343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Power Query, una herramienta integrada en Power BI, permite realizar un filtrado de datos eficiente y efectivo directamente desde la fuente de información. Esta funcionalidad mejora la velocidad y la calidad del análisis de datos al evitar procesos de limpieza y transformación posteriores.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1109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Introducción a Power Query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12396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3EEE3"/>
          </a:solidFill>
          <a:ln/>
        </p:spPr>
      </p:sp>
      <p:sp>
        <p:nvSpPr>
          <p:cNvPr id="5" name="Text 2"/>
          <p:cNvSpPr/>
          <p:nvPr/>
        </p:nvSpPr>
        <p:spPr>
          <a:xfrm>
            <a:off x="6455569" y="3208973"/>
            <a:ext cx="15954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3123962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Potente motor de transformación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3968710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Power Query ofrece un amplio abanico de funciones para realizar todo tipo de transformaciones en los datos.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312396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3EEE3"/>
          </a:solidFill>
          <a:ln/>
        </p:spPr>
      </p:sp>
      <p:sp>
        <p:nvSpPr>
          <p:cNvPr id="9" name="Text 6"/>
          <p:cNvSpPr/>
          <p:nvPr/>
        </p:nvSpPr>
        <p:spPr>
          <a:xfrm>
            <a:off x="10332363" y="3208973"/>
            <a:ext cx="18919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31239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Interfaz intuitiva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3614380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 interfaz de usuario amigable facilita el acceso a las funcionalidades y la creación de consultas.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90228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3EEE3"/>
          </a:solidFill>
          <a:ln/>
        </p:spPr>
      </p:sp>
      <p:sp>
        <p:nvSpPr>
          <p:cNvPr id="13" name="Text 10"/>
          <p:cNvSpPr/>
          <p:nvPr/>
        </p:nvSpPr>
        <p:spPr>
          <a:xfrm>
            <a:off x="6439733" y="5987296"/>
            <a:ext cx="19121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5902285"/>
            <a:ext cx="36923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Flexibilidad y escalabilidad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6392704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Permite conectar con múltiples tipos de orígenes de datos y adaptarse a necesidades cambiantes.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1074872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Conexión a diferentes fuentes de datos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Bases de datos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Power Query permite conexiones a diferentes motores de bases de datos, tanto relacionales como NoSQL.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Ficheros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Desde archivos Excel, CSV, JSON y otros formatos, Power Query facilita la importación de datos.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Fuentes web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Power Query también es capaz de extraer datos de páginas web, APIs y otros orígenes en línea.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8044" y="606266"/>
            <a:ext cx="7600712" cy="13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Transformación y limpieza de datos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573441" y="2314932"/>
            <a:ext cx="30480" cy="5309949"/>
          </a:xfrm>
          <a:prstGeom prst="roundRect">
            <a:avLst>
              <a:gd name="adj" fmla="val 108513"/>
            </a:avLst>
          </a:prstGeom>
          <a:solidFill>
            <a:srgbClr val="D9D4C9"/>
          </a:solidFill>
          <a:ln/>
        </p:spPr>
      </p:sp>
      <p:sp>
        <p:nvSpPr>
          <p:cNvPr id="5" name="Shape 2"/>
          <p:cNvSpPr/>
          <p:nvPr/>
        </p:nvSpPr>
        <p:spPr>
          <a:xfrm>
            <a:off x="6806208" y="2795707"/>
            <a:ext cx="771644" cy="30480"/>
          </a:xfrm>
          <a:prstGeom prst="roundRect">
            <a:avLst>
              <a:gd name="adj" fmla="val 108513"/>
            </a:avLst>
          </a:prstGeom>
          <a:solidFill>
            <a:srgbClr val="D9D4C9"/>
          </a:solidFill>
          <a:ln/>
        </p:spPr>
      </p:sp>
      <p:sp>
        <p:nvSpPr>
          <p:cNvPr id="6" name="Shape 3"/>
          <p:cNvSpPr/>
          <p:nvPr/>
        </p:nvSpPr>
        <p:spPr>
          <a:xfrm>
            <a:off x="6340673" y="2562939"/>
            <a:ext cx="496014" cy="496014"/>
          </a:xfrm>
          <a:prstGeom prst="roundRect">
            <a:avLst>
              <a:gd name="adj" fmla="val 6668"/>
            </a:avLst>
          </a:prstGeom>
          <a:solidFill>
            <a:srgbClr val="F3EEE3"/>
          </a:solidFill>
          <a:ln/>
        </p:spPr>
      </p:sp>
      <p:sp>
        <p:nvSpPr>
          <p:cNvPr id="7" name="Text 4"/>
          <p:cNvSpPr/>
          <p:nvPr/>
        </p:nvSpPr>
        <p:spPr>
          <a:xfrm>
            <a:off x="6511052" y="2645569"/>
            <a:ext cx="155138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801332" y="2535317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Perfilado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801332" y="301204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Analizar la calidad y estructura de los datos para identificar posibles problemas.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806208" y="4639151"/>
            <a:ext cx="771644" cy="30480"/>
          </a:xfrm>
          <a:prstGeom prst="roundRect">
            <a:avLst>
              <a:gd name="adj" fmla="val 108513"/>
            </a:avLst>
          </a:prstGeom>
          <a:solidFill>
            <a:srgbClr val="D9D4C9"/>
          </a:solidFill>
          <a:ln/>
        </p:spPr>
      </p:sp>
      <p:sp>
        <p:nvSpPr>
          <p:cNvPr id="11" name="Shape 8"/>
          <p:cNvSpPr/>
          <p:nvPr/>
        </p:nvSpPr>
        <p:spPr>
          <a:xfrm>
            <a:off x="6340673" y="4406384"/>
            <a:ext cx="496014" cy="496014"/>
          </a:xfrm>
          <a:prstGeom prst="roundRect">
            <a:avLst>
              <a:gd name="adj" fmla="val 6668"/>
            </a:avLst>
          </a:prstGeom>
          <a:solidFill>
            <a:srgbClr val="F3EEE3"/>
          </a:solidFill>
          <a:ln/>
        </p:spPr>
      </p:sp>
      <p:sp>
        <p:nvSpPr>
          <p:cNvPr id="12" name="Text 9"/>
          <p:cNvSpPr/>
          <p:nvPr/>
        </p:nvSpPr>
        <p:spPr>
          <a:xfrm>
            <a:off x="6496645" y="4489013"/>
            <a:ext cx="183952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801332" y="4378762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Limpieza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7801332" y="4855488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Aplicar funciones de transformación para eliminar errores, valores nulos y formatos incorrectos.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806208" y="6482596"/>
            <a:ext cx="771644" cy="30480"/>
          </a:xfrm>
          <a:prstGeom prst="roundRect">
            <a:avLst>
              <a:gd name="adj" fmla="val 108513"/>
            </a:avLst>
          </a:prstGeom>
          <a:solidFill>
            <a:srgbClr val="D9D4C9"/>
          </a:solidFill>
          <a:ln/>
        </p:spPr>
      </p:sp>
      <p:sp>
        <p:nvSpPr>
          <p:cNvPr id="16" name="Shape 13"/>
          <p:cNvSpPr/>
          <p:nvPr/>
        </p:nvSpPr>
        <p:spPr>
          <a:xfrm>
            <a:off x="6340673" y="6249829"/>
            <a:ext cx="496014" cy="496014"/>
          </a:xfrm>
          <a:prstGeom prst="roundRect">
            <a:avLst>
              <a:gd name="adj" fmla="val 6668"/>
            </a:avLst>
          </a:prstGeom>
          <a:solidFill>
            <a:srgbClr val="F3EEE3"/>
          </a:solidFill>
          <a:ln/>
        </p:spPr>
      </p:sp>
      <p:sp>
        <p:nvSpPr>
          <p:cNvPr id="17" name="Text 14"/>
          <p:cNvSpPr/>
          <p:nvPr/>
        </p:nvSpPr>
        <p:spPr>
          <a:xfrm>
            <a:off x="6495693" y="6332458"/>
            <a:ext cx="185857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801332" y="6222206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Enriquecimiento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7801332" y="669893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Agregar columnas, combinar tablas y realizar cálculos para mejorar la calidad de los datos.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8977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Filtrado de datos en la fuente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847499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F3EEE3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3074313"/>
            <a:ext cx="30437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Menor carga de datos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564731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Al filtrar en la fuente, solo se cargan los datos necesarios, reduciendo el uso de recursos.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2847499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F3EEE3"/>
          </a:solidFill>
          <a:ln/>
        </p:spPr>
      </p:sp>
      <p:sp>
        <p:nvSpPr>
          <p:cNvPr id="8" name="Text 5"/>
          <p:cNvSpPr/>
          <p:nvPr/>
        </p:nvSpPr>
        <p:spPr>
          <a:xfrm>
            <a:off x="10398681" y="30743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Mejor rendimiento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681" y="3564731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filtrado previo a la importación mejora la velocidad de carga y el procesamiento de datos.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107067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F3EEE3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53338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Integridad de datos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5824299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Asegura que solo se trabajen con los datos relevantes, evitando procesos de limpieza adicionales.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0171867" y="5107067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F3EEE3"/>
          </a:solidFill>
          <a:ln/>
        </p:spPr>
      </p:sp>
      <p:sp>
        <p:nvSpPr>
          <p:cNvPr id="14" name="Text 11"/>
          <p:cNvSpPr/>
          <p:nvPr/>
        </p:nvSpPr>
        <p:spPr>
          <a:xfrm>
            <a:off x="10398681" y="53338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Flexibilidad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398681" y="5824299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Las consultas en Power Query pueden adaptarse fácilmente a nuevos requisitos o cambios.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8570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Ventajas del filtrado de datos en la fuente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2643426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3437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Rendimiento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3927634"/>
            <a:ext cx="36080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Mayor velocidad de carga y procesamiento de datos.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8421" y="2643426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28421" y="3437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Eficiencia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0228421" y="3927634"/>
            <a:ext cx="3608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Menor uso de recursos y optimización de procesos.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5333881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80190" y="61276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Calidad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6280190" y="6618089"/>
            <a:ext cx="36080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Datos más limpios y relevantes para el análisis.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8421" y="5333881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28421" y="61276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Flexibilidad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0228421" y="6618089"/>
            <a:ext cx="3608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Adaptabilidad a cambios en los requisitos de datos.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3073" y="608290"/>
            <a:ext cx="7597854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Casos de uso y ejemplos prácticos</a:t>
            </a:r>
            <a:endParaRPr lang="en-US" sz="4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073" y="2319933"/>
            <a:ext cx="1104424" cy="17671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08728" y="2540794"/>
            <a:ext cx="2762964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Informes financieros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2208728" y="3018353"/>
            <a:ext cx="6162199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Filtrar transacciones por cuenta, centro de costos o proyecto.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73" y="4087058"/>
            <a:ext cx="1104424" cy="17671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08728" y="4307919"/>
            <a:ext cx="2920246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Análisis de marketing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2208728" y="4785479"/>
            <a:ext cx="6162199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Segmentar campañas, canales y públicos objetivo.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073" y="5854184"/>
            <a:ext cx="1104424" cy="176712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08728" y="6075045"/>
            <a:ext cx="3026569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Dashboards de ventas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2208728" y="6552605"/>
            <a:ext cx="6162199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Filtrar por producto, región, vendedor y otras dimensiones clave.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Conclusión y próximos pasos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filtrado de datos en la fuente a través de Power Query es una funcionalidad clave para mejorar la eficiencia y calidad de los análisis en Power BI. Dominar esta herramienta abre la puerta a un sinfín de posibilidades en la transformación y visualización de datos.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2024-11-04T02:00:53Z</dcterms:created>
  <dcterms:modified xsi:type="dcterms:W3CDTF">2024-11-04T02:00:53Z</dcterms:modified>
</cp:coreProperties>
</file>