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Syne Extra Bold"/>
      <p:regular r:id="rId16"/>
    </p:embeddedFont>
    <p:embeddedFont>
      <p:font typeface="Syne"/>
      <p:regular r:id="rId17"/>
    </p:embeddedFont>
    <p:embeddedFont>
      <p:font typeface="Syne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2025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0968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Tipos de conexiones a bases de datos en BI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334000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 el mundo del Business Intelligence (BI), existen diversas formas de establecer conexiones con las bases de datos, cada una con sus propias características y ventajas. Estas conexiones permiten a las organizaciones acceder, integrar y analizar datos de manera eficiente para tomar decisiones informadas.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9893"/>
            <a:ext cx="92610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Conexiones directas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5648"/>
            <a:ext cx="3443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Acceso Directo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5679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conexiones directas permiten a las herramientas de BI acceder directamente a las bases de datos, sin necesidad de pasar por intermediarios.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27564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Rendimiento Óptimo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1122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Estas conexiones ofrecen un rendimiento elevado, ya que minimizan los pasos intermedios en el flujo de datos.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275648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Complejidad de Configuración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1122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Sin embargo, pueden requerir una configuración más compleja, especialmente cuando se trata de entornos empresariales con múltiples fuentes de datos.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275" y="559713"/>
            <a:ext cx="7720251" cy="190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Conexiones a través de data warehouses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91883" y="2771418"/>
            <a:ext cx="22860" cy="4898350"/>
          </a:xfrm>
          <a:prstGeom prst="roundRect">
            <a:avLst>
              <a:gd name="adj" fmla="val 373731"/>
            </a:avLst>
          </a:prstGeom>
          <a:solidFill>
            <a:srgbClr val="6D9121"/>
          </a:solidFill>
          <a:ln/>
        </p:spPr>
      </p:sp>
      <p:sp>
        <p:nvSpPr>
          <p:cNvPr id="5" name="Shape 2"/>
          <p:cNvSpPr/>
          <p:nvPr/>
        </p:nvSpPr>
        <p:spPr>
          <a:xfrm>
            <a:off x="6709291" y="321766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6D9121"/>
          </a:solidFill>
          <a:ln/>
        </p:spPr>
      </p:sp>
      <p:sp>
        <p:nvSpPr>
          <p:cNvPr id="6" name="Shape 3"/>
          <p:cNvSpPr/>
          <p:nvPr/>
        </p:nvSpPr>
        <p:spPr>
          <a:xfrm>
            <a:off x="6274475" y="3000256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2588" y="3076456"/>
            <a:ext cx="161449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2024" y="2974777"/>
            <a:ext cx="4831794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Consolidación de Datos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622024" y="3414713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Los data warehouses reúnen y organizan datos de múltiples fuentes en una estructura unificada.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09291" y="4918234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6D9121"/>
          </a:solidFill>
          <a:ln/>
        </p:spPr>
      </p:sp>
      <p:sp>
        <p:nvSpPr>
          <p:cNvPr id="11" name="Shape 8"/>
          <p:cNvSpPr/>
          <p:nvPr/>
        </p:nvSpPr>
        <p:spPr>
          <a:xfrm>
            <a:off x="6274475" y="4700826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0318" y="4777026"/>
            <a:ext cx="3059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22024" y="4675346"/>
            <a:ext cx="365664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Análisis Avanzado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622024" y="511528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Estas conexiones permiten análisis más complejos y sofisticados, como cubos OLAP y modelos multidimensionales.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09291" y="6618803"/>
            <a:ext cx="711875" cy="22860"/>
          </a:xfrm>
          <a:prstGeom prst="roundRect">
            <a:avLst>
              <a:gd name="adj" fmla="val 373731"/>
            </a:avLst>
          </a:prstGeom>
          <a:solidFill>
            <a:srgbClr val="6D912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74475" y="6401395"/>
            <a:ext cx="457676" cy="457676"/>
          </a:xfrm>
          <a:prstGeom prst="roundRect">
            <a:avLst>
              <a:gd name="adj" fmla="val 1866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42340" y="6477595"/>
            <a:ext cx="32182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7622024" y="6375916"/>
            <a:ext cx="5342573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Gestión de la Complejidad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622024" y="6815852"/>
            <a:ext cx="6296501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Sin embargo, requieren una mayor inversión en infraestructura y mantenimiento del data warehouse.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719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2110" y="3015734"/>
            <a:ext cx="13246179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Conexiones con aplicaciones en la nube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92110" y="4548187"/>
            <a:ext cx="6524268" cy="1470779"/>
          </a:xfrm>
          <a:prstGeom prst="roundRect">
            <a:avLst>
              <a:gd name="adj" fmla="val 564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7374" y="4753451"/>
            <a:ext cx="3168848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Acceso Remoto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7374" y="5181005"/>
            <a:ext cx="6113740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conexiones con aplicaciones en la nube permiten acceder a datos sin necesidad de infraestructura local.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414022" y="4548187"/>
            <a:ext cx="6524268" cy="1470779"/>
          </a:xfrm>
          <a:prstGeom prst="roundRect">
            <a:avLst>
              <a:gd name="adj" fmla="val 564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19286" y="4753451"/>
            <a:ext cx="269355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Escalabilidad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19286" y="5181005"/>
            <a:ext cx="6113740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Estas conexiones se adaptan fácilmente a las necesidades cambiantes de la organización.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2110" y="6216610"/>
            <a:ext cx="6524268" cy="1470779"/>
          </a:xfrm>
          <a:prstGeom prst="roundRect">
            <a:avLst>
              <a:gd name="adj" fmla="val 564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374" y="6421874"/>
            <a:ext cx="4551759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Seguridad y Privacidad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7374" y="6849428"/>
            <a:ext cx="6113740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Sin embargo, requieren una cuidadosa consideración de los aspectos de seguridad y privacidad de los datos.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414022" y="6216610"/>
            <a:ext cx="6524268" cy="1470779"/>
          </a:xfrm>
          <a:prstGeom prst="roundRect">
            <a:avLst>
              <a:gd name="adj" fmla="val 5647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9286" y="6421874"/>
            <a:ext cx="5488067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Dependencia del Proveedor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19286" y="6849428"/>
            <a:ext cx="6113740" cy="632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También pueden generar una mayor dependencia del proveedor de la aplicación en la nube.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59004"/>
            <a:ext cx="9641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Conexiones con API's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50794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301734"/>
            <a:ext cx="30054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Integración Fluida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146483"/>
            <a:ext cx="30054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conexiones a través de APIs permiten una integración fluida de datos de diversas fuentes.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46" y="450794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9446" y="5301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39446" y="5792153"/>
            <a:ext cx="30056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Ofrecen una mayor flexibilidad en la personalización y automatización de procesos de datos.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221" y="450794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5221" y="53017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85221" y="5792153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Requieren una atención especial a los aspectos de seguridad y autenticación de los datos.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0997" y="4507944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0997" y="5301734"/>
            <a:ext cx="29272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Rendimiento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0997" y="5792153"/>
            <a:ext cx="300561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rendimiento puede verse afectado por la latencia y los límites de las API.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392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Consideraciones de seguridad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9467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8929" y="3031808"/>
            <a:ext cx="1800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946797"/>
            <a:ext cx="2927747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Autenticación y Autorización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14587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Garantizar el acceso seguro a los datos es crucial para proteger la privacidad y cumplir con las regulaciones.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94679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70001" y="3031808"/>
            <a:ext cx="34123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946797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Cifrado de Datos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cifrado de los datos en tránsito y en reposo ayuda a mitigar los riesgos de seguridad.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07945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9394" y="6164461"/>
            <a:ext cx="3589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079450"/>
            <a:ext cx="4807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Monitoreo y Auditoría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56986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Implementar procesos de monitoreo y auditoría permite detectar y responder a posibles amenazas.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2325" y="675799"/>
            <a:ext cx="7672149" cy="1313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Rendimiento y escalabilidad</a:t>
            </a:r>
            <a:endParaRPr lang="en-US" sz="41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325" y="2305169"/>
            <a:ext cx="1051322" cy="168211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89044" y="2515433"/>
            <a:ext cx="564677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Optimización de Consultas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7589044" y="2970133"/>
            <a:ext cx="6305431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Diseñar consultas eficientes y optimizar índices y particionamiento mejora el rendimiento de las conexiones.</a:t>
            </a:r>
            <a:endParaRPr lang="en-US" sz="16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325" y="3987284"/>
            <a:ext cx="1051322" cy="18842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589044" y="4197548"/>
            <a:ext cx="479952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Arquitectura Escalable</a:t>
            </a:r>
            <a:endParaRPr lang="en-US" sz="2050" dirty="0"/>
          </a:p>
        </p:txBody>
      </p:sp>
      <p:sp>
        <p:nvSpPr>
          <p:cNvPr id="11" name="Text 5"/>
          <p:cNvSpPr/>
          <p:nvPr/>
        </p:nvSpPr>
        <p:spPr>
          <a:xfrm>
            <a:off x="7589044" y="4652248"/>
            <a:ext cx="6305431" cy="1009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Implementar una arquitectura escalable, con balanceo de carga y alta disponibilidad, permite hacer frente a cargas de trabajo variables.</a:t>
            </a:r>
            <a:endParaRPr lang="en-US" sz="16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325" y="5871567"/>
            <a:ext cx="1051322" cy="168211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589044" y="6081832"/>
            <a:ext cx="445877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Monitoreo Constante</a:t>
            </a:r>
            <a:endParaRPr lang="en-US" sz="2050" dirty="0"/>
          </a:p>
        </p:txBody>
      </p:sp>
      <p:sp>
        <p:nvSpPr>
          <p:cNvPr id="14" name="Text 7"/>
          <p:cNvSpPr/>
          <p:nvPr/>
        </p:nvSpPr>
        <p:spPr>
          <a:xfrm>
            <a:off x="7589044" y="6536531"/>
            <a:ext cx="6305431" cy="6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El monitoreo continuo del rendimiento y la capacidad de las conexiones permite identificar y resolver cuellos de botella.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23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3201114"/>
            <a:ext cx="13161169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Integración con otras herramientas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4616" y="4827984"/>
            <a:ext cx="13161169" cy="2830592"/>
          </a:xfrm>
          <a:prstGeom prst="roundRect">
            <a:avLst>
              <a:gd name="adj" fmla="val 31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2236" y="4835604"/>
            <a:ext cx="13145929" cy="9384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52143" y="4969073"/>
            <a:ext cx="614934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ETL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28917" y="4969073"/>
            <a:ext cx="6149340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herramientas de extracción, transformación y carga (ETL) permiten consolidar y preparar los datos.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236" y="5774055"/>
            <a:ext cx="13145929" cy="93845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52143" y="5907524"/>
            <a:ext cx="614934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Visualización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28917" y="5907524"/>
            <a:ext cx="6149340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Las soluciones de visualización ayudan a interpretar y comunicar los insights obtenidos.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2236" y="6712506"/>
            <a:ext cx="13145929" cy="93845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52143" y="6845975"/>
            <a:ext cx="614934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Analítica Avanzada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7528917" y="6845975"/>
            <a:ext cx="6149340" cy="67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Técnicas de aprendizaje automático y análisis predictivo pueden generar conocimientos más profundos.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893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972" y="3159562"/>
            <a:ext cx="13180457" cy="1294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0F4F1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Conclusiones y mejores prácticas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24972" y="4997887"/>
            <a:ext cx="466011" cy="466011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5705" y="5075515"/>
            <a:ext cx="164425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98032" y="4997887"/>
            <a:ext cx="4252555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Enfoque Estratégico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98032" y="5445681"/>
            <a:ext cx="5813703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Adoptar un enfoque estratégico al seleccionar y diseñar las conexiones de datos es fundamental.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18784" y="4997887"/>
            <a:ext cx="466011" cy="466011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5937" y="5075515"/>
            <a:ext cx="311587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91845" y="4997887"/>
            <a:ext cx="5611178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Flexibilidad y Escalabilidad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091845" y="5445681"/>
            <a:ext cx="5813703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Contar con una arquitectura flexible y escalable permite adaptarse a los requisitos cambiantes.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24972" y="6548676"/>
            <a:ext cx="466011" cy="466011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4028" y="6626304"/>
            <a:ext cx="327779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398032" y="6548676"/>
            <a:ext cx="5120402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Seguridad y Gobernanza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398032" y="6996470"/>
            <a:ext cx="5813703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Implementar sólidos controles de seguridad y procesos de gobernanza de datos es esencial.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18784" y="6548676"/>
            <a:ext cx="466011" cy="466011"/>
          </a:xfrm>
          <a:prstGeom prst="roundRect">
            <a:avLst>
              <a:gd name="adj" fmla="val 18670"/>
            </a:avLst>
          </a:prstGeom>
          <a:solidFill>
            <a:srgbClr val="547808"/>
          </a:solidFill>
          <a:ln w="7620">
            <a:solidFill>
              <a:srgbClr val="6D912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81768" y="6626304"/>
            <a:ext cx="33992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091845" y="6548676"/>
            <a:ext cx="5005030" cy="32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D7E5D8"/>
                </a:solidFill>
                <a:latin typeface="Syne Extra Bold" pitchFamily="34" charset="0"/>
                <a:ea typeface="Syne Extra Bold" pitchFamily="34" charset="-122"/>
                <a:cs typeface="Syne Extra Bold" pitchFamily="34" charset="-120"/>
              </a:rPr>
              <a:t>Integración e Innovación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91845" y="6996470"/>
            <a:ext cx="5813703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D7E5D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Integrar las conexiones de datos con herramientas de BI y analítica avanzada impulsa la innovación.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2024-11-04T01:50:16Z</dcterms:created>
  <dcterms:modified xsi:type="dcterms:W3CDTF">2024-11-04T01:50:16Z</dcterms:modified>
</cp:coreProperties>
</file>