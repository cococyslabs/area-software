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Barlow" panose="00000500000000000000" pitchFamily="2" charset="0"/>
      <p:regular r:id="rId11"/>
      <p:bold r:id="rId12"/>
    </p:embeddedFont>
  </p:embeddedFontLst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892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296477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¿Qué es Business Intelligence (BI)?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038362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Intelligence (BI) se refiere al proceso de recopilar, analizar y transformar datos en información valiosa que ayude a las empresas a tomar decisiones más informadas y estratégicas.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67307"/>
            <a:ext cx="961417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 Importancia del BI en las Empresas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70208"/>
            <a:ext cx="38988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Toma de Decisiones Informada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502825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BI proporciona información precisa y oportuna para respaldar la toma de decisiones clave.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Ventaja Competitiva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415992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Las empresas que utilizan BI pueden identificar tendencias y oportunidades que les permiten adelantarse a la competencia.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570208"/>
            <a:ext cx="334541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Optimización de Procesos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4159925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BI ayuda a las empresas a identificar áreas de mejora y optimizar sus operaciones.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1501" y="1319451"/>
            <a:ext cx="6210300" cy="639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Componentes Clave del BI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91501" y="2562225"/>
            <a:ext cx="517565" cy="517565"/>
          </a:xfrm>
          <a:prstGeom prst="roundRect">
            <a:avLst>
              <a:gd name="adj" fmla="val 66676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6483906" y="2667595"/>
            <a:ext cx="13275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039094" y="2562225"/>
            <a:ext cx="2650331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Recopilación de Datos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039094" y="3019663"/>
            <a:ext cx="2904292" cy="1472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Integrar y centralizar datos de múltiples fuentes para crear un almacén de datos consolidado.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173414" y="2562225"/>
            <a:ext cx="517565" cy="517565"/>
          </a:xfrm>
          <a:prstGeom prst="roundRect">
            <a:avLst>
              <a:gd name="adj" fmla="val 66676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10346888" y="2667595"/>
            <a:ext cx="170617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921008" y="2562225"/>
            <a:ext cx="255615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Análisis de Datos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921008" y="3019663"/>
            <a:ext cx="2904292" cy="1472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Aplicar técnicas avanzadas de análisis para extraer información significativa de los datos.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91501" y="4980503"/>
            <a:ext cx="517565" cy="517565"/>
          </a:xfrm>
          <a:prstGeom prst="roundRect">
            <a:avLst>
              <a:gd name="adj" fmla="val 66676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6460450" y="5085874"/>
            <a:ext cx="17966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039094" y="4980503"/>
            <a:ext cx="2696289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Visualización de Datos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039094" y="5437942"/>
            <a:ext cx="2904292" cy="1472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Presentar los hallazgos de manera clara y comprensible a través de gráficos, tableros y reportes.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173414" y="4980503"/>
            <a:ext cx="517565" cy="517565"/>
          </a:xfrm>
          <a:prstGeom prst="roundRect">
            <a:avLst>
              <a:gd name="adj" fmla="val 66676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10345460" y="5085874"/>
            <a:ext cx="17335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0921008" y="4980503"/>
            <a:ext cx="255615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Toma de Decisiones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921008" y="5437942"/>
            <a:ext cx="2904292" cy="1472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Utilizar los insights generados por el BI para guiar la toma de decisiones estratégicas.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36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999" y="3298388"/>
            <a:ext cx="4939308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Tipos de Análisis de BI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56999" y="4223623"/>
            <a:ext cx="6450092" cy="1600557"/>
          </a:xfrm>
          <a:prstGeom prst="roundRect">
            <a:avLst>
              <a:gd name="adj" fmla="val 20271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996077" y="4462701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Análisis Descriptivo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96077" y="4892873"/>
            <a:ext cx="597193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Describe lo que ha sucedido en el pasado a través de informes y dashboards.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3309" y="4223623"/>
            <a:ext cx="6450092" cy="1600557"/>
          </a:xfrm>
          <a:prstGeom prst="roundRect">
            <a:avLst>
              <a:gd name="adj" fmla="val 20271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5"/>
          <p:cNvSpPr/>
          <p:nvPr/>
        </p:nvSpPr>
        <p:spPr>
          <a:xfrm>
            <a:off x="7662386" y="4462701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Análisis Diagnóstico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662386" y="4892873"/>
            <a:ext cx="597193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Identifica las causas de los eventos o tendencias a través de análisis más profundos.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6999" y="6040398"/>
            <a:ext cx="6450092" cy="1600557"/>
          </a:xfrm>
          <a:prstGeom prst="roundRect">
            <a:avLst>
              <a:gd name="adj" fmla="val 20271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996077" y="6279475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Análisis Predictivo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96077" y="6709648"/>
            <a:ext cx="597193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Utiliza modelos avanzados para pronosticar lo que podría suceder en el futuro.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23309" y="6040398"/>
            <a:ext cx="6450092" cy="1600557"/>
          </a:xfrm>
          <a:prstGeom prst="roundRect">
            <a:avLst>
              <a:gd name="adj" fmla="val 20271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1"/>
          <p:cNvSpPr/>
          <p:nvPr/>
        </p:nvSpPr>
        <p:spPr>
          <a:xfrm>
            <a:off x="7662386" y="6279475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Análisis Prescriptivo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662386" y="6709648"/>
            <a:ext cx="597193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Sugiere acciones recomendadas para aprovechar oportunidades o evitar problemas.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93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0101" y="3690580"/>
            <a:ext cx="5819894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Beneficios del Uso del BI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01" y="4680704"/>
            <a:ext cx="578644" cy="5786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0101" y="5490805"/>
            <a:ext cx="299216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Mejora de la Toma de Decisiones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810101" y="6272570"/>
            <a:ext cx="2992160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BI permite tomar decisiones más informadas y estratégicas.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447" y="4680704"/>
            <a:ext cx="578644" cy="5786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49447" y="5490805"/>
            <a:ext cx="298680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Impulso del Rendimiento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4149447" y="5951101"/>
            <a:ext cx="2992160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Las empresas pueden identificar y aprovechar oportunidades de crecimiento.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793" y="4680704"/>
            <a:ext cx="578644" cy="5786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8793" y="5490805"/>
            <a:ext cx="295489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Aumento de la Eficiencia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488793" y="5951101"/>
            <a:ext cx="2992160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BI ayuda a optimizar procesos y reducir costos operativos.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8139" y="4680704"/>
            <a:ext cx="578644" cy="5786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28139" y="5490805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Ventaja Competitiva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0828139" y="5951101"/>
            <a:ext cx="2992160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BI proporciona información valiosa para obtener una ventaja frente a la competencia.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7600" y="626626"/>
            <a:ext cx="7548801" cy="126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Desafíos en la Implementación de BI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1124188" y="2234565"/>
            <a:ext cx="30480" cy="5369957"/>
          </a:xfrm>
          <a:prstGeom prst="roundRect">
            <a:avLst>
              <a:gd name="adj" fmla="val 1121538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1365290" y="2732008"/>
            <a:ext cx="797600" cy="30480"/>
          </a:xfrm>
          <a:prstGeom prst="roundRect">
            <a:avLst>
              <a:gd name="adj" fmla="val 1121538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883087" y="2490907"/>
            <a:ext cx="512683" cy="512683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1073706" y="2595324"/>
            <a:ext cx="13144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392799" y="2462451"/>
            <a:ext cx="2532102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Calidad de Datos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392799" y="2915603"/>
            <a:ext cx="5953601" cy="72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Asegurar la integridad, precisión y consistencia de los datos es fundamental.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65290" y="4597956"/>
            <a:ext cx="797600" cy="30480"/>
          </a:xfrm>
          <a:prstGeom prst="roundRect">
            <a:avLst>
              <a:gd name="adj" fmla="val 1121538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883087" y="4356854"/>
            <a:ext cx="512683" cy="512683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1054894" y="4461272"/>
            <a:ext cx="168950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392799" y="4328398"/>
            <a:ext cx="2867025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Integración de Sistemas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392799" y="4781550"/>
            <a:ext cx="5953601" cy="72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Conectar múltiples fuentes de datos y sistemas empresariales puede ser un desafío.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65290" y="6463903"/>
            <a:ext cx="797600" cy="30480"/>
          </a:xfrm>
          <a:prstGeom prst="roundRect">
            <a:avLst>
              <a:gd name="adj" fmla="val 1121538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883087" y="6222802"/>
            <a:ext cx="512683" cy="512683"/>
          </a:xfrm>
          <a:prstGeom prst="roundRect">
            <a:avLst>
              <a:gd name="adj" fmla="val 66678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1050488" y="6327219"/>
            <a:ext cx="177879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2392799" y="6194346"/>
            <a:ext cx="4123015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Adopción por Parte de los Usuarios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392799" y="6647498"/>
            <a:ext cx="5953601" cy="72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Lograr que los usuarios finales se familiaricen y utilicen las soluciones de BI.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4594" y="930831"/>
            <a:ext cx="6825139" cy="62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Tendencias Emergentes en BI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594" y="1894046"/>
            <a:ext cx="1125974" cy="18015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38348" y="2119193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 en la Nube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738348" y="2566988"/>
            <a:ext cx="6103858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adopción de soluciones de BI alojadas en la nube está creciendo.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594" y="3695581"/>
            <a:ext cx="1125974" cy="18015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38348" y="3920728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Analítica Avanzada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738348" y="4368522"/>
            <a:ext cx="6103858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uso de técnicas como machine learning y análisis predictivo está en aumento.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94" y="5497116"/>
            <a:ext cx="1125974" cy="18015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38348" y="5722263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Autoservicio de BI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738348" y="6170057"/>
            <a:ext cx="6103858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usuarios finales tienen un mayor acceso y control sobre las herramientas de BI.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2483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Conclusiones y Próximos Pasos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266718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Business Intelligence es una herramienta esencial para que las empresas tomen decisiones más informadas y estratégicas. Al aprovechar los datos, el análisis y la visualización, las organizaciones pueden mejorar su rendimiento, eficiencia y ventaja competitiva.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5124569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 sacar el máximo provecho del BI, es importante superar los desafíos de implementación y mantenerse al día con las tendencias emergentes. Invirtiendo en el desarrollo de capacidades de BI, las empresas pueden impulsar su crecimiento y éxito a largo plazo.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Personalizado</PresentationFormat>
  <Paragraphs>68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Spline Sans Bold</vt:lpstr>
      <vt:lpstr>Barlow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Caren Elizabeth Garcia Pérez</cp:lastModifiedBy>
  <cp:revision>2</cp:revision>
  <dcterms:created xsi:type="dcterms:W3CDTF">2024-11-04T01:41:27Z</dcterms:created>
  <dcterms:modified xsi:type="dcterms:W3CDTF">2024-11-04T01:43:29Z</dcterms:modified>
</cp:coreProperties>
</file>