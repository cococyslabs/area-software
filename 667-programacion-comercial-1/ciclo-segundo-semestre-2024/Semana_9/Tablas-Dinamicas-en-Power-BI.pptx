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Libre Baskerville" panose="02000000000000000000" pitchFamily="2" charset="0"/>
      <p:regular r:id="rId12"/>
    </p:embeddedFon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35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58998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Tablas Dinámicas en Power BI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75559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 poderosa para análisis de datos interactivos.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39055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3"/>
          <p:cNvSpPr/>
          <p:nvPr/>
        </p:nvSpPr>
        <p:spPr>
          <a:xfrm>
            <a:off x="1270040" y="5373648"/>
            <a:ext cx="186011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8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¿Qué es Power BI?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3740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6507004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Análisis de Datos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 Microsoft para exploración de información.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03740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5"/>
          <p:cNvSpPr/>
          <p:nvPr/>
        </p:nvSpPr>
        <p:spPr>
          <a:xfrm>
            <a:off x="10398681" y="3264218"/>
            <a:ext cx="31324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Informes Interactivos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Creación de visualizaciones dinámicas y atractivas.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340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65070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Múltiples Fuentes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6513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 datos de Excel, SQL, bases online.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05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438" y="2812494"/>
            <a:ext cx="5158264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Importación de Datos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03770" y="3665339"/>
            <a:ext cx="22860" cy="4056936"/>
          </a:xfrm>
          <a:prstGeom prst="roundRect">
            <a:avLst>
              <a:gd name="adj" fmla="val 12100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6485156" y="4068723"/>
            <a:ext cx="645438" cy="22860"/>
          </a:xfrm>
          <a:prstGeom prst="roundRect">
            <a:avLst>
              <a:gd name="adj" fmla="val 12100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7107734" y="3872746"/>
            <a:ext cx="414933" cy="41493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7253466" y="3941921"/>
            <a:ext cx="12346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3995857" y="384964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Seleccionar Fuente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5438" y="4248388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Elegir origen: Excel, SQL, bases online.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99806" y="4990624"/>
            <a:ext cx="645438" cy="22860"/>
          </a:xfrm>
          <a:prstGeom prst="roundRect">
            <a:avLst>
              <a:gd name="adj" fmla="val 12100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7107734" y="4794647"/>
            <a:ext cx="414933" cy="41493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7230011" y="4863822"/>
            <a:ext cx="17037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8329374" y="4771549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Conectar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329374" y="5170289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Establecer conexión con la fuente de datos.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85156" y="5820370"/>
            <a:ext cx="645438" cy="22860"/>
          </a:xfrm>
          <a:prstGeom prst="roundRect">
            <a:avLst>
              <a:gd name="adj" fmla="val 12100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7107734" y="5624393"/>
            <a:ext cx="414933" cy="41493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7230011" y="5693569"/>
            <a:ext cx="17037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3995857" y="5601295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Transformar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5438" y="6000036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Limpiar y preparar datos para análisis.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499806" y="6650236"/>
            <a:ext cx="645438" cy="22860"/>
          </a:xfrm>
          <a:prstGeom prst="roundRect">
            <a:avLst>
              <a:gd name="adj" fmla="val 12100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Shape 18"/>
          <p:cNvSpPr/>
          <p:nvPr/>
        </p:nvSpPr>
        <p:spPr>
          <a:xfrm>
            <a:off x="7107734" y="6454259"/>
            <a:ext cx="414933" cy="41493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19"/>
          <p:cNvSpPr/>
          <p:nvPr/>
        </p:nvSpPr>
        <p:spPr>
          <a:xfrm>
            <a:off x="7234297" y="6523434"/>
            <a:ext cx="16180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0"/>
          <p:cNvSpPr/>
          <p:nvPr/>
        </p:nvSpPr>
        <p:spPr>
          <a:xfrm>
            <a:off x="8329374" y="643116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Cargar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329374" y="6829901"/>
            <a:ext cx="56555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Importar datos a Power BI.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62270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Exploración de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Vista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Revisar estructura: columnas, filas, tipos de datos.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31395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Identificar Problemas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Detectar valores nulos o inconsistencias en datos.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3161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Preparar para Análisis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Asegurar que datos estén listos para visualización.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Limpieza de Datos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1750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4316"/>
            <a:ext cx="29921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Eliminar Duplicados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y remover entradas repetidas.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73201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Cambiar Tipos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44924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Ajustar formatos de datos según necesidad.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4652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Filtrar Valores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263759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Remover o corregir datos incorrectos o innecesarios.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544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Tablas Dinámicas en Power BI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6831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972979" y="3753326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668316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Agrupación Interactiva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513064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Resumir datos de forma dinámica y flexible.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66831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4835843" y="3753326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668316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Actualización Automática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4513064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se refrescan al cambiar la fuente.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2083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944166" y="5805845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720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Integración Visual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21125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Combinación perfecta con otros gráficos y visualizaciones.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87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Creación de Tabla Dinámica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2806422"/>
            <a:ext cx="30480" cy="4374475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1358622" y="3301484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878800" y="30615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1057989" y="3146584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3033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Seleccionar Visual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3523655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Elegir 'Tabla' o 'Matriz' en Visualizaciones.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83524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878800" y="45953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1029176" y="4680347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566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Arrastrar Campos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5057418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Mover campos relevantes desde panel 'Campos'.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36901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878800" y="612909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1029176" y="6214110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6100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Organizar Datos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591181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Estructurar filas, columnas y valores según necesidad.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2881"/>
            <a:ext cx="57894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Detalles Adicionales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5182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Niveles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33603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Agregar subcategorías para desglose detallado.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704" y="505182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Fechas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336030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Incluir dimensión temporal para análisis de tendencias.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505182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Filtros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33603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filtros para enfocar análisis específicos.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562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Formateo de Tabla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05207"/>
            <a:ext cx="7556421" cy="4068128"/>
          </a:xfrm>
          <a:prstGeom prst="roundRect">
            <a:avLst>
              <a:gd name="adj" fmla="val 83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6287810" y="2612827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3"/>
          <p:cNvSpPr/>
          <p:nvPr/>
        </p:nvSpPr>
        <p:spPr>
          <a:xfrm>
            <a:off x="6514624" y="275653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9024" y="2756535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Ajustar paleta de colores de la tabla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3626048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6514624" y="376975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Fuente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9024" y="3769757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Modificar tipo, tamaño y estilo de letra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4639270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6514624" y="47829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Bordes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024" y="4782979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Personalizar líneas y separadores de celdas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5652492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2"/>
          <p:cNvSpPr/>
          <p:nvPr/>
        </p:nvSpPr>
        <p:spPr>
          <a:xfrm>
            <a:off x="6514624" y="579620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289024" y="5796201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 visualización de sumas y subtotales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Personalizado</PresentationFormat>
  <Paragraphs>81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Libre Baskerville</vt:lpstr>
      <vt:lpstr>Arial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B</cp:lastModifiedBy>
  <cp:revision>2</cp:revision>
  <dcterms:created xsi:type="dcterms:W3CDTF">2024-11-04T01:49:35Z</dcterms:created>
  <dcterms:modified xsi:type="dcterms:W3CDTF">2024-11-04T01:51:08Z</dcterms:modified>
</cp:coreProperties>
</file>