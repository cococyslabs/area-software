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strument Sans Medium" panose="020B0604020202020204" charset="0"/>
      <p:regular r:id="rId11"/>
    </p:embeddedFont>
    <p:embeddedFont>
      <p:font typeface="Instrument Sans Semi Bold" panose="020B0604020202020204" charset="0"/>
      <p:regular r:id="rId12"/>
    </p:embeddedFont>
  </p:embeddedFontLst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3966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852964"/>
            <a:ext cx="7415927" cy="425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350"/>
              </a:lnSpc>
              <a:buNone/>
            </a:pPr>
            <a:r>
              <a:rPr lang="en-US" sz="67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Uso de Dashboards Interactivos en Power BI</a:t>
            </a:r>
            <a:endParaRPr lang="en-US" sz="6700" dirty="0"/>
          </a:p>
        </p:txBody>
      </p:sp>
      <p:sp>
        <p:nvSpPr>
          <p:cNvPr id="4" name="Text 1"/>
          <p:cNvSpPr/>
          <p:nvPr/>
        </p:nvSpPr>
        <p:spPr>
          <a:xfrm>
            <a:off x="864037" y="5481876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Exploraremos cómo los dashboards interactivos en Power BI transforman datos en análisis visuales. Estas herramientas mejoran la toma de decisiones en tiempo real.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6963132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4628" y="868085"/>
            <a:ext cx="7474744" cy="149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¿Qué es un Dashboard Interactivo?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834628" y="2716411"/>
            <a:ext cx="7474744" cy="1389340"/>
          </a:xfrm>
          <a:prstGeom prst="roundRect">
            <a:avLst>
              <a:gd name="adj" fmla="val 721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/>
          <p:nvPr/>
        </p:nvSpPr>
        <p:spPr>
          <a:xfrm>
            <a:off x="1080730" y="2962513"/>
            <a:ext cx="2981206" cy="372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Definición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80730" y="3478173"/>
            <a:ext cx="6982539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Colección de visualizaciones y métricas en una sola página.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834628" y="4344233"/>
            <a:ext cx="7474744" cy="1389340"/>
          </a:xfrm>
          <a:prstGeom prst="roundRect">
            <a:avLst>
              <a:gd name="adj" fmla="val 721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5"/>
          <p:cNvSpPr/>
          <p:nvPr/>
        </p:nvSpPr>
        <p:spPr>
          <a:xfrm>
            <a:off x="1080730" y="4590336"/>
            <a:ext cx="2981206" cy="372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Componentes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80730" y="5105995"/>
            <a:ext cx="6982539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Gráficos, tablas, filtros y segmentaciones para explorar datos.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4628" y="5972056"/>
            <a:ext cx="7474744" cy="1389340"/>
          </a:xfrm>
          <a:prstGeom prst="roundRect">
            <a:avLst>
              <a:gd name="adj" fmla="val 721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8"/>
          <p:cNvSpPr/>
          <p:nvPr/>
        </p:nvSpPr>
        <p:spPr>
          <a:xfrm>
            <a:off x="1080730" y="6218158"/>
            <a:ext cx="2981206" cy="372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Ventajas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080730" y="6733818"/>
            <a:ext cx="6982539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Permite tomar decisiones basadas en datos en tiempo real.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9508" y="842843"/>
            <a:ext cx="7484983" cy="148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00"/>
              </a:lnSpc>
              <a:buNone/>
            </a:pPr>
            <a:r>
              <a:rPr lang="en-US" sz="4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Beneficios de Dashboards en Power BI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829508" y="2946202"/>
            <a:ext cx="533162" cy="533162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/>
          <p:nvPr/>
        </p:nvSpPr>
        <p:spPr>
          <a:xfrm>
            <a:off x="1027271" y="3035022"/>
            <a:ext cx="137636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599605" y="2946202"/>
            <a:ext cx="304823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Visualización múltiple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599605" y="3458647"/>
            <a:ext cx="6714887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 varios KPIs en un solo lugar facilita la comprensión general.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29508" y="4720590"/>
            <a:ext cx="533162" cy="533162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/>
          <p:nvPr/>
        </p:nvSpPr>
        <p:spPr>
          <a:xfrm>
            <a:off x="997029" y="4809411"/>
            <a:ext cx="198001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750" dirty="0"/>
          </a:p>
        </p:txBody>
      </p:sp>
      <p:sp>
        <p:nvSpPr>
          <p:cNvPr id="10" name="Text 7"/>
          <p:cNvSpPr/>
          <p:nvPr/>
        </p:nvSpPr>
        <p:spPr>
          <a:xfrm>
            <a:off x="1599605" y="4720590"/>
            <a:ext cx="3201114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Exploración interactiva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599605" y="5233035"/>
            <a:ext cx="6714887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Los usuarios pueden hacer preguntas y obtener respuestas en tiempo real.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29508" y="6494978"/>
            <a:ext cx="533162" cy="533162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0"/>
          <p:cNvSpPr/>
          <p:nvPr/>
        </p:nvSpPr>
        <p:spPr>
          <a:xfrm>
            <a:off x="993100" y="6583799"/>
            <a:ext cx="205859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1599605" y="6494978"/>
            <a:ext cx="398526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Actualizaciones automáticas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599605" y="7007423"/>
            <a:ext cx="6714887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Garantiza que siempre se trabaje con los datos más recientes.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1754" y="552331"/>
            <a:ext cx="7740491" cy="1253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Elementos Esenciales de un Dashboard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54" y="2106097"/>
            <a:ext cx="501253" cy="5012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1754" y="2807851"/>
            <a:ext cx="2506385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Visualizaciones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701754" y="3241358"/>
            <a:ext cx="7740491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Gráficos de barras, líneas y tablas para contar la historia de los datos.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54" y="4163616"/>
            <a:ext cx="501253" cy="5012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1754" y="4865370"/>
            <a:ext cx="2919770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Segmentaciones y filtros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701754" y="5298877"/>
            <a:ext cx="7740491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Permiten seleccionar diferentes aspectos de los datos para análisis específicos.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754" y="6221135"/>
            <a:ext cx="501253" cy="5012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1754" y="6922889"/>
            <a:ext cx="2506385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Medidas y KPIs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01754" y="7356396"/>
            <a:ext cx="7740491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Cálculos personalizados que resaltan métricas importantes como ventas totales.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2826" y="552926"/>
            <a:ext cx="7308652" cy="627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Construcción de un Dashboard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992624" y="1481733"/>
            <a:ext cx="22860" cy="6194941"/>
          </a:xfrm>
          <a:prstGeom prst="roundRect">
            <a:avLst>
              <a:gd name="adj" fmla="val 368988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1207115" y="1922026"/>
            <a:ext cx="702826" cy="22860"/>
          </a:xfrm>
          <a:prstGeom prst="roundRect">
            <a:avLst>
              <a:gd name="adj" fmla="val 368988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Shape 3"/>
          <p:cNvSpPr/>
          <p:nvPr/>
        </p:nvSpPr>
        <p:spPr>
          <a:xfrm>
            <a:off x="778133" y="1707594"/>
            <a:ext cx="451842" cy="451842"/>
          </a:xfrm>
          <a:prstGeom prst="roundRect">
            <a:avLst>
              <a:gd name="adj" fmla="val 1866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4"/>
          <p:cNvSpPr/>
          <p:nvPr/>
        </p:nvSpPr>
        <p:spPr>
          <a:xfrm>
            <a:off x="945773" y="1782842"/>
            <a:ext cx="11656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2108597" y="1682472"/>
            <a:ext cx="2510433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Importar datos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2108597" y="2116812"/>
            <a:ext cx="6332577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Comenzar importando datos de fuentes como Excel o bases de datos SQL.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207115" y="3601283"/>
            <a:ext cx="702826" cy="22860"/>
          </a:xfrm>
          <a:prstGeom prst="roundRect">
            <a:avLst>
              <a:gd name="adj" fmla="val 368988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778133" y="3386852"/>
            <a:ext cx="451842" cy="451842"/>
          </a:xfrm>
          <a:prstGeom prst="roundRect">
            <a:avLst>
              <a:gd name="adj" fmla="val 1866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920175" y="3462099"/>
            <a:ext cx="16775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2108597" y="3361730"/>
            <a:ext cx="2510433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Crear visualizaciones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2108597" y="3796070"/>
            <a:ext cx="6332577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Diseñar gráficos y tablas que representen los datos de forma efectiva.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207115" y="5280541"/>
            <a:ext cx="702826" cy="22860"/>
          </a:xfrm>
          <a:prstGeom prst="roundRect">
            <a:avLst>
              <a:gd name="adj" fmla="val 368988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3"/>
          <p:cNvSpPr/>
          <p:nvPr/>
        </p:nvSpPr>
        <p:spPr>
          <a:xfrm>
            <a:off x="778133" y="5066109"/>
            <a:ext cx="451842" cy="451842"/>
          </a:xfrm>
          <a:prstGeom prst="roundRect">
            <a:avLst>
              <a:gd name="adj" fmla="val 1866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916841" y="5141357"/>
            <a:ext cx="17442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2108597" y="5040987"/>
            <a:ext cx="2651403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Agregar interactividad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2108597" y="5475327"/>
            <a:ext cx="6332577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Incluir segmentaciones y filtros para hacer el dashboard interactivo.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1207115" y="6638449"/>
            <a:ext cx="702826" cy="22860"/>
          </a:xfrm>
          <a:prstGeom prst="roundRect">
            <a:avLst>
              <a:gd name="adj" fmla="val 368988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Shape 18"/>
          <p:cNvSpPr/>
          <p:nvPr/>
        </p:nvSpPr>
        <p:spPr>
          <a:xfrm>
            <a:off x="778133" y="6424017"/>
            <a:ext cx="451842" cy="451842"/>
          </a:xfrm>
          <a:prstGeom prst="roundRect">
            <a:avLst>
              <a:gd name="adj" fmla="val 1866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19"/>
          <p:cNvSpPr/>
          <p:nvPr/>
        </p:nvSpPr>
        <p:spPr>
          <a:xfrm>
            <a:off x="911364" y="6499265"/>
            <a:ext cx="18526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350" dirty="0"/>
          </a:p>
        </p:txBody>
      </p:sp>
      <p:sp>
        <p:nvSpPr>
          <p:cNvPr id="23" name="Text 20"/>
          <p:cNvSpPr/>
          <p:nvPr/>
        </p:nvSpPr>
        <p:spPr>
          <a:xfrm>
            <a:off x="2108597" y="6398895"/>
            <a:ext cx="2510433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Ajustar diseño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2108597" y="6833235"/>
            <a:ext cx="6332577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Perfeccionar el formato y diseño para una presentación clara y atractiva.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00538"/>
            <a:ext cx="12669798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Interactividad con Segmentaciones y Filtros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789164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Funcionamiento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4421743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Las segmentaciones permiten ver subconjuntos específicos de datos, como año o región.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789164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695" y="4421743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 filtro de fecha muestra ventas de un periodo específico para comparar.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789164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Impacto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81354" y="4421743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Mejora el análisis al permitir explorar diferentes perspectivas de los datos.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293019"/>
            <a:ext cx="74159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KPIs y Medidas Personalizadas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4037" y="3206353"/>
            <a:ext cx="7415927" cy="3730228"/>
          </a:xfrm>
          <a:prstGeom prst="roundRect">
            <a:avLst>
              <a:gd name="adj" fmla="val 2780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879277" y="3221593"/>
            <a:ext cx="7384613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3"/>
          <p:cNvSpPr/>
          <p:nvPr/>
        </p:nvSpPr>
        <p:spPr>
          <a:xfrm>
            <a:off x="1126927" y="3377327"/>
            <a:ext cx="1963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Tipo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591997" y="3377327"/>
            <a:ext cx="196000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Ejemplo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053257" y="3377327"/>
            <a:ext cx="1963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Aplicación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79277" y="3928110"/>
            <a:ext cx="7384613" cy="14966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7"/>
          <p:cNvSpPr/>
          <p:nvPr/>
        </p:nvSpPr>
        <p:spPr>
          <a:xfrm>
            <a:off x="1126927" y="4083844"/>
            <a:ext cx="196381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KPI personalizado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591997" y="4083844"/>
            <a:ext cx="196000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Total Ventas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053257" y="4083844"/>
            <a:ext cx="196381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Visualización inmediata del rendimiento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79277" y="5424726"/>
            <a:ext cx="7384613" cy="14966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1"/>
          <p:cNvSpPr/>
          <p:nvPr/>
        </p:nvSpPr>
        <p:spPr>
          <a:xfrm>
            <a:off x="1126927" y="5580459"/>
            <a:ext cx="1963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Medida DAX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591997" y="5580459"/>
            <a:ext cx="196000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SUM(Ventas[Importe])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053257" y="5580459"/>
            <a:ext cx="196381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Cálculos específicos para análisis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510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8314" y="3478292"/>
            <a:ext cx="646545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Publicación y Compartir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14" y="4533067"/>
            <a:ext cx="4344591" cy="9122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6319" y="5787390"/>
            <a:ext cx="2851071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Publicar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26319" y="6280547"/>
            <a:ext cx="3888581" cy="729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Subir el dashboard a Power BI Service para acceso en línea.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905" y="4533067"/>
            <a:ext cx="4344591" cy="9122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70909" y="5787390"/>
            <a:ext cx="2851071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Compartir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370909" y="6280547"/>
            <a:ext cx="3888581" cy="729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Configurar opciones de compartir y permisos para usuarios autorizados.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7495" y="4533067"/>
            <a:ext cx="4344591" cy="9122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500" y="5787390"/>
            <a:ext cx="2851071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Acceder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500" y="6280547"/>
            <a:ext cx="3888581" cy="109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Los usuarios pueden ver e interactuar con el dashboard en tiempo real.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</Words>
  <Application>Microsoft Office PowerPoint</Application>
  <PresentationFormat>Personalizado</PresentationFormat>
  <Paragraphs>71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Instrument Sans Semi Bold</vt:lpstr>
      <vt:lpstr>Instrument Sans Medium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B</cp:lastModifiedBy>
  <cp:revision>2</cp:revision>
  <dcterms:created xsi:type="dcterms:W3CDTF">2024-11-04T01:59:09Z</dcterms:created>
  <dcterms:modified xsi:type="dcterms:W3CDTF">2024-11-04T02:54:12Z</dcterms:modified>
</cp:coreProperties>
</file>