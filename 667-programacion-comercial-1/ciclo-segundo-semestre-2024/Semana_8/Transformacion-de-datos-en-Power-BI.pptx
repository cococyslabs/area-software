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97656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spc="-122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Transformación de datos en Power BI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449972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BI ofrece potentes herramientas para transformar y preparar datos de diversas fuentes, habilitando análisis y visualizaciones avanzadas. Desde importar datos hasta modelar relaciones complejas, este servicio de Microsoft simplifica el camino hacia obtener insights valiosos.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3050" y="827008"/>
            <a:ext cx="6564035" cy="686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spc="-86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Importar datos en Power BI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50" y="1863090"/>
            <a:ext cx="583287" cy="5832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3050" y="2679621"/>
            <a:ext cx="2744986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Bases de Datos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303050" y="3162657"/>
            <a:ext cx="358032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Conecte fácilmente con bases de datos relacionales, de análisis y NoSQL.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303" y="1863090"/>
            <a:ext cx="583287" cy="5832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33303" y="2679621"/>
            <a:ext cx="2744986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Hojas de Cálculo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33303" y="3162657"/>
            <a:ext cx="35804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Importe datos desde archivos Excel, Google Sheets y otros formatos de hoja de cálculo.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050" y="4982766"/>
            <a:ext cx="583287" cy="5832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3050" y="5799296"/>
            <a:ext cx="2744986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Servicios en la Nube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303050" y="6282333"/>
            <a:ext cx="358032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Acceda a datos almacenados en servicios en la nube como SharePoint, Azure Blob Storage y más.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303" y="4982766"/>
            <a:ext cx="583287" cy="5832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33303" y="5799296"/>
            <a:ext cx="2744986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Fuentes Web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33303" y="6282333"/>
            <a:ext cx="3580448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Extraiga datos de sitios web y APIs a través de conectores integrados.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792313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Limpieza y preparación de datos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2809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Eliminación de Errores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Identifique y corrija errores, valores nulos y datos inconsistentes.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Estandarización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Asegure que los datos tengan un formato coherente y se ajusten a las necesidades del análisis.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Enriquecimiento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Agregue información complementaria para mejorar la calidad y utilidad de los datos.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53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831" y="3236952"/>
            <a:ext cx="6377226" cy="624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spc="-79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Funciones de transformación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42831" y="5913596"/>
            <a:ext cx="13144738" cy="22860"/>
          </a:xfrm>
          <a:prstGeom prst="roundRect">
            <a:avLst>
              <a:gd name="adj" fmla="val 390000"/>
            </a:avLst>
          </a:prstGeom>
          <a:solidFill>
            <a:srgbClr val="DABADD"/>
          </a:solidFill>
          <a:ln/>
        </p:spPr>
      </p:sp>
      <p:sp>
        <p:nvSpPr>
          <p:cNvPr id="5" name="Shape 2"/>
          <p:cNvSpPr/>
          <p:nvPr/>
        </p:nvSpPr>
        <p:spPr>
          <a:xfrm>
            <a:off x="3964424" y="5170825"/>
            <a:ext cx="22860" cy="742831"/>
          </a:xfrm>
          <a:prstGeom prst="roundRect">
            <a:avLst>
              <a:gd name="adj" fmla="val 390000"/>
            </a:avLst>
          </a:prstGeom>
          <a:solidFill>
            <a:srgbClr val="DABADD"/>
          </a:solidFill>
          <a:ln/>
        </p:spPr>
      </p:sp>
      <p:sp>
        <p:nvSpPr>
          <p:cNvPr id="6" name="Shape 3"/>
          <p:cNvSpPr/>
          <p:nvPr/>
        </p:nvSpPr>
        <p:spPr>
          <a:xfrm>
            <a:off x="3737134" y="5674816"/>
            <a:ext cx="477560" cy="477560"/>
          </a:xfrm>
          <a:prstGeom prst="roundRect">
            <a:avLst>
              <a:gd name="adj" fmla="val 1866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00964" y="5763756"/>
            <a:ext cx="149781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spc="-47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727365" y="4179570"/>
            <a:ext cx="2497217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Filtrado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55000" y="4618911"/>
            <a:ext cx="604194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Seleccionar subconjuntos de datos mediante criterios específicos.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03651" y="5913537"/>
            <a:ext cx="22860" cy="742831"/>
          </a:xfrm>
          <a:prstGeom prst="roundRect">
            <a:avLst>
              <a:gd name="adj" fmla="val 390000"/>
            </a:avLst>
          </a:prstGeom>
          <a:solidFill>
            <a:srgbClr val="DABADD"/>
          </a:solidFill>
          <a:ln/>
        </p:spPr>
      </p:sp>
      <p:sp>
        <p:nvSpPr>
          <p:cNvPr id="11" name="Shape 8"/>
          <p:cNvSpPr/>
          <p:nvPr/>
        </p:nvSpPr>
        <p:spPr>
          <a:xfrm>
            <a:off x="7076361" y="5674816"/>
            <a:ext cx="477560" cy="477560"/>
          </a:xfrm>
          <a:prstGeom prst="roundRect">
            <a:avLst>
              <a:gd name="adj" fmla="val 1866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0191" y="5763756"/>
            <a:ext cx="149781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spc="-47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6066592" y="6868716"/>
            <a:ext cx="2497217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Reformateo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294227" y="7308056"/>
            <a:ext cx="604194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Cambiar el tipo de datos, dividir o combinar columnas.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0642878" y="5170825"/>
            <a:ext cx="22860" cy="742831"/>
          </a:xfrm>
          <a:prstGeom prst="roundRect">
            <a:avLst>
              <a:gd name="adj" fmla="val 390000"/>
            </a:avLst>
          </a:prstGeom>
          <a:solidFill>
            <a:srgbClr val="DABADD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15588" y="5674816"/>
            <a:ext cx="477560" cy="477560"/>
          </a:xfrm>
          <a:prstGeom prst="roundRect">
            <a:avLst>
              <a:gd name="adj" fmla="val 1866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79418" y="5763756"/>
            <a:ext cx="149781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spc="-47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405818" y="4179570"/>
            <a:ext cx="2497217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Cálculos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33454" y="4618911"/>
            <a:ext cx="604194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Aplicar fórmulas y funciones para generar nuevas columnas.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25166"/>
            <a:ext cx="563903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Relaciones entre tablas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388156"/>
            <a:ext cx="3614618" cy="2521506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4659" y="263509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1:1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3130629"/>
            <a:ext cx="31207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Relación uno a uno entre tablas, donde cada registro de una tabla tiene un único registro relacionado en la otra.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388156"/>
            <a:ext cx="3614618" cy="2521506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8593" y="263509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1:N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8593" y="3130629"/>
            <a:ext cx="31207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Relación uno a muchos, donde un registro en una tabla puede tener múltiples registros relacionados en otra.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148977"/>
            <a:ext cx="7468553" cy="1755458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4659" y="53959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M:N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84659" y="5891451"/>
            <a:ext cx="69746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Relación muchos a muchos, donde un registro en una tabla puede estar relacionado con múltiples registros en otra.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093" y="942737"/>
            <a:ext cx="7105531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spc="-83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Creación de medidas y cálculos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093" y="1933337"/>
            <a:ext cx="1115258" cy="17845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16917" y="2156341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41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DAX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716917" y="2618184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Lenguaje de cálculo y expresiones utilizado en Power BI para definir medidas y columnas calculadas.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093" y="3717846"/>
            <a:ext cx="1115258" cy="17845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16917" y="3940850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41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Métricas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716917" y="4402693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Definir indicadores clave de rendimiento (KPIs) y otros cálculos para enriquecer el análisis.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093" y="5502354"/>
            <a:ext cx="1115258" cy="17845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6917" y="5725358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41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Interactividad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716917" y="6187202"/>
            <a:ext cx="613279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cálculos dinámicos que respondan a las interacciones del usuario en los informes.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Modelado de datos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Tablas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Diseñar un modelo relacional con tablas que representen entidades clave del negocio.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Relaciones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Establecer conexiones lógicas entre las tablas para permitir análisis multidimensional.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Jerarquías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estructuras jerárquicas para explorar los datos desde diferentes niveles de detalle.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4983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Visualización de datos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82027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2509" y="2982277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5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Gráficos y Tablas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Elegir visualizaciones adecuadas para representar diferentes tipos de datos e insights.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2882027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76443" y="2982277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5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Interactividad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Agregar filtros, segmentación y otros controles para permitir a los usuarios explorar los datos.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418177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2509" y="5518428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5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4181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Diseño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913715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informes atractivos y de fácil lectura mediante el uso de temas, estilos y diseño responsivo.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2024-11-04T02:05:24Z</dcterms:created>
  <dcterms:modified xsi:type="dcterms:W3CDTF">2024-11-04T02:05:24Z</dcterms:modified>
</cp:coreProperties>
</file>