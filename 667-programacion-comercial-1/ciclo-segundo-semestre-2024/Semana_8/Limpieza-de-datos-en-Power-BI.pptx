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Quattrocento"/>
      <p:regular r:id="rId16"/>
    </p:embeddedFont>
    <p:embeddedFont>
      <p:font typeface="Quattrocento"/>
      <p:regular r:id="rId17"/>
    </p:embeddedFont>
    <p:embeddedFont>
      <p:font typeface="Quattrocento"/>
      <p:regular r:id="rId18"/>
    </p:embeddedFont>
    <p:embeddedFont>
      <p:font typeface="Quattrocen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197656"/>
            <a:ext cx="7468553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650"/>
              </a:lnSpc>
              <a:buNone/>
            </a:pPr>
            <a:r>
              <a:rPr lang="en-US" sz="6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Limpieza de datos en Power BI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837724" y="4499729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limpieza de datos es un paso crucial en el proceso de análisis de datos. En esta presentación, exploraremos las técnicas y mejores prácticas para limpiar y preparar los datos en Power BI de manera eficiente y efectiva.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49837"/>
            <a:ext cx="735330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¿Qué es la limpieza de datos?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88202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1047155" y="2982277"/>
            <a:ext cx="11965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28820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Identificación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3377565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Detectar problemas como datos faltantes, duplicados o con formato incorrecto.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91658" y="288202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9" name="Text 6"/>
          <p:cNvSpPr/>
          <p:nvPr/>
        </p:nvSpPr>
        <p:spPr>
          <a:xfrm>
            <a:off x="4870252" y="2982277"/>
            <a:ext cx="18121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69493" y="28820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Corrección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69493" y="3377565"/>
            <a:ext cx="28367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Corregir y estandarizar los datos para que sean precisos y consistentes.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41817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13" name="Text 10"/>
          <p:cNvSpPr/>
          <p:nvPr/>
        </p:nvSpPr>
        <p:spPr>
          <a:xfrm>
            <a:off x="1015008" y="5518428"/>
            <a:ext cx="18383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541817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Transformación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5913715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Convertir los datos a un formato adecuado para su análisis y visualización.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087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428" y="3304699"/>
            <a:ext cx="8801219" cy="637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importancia de la limpieza de datos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58428" y="4267081"/>
            <a:ext cx="6448425" cy="1575435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975122" y="4483775"/>
            <a:ext cx="254948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Calidad de Datos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75122" y="4932402"/>
            <a:ext cx="60150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Los datos limpios y precisos son fundamentales para obtener análisis confiables.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23547" y="4267081"/>
            <a:ext cx="6448425" cy="1575435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7640241" y="4483775"/>
            <a:ext cx="254948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Eficiencia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40241" y="4932402"/>
            <a:ext cx="60150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Reduce el tiempo y esfuerzo invertido en el proceso de análisis.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428" y="6059210"/>
            <a:ext cx="6448425" cy="1575435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975122" y="6275903"/>
            <a:ext cx="254948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Toma de Decisiones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75122" y="6724531"/>
            <a:ext cx="60150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Permite tomar decisiones informadas basadas en datos confiables.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423547" y="6059210"/>
            <a:ext cx="6448425" cy="1575435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14" name="Text 11"/>
          <p:cNvSpPr/>
          <p:nvPr/>
        </p:nvSpPr>
        <p:spPr>
          <a:xfrm>
            <a:off x="7640241" y="6275903"/>
            <a:ext cx="254948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Confianza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40241" y="6724531"/>
            <a:ext cx="60150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 confianza en los resultados y conclusiones del análisis.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741" y="797600"/>
            <a:ext cx="7574518" cy="131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Identificación de problemas comunes en los datos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1105733" y="2452568"/>
            <a:ext cx="30480" cy="4979313"/>
          </a:xfrm>
          <a:prstGeom prst="roundRect">
            <a:avLst>
              <a:gd name="adj" fmla="val 110347"/>
            </a:avLst>
          </a:prstGeom>
          <a:solidFill>
            <a:srgbClr val="4A6B6A"/>
          </a:solidFill>
          <a:ln/>
        </p:spPr>
      </p:sp>
      <p:sp>
        <p:nvSpPr>
          <p:cNvPr id="5" name="Shape 2"/>
          <p:cNvSpPr/>
          <p:nvPr/>
        </p:nvSpPr>
        <p:spPr>
          <a:xfrm>
            <a:off x="1342727" y="2941677"/>
            <a:ext cx="784741" cy="30480"/>
          </a:xfrm>
          <a:prstGeom prst="roundRect">
            <a:avLst>
              <a:gd name="adj" fmla="val 110347"/>
            </a:avLst>
          </a:prstGeom>
          <a:solidFill>
            <a:srgbClr val="4A6B6A"/>
          </a:solidFill>
          <a:ln/>
        </p:spPr>
      </p:sp>
      <p:sp>
        <p:nvSpPr>
          <p:cNvPr id="6" name="Shape 3"/>
          <p:cNvSpPr/>
          <p:nvPr/>
        </p:nvSpPr>
        <p:spPr>
          <a:xfrm>
            <a:off x="868740" y="2704743"/>
            <a:ext cx="504468" cy="504468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7" name="Text 4"/>
          <p:cNvSpPr/>
          <p:nvPr/>
        </p:nvSpPr>
        <p:spPr>
          <a:xfrm>
            <a:off x="1064955" y="2798683"/>
            <a:ext cx="112038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354104" y="2676763"/>
            <a:ext cx="2637830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Datos Faltantes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354104" y="3140988"/>
            <a:ext cx="6005155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Identificar y manejar los valores ausentes de manera adecuada.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42727" y="4795718"/>
            <a:ext cx="784741" cy="30480"/>
          </a:xfrm>
          <a:prstGeom prst="roundRect">
            <a:avLst>
              <a:gd name="adj" fmla="val 110347"/>
            </a:avLst>
          </a:prstGeom>
          <a:solidFill>
            <a:srgbClr val="4A6B6A"/>
          </a:solidFill>
          <a:ln/>
        </p:spPr>
      </p:sp>
      <p:sp>
        <p:nvSpPr>
          <p:cNvPr id="11" name="Shape 8"/>
          <p:cNvSpPr/>
          <p:nvPr/>
        </p:nvSpPr>
        <p:spPr>
          <a:xfrm>
            <a:off x="868740" y="4558784"/>
            <a:ext cx="504468" cy="504468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12" name="Text 9"/>
          <p:cNvSpPr/>
          <p:nvPr/>
        </p:nvSpPr>
        <p:spPr>
          <a:xfrm>
            <a:off x="1036141" y="4652724"/>
            <a:ext cx="169664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354104" y="4530804"/>
            <a:ext cx="2637830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Datos Duplicados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354104" y="4995029"/>
            <a:ext cx="6005155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Detectar y eliminar registros duplicados para evitar redundancia.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42727" y="6649760"/>
            <a:ext cx="784741" cy="30480"/>
          </a:xfrm>
          <a:prstGeom prst="roundRect">
            <a:avLst>
              <a:gd name="adj" fmla="val 110347"/>
            </a:avLst>
          </a:prstGeom>
          <a:solidFill>
            <a:srgbClr val="4A6B6A"/>
          </a:solidFill>
          <a:ln/>
        </p:spPr>
      </p:sp>
      <p:sp>
        <p:nvSpPr>
          <p:cNvPr id="16" name="Shape 13"/>
          <p:cNvSpPr/>
          <p:nvPr/>
        </p:nvSpPr>
        <p:spPr>
          <a:xfrm>
            <a:off x="868740" y="6412825"/>
            <a:ext cx="504468" cy="504468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17" name="Text 14"/>
          <p:cNvSpPr/>
          <p:nvPr/>
        </p:nvSpPr>
        <p:spPr>
          <a:xfrm>
            <a:off x="1034832" y="6506766"/>
            <a:ext cx="172164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354104" y="6384846"/>
            <a:ext cx="2637830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Formato Incorrecto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354104" y="6849070"/>
            <a:ext cx="6005155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Estandarizar el formato de los datos (fechas, números, etc.).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77239"/>
            <a:ext cx="1068895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Técnicas de limpieza de datos en Power BI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979545"/>
            <a:ext cx="318087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Consultas Personalizadas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Utilizar el Editor de Consultas para aplicar transformaciones avanzadas.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Transformaciones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Aplicar funciones de limpieza y normalización de datos integradas.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Flujo de Datos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Crear flujos de datos automatizados para mantener los datos limpios.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827" y="561737"/>
            <a:ext cx="7718346" cy="1198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Validación y verificación de datos limpios</a:t>
            </a:r>
            <a:endParaRPr lang="en-US" sz="3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27" y="2065139"/>
            <a:ext cx="509111" cy="50911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2827" y="2777847"/>
            <a:ext cx="2396133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Pruebas de Validación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12827" y="3199567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Verificar que los datos cumplen con reglas de integridad y calidad.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27" y="4136350"/>
            <a:ext cx="509111" cy="50911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2827" y="4849058"/>
            <a:ext cx="2396133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Análisis de Calidad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12827" y="5270778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Revisar indicadores clave para asegurar que los datos estén limpios.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27" y="6207562"/>
            <a:ext cx="509111" cy="50911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2827" y="6920270"/>
            <a:ext cx="2396133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Monitoreo Continuo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12827" y="7341989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Mantener un proceso de limpieza y validación periódico y automatizado.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405" y="701040"/>
            <a:ext cx="7621191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Almacenamiento y mantenimiento de datos limpios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05" y="2307193"/>
            <a:ext cx="1087755" cy="17404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75391" y="2524720"/>
            <a:ext cx="2851904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Almacenamiento Seguro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2175391" y="2975134"/>
            <a:ext cx="6207204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Guardar los datos limpios en un repositorio confiable y accesible.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05" y="4047649"/>
            <a:ext cx="1087755" cy="17404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75391" y="4265176"/>
            <a:ext cx="2559606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Respaldos Regulares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2175391" y="4715589"/>
            <a:ext cx="6207204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Implementar un proceso de respaldo y recuperación de los datos.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05" y="5788104"/>
            <a:ext cx="1087755" cy="17404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75391" y="6005632"/>
            <a:ext cx="2697361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Actualización Periódica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175391" y="6456045"/>
            <a:ext cx="6207204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Mantener los datos actualizados y reflejar los cambios en el origen.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33719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Mejores prácticas para una limpieza de datos efectiva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1400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Definir Estrategia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731306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Establecer objetivos claros y un plan de acción para la limpieza de datos.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41400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Automatizar Procesos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731306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Crear flujos de trabajo automatizados para mantener los datos limpios.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4140041"/>
            <a:ext cx="313217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Involucrar a los Usuarios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731306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Capacitar al equipo en técnicas de limpieza y validación de datos.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46518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Conclusiones y próximos pasos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232196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limpieza de datos es fundamental para garantizar la calidad y confiabilidad de los análisis en Power BI. Aplicando las técnicas y mejores prácticas presentadas, podrás mejorar la eficiencia de tus procesos y tomar decisiones más informadas.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2024-11-04T02:03:21Z</dcterms:created>
  <dcterms:modified xsi:type="dcterms:W3CDTF">2024-11-04T02:03:21Z</dcterms:modified>
</cp:coreProperties>
</file>