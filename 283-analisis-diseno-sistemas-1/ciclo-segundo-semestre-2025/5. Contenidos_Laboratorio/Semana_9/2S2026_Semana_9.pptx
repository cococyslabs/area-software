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y="10287000" cx="18288000"/>
  <p:notesSz cx="6858000" cy="9144000"/>
  <p:embeddedFontLst>
    <p:embeddedFont>
      <p:font typeface="Montserrat"/>
      <p:regular r:id="rId52"/>
      <p:bold r:id="rId53"/>
      <p:italic r:id="rId54"/>
      <p:boldItalic r:id="rId55"/>
    </p:embeddedFont>
    <p:embeddedFont>
      <p:font typeface="Lato"/>
      <p:regular r:id="rId56"/>
      <p:bold r:id="rId57"/>
      <p:italic r:id="rId58"/>
      <p:boldItalic r:id="rId59"/>
    </p:embeddedFont>
    <p:embeddedFont>
      <p:font typeface="Poppins"/>
      <p:regular r:id="rId60"/>
      <p:bold r:id="rId61"/>
      <p:italic r:id="rId62"/>
      <p:boldItalic r:id="rId63"/>
    </p:embeddedFont>
    <p:embeddedFont>
      <p:font typeface="Ultra"/>
      <p:regular r:id="rId64"/>
    </p:embeddedFont>
    <p:embeddedFont>
      <p:font typeface="Open Sans"/>
      <p:regular r:id="rId65"/>
      <p:bold r:id="rId66"/>
      <p:italic r:id="rId67"/>
      <p:boldItalic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9" roundtripDataSignature="AMtx7mhnAp2p4ykWFDIy6lkZlzT8r7Gr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F2CB586-B8D2-43CD-9AF4-E92083DB88B7}">
  <a:tblStyle styleId="{AF2CB586-B8D2-43CD-9AF4-E92083DB88B7}"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Poppins-italic.fntdata"/><Relationship Id="rId61" Type="http://schemas.openxmlformats.org/officeDocument/2006/relationships/font" Target="fonts/Poppins-bold.fntdata"/><Relationship Id="rId20" Type="http://schemas.openxmlformats.org/officeDocument/2006/relationships/slide" Target="slides/slide13.xml"/><Relationship Id="rId64" Type="http://schemas.openxmlformats.org/officeDocument/2006/relationships/font" Target="fonts/Ultra-regular.fntdata"/><Relationship Id="rId63" Type="http://schemas.openxmlformats.org/officeDocument/2006/relationships/font" Target="fonts/Poppins-boldItalic.fntdata"/><Relationship Id="rId22" Type="http://schemas.openxmlformats.org/officeDocument/2006/relationships/slide" Target="slides/slide15.xml"/><Relationship Id="rId66" Type="http://schemas.openxmlformats.org/officeDocument/2006/relationships/font" Target="fonts/OpenSans-bold.fntdata"/><Relationship Id="rId21" Type="http://schemas.openxmlformats.org/officeDocument/2006/relationships/slide" Target="slides/slide14.xml"/><Relationship Id="rId65" Type="http://schemas.openxmlformats.org/officeDocument/2006/relationships/font" Target="fonts/OpenSans-regular.fntdata"/><Relationship Id="rId24" Type="http://schemas.openxmlformats.org/officeDocument/2006/relationships/slide" Target="slides/slide17.xml"/><Relationship Id="rId68" Type="http://schemas.openxmlformats.org/officeDocument/2006/relationships/font" Target="fonts/OpenSans-boldItalic.fntdata"/><Relationship Id="rId23" Type="http://schemas.openxmlformats.org/officeDocument/2006/relationships/slide" Target="slides/slide16.xml"/><Relationship Id="rId67" Type="http://schemas.openxmlformats.org/officeDocument/2006/relationships/font" Target="fonts/OpenSans-italic.fntdata"/><Relationship Id="rId60" Type="http://schemas.openxmlformats.org/officeDocument/2006/relationships/font" Target="fonts/Poppins-regular.fntdata"/><Relationship Id="rId26" Type="http://schemas.openxmlformats.org/officeDocument/2006/relationships/slide" Target="slides/slide19.xml"/><Relationship Id="rId25" Type="http://schemas.openxmlformats.org/officeDocument/2006/relationships/slide" Target="slides/slide18.xml"/><Relationship Id="rId69" Type="http://customschemas.google.com/relationships/presentationmetadata" Target="meta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font" Target="fonts/Montserrat-bold.fntdata"/><Relationship Id="rId52" Type="http://schemas.openxmlformats.org/officeDocument/2006/relationships/font" Target="fonts/Montserrat-regular.fntdata"/><Relationship Id="rId11" Type="http://schemas.openxmlformats.org/officeDocument/2006/relationships/slide" Target="slides/slide4.xml"/><Relationship Id="rId55" Type="http://schemas.openxmlformats.org/officeDocument/2006/relationships/font" Target="fonts/Montserrat-boldItalic.fntdata"/><Relationship Id="rId10" Type="http://schemas.openxmlformats.org/officeDocument/2006/relationships/slide" Target="slides/slide3.xml"/><Relationship Id="rId54" Type="http://schemas.openxmlformats.org/officeDocument/2006/relationships/font" Target="fonts/Montserrat-italic.fntdata"/><Relationship Id="rId13" Type="http://schemas.openxmlformats.org/officeDocument/2006/relationships/slide" Target="slides/slide6.xml"/><Relationship Id="rId57" Type="http://schemas.openxmlformats.org/officeDocument/2006/relationships/font" Target="fonts/Lato-bold.fntdata"/><Relationship Id="rId12" Type="http://schemas.openxmlformats.org/officeDocument/2006/relationships/slide" Target="slides/slide5.xml"/><Relationship Id="rId56" Type="http://schemas.openxmlformats.org/officeDocument/2006/relationships/font" Target="fonts/Lato-regular.fntdata"/><Relationship Id="rId15" Type="http://schemas.openxmlformats.org/officeDocument/2006/relationships/slide" Target="slides/slide8.xml"/><Relationship Id="rId59" Type="http://schemas.openxmlformats.org/officeDocument/2006/relationships/font" Target="fonts/Lato-boldItalic.fntdata"/><Relationship Id="rId14" Type="http://schemas.openxmlformats.org/officeDocument/2006/relationships/slide" Target="slides/slide7.xml"/><Relationship Id="rId58" Type="http://schemas.openxmlformats.org/officeDocument/2006/relationships/font" Target="fonts/Lato-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9ab14d6dc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7" name="Google Shape;207;g39ab14d6dc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9ab14d6dc7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g39ab14d6dc7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9ab14d6dc7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 name="Google Shape;227;g39ab14d6dc7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9ab14d6dc7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4" name="Google Shape;244;g39ab14d6dc7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9ab14d6dc7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0" name="Google Shape;260;g39ab14d6dc7_0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9ab14d6dc7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g39ab14d6dc7_0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9ab14d6dc7_0_5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3" name="Google Shape;273;g39ab14d6dc7_0_5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9ab14d6dc7_0_5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1" name="Google Shape;281;g39ab14d6dc7_0_5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9ab14d6dc7_0_5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7" name="Google Shape;287;g39ab14d6dc7_0_5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9ab14d6dc7_0_5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4" name="Google Shape;294;g39ab14d6dc7_0_5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9ab14d6dc7_0_5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7" name="Google Shape;307;g39ab14d6dc7_0_5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9ab14d6dc7_0_5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6" name="Google Shape;316;g39ab14d6dc7_0_5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9ab14d6dc7_0_5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5" name="Google Shape;325;g39ab14d6dc7_0_5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9ab14d6dc7_0_5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Burpsuit</a:t>
            </a:r>
            <a:endParaRPr/>
          </a:p>
        </p:txBody>
      </p:sp>
      <p:sp>
        <p:nvSpPr>
          <p:cNvPr id="335" name="Google Shape;335;g39ab14d6dc7_0_5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9ab14d6dc7_0_5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4" name="Google Shape;344;g39ab14d6dc7_0_5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9ab14d6dc7_0_5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g39ab14d6dc7_0_5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9ab14d6dc7_0_6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9" name="Google Shape;409;g39ab14d6dc7_0_6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9ab14d6dc7_0_7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3" name="Google Shape;463;g39ab14d6dc7_0_7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9ab14d6dc7_0_7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0" name="Google Shape;510;g39ab14d6dc7_0_7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9ab14d6dc7_0_7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7" name="Google Shape;557;g39ab14d6dc7_0_7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9ab14d6dc7_0_7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2" name="Google Shape;562;g39ab14d6dc7_0_7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9ab14d6dc7_0_8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8" name="Google Shape;568;g39ab14d6dc7_0_8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9ab14d6dc7_0_8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4" name="Google Shape;574;g39ab14d6dc7_0_8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9ab14d6dc7_0_8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9" name="Google Shape;579;g39ab14d6dc7_0_8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9ab14d6dc7_0_3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8" name="Google Shape;588;g39ab14d6dc7_0_3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9ab14d6dc7_0_3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4" name="Google Shape;594;g39ab14d6dc7_0_3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9ab14d6dc7_0_3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0" name="Google Shape;600;g39ab14d6dc7_0_3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9ab14d6dc7_0_3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7" name="Google Shape;607;g39ab14d6dc7_0_3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9ab14d6dc7_0_3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3" name="Google Shape;613;g39ab14d6dc7_0_3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9ab14d6dc7_0_3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0" name="Google Shape;620;g39ab14d6dc7_0_3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9ab14d6dc7_0_3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7" name="Google Shape;627;g39ab14d6dc7_0_3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9ab14d6dc7_0_3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6" name="Google Shape;636;g39ab14d6dc7_0_3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9ab14d6dc7_0_3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3" name="Google Shape;643;g39ab14d6dc7_0_3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9ab14d6dc7_0_3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0" name="Google Shape;650;g39ab14d6dc7_0_3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9ab14d6dc7_0_3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6" name="Google Shape;656;g39ab14d6dc7_0_3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3" name="Google Shape;66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9ab14d6dc7_0_8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0" name="Google Shape;670;g39ab14d6dc7_0_8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7" name="Google Shape;67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4" name="Google Shape;68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9" name="Google Shape;68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4" name="Google Shape;69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9ab14d6dc7_0_9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3" name="Google Shape;723;g39ab14d6dc7_0_9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0" name="Google Shape;73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5" name="Google Shape;73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4" name="Shape 84"/>
        <p:cNvGrpSpPr/>
        <p:nvPr/>
      </p:nvGrpSpPr>
      <p:grpSpPr>
        <a:xfrm>
          <a:off x="0" y="0"/>
          <a:ext cx="0" cy="0"/>
          <a:chOff x="0" y="0"/>
          <a:chExt cx="0" cy="0"/>
        </a:xfrm>
      </p:grpSpPr>
      <p:sp>
        <p:nvSpPr>
          <p:cNvPr id="85" name="Google Shape;85;g39ab14d6dc7_0_401"/>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6" name="Shape 86"/>
        <p:cNvGrpSpPr/>
        <p:nvPr/>
      </p:nvGrpSpPr>
      <p:grpSpPr>
        <a:xfrm>
          <a:off x="0" y="0"/>
          <a:ext cx="0" cy="0"/>
          <a:chOff x="0" y="0"/>
          <a:chExt cx="0" cy="0"/>
        </a:xfrm>
      </p:grpSpPr>
      <p:sp>
        <p:nvSpPr>
          <p:cNvPr id="87" name="Google Shape;87;g39ab14d6dc7_0_403"/>
          <p:cNvSpPr/>
          <p:nvPr/>
        </p:nvSpPr>
        <p:spPr>
          <a:xfrm rot="5400000">
            <a:off x="15000600" y="1010"/>
            <a:ext cx="3287400" cy="3287400"/>
          </a:xfrm>
          <a:prstGeom prst="diagStripe">
            <a:avLst>
              <a:gd fmla="val 0" name="adj"/>
            </a:avLst>
          </a:prstGeom>
          <a:solidFill>
            <a:schemeClr val="lt1">
              <a:alpha val="314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8" name="Google Shape;88;g39ab14d6dc7_0_403"/>
          <p:cNvGrpSpPr/>
          <p:nvPr/>
        </p:nvGrpSpPr>
        <p:grpSpPr>
          <a:xfrm>
            <a:off x="0" y="980"/>
            <a:ext cx="10307410" cy="10268799"/>
            <a:chOff x="0" y="75"/>
            <a:chExt cx="5153705" cy="5152950"/>
          </a:xfrm>
        </p:grpSpPr>
        <p:sp>
          <p:nvSpPr>
            <p:cNvPr id="89" name="Google Shape;89;g39ab14d6dc7_0_403"/>
            <p:cNvSpPr/>
            <p:nvPr/>
          </p:nvSpPr>
          <p:spPr>
            <a:xfrm rot="-5400000">
              <a:off x="455" y="-225"/>
              <a:ext cx="5152800" cy="5153700"/>
            </a:xfrm>
            <a:prstGeom prst="diagStripe">
              <a:avLst>
                <a:gd fmla="val 50000" name="adj"/>
              </a:avLst>
            </a:prstGeom>
            <a:solidFill>
              <a:schemeClr val="lt1">
                <a:alpha val="314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g39ab14d6dc7_0_403"/>
            <p:cNvSpPr/>
            <p:nvPr/>
          </p:nvSpPr>
          <p:spPr>
            <a:xfrm rot="-5400000">
              <a:off x="150" y="1145825"/>
              <a:ext cx="3996600" cy="3996900"/>
            </a:xfrm>
            <a:prstGeom prst="diagStripe">
              <a:avLst>
                <a:gd fmla="val 58774" name="adj"/>
              </a:avLst>
            </a:prstGeom>
            <a:solidFill>
              <a:schemeClr val="lt1">
                <a:alpha val="314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g39ab14d6dc7_0_403"/>
            <p:cNvSpPr/>
            <p:nvPr/>
          </p:nvSpPr>
          <p:spPr>
            <a:xfrm rot="-5400000">
              <a:off x="1646" y="-75"/>
              <a:ext cx="2299800" cy="2300100"/>
            </a:xfrm>
            <a:prstGeom prst="diagStripe">
              <a:avLst>
                <a:gd fmla="val 50000"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g39ab14d6dc7_0_403"/>
            <p:cNvSpPr/>
            <p:nvPr/>
          </p:nvSpPr>
          <p:spPr>
            <a:xfrm flipH="1">
              <a:off x="652821" y="590035"/>
              <a:ext cx="2300100" cy="2299800"/>
            </a:xfrm>
            <a:prstGeom prst="diagStripe">
              <a:avLst>
                <a:gd fmla="val 50000" name="adj"/>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3" name="Google Shape;93;g39ab14d6dc7_0_403"/>
          <p:cNvSpPr txBox="1"/>
          <p:nvPr>
            <p:ph type="ctrTitle"/>
          </p:nvPr>
        </p:nvSpPr>
        <p:spPr>
          <a:xfrm>
            <a:off x="7074300" y="3156800"/>
            <a:ext cx="10035000" cy="31578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p:txBody>
      </p:sp>
      <p:sp>
        <p:nvSpPr>
          <p:cNvPr id="94" name="Google Shape;94;g39ab14d6dc7_0_403"/>
          <p:cNvSpPr txBox="1"/>
          <p:nvPr>
            <p:ph idx="1" type="subTitle"/>
          </p:nvPr>
        </p:nvSpPr>
        <p:spPr>
          <a:xfrm>
            <a:off x="10167900" y="7849850"/>
            <a:ext cx="6941400" cy="10122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95" name="Google Shape;95;g39ab14d6dc7_0_403"/>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6" name="Shape 96"/>
        <p:cNvGrpSpPr/>
        <p:nvPr/>
      </p:nvGrpSpPr>
      <p:grpSpPr>
        <a:xfrm>
          <a:off x="0" y="0"/>
          <a:ext cx="0" cy="0"/>
          <a:chOff x="0" y="0"/>
          <a:chExt cx="0" cy="0"/>
        </a:xfrm>
      </p:grpSpPr>
      <p:grpSp>
        <p:nvGrpSpPr>
          <p:cNvPr id="97" name="Google Shape;97;g39ab14d6dc7_0_413"/>
          <p:cNvGrpSpPr/>
          <p:nvPr/>
        </p:nvGrpSpPr>
        <p:grpSpPr>
          <a:xfrm>
            <a:off x="0" y="762003"/>
            <a:ext cx="2075700" cy="2032576"/>
            <a:chOff x="0" y="381001"/>
            <a:chExt cx="1037850" cy="1016288"/>
          </a:xfrm>
        </p:grpSpPr>
        <p:sp>
          <p:nvSpPr>
            <p:cNvPr id="98" name="Google Shape;98;g39ab14d6dc7_0_413"/>
            <p:cNvSpPr/>
            <p:nvPr/>
          </p:nvSpPr>
          <p:spPr>
            <a:xfrm rot="-5400000">
              <a:off x="0" y="381001"/>
              <a:ext cx="808800" cy="808800"/>
            </a:xfrm>
            <a:prstGeom prst="diagStripe">
              <a:avLst>
                <a:gd fmla="val 50000"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g39ab14d6dc7_0_413"/>
            <p:cNvSpPr/>
            <p:nvPr/>
          </p:nvSpPr>
          <p:spPr>
            <a:xfrm flipH="1">
              <a:off x="229050" y="588489"/>
              <a:ext cx="808800" cy="808800"/>
            </a:xfrm>
            <a:prstGeom prst="diagStripe">
              <a:avLst>
                <a:gd fmla="val 50000" name="adj"/>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0" name="Google Shape;100;g39ab14d6dc7_0_413"/>
          <p:cNvSpPr txBox="1"/>
          <p:nvPr>
            <p:ph type="title"/>
          </p:nvPr>
        </p:nvSpPr>
        <p:spPr>
          <a:xfrm>
            <a:off x="2595000" y="787500"/>
            <a:ext cx="14077800" cy="18282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1" name="Google Shape;101;g39ab14d6dc7_0_413"/>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2" name="Shape 102"/>
        <p:cNvGrpSpPr/>
        <p:nvPr/>
      </p:nvGrpSpPr>
      <p:grpSpPr>
        <a:xfrm>
          <a:off x="0" y="0"/>
          <a:ext cx="0" cy="0"/>
          <a:chOff x="0" y="0"/>
          <a:chExt cx="0" cy="0"/>
        </a:xfrm>
      </p:grpSpPr>
      <p:grpSp>
        <p:nvGrpSpPr>
          <p:cNvPr id="103" name="Google Shape;103;g39ab14d6dc7_0_419"/>
          <p:cNvGrpSpPr/>
          <p:nvPr/>
        </p:nvGrpSpPr>
        <p:grpSpPr>
          <a:xfrm>
            <a:off x="0" y="762003"/>
            <a:ext cx="2075700" cy="2032576"/>
            <a:chOff x="0" y="381001"/>
            <a:chExt cx="1037850" cy="1016288"/>
          </a:xfrm>
        </p:grpSpPr>
        <p:sp>
          <p:nvSpPr>
            <p:cNvPr id="104" name="Google Shape;104;g39ab14d6dc7_0_419"/>
            <p:cNvSpPr/>
            <p:nvPr/>
          </p:nvSpPr>
          <p:spPr>
            <a:xfrm rot="-5400000">
              <a:off x="0" y="381001"/>
              <a:ext cx="808800" cy="808800"/>
            </a:xfrm>
            <a:prstGeom prst="diagStripe">
              <a:avLst>
                <a:gd fmla="val 50000"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g39ab14d6dc7_0_419"/>
            <p:cNvSpPr/>
            <p:nvPr/>
          </p:nvSpPr>
          <p:spPr>
            <a:xfrm flipH="1">
              <a:off x="229050" y="588489"/>
              <a:ext cx="808800" cy="808800"/>
            </a:xfrm>
            <a:prstGeom prst="diagStripe">
              <a:avLst>
                <a:gd fmla="val 50000" name="adj"/>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6" name="Google Shape;106;g39ab14d6dc7_0_419"/>
          <p:cNvSpPr txBox="1"/>
          <p:nvPr>
            <p:ph type="title"/>
          </p:nvPr>
        </p:nvSpPr>
        <p:spPr>
          <a:xfrm>
            <a:off x="2595000" y="787500"/>
            <a:ext cx="14077800" cy="18282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7" name="Google Shape;107;g39ab14d6dc7_0_419"/>
          <p:cNvSpPr txBox="1"/>
          <p:nvPr>
            <p:ph idx="1" type="body"/>
          </p:nvPr>
        </p:nvSpPr>
        <p:spPr>
          <a:xfrm>
            <a:off x="2595000" y="3135100"/>
            <a:ext cx="14077800" cy="58224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08" name="Google Shape;108;g39ab14d6dc7_0_419"/>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9" name="Shape 109"/>
        <p:cNvGrpSpPr/>
        <p:nvPr/>
      </p:nvGrpSpPr>
      <p:grpSpPr>
        <a:xfrm>
          <a:off x="0" y="0"/>
          <a:ext cx="0" cy="0"/>
          <a:chOff x="0" y="0"/>
          <a:chExt cx="0" cy="0"/>
        </a:xfrm>
      </p:grpSpPr>
      <p:grpSp>
        <p:nvGrpSpPr>
          <p:cNvPr id="110" name="Google Shape;110;g39ab14d6dc7_0_426"/>
          <p:cNvGrpSpPr/>
          <p:nvPr/>
        </p:nvGrpSpPr>
        <p:grpSpPr>
          <a:xfrm>
            <a:off x="0" y="762003"/>
            <a:ext cx="2075700" cy="2032576"/>
            <a:chOff x="0" y="381001"/>
            <a:chExt cx="1037850" cy="1016288"/>
          </a:xfrm>
        </p:grpSpPr>
        <p:sp>
          <p:nvSpPr>
            <p:cNvPr id="111" name="Google Shape;111;g39ab14d6dc7_0_426"/>
            <p:cNvSpPr/>
            <p:nvPr/>
          </p:nvSpPr>
          <p:spPr>
            <a:xfrm rot="-5400000">
              <a:off x="0" y="381001"/>
              <a:ext cx="808800" cy="808800"/>
            </a:xfrm>
            <a:prstGeom prst="diagStripe">
              <a:avLst>
                <a:gd fmla="val 50000"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9ab14d6dc7_0_426"/>
            <p:cNvSpPr/>
            <p:nvPr/>
          </p:nvSpPr>
          <p:spPr>
            <a:xfrm flipH="1">
              <a:off x="229050" y="588489"/>
              <a:ext cx="808800" cy="808800"/>
            </a:xfrm>
            <a:prstGeom prst="diagStripe">
              <a:avLst>
                <a:gd fmla="val 50000" name="adj"/>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3" name="Google Shape;113;g39ab14d6dc7_0_426"/>
          <p:cNvSpPr txBox="1"/>
          <p:nvPr>
            <p:ph type="title"/>
          </p:nvPr>
        </p:nvSpPr>
        <p:spPr>
          <a:xfrm>
            <a:off x="2595000" y="787500"/>
            <a:ext cx="14077800" cy="18282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14" name="Google Shape;114;g39ab14d6dc7_0_426"/>
          <p:cNvSpPr txBox="1"/>
          <p:nvPr>
            <p:ph idx="1" type="body"/>
          </p:nvPr>
        </p:nvSpPr>
        <p:spPr>
          <a:xfrm>
            <a:off x="2595000" y="3135100"/>
            <a:ext cx="6806400" cy="58224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15" name="Google Shape;115;g39ab14d6dc7_0_426"/>
          <p:cNvSpPr txBox="1"/>
          <p:nvPr>
            <p:ph idx="2" type="body"/>
          </p:nvPr>
        </p:nvSpPr>
        <p:spPr>
          <a:xfrm>
            <a:off x="9866442" y="3135100"/>
            <a:ext cx="6806400" cy="58224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16" name="Google Shape;116;g39ab14d6dc7_0_42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7" name="Shape 117"/>
        <p:cNvGrpSpPr/>
        <p:nvPr/>
      </p:nvGrpSpPr>
      <p:grpSpPr>
        <a:xfrm>
          <a:off x="0" y="0"/>
          <a:ext cx="0" cy="0"/>
          <a:chOff x="0" y="0"/>
          <a:chExt cx="0" cy="0"/>
        </a:xfrm>
      </p:grpSpPr>
      <p:grpSp>
        <p:nvGrpSpPr>
          <p:cNvPr id="118" name="Google Shape;118;g39ab14d6dc7_0_434"/>
          <p:cNvGrpSpPr/>
          <p:nvPr/>
        </p:nvGrpSpPr>
        <p:grpSpPr>
          <a:xfrm>
            <a:off x="8812800" y="0"/>
            <a:ext cx="9475200" cy="10286130"/>
            <a:chOff x="4406400" y="0"/>
            <a:chExt cx="4737600" cy="5143065"/>
          </a:xfrm>
        </p:grpSpPr>
        <p:sp>
          <p:nvSpPr>
            <p:cNvPr id="119" name="Google Shape;119;g39ab14d6dc7_0_434"/>
            <p:cNvSpPr/>
            <p:nvPr/>
          </p:nvSpPr>
          <p:spPr>
            <a:xfrm rot="5400000">
              <a:off x="4408200" y="-1800"/>
              <a:ext cx="4734000" cy="4737600"/>
            </a:xfrm>
            <a:prstGeom prst="diagStripe">
              <a:avLst>
                <a:gd fmla="val 49469" name="adj"/>
              </a:avLst>
            </a:prstGeom>
            <a:solidFill>
              <a:schemeClr val="lt1">
                <a:alpha val="353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g39ab14d6dc7_0_434"/>
            <p:cNvSpPr/>
            <p:nvPr/>
          </p:nvSpPr>
          <p:spPr>
            <a:xfrm rot="5400000">
              <a:off x="4841125" y="5700"/>
              <a:ext cx="4298100" cy="4286700"/>
            </a:xfrm>
            <a:prstGeom prst="diagStripe">
              <a:avLst>
                <a:gd fmla="val 0" name="adj"/>
              </a:avLst>
            </a:prstGeom>
            <a:solidFill>
              <a:schemeClr val="lt1">
                <a:alpha val="353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g39ab14d6dc7_0_434"/>
            <p:cNvSpPr/>
            <p:nvPr/>
          </p:nvSpPr>
          <p:spPr>
            <a:xfrm rot="-5400000">
              <a:off x="5618399" y="1236468"/>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g39ab14d6dc7_0_434"/>
            <p:cNvSpPr/>
            <p:nvPr/>
          </p:nvSpPr>
          <p:spPr>
            <a:xfrm flipH="1">
              <a:off x="5849857" y="1443956"/>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g39ab14d6dc7_0_434"/>
            <p:cNvSpPr/>
            <p:nvPr/>
          </p:nvSpPr>
          <p:spPr>
            <a:xfrm rot="-5400000">
              <a:off x="5987081" y="2469465"/>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9ab14d6dc7_0_434"/>
            <p:cNvSpPr/>
            <p:nvPr/>
          </p:nvSpPr>
          <p:spPr>
            <a:xfrm flipH="1">
              <a:off x="6222115" y="2676953"/>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g39ab14d6dc7_0_434"/>
            <p:cNvSpPr/>
            <p:nvPr/>
          </p:nvSpPr>
          <p:spPr>
            <a:xfrm rot="-5400000">
              <a:off x="6675341" y="1862018"/>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g39ab14d6dc7_0_434"/>
            <p:cNvSpPr/>
            <p:nvPr/>
          </p:nvSpPr>
          <p:spPr>
            <a:xfrm flipH="1">
              <a:off x="6908099" y="2069505"/>
              <a:ext cx="808800" cy="808800"/>
            </a:xfrm>
            <a:prstGeom prst="diagStripe">
              <a:avLst>
                <a:gd fmla="val 50000" name="adj"/>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g39ab14d6dc7_0_434"/>
            <p:cNvSpPr/>
            <p:nvPr/>
          </p:nvSpPr>
          <p:spPr>
            <a:xfrm rot="-5400000">
              <a:off x="6861141" y="2477810"/>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g39ab14d6dc7_0_434"/>
            <p:cNvSpPr/>
            <p:nvPr/>
          </p:nvSpPr>
          <p:spPr>
            <a:xfrm flipH="1">
              <a:off x="7965266" y="2692963"/>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g39ab14d6dc7_0_434"/>
            <p:cNvSpPr/>
            <p:nvPr/>
          </p:nvSpPr>
          <p:spPr>
            <a:xfrm flipH="1">
              <a:off x="8145082" y="3308755"/>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g39ab14d6dc7_0_434"/>
            <p:cNvSpPr/>
            <p:nvPr/>
          </p:nvSpPr>
          <p:spPr>
            <a:xfrm rot="-5400000">
              <a:off x="7047599" y="3095015"/>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g39ab14d6dc7_0_434"/>
            <p:cNvSpPr/>
            <p:nvPr/>
          </p:nvSpPr>
          <p:spPr>
            <a:xfrm flipH="1">
              <a:off x="7276649" y="3302502"/>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g39ab14d6dc7_0_43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9ab14d6dc7_0_434"/>
            <p:cNvSpPr/>
            <p:nvPr/>
          </p:nvSpPr>
          <p:spPr>
            <a:xfrm flipH="1">
              <a:off x="7462448" y="3918294"/>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g39ab14d6dc7_0_434"/>
            <p:cNvSpPr/>
            <p:nvPr/>
          </p:nvSpPr>
          <p:spPr>
            <a:xfrm rot="-5400000">
              <a:off x="8102491" y="3718473"/>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g39ab14d6dc7_0_434"/>
            <p:cNvSpPr/>
            <p:nvPr/>
          </p:nvSpPr>
          <p:spPr>
            <a:xfrm flipH="1">
              <a:off x="8334533" y="3925960"/>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9ab14d6dc7_0_434"/>
            <p:cNvSpPr/>
            <p:nvPr/>
          </p:nvSpPr>
          <p:spPr>
            <a:xfrm rot="-5400000">
              <a:off x="8288290" y="4334265"/>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7" name="Google Shape;137;g39ab14d6dc7_0_434"/>
          <p:cNvSpPr txBox="1"/>
          <p:nvPr>
            <p:ph type="title"/>
          </p:nvPr>
        </p:nvSpPr>
        <p:spPr>
          <a:xfrm>
            <a:off x="1647700" y="4106000"/>
            <a:ext cx="9174000" cy="2297400"/>
          </a:xfrm>
          <a:prstGeom prst="rect">
            <a:avLst/>
          </a:prstGeom>
          <a:noFill/>
          <a:ln>
            <a:noFill/>
          </a:ln>
        </p:spPr>
        <p:txBody>
          <a:bodyPr anchorCtr="0" anchor="ctr"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8" name="Google Shape;138;g39ab14d6dc7_0_434"/>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9" name="Shape 139"/>
        <p:cNvGrpSpPr/>
        <p:nvPr/>
      </p:nvGrpSpPr>
      <p:grpSpPr>
        <a:xfrm>
          <a:off x="0" y="0"/>
          <a:ext cx="0" cy="0"/>
          <a:chOff x="0" y="0"/>
          <a:chExt cx="0" cy="0"/>
        </a:xfrm>
      </p:grpSpPr>
      <p:grpSp>
        <p:nvGrpSpPr>
          <p:cNvPr id="140" name="Google Shape;140;g39ab14d6dc7_0_456"/>
          <p:cNvGrpSpPr/>
          <p:nvPr/>
        </p:nvGrpSpPr>
        <p:grpSpPr>
          <a:xfrm>
            <a:off x="0" y="762003"/>
            <a:ext cx="2075700" cy="2032576"/>
            <a:chOff x="0" y="381001"/>
            <a:chExt cx="1037850" cy="1016288"/>
          </a:xfrm>
        </p:grpSpPr>
        <p:sp>
          <p:nvSpPr>
            <p:cNvPr id="141" name="Google Shape;141;g39ab14d6dc7_0_456"/>
            <p:cNvSpPr/>
            <p:nvPr/>
          </p:nvSpPr>
          <p:spPr>
            <a:xfrm rot="-5400000">
              <a:off x="0" y="381001"/>
              <a:ext cx="808800" cy="808800"/>
            </a:xfrm>
            <a:prstGeom prst="diagStripe">
              <a:avLst>
                <a:gd fmla="val 50000"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g39ab14d6dc7_0_456"/>
            <p:cNvSpPr/>
            <p:nvPr/>
          </p:nvSpPr>
          <p:spPr>
            <a:xfrm flipH="1">
              <a:off x="229050" y="588489"/>
              <a:ext cx="808800" cy="808800"/>
            </a:xfrm>
            <a:prstGeom prst="diagStripe">
              <a:avLst>
                <a:gd fmla="val 50000" name="adj"/>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3" name="Google Shape;143;g39ab14d6dc7_0_456"/>
          <p:cNvSpPr txBox="1"/>
          <p:nvPr>
            <p:ph type="title"/>
          </p:nvPr>
        </p:nvSpPr>
        <p:spPr>
          <a:xfrm>
            <a:off x="2595000" y="787500"/>
            <a:ext cx="7597800" cy="29862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44" name="Google Shape;144;g39ab14d6dc7_0_456"/>
          <p:cNvSpPr txBox="1"/>
          <p:nvPr>
            <p:ph idx="1" type="body"/>
          </p:nvPr>
        </p:nvSpPr>
        <p:spPr>
          <a:xfrm>
            <a:off x="2595000" y="3945100"/>
            <a:ext cx="7597800" cy="48318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45" name="Google Shape;145;g39ab14d6dc7_0_45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6" name="Shape 146"/>
        <p:cNvGrpSpPr/>
        <p:nvPr/>
      </p:nvGrpSpPr>
      <p:grpSpPr>
        <a:xfrm>
          <a:off x="0" y="0"/>
          <a:ext cx="0" cy="0"/>
          <a:chOff x="0" y="0"/>
          <a:chExt cx="0" cy="0"/>
        </a:xfrm>
      </p:grpSpPr>
      <p:grpSp>
        <p:nvGrpSpPr>
          <p:cNvPr id="147" name="Google Shape;147;g39ab14d6dc7_0_463"/>
          <p:cNvGrpSpPr/>
          <p:nvPr/>
        </p:nvGrpSpPr>
        <p:grpSpPr>
          <a:xfrm>
            <a:off x="8812800" y="0"/>
            <a:ext cx="9475200" cy="10287000"/>
            <a:chOff x="4406400" y="0"/>
            <a:chExt cx="4737600" cy="5143500"/>
          </a:xfrm>
        </p:grpSpPr>
        <p:sp>
          <p:nvSpPr>
            <p:cNvPr id="148" name="Google Shape;148;g39ab14d6dc7_0_463"/>
            <p:cNvSpPr/>
            <p:nvPr/>
          </p:nvSpPr>
          <p:spPr>
            <a:xfrm rot="5400000">
              <a:off x="4407900" y="-1500"/>
              <a:ext cx="4734600" cy="4737600"/>
            </a:xfrm>
            <a:prstGeom prst="diagStripe">
              <a:avLst>
                <a:gd fmla="val 49469" name="adj"/>
              </a:avLst>
            </a:prstGeom>
            <a:solidFill>
              <a:schemeClr val="lt1">
                <a:alpha val="353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g39ab14d6dc7_0_463"/>
            <p:cNvSpPr/>
            <p:nvPr/>
          </p:nvSpPr>
          <p:spPr>
            <a:xfrm rot="5400000">
              <a:off x="4840825" y="6000"/>
              <a:ext cx="4298700" cy="4286700"/>
            </a:xfrm>
            <a:prstGeom prst="diagStripe">
              <a:avLst>
                <a:gd fmla="val 0" name="adj"/>
              </a:avLst>
            </a:prstGeom>
            <a:solidFill>
              <a:schemeClr val="lt1">
                <a:alpha val="353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g39ab14d6dc7_0_463"/>
            <p:cNvSpPr/>
            <p:nvPr/>
          </p:nvSpPr>
          <p:spPr>
            <a:xfrm rot="-5400000">
              <a:off x="5618399" y="1236641"/>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g39ab14d6dc7_0_463"/>
            <p:cNvSpPr/>
            <p:nvPr/>
          </p:nvSpPr>
          <p:spPr>
            <a:xfrm flipH="1">
              <a:off x="5849857" y="1444078"/>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g39ab14d6dc7_0_463"/>
            <p:cNvSpPr/>
            <p:nvPr/>
          </p:nvSpPr>
          <p:spPr>
            <a:xfrm rot="-5400000">
              <a:off x="5987081" y="2469743"/>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g39ab14d6dc7_0_463"/>
            <p:cNvSpPr/>
            <p:nvPr/>
          </p:nvSpPr>
          <p:spPr>
            <a:xfrm flipH="1">
              <a:off x="6222115" y="2677179"/>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g39ab14d6dc7_0_463"/>
            <p:cNvSpPr/>
            <p:nvPr/>
          </p:nvSpPr>
          <p:spPr>
            <a:xfrm rot="-5400000">
              <a:off x="6675341" y="1862244"/>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g39ab14d6dc7_0_463"/>
            <p:cNvSpPr/>
            <p:nvPr/>
          </p:nvSpPr>
          <p:spPr>
            <a:xfrm flipH="1">
              <a:off x="6908099" y="2069680"/>
              <a:ext cx="808800" cy="808800"/>
            </a:xfrm>
            <a:prstGeom prst="diagStripe">
              <a:avLst>
                <a:gd fmla="val 50000" name="adj"/>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g39ab14d6dc7_0_463"/>
            <p:cNvSpPr/>
            <p:nvPr/>
          </p:nvSpPr>
          <p:spPr>
            <a:xfrm rot="-5400000">
              <a:off x="6861141" y="2478088"/>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g39ab14d6dc7_0_463"/>
            <p:cNvSpPr/>
            <p:nvPr/>
          </p:nvSpPr>
          <p:spPr>
            <a:xfrm flipH="1">
              <a:off x="7965266" y="2693191"/>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g39ab14d6dc7_0_463"/>
            <p:cNvSpPr/>
            <p:nvPr/>
          </p:nvSpPr>
          <p:spPr>
            <a:xfrm flipH="1">
              <a:off x="8145082" y="3309036"/>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g39ab14d6dc7_0_463"/>
            <p:cNvSpPr/>
            <p:nvPr/>
          </p:nvSpPr>
          <p:spPr>
            <a:xfrm rot="-5400000">
              <a:off x="7047599" y="3095345"/>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g39ab14d6dc7_0_463"/>
            <p:cNvSpPr/>
            <p:nvPr/>
          </p:nvSpPr>
          <p:spPr>
            <a:xfrm flipH="1">
              <a:off x="7276649" y="3302781"/>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g39ab14d6dc7_0_463"/>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g39ab14d6dc7_0_463"/>
            <p:cNvSpPr/>
            <p:nvPr/>
          </p:nvSpPr>
          <p:spPr>
            <a:xfrm flipH="1">
              <a:off x="7462448" y="3918625"/>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g39ab14d6dc7_0_463"/>
            <p:cNvSpPr/>
            <p:nvPr/>
          </p:nvSpPr>
          <p:spPr>
            <a:xfrm rot="-5400000">
              <a:off x="8102491" y="3718856"/>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g39ab14d6dc7_0_463"/>
            <p:cNvSpPr/>
            <p:nvPr/>
          </p:nvSpPr>
          <p:spPr>
            <a:xfrm flipH="1">
              <a:off x="8334533" y="3926292"/>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g39ab14d6dc7_0_463"/>
            <p:cNvSpPr/>
            <p:nvPr/>
          </p:nvSpPr>
          <p:spPr>
            <a:xfrm rot="-5400000">
              <a:off x="8288290" y="4334700"/>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6" name="Google Shape;166;g39ab14d6dc7_0_463"/>
          <p:cNvSpPr txBox="1"/>
          <p:nvPr>
            <p:ph type="title"/>
          </p:nvPr>
        </p:nvSpPr>
        <p:spPr>
          <a:xfrm>
            <a:off x="1647700" y="1733550"/>
            <a:ext cx="9174000" cy="7042200"/>
          </a:xfrm>
          <a:prstGeom prst="rect">
            <a:avLst/>
          </a:prstGeom>
          <a:noFill/>
          <a:ln>
            <a:noFill/>
          </a:ln>
        </p:spPr>
        <p:txBody>
          <a:bodyPr anchorCtr="0" anchor="ctr"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67" name="Google Shape;167;g39ab14d6dc7_0_463"/>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8" name="Shape 168"/>
        <p:cNvGrpSpPr/>
        <p:nvPr/>
      </p:nvGrpSpPr>
      <p:grpSpPr>
        <a:xfrm>
          <a:off x="0" y="0"/>
          <a:ext cx="0" cy="0"/>
          <a:chOff x="0" y="0"/>
          <a:chExt cx="0" cy="0"/>
        </a:xfrm>
      </p:grpSpPr>
      <p:grpSp>
        <p:nvGrpSpPr>
          <p:cNvPr id="169" name="Google Shape;169;g39ab14d6dc7_0_485"/>
          <p:cNvGrpSpPr/>
          <p:nvPr/>
        </p:nvGrpSpPr>
        <p:grpSpPr>
          <a:xfrm>
            <a:off x="0" y="762003"/>
            <a:ext cx="2075700" cy="2032576"/>
            <a:chOff x="0" y="381001"/>
            <a:chExt cx="1037850" cy="1016288"/>
          </a:xfrm>
        </p:grpSpPr>
        <p:sp>
          <p:nvSpPr>
            <p:cNvPr id="170" name="Google Shape;170;g39ab14d6dc7_0_485"/>
            <p:cNvSpPr/>
            <p:nvPr/>
          </p:nvSpPr>
          <p:spPr>
            <a:xfrm rot="-5400000">
              <a:off x="0" y="381001"/>
              <a:ext cx="808800" cy="808800"/>
            </a:xfrm>
            <a:prstGeom prst="diagStripe">
              <a:avLst>
                <a:gd fmla="val 50000"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g39ab14d6dc7_0_485"/>
            <p:cNvSpPr/>
            <p:nvPr/>
          </p:nvSpPr>
          <p:spPr>
            <a:xfrm flipH="1">
              <a:off x="229050" y="588489"/>
              <a:ext cx="808800" cy="808800"/>
            </a:xfrm>
            <a:prstGeom prst="diagStripe">
              <a:avLst>
                <a:gd fmla="val 50000" name="adj"/>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2" name="Google Shape;172;g39ab14d6dc7_0_485"/>
          <p:cNvSpPr txBox="1"/>
          <p:nvPr>
            <p:ph type="title"/>
          </p:nvPr>
        </p:nvSpPr>
        <p:spPr>
          <a:xfrm>
            <a:off x="2595000" y="3316650"/>
            <a:ext cx="6072600" cy="3503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73" name="Google Shape;173;g39ab14d6dc7_0_485"/>
          <p:cNvSpPr txBox="1"/>
          <p:nvPr>
            <p:ph idx="1" type="subTitle"/>
          </p:nvPr>
        </p:nvSpPr>
        <p:spPr>
          <a:xfrm>
            <a:off x="2595000" y="7076000"/>
            <a:ext cx="6072600" cy="10122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174" name="Google Shape;174;g39ab14d6dc7_0_485"/>
          <p:cNvSpPr txBox="1"/>
          <p:nvPr>
            <p:ph idx="2" type="body"/>
          </p:nvPr>
        </p:nvSpPr>
        <p:spPr>
          <a:xfrm>
            <a:off x="9296400" y="3393200"/>
            <a:ext cx="7353600" cy="46950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75" name="Google Shape;175;g39ab14d6dc7_0_485"/>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6" name="Shape 176"/>
        <p:cNvGrpSpPr/>
        <p:nvPr/>
      </p:nvGrpSpPr>
      <p:grpSpPr>
        <a:xfrm>
          <a:off x="0" y="0"/>
          <a:ext cx="0" cy="0"/>
          <a:chOff x="0" y="0"/>
          <a:chExt cx="0" cy="0"/>
        </a:xfrm>
      </p:grpSpPr>
      <p:grpSp>
        <p:nvGrpSpPr>
          <p:cNvPr id="177" name="Google Shape;177;g39ab14d6dc7_0_493"/>
          <p:cNvGrpSpPr/>
          <p:nvPr/>
        </p:nvGrpSpPr>
        <p:grpSpPr>
          <a:xfrm>
            <a:off x="0" y="8257144"/>
            <a:ext cx="1397850" cy="1369314"/>
            <a:chOff x="0" y="3785672"/>
            <a:chExt cx="698925" cy="684657"/>
          </a:xfrm>
        </p:grpSpPr>
        <p:sp>
          <p:nvSpPr>
            <p:cNvPr id="178" name="Google Shape;178;g39ab14d6dc7_0_493"/>
            <p:cNvSpPr/>
            <p:nvPr/>
          </p:nvSpPr>
          <p:spPr>
            <a:xfrm rot="-5400000">
              <a:off x="0" y="3785672"/>
              <a:ext cx="544800" cy="544800"/>
            </a:xfrm>
            <a:prstGeom prst="diagStripe">
              <a:avLst>
                <a:gd fmla="val 50000" name="adj"/>
              </a:avLst>
            </a:prstGeom>
            <a:solidFill>
              <a:schemeClr val="lt1">
                <a:alpha val="980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g39ab14d6dc7_0_493"/>
            <p:cNvSpPr/>
            <p:nvPr/>
          </p:nvSpPr>
          <p:spPr>
            <a:xfrm flipH="1">
              <a:off x="154125" y="3925529"/>
              <a:ext cx="544800" cy="544800"/>
            </a:xfrm>
            <a:prstGeom prst="diagStripe">
              <a:avLst>
                <a:gd fmla="val 50000" name="adj"/>
              </a:avLst>
            </a:prstGeom>
            <a:solidFill>
              <a:schemeClr val="lt1">
                <a:alpha val="980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0" name="Google Shape;180;g39ab14d6dc7_0_493"/>
          <p:cNvSpPr txBox="1"/>
          <p:nvPr>
            <p:ph idx="1" type="body"/>
          </p:nvPr>
        </p:nvSpPr>
        <p:spPr>
          <a:xfrm>
            <a:off x="1625450" y="8610750"/>
            <a:ext cx="13872000" cy="1047600"/>
          </a:xfrm>
          <a:prstGeom prst="rect">
            <a:avLst/>
          </a:prstGeom>
          <a:noFill/>
          <a:ln>
            <a:noFill/>
          </a:ln>
        </p:spPr>
        <p:txBody>
          <a:bodyPr anchorCtr="0" anchor="ctr" bIns="182850" lIns="182850" spcFirstLastPara="1" rIns="182850" wrap="square" tIns="182850">
            <a:normAutofit/>
          </a:bodyPr>
          <a:lstStyle>
            <a:lvl1pPr indent="-228600" lvl="0" marL="457200" algn="l">
              <a:lnSpc>
                <a:spcPct val="100000"/>
              </a:lnSpc>
              <a:spcBef>
                <a:spcPts val="0"/>
              </a:spcBef>
              <a:spcAft>
                <a:spcPts val="0"/>
              </a:spcAft>
              <a:buSzPts val="2600"/>
              <a:buNone/>
              <a:defRPr/>
            </a:lvl1pPr>
          </a:lstStyle>
          <a:p/>
        </p:txBody>
      </p:sp>
      <p:sp>
        <p:nvSpPr>
          <p:cNvPr id="181" name="Google Shape;181;g39ab14d6dc7_0_493"/>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2" name="Shape 182"/>
        <p:cNvGrpSpPr/>
        <p:nvPr/>
      </p:nvGrpSpPr>
      <p:grpSpPr>
        <a:xfrm>
          <a:off x="0" y="0"/>
          <a:ext cx="0" cy="0"/>
          <a:chOff x="0" y="0"/>
          <a:chExt cx="0" cy="0"/>
        </a:xfrm>
      </p:grpSpPr>
      <p:grpSp>
        <p:nvGrpSpPr>
          <p:cNvPr id="183" name="Google Shape;183;g39ab14d6dc7_0_499"/>
          <p:cNvGrpSpPr/>
          <p:nvPr/>
        </p:nvGrpSpPr>
        <p:grpSpPr>
          <a:xfrm>
            <a:off x="8812800" y="0"/>
            <a:ext cx="9475200" cy="10286130"/>
            <a:chOff x="4406400" y="0"/>
            <a:chExt cx="4737600" cy="5143065"/>
          </a:xfrm>
        </p:grpSpPr>
        <p:sp>
          <p:nvSpPr>
            <p:cNvPr id="184" name="Google Shape;184;g39ab14d6dc7_0_499"/>
            <p:cNvSpPr/>
            <p:nvPr/>
          </p:nvSpPr>
          <p:spPr>
            <a:xfrm rot="5400000">
              <a:off x="4408200" y="-1800"/>
              <a:ext cx="4734000" cy="4737600"/>
            </a:xfrm>
            <a:prstGeom prst="diagStripe">
              <a:avLst>
                <a:gd fmla="val 49469" name="adj"/>
              </a:avLst>
            </a:prstGeom>
            <a:solidFill>
              <a:schemeClr val="lt1">
                <a:alpha val="353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g39ab14d6dc7_0_499"/>
            <p:cNvSpPr/>
            <p:nvPr/>
          </p:nvSpPr>
          <p:spPr>
            <a:xfrm rot="5400000">
              <a:off x="4841125" y="5700"/>
              <a:ext cx="4298100" cy="4286700"/>
            </a:xfrm>
            <a:prstGeom prst="diagStripe">
              <a:avLst>
                <a:gd fmla="val 0" name="adj"/>
              </a:avLst>
            </a:prstGeom>
            <a:solidFill>
              <a:schemeClr val="lt1">
                <a:alpha val="353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g39ab14d6dc7_0_499"/>
            <p:cNvSpPr/>
            <p:nvPr/>
          </p:nvSpPr>
          <p:spPr>
            <a:xfrm rot="-5400000">
              <a:off x="5618399" y="1236468"/>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g39ab14d6dc7_0_499"/>
            <p:cNvSpPr/>
            <p:nvPr/>
          </p:nvSpPr>
          <p:spPr>
            <a:xfrm flipH="1">
              <a:off x="5849857" y="1443956"/>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g39ab14d6dc7_0_499"/>
            <p:cNvSpPr/>
            <p:nvPr/>
          </p:nvSpPr>
          <p:spPr>
            <a:xfrm rot="-5400000">
              <a:off x="5987081" y="2469465"/>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g39ab14d6dc7_0_499"/>
            <p:cNvSpPr/>
            <p:nvPr/>
          </p:nvSpPr>
          <p:spPr>
            <a:xfrm flipH="1">
              <a:off x="6222115" y="2676953"/>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g39ab14d6dc7_0_499"/>
            <p:cNvSpPr/>
            <p:nvPr/>
          </p:nvSpPr>
          <p:spPr>
            <a:xfrm rot="-5400000">
              <a:off x="6675341" y="1862018"/>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g39ab14d6dc7_0_499"/>
            <p:cNvSpPr/>
            <p:nvPr/>
          </p:nvSpPr>
          <p:spPr>
            <a:xfrm flipH="1">
              <a:off x="6908099" y="2069505"/>
              <a:ext cx="808800" cy="808800"/>
            </a:xfrm>
            <a:prstGeom prst="diagStripe">
              <a:avLst>
                <a:gd fmla="val 50000" name="adj"/>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g39ab14d6dc7_0_499"/>
            <p:cNvSpPr/>
            <p:nvPr/>
          </p:nvSpPr>
          <p:spPr>
            <a:xfrm rot="-5400000">
              <a:off x="6861141" y="2477810"/>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g39ab14d6dc7_0_499"/>
            <p:cNvSpPr/>
            <p:nvPr/>
          </p:nvSpPr>
          <p:spPr>
            <a:xfrm flipH="1">
              <a:off x="7965266" y="2692963"/>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g39ab14d6dc7_0_499"/>
            <p:cNvSpPr/>
            <p:nvPr/>
          </p:nvSpPr>
          <p:spPr>
            <a:xfrm flipH="1">
              <a:off x="8145082" y="3308755"/>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g39ab14d6dc7_0_499"/>
            <p:cNvSpPr/>
            <p:nvPr/>
          </p:nvSpPr>
          <p:spPr>
            <a:xfrm rot="-5400000">
              <a:off x="7047599" y="3095015"/>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g39ab14d6dc7_0_499"/>
            <p:cNvSpPr/>
            <p:nvPr/>
          </p:nvSpPr>
          <p:spPr>
            <a:xfrm flipH="1">
              <a:off x="7276649" y="3302502"/>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g39ab14d6dc7_0_499"/>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g39ab14d6dc7_0_499"/>
            <p:cNvSpPr/>
            <p:nvPr/>
          </p:nvSpPr>
          <p:spPr>
            <a:xfrm flipH="1">
              <a:off x="7462448" y="3918294"/>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g39ab14d6dc7_0_499"/>
            <p:cNvSpPr/>
            <p:nvPr/>
          </p:nvSpPr>
          <p:spPr>
            <a:xfrm rot="-5400000">
              <a:off x="8102491" y="3718473"/>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g39ab14d6dc7_0_499"/>
            <p:cNvSpPr/>
            <p:nvPr/>
          </p:nvSpPr>
          <p:spPr>
            <a:xfrm flipH="1">
              <a:off x="8334533" y="3925960"/>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g39ab14d6dc7_0_499"/>
            <p:cNvSpPr/>
            <p:nvPr/>
          </p:nvSpPr>
          <p:spPr>
            <a:xfrm rot="-5400000">
              <a:off x="8288290" y="4334265"/>
              <a:ext cx="808800" cy="808800"/>
            </a:xfrm>
            <a:prstGeom prst="diagStripe">
              <a:avLst>
                <a:gd fmla="val 50000" name="adj"/>
              </a:avLst>
            </a:prstGeom>
            <a:solidFill>
              <a:schemeClr val="lt1">
                <a:alpha val="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2" name="Google Shape;202;g39ab14d6dc7_0_499"/>
          <p:cNvSpPr txBox="1"/>
          <p:nvPr>
            <p:ph hasCustomPrompt="1" type="title"/>
          </p:nvPr>
        </p:nvSpPr>
        <p:spPr>
          <a:xfrm>
            <a:off x="1647700" y="2569350"/>
            <a:ext cx="9552000" cy="26016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16000"/>
              <a:buNone/>
              <a:defRPr sz="16000"/>
            </a:lvl1pPr>
            <a:lvl2pPr lvl="1" algn="l">
              <a:lnSpc>
                <a:spcPct val="100000"/>
              </a:lnSpc>
              <a:spcBef>
                <a:spcPts val="0"/>
              </a:spcBef>
              <a:spcAft>
                <a:spcPts val="0"/>
              </a:spcAft>
              <a:buSzPts val="16000"/>
              <a:buNone/>
              <a:defRPr sz="16000"/>
            </a:lvl2pPr>
            <a:lvl3pPr lvl="2" algn="l">
              <a:lnSpc>
                <a:spcPct val="100000"/>
              </a:lnSpc>
              <a:spcBef>
                <a:spcPts val="0"/>
              </a:spcBef>
              <a:spcAft>
                <a:spcPts val="0"/>
              </a:spcAft>
              <a:buSzPts val="16000"/>
              <a:buNone/>
              <a:defRPr sz="16000"/>
            </a:lvl3pPr>
            <a:lvl4pPr lvl="3" algn="l">
              <a:lnSpc>
                <a:spcPct val="100000"/>
              </a:lnSpc>
              <a:spcBef>
                <a:spcPts val="0"/>
              </a:spcBef>
              <a:spcAft>
                <a:spcPts val="0"/>
              </a:spcAft>
              <a:buSzPts val="16000"/>
              <a:buNone/>
              <a:defRPr sz="16000"/>
            </a:lvl4pPr>
            <a:lvl5pPr lvl="4" algn="l">
              <a:lnSpc>
                <a:spcPct val="100000"/>
              </a:lnSpc>
              <a:spcBef>
                <a:spcPts val="0"/>
              </a:spcBef>
              <a:spcAft>
                <a:spcPts val="0"/>
              </a:spcAft>
              <a:buSzPts val="16000"/>
              <a:buNone/>
              <a:defRPr sz="16000"/>
            </a:lvl5pPr>
            <a:lvl6pPr lvl="5" algn="l">
              <a:lnSpc>
                <a:spcPct val="100000"/>
              </a:lnSpc>
              <a:spcBef>
                <a:spcPts val="0"/>
              </a:spcBef>
              <a:spcAft>
                <a:spcPts val="0"/>
              </a:spcAft>
              <a:buSzPts val="16000"/>
              <a:buNone/>
              <a:defRPr sz="16000"/>
            </a:lvl6pPr>
            <a:lvl7pPr lvl="6" algn="l">
              <a:lnSpc>
                <a:spcPct val="100000"/>
              </a:lnSpc>
              <a:spcBef>
                <a:spcPts val="0"/>
              </a:spcBef>
              <a:spcAft>
                <a:spcPts val="0"/>
              </a:spcAft>
              <a:buSzPts val="16000"/>
              <a:buNone/>
              <a:defRPr sz="16000"/>
            </a:lvl7pPr>
            <a:lvl8pPr lvl="7" algn="l">
              <a:lnSpc>
                <a:spcPct val="100000"/>
              </a:lnSpc>
              <a:spcBef>
                <a:spcPts val="0"/>
              </a:spcBef>
              <a:spcAft>
                <a:spcPts val="0"/>
              </a:spcAft>
              <a:buSzPts val="16000"/>
              <a:buNone/>
              <a:defRPr sz="16000"/>
            </a:lvl8pPr>
            <a:lvl9pPr lvl="8" algn="l">
              <a:lnSpc>
                <a:spcPct val="100000"/>
              </a:lnSpc>
              <a:spcBef>
                <a:spcPts val="0"/>
              </a:spcBef>
              <a:spcAft>
                <a:spcPts val="0"/>
              </a:spcAft>
              <a:buSzPts val="16000"/>
              <a:buNone/>
              <a:defRPr sz="16000"/>
            </a:lvl9pPr>
          </a:lstStyle>
          <a:p>
            <a:r>
              <a:t>xx%</a:t>
            </a:r>
          </a:p>
        </p:txBody>
      </p:sp>
      <p:sp>
        <p:nvSpPr>
          <p:cNvPr id="203" name="Google Shape;203;g39ab14d6dc7_0_499"/>
          <p:cNvSpPr txBox="1"/>
          <p:nvPr>
            <p:ph idx="1" type="body"/>
          </p:nvPr>
        </p:nvSpPr>
        <p:spPr>
          <a:xfrm>
            <a:off x="1647700" y="5286248"/>
            <a:ext cx="9552000" cy="24378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204" name="Google Shape;204;g39ab14d6dc7_0_499"/>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80" name="Shape 80"/>
        <p:cNvGrpSpPr/>
        <p:nvPr/>
      </p:nvGrpSpPr>
      <p:grpSpPr>
        <a:xfrm>
          <a:off x="0" y="0"/>
          <a:ext cx="0" cy="0"/>
          <a:chOff x="0" y="0"/>
          <a:chExt cx="0" cy="0"/>
        </a:xfrm>
      </p:grpSpPr>
      <p:sp>
        <p:nvSpPr>
          <p:cNvPr id="81" name="Google Shape;81;g39ab14d6dc7_0_397"/>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marR="0" algn="l">
              <a:lnSpc>
                <a:spcPct val="100000"/>
              </a:lnSpc>
              <a:spcBef>
                <a:spcPts val="0"/>
              </a:spcBef>
              <a:spcAft>
                <a:spcPts val="0"/>
              </a:spcAft>
              <a:buClr>
                <a:schemeClr val="lt1"/>
              </a:buClr>
              <a:buSzPts val="5600"/>
              <a:buFont typeface="Montserrat"/>
              <a:buNone/>
              <a:defRPr b="0" i="0" sz="5600" u="none" cap="none" strike="noStrike">
                <a:solidFill>
                  <a:schemeClr val="lt1"/>
                </a:solidFill>
                <a:latin typeface="Montserrat"/>
                <a:ea typeface="Montserrat"/>
                <a:cs typeface="Montserrat"/>
                <a:sym typeface="Montserrat"/>
              </a:defRPr>
            </a:lvl1pPr>
            <a:lvl2pPr lvl="1" marR="0" algn="l">
              <a:lnSpc>
                <a:spcPct val="100000"/>
              </a:lnSpc>
              <a:spcBef>
                <a:spcPts val="0"/>
              </a:spcBef>
              <a:spcAft>
                <a:spcPts val="0"/>
              </a:spcAft>
              <a:buClr>
                <a:schemeClr val="lt1"/>
              </a:buClr>
              <a:buSzPts val="5600"/>
              <a:buFont typeface="Montserrat"/>
              <a:buNone/>
              <a:defRPr b="0" i="0" sz="5600" u="none" cap="none" strike="noStrike">
                <a:solidFill>
                  <a:schemeClr val="lt1"/>
                </a:solidFill>
                <a:latin typeface="Montserrat"/>
                <a:ea typeface="Montserrat"/>
                <a:cs typeface="Montserrat"/>
                <a:sym typeface="Montserrat"/>
              </a:defRPr>
            </a:lvl2pPr>
            <a:lvl3pPr lvl="2" marR="0" algn="l">
              <a:lnSpc>
                <a:spcPct val="100000"/>
              </a:lnSpc>
              <a:spcBef>
                <a:spcPts val="0"/>
              </a:spcBef>
              <a:spcAft>
                <a:spcPts val="0"/>
              </a:spcAft>
              <a:buClr>
                <a:schemeClr val="lt1"/>
              </a:buClr>
              <a:buSzPts val="5600"/>
              <a:buFont typeface="Montserrat"/>
              <a:buNone/>
              <a:defRPr b="0" i="0" sz="5600" u="none" cap="none" strike="noStrike">
                <a:solidFill>
                  <a:schemeClr val="lt1"/>
                </a:solidFill>
                <a:latin typeface="Montserrat"/>
                <a:ea typeface="Montserrat"/>
                <a:cs typeface="Montserrat"/>
                <a:sym typeface="Montserrat"/>
              </a:defRPr>
            </a:lvl3pPr>
            <a:lvl4pPr lvl="3" marR="0" algn="l">
              <a:lnSpc>
                <a:spcPct val="100000"/>
              </a:lnSpc>
              <a:spcBef>
                <a:spcPts val="0"/>
              </a:spcBef>
              <a:spcAft>
                <a:spcPts val="0"/>
              </a:spcAft>
              <a:buClr>
                <a:schemeClr val="lt1"/>
              </a:buClr>
              <a:buSzPts val="5600"/>
              <a:buFont typeface="Montserrat"/>
              <a:buNone/>
              <a:defRPr b="0" i="0" sz="5600" u="none" cap="none" strike="noStrike">
                <a:solidFill>
                  <a:schemeClr val="lt1"/>
                </a:solidFill>
                <a:latin typeface="Montserrat"/>
                <a:ea typeface="Montserrat"/>
                <a:cs typeface="Montserrat"/>
                <a:sym typeface="Montserrat"/>
              </a:defRPr>
            </a:lvl4pPr>
            <a:lvl5pPr lvl="4" marR="0" algn="l">
              <a:lnSpc>
                <a:spcPct val="100000"/>
              </a:lnSpc>
              <a:spcBef>
                <a:spcPts val="0"/>
              </a:spcBef>
              <a:spcAft>
                <a:spcPts val="0"/>
              </a:spcAft>
              <a:buClr>
                <a:schemeClr val="lt1"/>
              </a:buClr>
              <a:buSzPts val="5600"/>
              <a:buFont typeface="Montserrat"/>
              <a:buNone/>
              <a:defRPr b="0" i="0" sz="5600" u="none" cap="none" strike="noStrike">
                <a:solidFill>
                  <a:schemeClr val="lt1"/>
                </a:solidFill>
                <a:latin typeface="Montserrat"/>
                <a:ea typeface="Montserrat"/>
                <a:cs typeface="Montserrat"/>
                <a:sym typeface="Montserrat"/>
              </a:defRPr>
            </a:lvl5pPr>
            <a:lvl6pPr lvl="5" marR="0" algn="l">
              <a:lnSpc>
                <a:spcPct val="100000"/>
              </a:lnSpc>
              <a:spcBef>
                <a:spcPts val="0"/>
              </a:spcBef>
              <a:spcAft>
                <a:spcPts val="0"/>
              </a:spcAft>
              <a:buClr>
                <a:schemeClr val="lt1"/>
              </a:buClr>
              <a:buSzPts val="5600"/>
              <a:buFont typeface="Montserrat"/>
              <a:buNone/>
              <a:defRPr b="0" i="0" sz="5600" u="none" cap="none" strike="noStrike">
                <a:solidFill>
                  <a:schemeClr val="lt1"/>
                </a:solidFill>
                <a:latin typeface="Montserrat"/>
                <a:ea typeface="Montserrat"/>
                <a:cs typeface="Montserrat"/>
                <a:sym typeface="Montserrat"/>
              </a:defRPr>
            </a:lvl6pPr>
            <a:lvl7pPr lvl="6" marR="0" algn="l">
              <a:lnSpc>
                <a:spcPct val="100000"/>
              </a:lnSpc>
              <a:spcBef>
                <a:spcPts val="0"/>
              </a:spcBef>
              <a:spcAft>
                <a:spcPts val="0"/>
              </a:spcAft>
              <a:buClr>
                <a:schemeClr val="lt1"/>
              </a:buClr>
              <a:buSzPts val="5600"/>
              <a:buFont typeface="Montserrat"/>
              <a:buNone/>
              <a:defRPr b="0" i="0" sz="5600" u="none" cap="none" strike="noStrike">
                <a:solidFill>
                  <a:schemeClr val="lt1"/>
                </a:solidFill>
                <a:latin typeface="Montserrat"/>
                <a:ea typeface="Montserrat"/>
                <a:cs typeface="Montserrat"/>
                <a:sym typeface="Montserrat"/>
              </a:defRPr>
            </a:lvl7pPr>
            <a:lvl8pPr lvl="7" marR="0" algn="l">
              <a:lnSpc>
                <a:spcPct val="100000"/>
              </a:lnSpc>
              <a:spcBef>
                <a:spcPts val="0"/>
              </a:spcBef>
              <a:spcAft>
                <a:spcPts val="0"/>
              </a:spcAft>
              <a:buClr>
                <a:schemeClr val="lt1"/>
              </a:buClr>
              <a:buSzPts val="5600"/>
              <a:buFont typeface="Montserrat"/>
              <a:buNone/>
              <a:defRPr b="0" i="0" sz="5600" u="none" cap="none" strike="noStrike">
                <a:solidFill>
                  <a:schemeClr val="lt1"/>
                </a:solidFill>
                <a:latin typeface="Montserrat"/>
                <a:ea typeface="Montserrat"/>
                <a:cs typeface="Montserrat"/>
                <a:sym typeface="Montserrat"/>
              </a:defRPr>
            </a:lvl8pPr>
            <a:lvl9pPr lvl="8" marR="0" algn="l">
              <a:lnSpc>
                <a:spcPct val="100000"/>
              </a:lnSpc>
              <a:spcBef>
                <a:spcPts val="0"/>
              </a:spcBef>
              <a:spcAft>
                <a:spcPts val="0"/>
              </a:spcAft>
              <a:buClr>
                <a:schemeClr val="lt1"/>
              </a:buClr>
              <a:buSzPts val="5600"/>
              <a:buFont typeface="Montserrat"/>
              <a:buNone/>
              <a:defRPr b="0" i="0" sz="5600" u="none" cap="none" strike="noStrike">
                <a:solidFill>
                  <a:schemeClr val="lt1"/>
                </a:solidFill>
                <a:latin typeface="Montserrat"/>
                <a:ea typeface="Montserrat"/>
                <a:cs typeface="Montserrat"/>
                <a:sym typeface="Montserrat"/>
              </a:defRPr>
            </a:lvl9pPr>
          </a:lstStyle>
          <a:p/>
        </p:txBody>
      </p:sp>
      <p:sp>
        <p:nvSpPr>
          <p:cNvPr id="82" name="Google Shape;82;g39ab14d6dc7_0_397"/>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393700" lvl="0" marL="457200" marR="0" algn="l">
              <a:lnSpc>
                <a:spcPct val="115000"/>
              </a:lnSpc>
              <a:spcBef>
                <a:spcPts val="0"/>
              </a:spcBef>
              <a:spcAft>
                <a:spcPts val="0"/>
              </a:spcAft>
              <a:buClr>
                <a:schemeClr val="lt1"/>
              </a:buClr>
              <a:buSzPts val="2600"/>
              <a:buFont typeface="Lato"/>
              <a:buChar char="●"/>
              <a:defRPr b="0" i="0" sz="2600" u="none" cap="none" strike="noStrike">
                <a:solidFill>
                  <a:schemeClr val="lt1"/>
                </a:solidFill>
                <a:latin typeface="Lato"/>
                <a:ea typeface="Lato"/>
                <a:cs typeface="Lato"/>
                <a:sym typeface="Lato"/>
              </a:defRPr>
            </a:lvl1pPr>
            <a:lvl2pPr indent="-368300" lvl="1" marL="914400" marR="0" algn="l">
              <a:lnSpc>
                <a:spcPct val="115000"/>
              </a:lnSpc>
              <a:spcBef>
                <a:spcPts val="0"/>
              </a:spcBef>
              <a:spcAft>
                <a:spcPts val="0"/>
              </a:spcAft>
              <a:buClr>
                <a:schemeClr val="lt1"/>
              </a:buClr>
              <a:buSzPts val="2200"/>
              <a:buFont typeface="Lato"/>
              <a:buChar char="○"/>
              <a:defRPr b="0" i="0" sz="2200" u="none" cap="none" strike="noStrike">
                <a:solidFill>
                  <a:schemeClr val="lt1"/>
                </a:solidFill>
                <a:latin typeface="Lato"/>
                <a:ea typeface="Lato"/>
                <a:cs typeface="Lato"/>
                <a:sym typeface="Lato"/>
              </a:defRPr>
            </a:lvl2pPr>
            <a:lvl3pPr indent="-368300" lvl="2" marL="1371600" marR="0" algn="l">
              <a:lnSpc>
                <a:spcPct val="115000"/>
              </a:lnSpc>
              <a:spcBef>
                <a:spcPts val="0"/>
              </a:spcBef>
              <a:spcAft>
                <a:spcPts val="0"/>
              </a:spcAft>
              <a:buClr>
                <a:schemeClr val="lt1"/>
              </a:buClr>
              <a:buSzPts val="2200"/>
              <a:buFont typeface="Lato"/>
              <a:buChar char="■"/>
              <a:defRPr b="0" i="0" sz="2200" u="none" cap="none" strike="noStrike">
                <a:solidFill>
                  <a:schemeClr val="lt1"/>
                </a:solidFill>
                <a:latin typeface="Lato"/>
                <a:ea typeface="Lato"/>
                <a:cs typeface="Lato"/>
                <a:sym typeface="Lato"/>
              </a:defRPr>
            </a:lvl3pPr>
            <a:lvl4pPr indent="-368300" lvl="3" marL="1828800" marR="0" algn="l">
              <a:lnSpc>
                <a:spcPct val="115000"/>
              </a:lnSpc>
              <a:spcBef>
                <a:spcPts val="0"/>
              </a:spcBef>
              <a:spcAft>
                <a:spcPts val="0"/>
              </a:spcAft>
              <a:buClr>
                <a:schemeClr val="lt1"/>
              </a:buClr>
              <a:buSzPts val="2200"/>
              <a:buFont typeface="Lato"/>
              <a:buChar char="●"/>
              <a:defRPr b="0" i="0" sz="2200" u="none" cap="none" strike="noStrike">
                <a:solidFill>
                  <a:schemeClr val="lt1"/>
                </a:solidFill>
                <a:latin typeface="Lato"/>
                <a:ea typeface="Lato"/>
                <a:cs typeface="Lato"/>
                <a:sym typeface="Lato"/>
              </a:defRPr>
            </a:lvl4pPr>
            <a:lvl5pPr indent="-368300" lvl="4" marL="2286000" marR="0" algn="l">
              <a:lnSpc>
                <a:spcPct val="115000"/>
              </a:lnSpc>
              <a:spcBef>
                <a:spcPts val="0"/>
              </a:spcBef>
              <a:spcAft>
                <a:spcPts val="0"/>
              </a:spcAft>
              <a:buClr>
                <a:schemeClr val="lt1"/>
              </a:buClr>
              <a:buSzPts val="2200"/>
              <a:buFont typeface="Lato"/>
              <a:buChar char="○"/>
              <a:defRPr b="0" i="0" sz="2200" u="none" cap="none" strike="noStrike">
                <a:solidFill>
                  <a:schemeClr val="lt1"/>
                </a:solidFill>
                <a:latin typeface="Lato"/>
                <a:ea typeface="Lato"/>
                <a:cs typeface="Lato"/>
                <a:sym typeface="Lato"/>
              </a:defRPr>
            </a:lvl5pPr>
            <a:lvl6pPr indent="-368300" lvl="5" marL="2743200" marR="0" algn="l">
              <a:lnSpc>
                <a:spcPct val="115000"/>
              </a:lnSpc>
              <a:spcBef>
                <a:spcPts val="0"/>
              </a:spcBef>
              <a:spcAft>
                <a:spcPts val="0"/>
              </a:spcAft>
              <a:buClr>
                <a:schemeClr val="lt1"/>
              </a:buClr>
              <a:buSzPts val="2200"/>
              <a:buFont typeface="Lato"/>
              <a:buChar char="■"/>
              <a:defRPr b="0" i="0" sz="2200" u="none" cap="none" strike="noStrike">
                <a:solidFill>
                  <a:schemeClr val="lt1"/>
                </a:solidFill>
                <a:latin typeface="Lato"/>
                <a:ea typeface="Lato"/>
                <a:cs typeface="Lato"/>
                <a:sym typeface="Lato"/>
              </a:defRPr>
            </a:lvl6pPr>
            <a:lvl7pPr indent="-368300" lvl="6" marL="3200400" marR="0" algn="l">
              <a:lnSpc>
                <a:spcPct val="115000"/>
              </a:lnSpc>
              <a:spcBef>
                <a:spcPts val="0"/>
              </a:spcBef>
              <a:spcAft>
                <a:spcPts val="0"/>
              </a:spcAft>
              <a:buClr>
                <a:schemeClr val="lt1"/>
              </a:buClr>
              <a:buSzPts val="2200"/>
              <a:buFont typeface="Lato"/>
              <a:buChar char="●"/>
              <a:defRPr b="0" i="0" sz="2200" u="none" cap="none" strike="noStrike">
                <a:solidFill>
                  <a:schemeClr val="lt1"/>
                </a:solidFill>
                <a:latin typeface="Lato"/>
                <a:ea typeface="Lato"/>
                <a:cs typeface="Lato"/>
                <a:sym typeface="Lato"/>
              </a:defRPr>
            </a:lvl7pPr>
            <a:lvl8pPr indent="-368300" lvl="7" marL="3657600" marR="0" algn="l">
              <a:lnSpc>
                <a:spcPct val="115000"/>
              </a:lnSpc>
              <a:spcBef>
                <a:spcPts val="0"/>
              </a:spcBef>
              <a:spcAft>
                <a:spcPts val="0"/>
              </a:spcAft>
              <a:buClr>
                <a:schemeClr val="lt1"/>
              </a:buClr>
              <a:buSzPts val="2200"/>
              <a:buFont typeface="Lato"/>
              <a:buChar char="○"/>
              <a:defRPr b="0" i="0" sz="2200" u="none" cap="none" strike="noStrike">
                <a:solidFill>
                  <a:schemeClr val="lt1"/>
                </a:solidFill>
                <a:latin typeface="Lato"/>
                <a:ea typeface="Lato"/>
                <a:cs typeface="Lato"/>
                <a:sym typeface="Lato"/>
              </a:defRPr>
            </a:lvl8pPr>
            <a:lvl9pPr indent="-368300" lvl="8" marL="4114800" marR="0" algn="l">
              <a:lnSpc>
                <a:spcPct val="115000"/>
              </a:lnSpc>
              <a:spcBef>
                <a:spcPts val="0"/>
              </a:spcBef>
              <a:spcAft>
                <a:spcPts val="0"/>
              </a:spcAft>
              <a:buClr>
                <a:schemeClr val="lt1"/>
              </a:buClr>
              <a:buSzPts val="2200"/>
              <a:buFont typeface="Lato"/>
              <a:buChar char="■"/>
              <a:defRPr b="0" i="0" sz="2200" u="none" cap="none" strike="noStrike">
                <a:solidFill>
                  <a:schemeClr val="lt1"/>
                </a:solidFill>
                <a:latin typeface="Lato"/>
                <a:ea typeface="Lato"/>
                <a:cs typeface="Lato"/>
                <a:sym typeface="Lato"/>
              </a:defRPr>
            </a:lvl9pPr>
          </a:lstStyle>
          <a:p/>
        </p:txBody>
      </p:sp>
      <p:sp>
        <p:nvSpPr>
          <p:cNvPr id="83" name="Google Shape;83;g39ab14d6dc7_0_397"/>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4.png"/><Relationship Id="rId4" Type="http://schemas.openxmlformats.org/officeDocument/2006/relationships/image" Target="../media/image4.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0.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 Id="rId3"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 Id="rId3"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8.png"/><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8.png"/><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1.png"/><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7.png"/><Relationship Id="rId4" Type="http://schemas.openxmlformats.org/officeDocument/2006/relationships/image" Target="../media/image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9ab14d6dc7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pic>
        <p:nvPicPr>
          <p:cNvPr id="210" name="Google Shape;210;g39ab14d6dc7_0_0"/>
          <p:cNvPicPr preferRelativeResize="0"/>
          <p:nvPr/>
        </p:nvPicPr>
        <p:blipFill rotWithShape="1">
          <a:blip r:embed="rId4">
            <a:alphaModFix/>
          </a:blip>
          <a:srcRect b="0" l="0" r="0" t="0"/>
          <a:stretch/>
        </p:blipFill>
        <p:spPr>
          <a:xfrm>
            <a:off x="11331775" y="1547900"/>
            <a:ext cx="8652400" cy="1881100"/>
          </a:xfrm>
          <a:prstGeom prst="rect">
            <a:avLst/>
          </a:prstGeom>
          <a:noFill/>
          <a:ln>
            <a:noFill/>
          </a:ln>
        </p:spPr>
      </p:pic>
      <p:sp>
        <p:nvSpPr>
          <p:cNvPr id="211" name="Google Shape;211;g39ab14d6dc7_0_0"/>
          <p:cNvSpPr/>
          <p:nvPr/>
        </p:nvSpPr>
        <p:spPr>
          <a:xfrm>
            <a:off x="2107150" y="3631999"/>
            <a:ext cx="14257800" cy="1808100"/>
          </a:xfrm>
          <a:prstGeom prst="roundRect">
            <a:avLst>
              <a:gd fmla="val 16667" name="adj"/>
            </a:avLst>
          </a:prstGeom>
          <a:solidFill>
            <a:schemeClr val="lt2"/>
          </a:solidFill>
          <a:ln>
            <a:noFill/>
          </a:ln>
          <a:effectLst>
            <a:outerShdw blurRad="342900" rotWithShape="0" algn="bl" dir="2160000" dist="361950">
              <a:srgbClr val="888888">
                <a:alpha val="5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2" name="Google Shape;212;g39ab14d6dc7_0_0"/>
          <p:cNvSpPr/>
          <p:nvPr/>
        </p:nvSpPr>
        <p:spPr>
          <a:xfrm>
            <a:off x="5172300" y="6211275"/>
            <a:ext cx="7943400" cy="522600"/>
          </a:xfrm>
          <a:prstGeom prst="roundRect">
            <a:avLst>
              <a:gd fmla="val 16667" name="adj"/>
            </a:avLst>
          </a:prstGeom>
          <a:solidFill>
            <a:srgbClr val="E6E6E6"/>
          </a:solidFill>
          <a:ln>
            <a:noFill/>
          </a:ln>
          <a:effectLst>
            <a:outerShdw blurRad="200025" rotWithShape="0" algn="bl" dir="2160000" dist="171450">
              <a:srgbClr val="888888">
                <a:alpha val="3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3" name="Google Shape;213;g39ab14d6dc7_0_0"/>
          <p:cNvSpPr txBox="1"/>
          <p:nvPr/>
        </p:nvSpPr>
        <p:spPr>
          <a:xfrm>
            <a:off x="2550461" y="4212800"/>
            <a:ext cx="13187100" cy="646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200"/>
              <a:buFont typeface="Arial"/>
              <a:buNone/>
            </a:pPr>
            <a:r>
              <a:rPr b="1" lang="en-US" sz="4200">
                <a:latin typeface="Open Sans"/>
                <a:ea typeface="Open Sans"/>
                <a:cs typeface="Open Sans"/>
                <a:sym typeface="Open Sans"/>
              </a:rPr>
              <a:t>Análisis y Diseño de Sistemas 1</a:t>
            </a:r>
            <a:endParaRPr b="1" i="0" sz="4200" u="none" cap="none" strike="noStrike">
              <a:solidFill>
                <a:srgbClr val="000000"/>
              </a:solidFill>
              <a:latin typeface="Open Sans"/>
              <a:ea typeface="Open Sans"/>
              <a:cs typeface="Open Sans"/>
              <a:sym typeface="Open Sans"/>
            </a:endParaRPr>
          </a:p>
        </p:txBody>
      </p:sp>
      <p:sp>
        <p:nvSpPr>
          <p:cNvPr id="214" name="Google Shape;214;g39ab14d6dc7_0_0"/>
          <p:cNvSpPr txBox="1"/>
          <p:nvPr/>
        </p:nvSpPr>
        <p:spPr>
          <a:xfrm>
            <a:off x="5792614" y="6291132"/>
            <a:ext cx="67029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215" name="Google Shape;215;g39ab14d6dc7_0_0"/>
          <p:cNvSpPr/>
          <p:nvPr/>
        </p:nvSpPr>
        <p:spPr>
          <a:xfrm>
            <a:off x="740000" y="9310075"/>
            <a:ext cx="6904500" cy="522600"/>
          </a:xfrm>
          <a:prstGeom prst="roundRect">
            <a:avLst>
              <a:gd fmla="val 16667" name="adj"/>
            </a:avLst>
          </a:prstGeom>
          <a:solidFill>
            <a:srgbClr val="E1C794"/>
          </a:solidFill>
          <a:ln>
            <a:noFill/>
          </a:ln>
          <a:effectLst>
            <a:outerShdw blurRad="200025" rotWithShape="0" algn="bl" dir="2160000" dist="171450">
              <a:srgbClr val="B19867">
                <a:alpha val="3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6" name="Google Shape;216;g39ab14d6dc7_0_0"/>
          <p:cNvSpPr/>
          <p:nvPr/>
        </p:nvSpPr>
        <p:spPr>
          <a:xfrm>
            <a:off x="13871300" y="2240450"/>
            <a:ext cx="2172300" cy="522600"/>
          </a:xfrm>
          <a:prstGeom prst="rect">
            <a:avLst/>
          </a:prstGeom>
          <a:solidFill>
            <a:srgbClr val="E4E4E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lang="en-US" sz="2800"/>
              <a:t>00/00/202</a:t>
            </a:r>
            <a:r>
              <a:rPr b="0" i="0" lang="en-US" sz="2800" u="none" cap="none" strike="noStrike">
                <a:solidFill>
                  <a:srgbClr val="000000"/>
                </a:solidFill>
                <a:latin typeface="Arial"/>
                <a:ea typeface="Arial"/>
                <a:cs typeface="Arial"/>
                <a:sym typeface="Arial"/>
              </a:rPr>
              <a:t>6</a:t>
            </a:r>
            <a:endParaRPr b="0" i="0" sz="2800" u="none" cap="none" strike="noStrike">
              <a:solidFill>
                <a:srgbClr val="000000"/>
              </a:solidFill>
              <a:latin typeface="Arial"/>
              <a:ea typeface="Arial"/>
              <a:cs typeface="Arial"/>
              <a:sym typeface="Arial"/>
            </a:endParaRPr>
          </a:p>
        </p:txBody>
      </p:sp>
      <p:sp>
        <p:nvSpPr>
          <p:cNvPr id="217" name="Google Shape;217;g39ab14d6dc7_0_0"/>
          <p:cNvSpPr txBox="1"/>
          <p:nvPr/>
        </p:nvSpPr>
        <p:spPr>
          <a:xfrm>
            <a:off x="828900" y="9353000"/>
            <a:ext cx="6244200" cy="1073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140"/>
              <a:buFont typeface="Arial"/>
              <a:buNone/>
            </a:pPr>
            <a:r>
              <a:rPr b="1" lang="en-US" sz="2740">
                <a:latin typeface="Open Sans"/>
                <a:ea typeface="Open Sans"/>
                <a:cs typeface="Open Sans"/>
                <a:sym typeface="Open Sans"/>
              </a:rPr>
              <a:t>Tutor: </a:t>
            </a:r>
            <a:r>
              <a:rPr lang="en-US" sz="2740">
                <a:latin typeface="Open Sans"/>
                <a:ea typeface="Open Sans"/>
                <a:cs typeface="Open Sans"/>
                <a:sym typeface="Open Sans"/>
              </a:rPr>
              <a:t>Nombre del tutor</a:t>
            </a:r>
            <a:endParaRPr i="0" sz="1000" u="none" cap="none" strike="noStrike">
              <a:solidFill>
                <a:srgbClr val="000000"/>
              </a:solidFill>
            </a:endParaRPr>
          </a:p>
          <a:p>
            <a:pPr indent="0" lvl="0" marL="0" marR="0" rtl="0" algn="ctr">
              <a:lnSpc>
                <a:spcPct val="140000"/>
              </a:lnSpc>
              <a:spcBef>
                <a:spcPts val="0"/>
              </a:spcBef>
              <a:spcAft>
                <a:spcPts val="0"/>
              </a:spcAft>
              <a:buClr>
                <a:srgbClr val="000000"/>
              </a:buClr>
              <a:buSzPts val="3140"/>
              <a:buFont typeface="Arial"/>
              <a:buNone/>
            </a:pPr>
            <a:r>
              <a:t/>
            </a:r>
            <a:endParaRPr b="1" i="0" sz="3140" u="none" cap="none" strike="noStrike">
              <a:solidFill>
                <a:srgbClr val="000000"/>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9ab14d6dc7_0_12"/>
          <p:cNvSpPr/>
          <p:nvPr/>
        </p:nvSpPr>
        <p:spPr>
          <a:xfrm>
            <a:off x="0" y="0"/>
            <a:ext cx="18288000" cy="10401300"/>
          </a:xfrm>
          <a:custGeom>
            <a:rect b="b" l="l" r="r" t="t"/>
            <a:pathLst>
              <a:path extrusionOk="0" h="10401300" w="18288000">
                <a:moveTo>
                  <a:pt x="0" y="0"/>
                </a:moveTo>
                <a:lnTo>
                  <a:pt x="18288000" y="0"/>
                </a:lnTo>
                <a:lnTo>
                  <a:pt x="18288000" y="10401300"/>
                </a:lnTo>
                <a:lnTo>
                  <a:pt x="0" y="10401300"/>
                </a:lnTo>
                <a:lnTo>
                  <a:pt x="0" y="0"/>
                </a:lnTo>
                <a:close/>
              </a:path>
            </a:pathLst>
          </a:custGeom>
          <a:blipFill rotWithShape="1">
            <a:blip r:embed="rId3">
              <a:alphaModFix/>
            </a:blip>
            <a:stretch>
              <a:fillRect b="0" l="0" r="0" t="0"/>
            </a:stretch>
          </a:blipFill>
          <a:ln>
            <a:noFill/>
          </a:ln>
        </p:spPr>
      </p:sp>
      <p:sp>
        <p:nvSpPr>
          <p:cNvPr id="223" name="Google Shape;223;g39ab14d6dc7_0_12"/>
          <p:cNvSpPr txBox="1"/>
          <p:nvPr/>
        </p:nvSpPr>
        <p:spPr>
          <a:xfrm>
            <a:off x="6204049" y="3190240"/>
            <a:ext cx="5880000" cy="32505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8799"/>
              <a:buFont typeface="Arial"/>
              <a:buNone/>
            </a:pPr>
            <a:r>
              <a:rPr b="1" i="0" lang="en-US" sz="8799" u="none" cap="none" strike="noStrike">
                <a:solidFill>
                  <a:srgbClr val="000000"/>
                </a:solidFill>
                <a:latin typeface="Open Sans"/>
                <a:ea typeface="Open Sans"/>
                <a:cs typeface="Open Sans"/>
                <a:sym typeface="Open Sans"/>
              </a:rPr>
              <a:t>UNIDAD </a:t>
            </a:r>
            <a:r>
              <a:rPr b="1" lang="en-US" sz="8799">
                <a:latin typeface="Open Sans"/>
                <a:ea typeface="Open Sans"/>
                <a:cs typeface="Open Sans"/>
                <a:sym typeface="Open Sans"/>
              </a:rPr>
              <a:t>3</a:t>
            </a:r>
            <a:r>
              <a:rPr b="1" i="0" lang="en-US" sz="8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a:p>
            <a:pPr indent="0" lvl="0" marL="0" marR="0" rtl="0" algn="ctr">
              <a:lnSpc>
                <a:spcPct val="140004"/>
              </a:lnSpc>
              <a:spcBef>
                <a:spcPts val="0"/>
              </a:spcBef>
              <a:spcAft>
                <a:spcPts val="0"/>
              </a:spcAft>
              <a:buClr>
                <a:srgbClr val="000000"/>
              </a:buClr>
              <a:buSzPts val="8799"/>
              <a:buFont typeface="Arial"/>
              <a:buNone/>
            </a:pPr>
            <a:r>
              <a:t/>
            </a:r>
            <a:endParaRPr b="1" i="0" sz="8799" u="none" cap="none" strike="noStrike">
              <a:solidFill>
                <a:srgbClr val="000000"/>
              </a:solidFill>
              <a:latin typeface="Open Sans"/>
              <a:ea typeface="Open Sans"/>
              <a:cs typeface="Open Sans"/>
              <a:sym typeface="Open Sans"/>
            </a:endParaRPr>
          </a:p>
        </p:txBody>
      </p:sp>
      <p:sp>
        <p:nvSpPr>
          <p:cNvPr id="224" name="Google Shape;224;g39ab14d6dc7_0_12"/>
          <p:cNvSpPr txBox="1"/>
          <p:nvPr/>
        </p:nvSpPr>
        <p:spPr>
          <a:xfrm>
            <a:off x="2869050" y="4850025"/>
            <a:ext cx="12549900" cy="4211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7200"/>
              <a:buFont typeface="Arial"/>
              <a:buNone/>
            </a:pPr>
            <a:r>
              <a:rPr b="1" lang="en-US" sz="7200">
                <a:latin typeface="Open Sans"/>
                <a:ea typeface="Open Sans"/>
                <a:cs typeface="Open Sans"/>
                <a:sym typeface="Open Sans"/>
              </a:rPr>
              <a:t>Garantía de Calidad del Software </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7200"/>
              <a:buFont typeface="Arial"/>
              <a:buNone/>
            </a:pPr>
            <a:r>
              <a:t/>
            </a:r>
            <a:endParaRPr b="1" i="0" sz="7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9ab14d6dc7_0_18"/>
          <p:cNvSpPr/>
          <p:nvPr/>
        </p:nvSpPr>
        <p:spPr>
          <a:xfrm>
            <a:off x="4687137" y="2492771"/>
            <a:ext cx="9432094" cy="6765529"/>
          </a:xfrm>
          <a:custGeom>
            <a:rect b="b" l="l" r="r" t="t"/>
            <a:pathLst>
              <a:path extrusionOk="0" h="6765529" w="9432094">
                <a:moveTo>
                  <a:pt x="0" y="0"/>
                </a:moveTo>
                <a:lnTo>
                  <a:pt x="9432093" y="0"/>
                </a:lnTo>
                <a:lnTo>
                  <a:pt x="9432093" y="6765529"/>
                </a:lnTo>
                <a:lnTo>
                  <a:pt x="0" y="6765529"/>
                </a:lnTo>
                <a:lnTo>
                  <a:pt x="0" y="0"/>
                </a:lnTo>
                <a:close/>
              </a:path>
            </a:pathLst>
          </a:custGeom>
          <a:blipFill rotWithShape="1">
            <a:blip r:embed="rId3">
              <a:alphaModFix/>
            </a:blip>
            <a:stretch>
              <a:fillRect b="0" l="0" r="0" t="0"/>
            </a:stretch>
          </a:blipFill>
          <a:ln>
            <a:noFill/>
          </a:ln>
        </p:spPr>
      </p:sp>
      <p:sp>
        <p:nvSpPr>
          <p:cNvPr id="230" name="Google Shape;230;g39ab14d6dc7_0_18"/>
          <p:cNvSpPr/>
          <p:nvPr/>
        </p:nvSpPr>
        <p:spPr>
          <a:xfrm>
            <a:off x="3971429" y="612837"/>
            <a:ext cx="11301259" cy="2288505"/>
          </a:xfrm>
          <a:custGeom>
            <a:rect b="b" l="l" r="r" t="t"/>
            <a:pathLst>
              <a:path extrusionOk="0" h="2288505" w="11301259">
                <a:moveTo>
                  <a:pt x="0" y="0"/>
                </a:moveTo>
                <a:lnTo>
                  <a:pt x="11301259" y="0"/>
                </a:lnTo>
                <a:lnTo>
                  <a:pt x="11301259" y="2288505"/>
                </a:lnTo>
                <a:lnTo>
                  <a:pt x="0" y="2288505"/>
                </a:lnTo>
                <a:lnTo>
                  <a:pt x="0" y="0"/>
                </a:lnTo>
                <a:close/>
              </a:path>
            </a:pathLst>
          </a:custGeom>
          <a:blipFill rotWithShape="1">
            <a:blip r:embed="rId4">
              <a:alphaModFix/>
            </a:blip>
            <a:stretch>
              <a:fillRect b="0" l="0" r="0" t="0"/>
            </a:stretch>
          </a:blipFill>
          <a:ln>
            <a:noFill/>
          </a:ln>
        </p:spPr>
      </p:sp>
      <p:sp>
        <p:nvSpPr>
          <p:cNvPr id="231" name="Google Shape;231;g39ab14d6dc7_0_18"/>
          <p:cNvSpPr/>
          <p:nvPr/>
        </p:nvSpPr>
        <p:spPr>
          <a:xfrm>
            <a:off x="314891" y="2901342"/>
            <a:ext cx="4961633" cy="4961633"/>
          </a:xfrm>
          <a:custGeom>
            <a:rect b="b" l="l" r="r" t="t"/>
            <a:pathLst>
              <a:path extrusionOk="0" h="4961633" w="4961633">
                <a:moveTo>
                  <a:pt x="0" y="0"/>
                </a:moveTo>
                <a:lnTo>
                  <a:pt x="4961633" y="0"/>
                </a:lnTo>
                <a:lnTo>
                  <a:pt x="4961633" y="4961632"/>
                </a:lnTo>
                <a:lnTo>
                  <a:pt x="0" y="4961632"/>
                </a:lnTo>
                <a:lnTo>
                  <a:pt x="0" y="0"/>
                </a:lnTo>
                <a:close/>
              </a:path>
            </a:pathLst>
          </a:custGeom>
          <a:blipFill rotWithShape="1">
            <a:blip r:embed="rId5">
              <a:alphaModFix/>
            </a:blip>
            <a:stretch>
              <a:fillRect b="0" l="0" r="0" t="0"/>
            </a:stretch>
          </a:blipFill>
          <a:ln>
            <a:noFill/>
          </a:ln>
        </p:spPr>
      </p:sp>
      <p:sp>
        <p:nvSpPr>
          <p:cNvPr id="232" name="Google Shape;232;g39ab14d6dc7_0_18"/>
          <p:cNvSpPr/>
          <p:nvPr/>
        </p:nvSpPr>
        <p:spPr>
          <a:xfrm>
            <a:off x="5276524" y="3174482"/>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233" name="Google Shape;233;g39ab14d6dc7_0_18"/>
          <p:cNvSpPr txBox="1"/>
          <p:nvPr/>
        </p:nvSpPr>
        <p:spPr>
          <a:xfrm>
            <a:off x="5954709" y="4328160"/>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2</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234" name="Google Shape;234;g39ab14d6dc7_0_18"/>
          <p:cNvSpPr txBox="1"/>
          <p:nvPr/>
        </p:nvSpPr>
        <p:spPr>
          <a:xfrm>
            <a:off x="5954709" y="3342711"/>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1</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235" name="Google Shape;235;g39ab14d6dc7_0_18"/>
          <p:cNvSpPr/>
          <p:nvPr/>
        </p:nvSpPr>
        <p:spPr>
          <a:xfrm>
            <a:off x="5276524" y="4158051"/>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236" name="Google Shape;236;g39ab14d6dc7_0_18"/>
          <p:cNvSpPr/>
          <p:nvPr/>
        </p:nvSpPr>
        <p:spPr>
          <a:xfrm>
            <a:off x="5276524" y="5259095"/>
            <a:ext cx="678185" cy="824819"/>
          </a:xfrm>
          <a:custGeom>
            <a:rect b="b" l="l" r="r" t="t"/>
            <a:pathLst>
              <a:path extrusionOk="0" h="824819" w="678185">
                <a:moveTo>
                  <a:pt x="0" y="0"/>
                </a:moveTo>
                <a:lnTo>
                  <a:pt x="678185" y="0"/>
                </a:lnTo>
                <a:lnTo>
                  <a:pt x="678185" y="824820"/>
                </a:lnTo>
                <a:lnTo>
                  <a:pt x="0" y="824820"/>
                </a:lnTo>
                <a:lnTo>
                  <a:pt x="0" y="0"/>
                </a:lnTo>
                <a:close/>
              </a:path>
            </a:pathLst>
          </a:custGeom>
          <a:blipFill rotWithShape="1">
            <a:blip r:embed="rId6">
              <a:alphaModFix/>
            </a:blip>
            <a:stretch>
              <a:fillRect b="0" l="0" r="0" t="0"/>
            </a:stretch>
          </a:blipFill>
          <a:ln>
            <a:noFill/>
          </a:ln>
        </p:spPr>
      </p:sp>
      <p:sp>
        <p:nvSpPr>
          <p:cNvPr id="237" name="Google Shape;237;g39ab14d6dc7_0_18"/>
          <p:cNvSpPr/>
          <p:nvPr/>
        </p:nvSpPr>
        <p:spPr>
          <a:xfrm>
            <a:off x="5276524" y="6360140"/>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238" name="Google Shape;238;g39ab14d6dc7_0_18"/>
          <p:cNvSpPr/>
          <p:nvPr/>
        </p:nvSpPr>
        <p:spPr>
          <a:xfrm>
            <a:off x="5276524" y="7461184"/>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239" name="Google Shape;239;g39ab14d6dc7_0_18"/>
          <p:cNvSpPr txBox="1"/>
          <p:nvPr/>
        </p:nvSpPr>
        <p:spPr>
          <a:xfrm>
            <a:off x="5954709" y="5448816"/>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3</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240" name="Google Shape;240;g39ab14d6dc7_0_18"/>
          <p:cNvSpPr txBox="1"/>
          <p:nvPr/>
        </p:nvSpPr>
        <p:spPr>
          <a:xfrm>
            <a:off x="5954709" y="6435606"/>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4</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241" name="Google Shape;241;g39ab14d6dc7_0_18"/>
          <p:cNvSpPr txBox="1"/>
          <p:nvPr/>
        </p:nvSpPr>
        <p:spPr>
          <a:xfrm>
            <a:off x="5954709" y="7555746"/>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5</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9ab14d6dc7_0_34"/>
          <p:cNvSpPr/>
          <p:nvPr/>
        </p:nvSpPr>
        <p:spPr>
          <a:xfrm>
            <a:off x="4016947" y="3558803"/>
            <a:ext cx="9896507" cy="5913163"/>
          </a:xfrm>
          <a:custGeom>
            <a:rect b="b" l="l" r="r" t="t"/>
            <a:pathLst>
              <a:path extrusionOk="0" h="5913163" w="9896507">
                <a:moveTo>
                  <a:pt x="0" y="0"/>
                </a:moveTo>
                <a:lnTo>
                  <a:pt x="9896507" y="0"/>
                </a:lnTo>
                <a:lnTo>
                  <a:pt x="9896507" y="5913163"/>
                </a:lnTo>
                <a:lnTo>
                  <a:pt x="0" y="5913163"/>
                </a:lnTo>
                <a:lnTo>
                  <a:pt x="0" y="0"/>
                </a:lnTo>
                <a:close/>
              </a:path>
            </a:pathLst>
          </a:custGeom>
          <a:blipFill rotWithShape="1">
            <a:blip r:embed="rId3">
              <a:alphaModFix/>
            </a:blip>
            <a:stretch>
              <a:fillRect b="0" l="0" r="0" t="0"/>
            </a:stretch>
          </a:blipFill>
          <a:ln>
            <a:noFill/>
          </a:ln>
        </p:spPr>
      </p:sp>
      <p:sp>
        <p:nvSpPr>
          <p:cNvPr id="247" name="Google Shape;247;g39ab14d6dc7_0_34"/>
          <p:cNvSpPr/>
          <p:nvPr/>
        </p:nvSpPr>
        <p:spPr>
          <a:xfrm>
            <a:off x="3493371" y="-625307"/>
            <a:ext cx="11301259" cy="5127946"/>
          </a:xfrm>
          <a:custGeom>
            <a:rect b="b" l="l" r="r" t="t"/>
            <a:pathLst>
              <a:path extrusionOk="0" h="5127946" w="11301259">
                <a:moveTo>
                  <a:pt x="0" y="0"/>
                </a:moveTo>
                <a:lnTo>
                  <a:pt x="11301258" y="0"/>
                </a:lnTo>
                <a:lnTo>
                  <a:pt x="11301258" y="5127946"/>
                </a:lnTo>
                <a:lnTo>
                  <a:pt x="0" y="5127946"/>
                </a:lnTo>
                <a:lnTo>
                  <a:pt x="0" y="0"/>
                </a:lnTo>
                <a:close/>
              </a:path>
            </a:pathLst>
          </a:custGeom>
          <a:blipFill rotWithShape="1">
            <a:blip r:embed="rId4">
              <a:alphaModFix/>
            </a:blip>
            <a:stretch>
              <a:fillRect b="0" l="0" r="0" t="0"/>
            </a:stretch>
          </a:blipFill>
          <a:ln>
            <a:noFill/>
          </a:ln>
        </p:spPr>
      </p:sp>
      <p:sp>
        <p:nvSpPr>
          <p:cNvPr id="248" name="Google Shape;248;g39ab14d6dc7_0_34"/>
          <p:cNvSpPr/>
          <p:nvPr/>
        </p:nvSpPr>
        <p:spPr>
          <a:xfrm>
            <a:off x="4875920" y="4090230"/>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249" name="Google Shape;249;g39ab14d6dc7_0_34"/>
          <p:cNvSpPr txBox="1"/>
          <p:nvPr/>
        </p:nvSpPr>
        <p:spPr>
          <a:xfrm>
            <a:off x="5215012" y="4328160"/>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1</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250" name="Google Shape;250;g39ab14d6dc7_0_34"/>
          <p:cNvSpPr/>
          <p:nvPr/>
        </p:nvSpPr>
        <p:spPr>
          <a:xfrm>
            <a:off x="4875920" y="5143500"/>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251" name="Google Shape;251;g39ab14d6dc7_0_34"/>
          <p:cNvSpPr txBox="1"/>
          <p:nvPr/>
        </p:nvSpPr>
        <p:spPr>
          <a:xfrm>
            <a:off x="5215012" y="5379556"/>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2</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252" name="Google Shape;252;g39ab14d6dc7_0_34"/>
          <p:cNvSpPr/>
          <p:nvPr/>
        </p:nvSpPr>
        <p:spPr>
          <a:xfrm>
            <a:off x="4875920" y="6194896"/>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253" name="Google Shape;253;g39ab14d6dc7_0_34"/>
          <p:cNvSpPr/>
          <p:nvPr/>
        </p:nvSpPr>
        <p:spPr>
          <a:xfrm>
            <a:off x="4875920" y="7248315"/>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254" name="Google Shape;254;g39ab14d6dc7_0_34"/>
          <p:cNvSpPr/>
          <p:nvPr/>
        </p:nvSpPr>
        <p:spPr>
          <a:xfrm>
            <a:off x="4875920" y="8301734"/>
            <a:ext cx="678185" cy="824819"/>
          </a:xfrm>
          <a:custGeom>
            <a:rect b="b" l="l" r="r" t="t"/>
            <a:pathLst>
              <a:path extrusionOk="0" h="824819" w="678185">
                <a:moveTo>
                  <a:pt x="0" y="0"/>
                </a:moveTo>
                <a:lnTo>
                  <a:pt x="678184" y="0"/>
                </a:lnTo>
                <a:lnTo>
                  <a:pt x="678184" y="824820"/>
                </a:lnTo>
                <a:lnTo>
                  <a:pt x="0" y="824820"/>
                </a:lnTo>
                <a:lnTo>
                  <a:pt x="0" y="0"/>
                </a:lnTo>
                <a:close/>
              </a:path>
            </a:pathLst>
          </a:custGeom>
          <a:blipFill rotWithShape="1">
            <a:blip r:embed="rId5">
              <a:alphaModFix/>
            </a:blip>
            <a:stretch>
              <a:fillRect b="0" l="0" r="0" t="0"/>
            </a:stretch>
          </a:blipFill>
          <a:ln>
            <a:noFill/>
          </a:ln>
        </p:spPr>
      </p:sp>
      <p:sp>
        <p:nvSpPr>
          <p:cNvPr id="255" name="Google Shape;255;g39ab14d6dc7_0_34"/>
          <p:cNvSpPr txBox="1"/>
          <p:nvPr/>
        </p:nvSpPr>
        <p:spPr>
          <a:xfrm>
            <a:off x="5215012" y="6385396"/>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3</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256" name="Google Shape;256;g39ab14d6dc7_0_34"/>
          <p:cNvSpPr txBox="1"/>
          <p:nvPr/>
        </p:nvSpPr>
        <p:spPr>
          <a:xfrm>
            <a:off x="5215012" y="7391236"/>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4</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257" name="Google Shape;257;g39ab14d6dc7_0_34"/>
          <p:cNvSpPr txBox="1"/>
          <p:nvPr/>
        </p:nvSpPr>
        <p:spPr>
          <a:xfrm>
            <a:off x="5215012" y="8444701"/>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5</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39ab14d6dc7_0_49"/>
          <p:cNvSpPr/>
          <p:nvPr/>
        </p:nvSpPr>
        <p:spPr>
          <a:xfrm>
            <a:off x="0" y="0"/>
            <a:ext cx="18288000" cy="10447020"/>
          </a:xfrm>
          <a:custGeom>
            <a:rect b="b" l="l" r="r" t="t"/>
            <a:pathLst>
              <a:path extrusionOk="0" h="10447020" w="18288000">
                <a:moveTo>
                  <a:pt x="0" y="0"/>
                </a:moveTo>
                <a:lnTo>
                  <a:pt x="18288000" y="0"/>
                </a:lnTo>
                <a:lnTo>
                  <a:pt x="18288000" y="10447020"/>
                </a:lnTo>
                <a:lnTo>
                  <a:pt x="0" y="10447020"/>
                </a:lnTo>
                <a:lnTo>
                  <a:pt x="0" y="0"/>
                </a:lnTo>
                <a:close/>
              </a:path>
            </a:pathLst>
          </a:custGeom>
          <a:blipFill rotWithShape="1">
            <a:blip r:embed="rId3">
              <a:alphaModFix/>
            </a:blip>
            <a:stretch>
              <a:fillRect b="0" l="0" r="0" t="0"/>
            </a:stretch>
          </a:blipFill>
          <a:ln>
            <a:noFill/>
          </a:ln>
        </p:spPr>
      </p:sp>
      <p:sp>
        <p:nvSpPr>
          <p:cNvPr id="263" name="Google Shape;263;g39ab14d6dc7_0_49"/>
          <p:cNvSpPr/>
          <p:nvPr/>
        </p:nvSpPr>
        <p:spPr>
          <a:xfrm>
            <a:off x="2888408" y="2581776"/>
            <a:ext cx="12511183" cy="3424936"/>
          </a:xfrm>
          <a:custGeom>
            <a:rect b="b" l="l" r="r" t="t"/>
            <a:pathLst>
              <a:path extrusionOk="0" h="3424936" w="12511183">
                <a:moveTo>
                  <a:pt x="0" y="0"/>
                </a:moveTo>
                <a:lnTo>
                  <a:pt x="12511184" y="0"/>
                </a:lnTo>
                <a:lnTo>
                  <a:pt x="12511184" y="3424937"/>
                </a:lnTo>
                <a:lnTo>
                  <a:pt x="0" y="3424937"/>
                </a:lnTo>
                <a:lnTo>
                  <a:pt x="0" y="0"/>
                </a:lnTo>
                <a:close/>
              </a:path>
            </a:pathLst>
          </a:custGeom>
          <a:blipFill rotWithShape="1">
            <a:blip r:embed="rId4">
              <a:alphaModFix/>
            </a:blip>
            <a:stretch>
              <a:fillRect b="0" l="0" r="0" t="0"/>
            </a:stretch>
          </a:blipFill>
          <a:ln>
            <a:noFill/>
          </a:ln>
        </p:spPr>
      </p:sp>
      <p:sp>
        <p:nvSpPr>
          <p:cNvPr id="264" name="Google Shape;264;g39ab14d6dc7_0_49"/>
          <p:cNvSpPr txBox="1"/>
          <p:nvPr/>
        </p:nvSpPr>
        <p:spPr>
          <a:xfrm>
            <a:off x="5720825" y="3055088"/>
            <a:ext cx="8403900" cy="1508400"/>
          </a:xfrm>
          <a:prstGeom prst="rect">
            <a:avLst/>
          </a:prstGeom>
          <a:noFill/>
          <a:ln>
            <a:noFill/>
          </a:ln>
        </p:spPr>
        <p:txBody>
          <a:bodyPr anchorCtr="0" anchor="t" bIns="0" lIns="0" spcFirstLastPara="1" rIns="0" wrap="square" tIns="0">
            <a:spAutoFit/>
          </a:bodyPr>
          <a:lstStyle/>
          <a:p>
            <a:pPr indent="-317500" lvl="0" marL="457200" marR="0" rtl="0" algn="l">
              <a:lnSpc>
                <a:spcPct val="140000"/>
              </a:lnSpc>
              <a:spcBef>
                <a:spcPts val="0"/>
              </a:spcBef>
              <a:spcAft>
                <a:spcPts val="0"/>
              </a:spcAft>
              <a:buSzPts val="1400"/>
              <a:buFont typeface="Open Sans"/>
              <a:buAutoNum type="arabicPeriod"/>
            </a:pPr>
            <a:r>
              <a:rPr b="1" lang="en-US" sz="1500">
                <a:latin typeface="Open Sans"/>
                <a:ea typeface="Open Sans"/>
                <a:cs typeface="Open Sans"/>
                <a:sym typeface="Open Sans"/>
              </a:rPr>
              <a:t>El estudiante Implementa pruebas unitarias JUnit, pytest, Jest para validar componentes de software 						</a:t>
            </a:r>
            <a:endParaRPr b="1" sz="1500">
              <a:latin typeface="Open Sans"/>
              <a:ea typeface="Open Sans"/>
              <a:cs typeface="Open Sans"/>
              <a:sym typeface="Open Sans"/>
            </a:endParaRPr>
          </a:p>
          <a:p>
            <a:pPr indent="-317500" lvl="0" marL="457200" marR="0" rtl="0" algn="l">
              <a:lnSpc>
                <a:spcPct val="140000"/>
              </a:lnSpc>
              <a:spcBef>
                <a:spcPts val="0"/>
              </a:spcBef>
              <a:spcAft>
                <a:spcPts val="0"/>
              </a:spcAft>
              <a:buSzPts val="1400"/>
              <a:buFont typeface="Open Sans"/>
              <a:buAutoNum type="arabicPeriod"/>
            </a:pPr>
            <a:r>
              <a:rPr b="1" lang="en-US" sz="1500">
                <a:latin typeface="Open Sans"/>
                <a:ea typeface="Open Sans"/>
                <a:cs typeface="Open Sans"/>
                <a:sym typeface="Open Sans"/>
              </a:rPr>
              <a:t>El estudiante Aplica principios SOLID SOLID para mejorar calidad del código 						</a:t>
            </a:r>
            <a:r>
              <a:rPr b="1" lang="en-US">
                <a:latin typeface="Open Sans"/>
                <a:ea typeface="Open Sans"/>
                <a:cs typeface="Open Sans"/>
                <a:sym typeface="Open Sans"/>
              </a:rPr>
              <a:t>			</a:t>
            </a:r>
            <a:endParaRPr b="1">
              <a:latin typeface="Open Sans"/>
              <a:ea typeface="Open Sans"/>
              <a:cs typeface="Open Sans"/>
              <a:sym typeface="Open Sans"/>
            </a:endParaRPr>
          </a:p>
          <a:p>
            <a:pPr indent="0" lvl="0" marL="0" marR="0" rtl="0" algn="ctr">
              <a:lnSpc>
                <a:spcPct val="140000"/>
              </a:lnSpc>
              <a:spcBef>
                <a:spcPts val="0"/>
              </a:spcBef>
              <a:spcAft>
                <a:spcPts val="0"/>
              </a:spcAft>
              <a:buClr>
                <a:srgbClr val="000000"/>
              </a:buClr>
              <a:buSzPts val="1400"/>
              <a:buFont typeface="Arial"/>
              <a:buNone/>
            </a:pPr>
            <a:r>
              <a:t/>
            </a:r>
            <a:endParaRPr b="1"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39ab14d6dc7_0_55"/>
          <p:cNvSpPr txBox="1"/>
          <p:nvPr/>
        </p:nvSpPr>
        <p:spPr>
          <a:xfrm>
            <a:off x="1556675" y="2732550"/>
            <a:ext cx="15638700" cy="5330100"/>
          </a:xfrm>
          <a:prstGeom prst="rect">
            <a:avLst/>
          </a:prstGeom>
          <a:noFill/>
          <a:ln>
            <a:noFill/>
          </a:ln>
        </p:spPr>
        <p:txBody>
          <a:bodyPr anchorCtr="0" anchor="t" bIns="0" lIns="0" spcFirstLastPara="1" rIns="0" wrap="square" tIns="0">
            <a:spAutoFit/>
          </a:bodyPr>
          <a:lstStyle/>
          <a:p>
            <a:pPr indent="0" lvl="0" marL="0" rtl="0" algn="just">
              <a:lnSpc>
                <a:spcPct val="113014"/>
              </a:lnSpc>
              <a:spcBef>
                <a:spcPts val="0"/>
              </a:spcBef>
              <a:spcAft>
                <a:spcPts val="0"/>
              </a:spcAft>
              <a:buClr>
                <a:schemeClr val="dk1"/>
              </a:buClr>
              <a:buSzPts val="3327"/>
              <a:buFont typeface="Arial"/>
              <a:buNone/>
            </a:pPr>
            <a:r>
              <a:rPr lang="en-US" sz="3027">
                <a:solidFill>
                  <a:srgbClr val="131416"/>
                </a:solidFill>
              </a:rPr>
              <a:t>Las pruebas unitarias y la cobertura de código son herramientas de responsabilidad profesional: garantizan que el código funciona como se espera y que futuras modificaciones no rompen funcionalidad existente. </a:t>
            </a:r>
            <a:endParaRPr sz="3027">
              <a:solidFill>
                <a:srgbClr val="131416"/>
              </a:solidFill>
            </a:endParaRPr>
          </a:p>
          <a:p>
            <a:pPr indent="0" lvl="0" marL="0" rtl="0" algn="just">
              <a:lnSpc>
                <a:spcPct val="113014"/>
              </a:lnSpc>
              <a:spcBef>
                <a:spcPts val="0"/>
              </a:spcBef>
              <a:spcAft>
                <a:spcPts val="0"/>
              </a:spcAft>
              <a:buClr>
                <a:schemeClr val="dk1"/>
              </a:buClr>
              <a:buSzPts val="3327"/>
              <a:buFont typeface="Arial"/>
              <a:buNone/>
            </a:pPr>
            <a:r>
              <a:t/>
            </a:r>
            <a:endParaRPr sz="3027">
              <a:solidFill>
                <a:srgbClr val="131416"/>
              </a:solidFill>
            </a:endParaRPr>
          </a:p>
          <a:p>
            <a:pPr indent="0" lvl="0" marL="0" rtl="0" algn="just">
              <a:lnSpc>
                <a:spcPct val="113014"/>
              </a:lnSpc>
              <a:spcBef>
                <a:spcPts val="0"/>
              </a:spcBef>
              <a:spcAft>
                <a:spcPts val="0"/>
              </a:spcAft>
              <a:buClr>
                <a:schemeClr val="dk1"/>
              </a:buClr>
              <a:buSzPts val="3327"/>
              <a:buFont typeface="Arial"/>
              <a:buNone/>
            </a:pPr>
            <a:r>
              <a:rPr lang="en-US" sz="3027">
                <a:solidFill>
                  <a:srgbClr val="131416"/>
                </a:solidFill>
              </a:rPr>
              <a:t>Aplicar SOLID es una forma de responsabilidad técnica, ya que facilita el mantenimiento y la prueba del sistema. Escribir mocks y stubs demuestra el compromiso del desarrollador con validar su código de forma aislada y confiable.							</a:t>
            </a:r>
            <a:endParaRPr sz="3027">
              <a:solidFill>
                <a:srgbClr val="131416"/>
              </a:solidFill>
            </a:endParaRPr>
          </a:p>
          <a:p>
            <a:pPr indent="0" lvl="0" marL="0" rtl="0" algn="just">
              <a:lnSpc>
                <a:spcPct val="113014"/>
              </a:lnSpc>
              <a:spcBef>
                <a:spcPts val="0"/>
              </a:spcBef>
              <a:spcAft>
                <a:spcPts val="0"/>
              </a:spcAft>
              <a:buClr>
                <a:schemeClr val="dk1"/>
              </a:buClr>
              <a:buSzPts val="3327"/>
              <a:buFont typeface="Arial"/>
              <a:buNone/>
            </a:pPr>
            <a:r>
              <a:rPr lang="en-US" sz="3027">
                <a:solidFill>
                  <a:srgbClr val="131416"/>
                </a:solidFill>
              </a:rPr>
              <a:t>							</a:t>
            </a:r>
            <a:endParaRPr sz="3027">
              <a:solidFill>
                <a:srgbClr val="131416"/>
              </a:solidFill>
            </a:endParaRPr>
          </a:p>
          <a:p>
            <a:pPr indent="0" lvl="0" marL="0" marR="0" rtl="0" algn="just">
              <a:lnSpc>
                <a:spcPct val="113019"/>
              </a:lnSpc>
              <a:spcBef>
                <a:spcPts val="0"/>
              </a:spcBef>
              <a:spcAft>
                <a:spcPts val="0"/>
              </a:spcAft>
              <a:buClr>
                <a:srgbClr val="000000"/>
              </a:buClr>
              <a:buSzPts val="3249"/>
              <a:buFont typeface="Arial"/>
              <a:buNone/>
            </a:pPr>
            <a:r>
              <a:t/>
            </a:r>
            <a:endParaRPr sz="3549">
              <a:solidFill>
                <a:srgbClr val="131416"/>
              </a:solidFill>
            </a:endParaRPr>
          </a:p>
          <a:p>
            <a:pPr indent="0" lvl="0" marL="0" marR="0" rtl="0" algn="just">
              <a:lnSpc>
                <a:spcPct val="113019"/>
              </a:lnSpc>
              <a:spcBef>
                <a:spcPts val="0"/>
              </a:spcBef>
              <a:spcAft>
                <a:spcPts val="0"/>
              </a:spcAft>
              <a:buClr>
                <a:srgbClr val="000000"/>
              </a:buClr>
              <a:buSzPts val="3249"/>
              <a:buFont typeface="Arial"/>
              <a:buNone/>
            </a:pPr>
            <a:r>
              <a:t/>
            </a:r>
            <a:endParaRPr b="0" i="0" sz="3249" u="none" cap="none" strike="noStrike">
              <a:solidFill>
                <a:srgbClr val="131416"/>
              </a:solidFill>
              <a:latin typeface="Arial"/>
              <a:ea typeface="Arial"/>
              <a:cs typeface="Arial"/>
              <a:sym typeface="Arial"/>
            </a:endParaRPr>
          </a:p>
        </p:txBody>
      </p:sp>
      <p:sp>
        <p:nvSpPr>
          <p:cNvPr id="270" name="Google Shape;270;g39ab14d6dc7_0_55"/>
          <p:cNvSpPr txBox="1"/>
          <p:nvPr/>
        </p:nvSpPr>
        <p:spPr>
          <a:xfrm>
            <a:off x="239234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lang="en-US" sz="6900">
                <a:solidFill>
                  <a:srgbClr val="131416"/>
                </a:solidFill>
                <a:latin typeface="Impact"/>
                <a:ea typeface="Impact"/>
                <a:cs typeface="Impact"/>
                <a:sym typeface="Impact"/>
              </a:rPr>
              <a:t>VALOR DE LA SEMANA: </a:t>
            </a:r>
            <a:r>
              <a:rPr lang="en-US" sz="6900">
                <a:solidFill>
                  <a:srgbClr val="131416"/>
                </a:solidFill>
                <a:latin typeface="Impact"/>
                <a:ea typeface="Impact"/>
                <a:cs typeface="Impact"/>
                <a:sym typeface="Impact"/>
              </a:rPr>
              <a:t>Responsabilidad</a:t>
            </a:r>
            <a:endParaRPr i="0" sz="1400" u="none" cap="none" strike="noStrike">
              <a:solidFill>
                <a:srgbClr val="000000"/>
              </a:solidFill>
              <a:latin typeface="Impact"/>
              <a:ea typeface="Impact"/>
              <a:cs typeface="Impact"/>
              <a:sym typeface="Impac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39ab14d6dc7_0_522"/>
          <p:cNvSpPr txBox="1"/>
          <p:nvPr/>
        </p:nvSpPr>
        <p:spPr>
          <a:xfrm>
            <a:off x="1099425" y="1025925"/>
            <a:ext cx="10879500" cy="3879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4300"/>
              <a:buFont typeface="Arial"/>
              <a:buNone/>
            </a:pPr>
            <a:r>
              <a:rPr b="1" i="0" lang="en-US" sz="3600" u="none" cap="none" strike="noStrike">
                <a:solidFill>
                  <a:srgbClr val="292929"/>
                </a:solidFill>
                <a:latin typeface="Arial"/>
                <a:ea typeface="Arial"/>
                <a:cs typeface="Arial"/>
                <a:sym typeface="Arial"/>
              </a:rPr>
              <a:t>CUANDO SE DEFINE REQUERIMIENTOS FUNCIONALES Y NO FUNCIONALES, SE ESTÁ DESCRIBIENDO QUÉ DEBE HACER EL SISTEMA Y CÓMO DEBE COMPORTARSE. A PARTIR DE AHÍ, SE BUSCA QUE EL SISTEMA SEA MANTENIBLE, ESCALABLE Y CONFIABLE</a:t>
            </a:r>
            <a:endParaRPr b="0" i="0" sz="100" u="none" cap="none" strike="noStrike">
              <a:solidFill>
                <a:srgbClr val="000000"/>
              </a:solidFill>
              <a:latin typeface="Arial"/>
              <a:ea typeface="Arial"/>
              <a:cs typeface="Arial"/>
              <a:sym typeface="Arial"/>
            </a:endParaRPr>
          </a:p>
        </p:txBody>
      </p:sp>
      <p:sp>
        <p:nvSpPr>
          <p:cNvPr id="276" name="Google Shape;276;g39ab14d6dc7_0_522"/>
          <p:cNvSpPr/>
          <p:nvPr/>
        </p:nvSpPr>
        <p:spPr>
          <a:xfrm>
            <a:off x="13246151" y="6195300"/>
            <a:ext cx="3991228" cy="3554951"/>
          </a:xfrm>
          <a:custGeom>
            <a:rect b="b" l="l" r="r" t="t"/>
            <a:pathLst>
              <a:path extrusionOk="0" h="3393748" w="3418611">
                <a:moveTo>
                  <a:pt x="0" y="0"/>
                </a:moveTo>
                <a:lnTo>
                  <a:pt x="3418611" y="0"/>
                </a:lnTo>
                <a:lnTo>
                  <a:pt x="3418611" y="3393747"/>
                </a:lnTo>
                <a:lnTo>
                  <a:pt x="0" y="3393747"/>
                </a:lnTo>
                <a:lnTo>
                  <a:pt x="0" y="0"/>
                </a:lnTo>
                <a:close/>
              </a:path>
            </a:pathLst>
          </a:custGeom>
          <a:blipFill rotWithShape="1">
            <a:blip r:embed="rId3">
              <a:alphaModFix/>
            </a:blip>
            <a:stretch>
              <a:fillRect b="0" l="0" r="0" t="0"/>
            </a:stretch>
          </a:blipFill>
          <a:ln>
            <a:noFill/>
          </a:ln>
        </p:spPr>
      </p:sp>
      <p:sp>
        <p:nvSpPr>
          <p:cNvPr id="277" name="Google Shape;277;g39ab14d6dc7_0_522"/>
          <p:cNvSpPr txBox="1"/>
          <p:nvPr/>
        </p:nvSpPr>
        <p:spPr>
          <a:xfrm>
            <a:off x="14119470" y="6946467"/>
            <a:ext cx="2244600" cy="981600"/>
          </a:xfrm>
          <a:prstGeom prst="rect">
            <a:avLst/>
          </a:prstGeom>
          <a:noFill/>
          <a:ln>
            <a:noFill/>
          </a:ln>
        </p:spPr>
        <p:txBody>
          <a:bodyPr anchorCtr="0" anchor="t" bIns="0" lIns="0" spcFirstLastPara="1" rIns="0" wrap="square" tIns="0">
            <a:spAutoFit/>
          </a:bodyPr>
          <a:lstStyle/>
          <a:p>
            <a:pPr indent="0" lvl="0" marL="0" marR="0" rtl="0" algn="ctr">
              <a:lnSpc>
                <a:spcPct val="120006"/>
              </a:lnSpc>
              <a:spcBef>
                <a:spcPts val="0"/>
              </a:spcBef>
              <a:spcAft>
                <a:spcPts val="0"/>
              </a:spcAft>
              <a:buClr>
                <a:srgbClr val="000000"/>
              </a:buClr>
              <a:buSzPts val="2899"/>
              <a:buFont typeface="Arial"/>
              <a:buNone/>
            </a:pPr>
            <a:r>
              <a:rPr i="0" lang="en-US" sz="2899" u="none" cap="none" strike="noStrike">
                <a:solidFill>
                  <a:srgbClr val="292929"/>
                </a:solidFill>
                <a:latin typeface="Ultra"/>
                <a:ea typeface="Ultra"/>
                <a:cs typeface="Ultra"/>
                <a:sym typeface="Ultra"/>
              </a:rPr>
              <a:t>Ahí es donde entra SOLID</a:t>
            </a:r>
            <a:endParaRPr i="0" sz="1400" u="none" cap="none" strike="noStrike">
              <a:solidFill>
                <a:srgbClr val="000000"/>
              </a:solidFill>
            </a:endParaRPr>
          </a:p>
        </p:txBody>
      </p:sp>
      <p:cxnSp>
        <p:nvCxnSpPr>
          <p:cNvPr id="278" name="Google Shape;278;g39ab14d6dc7_0_522"/>
          <p:cNvCxnSpPr/>
          <p:nvPr/>
        </p:nvCxnSpPr>
        <p:spPr>
          <a:xfrm>
            <a:off x="12200275" y="4741425"/>
            <a:ext cx="2710800" cy="1565700"/>
          </a:xfrm>
          <a:prstGeom prst="straightConnector1">
            <a:avLst/>
          </a:prstGeom>
          <a:noFill/>
          <a:ln cap="flat" cmpd="sng" w="38100">
            <a:solidFill>
              <a:srgbClr val="000000"/>
            </a:solidFill>
            <a:prstDash val="solid"/>
            <a:round/>
            <a:headEnd len="sm" w="sm" type="none"/>
            <a:tailEnd len="med" w="med" type="stealth"/>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39ab14d6dc7_0_529"/>
          <p:cNvSpPr txBox="1"/>
          <p:nvPr/>
        </p:nvSpPr>
        <p:spPr>
          <a:xfrm>
            <a:off x="10918450" y="1874100"/>
            <a:ext cx="6600600" cy="65388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4300"/>
              <a:buFont typeface="Arial"/>
              <a:buNone/>
            </a:pPr>
            <a:r>
              <a:rPr b="1" lang="en-US" sz="3600">
                <a:solidFill>
                  <a:srgbClr val="292929"/>
                </a:solidFill>
              </a:rPr>
              <a:t>Un código que viola SOLID generalmente es difícil de probar — las dependencias están pegadas, las funciones hacen demasiado. </a:t>
            </a:r>
            <a:endParaRPr b="1" sz="3600">
              <a:solidFill>
                <a:srgbClr val="292929"/>
              </a:solidFill>
            </a:endParaRPr>
          </a:p>
          <a:p>
            <a:pPr indent="0" lvl="0" marL="0" marR="0" rtl="0" algn="ctr">
              <a:lnSpc>
                <a:spcPct val="120000"/>
              </a:lnSpc>
              <a:spcBef>
                <a:spcPts val="0"/>
              </a:spcBef>
              <a:spcAft>
                <a:spcPts val="0"/>
              </a:spcAft>
              <a:buClr>
                <a:srgbClr val="000000"/>
              </a:buClr>
              <a:buSzPts val="4300"/>
              <a:buFont typeface="Arial"/>
              <a:buNone/>
            </a:pPr>
            <a:r>
              <a:t/>
            </a:r>
            <a:endParaRPr b="1" sz="3600">
              <a:solidFill>
                <a:srgbClr val="292929"/>
              </a:solidFill>
            </a:endParaRPr>
          </a:p>
          <a:p>
            <a:pPr indent="0" lvl="0" marL="0" marR="0" rtl="0" algn="ctr">
              <a:lnSpc>
                <a:spcPct val="120000"/>
              </a:lnSpc>
              <a:spcBef>
                <a:spcPts val="0"/>
              </a:spcBef>
              <a:spcAft>
                <a:spcPts val="0"/>
              </a:spcAft>
              <a:buClr>
                <a:srgbClr val="000000"/>
              </a:buClr>
              <a:buSzPts val="4300"/>
              <a:buFont typeface="Arial"/>
              <a:buNone/>
            </a:pPr>
            <a:r>
              <a:rPr b="1" lang="en-US" sz="3600">
                <a:solidFill>
                  <a:srgbClr val="292929"/>
                </a:solidFill>
              </a:rPr>
              <a:t>Si tienes dificultad para escribir pruebas, a veces es señal de que el diseño puede mejorar</a:t>
            </a:r>
            <a:endParaRPr b="0" i="0" sz="100" u="none" cap="none" strike="noStrike">
              <a:solidFill>
                <a:srgbClr val="000000"/>
              </a:solidFill>
              <a:latin typeface="Arial"/>
              <a:ea typeface="Arial"/>
              <a:cs typeface="Arial"/>
              <a:sym typeface="Arial"/>
            </a:endParaRPr>
          </a:p>
        </p:txBody>
      </p:sp>
      <p:pic>
        <p:nvPicPr>
          <p:cNvPr id="284" name="Google Shape;284;g39ab14d6dc7_0_529"/>
          <p:cNvPicPr preferRelativeResize="0"/>
          <p:nvPr/>
        </p:nvPicPr>
        <p:blipFill>
          <a:blip r:embed="rId3">
            <a:alphaModFix/>
          </a:blip>
          <a:stretch>
            <a:fillRect/>
          </a:stretch>
        </p:blipFill>
        <p:spPr>
          <a:xfrm>
            <a:off x="457025" y="532925"/>
            <a:ext cx="9734400" cy="84572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F2FF"/>
        </a:solidFill>
      </p:bgPr>
    </p:bg>
    <p:spTree>
      <p:nvGrpSpPr>
        <p:cNvPr id="288" name="Shape 288"/>
        <p:cNvGrpSpPr/>
        <p:nvPr/>
      </p:nvGrpSpPr>
      <p:grpSpPr>
        <a:xfrm>
          <a:off x="0" y="0"/>
          <a:ext cx="0" cy="0"/>
          <a:chOff x="0" y="0"/>
          <a:chExt cx="0" cy="0"/>
        </a:xfrm>
      </p:grpSpPr>
      <p:pic>
        <p:nvPicPr>
          <p:cNvPr id="289" name="Google Shape;289;g39ab14d6dc7_0_534"/>
          <p:cNvPicPr preferRelativeResize="0"/>
          <p:nvPr/>
        </p:nvPicPr>
        <p:blipFill>
          <a:blip r:embed="rId3">
            <a:alphaModFix/>
          </a:blip>
          <a:stretch>
            <a:fillRect/>
          </a:stretch>
        </p:blipFill>
        <p:spPr>
          <a:xfrm>
            <a:off x="400752" y="1934750"/>
            <a:ext cx="9441050" cy="8202376"/>
          </a:xfrm>
          <a:prstGeom prst="rect">
            <a:avLst/>
          </a:prstGeom>
          <a:noFill/>
          <a:ln>
            <a:noFill/>
          </a:ln>
        </p:spPr>
      </p:pic>
      <p:sp>
        <p:nvSpPr>
          <p:cNvPr id="290" name="Google Shape;290;g39ab14d6dc7_0_534"/>
          <p:cNvSpPr txBox="1"/>
          <p:nvPr/>
        </p:nvSpPr>
        <p:spPr>
          <a:xfrm>
            <a:off x="400750" y="765050"/>
            <a:ext cx="10532100" cy="1169700"/>
          </a:xfrm>
          <a:prstGeom prst="rect">
            <a:avLst/>
          </a:prstGeom>
          <a:noFill/>
          <a:ln>
            <a:noFill/>
          </a:ln>
        </p:spPr>
        <p:txBody>
          <a:bodyPr anchorCtr="0" anchor="t" bIns="91425" lIns="91425" spcFirstLastPara="1" rIns="91425" wrap="square" tIns="91425">
            <a:spAutoFit/>
          </a:bodyPr>
          <a:lstStyle/>
          <a:p>
            <a:pPr indent="0" lvl="0" marL="0" rtl="0" algn="l">
              <a:lnSpc>
                <a:spcPct val="120003"/>
              </a:lnSpc>
              <a:spcBef>
                <a:spcPts val="0"/>
              </a:spcBef>
              <a:spcAft>
                <a:spcPts val="0"/>
              </a:spcAft>
              <a:buNone/>
            </a:pPr>
            <a:r>
              <a:rPr b="1" lang="en-US" sz="6399">
                <a:solidFill>
                  <a:srgbClr val="292929"/>
                </a:solidFill>
              </a:rPr>
              <a:t>La Pirámide de Testing</a:t>
            </a:r>
            <a:endParaRPr b="1" sz="6399">
              <a:solidFill>
                <a:srgbClr val="292929"/>
              </a:solidFill>
            </a:endParaRPr>
          </a:p>
        </p:txBody>
      </p:sp>
      <p:sp>
        <p:nvSpPr>
          <p:cNvPr id="291" name="Google Shape;291;g39ab14d6dc7_0_534"/>
          <p:cNvSpPr txBox="1"/>
          <p:nvPr/>
        </p:nvSpPr>
        <p:spPr>
          <a:xfrm>
            <a:off x="10382625" y="2257213"/>
            <a:ext cx="6743700" cy="6756000"/>
          </a:xfrm>
          <a:prstGeom prst="rect">
            <a:avLst/>
          </a:prstGeom>
          <a:noFill/>
          <a:ln>
            <a:noFill/>
          </a:ln>
        </p:spPr>
        <p:txBody>
          <a:bodyPr anchorCtr="0" anchor="t" bIns="91425" lIns="91425" spcFirstLastPara="1" rIns="91425" wrap="square" tIns="91425">
            <a:spAutoFit/>
          </a:bodyPr>
          <a:lstStyle/>
          <a:p>
            <a:pPr indent="-450787" lvl="0" marL="457200" rtl="0" algn="l">
              <a:lnSpc>
                <a:spcPct val="140014"/>
              </a:lnSpc>
              <a:spcBef>
                <a:spcPts val="0"/>
              </a:spcBef>
              <a:spcAft>
                <a:spcPts val="0"/>
              </a:spcAft>
              <a:buClr>
                <a:srgbClr val="292929"/>
              </a:buClr>
              <a:buSzPts val="3499"/>
              <a:buChar char="●"/>
            </a:pPr>
            <a:r>
              <a:rPr lang="en-US" sz="3499">
                <a:solidFill>
                  <a:srgbClr val="292929"/>
                </a:solidFill>
              </a:rPr>
              <a:t>E2E — Pocas, lentas, costosas. Simulan un usuario real</a:t>
            </a:r>
            <a:endParaRPr sz="3499">
              <a:solidFill>
                <a:srgbClr val="292929"/>
              </a:solidFill>
            </a:endParaRPr>
          </a:p>
          <a:p>
            <a:pPr indent="-450787" lvl="0" marL="457200" rtl="0" algn="l">
              <a:lnSpc>
                <a:spcPct val="140014"/>
              </a:lnSpc>
              <a:spcBef>
                <a:spcPts val="0"/>
              </a:spcBef>
              <a:spcAft>
                <a:spcPts val="0"/>
              </a:spcAft>
              <a:buClr>
                <a:srgbClr val="292929"/>
              </a:buClr>
              <a:buSzPts val="3499"/>
              <a:buChar char="●"/>
            </a:pPr>
            <a:r>
              <a:rPr lang="en-US" sz="3499">
                <a:solidFill>
                  <a:srgbClr val="292929"/>
                </a:solidFill>
              </a:rPr>
              <a:t>Integración — Prueban módulos juntos. Usan mocks/fakes</a:t>
            </a:r>
            <a:endParaRPr sz="3499">
              <a:solidFill>
                <a:srgbClr val="292929"/>
              </a:solidFill>
            </a:endParaRPr>
          </a:p>
          <a:p>
            <a:pPr indent="-450787" lvl="0" marL="457200" rtl="0" algn="l">
              <a:lnSpc>
                <a:spcPct val="140014"/>
              </a:lnSpc>
              <a:spcBef>
                <a:spcPts val="0"/>
              </a:spcBef>
              <a:spcAft>
                <a:spcPts val="0"/>
              </a:spcAft>
              <a:buClr>
                <a:srgbClr val="292929"/>
              </a:buClr>
              <a:buSzPts val="3499"/>
              <a:buChar char="●"/>
            </a:pPr>
            <a:r>
              <a:rPr lang="en-US" sz="3499">
                <a:solidFill>
                  <a:srgbClr val="292929"/>
                </a:solidFill>
              </a:rPr>
              <a:t>Unitarias — Muchas, rápidas, baratas, aisladas ← hoy nos enfocamos aquí</a:t>
            </a:r>
            <a:endParaRPr sz="2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5" name="Shape 295"/>
        <p:cNvGrpSpPr/>
        <p:nvPr/>
      </p:nvGrpSpPr>
      <p:grpSpPr>
        <a:xfrm>
          <a:off x="0" y="0"/>
          <a:ext cx="0" cy="0"/>
          <a:chOff x="0" y="0"/>
          <a:chExt cx="0" cy="0"/>
        </a:xfrm>
      </p:grpSpPr>
      <p:grpSp>
        <p:nvGrpSpPr>
          <p:cNvPr id="296" name="Google Shape;296;g39ab14d6dc7_0_540"/>
          <p:cNvGrpSpPr/>
          <p:nvPr/>
        </p:nvGrpSpPr>
        <p:grpSpPr>
          <a:xfrm>
            <a:off x="1636244" y="1381549"/>
            <a:ext cx="10183589" cy="4868328"/>
            <a:chOff x="0" y="0"/>
            <a:chExt cx="13578118" cy="6491104"/>
          </a:xfrm>
        </p:grpSpPr>
        <p:sp>
          <p:nvSpPr>
            <p:cNvPr id="297" name="Google Shape;297;g39ab14d6dc7_0_540"/>
            <p:cNvSpPr/>
            <p:nvPr/>
          </p:nvSpPr>
          <p:spPr>
            <a:xfrm>
              <a:off x="0" y="0"/>
              <a:ext cx="13578118" cy="6491104"/>
            </a:xfrm>
            <a:custGeom>
              <a:rect b="b" l="l" r="r" t="t"/>
              <a:pathLst>
                <a:path extrusionOk="0" h="68327408" w="142927561">
                  <a:moveTo>
                    <a:pt x="142782789" y="68182629"/>
                  </a:moveTo>
                  <a:lnTo>
                    <a:pt x="142927561" y="68182629"/>
                  </a:lnTo>
                  <a:lnTo>
                    <a:pt x="142927561" y="68327408"/>
                  </a:lnTo>
                  <a:lnTo>
                    <a:pt x="142782789" y="68327408"/>
                  </a:lnTo>
                  <a:lnTo>
                    <a:pt x="142782789" y="68182629"/>
                  </a:lnTo>
                  <a:close/>
                  <a:moveTo>
                    <a:pt x="0" y="144780"/>
                  </a:moveTo>
                  <a:lnTo>
                    <a:pt x="144780" y="144780"/>
                  </a:lnTo>
                  <a:lnTo>
                    <a:pt x="144780" y="68182629"/>
                  </a:lnTo>
                  <a:lnTo>
                    <a:pt x="0" y="68182629"/>
                  </a:lnTo>
                  <a:lnTo>
                    <a:pt x="0" y="144780"/>
                  </a:lnTo>
                  <a:close/>
                  <a:moveTo>
                    <a:pt x="0" y="68182629"/>
                  </a:moveTo>
                  <a:lnTo>
                    <a:pt x="144780" y="68182629"/>
                  </a:lnTo>
                  <a:lnTo>
                    <a:pt x="144780" y="68327408"/>
                  </a:lnTo>
                  <a:lnTo>
                    <a:pt x="0" y="68327408"/>
                  </a:lnTo>
                  <a:lnTo>
                    <a:pt x="0" y="68182629"/>
                  </a:lnTo>
                  <a:close/>
                  <a:moveTo>
                    <a:pt x="142782789" y="144780"/>
                  </a:moveTo>
                  <a:lnTo>
                    <a:pt x="142927561" y="144780"/>
                  </a:lnTo>
                  <a:lnTo>
                    <a:pt x="142927561" y="68182629"/>
                  </a:lnTo>
                  <a:lnTo>
                    <a:pt x="142782789" y="68182629"/>
                  </a:lnTo>
                  <a:lnTo>
                    <a:pt x="142782789" y="144780"/>
                  </a:lnTo>
                  <a:close/>
                  <a:moveTo>
                    <a:pt x="144780" y="68182629"/>
                  </a:moveTo>
                  <a:lnTo>
                    <a:pt x="142782789" y="68182629"/>
                  </a:lnTo>
                  <a:lnTo>
                    <a:pt x="142782789" y="68327408"/>
                  </a:lnTo>
                  <a:lnTo>
                    <a:pt x="144780" y="68327408"/>
                  </a:lnTo>
                  <a:lnTo>
                    <a:pt x="144780" y="68182629"/>
                  </a:lnTo>
                  <a:close/>
                  <a:moveTo>
                    <a:pt x="142782789" y="0"/>
                  </a:moveTo>
                  <a:lnTo>
                    <a:pt x="142927561" y="0"/>
                  </a:lnTo>
                  <a:lnTo>
                    <a:pt x="142927561" y="144780"/>
                  </a:lnTo>
                  <a:lnTo>
                    <a:pt x="142782789" y="144780"/>
                  </a:lnTo>
                  <a:lnTo>
                    <a:pt x="142782789" y="0"/>
                  </a:lnTo>
                  <a:close/>
                  <a:moveTo>
                    <a:pt x="0" y="0"/>
                  </a:moveTo>
                  <a:lnTo>
                    <a:pt x="144780" y="0"/>
                  </a:lnTo>
                  <a:lnTo>
                    <a:pt x="144780" y="144780"/>
                  </a:lnTo>
                  <a:lnTo>
                    <a:pt x="0" y="144780"/>
                  </a:lnTo>
                  <a:lnTo>
                    <a:pt x="0" y="0"/>
                  </a:lnTo>
                  <a:close/>
                  <a:moveTo>
                    <a:pt x="144780" y="0"/>
                  </a:moveTo>
                  <a:lnTo>
                    <a:pt x="142782789" y="0"/>
                  </a:lnTo>
                  <a:lnTo>
                    <a:pt x="142782789" y="144780"/>
                  </a:lnTo>
                  <a:lnTo>
                    <a:pt x="144780" y="144780"/>
                  </a:lnTo>
                  <a:lnTo>
                    <a:pt x="144780" y="0"/>
                  </a:lnTo>
                  <a:close/>
                </a:path>
              </a:pathLst>
            </a:custGeom>
            <a:solidFill>
              <a:srgbClr val="292929"/>
            </a:solidFill>
            <a:ln>
              <a:noFill/>
            </a:ln>
          </p:spPr>
        </p:sp>
        <p:sp>
          <p:nvSpPr>
            <p:cNvPr id="298" name="Google Shape;298;g39ab14d6dc7_0_540"/>
            <p:cNvSpPr txBox="1"/>
            <p:nvPr/>
          </p:nvSpPr>
          <p:spPr>
            <a:xfrm>
              <a:off x="1388551" y="194741"/>
              <a:ext cx="10901100" cy="6210300"/>
            </a:xfrm>
            <a:prstGeom prst="rect">
              <a:avLst/>
            </a:prstGeom>
            <a:noFill/>
            <a:ln>
              <a:noFill/>
            </a:ln>
          </p:spPr>
          <p:txBody>
            <a:bodyPr anchorCtr="0" anchor="t" bIns="0" lIns="0" spcFirstLastPara="1" rIns="0" wrap="square" tIns="0">
              <a:spAutoFit/>
            </a:bodyPr>
            <a:lstStyle/>
            <a:p>
              <a:pPr indent="0" lvl="0" marL="0" marR="0" rtl="0" algn="ctr">
                <a:lnSpc>
                  <a:spcPct val="140055"/>
                </a:lnSpc>
                <a:spcBef>
                  <a:spcPts val="0"/>
                </a:spcBef>
                <a:spcAft>
                  <a:spcPts val="0"/>
                </a:spcAft>
                <a:buClr>
                  <a:srgbClr val="000000"/>
                </a:buClr>
                <a:buSzPts val="3218"/>
                <a:buFont typeface="Arial"/>
                <a:buNone/>
              </a:pPr>
              <a:r>
                <a:rPr b="1" i="0" lang="en-US" sz="3218" u="none" cap="none" strike="noStrike">
                  <a:solidFill>
                    <a:schemeClr val="dk1"/>
                  </a:solidFill>
                  <a:latin typeface="Arial"/>
                  <a:ea typeface="Arial"/>
                  <a:cs typeface="Arial"/>
                  <a:sym typeface="Arial"/>
                </a:rPr>
                <a:t>UNA VEZ QUE EL SISTEMA ESTÁ CONSTRUIDO SEGÚN REQUERIMIENTOS CLAROS Y PRINCIPIOS DE DISEÑO, ES FUNDAMENTAL COMPROBAR QUE CUMPLE LO ESPERADO. AQUÍ ES DONDE ENTRAN LAS PRUEBAS DE SOFTWARE (TESTING).</a:t>
              </a:r>
              <a:endParaRPr b="0" i="0" sz="1400" u="none" cap="none" strike="noStrike">
                <a:solidFill>
                  <a:schemeClr val="dk1"/>
                </a:solidFill>
                <a:latin typeface="Arial"/>
                <a:ea typeface="Arial"/>
                <a:cs typeface="Arial"/>
                <a:sym typeface="Arial"/>
              </a:endParaRPr>
            </a:p>
          </p:txBody>
        </p:sp>
      </p:grpSp>
      <p:cxnSp>
        <p:nvCxnSpPr>
          <p:cNvPr id="299" name="Google Shape;299;g39ab14d6dc7_0_540"/>
          <p:cNvCxnSpPr/>
          <p:nvPr/>
        </p:nvCxnSpPr>
        <p:spPr>
          <a:xfrm>
            <a:off x="11895325" y="4558450"/>
            <a:ext cx="3507000" cy="2984100"/>
          </a:xfrm>
          <a:prstGeom prst="straightConnector1">
            <a:avLst/>
          </a:prstGeom>
          <a:noFill/>
          <a:ln cap="flat" cmpd="sng" w="38100">
            <a:solidFill>
              <a:srgbClr val="000000"/>
            </a:solidFill>
            <a:prstDash val="solid"/>
            <a:round/>
            <a:headEnd len="sm" w="sm" type="none"/>
            <a:tailEnd len="med" w="med" type="stealth"/>
          </a:ln>
        </p:spPr>
      </p:cxnSp>
      <p:grpSp>
        <p:nvGrpSpPr>
          <p:cNvPr id="300" name="Google Shape;300;g39ab14d6dc7_0_540"/>
          <p:cNvGrpSpPr/>
          <p:nvPr/>
        </p:nvGrpSpPr>
        <p:grpSpPr>
          <a:xfrm>
            <a:off x="8601875" y="7561400"/>
            <a:ext cx="9043445" cy="1794942"/>
            <a:chOff x="0" y="0"/>
            <a:chExt cx="7665885" cy="3123269"/>
          </a:xfrm>
        </p:grpSpPr>
        <p:grpSp>
          <p:nvGrpSpPr>
            <p:cNvPr id="301" name="Google Shape;301;g39ab14d6dc7_0_540"/>
            <p:cNvGrpSpPr/>
            <p:nvPr/>
          </p:nvGrpSpPr>
          <p:grpSpPr>
            <a:xfrm>
              <a:off x="0" y="0"/>
              <a:ext cx="7665885" cy="3123269"/>
              <a:chOff x="0" y="0"/>
              <a:chExt cx="128622239" cy="52403834"/>
            </a:xfrm>
          </p:grpSpPr>
          <p:sp>
            <p:nvSpPr>
              <p:cNvPr id="302" name="Google Shape;302;g39ab14d6dc7_0_540"/>
              <p:cNvSpPr/>
              <p:nvPr/>
            </p:nvSpPr>
            <p:spPr>
              <a:xfrm>
                <a:off x="72390" y="72390"/>
                <a:ext cx="128477456" cy="52259051"/>
              </a:xfrm>
              <a:custGeom>
                <a:rect b="b" l="l" r="r" t="t"/>
                <a:pathLst>
                  <a:path extrusionOk="0" h="52259051" w="128477456">
                    <a:moveTo>
                      <a:pt x="0" y="0"/>
                    </a:moveTo>
                    <a:lnTo>
                      <a:pt x="128477456" y="0"/>
                    </a:lnTo>
                    <a:lnTo>
                      <a:pt x="128477456" y="52259051"/>
                    </a:lnTo>
                    <a:lnTo>
                      <a:pt x="0" y="52259051"/>
                    </a:lnTo>
                    <a:lnTo>
                      <a:pt x="0" y="0"/>
                    </a:lnTo>
                    <a:close/>
                  </a:path>
                </a:pathLst>
              </a:custGeom>
              <a:solidFill>
                <a:srgbClr val="EFEFEF"/>
              </a:solidFill>
              <a:ln>
                <a:noFill/>
              </a:ln>
            </p:spPr>
          </p:sp>
          <p:sp>
            <p:nvSpPr>
              <p:cNvPr id="303" name="Google Shape;303;g39ab14d6dc7_0_540"/>
              <p:cNvSpPr/>
              <p:nvPr/>
            </p:nvSpPr>
            <p:spPr>
              <a:xfrm>
                <a:off x="0" y="0"/>
                <a:ext cx="128622239" cy="52403834"/>
              </a:xfrm>
              <a:custGeom>
                <a:rect b="b" l="l" r="r" t="t"/>
                <a:pathLst>
                  <a:path extrusionOk="0" h="52403834" w="128622239">
                    <a:moveTo>
                      <a:pt x="128477466" y="52259049"/>
                    </a:moveTo>
                    <a:lnTo>
                      <a:pt x="128622239" y="52259049"/>
                    </a:lnTo>
                    <a:lnTo>
                      <a:pt x="128622239" y="52403834"/>
                    </a:lnTo>
                    <a:lnTo>
                      <a:pt x="128477466" y="52403834"/>
                    </a:lnTo>
                    <a:lnTo>
                      <a:pt x="128477466" y="52259049"/>
                    </a:lnTo>
                    <a:close/>
                    <a:moveTo>
                      <a:pt x="0" y="144780"/>
                    </a:moveTo>
                    <a:lnTo>
                      <a:pt x="144780" y="144780"/>
                    </a:lnTo>
                    <a:lnTo>
                      <a:pt x="144780" y="52259049"/>
                    </a:lnTo>
                    <a:lnTo>
                      <a:pt x="0" y="52259049"/>
                    </a:lnTo>
                    <a:lnTo>
                      <a:pt x="0" y="144780"/>
                    </a:lnTo>
                    <a:close/>
                    <a:moveTo>
                      <a:pt x="0" y="52259049"/>
                    </a:moveTo>
                    <a:lnTo>
                      <a:pt x="144780" y="52259049"/>
                    </a:lnTo>
                    <a:lnTo>
                      <a:pt x="144780" y="52403834"/>
                    </a:lnTo>
                    <a:lnTo>
                      <a:pt x="0" y="52403834"/>
                    </a:lnTo>
                    <a:lnTo>
                      <a:pt x="0" y="52259049"/>
                    </a:lnTo>
                    <a:close/>
                    <a:moveTo>
                      <a:pt x="128477466" y="144780"/>
                    </a:moveTo>
                    <a:lnTo>
                      <a:pt x="128622239" y="144780"/>
                    </a:lnTo>
                    <a:lnTo>
                      <a:pt x="128622239" y="52259049"/>
                    </a:lnTo>
                    <a:lnTo>
                      <a:pt x="128477466" y="52259049"/>
                    </a:lnTo>
                    <a:lnTo>
                      <a:pt x="128477466" y="144780"/>
                    </a:lnTo>
                    <a:close/>
                    <a:moveTo>
                      <a:pt x="144780" y="52259049"/>
                    </a:moveTo>
                    <a:lnTo>
                      <a:pt x="128477466" y="52259049"/>
                    </a:lnTo>
                    <a:lnTo>
                      <a:pt x="128477466" y="52403834"/>
                    </a:lnTo>
                    <a:lnTo>
                      <a:pt x="144780" y="52403834"/>
                    </a:lnTo>
                    <a:lnTo>
                      <a:pt x="144780" y="52259049"/>
                    </a:lnTo>
                    <a:close/>
                    <a:moveTo>
                      <a:pt x="128477466" y="0"/>
                    </a:moveTo>
                    <a:lnTo>
                      <a:pt x="128622239" y="0"/>
                    </a:lnTo>
                    <a:lnTo>
                      <a:pt x="128622239" y="144780"/>
                    </a:lnTo>
                    <a:lnTo>
                      <a:pt x="128477466" y="144780"/>
                    </a:lnTo>
                    <a:lnTo>
                      <a:pt x="128477466" y="0"/>
                    </a:lnTo>
                    <a:close/>
                    <a:moveTo>
                      <a:pt x="0" y="0"/>
                    </a:moveTo>
                    <a:lnTo>
                      <a:pt x="144780" y="0"/>
                    </a:lnTo>
                    <a:lnTo>
                      <a:pt x="144780" y="144780"/>
                    </a:lnTo>
                    <a:lnTo>
                      <a:pt x="0" y="144780"/>
                    </a:lnTo>
                    <a:lnTo>
                      <a:pt x="0" y="0"/>
                    </a:lnTo>
                    <a:close/>
                    <a:moveTo>
                      <a:pt x="144780" y="0"/>
                    </a:moveTo>
                    <a:lnTo>
                      <a:pt x="128477466" y="0"/>
                    </a:lnTo>
                    <a:lnTo>
                      <a:pt x="128477466" y="144780"/>
                    </a:lnTo>
                    <a:lnTo>
                      <a:pt x="144780" y="144780"/>
                    </a:lnTo>
                    <a:lnTo>
                      <a:pt x="144780" y="0"/>
                    </a:lnTo>
                    <a:close/>
                  </a:path>
                </a:pathLst>
              </a:custGeom>
              <a:solidFill>
                <a:srgbClr val="292929"/>
              </a:solidFill>
              <a:ln>
                <a:noFill/>
              </a:ln>
            </p:spPr>
          </p:sp>
        </p:grpSp>
        <p:sp>
          <p:nvSpPr>
            <p:cNvPr id="304" name="Google Shape;304;g39ab14d6dc7_0_540"/>
            <p:cNvSpPr txBox="1"/>
            <p:nvPr/>
          </p:nvSpPr>
          <p:spPr>
            <a:xfrm>
              <a:off x="778652" y="371271"/>
              <a:ext cx="6110400" cy="2143200"/>
            </a:xfrm>
            <a:prstGeom prst="rect">
              <a:avLst/>
            </a:prstGeom>
            <a:noFill/>
            <a:ln>
              <a:noFill/>
            </a:ln>
          </p:spPr>
          <p:txBody>
            <a:bodyPr anchorCtr="0" anchor="t" bIns="0" lIns="0" spcFirstLastPara="1" rIns="0" wrap="square" tIns="0">
              <a:spAutoFit/>
            </a:bodyPr>
            <a:lstStyle/>
            <a:p>
              <a:pPr indent="-362268" lvl="0" marL="457200" marR="0" rtl="0" algn="ctr">
                <a:lnSpc>
                  <a:spcPct val="140069"/>
                </a:lnSpc>
                <a:spcBef>
                  <a:spcPts val="0"/>
                </a:spcBef>
                <a:spcAft>
                  <a:spcPts val="0"/>
                </a:spcAft>
                <a:buClr>
                  <a:schemeClr val="dk1"/>
                </a:buClr>
                <a:buSzPts val="2105"/>
                <a:buFont typeface="Arial"/>
                <a:buChar char="●"/>
              </a:pPr>
              <a:r>
                <a:rPr b="1" i="0" lang="en-US" sz="2105" u="none" cap="none" strike="noStrike">
                  <a:solidFill>
                    <a:schemeClr val="dk1"/>
                  </a:solidFill>
                  <a:latin typeface="Arial"/>
                  <a:ea typeface="Arial"/>
                  <a:cs typeface="Arial"/>
                  <a:sym typeface="Arial"/>
                </a:rPr>
                <a:t>Primero Diseñamos Bien Con Solid, </a:t>
              </a:r>
              <a:endParaRPr b="1" i="0" sz="2105" u="none" cap="none" strike="noStrike">
                <a:solidFill>
                  <a:schemeClr val="dk1"/>
                </a:solidFill>
                <a:latin typeface="Arial"/>
                <a:ea typeface="Arial"/>
                <a:cs typeface="Arial"/>
                <a:sym typeface="Arial"/>
              </a:endParaRPr>
            </a:p>
            <a:p>
              <a:pPr indent="-362268" lvl="0" marL="457200" marR="0" rtl="0" algn="ctr">
                <a:lnSpc>
                  <a:spcPct val="140069"/>
                </a:lnSpc>
                <a:spcBef>
                  <a:spcPts val="0"/>
                </a:spcBef>
                <a:spcAft>
                  <a:spcPts val="0"/>
                </a:spcAft>
                <a:buClr>
                  <a:schemeClr val="dk1"/>
                </a:buClr>
                <a:buSzPts val="2105"/>
                <a:buFont typeface="Arial"/>
                <a:buChar char="●"/>
              </a:pPr>
              <a:r>
                <a:rPr b="1" i="0" lang="en-US" sz="2105" u="none" cap="none" strike="noStrike">
                  <a:solidFill>
                    <a:schemeClr val="dk1"/>
                  </a:solidFill>
                  <a:latin typeface="Arial"/>
                  <a:ea typeface="Arial"/>
                  <a:cs typeface="Arial"/>
                  <a:sym typeface="Arial"/>
                </a:rPr>
                <a:t>Luego </a:t>
              </a:r>
              <a:r>
                <a:rPr b="1" lang="en-US" sz="2105">
                  <a:solidFill>
                    <a:schemeClr val="dk1"/>
                  </a:solidFill>
                </a:rPr>
                <a:t>e</a:t>
              </a:r>
              <a:r>
                <a:rPr b="1" i="0" lang="en-US" sz="2105" u="none" cap="none" strike="noStrike">
                  <a:solidFill>
                    <a:schemeClr val="dk1"/>
                  </a:solidFill>
                  <a:latin typeface="Arial"/>
                  <a:ea typeface="Arial"/>
                  <a:cs typeface="Arial"/>
                  <a:sym typeface="Arial"/>
                </a:rPr>
                <a:t>scribimos </a:t>
              </a:r>
              <a:r>
                <a:rPr b="1" lang="en-US" sz="2105">
                  <a:solidFill>
                    <a:schemeClr val="dk1"/>
                  </a:solidFill>
                </a:rPr>
                <a:t>p</a:t>
              </a:r>
              <a:r>
                <a:rPr b="1" i="0" lang="en-US" sz="2105" u="none" cap="none" strike="noStrike">
                  <a:solidFill>
                    <a:schemeClr val="dk1"/>
                  </a:solidFill>
                  <a:latin typeface="Arial"/>
                  <a:ea typeface="Arial"/>
                  <a:cs typeface="Arial"/>
                  <a:sym typeface="Arial"/>
                </a:rPr>
                <a:t>ruebas </a:t>
              </a:r>
              <a:r>
                <a:rPr b="1" lang="en-US" sz="2105">
                  <a:solidFill>
                    <a:schemeClr val="dk1"/>
                  </a:solidFill>
                </a:rPr>
                <a:t>p</a:t>
              </a:r>
              <a:r>
                <a:rPr b="1" i="0" lang="en-US" sz="2105" u="none" cap="none" strike="noStrike">
                  <a:solidFill>
                    <a:schemeClr val="dk1"/>
                  </a:solidFill>
                  <a:latin typeface="Arial"/>
                  <a:ea typeface="Arial"/>
                  <a:cs typeface="Arial"/>
                  <a:sym typeface="Arial"/>
                </a:rPr>
                <a:t>ara </a:t>
              </a:r>
              <a:r>
                <a:rPr b="1" lang="en-US" sz="2105">
                  <a:solidFill>
                    <a:schemeClr val="dk1"/>
                  </a:solidFill>
                </a:rPr>
                <a:t>v</a:t>
              </a:r>
              <a:r>
                <a:rPr b="1" i="0" lang="en-US" sz="2105" u="none" cap="none" strike="noStrike">
                  <a:solidFill>
                    <a:schemeClr val="dk1"/>
                  </a:solidFill>
                  <a:latin typeface="Arial"/>
                  <a:ea typeface="Arial"/>
                  <a:cs typeface="Arial"/>
                  <a:sym typeface="Arial"/>
                </a:rPr>
                <a:t>erificar </a:t>
              </a:r>
              <a:r>
                <a:rPr b="1" lang="en-US" sz="2105">
                  <a:solidFill>
                    <a:schemeClr val="dk1"/>
                  </a:solidFill>
                </a:rPr>
                <a:t>q</a:t>
              </a:r>
              <a:r>
                <a:rPr b="1" i="0" lang="en-US" sz="2105" u="none" cap="none" strike="noStrike">
                  <a:solidFill>
                    <a:schemeClr val="dk1"/>
                  </a:solidFill>
                  <a:latin typeface="Arial"/>
                  <a:ea typeface="Arial"/>
                  <a:cs typeface="Arial"/>
                  <a:sym typeface="Arial"/>
                </a:rPr>
                <a:t>ue </a:t>
              </a:r>
              <a:r>
                <a:rPr b="1" lang="en-US" sz="2105">
                  <a:solidFill>
                    <a:schemeClr val="dk1"/>
                  </a:solidFill>
                </a:rPr>
                <a:t>el c</a:t>
              </a:r>
              <a:r>
                <a:rPr b="1" i="0" lang="en-US" sz="2105" u="none" cap="none" strike="noStrike">
                  <a:solidFill>
                    <a:schemeClr val="dk1"/>
                  </a:solidFill>
                  <a:latin typeface="Arial"/>
                  <a:ea typeface="Arial"/>
                  <a:cs typeface="Arial"/>
                  <a:sym typeface="Arial"/>
                </a:rPr>
                <a:t>omportamiento </a:t>
              </a:r>
              <a:r>
                <a:rPr b="1" lang="en-US" sz="2105">
                  <a:solidFill>
                    <a:schemeClr val="dk1"/>
                  </a:solidFill>
                </a:rPr>
                <a:t>s</a:t>
              </a:r>
              <a:r>
                <a:rPr b="1" i="0" lang="en-US" sz="2105" u="none" cap="none" strike="noStrike">
                  <a:solidFill>
                    <a:schemeClr val="dk1"/>
                  </a:solidFill>
                  <a:latin typeface="Arial"/>
                  <a:ea typeface="Arial"/>
                  <a:cs typeface="Arial"/>
                  <a:sym typeface="Arial"/>
                </a:rPr>
                <a:t>ea </a:t>
              </a:r>
              <a:r>
                <a:rPr b="1" lang="en-US" sz="2105">
                  <a:solidFill>
                    <a:schemeClr val="dk1"/>
                  </a:solidFill>
                </a:rPr>
                <a:t>e</a:t>
              </a:r>
              <a:r>
                <a:rPr b="1" i="0" lang="en-US" sz="2105" u="none" cap="none" strike="noStrike">
                  <a:solidFill>
                    <a:schemeClr val="dk1"/>
                  </a:solidFill>
                  <a:latin typeface="Arial"/>
                  <a:ea typeface="Arial"/>
                  <a:cs typeface="Arial"/>
                  <a:sym typeface="Arial"/>
                </a:rPr>
                <a:t>l </a:t>
              </a:r>
              <a:r>
                <a:rPr b="1" lang="en-US" sz="2105">
                  <a:solidFill>
                    <a:schemeClr val="dk1"/>
                  </a:solidFill>
                </a:rPr>
                <a:t>e</a:t>
              </a:r>
              <a:r>
                <a:rPr b="1" i="0" lang="en-US" sz="2105" u="none" cap="none" strike="noStrike">
                  <a:solidFill>
                    <a:schemeClr val="dk1"/>
                  </a:solidFill>
                  <a:latin typeface="Arial"/>
                  <a:ea typeface="Arial"/>
                  <a:cs typeface="Arial"/>
                  <a:sym typeface="Arial"/>
                </a:rPr>
                <a:t>sperado.</a:t>
              </a:r>
              <a:endParaRPr b="0" i="0" sz="1500" u="none" cap="none" strike="noStrike">
                <a:solidFill>
                  <a:schemeClr val="dk1"/>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grpSp>
        <p:nvGrpSpPr>
          <p:cNvPr id="309" name="Google Shape;309;g39ab14d6dc7_0_552"/>
          <p:cNvGrpSpPr/>
          <p:nvPr/>
        </p:nvGrpSpPr>
        <p:grpSpPr>
          <a:xfrm>
            <a:off x="1259869" y="1028700"/>
            <a:ext cx="10017681" cy="5751432"/>
            <a:chOff x="0" y="0"/>
            <a:chExt cx="13356908" cy="7668576"/>
          </a:xfrm>
        </p:grpSpPr>
        <p:sp>
          <p:nvSpPr>
            <p:cNvPr id="310" name="Google Shape;310;g39ab14d6dc7_0_552"/>
            <p:cNvSpPr txBox="1"/>
            <p:nvPr/>
          </p:nvSpPr>
          <p:spPr>
            <a:xfrm>
              <a:off x="0" y="0"/>
              <a:ext cx="13356900" cy="44652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Clr>
                  <a:srgbClr val="000000"/>
                </a:buClr>
                <a:buSzPts val="6399"/>
                <a:buFont typeface="Arial"/>
                <a:buNone/>
              </a:pPr>
              <a:r>
                <a:rPr b="1" i="0" lang="en-US" sz="6399" u="none" cap="none" strike="noStrike">
                  <a:solidFill>
                    <a:srgbClr val="292929"/>
                  </a:solidFill>
                  <a:latin typeface="Arial"/>
                  <a:ea typeface="Arial"/>
                  <a:cs typeface="Arial"/>
                  <a:sym typeface="Arial"/>
                </a:rPr>
                <a:t>PRUEBAS FUNCIONALES Y NO FUNCIONALES</a:t>
              </a:r>
              <a:endParaRPr b="0" i="0" sz="1400" u="none" cap="none" strike="noStrike">
                <a:solidFill>
                  <a:srgbClr val="000000"/>
                </a:solidFill>
                <a:latin typeface="Arial"/>
                <a:ea typeface="Arial"/>
                <a:cs typeface="Arial"/>
                <a:sym typeface="Arial"/>
              </a:endParaRPr>
            </a:p>
          </p:txBody>
        </p:sp>
        <p:sp>
          <p:nvSpPr>
            <p:cNvPr id="311" name="Google Shape;311;g39ab14d6dc7_0_552"/>
            <p:cNvSpPr txBox="1"/>
            <p:nvPr/>
          </p:nvSpPr>
          <p:spPr>
            <a:xfrm>
              <a:off x="8" y="4787976"/>
              <a:ext cx="13356900" cy="2880600"/>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Clr>
                  <a:srgbClr val="000000"/>
                </a:buClr>
                <a:buSzPts val="2699"/>
                <a:buFont typeface="Arial"/>
                <a:buNone/>
              </a:pPr>
              <a:r>
                <a:rPr b="0" i="0" lang="en-US" sz="2699" u="none" cap="none" strike="noStrike">
                  <a:solidFill>
                    <a:srgbClr val="292929"/>
                  </a:solidFill>
                  <a:latin typeface="Arial"/>
                  <a:ea typeface="Arial"/>
                  <a:cs typeface="Arial"/>
                  <a:sym typeface="Arial"/>
                </a:rPr>
                <a:t>Las pruebas de software son un proceso sistemático de evaluación de una aplicación para encontrar errores y asegurar que cumple con los requisitos especificados.</a:t>
              </a:r>
              <a:endParaRPr sz="2699">
                <a:solidFill>
                  <a:srgbClr val="292929"/>
                </a:solidFill>
              </a:endParaRPr>
            </a:p>
            <a:p>
              <a:pPr indent="0" lvl="0" marL="0" marR="0" rtl="0" algn="l">
                <a:lnSpc>
                  <a:spcPct val="119303"/>
                </a:lnSpc>
                <a:spcBef>
                  <a:spcPts val="0"/>
                </a:spcBef>
                <a:spcAft>
                  <a:spcPts val="0"/>
                </a:spcAft>
                <a:buClr>
                  <a:srgbClr val="000000"/>
                </a:buClr>
                <a:buSzPts val="2699"/>
                <a:buFont typeface="Arial"/>
                <a:buNone/>
              </a:pPr>
              <a:r>
                <a:t/>
              </a:r>
              <a:endParaRPr b="0" i="0" sz="2699" u="none" cap="none" strike="noStrike">
                <a:solidFill>
                  <a:srgbClr val="292929"/>
                </a:solidFill>
                <a:latin typeface="Arial"/>
                <a:ea typeface="Arial"/>
                <a:cs typeface="Arial"/>
                <a:sym typeface="Arial"/>
              </a:endParaRPr>
            </a:p>
          </p:txBody>
        </p:sp>
      </p:grpSp>
      <p:sp>
        <p:nvSpPr>
          <p:cNvPr id="312" name="Google Shape;312;g39ab14d6dc7_0_552"/>
          <p:cNvSpPr/>
          <p:nvPr/>
        </p:nvSpPr>
        <p:spPr>
          <a:xfrm>
            <a:off x="11258847" y="4320900"/>
            <a:ext cx="6093674" cy="5752403"/>
          </a:xfrm>
          <a:custGeom>
            <a:rect b="b" l="l" r="r" t="t"/>
            <a:pathLst>
              <a:path extrusionOk="0" h="3393748" w="3418611">
                <a:moveTo>
                  <a:pt x="0" y="0"/>
                </a:moveTo>
                <a:lnTo>
                  <a:pt x="3418611" y="0"/>
                </a:lnTo>
                <a:lnTo>
                  <a:pt x="3418611" y="3393747"/>
                </a:lnTo>
                <a:lnTo>
                  <a:pt x="0" y="3393747"/>
                </a:lnTo>
                <a:lnTo>
                  <a:pt x="0" y="0"/>
                </a:lnTo>
                <a:close/>
              </a:path>
            </a:pathLst>
          </a:custGeom>
          <a:blipFill rotWithShape="1">
            <a:blip r:embed="rId3">
              <a:alphaModFix/>
            </a:blip>
            <a:stretch>
              <a:fillRect b="0" l="0" r="0" t="0"/>
            </a:stretch>
          </a:blipFill>
          <a:ln>
            <a:noFill/>
          </a:ln>
        </p:spPr>
      </p:sp>
      <p:sp>
        <p:nvSpPr>
          <p:cNvPr id="313" name="Google Shape;313;g39ab14d6dc7_0_552"/>
          <p:cNvSpPr txBox="1"/>
          <p:nvPr/>
        </p:nvSpPr>
        <p:spPr>
          <a:xfrm>
            <a:off x="12129727" y="5524024"/>
            <a:ext cx="4200300" cy="319530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rgbClr val="000000"/>
              </a:buClr>
              <a:buSzPts val="2965"/>
              <a:buFont typeface="Arial"/>
              <a:buNone/>
            </a:pPr>
            <a:r>
              <a:rPr i="0" lang="en-US" sz="2965" u="none" cap="none" strike="noStrike">
                <a:solidFill>
                  <a:srgbClr val="292929"/>
                </a:solidFill>
                <a:latin typeface="Ultra"/>
                <a:ea typeface="Ultra"/>
                <a:cs typeface="Ultra"/>
                <a:sym typeface="Ultra"/>
              </a:rPr>
              <a:t>El objetivo principal de las pruebas no es demostrar que un software está libre de errores</a:t>
            </a:r>
            <a:endParaRPr b="0" i="0" sz="2077"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7" name="Shape 317"/>
        <p:cNvGrpSpPr/>
        <p:nvPr/>
      </p:nvGrpSpPr>
      <p:grpSpPr>
        <a:xfrm>
          <a:off x="0" y="0"/>
          <a:ext cx="0" cy="0"/>
          <a:chOff x="0" y="0"/>
          <a:chExt cx="0" cy="0"/>
        </a:xfrm>
      </p:grpSpPr>
      <p:grpSp>
        <p:nvGrpSpPr>
          <p:cNvPr id="318" name="Google Shape;318;g39ab14d6dc7_0_560"/>
          <p:cNvGrpSpPr/>
          <p:nvPr/>
        </p:nvGrpSpPr>
        <p:grpSpPr>
          <a:xfrm>
            <a:off x="9144000" y="1274556"/>
            <a:ext cx="8118724" cy="7595065"/>
            <a:chOff x="0" y="0"/>
            <a:chExt cx="162374486" cy="151901302"/>
          </a:xfrm>
        </p:grpSpPr>
        <p:sp>
          <p:nvSpPr>
            <p:cNvPr id="319" name="Google Shape;319;g39ab14d6dc7_0_560"/>
            <p:cNvSpPr/>
            <p:nvPr/>
          </p:nvSpPr>
          <p:spPr>
            <a:xfrm>
              <a:off x="72390" y="72390"/>
              <a:ext cx="162229703" cy="151756519"/>
            </a:xfrm>
            <a:custGeom>
              <a:rect b="b" l="l" r="r" t="t"/>
              <a:pathLst>
                <a:path extrusionOk="0" h="151756519" w="162229703">
                  <a:moveTo>
                    <a:pt x="0" y="0"/>
                  </a:moveTo>
                  <a:lnTo>
                    <a:pt x="162229703" y="0"/>
                  </a:lnTo>
                  <a:lnTo>
                    <a:pt x="162229703" y="151756519"/>
                  </a:lnTo>
                  <a:lnTo>
                    <a:pt x="0" y="151756519"/>
                  </a:lnTo>
                  <a:lnTo>
                    <a:pt x="0" y="0"/>
                  </a:lnTo>
                  <a:close/>
                </a:path>
              </a:pathLst>
            </a:custGeom>
            <a:solidFill>
              <a:srgbClr val="EDEBEB"/>
            </a:solidFill>
            <a:ln>
              <a:noFill/>
            </a:ln>
          </p:spPr>
        </p:sp>
        <p:sp>
          <p:nvSpPr>
            <p:cNvPr id="320" name="Google Shape;320;g39ab14d6dc7_0_560"/>
            <p:cNvSpPr/>
            <p:nvPr/>
          </p:nvSpPr>
          <p:spPr>
            <a:xfrm>
              <a:off x="0" y="0"/>
              <a:ext cx="162374486" cy="151901302"/>
            </a:xfrm>
            <a:custGeom>
              <a:rect b="b" l="l" r="r" t="t"/>
              <a:pathLst>
                <a:path extrusionOk="0" h="151901302" w="162374486">
                  <a:moveTo>
                    <a:pt x="162229701" y="151756517"/>
                  </a:moveTo>
                  <a:lnTo>
                    <a:pt x="162374486" y="151756517"/>
                  </a:lnTo>
                  <a:lnTo>
                    <a:pt x="162374486" y="151901302"/>
                  </a:lnTo>
                  <a:lnTo>
                    <a:pt x="162229701" y="151901302"/>
                  </a:lnTo>
                  <a:lnTo>
                    <a:pt x="162229701" y="151756517"/>
                  </a:lnTo>
                  <a:close/>
                  <a:moveTo>
                    <a:pt x="0" y="144780"/>
                  </a:moveTo>
                  <a:lnTo>
                    <a:pt x="144780" y="144780"/>
                  </a:lnTo>
                  <a:lnTo>
                    <a:pt x="144780" y="151756517"/>
                  </a:lnTo>
                  <a:lnTo>
                    <a:pt x="0" y="151756517"/>
                  </a:lnTo>
                  <a:lnTo>
                    <a:pt x="0" y="144780"/>
                  </a:lnTo>
                  <a:close/>
                  <a:moveTo>
                    <a:pt x="0" y="151756517"/>
                  </a:moveTo>
                  <a:lnTo>
                    <a:pt x="144780" y="151756517"/>
                  </a:lnTo>
                  <a:lnTo>
                    <a:pt x="144780" y="151901302"/>
                  </a:lnTo>
                  <a:lnTo>
                    <a:pt x="0" y="151901302"/>
                  </a:lnTo>
                  <a:lnTo>
                    <a:pt x="0" y="151756517"/>
                  </a:lnTo>
                  <a:close/>
                  <a:moveTo>
                    <a:pt x="162229701" y="144780"/>
                  </a:moveTo>
                  <a:lnTo>
                    <a:pt x="162374486" y="144780"/>
                  </a:lnTo>
                  <a:lnTo>
                    <a:pt x="162374486" y="151756517"/>
                  </a:lnTo>
                  <a:lnTo>
                    <a:pt x="162229701" y="151756517"/>
                  </a:lnTo>
                  <a:lnTo>
                    <a:pt x="162229701" y="144780"/>
                  </a:lnTo>
                  <a:close/>
                  <a:moveTo>
                    <a:pt x="144780" y="151756517"/>
                  </a:moveTo>
                  <a:lnTo>
                    <a:pt x="162229701" y="151756517"/>
                  </a:lnTo>
                  <a:lnTo>
                    <a:pt x="162229701" y="151901302"/>
                  </a:lnTo>
                  <a:lnTo>
                    <a:pt x="144780" y="151901302"/>
                  </a:lnTo>
                  <a:lnTo>
                    <a:pt x="144780" y="151756517"/>
                  </a:lnTo>
                  <a:close/>
                  <a:moveTo>
                    <a:pt x="162229701" y="0"/>
                  </a:moveTo>
                  <a:lnTo>
                    <a:pt x="162374486" y="0"/>
                  </a:lnTo>
                  <a:lnTo>
                    <a:pt x="162374486" y="144780"/>
                  </a:lnTo>
                  <a:lnTo>
                    <a:pt x="162229701" y="144780"/>
                  </a:lnTo>
                  <a:lnTo>
                    <a:pt x="162229701" y="0"/>
                  </a:lnTo>
                  <a:close/>
                  <a:moveTo>
                    <a:pt x="0" y="0"/>
                  </a:moveTo>
                  <a:lnTo>
                    <a:pt x="144780" y="0"/>
                  </a:lnTo>
                  <a:lnTo>
                    <a:pt x="144780" y="144780"/>
                  </a:lnTo>
                  <a:lnTo>
                    <a:pt x="0" y="144780"/>
                  </a:lnTo>
                  <a:lnTo>
                    <a:pt x="0" y="0"/>
                  </a:lnTo>
                  <a:close/>
                  <a:moveTo>
                    <a:pt x="144780" y="0"/>
                  </a:moveTo>
                  <a:lnTo>
                    <a:pt x="162229701" y="0"/>
                  </a:lnTo>
                  <a:lnTo>
                    <a:pt x="162229701" y="144780"/>
                  </a:lnTo>
                  <a:lnTo>
                    <a:pt x="144780" y="144780"/>
                  </a:lnTo>
                  <a:lnTo>
                    <a:pt x="144780" y="0"/>
                  </a:lnTo>
                  <a:close/>
                </a:path>
              </a:pathLst>
            </a:custGeom>
            <a:solidFill>
              <a:srgbClr val="292929"/>
            </a:solidFill>
            <a:ln>
              <a:noFill/>
            </a:ln>
          </p:spPr>
        </p:sp>
      </p:grpSp>
      <p:sp>
        <p:nvSpPr>
          <p:cNvPr id="321" name="Google Shape;321;g39ab14d6dc7_0_560"/>
          <p:cNvSpPr txBox="1"/>
          <p:nvPr/>
        </p:nvSpPr>
        <p:spPr>
          <a:xfrm>
            <a:off x="10354899" y="4169050"/>
            <a:ext cx="6487200" cy="216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400"/>
              <a:buFont typeface="Arial"/>
              <a:buNone/>
            </a:pPr>
            <a:r>
              <a:rPr b="1" i="0" lang="en-US" sz="6400" u="none" cap="none" strike="noStrike">
                <a:solidFill>
                  <a:srgbClr val="292929"/>
                </a:solidFill>
                <a:latin typeface="Arial"/>
                <a:ea typeface="Arial"/>
                <a:cs typeface="Arial"/>
                <a:sym typeface="Arial"/>
              </a:rPr>
              <a:t>PRUEBAS FUNCIONALES</a:t>
            </a:r>
            <a:endParaRPr b="0" i="0" sz="1400" u="none" cap="none" strike="noStrike">
              <a:solidFill>
                <a:srgbClr val="000000"/>
              </a:solidFill>
              <a:latin typeface="Arial"/>
              <a:ea typeface="Arial"/>
              <a:cs typeface="Arial"/>
              <a:sym typeface="Arial"/>
            </a:endParaRPr>
          </a:p>
        </p:txBody>
      </p:sp>
      <p:sp>
        <p:nvSpPr>
          <p:cNvPr id="322" name="Google Shape;322;g39ab14d6dc7_0_560"/>
          <p:cNvSpPr txBox="1"/>
          <p:nvPr/>
        </p:nvSpPr>
        <p:spPr>
          <a:xfrm>
            <a:off x="1280298" y="2571762"/>
            <a:ext cx="6818700" cy="5064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500"/>
              <a:buFont typeface="Arial"/>
              <a:buNone/>
            </a:pPr>
            <a:r>
              <a:rPr b="0" i="0" lang="en-US" sz="3500" u="none" cap="none" strike="noStrike">
                <a:solidFill>
                  <a:schemeClr val="dk1"/>
                </a:solidFill>
                <a:latin typeface="Arial"/>
                <a:ea typeface="Arial"/>
                <a:cs typeface="Arial"/>
                <a:sym typeface="Arial"/>
              </a:rPr>
              <a:t>Se centran en el comportamiento observable del sistema. </a:t>
            </a:r>
            <a:endParaRPr b="0" i="0" sz="3500" u="none" cap="none" strike="noStrike">
              <a:solidFill>
                <a:schemeClr val="dk1"/>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3500"/>
              <a:buFont typeface="Arial"/>
              <a:buNone/>
            </a:pPr>
            <a:r>
              <a:t/>
            </a:r>
            <a:endParaRPr sz="3500">
              <a:solidFill>
                <a:schemeClr val="dk1"/>
              </a:solidFill>
            </a:endParaRPr>
          </a:p>
          <a:p>
            <a:pPr indent="0" lvl="0" marL="0" marR="0" rtl="0" algn="l">
              <a:lnSpc>
                <a:spcPct val="140000"/>
              </a:lnSpc>
              <a:spcBef>
                <a:spcPts val="0"/>
              </a:spcBef>
              <a:spcAft>
                <a:spcPts val="0"/>
              </a:spcAft>
              <a:buClr>
                <a:srgbClr val="000000"/>
              </a:buClr>
              <a:buSzPts val="3500"/>
              <a:buFont typeface="Arial"/>
              <a:buNone/>
            </a:pPr>
            <a:r>
              <a:rPr b="0" i="0" lang="en-US" sz="3500" u="none" cap="none" strike="noStrike">
                <a:solidFill>
                  <a:schemeClr val="dk1"/>
                </a:solidFill>
                <a:latin typeface="Arial"/>
                <a:ea typeface="Arial"/>
                <a:cs typeface="Arial"/>
                <a:sym typeface="Arial"/>
              </a:rPr>
              <a:t>Buscan verificar que las funciones implementadas hacen lo que se espera que hagan según los requisitos del negocio.</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6" name="Shape 326"/>
        <p:cNvGrpSpPr/>
        <p:nvPr/>
      </p:nvGrpSpPr>
      <p:grpSpPr>
        <a:xfrm>
          <a:off x="0" y="0"/>
          <a:ext cx="0" cy="0"/>
          <a:chOff x="0" y="0"/>
          <a:chExt cx="0" cy="0"/>
        </a:xfrm>
      </p:grpSpPr>
      <p:grpSp>
        <p:nvGrpSpPr>
          <p:cNvPr id="327" name="Google Shape;327;g39ab14d6dc7_0_568"/>
          <p:cNvGrpSpPr/>
          <p:nvPr/>
        </p:nvGrpSpPr>
        <p:grpSpPr>
          <a:xfrm>
            <a:off x="9144000" y="1274556"/>
            <a:ext cx="8118724" cy="7595065"/>
            <a:chOff x="0" y="0"/>
            <a:chExt cx="162374486" cy="151901302"/>
          </a:xfrm>
        </p:grpSpPr>
        <p:sp>
          <p:nvSpPr>
            <p:cNvPr id="328" name="Google Shape;328;g39ab14d6dc7_0_568"/>
            <p:cNvSpPr/>
            <p:nvPr/>
          </p:nvSpPr>
          <p:spPr>
            <a:xfrm>
              <a:off x="72390" y="72390"/>
              <a:ext cx="162229703" cy="151756519"/>
            </a:xfrm>
            <a:custGeom>
              <a:rect b="b" l="l" r="r" t="t"/>
              <a:pathLst>
                <a:path extrusionOk="0" h="151756519" w="162229703">
                  <a:moveTo>
                    <a:pt x="0" y="0"/>
                  </a:moveTo>
                  <a:lnTo>
                    <a:pt x="162229703" y="0"/>
                  </a:lnTo>
                  <a:lnTo>
                    <a:pt x="162229703" y="151756519"/>
                  </a:lnTo>
                  <a:lnTo>
                    <a:pt x="0" y="151756519"/>
                  </a:lnTo>
                  <a:lnTo>
                    <a:pt x="0" y="0"/>
                  </a:lnTo>
                  <a:close/>
                </a:path>
              </a:pathLst>
            </a:custGeom>
            <a:solidFill>
              <a:srgbClr val="EDEBEB"/>
            </a:solidFill>
            <a:ln>
              <a:noFill/>
            </a:ln>
          </p:spPr>
        </p:sp>
        <p:sp>
          <p:nvSpPr>
            <p:cNvPr id="329" name="Google Shape;329;g39ab14d6dc7_0_568"/>
            <p:cNvSpPr/>
            <p:nvPr/>
          </p:nvSpPr>
          <p:spPr>
            <a:xfrm>
              <a:off x="0" y="0"/>
              <a:ext cx="162374486" cy="151901302"/>
            </a:xfrm>
            <a:custGeom>
              <a:rect b="b" l="l" r="r" t="t"/>
              <a:pathLst>
                <a:path extrusionOk="0" h="151901302" w="162374486">
                  <a:moveTo>
                    <a:pt x="162229701" y="151756517"/>
                  </a:moveTo>
                  <a:lnTo>
                    <a:pt x="162374486" y="151756517"/>
                  </a:lnTo>
                  <a:lnTo>
                    <a:pt x="162374486" y="151901302"/>
                  </a:lnTo>
                  <a:lnTo>
                    <a:pt x="162229701" y="151901302"/>
                  </a:lnTo>
                  <a:lnTo>
                    <a:pt x="162229701" y="151756517"/>
                  </a:lnTo>
                  <a:close/>
                  <a:moveTo>
                    <a:pt x="0" y="144780"/>
                  </a:moveTo>
                  <a:lnTo>
                    <a:pt x="144780" y="144780"/>
                  </a:lnTo>
                  <a:lnTo>
                    <a:pt x="144780" y="151756517"/>
                  </a:lnTo>
                  <a:lnTo>
                    <a:pt x="0" y="151756517"/>
                  </a:lnTo>
                  <a:lnTo>
                    <a:pt x="0" y="144780"/>
                  </a:lnTo>
                  <a:close/>
                  <a:moveTo>
                    <a:pt x="0" y="151756517"/>
                  </a:moveTo>
                  <a:lnTo>
                    <a:pt x="144780" y="151756517"/>
                  </a:lnTo>
                  <a:lnTo>
                    <a:pt x="144780" y="151901302"/>
                  </a:lnTo>
                  <a:lnTo>
                    <a:pt x="0" y="151901302"/>
                  </a:lnTo>
                  <a:lnTo>
                    <a:pt x="0" y="151756517"/>
                  </a:lnTo>
                  <a:close/>
                  <a:moveTo>
                    <a:pt x="162229701" y="144780"/>
                  </a:moveTo>
                  <a:lnTo>
                    <a:pt x="162374486" y="144780"/>
                  </a:lnTo>
                  <a:lnTo>
                    <a:pt x="162374486" y="151756517"/>
                  </a:lnTo>
                  <a:lnTo>
                    <a:pt x="162229701" y="151756517"/>
                  </a:lnTo>
                  <a:lnTo>
                    <a:pt x="162229701" y="144780"/>
                  </a:lnTo>
                  <a:close/>
                  <a:moveTo>
                    <a:pt x="144780" y="151756517"/>
                  </a:moveTo>
                  <a:lnTo>
                    <a:pt x="162229701" y="151756517"/>
                  </a:lnTo>
                  <a:lnTo>
                    <a:pt x="162229701" y="151901302"/>
                  </a:lnTo>
                  <a:lnTo>
                    <a:pt x="144780" y="151901302"/>
                  </a:lnTo>
                  <a:lnTo>
                    <a:pt x="144780" y="151756517"/>
                  </a:lnTo>
                  <a:close/>
                  <a:moveTo>
                    <a:pt x="162229701" y="0"/>
                  </a:moveTo>
                  <a:lnTo>
                    <a:pt x="162374486" y="0"/>
                  </a:lnTo>
                  <a:lnTo>
                    <a:pt x="162374486" y="144780"/>
                  </a:lnTo>
                  <a:lnTo>
                    <a:pt x="162229701" y="144780"/>
                  </a:lnTo>
                  <a:lnTo>
                    <a:pt x="162229701" y="0"/>
                  </a:lnTo>
                  <a:close/>
                  <a:moveTo>
                    <a:pt x="0" y="0"/>
                  </a:moveTo>
                  <a:lnTo>
                    <a:pt x="144780" y="0"/>
                  </a:lnTo>
                  <a:lnTo>
                    <a:pt x="144780" y="144780"/>
                  </a:lnTo>
                  <a:lnTo>
                    <a:pt x="0" y="144780"/>
                  </a:lnTo>
                  <a:lnTo>
                    <a:pt x="0" y="0"/>
                  </a:lnTo>
                  <a:close/>
                  <a:moveTo>
                    <a:pt x="144780" y="0"/>
                  </a:moveTo>
                  <a:lnTo>
                    <a:pt x="162229701" y="0"/>
                  </a:lnTo>
                  <a:lnTo>
                    <a:pt x="162229701" y="144780"/>
                  </a:lnTo>
                  <a:lnTo>
                    <a:pt x="144780" y="144780"/>
                  </a:lnTo>
                  <a:lnTo>
                    <a:pt x="144780" y="0"/>
                  </a:lnTo>
                  <a:close/>
                </a:path>
              </a:pathLst>
            </a:custGeom>
            <a:solidFill>
              <a:srgbClr val="292929"/>
            </a:solidFill>
            <a:ln>
              <a:noFill/>
            </a:ln>
          </p:spPr>
        </p:sp>
      </p:grpSp>
      <p:sp>
        <p:nvSpPr>
          <p:cNvPr id="330" name="Google Shape;330;g39ab14d6dc7_0_568"/>
          <p:cNvSpPr txBox="1"/>
          <p:nvPr/>
        </p:nvSpPr>
        <p:spPr>
          <a:xfrm>
            <a:off x="10354899" y="4169050"/>
            <a:ext cx="6289800" cy="216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400"/>
              <a:buFont typeface="Arial"/>
              <a:buNone/>
            </a:pPr>
            <a:r>
              <a:rPr b="1" i="0" lang="en-US" sz="6400" u="none" cap="none" strike="noStrike">
                <a:solidFill>
                  <a:srgbClr val="292929"/>
                </a:solidFill>
                <a:latin typeface="Arial"/>
                <a:ea typeface="Arial"/>
                <a:cs typeface="Arial"/>
                <a:sym typeface="Arial"/>
              </a:rPr>
              <a:t>PRUEBAS FUNCIONALES</a:t>
            </a:r>
            <a:endParaRPr b="0" i="0" sz="1400" u="none" cap="none" strike="noStrike">
              <a:solidFill>
                <a:srgbClr val="000000"/>
              </a:solidFill>
              <a:latin typeface="Arial"/>
              <a:ea typeface="Arial"/>
              <a:cs typeface="Arial"/>
              <a:sym typeface="Arial"/>
            </a:endParaRPr>
          </a:p>
        </p:txBody>
      </p:sp>
      <p:sp>
        <p:nvSpPr>
          <p:cNvPr id="331" name="Google Shape;331;g39ab14d6dc7_0_568"/>
          <p:cNvSpPr txBox="1"/>
          <p:nvPr/>
        </p:nvSpPr>
        <p:spPr>
          <a:xfrm>
            <a:off x="1028700" y="962025"/>
            <a:ext cx="6818700" cy="355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500"/>
              <a:buFont typeface="Arial"/>
              <a:buNone/>
            </a:pPr>
            <a:r>
              <a:rPr b="0" i="0" lang="en-US" sz="3500" u="none" cap="none" strike="noStrike">
                <a:solidFill>
                  <a:schemeClr val="dk1"/>
                </a:solidFill>
                <a:latin typeface="Arial"/>
                <a:ea typeface="Arial"/>
                <a:cs typeface="Arial"/>
                <a:sym typeface="Arial"/>
              </a:rPr>
              <a:t>Se basan en:</a:t>
            </a:r>
            <a:endParaRPr b="0" i="0" sz="1400" u="none" cap="none" strike="noStrike">
              <a:solidFill>
                <a:schemeClr val="dk1"/>
              </a:solidFill>
              <a:latin typeface="Arial"/>
              <a:ea typeface="Arial"/>
              <a:cs typeface="Arial"/>
              <a:sym typeface="Arial"/>
            </a:endParaRPr>
          </a:p>
          <a:p>
            <a:pPr indent="-377825" lvl="1" marL="755651" marR="0" rtl="0" algn="l">
              <a:lnSpc>
                <a:spcPct val="140000"/>
              </a:lnSpc>
              <a:spcBef>
                <a:spcPts val="0"/>
              </a:spcBef>
              <a:spcAft>
                <a:spcPts val="0"/>
              </a:spcAft>
              <a:buClr>
                <a:schemeClr val="dk1"/>
              </a:buClr>
              <a:buSzPts val="3500"/>
              <a:buFont typeface="Arial"/>
              <a:buChar char="•"/>
            </a:pPr>
            <a:r>
              <a:rPr b="0" i="0" lang="en-US" sz="3500" u="none" cap="none" strike="noStrike">
                <a:solidFill>
                  <a:schemeClr val="dk1"/>
                </a:solidFill>
                <a:latin typeface="Arial"/>
                <a:ea typeface="Arial"/>
                <a:cs typeface="Arial"/>
                <a:sym typeface="Arial"/>
              </a:rPr>
              <a:t>Casos de uso</a:t>
            </a:r>
            <a:endParaRPr b="0" i="0" sz="1400" u="none" cap="none" strike="noStrike">
              <a:solidFill>
                <a:schemeClr val="dk1"/>
              </a:solidFill>
              <a:latin typeface="Arial"/>
              <a:ea typeface="Arial"/>
              <a:cs typeface="Arial"/>
              <a:sym typeface="Arial"/>
            </a:endParaRPr>
          </a:p>
          <a:p>
            <a:pPr indent="-377825" lvl="1" marL="755651" marR="0" rtl="0" algn="l">
              <a:lnSpc>
                <a:spcPct val="140000"/>
              </a:lnSpc>
              <a:spcBef>
                <a:spcPts val="0"/>
              </a:spcBef>
              <a:spcAft>
                <a:spcPts val="0"/>
              </a:spcAft>
              <a:buClr>
                <a:schemeClr val="dk1"/>
              </a:buClr>
              <a:buSzPts val="3500"/>
              <a:buFont typeface="Arial"/>
              <a:buChar char="•"/>
            </a:pPr>
            <a:r>
              <a:rPr b="0" i="0" lang="en-US" sz="3500" u="none" cap="none" strike="noStrike">
                <a:solidFill>
                  <a:schemeClr val="dk1"/>
                </a:solidFill>
                <a:latin typeface="Arial"/>
                <a:ea typeface="Arial"/>
                <a:cs typeface="Arial"/>
                <a:sym typeface="Arial"/>
              </a:rPr>
              <a:t>Requisitos funcionales</a:t>
            </a:r>
            <a:endParaRPr b="0" i="0" sz="1400" u="none" cap="none" strike="noStrike">
              <a:solidFill>
                <a:schemeClr val="dk1"/>
              </a:solidFill>
              <a:latin typeface="Arial"/>
              <a:ea typeface="Arial"/>
              <a:cs typeface="Arial"/>
              <a:sym typeface="Arial"/>
            </a:endParaRPr>
          </a:p>
          <a:p>
            <a:pPr indent="-377825" lvl="1" marL="755651" marR="0" rtl="0" algn="l">
              <a:lnSpc>
                <a:spcPct val="140000"/>
              </a:lnSpc>
              <a:spcBef>
                <a:spcPts val="0"/>
              </a:spcBef>
              <a:spcAft>
                <a:spcPts val="0"/>
              </a:spcAft>
              <a:buClr>
                <a:schemeClr val="dk1"/>
              </a:buClr>
              <a:buSzPts val="3500"/>
              <a:buFont typeface="Arial"/>
              <a:buChar char="•"/>
            </a:pPr>
            <a:r>
              <a:rPr b="0" i="0" lang="en-US" sz="3500" u="none" cap="none" strike="noStrike">
                <a:solidFill>
                  <a:schemeClr val="dk1"/>
                </a:solidFill>
                <a:latin typeface="Arial"/>
                <a:ea typeface="Arial"/>
                <a:cs typeface="Arial"/>
                <a:sym typeface="Arial"/>
              </a:rPr>
              <a:t>Reglas de negocio</a:t>
            </a:r>
            <a:endParaRPr b="0" i="0" sz="1400" u="none" cap="none" strike="noStrike">
              <a:solidFill>
                <a:schemeClr val="dk1"/>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3500"/>
              <a:buFont typeface="Arial"/>
              <a:buNone/>
            </a:pPr>
            <a:r>
              <a:t/>
            </a:r>
            <a:endParaRPr b="0" i="0" sz="3500" u="none" cap="none" strike="noStrike">
              <a:solidFill>
                <a:srgbClr val="FFFFFF"/>
              </a:solidFill>
              <a:latin typeface="Arial"/>
              <a:ea typeface="Arial"/>
              <a:cs typeface="Arial"/>
              <a:sym typeface="Arial"/>
            </a:endParaRPr>
          </a:p>
        </p:txBody>
      </p:sp>
      <p:sp>
        <p:nvSpPr>
          <p:cNvPr id="332" name="Google Shape;332;g39ab14d6dc7_0_568"/>
          <p:cNvSpPr txBox="1"/>
          <p:nvPr/>
        </p:nvSpPr>
        <p:spPr>
          <a:xfrm>
            <a:off x="1028700" y="4278312"/>
            <a:ext cx="6818700" cy="5818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500"/>
              <a:buFont typeface="Arial"/>
              <a:buNone/>
            </a:pPr>
            <a:r>
              <a:rPr b="0" i="0" lang="en-US" sz="3500" u="none" cap="none" strike="noStrike">
                <a:solidFill>
                  <a:schemeClr val="dk1"/>
                </a:solidFill>
                <a:latin typeface="Arial"/>
                <a:ea typeface="Arial"/>
                <a:cs typeface="Arial"/>
                <a:sym typeface="Arial"/>
              </a:rPr>
              <a:t>Estas pruebas se realizan típicamente con técnicas de caja negra, en las que el evaluador no necesita conocer la lógica interna del código, sino que se enfoca exclusivamente en las entradas y salidas</a:t>
            </a:r>
            <a:endParaRPr b="0" i="0" sz="1400" u="none" cap="none" strike="noStrike">
              <a:solidFill>
                <a:schemeClr val="dk1"/>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3500"/>
              <a:buFont typeface="Arial"/>
              <a:buNone/>
            </a:pPr>
            <a:r>
              <a:t/>
            </a:r>
            <a:endParaRPr b="0" i="0" sz="3500" u="none" cap="none" strike="noStrike">
              <a:solidFill>
                <a:srgbClr val="FFFFFF"/>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6" name="Shape 336"/>
        <p:cNvGrpSpPr/>
        <p:nvPr/>
      </p:nvGrpSpPr>
      <p:grpSpPr>
        <a:xfrm>
          <a:off x="0" y="0"/>
          <a:ext cx="0" cy="0"/>
          <a:chOff x="0" y="0"/>
          <a:chExt cx="0" cy="0"/>
        </a:xfrm>
      </p:grpSpPr>
      <p:grpSp>
        <p:nvGrpSpPr>
          <p:cNvPr id="337" name="Google Shape;337;g39ab14d6dc7_0_577"/>
          <p:cNvGrpSpPr/>
          <p:nvPr/>
        </p:nvGrpSpPr>
        <p:grpSpPr>
          <a:xfrm>
            <a:off x="1185531" y="1347569"/>
            <a:ext cx="8118724" cy="7595065"/>
            <a:chOff x="0" y="0"/>
            <a:chExt cx="162374486" cy="151901302"/>
          </a:xfrm>
        </p:grpSpPr>
        <p:sp>
          <p:nvSpPr>
            <p:cNvPr id="338" name="Google Shape;338;g39ab14d6dc7_0_577"/>
            <p:cNvSpPr/>
            <p:nvPr/>
          </p:nvSpPr>
          <p:spPr>
            <a:xfrm>
              <a:off x="72390" y="72390"/>
              <a:ext cx="162229703" cy="151756519"/>
            </a:xfrm>
            <a:custGeom>
              <a:rect b="b" l="l" r="r" t="t"/>
              <a:pathLst>
                <a:path extrusionOk="0" h="151756519" w="162229703">
                  <a:moveTo>
                    <a:pt x="0" y="0"/>
                  </a:moveTo>
                  <a:lnTo>
                    <a:pt x="162229703" y="0"/>
                  </a:lnTo>
                  <a:lnTo>
                    <a:pt x="162229703" y="151756519"/>
                  </a:lnTo>
                  <a:lnTo>
                    <a:pt x="0" y="151756519"/>
                  </a:lnTo>
                  <a:lnTo>
                    <a:pt x="0" y="0"/>
                  </a:lnTo>
                  <a:close/>
                </a:path>
              </a:pathLst>
            </a:custGeom>
            <a:solidFill>
              <a:srgbClr val="EDEBEB"/>
            </a:solidFill>
            <a:ln>
              <a:noFill/>
            </a:ln>
          </p:spPr>
        </p:sp>
        <p:sp>
          <p:nvSpPr>
            <p:cNvPr id="339" name="Google Shape;339;g39ab14d6dc7_0_577"/>
            <p:cNvSpPr/>
            <p:nvPr/>
          </p:nvSpPr>
          <p:spPr>
            <a:xfrm>
              <a:off x="0" y="0"/>
              <a:ext cx="162374486" cy="151901302"/>
            </a:xfrm>
            <a:custGeom>
              <a:rect b="b" l="l" r="r" t="t"/>
              <a:pathLst>
                <a:path extrusionOk="0" h="151901302" w="162374486">
                  <a:moveTo>
                    <a:pt x="162229701" y="151756517"/>
                  </a:moveTo>
                  <a:lnTo>
                    <a:pt x="162374486" y="151756517"/>
                  </a:lnTo>
                  <a:lnTo>
                    <a:pt x="162374486" y="151901302"/>
                  </a:lnTo>
                  <a:lnTo>
                    <a:pt x="162229701" y="151901302"/>
                  </a:lnTo>
                  <a:lnTo>
                    <a:pt x="162229701" y="151756517"/>
                  </a:lnTo>
                  <a:close/>
                  <a:moveTo>
                    <a:pt x="0" y="144780"/>
                  </a:moveTo>
                  <a:lnTo>
                    <a:pt x="144780" y="144780"/>
                  </a:lnTo>
                  <a:lnTo>
                    <a:pt x="144780" y="151756517"/>
                  </a:lnTo>
                  <a:lnTo>
                    <a:pt x="0" y="151756517"/>
                  </a:lnTo>
                  <a:lnTo>
                    <a:pt x="0" y="144780"/>
                  </a:lnTo>
                  <a:close/>
                  <a:moveTo>
                    <a:pt x="0" y="151756517"/>
                  </a:moveTo>
                  <a:lnTo>
                    <a:pt x="144780" y="151756517"/>
                  </a:lnTo>
                  <a:lnTo>
                    <a:pt x="144780" y="151901302"/>
                  </a:lnTo>
                  <a:lnTo>
                    <a:pt x="0" y="151901302"/>
                  </a:lnTo>
                  <a:lnTo>
                    <a:pt x="0" y="151756517"/>
                  </a:lnTo>
                  <a:close/>
                  <a:moveTo>
                    <a:pt x="162229701" y="144780"/>
                  </a:moveTo>
                  <a:lnTo>
                    <a:pt x="162374486" y="144780"/>
                  </a:lnTo>
                  <a:lnTo>
                    <a:pt x="162374486" y="151756517"/>
                  </a:lnTo>
                  <a:lnTo>
                    <a:pt x="162229701" y="151756517"/>
                  </a:lnTo>
                  <a:lnTo>
                    <a:pt x="162229701" y="144780"/>
                  </a:lnTo>
                  <a:close/>
                  <a:moveTo>
                    <a:pt x="144780" y="151756517"/>
                  </a:moveTo>
                  <a:lnTo>
                    <a:pt x="162229701" y="151756517"/>
                  </a:lnTo>
                  <a:lnTo>
                    <a:pt x="162229701" y="151901302"/>
                  </a:lnTo>
                  <a:lnTo>
                    <a:pt x="144780" y="151901302"/>
                  </a:lnTo>
                  <a:lnTo>
                    <a:pt x="144780" y="151756517"/>
                  </a:lnTo>
                  <a:close/>
                  <a:moveTo>
                    <a:pt x="162229701" y="0"/>
                  </a:moveTo>
                  <a:lnTo>
                    <a:pt x="162374486" y="0"/>
                  </a:lnTo>
                  <a:lnTo>
                    <a:pt x="162374486" y="144780"/>
                  </a:lnTo>
                  <a:lnTo>
                    <a:pt x="162229701" y="144780"/>
                  </a:lnTo>
                  <a:lnTo>
                    <a:pt x="162229701" y="0"/>
                  </a:lnTo>
                  <a:close/>
                  <a:moveTo>
                    <a:pt x="0" y="0"/>
                  </a:moveTo>
                  <a:lnTo>
                    <a:pt x="144780" y="0"/>
                  </a:lnTo>
                  <a:lnTo>
                    <a:pt x="144780" y="144780"/>
                  </a:lnTo>
                  <a:lnTo>
                    <a:pt x="0" y="144780"/>
                  </a:lnTo>
                  <a:lnTo>
                    <a:pt x="0" y="0"/>
                  </a:lnTo>
                  <a:close/>
                  <a:moveTo>
                    <a:pt x="144780" y="0"/>
                  </a:moveTo>
                  <a:lnTo>
                    <a:pt x="162229701" y="0"/>
                  </a:lnTo>
                  <a:lnTo>
                    <a:pt x="162229701" y="144780"/>
                  </a:lnTo>
                  <a:lnTo>
                    <a:pt x="144780" y="144780"/>
                  </a:lnTo>
                  <a:lnTo>
                    <a:pt x="144780" y="0"/>
                  </a:lnTo>
                  <a:close/>
                </a:path>
              </a:pathLst>
            </a:custGeom>
            <a:solidFill>
              <a:srgbClr val="292929"/>
            </a:solidFill>
            <a:ln>
              <a:noFill/>
            </a:ln>
          </p:spPr>
        </p:sp>
      </p:grpSp>
      <p:sp>
        <p:nvSpPr>
          <p:cNvPr id="340" name="Google Shape;340;g39ab14d6dc7_0_577"/>
          <p:cNvSpPr txBox="1"/>
          <p:nvPr/>
        </p:nvSpPr>
        <p:spPr>
          <a:xfrm>
            <a:off x="2396424" y="4242075"/>
            <a:ext cx="6291300" cy="2166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Clr>
                <a:srgbClr val="000000"/>
              </a:buClr>
              <a:buSzPts val="6399"/>
              <a:buFont typeface="Arial"/>
              <a:buNone/>
            </a:pPr>
            <a:r>
              <a:rPr b="1" i="0" lang="en-US" sz="6399" u="none" cap="none" strike="noStrike">
                <a:solidFill>
                  <a:srgbClr val="292929"/>
                </a:solidFill>
                <a:latin typeface="Arial"/>
                <a:ea typeface="Arial"/>
                <a:cs typeface="Arial"/>
                <a:sym typeface="Arial"/>
              </a:rPr>
              <a:t>PRUEBAS NO FUNCIONALES</a:t>
            </a:r>
            <a:endParaRPr b="0" i="0" sz="1400" u="none" cap="none" strike="noStrike">
              <a:solidFill>
                <a:srgbClr val="000000"/>
              </a:solidFill>
              <a:latin typeface="Arial"/>
              <a:ea typeface="Arial"/>
              <a:cs typeface="Arial"/>
              <a:sym typeface="Arial"/>
            </a:endParaRPr>
          </a:p>
        </p:txBody>
      </p:sp>
      <p:sp>
        <p:nvSpPr>
          <p:cNvPr id="341" name="Google Shape;341;g39ab14d6dc7_0_577"/>
          <p:cNvSpPr txBox="1"/>
          <p:nvPr/>
        </p:nvSpPr>
        <p:spPr>
          <a:xfrm>
            <a:off x="10283672" y="1509077"/>
            <a:ext cx="6818700" cy="85410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99"/>
              <a:buFont typeface="Arial"/>
              <a:buNone/>
            </a:pPr>
            <a:r>
              <a:rPr b="0" i="0" lang="en-US" sz="3699" u="none" cap="none" strike="noStrike">
                <a:solidFill>
                  <a:schemeClr val="dk1"/>
                </a:solidFill>
                <a:latin typeface="Arial"/>
                <a:ea typeface="Arial"/>
                <a:cs typeface="Arial"/>
                <a:sym typeface="Arial"/>
              </a:rPr>
              <a:t>Se enfocan en los atributos de calidad del sistema más allá de su funcionalidad básica.</a:t>
            </a:r>
            <a:endParaRPr b="0" i="0" sz="1400" u="none" cap="none" strike="noStrike">
              <a:solidFill>
                <a:schemeClr val="dk1"/>
              </a:solidFill>
              <a:latin typeface="Arial"/>
              <a:ea typeface="Arial"/>
              <a:cs typeface="Arial"/>
              <a:sym typeface="Arial"/>
            </a:endParaRPr>
          </a:p>
          <a:p>
            <a:pPr indent="0" lvl="0" marL="0" marR="0" rtl="0" algn="l">
              <a:lnSpc>
                <a:spcPct val="140010"/>
              </a:lnSpc>
              <a:spcBef>
                <a:spcPts val="0"/>
              </a:spcBef>
              <a:spcAft>
                <a:spcPts val="0"/>
              </a:spcAft>
              <a:buClr>
                <a:srgbClr val="000000"/>
              </a:buClr>
              <a:buSzPts val="3699"/>
              <a:buFont typeface="Arial"/>
              <a:buNone/>
            </a:pPr>
            <a:r>
              <a:rPr b="0" i="0" lang="en-US" sz="3699" u="none" cap="none" strike="noStrike">
                <a:solidFill>
                  <a:schemeClr val="dk1"/>
                </a:solidFill>
                <a:latin typeface="Arial"/>
                <a:ea typeface="Arial"/>
                <a:cs typeface="Arial"/>
                <a:sym typeface="Arial"/>
              </a:rPr>
              <a:t> </a:t>
            </a:r>
            <a:endParaRPr b="0" i="0" sz="1400" u="none" cap="none" strike="noStrike">
              <a:solidFill>
                <a:schemeClr val="dk1"/>
              </a:solidFill>
              <a:latin typeface="Arial"/>
              <a:ea typeface="Arial"/>
              <a:cs typeface="Arial"/>
              <a:sym typeface="Arial"/>
            </a:endParaRPr>
          </a:p>
          <a:p>
            <a:pPr indent="0" lvl="0" marL="0" marR="0" rtl="0" algn="l">
              <a:lnSpc>
                <a:spcPct val="140010"/>
              </a:lnSpc>
              <a:spcBef>
                <a:spcPts val="0"/>
              </a:spcBef>
              <a:spcAft>
                <a:spcPts val="0"/>
              </a:spcAft>
              <a:buClr>
                <a:srgbClr val="000000"/>
              </a:buClr>
              <a:buSzPts val="3699"/>
              <a:buFont typeface="Arial"/>
              <a:buNone/>
            </a:pPr>
            <a:r>
              <a:rPr b="0" i="0" lang="en-US" sz="3699" u="none" cap="none" strike="noStrike">
                <a:solidFill>
                  <a:schemeClr val="dk1"/>
                </a:solidFill>
                <a:latin typeface="Arial"/>
                <a:ea typeface="Arial"/>
                <a:cs typeface="Arial"/>
                <a:sym typeface="Arial"/>
              </a:rPr>
              <a:t>A diferencia de las pruebas funcionales, las pruebas no funcionales a menudo requieren herramientas especializadas y entornos de prueba controlados para simular escenarios específicos.</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5" name="Shape 345"/>
        <p:cNvGrpSpPr/>
        <p:nvPr/>
      </p:nvGrpSpPr>
      <p:grpSpPr>
        <a:xfrm>
          <a:off x="0" y="0"/>
          <a:ext cx="0" cy="0"/>
          <a:chOff x="0" y="0"/>
          <a:chExt cx="0" cy="0"/>
        </a:xfrm>
      </p:grpSpPr>
      <p:grpSp>
        <p:nvGrpSpPr>
          <p:cNvPr id="346" name="Google Shape;346;g39ab14d6dc7_0_585"/>
          <p:cNvGrpSpPr/>
          <p:nvPr/>
        </p:nvGrpSpPr>
        <p:grpSpPr>
          <a:xfrm>
            <a:off x="826918" y="1347569"/>
            <a:ext cx="8118724" cy="7595065"/>
            <a:chOff x="0" y="0"/>
            <a:chExt cx="162374486" cy="151901302"/>
          </a:xfrm>
        </p:grpSpPr>
        <p:sp>
          <p:nvSpPr>
            <p:cNvPr id="347" name="Google Shape;347;g39ab14d6dc7_0_585"/>
            <p:cNvSpPr/>
            <p:nvPr/>
          </p:nvSpPr>
          <p:spPr>
            <a:xfrm>
              <a:off x="72390" y="72390"/>
              <a:ext cx="162229703" cy="151756519"/>
            </a:xfrm>
            <a:custGeom>
              <a:rect b="b" l="l" r="r" t="t"/>
              <a:pathLst>
                <a:path extrusionOk="0" h="151756519" w="162229703">
                  <a:moveTo>
                    <a:pt x="0" y="0"/>
                  </a:moveTo>
                  <a:lnTo>
                    <a:pt x="162229703" y="0"/>
                  </a:lnTo>
                  <a:lnTo>
                    <a:pt x="162229703" y="151756519"/>
                  </a:lnTo>
                  <a:lnTo>
                    <a:pt x="0" y="151756519"/>
                  </a:lnTo>
                  <a:lnTo>
                    <a:pt x="0" y="0"/>
                  </a:lnTo>
                  <a:close/>
                </a:path>
              </a:pathLst>
            </a:custGeom>
            <a:solidFill>
              <a:srgbClr val="EDEBEB"/>
            </a:solidFill>
            <a:ln>
              <a:noFill/>
            </a:ln>
          </p:spPr>
        </p:sp>
        <p:sp>
          <p:nvSpPr>
            <p:cNvPr id="348" name="Google Shape;348;g39ab14d6dc7_0_585"/>
            <p:cNvSpPr/>
            <p:nvPr/>
          </p:nvSpPr>
          <p:spPr>
            <a:xfrm>
              <a:off x="0" y="0"/>
              <a:ext cx="162374486" cy="151901302"/>
            </a:xfrm>
            <a:custGeom>
              <a:rect b="b" l="l" r="r" t="t"/>
              <a:pathLst>
                <a:path extrusionOk="0" h="151901302" w="162374486">
                  <a:moveTo>
                    <a:pt x="162229701" y="151756517"/>
                  </a:moveTo>
                  <a:lnTo>
                    <a:pt x="162374486" y="151756517"/>
                  </a:lnTo>
                  <a:lnTo>
                    <a:pt x="162374486" y="151901302"/>
                  </a:lnTo>
                  <a:lnTo>
                    <a:pt x="162229701" y="151901302"/>
                  </a:lnTo>
                  <a:lnTo>
                    <a:pt x="162229701" y="151756517"/>
                  </a:lnTo>
                  <a:close/>
                  <a:moveTo>
                    <a:pt x="0" y="144780"/>
                  </a:moveTo>
                  <a:lnTo>
                    <a:pt x="144780" y="144780"/>
                  </a:lnTo>
                  <a:lnTo>
                    <a:pt x="144780" y="151756517"/>
                  </a:lnTo>
                  <a:lnTo>
                    <a:pt x="0" y="151756517"/>
                  </a:lnTo>
                  <a:lnTo>
                    <a:pt x="0" y="144780"/>
                  </a:lnTo>
                  <a:close/>
                  <a:moveTo>
                    <a:pt x="0" y="151756517"/>
                  </a:moveTo>
                  <a:lnTo>
                    <a:pt x="144780" y="151756517"/>
                  </a:lnTo>
                  <a:lnTo>
                    <a:pt x="144780" y="151901302"/>
                  </a:lnTo>
                  <a:lnTo>
                    <a:pt x="0" y="151901302"/>
                  </a:lnTo>
                  <a:lnTo>
                    <a:pt x="0" y="151756517"/>
                  </a:lnTo>
                  <a:close/>
                  <a:moveTo>
                    <a:pt x="162229701" y="144780"/>
                  </a:moveTo>
                  <a:lnTo>
                    <a:pt x="162374486" y="144780"/>
                  </a:lnTo>
                  <a:lnTo>
                    <a:pt x="162374486" y="151756517"/>
                  </a:lnTo>
                  <a:lnTo>
                    <a:pt x="162229701" y="151756517"/>
                  </a:lnTo>
                  <a:lnTo>
                    <a:pt x="162229701" y="144780"/>
                  </a:lnTo>
                  <a:close/>
                  <a:moveTo>
                    <a:pt x="144780" y="151756517"/>
                  </a:moveTo>
                  <a:lnTo>
                    <a:pt x="162229701" y="151756517"/>
                  </a:lnTo>
                  <a:lnTo>
                    <a:pt x="162229701" y="151901302"/>
                  </a:lnTo>
                  <a:lnTo>
                    <a:pt x="144780" y="151901302"/>
                  </a:lnTo>
                  <a:lnTo>
                    <a:pt x="144780" y="151756517"/>
                  </a:lnTo>
                  <a:close/>
                  <a:moveTo>
                    <a:pt x="162229701" y="0"/>
                  </a:moveTo>
                  <a:lnTo>
                    <a:pt x="162374486" y="0"/>
                  </a:lnTo>
                  <a:lnTo>
                    <a:pt x="162374486" y="144780"/>
                  </a:lnTo>
                  <a:lnTo>
                    <a:pt x="162229701" y="144780"/>
                  </a:lnTo>
                  <a:lnTo>
                    <a:pt x="162229701" y="0"/>
                  </a:lnTo>
                  <a:close/>
                  <a:moveTo>
                    <a:pt x="0" y="0"/>
                  </a:moveTo>
                  <a:lnTo>
                    <a:pt x="144780" y="0"/>
                  </a:lnTo>
                  <a:lnTo>
                    <a:pt x="144780" y="144780"/>
                  </a:lnTo>
                  <a:lnTo>
                    <a:pt x="0" y="144780"/>
                  </a:lnTo>
                  <a:lnTo>
                    <a:pt x="0" y="0"/>
                  </a:lnTo>
                  <a:close/>
                  <a:moveTo>
                    <a:pt x="144780" y="0"/>
                  </a:moveTo>
                  <a:lnTo>
                    <a:pt x="162229701" y="0"/>
                  </a:lnTo>
                  <a:lnTo>
                    <a:pt x="162229701" y="144780"/>
                  </a:lnTo>
                  <a:lnTo>
                    <a:pt x="144780" y="144780"/>
                  </a:lnTo>
                  <a:lnTo>
                    <a:pt x="144780" y="0"/>
                  </a:lnTo>
                  <a:close/>
                </a:path>
              </a:pathLst>
            </a:custGeom>
            <a:solidFill>
              <a:srgbClr val="292929"/>
            </a:solidFill>
            <a:ln>
              <a:noFill/>
            </a:ln>
          </p:spPr>
        </p:sp>
      </p:grpSp>
      <p:sp>
        <p:nvSpPr>
          <p:cNvPr id="349" name="Google Shape;349;g39ab14d6dc7_0_585"/>
          <p:cNvSpPr txBox="1"/>
          <p:nvPr/>
        </p:nvSpPr>
        <p:spPr>
          <a:xfrm>
            <a:off x="2037825" y="4242075"/>
            <a:ext cx="6610500" cy="2166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Clr>
                <a:srgbClr val="000000"/>
              </a:buClr>
              <a:buSzPts val="6399"/>
              <a:buFont typeface="Arial"/>
              <a:buNone/>
            </a:pPr>
            <a:r>
              <a:rPr b="1" i="0" lang="en-US" sz="6399" u="none" cap="none" strike="noStrike">
                <a:solidFill>
                  <a:srgbClr val="292929"/>
                </a:solidFill>
                <a:latin typeface="Arial"/>
                <a:ea typeface="Arial"/>
                <a:cs typeface="Arial"/>
                <a:sym typeface="Arial"/>
              </a:rPr>
              <a:t>PRUEBAS NO FUNCIONALES</a:t>
            </a:r>
            <a:endParaRPr b="0" i="0" sz="1400" u="none" cap="none" strike="noStrike">
              <a:solidFill>
                <a:srgbClr val="000000"/>
              </a:solidFill>
              <a:latin typeface="Arial"/>
              <a:ea typeface="Arial"/>
              <a:cs typeface="Arial"/>
              <a:sym typeface="Arial"/>
            </a:endParaRPr>
          </a:p>
        </p:txBody>
      </p:sp>
      <p:sp>
        <p:nvSpPr>
          <p:cNvPr id="350" name="Google Shape;350;g39ab14d6dc7_0_585"/>
          <p:cNvSpPr txBox="1"/>
          <p:nvPr/>
        </p:nvSpPr>
        <p:spPr>
          <a:xfrm>
            <a:off x="9761121" y="1926168"/>
            <a:ext cx="5548200" cy="21636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99"/>
              <a:buFont typeface="Arial"/>
              <a:buNone/>
            </a:pPr>
            <a:r>
              <a:rPr b="0" i="0" lang="en-US" sz="3699" u="none" cap="none" strike="noStrike">
                <a:solidFill>
                  <a:schemeClr val="dk1"/>
                </a:solidFill>
                <a:latin typeface="Arial"/>
                <a:ea typeface="Arial"/>
                <a:cs typeface="Arial"/>
                <a:sym typeface="Arial"/>
              </a:rPr>
              <a:t>En lugar de preguntar:</a:t>
            </a:r>
            <a:endParaRPr b="0" i="0" sz="1400" u="none" cap="none" strike="noStrike">
              <a:solidFill>
                <a:schemeClr val="dk1"/>
              </a:solidFill>
              <a:latin typeface="Arial"/>
              <a:ea typeface="Arial"/>
              <a:cs typeface="Arial"/>
              <a:sym typeface="Arial"/>
            </a:endParaRPr>
          </a:p>
          <a:p>
            <a:pPr indent="0" lvl="0" marL="0" marR="0" rtl="0" algn="l">
              <a:lnSpc>
                <a:spcPct val="140010"/>
              </a:lnSpc>
              <a:spcBef>
                <a:spcPts val="0"/>
              </a:spcBef>
              <a:spcAft>
                <a:spcPts val="0"/>
              </a:spcAft>
              <a:buClr>
                <a:srgbClr val="000000"/>
              </a:buClr>
              <a:buSzPts val="3699"/>
              <a:buFont typeface="Arial"/>
              <a:buNone/>
            </a:pPr>
            <a:r>
              <a:rPr b="0" i="0" lang="en-US" sz="3699" u="none" cap="none" strike="noStrike">
                <a:solidFill>
                  <a:schemeClr val="dk1"/>
                </a:solidFill>
                <a:latin typeface="Arial"/>
                <a:ea typeface="Arial"/>
                <a:cs typeface="Arial"/>
                <a:sym typeface="Arial"/>
              </a:rPr>
              <a:t> “¿qué hace el software?”</a:t>
            </a:r>
            <a:endParaRPr b="0" i="0" sz="3699" u="none" cap="none" strike="noStrike">
              <a:solidFill>
                <a:schemeClr val="dk1"/>
              </a:solidFill>
              <a:latin typeface="Arial"/>
              <a:ea typeface="Arial"/>
              <a:cs typeface="Arial"/>
              <a:sym typeface="Arial"/>
            </a:endParaRPr>
          </a:p>
          <a:p>
            <a:pPr indent="0" lvl="0" marL="0" marR="0" rtl="0" algn="l">
              <a:lnSpc>
                <a:spcPct val="140010"/>
              </a:lnSpc>
              <a:spcBef>
                <a:spcPts val="0"/>
              </a:spcBef>
              <a:spcAft>
                <a:spcPts val="0"/>
              </a:spcAft>
              <a:buClr>
                <a:srgbClr val="000000"/>
              </a:buClr>
              <a:buSzPts val="3699"/>
              <a:buFont typeface="Arial"/>
              <a:buNone/>
            </a:pPr>
            <a:r>
              <a:rPr b="0" i="0" lang="en-US" sz="3699" u="none" cap="none" strike="noStrike">
                <a:solidFill>
                  <a:srgbClr val="FFFFFF"/>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51" name="Google Shape;351;g39ab14d6dc7_0_585"/>
          <p:cNvSpPr txBox="1"/>
          <p:nvPr/>
        </p:nvSpPr>
        <p:spPr>
          <a:xfrm>
            <a:off x="9761121" y="5035336"/>
            <a:ext cx="7700100" cy="3758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99"/>
              <a:buFont typeface="Arial"/>
              <a:buNone/>
            </a:pPr>
            <a:r>
              <a:rPr b="0" i="0" lang="en-US" sz="3699" u="none" cap="none" strike="noStrike">
                <a:solidFill>
                  <a:schemeClr val="dk1"/>
                </a:solidFill>
                <a:latin typeface="Arial"/>
                <a:ea typeface="Arial"/>
                <a:cs typeface="Arial"/>
                <a:sym typeface="Arial"/>
              </a:rPr>
              <a:t>Nos ayudan a responder:</a:t>
            </a:r>
            <a:endParaRPr b="0" i="0" sz="1400" u="none" cap="none" strike="noStrike">
              <a:solidFill>
                <a:schemeClr val="dk1"/>
              </a:solidFill>
              <a:latin typeface="Arial"/>
              <a:ea typeface="Arial"/>
              <a:cs typeface="Arial"/>
              <a:sym typeface="Arial"/>
            </a:endParaRPr>
          </a:p>
          <a:p>
            <a:pPr indent="0" lvl="0" marL="0" marR="0" rtl="0" algn="l">
              <a:lnSpc>
                <a:spcPct val="140010"/>
              </a:lnSpc>
              <a:spcBef>
                <a:spcPts val="0"/>
              </a:spcBef>
              <a:spcAft>
                <a:spcPts val="0"/>
              </a:spcAft>
              <a:buClr>
                <a:srgbClr val="000000"/>
              </a:buClr>
              <a:buSzPts val="3699"/>
              <a:buFont typeface="Arial"/>
              <a:buNone/>
            </a:pPr>
            <a:r>
              <a:rPr b="0" i="0" lang="en-US" sz="3699" u="none" cap="none" strike="noStrike">
                <a:solidFill>
                  <a:schemeClr val="dk1"/>
                </a:solidFill>
                <a:latin typeface="Arial"/>
                <a:ea typeface="Arial"/>
                <a:cs typeface="Arial"/>
                <a:sym typeface="Arial"/>
              </a:rPr>
              <a:t>“¿cuán rápido lo hace?”</a:t>
            </a:r>
            <a:endParaRPr b="0" i="0" sz="1400" u="none" cap="none" strike="noStrike">
              <a:solidFill>
                <a:schemeClr val="dk1"/>
              </a:solidFill>
              <a:latin typeface="Arial"/>
              <a:ea typeface="Arial"/>
              <a:cs typeface="Arial"/>
              <a:sym typeface="Arial"/>
            </a:endParaRPr>
          </a:p>
          <a:p>
            <a:pPr indent="0" lvl="0" marL="0" marR="0" rtl="0" algn="l">
              <a:lnSpc>
                <a:spcPct val="140010"/>
              </a:lnSpc>
              <a:spcBef>
                <a:spcPts val="0"/>
              </a:spcBef>
              <a:spcAft>
                <a:spcPts val="0"/>
              </a:spcAft>
              <a:buClr>
                <a:srgbClr val="000000"/>
              </a:buClr>
              <a:buSzPts val="3699"/>
              <a:buFont typeface="Arial"/>
              <a:buNone/>
            </a:pPr>
            <a:r>
              <a:rPr b="0" i="0" lang="en-US" sz="3699" u="none" cap="none" strike="noStrike">
                <a:solidFill>
                  <a:schemeClr val="dk1"/>
                </a:solidFill>
                <a:latin typeface="Arial"/>
                <a:ea typeface="Arial"/>
                <a:cs typeface="Arial"/>
                <a:sym typeface="Arial"/>
              </a:rPr>
              <a:t>“¿es seguro?”</a:t>
            </a:r>
            <a:endParaRPr b="0" i="0" sz="1400" u="none" cap="none" strike="noStrike">
              <a:solidFill>
                <a:schemeClr val="dk1"/>
              </a:solidFill>
              <a:latin typeface="Arial"/>
              <a:ea typeface="Arial"/>
              <a:cs typeface="Arial"/>
              <a:sym typeface="Arial"/>
            </a:endParaRPr>
          </a:p>
          <a:p>
            <a:pPr indent="0" lvl="0" marL="0" marR="0" rtl="0" algn="l">
              <a:lnSpc>
                <a:spcPct val="140010"/>
              </a:lnSpc>
              <a:spcBef>
                <a:spcPts val="0"/>
              </a:spcBef>
              <a:spcAft>
                <a:spcPts val="0"/>
              </a:spcAft>
              <a:buClr>
                <a:srgbClr val="000000"/>
              </a:buClr>
              <a:buSzPts val="3699"/>
              <a:buFont typeface="Arial"/>
              <a:buNone/>
            </a:pPr>
            <a:r>
              <a:rPr b="0" i="0" lang="en-US" sz="3699" u="none" cap="none" strike="noStrike">
                <a:solidFill>
                  <a:schemeClr val="dk1"/>
                </a:solidFill>
                <a:latin typeface="Arial"/>
                <a:ea typeface="Arial"/>
                <a:cs typeface="Arial"/>
                <a:sym typeface="Arial"/>
              </a:rPr>
              <a:t>“¿es fácil de usar?”</a:t>
            </a:r>
            <a:endParaRPr b="0" i="0" sz="1400" u="none" cap="none" strike="noStrike">
              <a:solidFill>
                <a:schemeClr val="dk1"/>
              </a:solidFill>
              <a:latin typeface="Arial"/>
              <a:ea typeface="Arial"/>
              <a:cs typeface="Arial"/>
              <a:sym typeface="Arial"/>
            </a:endParaRPr>
          </a:p>
          <a:p>
            <a:pPr indent="0" lvl="0" marL="0" marR="0" rtl="0" algn="l">
              <a:lnSpc>
                <a:spcPct val="140010"/>
              </a:lnSpc>
              <a:spcBef>
                <a:spcPts val="0"/>
              </a:spcBef>
              <a:spcAft>
                <a:spcPts val="0"/>
              </a:spcAft>
              <a:buClr>
                <a:srgbClr val="000000"/>
              </a:buClr>
              <a:buSzPts val="3699"/>
              <a:buFont typeface="Arial"/>
              <a:buNone/>
            </a:pPr>
            <a:r>
              <a:rPr b="0" i="0" lang="en-US" sz="3699" u="none" cap="none" strike="noStrike">
                <a:solidFill>
                  <a:schemeClr val="dk1"/>
                </a:solidFill>
                <a:latin typeface="Arial"/>
                <a:ea typeface="Arial"/>
                <a:cs typeface="Arial"/>
                <a:sym typeface="Arial"/>
              </a:rPr>
              <a:t>“¿cómo se comporta bajo presión?”</a:t>
            </a:r>
            <a:endParaRPr b="0" i="0" sz="1400" u="none" cap="none" strike="noStrike">
              <a:solidFill>
                <a:schemeClr val="dk1"/>
              </a:solidFill>
              <a:latin typeface="Arial"/>
              <a:ea typeface="Arial"/>
              <a:cs typeface="Arial"/>
              <a:sym typeface="Arial"/>
            </a:endParaRPr>
          </a:p>
        </p:txBody>
      </p:sp>
      <p:cxnSp>
        <p:nvCxnSpPr>
          <p:cNvPr id="352" name="Google Shape;352;g39ab14d6dc7_0_585"/>
          <p:cNvCxnSpPr/>
          <p:nvPr/>
        </p:nvCxnSpPr>
        <p:spPr>
          <a:xfrm>
            <a:off x="12535262" y="3213314"/>
            <a:ext cx="0" cy="1684500"/>
          </a:xfrm>
          <a:prstGeom prst="straightConnector1">
            <a:avLst/>
          </a:prstGeom>
          <a:noFill/>
          <a:ln cap="flat" cmpd="sng" w="38100">
            <a:solidFill>
              <a:srgbClr val="000000"/>
            </a:solidFill>
            <a:prstDash val="lgDash"/>
            <a:round/>
            <a:headEnd len="sm" w="sm" type="none"/>
            <a:tailEnd len="med" w="med" type="stealth"/>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6" name="Shape 356"/>
        <p:cNvGrpSpPr/>
        <p:nvPr/>
      </p:nvGrpSpPr>
      <p:grpSpPr>
        <a:xfrm>
          <a:off x="0" y="0"/>
          <a:ext cx="0" cy="0"/>
          <a:chOff x="0" y="0"/>
          <a:chExt cx="0" cy="0"/>
        </a:xfrm>
      </p:grpSpPr>
      <p:grpSp>
        <p:nvGrpSpPr>
          <p:cNvPr id="357" name="Google Shape;357;g39ab14d6dc7_0_595"/>
          <p:cNvGrpSpPr/>
          <p:nvPr/>
        </p:nvGrpSpPr>
        <p:grpSpPr>
          <a:xfrm>
            <a:off x="1266825" y="4801852"/>
            <a:ext cx="4783515" cy="1731422"/>
            <a:chOff x="0" y="0"/>
            <a:chExt cx="95670291" cy="27352631"/>
          </a:xfrm>
        </p:grpSpPr>
        <p:sp>
          <p:nvSpPr>
            <p:cNvPr id="358" name="Google Shape;358;g39ab14d6dc7_0_595"/>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359" name="Google Shape;359;g39ab14d6dc7_0_595"/>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360" name="Google Shape;360;g39ab14d6dc7_0_595"/>
          <p:cNvSpPr txBox="1"/>
          <p:nvPr/>
        </p:nvSpPr>
        <p:spPr>
          <a:xfrm>
            <a:off x="2109600" y="341800"/>
            <a:ext cx="14068800" cy="197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6400"/>
              <a:buFont typeface="Arial"/>
              <a:buNone/>
            </a:pPr>
            <a:r>
              <a:rPr b="1" i="0" lang="en-US" sz="6400" u="none" cap="none" strike="noStrike">
                <a:solidFill>
                  <a:srgbClr val="292929"/>
                </a:solidFill>
                <a:latin typeface="Arial"/>
                <a:ea typeface="Arial"/>
                <a:cs typeface="Arial"/>
                <a:sym typeface="Arial"/>
              </a:rPr>
              <a:t>TIPOS DE PRUEBAS FUNCIONALES</a:t>
            </a:r>
            <a:endParaRPr b="0" i="0" sz="1400" u="none" cap="none" strike="noStrike">
              <a:solidFill>
                <a:srgbClr val="000000"/>
              </a:solidFill>
              <a:latin typeface="Arial"/>
              <a:ea typeface="Arial"/>
              <a:cs typeface="Arial"/>
              <a:sym typeface="Arial"/>
            </a:endParaRPr>
          </a:p>
        </p:txBody>
      </p:sp>
      <p:grpSp>
        <p:nvGrpSpPr>
          <p:cNvPr id="361" name="Google Shape;361;g39ab14d6dc7_0_595"/>
          <p:cNvGrpSpPr/>
          <p:nvPr/>
        </p:nvGrpSpPr>
        <p:grpSpPr>
          <a:xfrm>
            <a:off x="1266825" y="3430158"/>
            <a:ext cx="4783515" cy="1369991"/>
            <a:chOff x="0" y="0"/>
            <a:chExt cx="95670291" cy="27399813"/>
          </a:xfrm>
        </p:grpSpPr>
        <p:sp>
          <p:nvSpPr>
            <p:cNvPr id="362" name="Google Shape;362;g39ab14d6dc7_0_595"/>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363" name="Google Shape;363;g39ab14d6dc7_0_595"/>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364" name="Google Shape;364;g39ab14d6dc7_0_595"/>
          <p:cNvSpPr txBox="1"/>
          <p:nvPr/>
        </p:nvSpPr>
        <p:spPr>
          <a:xfrm>
            <a:off x="1573272" y="4851005"/>
            <a:ext cx="4135200" cy="1440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292929"/>
                </a:solidFill>
                <a:latin typeface="Open Sans"/>
                <a:ea typeface="Open Sans"/>
                <a:cs typeface="Open Sans"/>
                <a:sym typeface="Open Sans"/>
              </a:rPr>
              <a:t>Verifica que una función o componente individual funcione correctamente. Usualmente hecha por desarrolladores.</a:t>
            </a:r>
            <a:endParaRPr b="0" i="0" sz="1400" u="none" cap="none" strike="noStrike">
              <a:solidFill>
                <a:srgbClr val="000000"/>
              </a:solidFill>
              <a:latin typeface="Arial"/>
              <a:ea typeface="Arial"/>
              <a:cs typeface="Arial"/>
              <a:sym typeface="Arial"/>
            </a:endParaRPr>
          </a:p>
        </p:txBody>
      </p:sp>
      <p:grpSp>
        <p:nvGrpSpPr>
          <p:cNvPr id="365" name="Google Shape;365;g39ab14d6dc7_0_595"/>
          <p:cNvGrpSpPr/>
          <p:nvPr/>
        </p:nvGrpSpPr>
        <p:grpSpPr>
          <a:xfrm>
            <a:off x="6743726" y="6853238"/>
            <a:ext cx="4783515" cy="1369991"/>
            <a:chOff x="0" y="0"/>
            <a:chExt cx="95670291" cy="27399813"/>
          </a:xfrm>
        </p:grpSpPr>
        <p:sp>
          <p:nvSpPr>
            <p:cNvPr id="366" name="Google Shape;366;g39ab14d6dc7_0_595"/>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367" name="Google Shape;367;g39ab14d6dc7_0_595"/>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grpSp>
        <p:nvGrpSpPr>
          <p:cNvPr id="368" name="Google Shape;368;g39ab14d6dc7_0_595"/>
          <p:cNvGrpSpPr/>
          <p:nvPr/>
        </p:nvGrpSpPr>
        <p:grpSpPr>
          <a:xfrm>
            <a:off x="12205811" y="6853238"/>
            <a:ext cx="4788456" cy="1369991"/>
            <a:chOff x="0" y="0"/>
            <a:chExt cx="95769112" cy="27399813"/>
          </a:xfrm>
        </p:grpSpPr>
        <p:sp>
          <p:nvSpPr>
            <p:cNvPr id="369" name="Google Shape;369;g39ab14d6dc7_0_595"/>
            <p:cNvSpPr/>
            <p:nvPr/>
          </p:nvSpPr>
          <p:spPr>
            <a:xfrm>
              <a:off x="72390" y="72390"/>
              <a:ext cx="95624330" cy="27255033"/>
            </a:xfrm>
            <a:custGeom>
              <a:rect b="b" l="l" r="r" t="t"/>
              <a:pathLst>
                <a:path extrusionOk="0" h="27255033" w="95624330">
                  <a:moveTo>
                    <a:pt x="0" y="0"/>
                  </a:moveTo>
                  <a:lnTo>
                    <a:pt x="95624330" y="0"/>
                  </a:lnTo>
                  <a:lnTo>
                    <a:pt x="95624330" y="27255033"/>
                  </a:lnTo>
                  <a:lnTo>
                    <a:pt x="0" y="27255033"/>
                  </a:lnTo>
                  <a:lnTo>
                    <a:pt x="0" y="0"/>
                  </a:lnTo>
                  <a:close/>
                </a:path>
              </a:pathLst>
            </a:custGeom>
            <a:solidFill>
              <a:srgbClr val="E15537"/>
            </a:solidFill>
            <a:ln>
              <a:noFill/>
            </a:ln>
          </p:spPr>
        </p:sp>
        <p:sp>
          <p:nvSpPr>
            <p:cNvPr id="370" name="Google Shape;370;g39ab14d6dc7_0_595"/>
            <p:cNvSpPr/>
            <p:nvPr/>
          </p:nvSpPr>
          <p:spPr>
            <a:xfrm>
              <a:off x="0" y="0"/>
              <a:ext cx="95769112" cy="27399813"/>
            </a:xfrm>
            <a:custGeom>
              <a:rect b="b" l="l" r="r" t="t"/>
              <a:pathLst>
                <a:path extrusionOk="0" h="27399813" w="95769112">
                  <a:moveTo>
                    <a:pt x="95624334" y="27255031"/>
                  </a:moveTo>
                  <a:lnTo>
                    <a:pt x="95769112" y="27255031"/>
                  </a:lnTo>
                  <a:lnTo>
                    <a:pt x="95769112" y="27399813"/>
                  </a:lnTo>
                  <a:lnTo>
                    <a:pt x="95624334" y="27399813"/>
                  </a:lnTo>
                  <a:lnTo>
                    <a:pt x="95624334"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624334" y="144780"/>
                  </a:moveTo>
                  <a:lnTo>
                    <a:pt x="95769112" y="144780"/>
                  </a:lnTo>
                  <a:lnTo>
                    <a:pt x="95769112" y="27255031"/>
                  </a:lnTo>
                  <a:lnTo>
                    <a:pt x="95624334" y="27255031"/>
                  </a:lnTo>
                  <a:lnTo>
                    <a:pt x="95624334" y="144780"/>
                  </a:lnTo>
                  <a:close/>
                  <a:moveTo>
                    <a:pt x="144780" y="27255031"/>
                  </a:moveTo>
                  <a:lnTo>
                    <a:pt x="95624334" y="27255031"/>
                  </a:lnTo>
                  <a:lnTo>
                    <a:pt x="95624334" y="27399813"/>
                  </a:lnTo>
                  <a:lnTo>
                    <a:pt x="144780" y="27399813"/>
                  </a:lnTo>
                  <a:lnTo>
                    <a:pt x="144780" y="27255031"/>
                  </a:lnTo>
                  <a:close/>
                  <a:moveTo>
                    <a:pt x="95624334" y="0"/>
                  </a:moveTo>
                  <a:lnTo>
                    <a:pt x="95769112" y="0"/>
                  </a:lnTo>
                  <a:lnTo>
                    <a:pt x="95769112" y="144780"/>
                  </a:lnTo>
                  <a:lnTo>
                    <a:pt x="95624334" y="144780"/>
                  </a:lnTo>
                  <a:lnTo>
                    <a:pt x="95624334" y="0"/>
                  </a:lnTo>
                  <a:close/>
                  <a:moveTo>
                    <a:pt x="0" y="0"/>
                  </a:moveTo>
                  <a:lnTo>
                    <a:pt x="144780" y="0"/>
                  </a:lnTo>
                  <a:lnTo>
                    <a:pt x="144780" y="144780"/>
                  </a:lnTo>
                  <a:lnTo>
                    <a:pt x="0" y="144780"/>
                  </a:lnTo>
                  <a:lnTo>
                    <a:pt x="0" y="0"/>
                  </a:lnTo>
                  <a:close/>
                  <a:moveTo>
                    <a:pt x="144780" y="0"/>
                  </a:moveTo>
                  <a:lnTo>
                    <a:pt x="95624334" y="0"/>
                  </a:lnTo>
                  <a:lnTo>
                    <a:pt x="95624334" y="144780"/>
                  </a:lnTo>
                  <a:lnTo>
                    <a:pt x="144780" y="144780"/>
                  </a:lnTo>
                  <a:lnTo>
                    <a:pt x="144780" y="0"/>
                  </a:lnTo>
                  <a:close/>
                </a:path>
              </a:pathLst>
            </a:custGeom>
            <a:solidFill>
              <a:srgbClr val="292929"/>
            </a:solidFill>
            <a:ln>
              <a:noFill/>
            </a:ln>
          </p:spPr>
        </p:sp>
      </p:grpSp>
      <p:grpSp>
        <p:nvGrpSpPr>
          <p:cNvPr id="371" name="Google Shape;371;g39ab14d6dc7_0_595"/>
          <p:cNvGrpSpPr/>
          <p:nvPr/>
        </p:nvGrpSpPr>
        <p:grpSpPr>
          <a:xfrm>
            <a:off x="6743726" y="4801843"/>
            <a:ext cx="4783515" cy="1367632"/>
            <a:chOff x="0" y="0"/>
            <a:chExt cx="95670291" cy="27352631"/>
          </a:xfrm>
        </p:grpSpPr>
        <p:sp>
          <p:nvSpPr>
            <p:cNvPr id="372" name="Google Shape;372;g39ab14d6dc7_0_595"/>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373" name="Google Shape;373;g39ab14d6dc7_0_595"/>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grpSp>
        <p:nvGrpSpPr>
          <p:cNvPr id="374" name="Google Shape;374;g39ab14d6dc7_0_595"/>
          <p:cNvGrpSpPr/>
          <p:nvPr/>
        </p:nvGrpSpPr>
        <p:grpSpPr>
          <a:xfrm>
            <a:off x="6743726" y="3430158"/>
            <a:ext cx="4783515" cy="1369991"/>
            <a:chOff x="0" y="0"/>
            <a:chExt cx="95670291" cy="27399813"/>
          </a:xfrm>
        </p:grpSpPr>
        <p:sp>
          <p:nvSpPr>
            <p:cNvPr id="375" name="Google Shape;375;g39ab14d6dc7_0_595"/>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376" name="Google Shape;376;g39ab14d6dc7_0_595"/>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377" name="Google Shape;377;g39ab14d6dc7_0_595"/>
          <p:cNvSpPr txBox="1"/>
          <p:nvPr/>
        </p:nvSpPr>
        <p:spPr>
          <a:xfrm>
            <a:off x="7068193" y="4993563"/>
            <a:ext cx="41517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292929"/>
                </a:solidFill>
                <a:latin typeface="Open Sans"/>
                <a:ea typeface="Open Sans"/>
                <a:cs typeface="Open Sans"/>
                <a:sym typeface="Open Sans"/>
              </a:rPr>
              <a:t>Evalúa si múltiples módulos funcionan bien juntos. Asegura que las interfaces entre componentes sean correctas.</a:t>
            </a:r>
            <a:endParaRPr b="0" i="0" sz="1400" u="none" cap="none" strike="noStrike">
              <a:solidFill>
                <a:srgbClr val="000000"/>
              </a:solidFill>
              <a:latin typeface="Arial"/>
              <a:ea typeface="Arial"/>
              <a:cs typeface="Arial"/>
              <a:sym typeface="Arial"/>
            </a:endParaRPr>
          </a:p>
        </p:txBody>
      </p:sp>
      <p:grpSp>
        <p:nvGrpSpPr>
          <p:cNvPr id="378" name="Google Shape;378;g39ab14d6dc7_0_595"/>
          <p:cNvGrpSpPr/>
          <p:nvPr/>
        </p:nvGrpSpPr>
        <p:grpSpPr>
          <a:xfrm>
            <a:off x="12205811" y="4801843"/>
            <a:ext cx="4783515" cy="1367632"/>
            <a:chOff x="0" y="0"/>
            <a:chExt cx="95670291" cy="27352631"/>
          </a:xfrm>
        </p:grpSpPr>
        <p:sp>
          <p:nvSpPr>
            <p:cNvPr id="379" name="Google Shape;379;g39ab14d6dc7_0_595"/>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380" name="Google Shape;380;g39ab14d6dc7_0_595"/>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grpSp>
        <p:nvGrpSpPr>
          <p:cNvPr id="381" name="Google Shape;381;g39ab14d6dc7_0_595"/>
          <p:cNvGrpSpPr/>
          <p:nvPr/>
        </p:nvGrpSpPr>
        <p:grpSpPr>
          <a:xfrm>
            <a:off x="12205811" y="3430158"/>
            <a:ext cx="4783515" cy="1369991"/>
            <a:chOff x="0" y="0"/>
            <a:chExt cx="95670291" cy="27399813"/>
          </a:xfrm>
        </p:grpSpPr>
        <p:sp>
          <p:nvSpPr>
            <p:cNvPr id="382" name="Google Shape;382;g39ab14d6dc7_0_595"/>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383" name="Google Shape;383;g39ab14d6dc7_0_595"/>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384" name="Google Shape;384;g39ab14d6dc7_0_595"/>
          <p:cNvSpPr txBox="1"/>
          <p:nvPr/>
        </p:nvSpPr>
        <p:spPr>
          <a:xfrm>
            <a:off x="1573272" y="3678619"/>
            <a:ext cx="41352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DE UNIDAD (UNIT TEST) </a:t>
            </a:r>
            <a:endParaRPr b="0" i="0" sz="1400" u="none" cap="none" strike="noStrike">
              <a:solidFill>
                <a:srgbClr val="000000"/>
              </a:solidFill>
              <a:latin typeface="Arial"/>
              <a:ea typeface="Arial"/>
              <a:cs typeface="Arial"/>
              <a:sym typeface="Arial"/>
            </a:endParaRPr>
          </a:p>
        </p:txBody>
      </p:sp>
      <p:sp>
        <p:nvSpPr>
          <p:cNvPr id="385" name="Google Shape;385;g39ab14d6dc7_0_595"/>
          <p:cNvSpPr txBox="1"/>
          <p:nvPr/>
        </p:nvSpPr>
        <p:spPr>
          <a:xfrm>
            <a:off x="7058668" y="3888169"/>
            <a:ext cx="41517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DE INTEGRACIÓN </a:t>
            </a:r>
            <a:endParaRPr b="0" i="0" sz="1400" u="none" cap="none" strike="noStrike">
              <a:solidFill>
                <a:srgbClr val="000000"/>
              </a:solidFill>
              <a:latin typeface="Arial"/>
              <a:ea typeface="Arial"/>
              <a:cs typeface="Arial"/>
              <a:sym typeface="Arial"/>
            </a:endParaRPr>
          </a:p>
        </p:txBody>
      </p:sp>
      <p:sp>
        <p:nvSpPr>
          <p:cNvPr id="386" name="Google Shape;386;g39ab14d6dc7_0_595"/>
          <p:cNvSpPr txBox="1"/>
          <p:nvPr/>
        </p:nvSpPr>
        <p:spPr>
          <a:xfrm>
            <a:off x="12531134" y="3888169"/>
            <a:ext cx="41310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E2E </a:t>
            </a:r>
            <a:endParaRPr b="0" i="0" sz="1400" u="none" cap="none" strike="noStrike">
              <a:solidFill>
                <a:srgbClr val="000000"/>
              </a:solidFill>
              <a:latin typeface="Arial"/>
              <a:ea typeface="Arial"/>
              <a:cs typeface="Arial"/>
              <a:sym typeface="Arial"/>
            </a:endParaRPr>
          </a:p>
        </p:txBody>
      </p:sp>
      <p:sp>
        <p:nvSpPr>
          <p:cNvPr id="387" name="Google Shape;387;g39ab14d6dc7_0_595"/>
          <p:cNvSpPr txBox="1"/>
          <p:nvPr/>
        </p:nvSpPr>
        <p:spPr>
          <a:xfrm>
            <a:off x="12531125" y="4993575"/>
            <a:ext cx="41517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292929"/>
                </a:solidFill>
                <a:latin typeface="Open Sans"/>
                <a:ea typeface="Open Sans"/>
                <a:cs typeface="Open Sans"/>
                <a:sym typeface="Open Sans"/>
              </a:rPr>
              <a:t>Verifican que todo el sistema complete un flujo de trabajo de principio a fin tal como lo haría un usuario real</a:t>
            </a:r>
            <a:endParaRPr b="0" i="0" sz="1400" u="none" cap="none" strike="noStrike">
              <a:solidFill>
                <a:srgbClr val="000000"/>
              </a:solidFill>
              <a:latin typeface="Arial"/>
              <a:ea typeface="Arial"/>
              <a:cs typeface="Arial"/>
              <a:sym typeface="Arial"/>
            </a:endParaRPr>
          </a:p>
        </p:txBody>
      </p:sp>
      <p:grpSp>
        <p:nvGrpSpPr>
          <p:cNvPr id="388" name="Google Shape;388;g39ab14d6dc7_0_595"/>
          <p:cNvGrpSpPr/>
          <p:nvPr/>
        </p:nvGrpSpPr>
        <p:grpSpPr>
          <a:xfrm>
            <a:off x="1266825" y="8224925"/>
            <a:ext cx="4793397" cy="1731422"/>
            <a:chOff x="0" y="0"/>
            <a:chExt cx="95867934" cy="27352631"/>
          </a:xfrm>
        </p:grpSpPr>
        <p:sp>
          <p:nvSpPr>
            <p:cNvPr id="389" name="Google Shape;389;g39ab14d6dc7_0_595"/>
            <p:cNvSpPr/>
            <p:nvPr/>
          </p:nvSpPr>
          <p:spPr>
            <a:xfrm>
              <a:off x="72390" y="72390"/>
              <a:ext cx="95723158" cy="27207849"/>
            </a:xfrm>
            <a:custGeom>
              <a:rect b="b" l="l" r="r" t="t"/>
              <a:pathLst>
                <a:path extrusionOk="0" h="27207849" w="95723158">
                  <a:moveTo>
                    <a:pt x="0" y="0"/>
                  </a:moveTo>
                  <a:lnTo>
                    <a:pt x="95723158" y="0"/>
                  </a:lnTo>
                  <a:lnTo>
                    <a:pt x="95723158" y="27207849"/>
                  </a:lnTo>
                  <a:lnTo>
                    <a:pt x="0" y="27207849"/>
                  </a:lnTo>
                  <a:lnTo>
                    <a:pt x="0" y="0"/>
                  </a:lnTo>
                  <a:close/>
                </a:path>
              </a:pathLst>
            </a:custGeom>
            <a:solidFill>
              <a:srgbClr val="FFFFFF"/>
            </a:solidFill>
            <a:ln>
              <a:noFill/>
            </a:ln>
          </p:spPr>
        </p:sp>
        <p:sp>
          <p:nvSpPr>
            <p:cNvPr id="390" name="Google Shape;390;g39ab14d6dc7_0_595"/>
            <p:cNvSpPr/>
            <p:nvPr/>
          </p:nvSpPr>
          <p:spPr>
            <a:xfrm>
              <a:off x="0" y="0"/>
              <a:ext cx="95867934" cy="27352631"/>
            </a:xfrm>
            <a:custGeom>
              <a:rect b="b" l="l" r="r" t="t"/>
              <a:pathLst>
                <a:path extrusionOk="0" h="27352631" w="95867934">
                  <a:moveTo>
                    <a:pt x="95723156" y="27207849"/>
                  </a:moveTo>
                  <a:lnTo>
                    <a:pt x="95867934" y="27207849"/>
                  </a:lnTo>
                  <a:lnTo>
                    <a:pt x="95867934" y="27352631"/>
                  </a:lnTo>
                  <a:lnTo>
                    <a:pt x="95723156" y="27352631"/>
                  </a:lnTo>
                  <a:lnTo>
                    <a:pt x="95723156"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723156" y="144780"/>
                  </a:moveTo>
                  <a:lnTo>
                    <a:pt x="95867934" y="144780"/>
                  </a:lnTo>
                  <a:lnTo>
                    <a:pt x="95867934" y="27207849"/>
                  </a:lnTo>
                  <a:lnTo>
                    <a:pt x="95723156" y="27207849"/>
                  </a:lnTo>
                  <a:lnTo>
                    <a:pt x="95723156" y="144780"/>
                  </a:lnTo>
                  <a:close/>
                  <a:moveTo>
                    <a:pt x="144780" y="27207849"/>
                  </a:moveTo>
                  <a:lnTo>
                    <a:pt x="95723156" y="27207849"/>
                  </a:lnTo>
                  <a:lnTo>
                    <a:pt x="95723156" y="27352631"/>
                  </a:lnTo>
                  <a:lnTo>
                    <a:pt x="144780" y="27352631"/>
                  </a:lnTo>
                  <a:lnTo>
                    <a:pt x="144780" y="27207849"/>
                  </a:lnTo>
                  <a:close/>
                  <a:moveTo>
                    <a:pt x="95723156" y="0"/>
                  </a:moveTo>
                  <a:lnTo>
                    <a:pt x="95867934" y="0"/>
                  </a:lnTo>
                  <a:lnTo>
                    <a:pt x="95867934" y="144780"/>
                  </a:lnTo>
                  <a:lnTo>
                    <a:pt x="95723156" y="144780"/>
                  </a:lnTo>
                  <a:lnTo>
                    <a:pt x="95723156" y="0"/>
                  </a:lnTo>
                  <a:close/>
                  <a:moveTo>
                    <a:pt x="0" y="0"/>
                  </a:moveTo>
                  <a:lnTo>
                    <a:pt x="144780" y="0"/>
                  </a:lnTo>
                  <a:lnTo>
                    <a:pt x="144780" y="144780"/>
                  </a:lnTo>
                  <a:lnTo>
                    <a:pt x="0" y="144780"/>
                  </a:lnTo>
                  <a:lnTo>
                    <a:pt x="0" y="0"/>
                  </a:lnTo>
                  <a:close/>
                  <a:moveTo>
                    <a:pt x="144780" y="0"/>
                  </a:moveTo>
                  <a:lnTo>
                    <a:pt x="95723156" y="0"/>
                  </a:lnTo>
                  <a:lnTo>
                    <a:pt x="95723156" y="144780"/>
                  </a:lnTo>
                  <a:lnTo>
                    <a:pt x="144780" y="144780"/>
                  </a:lnTo>
                  <a:lnTo>
                    <a:pt x="144780" y="0"/>
                  </a:lnTo>
                  <a:close/>
                </a:path>
              </a:pathLst>
            </a:custGeom>
            <a:solidFill>
              <a:srgbClr val="292929"/>
            </a:solidFill>
            <a:ln>
              <a:noFill/>
            </a:ln>
          </p:spPr>
        </p:sp>
      </p:grpSp>
      <p:grpSp>
        <p:nvGrpSpPr>
          <p:cNvPr id="391" name="Google Shape;391;g39ab14d6dc7_0_595"/>
          <p:cNvGrpSpPr/>
          <p:nvPr/>
        </p:nvGrpSpPr>
        <p:grpSpPr>
          <a:xfrm>
            <a:off x="1266825" y="6853238"/>
            <a:ext cx="4793082" cy="1372731"/>
            <a:chOff x="0" y="0"/>
            <a:chExt cx="95670291" cy="27399813"/>
          </a:xfrm>
        </p:grpSpPr>
        <p:sp>
          <p:nvSpPr>
            <p:cNvPr id="392" name="Google Shape;392;g39ab14d6dc7_0_595"/>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393" name="Google Shape;393;g39ab14d6dc7_0_595"/>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394" name="Google Shape;394;g39ab14d6dc7_0_595"/>
          <p:cNvSpPr txBox="1"/>
          <p:nvPr/>
        </p:nvSpPr>
        <p:spPr>
          <a:xfrm>
            <a:off x="1573272" y="7101699"/>
            <a:ext cx="41352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DE ACEPTACIÓN (UAT) </a:t>
            </a:r>
            <a:endParaRPr b="0" i="0" sz="1400" u="none" cap="none" strike="noStrike">
              <a:solidFill>
                <a:srgbClr val="000000"/>
              </a:solidFill>
              <a:latin typeface="Arial"/>
              <a:ea typeface="Arial"/>
              <a:cs typeface="Arial"/>
              <a:sym typeface="Arial"/>
            </a:endParaRPr>
          </a:p>
        </p:txBody>
      </p:sp>
      <p:sp>
        <p:nvSpPr>
          <p:cNvPr id="395" name="Google Shape;395;g39ab14d6dc7_0_595"/>
          <p:cNvSpPr txBox="1"/>
          <p:nvPr/>
        </p:nvSpPr>
        <p:spPr>
          <a:xfrm>
            <a:off x="1573272" y="8311204"/>
            <a:ext cx="4135200" cy="1828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292929"/>
                </a:solidFill>
                <a:latin typeface="Open Sans"/>
                <a:ea typeface="Open Sans"/>
                <a:cs typeface="Open Sans"/>
                <a:sym typeface="Open Sans"/>
              </a:rPr>
              <a:t>Realizada por el cliente o usuario final. Verifica que el software cumple sus expectativas y está listo para producción.</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800"/>
              <a:buFont typeface="Arial"/>
              <a:buNone/>
            </a:pPr>
            <a:r>
              <a:t/>
            </a:r>
            <a:endParaRPr b="0" i="0" sz="1800" u="none" cap="none" strike="noStrike">
              <a:solidFill>
                <a:srgbClr val="292929"/>
              </a:solidFill>
              <a:latin typeface="Open Sans"/>
              <a:ea typeface="Open Sans"/>
              <a:cs typeface="Open Sans"/>
              <a:sym typeface="Open Sans"/>
            </a:endParaRPr>
          </a:p>
        </p:txBody>
      </p:sp>
      <p:grpSp>
        <p:nvGrpSpPr>
          <p:cNvPr id="396" name="Google Shape;396;g39ab14d6dc7_0_595"/>
          <p:cNvGrpSpPr/>
          <p:nvPr/>
        </p:nvGrpSpPr>
        <p:grpSpPr>
          <a:xfrm>
            <a:off x="6743726" y="8224923"/>
            <a:ext cx="4783515" cy="1367632"/>
            <a:chOff x="0" y="0"/>
            <a:chExt cx="95670291" cy="27352631"/>
          </a:xfrm>
        </p:grpSpPr>
        <p:sp>
          <p:nvSpPr>
            <p:cNvPr id="397" name="Google Shape;397;g39ab14d6dc7_0_595"/>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398" name="Google Shape;398;g39ab14d6dc7_0_595"/>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399" name="Google Shape;399;g39ab14d6dc7_0_595"/>
          <p:cNvSpPr txBox="1"/>
          <p:nvPr/>
        </p:nvSpPr>
        <p:spPr>
          <a:xfrm>
            <a:off x="7058668" y="7311249"/>
            <a:ext cx="41517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DE REGRESIÓN </a:t>
            </a:r>
            <a:endParaRPr b="0" i="0" sz="1400" u="none" cap="none" strike="noStrike">
              <a:solidFill>
                <a:srgbClr val="000000"/>
              </a:solidFill>
              <a:latin typeface="Arial"/>
              <a:ea typeface="Arial"/>
              <a:cs typeface="Arial"/>
              <a:sym typeface="Arial"/>
            </a:endParaRPr>
          </a:p>
        </p:txBody>
      </p:sp>
      <p:sp>
        <p:nvSpPr>
          <p:cNvPr id="400" name="Google Shape;400;g39ab14d6dc7_0_595"/>
          <p:cNvSpPr txBox="1"/>
          <p:nvPr/>
        </p:nvSpPr>
        <p:spPr>
          <a:xfrm>
            <a:off x="7218860" y="8311204"/>
            <a:ext cx="4151700" cy="1440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292929"/>
                </a:solidFill>
                <a:latin typeface="Open Sans"/>
                <a:ea typeface="Open Sans"/>
                <a:cs typeface="Open Sans"/>
                <a:sym typeface="Open Sans"/>
              </a:rPr>
              <a:t>Asegura que los cambios o correcciones no hayan roto funcionalidades existentes.</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800"/>
              <a:buFont typeface="Arial"/>
              <a:buNone/>
            </a:pPr>
            <a:r>
              <a:t/>
            </a:r>
            <a:endParaRPr b="0" i="0" sz="1800" u="none" cap="none" strike="noStrike">
              <a:solidFill>
                <a:srgbClr val="292929"/>
              </a:solidFill>
              <a:latin typeface="Open Sans"/>
              <a:ea typeface="Open Sans"/>
              <a:cs typeface="Open Sans"/>
              <a:sym typeface="Open Sans"/>
            </a:endParaRPr>
          </a:p>
        </p:txBody>
      </p:sp>
      <p:grpSp>
        <p:nvGrpSpPr>
          <p:cNvPr id="401" name="Google Shape;401;g39ab14d6dc7_0_595"/>
          <p:cNvGrpSpPr/>
          <p:nvPr/>
        </p:nvGrpSpPr>
        <p:grpSpPr>
          <a:xfrm>
            <a:off x="12205811" y="8224923"/>
            <a:ext cx="4783515" cy="1367632"/>
            <a:chOff x="0" y="0"/>
            <a:chExt cx="95670291" cy="27352631"/>
          </a:xfrm>
        </p:grpSpPr>
        <p:sp>
          <p:nvSpPr>
            <p:cNvPr id="402" name="Google Shape;402;g39ab14d6dc7_0_595"/>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403" name="Google Shape;403;g39ab14d6dc7_0_595"/>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04" name="Google Shape;404;g39ab14d6dc7_0_595"/>
          <p:cNvSpPr txBox="1"/>
          <p:nvPr/>
        </p:nvSpPr>
        <p:spPr>
          <a:xfrm>
            <a:off x="12531134" y="7101699"/>
            <a:ext cx="41310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DE HUMO (SMOKE TEST) </a:t>
            </a:r>
            <a:endParaRPr b="0" i="0" sz="1400" u="none" cap="none" strike="noStrike">
              <a:solidFill>
                <a:srgbClr val="000000"/>
              </a:solidFill>
              <a:latin typeface="Arial"/>
              <a:ea typeface="Arial"/>
              <a:cs typeface="Arial"/>
              <a:sym typeface="Arial"/>
            </a:endParaRPr>
          </a:p>
        </p:txBody>
      </p:sp>
      <p:sp>
        <p:nvSpPr>
          <p:cNvPr id="405" name="Google Shape;405;g39ab14d6dc7_0_595"/>
          <p:cNvSpPr txBox="1"/>
          <p:nvPr/>
        </p:nvSpPr>
        <p:spPr>
          <a:xfrm>
            <a:off x="12531134" y="8416643"/>
            <a:ext cx="41310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292929"/>
                </a:solidFill>
                <a:latin typeface="Open Sans"/>
                <a:ea typeface="Open Sans"/>
                <a:cs typeface="Open Sans"/>
                <a:sym typeface="Open Sans"/>
              </a:rPr>
              <a:t>Verifica que el sistema arranca y responde a las funciones más esenciales sin fallar de inmediato</a:t>
            </a:r>
            <a:endParaRPr b="0" i="0" sz="1400" u="none" cap="none" strike="noStrike">
              <a:solidFill>
                <a:srgbClr val="000000"/>
              </a:solidFill>
              <a:latin typeface="Arial"/>
              <a:ea typeface="Arial"/>
              <a:cs typeface="Arial"/>
              <a:sym typeface="Arial"/>
            </a:endParaRPr>
          </a:p>
        </p:txBody>
      </p:sp>
      <p:sp>
        <p:nvSpPr>
          <p:cNvPr id="406" name="Google Shape;406;g39ab14d6dc7_0_595"/>
          <p:cNvSpPr txBox="1"/>
          <p:nvPr/>
        </p:nvSpPr>
        <p:spPr>
          <a:xfrm>
            <a:off x="4157300" y="2302020"/>
            <a:ext cx="102747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EVALÚAN QUÉ HACE EL SISTEMA SEGÚN LOS REQUISITOS DEFINIDOS.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0" name="Shape 410"/>
        <p:cNvGrpSpPr/>
        <p:nvPr/>
      </p:nvGrpSpPr>
      <p:grpSpPr>
        <a:xfrm>
          <a:off x="0" y="0"/>
          <a:ext cx="0" cy="0"/>
          <a:chOff x="0" y="0"/>
          <a:chExt cx="0" cy="0"/>
        </a:xfrm>
      </p:grpSpPr>
      <p:grpSp>
        <p:nvGrpSpPr>
          <p:cNvPr id="411" name="Google Shape;411;g39ab14d6dc7_0_648"/>
          <p:cNvGrpSpPr/>
          <p:nvPr/>
        </p:nvGrpSpPr>
        <p:grpSpPr>
          <a:xfrm>
            <a:off x="1266825" y="4801843"/>
            <a:ext cx="4783515" cy="1367632"/>
            <a:chOff x="0" y="0"/>
            <a:chExt cx="95670291" cy="27352631"/>
          </a:xfrm>
        </p:grpSpPr>
        <p:sp>
          <p:nvSpPr>
            <p:cNvPr id="412" name="Google Shape;412;g39ab14d6dc7_0_648"/>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413" name="Google Shape;413;g39ab14d6dc7_0_648"/>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14" name="Google Shape;414;g39ab14d6dc7_0_648"/>
          <p:cNvSpPr txBox="1"/>
          <p:nvPr/>
        </p:nvSpPr>
        <p:spPr>
          <a:xfrm>
            <a:off x="2260263" y="282800"/>
            <a:ext cx="14068800" cy="2167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6400"/>
              <a:buFont typeface="Arial"/>
              <a:buNone/>
            </a:pPr>
            <a:r>
              <a:rPr b="1" i="0" lang="en-US" sz="6400" u="none" cap="none" strike="noStrike">
                <a:solidFill>
                  <a:srgbClr val="292929"/>
                </a:solidFill>
                <a:latin typeface="Arial"/>
                <a:ea typeface="Arial"/>
                <a:cs typeface="Arial"/>
                <a:sym typeface="Arial"/>
              </a:rPr>
              <a:t>TIPOS DE PRUEBAS FUNCIONALES</a:t>
            </a:r>
            <a:endParaRPr b="0" i="0" sz="1400" u="none" cap="none" strike="noStrike">
              <a:solidFill>
                <a:srgbClr val="000000"/>
              </a:solidFill>
              <a:latin typeface="Arial"/>
              <a:ea typeface="Arial"/>
              <a:cs typeface="Arial"/>
              <a:sym typeface="Arial"/>
            </a:endParaRPr>
          </a:p>
        </p:txBody>
      </p:sp>
      <p:grpSp>
        <p:nvGrpSpPr>
          <p:cNvPr id="415" name="Google Shape;415;g39ab14d6dc7_0_648"/>
          <p:cNvGrpSpPr/>
          <p:nvPr/>
        </p:nvGrpSpPr>
        <p:grpSpPr>
          <a:xfrm>
            <a:off x="1266825" y="3430158"/>
            <a:ext cx="4783515" cy="1369991"/>
            <a:chOff x="0" y="0"/>
            <a:chExt cx="95670291" cy="27399813"/>
          </a:xfrm>
        </p:grpSpPr>
        <p:sp>
          <p:nvSpPr>
            <p:cNvPr id="416" name="Google Shape;416;g39ab14d6dc7_0_648"/>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417" name="Google Shape;417;g39ab14d6dc7_0_648"/>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18" name="Google Shape;418;g39ab14d6dc7_0_648"/>
          <p:cNvSpPr txBox="1"/>
          <p:nvPr/>
        </p:nvSpPr>
        <p:spPr>
          <a:xfrm>
            <a:off x="1573272" y="5008168"/>
            <a:ext cx="41352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292929"/>
                </a:solidFill>
                <a:latin typeface="Open Sans"/>
                <a:ea typeface="Open Sans"/>
                <a:cs typeface="Open Sans"/>
                <a:sym typeface="Open Sans"/>
              </a:rPr>
              <a:t>Se implementa con frameworks como JUnit (Java), pytest (Python), Mocha (JS), etc. </a:t>
            </a:r>
            <a:endParaRPr b="0" i="0" sz="1400" u="none" cap="none" strike="noStrike">
              <a:solidFill>
                <a:srgbClr val="000000"/>
              </a:solidFill>
              <a:latin typeface="Arial"/>
              <a:ea typeface="Arial"/>
              <a:cs typeface="Arial"/>
              <a:sym typeface="Arial"/>
            </a:endParaRPr>
          </a:p>
        </p:txBody>
      </p:sp>
      <p:grpSp>
        <p:nvGrpSpPr>
          <p:cNvPr id="419" name="Google Shape;419;g39ab14d6dc7_0_648"/>
          <p:cNvGrpSpPr/>
          <p:nvPr/>
        </p:nvGrpSpPr>
        <p:grpSpPr>
          <a:xfrm>
            <a:off x="6743726" y="6853238"/>
            <a:ext cx="4783515" cy="1369991"/>
            <a:chOff x="0" y="0"/>
            <a:chExt cx="95670291" cy="27399813"/>
          </a:xfrm>
        </p:grpSpPr>
        <p:sp>
          <p:nvSpPr>
            <p:cNvPr id="420" name="Google Shape;420;g39ab14d6dc7_0_648"/>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421" name="Google Shape;421;g39ab14d6dc7_0_648"/>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grpSp>
        <p:nvGrpSpPr>
          <p:cNvPr id="422" name="Google Shape;422;g39ab14d6dc7_0_648"/>
          <p:cNvGrpSpPr/>
          <p:nvPr/>
        </p:nvGrpSpPr>
        <p:grpSpPr>
          <a:xfrm>
            <a:off x="12205811" y="6853238"/>
            <a:ext cx="4788456" cy="1369991"/>
            <a:chOff x="0" y="0"/>
            <a:chExt cx="95769112" cy="27399813"/>
          </a:xfrm>
        </p:grpSpPr>
        <p:sp>
          <p:nvSpPr>
            <p:cNvPr id="423" name="Google Shape;423;g39ab14d6dc7_0_648"/>
            <p:cNvSpPr/>
            <p:nvPr/>
          </p:nvSpPr>
          <p:spPr>
            <a:xfrm>
              <a:off x="72390" y="72390"/>
              <a:ext cx="95624330" cy="27255033"/>
            </a:xfrm>
            <a:custGeom>
              <a:rect b="b" l="l" r="r" t="t"/>
              <a:pathLst>
                <a:path extrusionOk="0" h="27255033" w="95624330">
                  <a:moveTo>
                    <a:pt x="0" y="0"/>
                  </a:moveTo>
                  <a:lnTo>
                    <a:pt x="95624330" y="0"/>
                  </a:lnTo>
                  <a:lnTo>
                    <a:pt x="95624330" y="27255033"/>
                  </a:lnTo>
                  <a:lnTo>
                    <a:pt x="0" y="27255033"/>
                  </a:lnTo>
                  <a:lnTo>
                    <a:pt x="0" y="0"/>
                  </a:lnTo>
                  <a:close/>
                </a:path>
              </a:pathLst>
            </a:custGeom>
            <a:solidFill>
              <a:srgbClr val="E15537"/>
            </a:solidFill>
            <a:ln>
              <a:noFill/>
            </a:ln>
          </p:spPr>
        </p:sp>
        <p:sp>
          <p:nvSpPr>
            <p:cNvPr id="424" name="Google Shape;424;g39ab14d6dc7_0_648"/>
            <p:cNvSpPr/>
            <p:nvPr/>
          </p:nvSpPr>
          <p:spPr>
            <a:xfrm>
              <a:off x="0" y="0"/>
              <a:ext cx="95769112" cy="27399813"/>
            </a:xfrm>
            <a:custGeom>
              <a:rect b="b" l="l" r="r" t="t"/>
              <a:pathLst>
                <a:path extrusionOk="0" h="27399813" w="95769112">
                  <a:moveTo>
                    <a:pt x="95624334" y="27255031"/>
                  </a:moveTo>
                  <a:lnTo>
                    <a:pt x="95769112" y="27255031"/>
                  </a:lnTo>
                  <a:lnTo>
                    <a:pt x="95769112" y="27399813"/>
                  </a:lnTo>
                  <a:lnTo>
                    <a:pt x="95624334" y="27399813"/>
                  </a:lnTo>
                  <a:lnTo>
                    <a:pt x="95624334"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624334" y="144780"/>
                  </a:moveTo>
                  <a:lnTo>
                    <a:pt x="95769112" y="144780"/>
                  </a:lnTo>
                  <a:lnTo>
                    <a:pt x="95769112" y="27255031"/>
                  </a:lnTo>
                  <a:lnTo>
                    <a:pt x="95624334" y="27255031"/>
                  </a:lnTo>
                  <a:lnTo>
                    <a:pt x="95624334" y="144780"/>
                  </a:lnTo>
                  <a:close/>
                  <a:moveTo>
                    <a:pt x="144780" y="27255031"/>
                  </a:moveTo>
                  <a:lnTo>
                    <a:pt x="95624334" y="27255031"/>
                  </a:lnTo>
                  <a:lnTo>
                    <a:pt x="95624334" y="27399813"/>
                  </a:lnTo>
                  <a:lnTo>
                    <a:pt x="144780" y="27399813"/>
                  </a:lnTo>
                  <a:lnTo>
                    <a:pt x="144780" y="27255031"/>
                  </a:lnTo>
                  <a:close/>
                  <a:moveTo>
                    <a:pt x="95624334" y="0"/>
                  </a:moveTo>
                  <a:lnTo>
                    <a:pt x="95769112" y="0"/>
                  </a:lnTo>
                  <a:lnTo>
                    <a:pt x="95769112" y="144780"/>
                  </a:lnTo>
                  <a:lnTo>
                    <a:pt x="95624334" y="144780"/>
                  </a:lnTo>
                  <a:lnTo>
                    <a:pt x="95624334" y="0"/>
                  </a:lnTo>
                  <a:close/>
                  <a:moveTo>
                    <a:pt x="0" y="0"/>
                  </a:moveTo>
                  <a:lnTo>
                    <a:pt x="144780" y="0"/>
                  </a:lnTo>
                  <a:lnTo>
                    <a:pt x="144780" y="144780"/>
                  </a:lnTo>
                  <a:lnTo>
                    <a:pt x="0" y="144780"/>
                  </a:lnTo>
                  <a:lnTo>
                    <a:pt x="0" y="0"/>
                  </a:lnTo>
                  <a:close/>
                  <a:moveTo>
                    <a:pt x="144780" y="0"/>
                  </a:moveTo>
                  <a:lnTo>
                    <a:pt x="95624334" y="0"/>
                  </a:lnTo>
                  <a:lnTo>
                    <a:pt x="95624334" y="144780"/>
                  </a:lnTo>
                  <a:lnTo>
                    <a:pt x="144780" y="144780"/>
                  </a:lnTo>
                  <a:lnTo>
                    <a:pt x="144780" y="0"/>
                  </a:lnTo>
                  <a:close/>
                </a:path>
              </a:pathLst>
            </a:custGeom>
            <a:solidFill>
              <a:srgbClr val="292929"/>
            </a:solidFill>
            <a:ln>
              <a:noFill/>
            </a:ln>
          </p:spPr>
        </p:sp>
      </p:grpSp>
      <p:grpSp>
        <p:nvGrpSpPr>
          <p:cNvPr id="425" name="Google Shape;425;g39ab14d6dc7_0_648"/>
          <p:cNvGrpSpPr/>
          <p:nvPr/>
        </p:nvGrpSpPr>
        <p:grpSpPr>
          <a:xfrm>
            <a:off x="6743726" y="4801843"/>
            <a:ext cx="4783515" cy="1367632"/>
            <a:chOff x="0" y="0"/>
            <a:chExt cx="95670291" cy="27352631"/>
          </a:xfrm>
        </p:grpSpPr>
        <p:sp>
          <p:nvSpPr>
            <p:cNvPr id="426" name="Google Shape;426;g39ab14d6dc7_0_648"/>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427" name="Google Shape;427;g39ab14d6dc7_0_648"/>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grpSp>
        <p:nvGrpSpPr>
          <p:cNvPr id="428" name="Google Shape;428;g39ab14d6dc7_0_648"/>
          <p:cNvGrpSpPr/>
          <p:nvPr/>
        </p:nvGrpSpPr>
        <p:grpSpPr>
          <a:xfrm>
            <a:off x="6743726" y="3430158"/>
            <a:ext cx="4783515" cy="1369991"/>
            <a:chOff x="0" y="0"/>
            <a:chExt cx="95670291" cy="27399813"/>
          </a:xfrm>
        </p:grpSpPr>
        <p:sp>
          <p:nvSpPr>
            <p:cNvPr id="429" name="Google Shape;429;g39ab14d6dc7_0_648"/>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430" name="Google Shape;430;g39ab14d6dc7_0_648"/>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31" name="Google Shape;431;g39ab14d6dc7_0_648"/>
          <p:cNvSpPr txBox="1"/>
          <p:nvPr/>
        </p:nvSpPr>
        <p:spPr>
          <a:xfrm>
            <a:off x="7068193" y="4993563"/>
            <a:ext cx="41517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292929"/>
                </a:solidFill>
                <a:latin typeface="Open Sans"/>
                <a:ea typeface="Open Sans"/>
                <a:cs typeface="Open Sans"/>
                <a:sym typeface="Open Sans"/>
              </a:rPr>
              <a:t>Se integran módulos y se usan stubs/mocks para probar interacciones </a:t>
            </a:r>
            <a:endParaRPr b="0" i="0" sz="1400" u="none" cap="none" strike="noStrike">
              <a:solidFill>
                <a:srgbClr val="000000"/>
              </a:solidFill>
              <a:latin typeface="Arial"/>
              <a:ea typeface="Arial"/>
              <a:cs typeface="Arial"/>
              <a:sym typeface="Arial"/>
            </a:endParaRPr>
          </a:p>
        </p:txBody>
      </p:sp>
      <p:grpSp>
        <p:nvGrpSpPr>
          <p:cNvPr id="432" name="Google Shape;432;g39ab14d6dc7_0_648"/>
          <p:cNvGrpSpPr/>
          <p:nvPr/>
        </p:nvGrpSpPr>
        <p:grpSpPr>
          <a:xfrm>
            <a:off x="12205811" y="4801843"/>
            <a:ext cx="4783515" cy="1367632"/>
            <a:chOff x="0" y="0"/>
            <a:chExt cx="95670291" cy="27352631"/>
          </a:xfrm>
        </p:grpSpPr>
        <p:sp>
          <p:nvSpPr>
            <p:cNvPr id="433" name="Google Shape;433;g39ab14d6dc7_0_648"/>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434" name="Google Shape;434;g39ab14d6dc7_0_648"/>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grpSp>
        <p:nvGrpSpPr>
          <p:cNvPr id="435" name="Google Shape;435;g39ab14d6dc7_0_648"/>
          <p:cNvGrpSpPr/>
          <p:nvPr/>
        </p:nvGrpSpPr>
        <p:grpSpPr>
          <a:xfrm>
            <a:off x="12205811" y="3430158"/>
            <a:ext cx="4783515" cy="1369991"/>
            <a:chOff x="0" y="0"/>
            <a:chExt cx="95670291" cy="27399813"/>
          </a:xfrm>
        </p:grpSpPr>
        <p:sp>
          <p:nvSpPr>
            <p:cNvPr id="436" name="Google Shape;436;g39ab14d6dc7_0_648"/>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437" name="Google Shape;437;g39ab14d6dc7_0_648"/>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38" name="Google Shape;438;g39ab14d6dc7_0_648"/>
          <p:cNvSpPr txBox="1"/>
          <p:nvPr/>
        </p:nvSpPr>
        <p:spPr>
          <a:xfrm>
            <a:off x="1573272" y="3678619"/>
            <a:ext cx="41352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DE UNIDAD (UNIT TEST) </a:t>
            </a:r>
            <a:endParaRPr b="0" i="0" sz="1400" u="none" cap="none" strike="noStrike">
              <a:solidFill>
                <a:srgbClr val="000000"/>
              </a:solidFill>
              <a:latin typeface="Arial"/>
              <a:ea typeface="Arial"/>
              <a:cs typeface="Arial"/>
              <a:sym typeface="Arial"/>
            </a:endParaRPr>
          </a:p>
        </p:txBody>
      </p:sp>
      <p:sp>
        <p:nvSpPr>
          <p:cNvPr id="439" name="Google Shape;439;g39ab14d6dc7_0_648"/>
          <p:cNvSpPr txBox="1"/>
          <p:nvPr/>
        </p:nvSpPr>
        <p:spPr>
          <a:xfrm>
            <a:off x="7058668" y="3888169"/>
            <a:ext cx="41517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DE INTEGRACIÓN </a:t>
            </a:r>
            <a:endParaRPr b="0" i="0" sz="1400" u="none" cap="none" strike="noStrike">
              <a:solidFill>
                <a:srgbClr val="000000"/>
              </a:solidFill>
              <a:latin typeface="Arial"/>
              <a:ea typeface="Arial"/>
              <a:cs typeface="Arial"/>
              <a:sym typeface="Arial"/>
            </a:endParaRPr>
          </a:p>
        </p:txBody>
      </p:sp>
      <p:sp>
        <p:nvSpPr>
          <p:cNvPr id="440" name="Google Shape;440;g39ab14d6dc7_0_648"/>
          <p:cNvSpPr txBox="1"/>
          <p:nvPr/>
        </p:nvSpPr>
        <p:spPr>
          <a:xfrm>
            <a:off x="12531134" y="3888169"/>
            <a:ext cx="41310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E2E</a:t>
            </a:r>
            <a:endParaRPr b="0" i="0" sz="1400" u="none" cap="none" strike="noStrike">
              <a:solidFill>
                <a:srgbClr val="000000"/>
              </a:solidFill>
              <a:latin typeface="Arial"/>
              <a:ea typeface="Arial"/>
              <a:cs typeface="Arial"/>
              <a:sym typeface="Arial"/>
            </a:endParaRPr>
          </a:p>
        </p:txBody>
      </p:sp>
      <p:sp>
        <p:nvSpPr>
          <p:cNvPr id="441" name="Google Shape;441;g39ab14d6dc7_0_648"/>
          <p:cNvSpPr txBox="1"/>
          <p:nvPr/>
        </p:nvSpPr>
        <p:spPr>
          <a:xfrm>
            <a:off x="12531134" y="4993563"/>
            <a:ext cx="41310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292929"/>
                </a:solidFill>
                <a:latin typeface="Open Sans"/>
                <a:ea typeface="Open Sans"/>
                <a:cs typeface="Open Sans"/>
                <a:sym typeface="Open Sans"/>
              </a:rPr>
              <a:t>suelen usar herramientas automatizadas como Selenium, Cypress o Playwright</a:t>
            </a:r>
            <a:endParaRPr b="0" i="0" sz="1400" u="none" cap="none" strike="noStrike">
              <a:solidFill>
                <a:srgbClr val="000000"/>
              </a:solidFill>
              <a:latin typeface="Arial"/>
              <a:ea typeface="Arial"/>
              <a:cs typeface="Arial"/>
              <a:sym typeface="Arial"/>
            </a:endParaRPr>
          </a:p>
        </p:txBody>
      </p:sp>
      <p:grpSp>
        <p:nvGrpSpPr>
          <p:cNvPr id="442" name="Google Shape;442;g39ab14d6dc7_0_648"/>
          <p:cNvGrpSpPr/>
          <p:nvPr/>
        </p:nvGrpSpPr>
        <p:grpSpPr>
          <a:xfrm>
            <a:off x="1266825" y="8224923"/>
            <a:ext cx="4793397" cy="1367632"/>
            <a:chOff x="0" y="0"/>
            <a:chExt cx="95867934" cy="27352631"/>
          </a:xfrm>
        </p:grpSpPr>
        <p:sp>
          <p:nvSpPr>
            <p:cNvPr id="443" name="Google Shape;443;g39ab14d6dc7_0_648"/>
            <p:cNvSpPr/>
            <p:nvPr/>
          </p:nvSpPr>
          <p:spPr>
            <a:xfrm>
              <a:off x="72390" y="72390"/>
              <a:ext cx="95723158" cy="27207849"/>
            </a:xfrm>
            <a:custGeom>
              <a:rect b="b" l="l" r="r" t="t"/>
              <a:pathLst>
                <a:path extrusionOk="0" h="27207849" w="95723158">
                  <a:moveTo>
                    <a:pt x="0" y="0"/>
                  </a:moveTo>
                  <a:lnTo>
                    <a:pt x="95723158" y="0"/>
                  </a:lnTo>
                  <a:lnTo>
                    <a:pt x="95723158" y="27207849"/>
                  </a:lnTo>
                  <a:lnTo>
                    <a:pt x="0" y="27207849"/>
                  </a:lnTo>
                  <a:lnTo>
                    <a:pt x="0" y="0"/>
                  </a:lnTo>
                  <a:close/>
                </a:path>
              </a:pathLst>
            </a:custGeom>
            <a:solidFill>
              <a:srgbClr val="FFFFFF"/>
            </a:solidFill>
            <a:ln>
              <a:noFill/>
            </a:ln>
          </p:spPr>
        </p:sp>
        <p:sp>
          <p:nvSpPr>
            <p:cNvPr id="444" name="Google Shape;444;g39ab14d6dc7_0_648"/>
            <p:cNvSpPr/>
            <p:nvPr/>
          </p:nvSpPr>
          <p:spPr>
            <a:xfrm>
              <a:off x="0" y="0"/>
              <a:ext cx="95867934" cy="27352631"/>
            </a:xfrm>
            <a:custGeom>
              <a:rect b="b" l="l" r="r" t="t"/>
              <a:pathLst>
                <a:path extrusionOk="0" h="27352631" w="95867934">
                  <a:moveTo>
                    <a:pt x="95723156" y="27207849"/>
                  </a:moveTo>
                  <a:lnTo>
                    <a:pt x="95867934" y="27207849"/>
                  </a:lnTo>
                  <a:lnTo>
                    <a:pt x="95867934" y="27352631"/>
                  </a:lnTo>
                  <a:lnTo>
                    <a:pt x="95723156" y="27352631"/>
                  </a:lnTo>
                  <a:lnTo>
                    <a:pt x="95723156"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723156" y="144780"/>
                  </a:moveTo>
                  <a:lnTo>
                    <a:pt x="95867934" y="144780"/>
                  </a:lnTo>
                  <a:lnTo>
                    <a:pt x="95867934" y="27207849"/>
                  </a:lnTo>
                  <a:lnTo>
                    <a:pt x="95723156" y="27207849"/>
                  </a:lnTo>
                  <a:lnTo>
                    <a:pt x="95723156" y="144780"/>
                  </a:lnTo>
                  <a:close/>
                  <a:moveTo>
                    <a:pt x="144780" y="27207849"/>
                  </a:moveTo>
                  <a:lnTo>
                    <a:pt x="95723156" y="27207849"/>
                  </a:lnTo>
                  <a:lnTo>
                    <a:pt x="95723156" y="27352631"/>
                  </a:lnTo>
                  <a:lnTo>
                    <a:pt x="144780" y="27352631"/>
                  </a:lnTo>
                  <a:lnTo>
                    <a:pt x="144780" y="27207849"/>
                  </a:lnTo>
                  <a:close/>
                  <a:moveTo>
                    <a:pt x="95723156" y="0"/>
                  </a:moveTo>
                  <a:lnTo>
                    <a:pt x="95867934" y="0"/>
                  </a:lnTo>
                  <a:lnTo>
                    <a:pt x="95867934" y="144780"/>
                  </a:lnTo>
                  <a:lnTo>
                    <a:pt x="95723156" y="144780"/>
                  </a:lnTo>
                  <a:lnTo>
                    <a:pt x="95723156" y="0"/>
                  </a:lnTo>
                  <a:close/>
                  <a:moveTo>
                    <a:pt x="0" y="0"/>
                  </a:moveTo>
                  <a:lnTo>
                    <a:pt x="144780" y="0"/>
                  </a:lnTo>
                  <a:lnTo>
                    <a:pt x="144780" y="144780"/>
                  </a:lnTo>
                  <a:lnTo>
                    <a:pt x="0" y="144780"/>
                  </a:lnTo>
                  <a:lnTo>
                    <a:pt x="0" y="0"/>
                  </a:lnTo>
                  <a:close/>
                  <a:moveTo>
                    <a:pt x="144780" y="0"/>
                  </a:moveTo>
                  <a:lnTo>
                    <a:pt x="95723156" y="0"/>
                  </a:lnTo>
                  <a:lnTo>
                    <a:pt x="95723156" y="144780"/>
                  </a:lnTo>
                  <a:lnTo>
                    <a:pt x="144780" y="144780"/>
                  </a:lnTo>
                  <a:lnTo>
                    <a:pt x="144780" y="0"/>
                  </a:lnTo>
                  <a:close/>
                </a:path>
              </a:pathLst>
            </a:custGeom>
            <a:solidFill>
              <a:srgbClr val="292929"/>
            </a:solidFill>
            <a:ln>
              <a:noFill/>
            </a:ln>
          </p:spPr>
        </p:sp>
      </p:grpSp>
      <p:grpSp>
        <p:nvGrpSpPr>
          <p:cNvPr id="445" name="Google Shape;445;g39ab14d6dc7_0_648"/>
          <p:cNvGrpSpPr/>
          <p:nvPr/>
        </p:nvGrpSpPr>
        <p:grpSpPr>
          <a:xfrm>
            <a:off x="1266825" y="6853238"/>
            <a:ext cx="4793082" cy="1372731"/>
            <a:chOff x="0" y="0"/>
            <a:chExt cx="95670291" cy="27399813"/>
          </a:xfrm>
        </p:grpSpPr>
        <p:sp>
          <p:nvSpPr>
            <p:cNvPr id="446" name="Google Shape;446;g39ab14d6dc7_0_648"/>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447" name="Google Shape;447;g39ab14d6dc7_0_648"/>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48" name="Google Shape;448;g39ab14d6dc7_0_648"/>
          <p:cNvSpPr txBox="1"/>
          <p:nvPr/>
        </p:nvSpPr>
        <p:spPr>
          <a:xfrm>
            <a:off x="1573272" y="7101699"/>
            <a:ext cx="41352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DE ACEPTACIÓN (UAT) </a:t>
            </a:r>
            <a:endParaRPr b="0" i="0" sz="1400" u="none" cap="none" strike="noStrike">
              <a:solidFill>
                <a:srgbClr val="000000"/>
              </a:solidFill>
              <a:latin typeface="Arial"/>
              <a:ea typeface="Arial"/>
              <a:cs typeface="Arial"/>
              <a:sym typeface="Arial"/>
            </a:endParaRPr>
          </a:p>
        </p:txBody>
      </p:sp>
      <p:sp>
        <p:nvSpPr>
          <p:cNvPr id="449" name="Google Shape;449;g39ab14d6dc7_0_648"/>
          <p:cNvSpPr txBox="1"/>
          <p:nvPr/>
        </p:nvSpPr>
        <p:spPr>
          <a:xfrm>
            <a:off x="1594857" y="8492179"/>
            <a:ext cx="41352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292929"/>
                </a:solidFill>
                <a:latin typeface="Open Sans"/>
                <a:ea typeface="Open Sans"/>
                <a:cs typeface="Open Sans"/>
                <a:sym typeface="Open Sans"/>
              </a:rPr>
              <a:t>El cliente o usuario final prueba funcionalidades clave usando casos reales </a:t>
            </a:r>
            <a:endParaRPr b="0" i="0" sz="1400" u="none" cap="none" strike="noStrike">
              <a:solidFill>
                <a:srgbClr val="000000"/>
              </a:solidFill>
              <a:latin typeface="Arial"/>
              <a:ea typeface="Arial"/>
              <a:cs typeface="Arial"/>
              <a:sym typeface="Arial"/>
            </a:endParaRPr>
          </a:p>
        </p:txBody>
      </p:sp>
      <p:grpSp>
        <p:nvGrpSpPr>
          <p:cNvPr id="450" name="Google Shape;450;g39ab14d6dc7_0_648"/>
          <p:cNvGrpSpPr/>
          <p:nvPr/>
        </p:nvGrpSpPr>
        <p:grpSpPr>
          <a:xfrm>
            <a:off x="6743726" y="8224923"/>
            <a:ext cx="4783515" cy="1367632"/>
            <a:chOff x="0" y="0"/>
            <a:chExt cx="95670291" cy="27352631"/>
          </a:xfrm>
        </p:grpSpPr>
        <p:sp>
          <p:nvSpPr>
            <p:cNvPr id="451" name="Google Shape;451;g39ab14d6dc7_0_648"/>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452" name="Google Shape;452;g39ab14d6dc7_0_648"/>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53" name="Google Shape;453;g39ab14d6dc7_0_648"/>
          <p:cNvSpPr txBox="1"/>
          <p:nvPr/>
        </p:nvSpPr>
        <p:spPr>
          <a:xfrm>
            <a:off x="7058668" y="7311249"/>
            <a:ext cx="41517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DE REGRESIÓN </a:t>
            </a:r>
            <a:endParaRPr b="0" i="0" sz="1400" u="none" cap="none" strike="noStrike">
              <a:solidFill>
                <a:srgbClr val="000000"/>
              </a:solidFill>
              <a:latin typeface="Arial"/>
              <a:ea typeface="Arial"/>
              <a:cs typeface="Arial"/>
              <a:sym typeface="Arial"/>
            </a:endParaRPr>
          </a:p>
        </p:txBody>
      </p:sp>
      <p:sp>
        <p:nvSpPr>
          <p:cNvPr id="454" name="Google Shape;454;g39ab14d6dc7_0_648"/>
          <p:cNvSpPr txBox="1"/>
          <p:nvPr/>
        </p:nvSpPr>
        <p:spPr>
          <a:xfrm>
            <a:off x="7218860" y="8332470"/>
            <a:ext cx="41517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292929"/>
                </a:solidFill>
                <a:latin typeface="Open Sans"/>
                <a:ea typeface="Open Sans"/>
                <a:cs typeface="Open Sans"/>
                <a:sym typeface="Open Sans"/>
              </a:rPr>
              <a:t>Se reejecutan pruebas antiguas después de cambios. Automatizada con Selenium, Cypress, etc. </a:t>
            </a:r>
            <a:endParaRPr b="0" i="0" sz="1400" u="none" cap="none" strike="noStrike">
              <a:solidFill>
                <a:srgbClr val="000000"/>
              </a:solidFill>
              <a:latin typeface="Arial"/>
              <a:ea typeface="Arial"/>
              <a:cs typeface="Arial"/>
              <a:sym typeface="Arial"/>
            </a:endParaRPr>
          </a:p>
        </p:txBody>
      </p:sp>
      <p:grpSp>
        <p:nvGrpSpPr>
          <p:cNvPr id="455" name="Google Shape;455;g39ab14d6dc7_0_648"/>
          <p:cNvGrpSpPr/>
          <p:nvPr/>
        </p:nvGrpSpPr>
        <p:grpSpPr>
          <a:xfrm>
            <a:off x="12205811" y="8224923"/>
            <a:ext cx="4783515" cy="1367632"/>
            <a:chOff x="0" y="0"/>
            <a:chExt cx="95670291" cy="27352631"/>
          </a:xfrm>
        </p:grpSpPr>
        <p:sp>
          <p:nvSpPr>
            <p:cNvPr id="456" name="Google Shape;456;g39ab14d6dc7_0_648"/>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457" name="Google Shape;457;g39ab14d6dc7_0_648"/>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58" name="Google Shape;458;g39ab14d6dc7_0_648"/>
          <p:cNvSpPr txBox="1"/>
          <p:nvPr/>
        </p:nvSpPr>
        <p:spPr>
          <a:xfrm>
            <a:off x="12531134" y="7101699"/>
            <a:ext cx="41310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DE HUMO (SMOKE TEST) </a:t>
            </a:r>
            <a:endParaRPr b="0" i="0" sz="1400" u="none" cap="none" strike="noStrike">
              <a:solidFill>
                <a:srgbClr val="000000"/>
              </a:solidFill>
              <a:latin typeface="Arial"/>
              <a:ea typeface="Arial"/>
              <a:cs typeface="Arial"/>
              <a:sym typeface="Arial"/>
            </a:endParaRPr>
          </a:p>
        </p:txBody>
      </p:sp>
      <p:sp>
        <p:nvSpPr>
          <p:cNvPr id="459" name="Google Shape;459;g39ab14d6dc7_0_648"/>
          <p:cNvSpPr txBox="1"/>
          <p:nvPr/>
        </p:nvSpPr>
        <p:spPr>
          <a:xfrm>
            <a:off x="12531134" y="8416643"/>
            <a:ext cx="41310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292929"/>
                </a:solidFill>
                <a:latin typeface="Open Sans"/>
                <a:ea typeface="Open Sans"/>
                <a:cs typeface="Open Sans"/>
                <a:sym typeface="Open Sans"/>
              </a:rPr>
              <a:t>Se ejecutan pruebas básicas para validar que el sistema inicia y responde </a:t>
            </a:r>
            <a:endParaRPr b="0" i="0" sz="1400" u="none" cap="none" strike="noStrike">
              <a:solidFill>
                <a:srgbClr val="000000"/>
              </a:solidFill>
              <a:latin typeface="Arial"/>
              <a:ea typeface="Arial"/>
              <a:cs typeface="Arial"/>
              <a:sym typeface="Arial"/>
            </a:endParaRPr>
          </a:p>
        </p:txBody>
      </p:sp>
      <p:sp>
        <p:nvSpPr>
          <p:cNvPr id="460" name="Google Shape;460;g39ab14d6dc7_0_648"/>
          <p:cNvSpPr txBox="1"/>
          <p:nvPr/>
        </p:nvSpPr>
        <p:spPr>
          <a:xfrm>
            <a:off x="2260256" y="2450000"/>
            <a:ext cx="14068800" cy="492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3200"/>
              <a:buFont typeface="Arial"/>
              <a:buNone/>
            </a:pPr>
            <a:r>
              <a:rPr b="0" i="0" lang="en-US" sz="3200" u="none" cap="none" strike="noStrike">
                <a:solidFill>
                  <a:srgbClr val="292929"/>
                </a:solidFill>
                <a:latin typeface="Arial"/>
                <a:ea typeface="Arial"/>
                <a:cs typeface="Arial"/>
                <a:sym typeface="Arial"/>
              </a:rPr>
              <a:t>IMPLEMENTACIÓN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4" name="Shape 464"/>
        <p:cNvGrpSpPr/>
        <p:nvPr/>
      </p:nvGrpSpPr>
      <p:grpSpPr>
        <a:xfrm>
          <a:off x="0" y="0"/>
          <a:ext cx="0" cy="0"/>
          <a:chOff x="0" y="0"/>
          <a:chExt cx="0" cy="0"/>
        </a:xfrm>
      </p:grpSpPr>
      <p:grpSp>
        <p:nvGrpSpPr>
          <p:cNvPr id="465" name="Google Shape;465;g39ab14d6dc7_0_701"/>
          <p:cNvGrpSpPr/>
          <p:nvPr/>
        </p:nvGrpSpPr>
        <p:grpSpPr>
          <a:xfrm>
            <a:off x="1266825" y="4801843"/>
            <a:ext cx="4783515" cy="1367632"/>
            <a:chOff x="0" y="0"/>
            <a:chExt cx="95670291" cy="27352631"/>
          </a:xfrm>
        </p:grpSpPr>
        <p:sp>
          <p:nvSpPr>
            <p:cNvPr id="466" name="Google Shape;466;g39ab14d6dc7_0_701"/>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467" name="Google Shape;467;g39ab14d6dc7_0_701"/>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68" name="Google Shape;468;g39ab14d6dc7_0_701"/>
          <p:cNvSpPr txBox="1"/>
          <p:nvPr/>
        </p:nvSpPr>
        <p:spPr>
          <a:xfrm>
            <a:off x="1402650" y="331339"/>
            <a:ext cx="15482700" cy="197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6400"/>
              <a:buFont typeface="Arial"/>
              <a:buNone/>
            </a:pPr>
            <a:r>
              <a:rPr b="1" i="0" lang="en-US" sz="6400" u="none" cap="none" strike="noStrike">
                <a:solidFill>
                  <a:srgbClr val="292929"/>
                </a:solidFill>
                <a:latin typeface="Arial"/>
                <a:ea typeface="Arial"/>
                <a:cs typeface="Arial"/>
                <a:sym typeface="Arial"/>
              </a:rPr>
              <a:t>TIPOS DE PRUEBAS NO FUNCIONALES</a:t>
            </a:r>
            <a:endParaRPr b="0" i="0" sz="1400" u="none" cap="none" strike="noStrike">
              <a:solidFill>
                <a:srgbClr val="000000"/>
              </a:solidFill>
              <a:latin typeface="Arial"/>
              <a:ea typeface="Arial"/>
              <a:cs typeface="Arial"/>
              <a:sym typeface="Arial"/>
            </a:endParaRPr>
          </a:p>
        </p:txBody>
      </p:sp>
      <p:grpSp>
        <p:nvGrpSpPr>
          <p:cNvPr id="469" name="Google Shape;469;g39ab14d6dc7_0_701"/>
          <p:cNvGrpSpPr/>
          <p:nvPr/>
        </p:nvGrpSpPr>
        <p:grpSpPr>
          <a:xfrm>
            <a:off x="1266825" y="3430158"/>
            <a:ext cx="4783515" cy="1369991"/>
            <a:chOff x="0" y="0"/>
            <a:chExt cx="95670291" cy="27399813"/>
          </a:xfrm>
        </p:grpSpPr>
        <p:sp>
          <p:nvSpPr>
            <p:cNvPr id="470" name="Google Shape;470;g39ab14d6dc7_0_701"/>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471" name="Google Shape;471;g39ab14d6dc7_0_701"/>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72" name="Google Shape;472;g39ab14d6dc7_0_701"/>
          <p:cNvSpPr txBox="1"/>
          <p:nvPr/>
        </p:nvSpPr>
        <p:spPr>
          <a:xfrm>
            <a:off x="1573272" y="5165330"/>
            <a:ext cx="41352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292929"/>
                </a:solidFill>
                <a:latin typeface="Open Sans"/>
                <a:ea typeface="Open Sans"/>
                <a:cs typeface="Open Sans"/>
                <a:sym typeface="Open Sans"/>
              </a:rPr>
              <a:t>Mide velocidad, tiempos de respuesta y uso de recursos.</a:t>
            </a:r>
            <a:endParaRPr b="0" i="0" sz="1400" u="none" cap="none" strike="noStrike">
              <a:solidFill>
                <a:srgbClr val="000000"/>
              </a:solidFill>
              <a:latin typeface="Arial"/>
              <a:ea typeface="Arial"/>
              <a:cs typeface="Arial"/>
              <a:sym typeface="Arial"/>
            </a:endParaRPr>
          </a:p>
        </p:txBody>
      </p:sp>
      <p:grpSp>
        <p:nvGrpSpPr>
          <p:cNvPr id="473" name="Google Shape;473;g39ab14d6dc7_0_701"/>
          <p:cNvGrpSpPr/>
          <p:nvPr/>
        </p:nvGrpSpPr>
        <p:grpSpPr>
          <a:xfrm>
            <a:off x="12205811" y="6853238"/>
            <a:ext cx="4788456" cy="1369991"/>
            <a:chOff x="0" y="0"/>
            <a:chExt cx="95769112" cy="27399813"/>
          </a:xfrm>
        </p:grpSpPr>
        <p:sp>
          <p:nvSpPr>
            <p:cNvPr id="474" name="Google Shape;474;g39ab14d6dc7_0_701"/>
            <p:cNvSpPr/>
            <p:nvPr/>
          </p:nvSpPr>
          <p:spPr>
            <a:xfrm>
              <a:off x="72390" y="72390"/>
              <a:ext cx="95624330" cy="27255033"/>
            </a:xfrm>
            <a:custGeom>
              <a:rect b="b" l="l" r="r" t="t"/>
              <a:pathLst>
                <a:path extrusionOk="0" h="27255033" w="95624330">
                  <a:moveTo>
                    <a:pt x="0" y="0"/>
                  </a:moveTo>
                  <a:lnTo>
                    <a:pt x="95624330" y="0"/>
                  </a:lnTo>
                  <a:lnTo>
                    <a:pt x="95624330" y="27255033"/>
                  </a:lnTo>
                  <a:lnTo>
                    <a:pt x="0" y="27255033"/>
                  </a:lnTo>
                  <a:lnTo>
                    <a:pt x="0" y="0"/>
                  </a:lnTo>
                  <a:close/>
                </a:path>
              </a:pathLst>
            </a:custGeom>
            <a:solidFill>
              <a:srgbClr val="E15537"/>
            </a:solidFill>
            <a:ln>
              <a:noFill/>
            </a:ln>
          </p:spPr>
        </p:sp>
        <p:sp>
          <p:nvSpPr>
            <p:cNvPr id="475" name="Google Shape;475;g39ab14d6dc7_0_701"/>
            <p:cNvSpPr/>
            <p:nvPr/>
          </p:nvSpPr>
          <p:spPr>
            <a:xfrm>
              <a:off x="0" y="0"/>
              <a:ext cx="95769112" cy="27399813"/>
            </a:xfrm>
            <a:custGeom>
              <a:rect b="b" l="l" r="r" t="t"/>
              <a:pathLst>
                <a:path extrusionOk="0" h="27399813" w="95769112">
                  <a:moveTo>
                    <a:pt x="95624334" y="27255031"/>
                  </a:moveTo>
                  <a:lnTo>
                    <a:pt x="95769112" y="27255031"/>
                  </a:lnTo>
                  <a:lnTo>
                    <a:pt x="95769112" y="27399813"/>
                  </a:lnTo>
                  <a:lnTo>
                    <a:pt x="95624334" y="27399813"/>
                  </a:lnTo>
                  <a:lnTo>
                    <a:pt x="95624334"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624334" y="144780"/>
                  </a:moveTo>
                  <a:lnTo>
                    <a:pt x="95769112" y="144780"/>
                  </a:lnTo>
                  <a:lnTo>
                    <a:pt x="95769112" y="27255031"/>
                  </a:lnTo>
                  <a:lnTo>
                    <a:pt x="95624334" y="27255031"/>
                  </a:lnTo>
                  <a:lnTo>
                    <a:pt x="95624334" y="144780"/>
                  </a:lnTo>
                  <a:close/>
                  <a:moveTo>
                    <a:pt x="144780" y="27255031"/>
                  </a:moveTo>
                  <a:lnTo>
                    <a:pt x="95624334" y="27255031"/>
                  </a:lnTo>
                  <a:lnTo>
                    <a:pt x="95624334" y="27399813"/>
                  </a:lnTo>
                  <a:lnTo>
                    <a:pt x="144780" y="27399813"/>
                  </a:lnTo>
                  <a:lnTo>
                    <a:pt x="144780" y="27255031"/>
                  </a:lnTo>
                  <a:close/>
                  <a:moveTo>
                    <a:pt x="95624334" y="0"/>
                  </a:moveTo>
                  <a:lnTo>
                    <a:pt x="95769112" y="0"/>
                  </a:lnTo>
                  <a:lnTo>
                    <a:pt x="95769112" y="144780"/>
                  </a:lnTo>
                  <a:lnTo>
                    <a:pt x="95624334" y="144780"/>
                  </a:lnTo>
                  <a:lnTo>
                    <a:pt x="95624334" y="0"/>
                  </a:lnTo>
                  <a:close/>
                  <a:moveTo>
                    <a:pt x="0" y="0"/>
                  </a:moveTo>
                  <a:lnTo>
                    <a:pt x="144780" y="0"/>
                  </a:lnTo>
                  <a:lnTo>
                    <a:pt x="144780" y="144780"/>
                  </a:lnTo>
                  <a:lnTo>
                    <a:pt x="0" y="144780"/>
                  </a:lnTo>
                  <a:lnTo>
                    <a:pt x="0" y="0"/>
                  </a:lnTo>
                  <a:close/>
                  <a:moveTo>
                    <a:pt x="144780" y="0"/>
                  </a:moveTo>
                  <a:lnTo>
                    <a:pt x="95624334" y="0"/>
                  </a:lnTo>
                  <a:lnTo>
                    <a:pt x="95624334" y="144780"/>
                  </a:lnTo>
                  <a:lnTo>
                    <a:pt x="144780" y="144780"/>
                  </a:lnTo>
                  <a:lnTo>
                    <a:pt x="144780" y="0"/>
                  </a:lnTo>
                  <a:close/>
                </a:path>
              </a:pathLst>
            </a:custGeom>
            <a:solidFill>
              <a:srgbClr val="292929"/>
            </a:solidFill>
            <a:ln>
              <a:noFill/>
            </a:ln>
          </p:spPr>
        </p:sp>
      </p:grpSp>
      <p:grpSp>
        <p:nvGrpSpPr>
          <p:cNvPr id="476" name="Google Shape;476;g39ab14d6dc7_0_701"/>
          <p:cNvGrpSpPr/>
          <p:nvPr/>
        </p:nvGrpSpPr>
        <p:grpSpPr>
          <a:xfrm>
            <a:off x="6743726" y="4801843"/>
            <a:ext cx="4783515" cy="1367632"/>
            <a:chOff x="0" y="0"/>
            <a:chExt cx="95670291" cy="27352631"/>
          </a:xfrm>
        </p:grpSpPr>
        <p:sp>
          <p:nvSpPr>
            <p:cNvPr id="477" name="Google Shape;477;g39ab14d6dc7_0_701"/>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478" name="Google Shape;478;g39ab14d6dc7_0_701"/>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grpSp>
        <p:nvGrpSpPr>
          <p:cNvPr id="479" name="Google Shape;479;g39ab14d6dc7_0_701"/>
          <p:cNvGrpSpPr/>
          <p:nvPr/>
        </p:nvGrpSpPr>
        <p:grpSpPr>
          <a:xfrm>
            <a:off x="6743726" y="3430158"/>
            <a:ext cx="4783515" cy="1369991"/>
            <a:chOff x="0" y="0"/>
            <a:chExt cx="95670291" cy="27399813"/>
          </a:xfrm>
        </p:grpSpPr>
        <p:sp>
          <p:nvSpPr>
            <p:cNvPr id="480" name="Google Shape;480;g39ab14d6dc7_0_701"/>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481" name="Google Shape;481;g39ab14d6dc7_0_701"/>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82" name="Google Shape;482;g39ab14d6dc7_0_701"/>
          <p:cNvSpPr txBox="1"/>
          <p:nvPr/>
        </p:nvSpPr>
        <p:spPr>
          <a:xfrm>
            <a:off x="7068193" y="4993563"/>
            <a:ext cx="41517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292929"/>
                </a:solidFill>
                <a:latin typeface="Open Sans"/>
                <a:ea typeface="Open Sans"/>
                <a:cs typeface="Open Sans"/>
                <a:sym typeface="Open Sans"/>
              </a:rPr>
              <a:t>Evalúa el comportamiento con múltiples usuarios simultáneos dentro de los límites esperados.</a:t>
            </a:r>
            <a:endParaRPr b="0" i="0" sz="1400" u="none" cap="none" strike="noStrike">
              <a:solidFill>
                <a:srgbClr val="000000"/>
              </a:solidFill>
              <a:latin typeface="Arial"/>
              <a:ea typeface="Arial"/>
              <a:cs typeface="Arial"/>
              <a:sym typeface="Arial"/>
            </a:endParaRPr>
          </a:p>
        </p:txBody>
      </p:sp>
      <p:grpSp>
        <p:nvGrpSpPr>
          <p:cNvPr id="483" name="Google Shape;483;g39ab14d6dc7_0_701"/>
          <p:cNvGrpSpPr/>
          <p:nvPr/>
        </p:nvGrpSpPr>
        <p:grpSpPr>
          <a:xfrm>
            <a:off x="12205811" y="4801843"/>
            <a:ext cx="4783515" cy="1367632"/>
            <a:chOff x="0" y="0"/>
            <a:chExt cx="95670291" cy="27352631"/>
          </a:xfrm>
        </p:grpSpPr>
        <p:sp>
          <p:nvSpPr>
            <p:cNvPr id="484" name="Google Shape;484;g39ab14d6dc7_0_701"/>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485" name="Google Shape;485;g39ab14d6dc7_0_701"/>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grpSp>
        <p:nvGrpSpPr>
          <p:cNvPr id="486" name="Google Shape;486;g39ab14d6dc7_0_701"/>
          <p:cNvGrpSpPr/>
          <p:nvPr/>
        </p:nvGrpSpPr>
        <p:grpSpPr>
          <a:xfrm>
            <a:off x="12205811" y="3430158"/>
            <a:ext cx="4783515" cy="1369991"/>
            <a:chOff x="0" y="0"/>
            <a:chExt cx="95670291" cy="27399813"/>
          </a:xfrm>
        </p:grpSpPr>
        <p:sp>
          <p:nvSpPr>
            <p:cNvPr id="487" name="Google Shape;487;g39ab14d6dc7_0_701"/>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488" name="Google Shape;488;g39ab14d6dc7_0_701"/>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89" name="Google Shape;489;g39ab14d6dc7_0_701"/>
          <p:cNvSpPr txBox="1"/>
          <p:nvPr/>
        </p:nvSpPr>
        <p:spPr>
          <a:xfrm>
            <a:off x="1573272" y="3888169"/>
            <a:ext cx="41352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DE RENDIMIENTO </a:t>
            </a:r>
            <a:endParaRPr b="0" i="0" sz="1400" u="none" cap="none" strike="noStrike">
              <a:solidFill>
                <a:srgbClr val="000000"/>
              </a:solidFill>
              <a:latin typeface="Arial"/>
              <a:ea typeface="Arial"/>
              <a:cs typeface="Arial"/>
              <a:sym typeface="Arial"/>
            </a:endParaRPr>
          </a:p>
        </p:txBody>
      </p:sp>
      <p:sp>
        <p:nvSpPr>
          <p:cNvPr id="490" name="Google Shape;490;g39ab14d6dc7_0_701"/>
          <p:cNvSpPr txBox="1"/>
          <p:nvPr/>
        </p:nvSpPr>
        <p:spPr>
          <a:xfrm>
            <a:off x="7058668" y="3888169"/>
            <a:ext cx="41517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DE CARGA </a:t>
            </a:r>
            <a:endParaRPr b="0" i="0" sz="1400" u="none" cap="none" strike="noStrike">
              <a:solidFill>
                <a:srgbClr val="000000"/>
              </a:solidFill>
              <a:latin typeface="Arial"/>
              <a:ea typeface="Arial"/>
              <a:cs typeface="Arial"/>
              <a:sym typeface="Arial"/>
            </a:endParaRPr>
          </a:p>
        </p:txBody>
      </p:sp>
      <p:sp>
        <p:nvSpPr>
          <p:cNvPr id="491" name="Google Shape;491;g39ab14d6dc7_0_701"/>
          <p:cNvSpPr txBox="1"/>
          <p:nvPr/>
        </p:nvSpPr>
        <p:spPr>
          <a:xfrm>
            <a:off x="12531134" y="3888169"/>
            <a:ext cx="41310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DE ESTRÉS </a:t>
            </a:r>
            <a:endParaRPr b="0" i="0" sz="1400" u="none" cap="none" strike="noStrike">
              <a:solidFill>
                <a:srgbClr val="000000"/>
              </a:solidFill>
              <a:latin typeface="Arial"/>
              <a:ea typeface="Arial"/>
              <a:cs typeface="Arial"/>
              <a:sym typeface="Arial"/>
            </a:endParaRPr>
          </a:p>
        </p:txBody>
      </p:sp>
      <p:sp>
        <p:nvSpPr>
          <p:cNvPr id="492" name="Google Shape;492;g39ab14d6dc7_0_701"/>
          <p:cNvSpPr txBox="1"/>
          <p:nvPr/>
        </p:nvSpPr>
        <p:spPr>
          <a:xfrm>
            <a:off x="12531134" y="4993563"/>
            <a:ext cx="41310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292929"/>
                </a:solidFill>
                <a:latin typeface="Open Sans"/>
                <a:ea typeface="Open Sans"/>
                <a:cs typeface="Open Sans"/>
                <a:sym typeface="Open Sans"/>
              </a:rPr>
              <a:t>Se lleva el sistema más allá de sus límites para ver cómo se comporta bajo presión extrema.</a:t>
            </a:r>
            <a:endParaRPr b="0" i="0" sz="1400" u="none" cap="none" strike="noStrike">
              <a:solidFill>
                <a:srgbClr val="000000"/>
              </a:solidFill>
              <a:latin typeface="Arial"/>
              <a:ea typeface="Arial"/>
              <a:cs typeface="Arial"/>
              <a:sym typeface="Arial"/>
            </a:endParaRPr>
          </a:p>
        </p:txBody>
      </p:sp>
      <p:grpSp>
        <p:nvGrpSpPr>
          <p:cNvPr id="493" name="Google Shape;493;g39ab14d6dc7_0_701"/>
          <p:cNvGrpSpPr/>
          <p:nvPr/>
        </p:nvGrpSpPr>
        <p:grpSpPr>
          <a:xfrm>
            <a:off x="1266825" y="8224923"/>
            <a:ext cx="4793397" cy="1367632"/>
            <a:chOff x="0" y="0"/>
            <a:chExt cx="95867934" cy="27352631"/>
          </a:xfrm>
        </p:grpSpPr>
        <p:sp>
          <p:nvSpPr>
            <p:cNvPr id="494" name="Google Shape;494;g39ab14d6dc7_0_701"/>
            <p:cNvSpPr/>
            <p:nvPr/>
          </p:nvSpPr>
          <p:spPr>
            <a:xfrm>
              <a:off x="72390" y="72390"/>
              <a:ext cx="95723158" cy="27207849"/>
            </a:xfrm>
            <a:custGeom>
              <a:rect b="b" l="l" r="r" t="t"/>
              <a:pathLst>
                <a:path extrusionOk="0" h="27207849" w="95723158">
                  <a:moveTo>
                    <a:pt x="0" y="0"/>
                  </a:moveTo>
                  <a:lnTo>
                    <a:pt x="95723158" y="0"/>
                  </a:lnTo>
                  <a:lnTo>
                    <a:pt x="95723158" y="27207849"/>
                  </a:lnTo>
                  <a:lnTo>
                    <a:pt x="0" y="27207849"/>
                  </a:lnTo>
                  <a:lnTo>
                    <a:pt x="0" y="0"/>
                  </a:lnTo>
                  <a:close/>
                </a:path>
              </a:pathLst>
            </a:custGeom>
            <a:solidFill>
              <a:srgbClr val="FFFFFF"/>
            </a:solidFill>
            <a:ln>
              <a:noFill/>
            </a:ln>
          </p:spPr>
        </p:sp>
        <p:sp>
          <p:nvSpPr>
            <p:cNvPr id="495" name="Google Shape;495;g39ab14d6dc7_0_701"/>
            <p:cNvSpPr/>
            <p:nvPr/>
          </p:nvSpPr>
          <p:spPr>
            <a:xfrm>
              <a:off x="0" y="0"/>
              <a:ext cx="95867934" cy="27352631"/>
            </a:xfrm>
            <a:custGeom>
              <a:rect b="b" l="l" r="r" t="t"/>
              <a:pathLst>
                <a:path extrusionOk="0" h="27352631" w="95867934">
                  <a:moveTo>
                    <a:pt x="95723156" y="27207849"/>
                  </a:moveTo>
                  <a:lnTo>
                    <a:pt x="95867934" y="27207849"/>
                  </a:lnTo>
                  <a:lnTo>
                    <a:pt x="95867934" y="27352631"/>
                  </a:lnTo>
                  <a:lnTo>
                    <a:pt x="95723156" y="27352631"/>
                  </a:lnTo>
                  <a:lnTo>
                    <a:pt x="95723156"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723156" y="144780"/>
                  </a:moveTo>
                  <a:lnTo>
                    <a:pt x="95867934" y="144780"/>
                  </a:lnTo>
                  <a:lnTo>
                    <a:pt x="95867934" y="27207849"/>
                  </a:lnTo>
                  <a:lnTo>
                    <a:pt x="95723156" y="27207849"/>
                  </a:lnTo>
                  <a:lnTo>
                    <a:pt x="95723156" y="144780"/>
                  </a:lnTo>
                  <a:close/>
                  <a:moveTo>
                    <a:pt x="144780" y="27207849"/>
                  </a:moveTo>
                  <a:lnTo>
                    <a:pt x="95723156" y="27207849"/>
                  </a:lnTo>
                  <a:lnTo>
                    <a:pt x="95723156" y="27352631"/>
                  </a:lnTo>
                  <a:lnTo>
                    <a:pt x="144780" y="27352631"/>
                  </a:lnTo>
                  <a:lnTo>
                    <a:pt x="144780" y="27207849"/>
                  </a:lnTo>
                  <a:close/>
                  <a:moveTo>
                    <a:pt x="95723156" y="0"/>
                  </a:moveTo>
                  <a:lnTo>
                    <a:pt x="95867934" y="0"/>
                  </a:lnTo>
                  <a:lnTo>
                    <a:pt x="95867934" y="144780"/>
                  </a:lnTo>
                  <a:lnTo>
                    <a:pt x="95723156" y="144780"/>
                  </a:lnTo>
                  <a:lnTo>
                    <a:pt x="95723156" y="0"/>
                  </a:lnTo>
                  <a:close/>
                  <a:moveTo>
                    <a:pt x="0" y="0"/>
                  </a:moveTo>
                  <a:lnTo>
                    <a:pt x="144780" y="0"/>
                  </a:lnTo>
                  <a:lnTo>
                    <a:pt x="144780" y="144780"/>
                  </a:lnTo>
                  <a:lnTo>
                    <a:pt x="0" y="144780"/>
                  </a:lnTo>
                  <a:lnTo>
                    <a:pt x="0" y="0"/>
                  </a:lnTo>
                  <a:close/>
                  <a:moveTo>
                    <a:pt x="144780" y="0"/>
                  </a:moveTo>
                  <a:lnTo>
                    <a:pt x="95723156" y="0"/>
                  </a:lnTo>
                  <a:lnTo>
                    <a:pt x="95723156" y="144780"/>
                  </a:lnTo>
                  <a:lnTo>
                    <a:pt x="144780" y="144780"/>
                  </a:lnTo>
                  <a:lnTo>
                    <a:pt x="144780" y="0"/>
                  </a:lnTo>
                  <a:close/>
                </a:path>
              </a:pathLst>
            </a:custGeom>
            <a:solidFill>
              <a:srgbClr val="292929"/>
            </a:solidFill>
            <a:ln>
              <a:noFill/>
            </a:ln>
          </p:spPr>
        </p:sp>
      </p:grpSp>
      <p:grpSp>
        <p:nvGrpSpPr>
          <p:cNvPr id="496" name="Google Shape;496;g39ab14d6dc7_0_701"/>
          <p:cNvGrpSpPr/>
          <p:nvPr/>
        </p:nvGrpSpPr>
        <p:grpSpPr>
          <a:xfrm>
            <a:off x="1266825" y="6853238"/>
            <a:ext cx="4793082" cy="1372731"/>
            <a:chOff x="0" y="0"/>
            <a:chExt cx="95670291" cy="27399813"/>
          </a:xfrm>
        </p:grpSpPr>
        <p:sp>
          <p:nvSpPr>
            <p:cNvPr id="497" name="Google Shape;497;g39ab14d6dc7_0_701"/>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498" name="Google Shape;498;g39ab14d6dc7_0_701"/>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99" name="Google Shape;499;g39ab14d6dc7_0_701"/>
          <p:cNvSpPr txBox="1"/>
          <p:nvPr/>
        </p:nvSpPr>
        <p:spPr>
          <a:xfrm>
            <a:off x="1573272" y="7311249"/>
            <a:ext cx="41352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DE VOLUMEN </a:t>
            </a:r>
            <a:endParaRPr b="0" i="0" sz="1400" u="none" cap="none" strike="noStrike">
              <a:solidFill>
                <a:srgbClr val="000000"/>
              </a:solidFill>
              <a:latin typeface="Arial"/>
              <a:ea typeface="Arial"/>
              <a:cs typeface="Arial"/>
              <a:sym typeface="Arial"/>
            </a:endParaRPr>
          </a:p>
        </p:txBody>
      </p:sp>
      <p:sp>
        <p:nvSpPr>
          <p:cNvPr id="500" name="Google Shape;500;g39ab14d6dc7_0_701"/>
          <p:cNvSpPr txBox="1"/>
          <p:nvPr/>
        </p:nvSpPr>
        <p:spPr>
          <a:xfrm>
            <a:off x="1594857" y="8492179"/>
            <a:ext cx="41352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292929"/>
                </a:solidFill>
                <a:latin typeface="Open Sans"/>
                <a:ea typeface="Open Sans"/>
                <a:cs typeface="Open Sans"/>
                <a:sym typeface="Open Sans"/>
              </a:rPr>
              <a:t>Prueba con grandes cantidades de datos para ver cómo afecta al rendimiento.</a:t>
            </a:r>
            <a:endParaRPr b="0" i="0" sz="1400" u="none" cap="none" strike="noStrike">
              <a:solidFill>
                <a:srgbClr val="000000"/>
              </a:solidFill>
              <a:latin typeface="Arial"/>
              <a:ea typeface="Arial"/>
              <a:cs typeface="Arial"/>
              <a:sym typeface="Arial"/>
            </a:endParaRPr>
          </a:p>
        </p:txBody>
      </p:sp>
      <p:sp>
        <p:nvSpPr>
          <p:cNvPr id="501" name="Google Shape;501;g39ab14d6dc7_0_701"/>
          <p:cNvSpPr txBox="1"/>
          <p:nvPr/>
        </p:nvSpPr>
        <p:spPr>
          <a:xfrm>
            <a:off x="7058668" y="7311249"/>
            <a:ext cx="41517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DE SEGURIDAD </a:t>
            </a:r>
            <a:endParaRPr b="0" i="0" sz="1400" u="none" cap="none" strike="noStrike">
              <a:solidFill>
                <a:srgbClr val="000000"/>
              </a:solidFill>
              <a:latin typeface="Arial"/>
              <a:ea typeface="Arial"/>
              <a:cs typeface="Arial"/>
              <a:sym typeface="Arial"/>
            </a:endParaRPr>
          </a:p>
        </p:txBody>
      </p:sp>
      <p:grpSp>
        <p:nvGrpSpPr>
          <p:cNvPr id="502" name="Google Shape;502;g39ab14d6dc7_0_701"/>
          <p:cNvGrpSpPr/>
          <p:nvPr/>
        </p:nvGrpSpPr>
        <p:grpSpPr>
          <a:xfrm>
            <a:off x="12205811" y="8224923"/>
            <a:ext cx="4783515" cy="1367632"/>
            <a:chOff x="0" y="0"/>
            <a:chExt cx="95670291" cy="27352631"/>
          </a:xfrm>
        </p:grpSpPr>
        <p:sp>
          <p:nvSpPr>
            <p:cNvPr id="503" name="Google Shape;503;g39ab14d6dc7_0_701"/>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504" name="Google Shape;504;g39ab14d6dc7_0_701"/>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505" name="Google Shape;505;g39ab14d6dc7_0_701"/>
          <p:cNvSpPr txBox="1"/>
          <p:nvPr/>
        </p:nvSpPr>
        <p:spPr>
          <a:xfrm>
            <a:off x="12531134" y="7101699"/>
            <a:ext cx="41310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DE PENETRACIÓN (PENTESTING) </a:t>
            </a:r>
            <a:endParaRPr b="0" i="0" sz="1400" u="none" cap="none" strike="noStrike">
              <a:solidFill>
                <a:srgbClr val="000000"/>
              </a:solidFill>
              <a:latin typeface="Arial"/>
              <a:ea typeface="Arial"/>
              <a:cs typeface="Arial"/>
              <a:sym typeface="Arial"/>
            </a:endParaRPr>
          </a:p>
        </p:txBody>
      </p:sp>
      <p:sp>
        <p:nvSpPr>
          <p:cNvPr id="506" name="Google Shape;506;g39ab14d6dc7_0_701"/>
          <p:cNvSpPr txBox="1"/>
          <p:nvPr/>
        </p:nvSpPr>
        <p:spPr>
          <a:xfrm>
            <a:off x="12531134" y="8416643"/>
            <a:ext cx="4131000" cy="1440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292929"/>
                </a:solidFill>
                <a:latin typeface="Open Sans"/>
                <a:ea typeface="Open Sans"/>
                <a:cs typeface="Open Sans"/>
                <a:sym typeface="Open Sans"/>
              </a:rPr>
              <a:t>Simula ataques reales para detectar brechas de seguridad. como inyección SQL, XSS y validación de permisos.</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800"/>
              <a:buFont typeface="Arial"/>
              <a:buNone/>
            </a:pPr>
            <a:r>
              <a:t/>
            </a:r>
            <a:endParaRPr b="0" i="0" sz="1800" u="none" cap="none" strike="noStrike">
              <a:solidFill>
                <a:srgbClr val="292929"/>
              </a:solidFill>
              <a:latin typeface="Open Sans"/>
              <a:ea typeface="Open Sans"/>
              <a:cs typeface="Open Sans"/>
              <a:sym typeface="Open Sans"/>
            </a:endParaRPr>
          </a:p>
        </p:txBody>
      </p:sp>
      <p:sp>
        <p:nvSpPr>
          <p:cNvPr id="507" name="Google Shape;507;g39ab14d6dc7_0_701"/>
          <p:cNvSpPr txBox="1"/>
          <p:nvPr/>
        </p:nvSpPr>
        <p:spPr>
          <a:xfrm>
            <a:off x="3394422" y="2421985"/>
            <a:ext cx="11480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EVALÚAN CÓMO SE COMPORTA EL SISTEMA BAJO DIFERENTES CONDICIONES.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1" name="Shape 511"/>
        <p:cNvGrpSpPr/>
        <p:nvPr/>
      </p:nvGrpSpPr>
      <p:grpSpPr>
        <a:xfrm>
          <a:off x="0" y="0"/>
          <a:ext cx="0" cy="0"/>
          <a:chOff x="0" y="0"/>
          <a:chExt cx="0" cy="0"/>
        </a:xfrm>
      </p:grpSpPr>
      <p:grpSp>
        <p:nvGrpSpPr>
          <p:cNvPr id="512" name="Google Shape;512;g39ab14d6dc7_0_747"/>
          <p:cNvGrpSpPr/>
          <p:nvPr/>
        </p:nvGrpSpPr>
        <p:grpSpPr>
          <a:xfrm>
            <a:off x="1266825" y="4801843"/>
            <a:ext cx="4783515" cy="1367632"/>
            <a:chOff x="0" y="0"/>
            <a:chExt cx="95670291" cy="27352631"/>
          </a:xfrm>
        </p:grpSpPr>
        <p:sp>
          <p:nvSpPr>
            <p:cNvPr id="513" name="Google Shape;513;g39ab14d6dc7_0_747"/>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514" name="Google Shape;514;g39ab14d6dc7_0_747"/>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515" name="Google Shape;515;g39ab14d6dc7_0_747"/>
          <p:cNvSpPr txBox="1"/>
          <p:nvPr/>
        </p:nvSpPr>
        <p:spPr>
          <a:xfrm>
            <a:off x="1402650" y="351864"/>
            <a:ext cx="15482700" cy="197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6400"/>
              <a:buFont typeface="Arial"/>
              <a:buNone/>
            </a:pPr>
            <a:r>
              <a:rPr b="1" i="0" lang="en-US" sz="6400" u="none" cap="none" strike="noStrike">
                <a:solidFill>
                  <a:srgbClr val="292929"/>
                </a:solidFill>
                <a:latin typeface="Arial"/>
                <a:ea typeface="Arial"/>
                <a:cs typeface="Arial"/>
                <a:sym typeface="Arial"/>
              </a:rPr>
              <a:t>TIPOS DE PRUEBAS NO FUNCIONALES</a:t>
            </a:r>
            <a:endParaRPr b="0" i="0" sz="1400" u="none" cap="none" strike="noStrike">
              <a:solidFill>
                <a:srgbClr val="000000"/>
              </a:solidFill>
              <a:latin typeface="Arial"/>
              <a:ea typeface="Arial"/>
              <a:cs typeface="Arial"/>
              <a:sym typeface="Arial"/>
            </a:endParaRPr>
          </a:p>
        </p:txBody>
      </p:sp>
      <p:grpSp>
        <p:nvGrpSpPr>
          <p:cNvPr id="516" name="Google Shape;516;g39ab14d6dc7_0_747"/>
          <p:cNvGrpSpPr/>
          <p:nvPr/>
        </p:nvGrpSpPr>
        <p:grpSpPr>
          <a:xfrm>
            <a:off x="1266825" y="3430158"/>
            <a:ext cx="4783515" cy="1369991"/>
            <a:chOff x="0" y="0"/>
            <a:chExt cx="95670291" cy="27399813"/>
          </a:xfrm>
        </p:grpSpPr>
        <p:sp>
          <p:nvSpPr>
            <p:cNvPr id="517" name="Google Shape;517;g39ab14d6dc7_0_747"/>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518" name="Google Shape;518;g39ab14d6dc7_0_747"/>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519" name="Google Shape;519;g39ab14d6dc7_0_747"/>
          <p:cNvSpPr txBox="1"/>
          <p:nvPr/>
        </p:nvSpPr>
        <p:spPr>
          <a:xfrm>
            <a:off x="1573272" y="5165330"/>
            <a:ext cx="41352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292929"/>
                </a:solidFill>
                <a:latin typeface="Open Sans"/>
                <a:ea typeface="Open Sans"/>
                <a:cs typeface="Open Sans"/>
                <a:sym typeface="Open Sans"/>
              </a:rPr>
              <a:t>Herramientas como JMeter, Gatling, Locust miden tiempos de respuesta </a:t>
            </a:r>
            <a:endParaRPr b="0" i="0" sz="1400" u="none" cap="none" strike="noStrike">
              <a:solidFill>
                <a:srgbClr val="000000"/>
              </a:solidFill>
              <a:latin typeface="Arial"/>
              <a:ea typeface="Arial"/>
              <a:cs typeface="Arial"/>
              <a:sym typeface="Arial"/>
            </a:endParaRPr>
          </a:p>
        </p:txBody>
      </p:sp>
      <p:grpSp>
        <p:nvGrpSpPr>
          <p:cNvPr id="520" name="Google Shape;520;g39ab14d6dc7_0_747"/>
          <p:cNvGrpSpPr/>
          <p:nvPr/>
        </p:nvGrpSpPr>
        <p:grpSpPr>
          <a:xfrm>
            <a:off x="12205811" y="6853238"/>
            <a:ext cx="4788456" cy="1369991"/>
            <a:chOff x="0" y="0"/>
            <a:chExt cx="95769112" cy="27399813"/>
          </a:xfrm>
        </p:grpSpPr>
        <p:sp>
          <p:nvSpPr>
            <p:cNvPr id="521" name="Google Shape;521;g39ab14d6dc7_0_747"/>
            <p:cNvSpPr/>
            <p:nvPr/>
          </p:nvSpPr>
          <p:spPr>
            <a:xfrm>
              <a:off x="72390" y="72390"/>
              <a:ext cx="95624330" cy="27255033"/>
            </a:xfrm>
            <a:custGeom>
              <a:rect b="b" l="l" r="r" t="t"/>
              <a:pathLst>
                <a:path extrusionOk="0" h="27255033" w="95624330">
                  <a:moveTo>
                    <a:pt x="0" y="0"/>
                  </a:moveTo>
                  <a:lnTo>
                    <a:pt x="95624330" y="0"/>
                  </a:lnTo>
                  <a:lnTo>
                    <a:pt x="95624330" y="27255033"/>
                  </a:lnTo>
                  <a:lnTo>
                    <a:pt x="0" y="27255033"/>
                  </a:lnTo>
                  <a:lnTo>
                    <a:pt x="0" y="0"/>
                  </a:lnTo>
                  <a:close/>
                </a:path>
              </a:pathLst>
            </a:custGeom>
            <a:solidFill>
              <a:srgbClr val="E15537"/>
            </a:solidFill>
            <a:ln>
              <a:noFill/>
            </a:ln>
          </p:spPr>
        </p:sp>
        <p:sp>
          <p:nvSpPr>
            <p:cNvPr id="522" name="Google Shape;522;g39ab14d6dc7_0_747"/>
            <p:cNvSpPr/>
            <p:nvPr/>
          </p:nvSpPr>
          <p:spPr>
            <a:xfrm>
              <a:off x="0" y="0"/>
              <a:ext cx="95769112" cy="27399813"/>
            </a:xfrm>
            <a:custGeom>
              <a:rect b="b" l="l" r="r" t="t"/>
              <a:pathLst>
                <a:path extrusionOk="0" h="27399813" w="95769112">
                  <a:moveTo>
                    <a:pt x="95624334" y="27255031"/>
                  </a:moveTo>
                  <a:lnTo>
                    <a:pt x="95769112" y="27255031"/>
                  </a:lnTo>
                  <a:lnTo>
                    <a:pt x="95769112" y="27399813"/>
                  </a:lnTo>
                  <a:lnTo>
                    <a:pt x="95624334" y="27399813"/>
                  </a:lnTo>
                  <a:lnTo>
                    <a:pt x="95624334"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624334" y="144780"/>
                  </a:moveTo>
                  <a:lnTo>
                    <a:pt x="95769112" y="144780"/>
                  </a:lnTo>
                  <a:lnTo>
                    <a:pt x="95769112" y="27255031"/>
                  </a:lnTo>
                  <a:lnTo>
                    <a:pt x="95624334" y="27255031"/>
                  </a:lnTo>
                  <a:lnTo>
                    <a:pt x="95624334" y="144780"/>
                  </a:lnTo>
                  <a:close/>
                  <a:moveTo>
                    <a:pt x="144780" y="27255031"/>
                  </a:moveTo>
                  <a:lnTo>
                    <a:pt x="95624334" y="27255031"/>
                  </a:lnTo>
                  <a:lnTo>
                    <a:pt x="95624334" y="27399813"/>
                  </a:lnTo>
                  <a:lnTo>
                    <a:pt x="144780" y="27399813"/>
                  </a:lnTo>
                  <a:lnTo>
                    <a:pt x="144780" y="27255031"/>
                  </a:lnTo>
                  <a:close/>
                  <a:moveTo>
                    <a:pt x="95624334" y="0"/>
                  </a:moveTo>
                  <a:lnTo>
                    <a:pt x="95769112" y="0"/>
                  </a:lnTo>
                  <a:lnTo>
                    <a:pt x="95769112" y="144780"/>
                  </a:lnTo>
                  <a:lnTo>
                    <a:pt x="95624334" y="144780"/>
                  </a:lnTo>
                  <a:lnTo>
                    <a:pt x="95624334" y="0"/>
                  </a:lnTo>
                  <a:close/>
                  <a:moveTo>
                    <a:pt x="0" y="0"/>
                  </a:moveTo>
                  <a:lnTo>
                    <a:pt x="144780" y="0"/>
                  </a:lnTo>
                  <a:lnTo>
                    <a:pt x="144780" y="144780"/>
                  </a:lnTo>
                  <a:lnTo>
                    <a:pt x="0" y="144780"/>
                  </a:lnTo>
                  <a:lnTo>
                    <a:pt x="0" y="0"/>
                  </a:lnTo>
                  <a:close/>
                  <a:moveTo>
                    <a:pt x="144780" y="0"/>
                  </a:moveTo>
                  <a:lnTo>
                    <a:pt x="95624334" y="0"/>
                  </a:lnTo>
                  <a:lnTo>
                    <a:pt x="95624334" y="144780"/>
                  </a:lnTo>
                  <a:lnTo>
                    <a:pt x="144780" y="144780"/>
                  </a:lnTo>
                  <a:lnTo>
                    <a:pt x="144780" y="0"/>
                  </a:lnTo>
                  <a:close/>
                </a:path>
              </a:pathLst>
            </a:custGeom>
            <a:solidFill>
              <a:srgbClr val="292929"/>
            </a:solidFill>
            <a:ln>
              <a:noFill/>
            </a:ln>
          </p:spPr>
        </p:sp>
      </p:grpSp>
      <p:grpSp>
        <p:nvGrpSpPr>
          <p:cNvPr id="523" name="Google Shape;523;g39ab14d6dc7_0_747"/>
          <p:cNvGrpSpPr/>
          <p:nvPr/>
        </p:nvGrpSpPr>
        <p:grpSpPr>
          <a:xfrm>
            <a:off x="6743726" y="4801843"/>
            <a:ext cx="4783515" cy="1367632"/>
            <a:chOff x="0" y="0"/>
            <a:chExt cx="95670291" cy="27352631"/>
          </a:xfrm>
        </p:grpSpPr>
        <p:sp>
          <p:nvSpPr>
            <p:cNvPr id="524" name="Google Shape;524;g39ab14d6dc7_0_747"/>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525" name="Google Shape;525;g39ab14d6dc7_0_747"/>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grpSp>
        <p:nvGrpSpPr>
          <p:cNvPr id="526" name="Google Shape;526;g39ab14d6dc7_0_747"/>
          <p:cNvGrpSpPr/>
          <p:nvPr/>
        </p:nvGrpSpPr>
        <p:grpSpPr>
          <a:xfrm>
            <a:off x="6743726" y="3430158"/>
            <a:ext cx="4783515" cy="1369991"/>
            <a:chOff x="0" y="0"/>
            <a:chExt cx="95670291" cy="27399813"/>
          </a:xfrm>
        </p:grpSpPr>
        <p:sp>
          <p:nvSpPr>
            <p:cNvPr id="527" name="Google Shape;527;g39ab14d6dc7_0_747"/>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528" name="Google Shape;528;g39ab14d6dc7_0_747"/>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529" name="Google Shape;529;g39ab14d6dc7_0_747"/>
          <p:cNvSpPr txBox="1"/>
          <p:nvPr/>
        </p:nvSpPr>
        <p:spPr>
          <a:xfrm>
            <a:off x="7068193" y="4993563"/>
            <a:ext cx="41517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292929"/>
                </a:solidFill>
                <a:latin typeface="Open Sans"/>
                <a:ea typeface="Open Sans"/>
                <a:cs typeface="Open Sans"/>
                <a:sym typeface="Open Sans"/>
              </a:rPr>
              <a:t>Se simulan usuarios concurrentes (100, 1,000, etc.) con JMeter, Locust, etc. </a:t>
            </a:r>
            <a:endParaRPr b="0" i="0" sz="1400" u="none" cap="none" strike="noStrike">
              <a:solidFill>
                <a:srgbClr val="000000"/>
              </a:solidFill>
              <a:latin typeface="Arial"/>
              <a:ea typeface="Arial"/>
              <a:cs typeface="Arial"/>
              <a:sym typeface="Arial"/>
            </a:endParaRPr>
          </a:p>
        </p:txBody>
      </p:sp>
      <p:grpSp>
        <p:nvGrpSpPr>
          <p:cNvPr id="530" name="Google Shape;530;g39ab14d6dc7_0_747"/>
          <p:cNvGrpSpPr/>
          <p:nvPr/>
        </p:nvGrpSpPr>
        <p:grpSpPr>
          <a:xfrm>
            <a:off x="12205811" y="4801843"/>
            <a:ext cx="4783515" cy="1367632"/>
            <a:chOff x="0" y="0"/>
            <a:chExt cx="95670291" cy="27352631"/>
          </a:xfrm>
        </p:grpSpPr>
        <p:sp>
          <p:nvSpPr>
            <p:cNvPr id="531" name="Google Shape;531;g39ab14d6dc7_0_747"/>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532" name="Google Shape;532;g39ab14d6dc7_0_747"/>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grpSp>
        <p:nvGrpSpPr>
          <p:cNvPr id="533" name="Google Shape;533;g39ab14d6dc7_0_747"/>
          <p:cNvGrpSpPr/>
          <p:nvPr/>
        </p:nvGrpSpPr>
        <p:grpSpPr>
          <a:xfrm>
            <a:off x="12205811" y="3430158"/>
            <a:ext cx="4783515" cy="1369991"/>
            <a:chOff x="0" y="0"/>
            <a:chExt cx="95670291" cy="27399813"/>
          </a:xfrm>
        </p:grpSpPr>
        <p:sp>
          <p:nvSpPr>
            <p:cNvPr id="534" name="Google Shape;534;g39ab14d6dc7_0_747"/>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535" name="Google Shape;535;g39ab14d6dc7_0_747"/>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536" name="Google Shape;536;g39ab14d6dc7_0_747"/>
          <p:cNvSpPr txBox="1"/>
          <p:nvPr/>
        </p:nvSpPr>
        <p:spPr>
          <a:xfrm>
            <a:off x="1573272" y="3888169"/>
            <a:ext cx="41352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DE RENDIMIENTO </a:t>
            </a:r>
            <a:endParaRPr b="0" i="0" sz="1400" u="none" cap="none" strike="noStrike">
              <a:solidFill>
                <a:srgbClr val="000000"/>
              </a:solidFill>
              <a:latin typeface="Arial"/>
              <a:ea typeface="Arial"/>
              <a:cs typeface="Arial"/>
              <a:sym typeface="Arial"/>
            </a:endParaRPr>
          </a:p>
        </p:txBody>
      </p:sp>
      <p:sp>
        <p:nvSpPr>
          <p:cNvPr id="537" name="Google Shape;537;g39ab14d6dc7_0_747"/>
          <p:cNvSpPr txBox="1"/>
          <p:nvPr/>
        </p:nvSpPr>
        <p:spPr>
          <a:xfrm>
            <a:off x="7058668" y="3888169"/>
            <a:ext cx="41517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DE CARGA </a:t>
            </a:r>
            <a:endParaRPr b="0" i="0" sz="1400" u="none" cap="none" strike="noStrike">
              <a:solidFill>
                <a:srgbClr val="000000"/>
              </a:solidFill>
              <a:latin typeface="Arial"/>
              <a:ea typeface="Arial"/>
              <a:cs typeface="Arial"/>
              <a:sym typeface="Arial"/>
            </a:endParaRPr>
          </a:p>
        </p:txBody>
      </p:sp>
      <p:sp>
        <p:nvSpPr>
          <p:cNvPr id="538" name="Google Shape;538;g39ab14d6dc7_0_747"/>
          <p:cNvSpPr txBox="1"/>
          <p:nvPr/>
        </p:nvSpPr>
        <p:spPr>
          <a:xfrm>
            <a:off x="12531134" y="3888169"/>
            <a:ext cx="41310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DE ESTRÉS </a:t>
            </a:r>
            <a:endParaRPr b="0" i="0" sz="1400" u="none" cap="none" strike="noStrike">
              <a:solidFill>
                <a:srgbClr val="000000"/>
              </a:solidFill>
              <a:latin typeface="Arial"/>
              <a:ea typeface="Arial"/>
              <a:cs typeface="Arial"/>
              <a:sym typeface="Arial"/>
            </a:endParaRPr>
          </a:p>
        </p:txBody>
      </p:sp>
      <p:sp>
        <p:nvSpPr>
          <p:cNvPr id="539" name="Google Shape;539;g39ab14d6dc7_0_747"/>
          <p:cNvSpPr txBox="1"/>
          <p:nvPr/>
        </p:nvSpPr>
        <p:spPr>
          <a:xfrm>
            <a:off x="12531134" y="5150725"/>
            <a:ext cx="41310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292929"/>
                </a:solidFill>
                <a:latin typeface="Open Sans"/>
                <a:ea typeface="Open Sans"/>
                <a:cs typeface="Open Sans"/>
                <a:sym typeface="Open Sans"/>
              </a:rPr>
              <a:t>Se fuerza al sistema a sobrecargas intencionales para probar fallos </a:t>
            </a:r>
            <a:endParaRPr b="0" i="0" sz="1400" u="none" cap="none" strike="noStrike">
              <a:solidFill>
                <a:srgbClr val="000000"/>
              </a:solidFill>
              <a:latin typeface="Arial"/>
              <a:ea typeface="Arial"/>
              <a:cs typeface="Arial"/>
              <a:sym typeface="Arial"/>
            </a:endParaRPr>
          </a:p>
        </p:txBody>
      </p:sp>
      <p:grpSp>
        <p:nvGrpSpPr>
          <p:cNvPr id="540" name="Google Shape;540;g39ab14d6dc7_0_747"/>
          <p:cNvGrpSpPr/>
          <p:nvPr/>
        </p:nvGrpSpPr>
        <p:grpSpPr>
          <a:xfrm>
            <a:off x="1266825" y="8224923"/>
            <a:ext cx="4793397" cy="1367632"/>
            <a:chOff x="0" y="0"/>
            <a:chExt cx="95867934" cy="27352631"/>
          </a:xfrm>
        </p:grpSpPr>
        <p:sp>
          <p:nvSpPr>
            <p:cNvPr id="541" name="Google Shape;541;g39ab14d6dc7_0_747"/>
            <p:cNvSpPr/>
            <p:nvPr/>
          </p:nvSpPr>
          <p:spPr>
            <a:xfrm>
              <a:off x="72390" y="72390"/>
              <a:ext cx="95723158" cy="27207849"/>
            </a:xfrm>
            <a:custGeom>
              <a:rect b="b" l="l" r="r" t="t"/>
              <a:pathLst>
                <a:path extrusionOk="0" h="27207849" w="95723158">
                  <a:moveTo>
                    <a:pt x="0" y="0"/>
                  </a:moveTo>
                  <a:lnTo>
                    <a:pt x="95723158" y="0"/>
                  </a:lnTo>
                  <a:lnTo>
                    <a:pt x="95723158" y="27207849"/>
                  </a:lnTo>
                  <a:lnTo>
                    <a:pt x="0" y="27207849"/>
                  </a:lnTo>
                  <a:lnTo>
                    <a:pt x="0" y="0"/>
                  </a:lnTo>
                  <a:close/>
                </a:path>
              </a:pathLst>
            </a:custGeom>
            <a:solidFill>
              <a:srgbClr val="FFFFFF"/>
            </a:solidFill>
            <a:ln>
              <a:noFill/>
            </a:ln>
          </p:spPr>
        </p:sp>
        <p:sp>
          <p:nvSpPr>
            <p:cNvPr id="542" name="Google Shape;542;g39ab14d6dc7_0_747"/>
            <p:cNvSpPr/>
            <p:nvPr/>
          </p:nvSpPr>
          <p:spPr>
            <a:xfrm>
              <a:off x="0" y="0"/>
              <a:ext cx="95867934" cy="27352631"/>
            </a:xfrm>
            <a:custGeom>
              <a:rect b="b" l="l" r="r" t="t"/>
              <a:pathLst>
                <a:path extrusionOk="0" h="27352631" w="95867934">
                  <a:moveTo>
                    <a:pt x="95723156" y="27207849"/>
                  </a:moveTo>
                  <a:lnTo>
                    <a:pt x="95867934" y="27207849"/>
                  </a:lnTo>
                  <a:lnTo>
                    <a:pt x="95867934" y="27352631"/>
                  </a:lnTo>
                  <a:lnTo>
                    <a:pt x="95723156" y="27352631"/>
                  </a:lnTo>
                  <a:lnTo>
                    <a:pt x="95723156"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723156" y="144780"/>
                  </a:moveTo>
                  <a:lnTo>
                    <a:pt x="95867934" y="144780"/>
                  </a:lnTo>
                  <a:lnTo>
                    <a:pt x="95867934" y="27207849"/>
                  </a:lnTo>
                  <a:lnTo>
                    <a:pt x="95723156" y="27207849"/>
                  </a:lnTo>
                  <a:lnTo>
                    <a:pt x="95723156" y="144780"/>
                  </a:lnTo>
                  <a:close/>
                  <a:moveTo>
                    <a:pt x="144780" y="27207849"/>
                  </a:moveTo>
                  <a:lnTo>
                    <a:pt x="95723156" y="27207849"/>
                  </a:lnTo>
                  <a:lnTo>
                    <a:pt x="95723156" y="27352631"/>
                  </a:lnTo>
                  <a:lnTo>
                    <a:pt x="144780" y="27352631"/>
                  </a:lnTo>
                  <a:lnTo>
                    <a:pt x="144780" y="27207849"/>
                  </a:lnTo>
                  <a:close/>
                  <a:moveTo>
                    <a:pt x="95723156" y="0"/>
                  </a:moveTo>
                  <a:lnTo>
                    <a:pt x="95867934" y="0"/>
                  </a:lnTo>
                  <a:lnTo>
                    <a:pt x="95867934" y="144780"/>
                  </a:lnTo>
                  <a:lnTo>
                    <a:pt x="95723156" y="144780"/>
                  </a:lnTo>
                  <a:lnTo>
                    <a:pt x="95723156" y="0"/>
                  </a:lnTo>
                  <a:close/>
                  <a:moveTo>
                    <a:pt x="0" y="0"/>
                  </a:moveTo>
                  <a:lnTo>
                    <a:pt x="144780" y="0"/>
                  </a:lnTo>
                  <a:lnTo>
                    <a:pt x="144780" y="144780"/>
                  </a:lnTo>
                  <a:lnTo>
                    <a:pt x="0" y="144780"/>
                  </a:lnTo>
                  <a:lnTo>
                    <a:pt x="0" y="0"/>
                  </a:lnTo>
                  <a:close/>
                  <a:moveTo>
                    <a:pt x="144780" y="0"/>
                  </a:moveTo>
                  <a:lnTo>
                    <a:pt x="95723156" y="0"/>
                  </a:lnTo>
                  <a:lnTo>
                    <a:pt x="95723156" y="144780"/>
                  </a:lnTo>
                  <a:lnTo>
                    <a:pt x="144780" y="144780"/>
                  </a:lnTo>
                  <a:lnTo>
                    <a:pt x="144780" y="0"/>
                  </a:lnTo>
                  <a:close/>
                </a:path>
              </a:pathLst>
            </a:custGeom>
            <a:solidFill>
              <a:srgbClr val="292929"/>
            </a:solidFill>
            <a:ln>
              <a:noFill/>
            </a:ln>
          </p:spPr>
        </p:sp>
      </p:grpSp>
      <p:grpSp>
        <p:nvGrpSpPr>
          <p:cNvPr id="543" name="Google Shape;543;g39ab14d6dc7_0_747"/>
          <p:cNvGrpSpPr/>
          <p:nvPr/>
        </p:nvGrpSpPr>
        <p:grpSpPr>
          <a:xfrm>
            <a:off x="1266825" y="6853238"/>
            <a:ext cx="4793082" cy="1372731"/>
            <a:chOff x="0" y="0"/>
            <a:chExt cx="95670291" cy="27399813"/>
          </a:xfrm>
        </p:grpSpPr>
        <p:sp>
          <p:nvSpPr>
            <p:cNvPr id="544" name="Google Shape;544;g39ab14d6dc7_0_747"/>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545" name="Google Shape;545;g39ab14d6dc7_0_747"/>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546" name="Google Shape;546;g39ab14d6dc7_0_747"/>
          <p:cNvSpPr txBox="1"/>
          <p:nvPr/>
        </p:nvSpPr>
        <p:spPr>
          <a:xfrm>
            <a:off x="1573272" y="7311249"/>
            <a:ext cx="41352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DE VOLUMEN </a:t>
            </a:r>
            <a:endParaRPr b="0" i="0" sz="1400" u="none" cap="none" strike="noStrike">
              <a:solidFill>
                <a:srgbClr val="000000"/>
              </a:solidFill>
              <a:latin typeface="Arial"/>
              <a:ea typeface="Arial"/>
              <a:cs typeface="Arial"/>
              <a:sym typeface="Arial"/>
            </a:endParaRPr>
          </a:p>
        </p:txBody>
      </p:sp>
      <p:sp>
        <p:nvSpPr>
          <p:cNvPr id="547" name="Google Shape;547;g39ab14d6dc7_0_747"/>
          <p:cNvSpPr txBox="1"/>
          <p:nvPr/>
        </p:nvSpPr>
        <p:spPr>
          <a:xfrm>
            <a:off x="1594857" y="8649342"/>
            <a:ext cx="41352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292929"/>
                </a:solidFill>
                <a:latin typeface="Open Sans"/>
                <a:ea typeface="Open Sans"/>
                <a:cs typeface="Open Sans"/>
                <a:sym typeface="Open Sans"/>
              </a:rPr>
              <a:t>Se genera gran cantidad de datos con LoadRunner</a:t>
            </a:r>
            <a:endParaRPr b="0" i="0" sz="1400" u="none" cap="none" strike="noStrike">
              <a:solidFill>
                <a:srgbClr val="000000"/>
              </a:solidFill>
              <a:latin typeface="Arial"/>
              <a:ea typeface="Arial"/>
              <a:cs typeface="Arial"/>
              <a:sym typeface="Arial"/>
            </a:endParaRPr>
          </a:p>
        </p:txBody>
      </p:sp>
      <p:sp>
        <p:nvSpPr>
          <p:cNvPr id="548" name="Google Shape;548;g39ab14d6dc7_0_747"/>
          <p:cNvSpPr txBox="1"/>
          <p:nvPr/>
        </p:nvSpPr>
        <p:spPr>
          <a:xfrm>
            <a:off x="7058668" y="7311249"/>
            <a:ext cx="41517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DE SEGURIDAD </a:t>
            </a:r>
            <a:endParaRPr b="0" i="0" sz="1400" u="none" cap="none" strike="noStrike">
              <a:solidFill>
                <a:srgbClr val="000000"/>
              </a:solidFill>
              <a:latin typeface="Arial"/>
              <a:ea typeface="Arial"/>
              <a:cs typeface="Arial"/>
              <a:sym typeface="Arial"/>
            </a:endParaRPr>
          </a:p>
        </p:txBody>
      </p:sp>
      <p:grpSp>
        <p:nvGrpSpPr>
          <p:cNvPr id="549" name="Google Shape;549;g39ab14d6dc7_0_747"/>
          <p:cNvGrpSpPr/>
          <p:nvPr/>
        </p:nvGrpSpPr>
        <p:grpSpPr>
          <a:xfrm>
            <a:off x="12205811" y="8224923"/>
            <a:ext cx="4783515" cy="1367632"/>
            <a:chOff x="0" y="0"/>
            <a:chExt cx="95670291" cy="27352631"/>
          </a:xfrm>
        </p:grpSpPr>
        <p:sp>
          <p:nvSpPr>
            <p:cNvPr id="550" name="Google Shape;550;g39ab14d6dc7_0_747"/>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551" name="Google Shape;551;g39ab14d6dc7_0_747"/>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552" name="Google Shape;552;g39ab14d6dc7_0_747"/>
          <p:cNvSpPr txBox="1"/>
          <p:nvPr/>
        </p:nvSpPr>
        <p:spPr>
          <a:xfrm>
            <a:off x="12531134" y="7101699"/>
            <a:ext cx="41310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PRUEBA DE PENETRACIÓN (PENTESTING) </a:t>
            </a:r>
            <a:endParaRPr b="0" i="0" sz="1400" u="none" cap="none" strike="noStrike">
              <a:solidFill>
                <a:srgbClr val="000000"/>
              </a:solidFill>
              <a:latin typeface="Arial"/>
              <a:ea typeface="Arial"/>
              <a:cs typeface="Arial"/>
              <a:sym typeface="Arial"/>
            </a:endParaRPr>
          </a:p>
        </p:txBody>
      </p:sp>
      <p:sp>
        <p:nvSpPr>
          <p:cNvPr id="553" name="Google Shape;553;g39ab14d6dc7_0_747"/>
          <p:cNvSpPr txBox="1"/>
          <p:nvPr/>
        </p:nvSpPr>
        <p:spPr>
          <a:xfrm>
            <a:off x="12531134" y="8573805"/>
            <a:ext cx="41310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292929"/>
                </a:solidFill>
                <a:latin typeface="Open Sans"/>
                <a:ea typeface="Open Sans"/>
                <a:cs typeface="Open Sans"/>
                <a:sym typeface="Open Sans"/>
              </a:rPr>
              <a:t> Simulación de ataques reales, a veces por hackers éticos</a:t>
            </a:r>
            <a:endParaRPr b="0" i="0" sz="1400" u="none" cap="none" strike="noStrike">
              <a:solidFill>
                <a:srgbClr val="000000"/>
              </a:solidFill>
              <a:latin typeface="Arial"/>
              <a:ea typeface="Arial"/>
              <a:cs typeface="Arial"/>
              <a:sym typeface="Arial"/>
            </a:endParaRPr>
          </a:p>
        </p:txBody>
      </p:sp>
      <p:sp>
        <p:nvSpPr>
          <p:cNvPr id="554" name="Google Shape;554;g39ab14d6dc7_0_747"/>
          <p:cNvSpPr txBox="1"/>
          <p:nvPr/>
        </p:nvSpPr>
        <p:spPr>
          <a:xfrm>
            <a:off x="7554302" y="2377100"/>
            <a:ext cx="31794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IMPLEMENTACIÓN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8" name="Shape 558"/>
        <p:cNvGrpSpPr/>
        <p:nvPr/>
      </p:nvGrpSpPr>
      <p:grpSpPr>
        <a:xfrm>
          <a:off x="0" y="0"/>
          <a:ext cx="0" cy="0"/>
          <a:chOff x="0" y="0"/>
          <a:chExt cx="0" cy="0"/>
        </a:xfrm>
      </p:grpSpPr>
      <p:sp>
        <p:nvSpPr>
          <p:cNvPr id="559" name="Google Shape;559;g39ab14d6dc7_0_793"/>
          <p:cNvSpPr txBox="1"/>
          <p:nvPr/>
        </p:nvSpPr>
        <p:spPr>
          <a:xfrm>
            <a:off x="1236073" y="4319588"/>
            <a:ext cx="15816000" cy="1477800"/>
          </a:xfrm>
          <a:prstGeom prst="rect">
            <a:avLst/>
          </a:prstGeom>
          <a:noFill/>
          <a:ln>
            <a:noFill/>
          </a:ln>
        </p:spPr>
        <p:txBody>
          <a:bodyPr anchorCtr="0" anchor="t" bIns="0" lIns="0" spcFirstLastPara="1" rIns="0" wrap="square" tIns="0">
            <a:spAutoFit/>
          </a:bodyPr>
          <a:lstStyle/>
          <a:p>
            <a:pPr indent="0" lvl="0" marL="0" marR="0" rtl="0" algn="ctr">
              <a:lnSpc>
                <a:spcPct val="119989"/>
              </a:lnSpc>
              <a:spcBef>
                <a:spcPts val="0"/>
              </a:spcBef>
              <a:spcAft>
                <a:spcPts val="0"/>
              </a:spcAft>
              <a:buClr>
                <a:srgbClr val="000000"/>
              </a:buClr>
              <a:buSzPts val="9600"/>
              <a:buFont typeface="Arial"/>
              <a:buNone/>
            </a:pPr>
            <a:r>
              <a:rPr b="1" i="0" lang="en-US" sz="9600" u="none" cap="none" strike="noStrike">
                <a:solidFill>
                  <a:schemeClr val="dk1"/>
                </a:solidFill>
                <a:latin typeface="Poppins"/>
                <a:ea typeface="Poppins"/>
                <a:cs typeface="Poppins"/>
                <a:sym typeface="Poppins"/>
              </a:rPr>
              <a:t>PRUEBAS UNITARIAS</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3" name="Shape 563"/>
        <p:cNvGrpSpPr/>
        <p:nvPr/>
      </p:nvGrpSpPr>
      <p:grpSpPr>
        <a:xfrm>
          <a:off x="0" y="0"/>
          <a:ext cx="0" cy="0"/>
          <a:chOff x="0" y="0"/>
          <a:chExt cx="0" cy="0"/>
        </a:xfrm>
      </p:grpSpPr>
      <p:sp>
        <p:nvSpPr>
          <p:cNvPr id="564" name="Google Shape;564;g39ab14d6dc7_0_797"/>
          <p:cNvSpPr/>
          <p:nvPr/>
        </p:nvSpPr>
        <p:spPr>
          <a:xfrm>
            <a:off x="11499991" y="6931149"/>
            <a:ext cx="5291714" cy="2976589"/>
          </a:xfrm>
          <a:custGeom>
            <a:rect b="b" l="l" r="r" t="t"/>
            <a:pathLst>
              <a:path extrusionOk="0" h="2976589" w="5291714">
                <a:moveTo>
                  <a:pt x="0" y="0"/>
                </a:moveTo>
                <a:lnTo>
                  <a:pt x="5291714" y="0"/>
                </a:lnTo>
                <a:lnTo>
                  <a:pt x="5291714" y="2976588"/>
                </a:lnTo>
                <a:lnTo>
                  <a:pt x="0" y="2976588"/>
                </a:lnTo>
                <a:lnTo>
                  <a:pt x="0" y="0"/>
                </a:lnTo>
                <a:close/>
              </a:path>
            </a:pathLst>
          </a:custGeom>
          <a:blipFill rotWithShape="1">
            <a:blip r:embed="rId3">
              <a:alphaModFix/>
            </a:blip>
            <a:stretch>
              <a:fillRect b="0" l="0" r="0" t="0"/>
            </a:stretch>
          </a:blipFill>
          <a:ln>
            <a:noFill/>
          </a:ln>
        </p:spPr>
      </p:sp>
      <p:sp>
        <p:nvSpPr>
          <p:cNvPr id="565" name="Google Shape;565;g39ab14d6dc7_0_797"/>
          <p:cNvSpPr txBox="1"/>
          <p:nvPr/>
        </p:nvSpPr>
        <p:spPr>
          <a:xfrm>
            <a:off x="1987338" y="1968915"/>
            <a:ext cx="14313300" cy="5541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4500"/>
              <a:buFont typeface="Arial"/>
              <a:buNone/>
            </a:pPr>
            <a:r>
              <a:rPr b="0" i="0" lang="en-US" sz="4500" u="none" cap="none" strike="noStrike">
                <a:solidFill>
                  <a:schemeClr val="dk1"/>
                </a:solidFill>
                <a:latin typeface="Arial"/>
                <a:ea typeface="Arial"/>
                <a:cs typeface="Arial"/>
                <a:sym typeface="Arial"/>
              </a:rPr>
              <a:t>Las pruebas unitarias son un tipo de prueba de software en la que se verifica el funcionamiento de una "unidad" de código, como una función, método o clase. Su propósito principal es asegurar que cada parte del código funcione correctamente de manera aislada a pequeñas porciones de código.</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9" name="Shape 569"/>
        <p:cNvGrpSpPr/>
        <p:nvPr/>
      </p:nvGrpSpPr>
      <p:grpSpPr>
        <a:xfrm>
          <a:off x="0" y="0"/>
          <a:ext cx="0" cy="0"/>
          <a:chOff x="0" y="0"/>
          <a:chExt cx="0" cy="0"/>
        </a:xfrm>
      </p:grpSpPr>
      <p:sp>
        <p:nvSpPr>
          <p:cNvPr id="570" name="Google Shape;570;g39ab14d6dc7_0_802"/>
          <p:cNvSpPr txBox="1"/>
          <p:nvPr/>
        </p:nvSpPr>
        <p:spPr>
          <a:xfrm>
            <a:off x="1987338" y="2456840"/>
            <a:ext cx="14313300" cy="5541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4500"/>
              <a:buFont typeface="Arial"/>
              <a:buNone/>
            </a:pPr>
            <a:r>
              <a:rPr b="0" i="0" lang="en-US" sz="4500" u="none" cap="none" strike="noStrike">
                <a:solidFill>
                  <a:srgbClr val="292929"/>
                </a:solidFill>
                <a:latin typeface="Arial"/>
                <a:ea typeface="Arial"/>
                <a:cs typeface="Arial"/>
                <a:sym typeface="Arial"/>
              </a:rPr>
              <a:t>El mocking y los stubs son técnicas utilizadas para simular el comportamiento de dependencias externas, como bases de datos o servicios web. Un mock es un objeto que imita el comportamiento de una dependencia, mientras que un stub proporciona respuestas predefinidas.</a:t>
            </a:r>
            <a:endParaRPr b="0" i="0" sz="1400" u="none" cap="none" strike="noStrike">
              <a:solidFill>
                <a:srgbClr val="292929"/>
              </a:solidFill>
              <a:latin typeface="Arial"/>
              <a:ea typeface="Arial"/>
              <a:cs typeface="Arial"/>
              <a:sym typeface="Arial"/>
            </a:endParaRPr>
          </a:p>
        </p:txBody>
      </p:sp>
      <p:sp>
        <p:nvSpPr>
          <p:cNvPr id="571" name="Google Shape;571;g39ab14d6dc7_0_802"/>
          <p:cNvSpPr txBox="1"/>
          <p:nvPr/>
        </p:nvSpPr>
        <p:spPr>
          <a:xfrm>
            <a:off x="5286944" y="779053"/>
            <a:ext cx="7714200" cy="2201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500"/>
              <a:buFont typeface="Arial"/>
              <a:buNone/>
            </a:pPr>
            <a:r>
              <a:rPr b="1" i="0" lang="en-US" sz="6500" u="none" cap="none" strike="noStrike">
                <a:solidFill>
                  <a:schemeClr val="dk1"/>
                </a:solidFill>
                <a:latin typeface="Poppins"/>
                <a:ea typeface="Poppins"/>
                <a:cs typeface="Poppins"/>
                <a:sym typeface="Poppins"/>
              </a:rPr>
              <a:t>MOCKING Y STUBS</a:t>
            </a:r>
            <a:endParaRPr b="0" i="0" sz="1400" u="none" cap="none" strike="noStrike">
              <a:solidFill>
                <a:schemeClr val="dk1"/>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6500"/>
              <a:buFont typeface="Arial"/>
              <a:buNone/>
            </a:pPr>
            <a:r>
              <a:t/>
            </a:r>
            <a:endParaRPr b="1" i="0" sz="6500" u="none" cap="none" strike="noStrike">
              <a:solidFill>
                <a:srgbClr val="FFFFFF"/>
              </a:solidFill>
              <a:latin typeface="Poppins"/>
              <a:ea typeface="Poppins"/>
              <a:cs typeface="Poppins"/>
              <a:sym typeface="Poppi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4"/>
        </a:solidFill>
      </p:bgPr>
    </p:bg>
    <p:spTree>
      <p:nvGrpSpPr>
        <p:cNvPr id="575" name="Shape 575"/>
        <p:cNvGrpSpPr/>
        <p:nvPr/>
      </p:nvGrpSpPr>
      <p:grpSpPr>
        <a:xfrm>
          <a:off x="0" y="0"/>
          <a:ext cx="0" cy="0"/>
          <a:chOff x="0" y="0"/>
          <a:chExt cx="0" cy="0"/>
        </a:xfrm>
      </p:grpSpPr>
      <p:pic>
        <p:nvPicPr>
          <p:cNvPr id="576" name="Google Shape;576;g39ab14d6dc7_0_807"/>
          <p:cNvPicPr preferRelativeResize="0"/>
          <p:nvPr/>
        </p:nvPicPr>
        <p:blipFill>
          <a:blip r:embed="rId3">
            <a:alphaModFix/>
          </a:blip>
          <a:stretch>
            <a:fillRect/>
          </a:stretch>
        </p:blipFill>
        <p:spPr>
          <a:xfrm>
            <a:off x="-42164" y="327873"/>
            <a:ext cx="18372340" cy="97813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0" name="Shape 580"/>
        <p:cNvGrpSpPr/>
        <p:nvPr/>
      </p:nvGrpSpPr>
      <p:grpSpPr>
        <a:xfrm>
          <a:off x="0" y="0"/>
          <a:ext cx="0" cy="0"/>
          <a:chOff x="0" y="0"/>
          <a:chExt cx="0" cy="0"/>
        </a:xfrm>
      </p:grpSpPr>
      <p:sp>
        <p:nvSpPr>
          <p:cNvPr id="581" name="Google Shape;581;g39ab14d6dc7_0_811"/>
          <p:cNvSpPr/>
          <p:nvPr/>
        </p:nvSpPr>
        <p:spPr>
          <a:xfrm>
            <a:off x="15401155" y="7706092"/>
            <a:ext cx="2451148" cy="2451148"/>
          </a:xfrm>
          <a:custGeom>
            <a:rect b="b" l="l" r="r" t="t"/>
            <a:pathLst>
              <a:path extrusionOk="0" h="2451148" w="2451148">
                <a:moveTo>
                  <a:pt x="0" y="0"/>
                </a:moveTo>
                <a:lnTo>
                  <a:pt x="2451148" y="0"/>
                </a:lnTo>
                <a:lnTo>
                  <a:pt x="2451148" y="2451148"/>
                </a:lnTo>
                <a:lnTo>
                  <a:pt x="0" y="2451148"/>
                </a:lnTo>
                <a:lnTo>
                  <a:pt x="0" y="0"/>
                </a:lnTo>
                <a:close/>
              </a:path>
            </a:pathLst>
          </a:custGeom>
          <a:blipFill rotWithShape="1">
            <a:blip r:embed="rId3">
              <a:alphaModFix/>
            </a:blip>
            <a:stretch>
              <a:fillRect b="0" l="0" r="0" t="0"/>
            </a:stretch>
          </a:blipFill>
          <a:ln>
            <a:noFill/>
          </a:ln>
        </p:spPr>
      </p:sp>
      <p:sp>
        <p:nvSpPr>
          <p:cNvPr id="582" name="Google Shape;582;g39ab14d6dc7_0_811"/>
          <p:cNvSpPr/>
          <p:nvPr/>
        </p:nvSpPr>
        <p:spPr>
          <a:xfrm>
            <a:off x="-127498" y="8312527"/>
            <a:ext cx="4585867" cy="2192300"/>
          </a:xfrm>
          <a:custGeom>
            <a:rect b="b" l="l" r="r" t="t"/>
            <a:pathLst>
              <a:path extrusionOk="0" h="3143083" w="5592521">
                <a:moveTo>
                  <a:pt x="0" y="0"/>
                </a:moveTo>
                <a:lnTo>
                  <a:pt x="5592521" y="0"/>
                </a:lnTo>
                <a:lnTo>
                  <a:pt x="5592521" y="3143084"/>
                </a:lnTo>
                <a:lnTo>
                  <a:pt x="0" y="3143084"/>
                </a:lnTo>
                <a:lnTo>
                  <a:pt x="0" y="0"/>
                </a:lnTo>
                <a:close/>
              </a:path>
            </a:pathLst>
          </a:custGeom>
          <a:blipFill rotWithShape="1">
            <a:blip r:embed="rId4">
              <a:alphaModFix/>
            </a:blip>
            <a:stretch>
              <a:fillRect b="0" l="0" r="0" t="0"/>
            </a:stretch>
          </a:blipFill>
          <a:ln>
            <a:noFill/>
          </a:ln>
        </p:spPr>
      </p:sp>
      <p:sp>
        <p:nvSpPr>
          <p:cNvPr id="583" name="Google Shape;583;g39ab14d6dc7_0_811"/>
          <p:cNvSpPr txBox="1"/>
          <p:nvPr/>
        </p:nvSpPr>
        <p:spPr>
          <a:xfrm>
            <a:off x="3422611" y="1968915"/>
            <a:ext cx="4919400" cy="6777600"/>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Clr>
                <a:srgbClr val="000000"/>
              </a:buClr>
              <a:buSzPts val="4077"/>
              <a:buFont typeface="Arial"/>
              <a:buNone/>
            </a:pPr>
            <a:r>
              <a:rPr b="0" i="0" lang="en-US" sz="4077" u="none" cap="none" strike="noStrike">
                <a:solidFill>
                  <a:schemeClr val="dk1"/>
                </a:solidFill>
                <a:latin typeface="Arial"/>
                <a:ea typeface="Arial"/>
                <a:cs typeface="Arial"/>
                <a:sym typeface="Arial"/>
              </a:rPr>
              <a:t>Jest es un framework de pruebas para JavaScript que permite escribir y ejecutar pruebas unitarias y de integración </a:t>
            </a:r>
            <a:endParaRPr b="0" i="0" sz="1400" u="none" cap="none" strike="noStrike">
              <a:solidFill>
                <a:schemeClr val="dk1"/>
              </a:solidFill>
              <a:latin typeface="Arial"/>
              <a:ea typeface="Arial"/>
              <a:cs typeface="Arial"/>
              <a:sym typeface="Arial"/>
            </a:endParaRPr>
          </a:p>
        </p:txBody>
      </p:sp>
      <p:sp>
        <p:nvSpPr>
          <p:cNvPr id="584" name="Google Shape;584;g39ab14d6dc7_0_811"/>
          <p:cNvSpPr txBox="1"/>
          <p:nvPr/>
        </p:nvSpPr>
        <p:spPr>
          <a:xfrm>
            <a:off x="5286944" y="779053"/>
            <a:ext cx="7714200" cy="1000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500"/>
              <a:buFont typeface="Arial"/>
              <a:buNone/>
            </a:pPr>
            <a:r>
              <a:rPr b="1" i="0" lang="en-US" sz="6500" u="none" cap="none" strike="noStrike">
                <a:solidFill>
                  <a:schemeClr val="dk1"/>
                </a:solidFill>
                <a:latin typeface="Poppins"/>
                <a:ea typeface="Poppins"/>
                <a:cs typeface="Poppins"/>
                <a:sym typeface="Poppins"/>
              </a:rPr>
              <a:t>JEST &amp; SUPERTEST</a:t>
            </a:r>
            <a:endParaRPr b="0" i="0" sz="1400" u="none" cap="none" strike="noStrike">
              <a:solidFill>
                <a:schemeClr val="dk1"/>
              </a:solidFill>
              <a:latin typeface="Arial"/>
              <a:ea typeface="Arial"/>
              <a:cs typeface="Arial"/>
              <a:sym typeface="Arial"/>
            </a:endParaRPr>
          </a:p>
        </p:txBody>
      </p:sp>
      <p:sp>
        <p:nvSpPr>
          <p:cNvPr id="585" name="Google Shape;585;g39ab14d6dc7_0_811"/>
          <p:cNvSpPr txBox="1"/>
          <p:nvPr/>
        </p:nvSpPr>
        <p:spPr>
          <a:xfrm>
            <a:off x="9875888" y="1968915"/>
            <a:ext cx="5161200" cy="5899200"/>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Clr>
                <a:srgbClr val="000000"/>
              </a:buClr>
              <a:buSzPts val="4077"/>
              <a:buFont typeface="Arial"/>
              <a:buNone/>
            </a:pPr>
            <a:r>
              <a:rPr b="0" i="0" lang="en-US" sz="4077" u="none" cap="none" strike="noStrike">
                <a:solidFill>
                  <a:schemeClr val="dk1"/>
                </a:solidFill>
                <a:latin typeface="Arial"/>
                <a:ea typeface="Arial"/>
                <a:cs typeface="Arial"/>
                <a:sym typeface="Arial"/>
              </a:rPr>
              <a:t>Supertest  es una librería especializada en probar APIs HTTP, permitiendo enviar solicitudes y verificar respuestas de servidores.</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g39ab14d6dc7_0_333"/>
          <p:cNvSpPr txBox="1"/>
          <p:nvPr>
            <p:ph type="ctrTitle"/>
          </p:nvPr>
        </p:nvSpPr>
        <p:spPr>
          <a:xfrm>
            <a:off x="7074300" y="3156800"/>
            <a:ext cx="10035000" cy="3157800"/>
          </a:xfrm>
          <a:prstGeom prst="rect">
            <a:avLst/>
          </a:prstGeom>
          <a:noFill/>
          <a:ln>
            <a:noFill/>
          </a:ln>
        </p:spPr>
        <p:txBody>
          <a:bodyPr anchorCtr="0" anchor="t" bIns="182850" lIns="182850" spcFirstLastPara="1" rIns="182850" wrap="square" tIns="182850">
            <a:normAutofit/>
          </a:bodyPr>
          <a:lstStyle/>
          <a:p>
            <a:pPr indent="0" lvl="0" marL="0" rtl="0" algn="l">
              <a:lnSpc>
                <a:spcPct val="100000"/>
              </a:lnSpc>
              <a:spcBef>
                <a:spcPts val="0"/>
              </a:spcBef>
              <a:spcAft>
                <a:spcPts val="0"/>
              </a:spcAft>
              <a:buSzPts val="8000"/>
              <a:buNone/>
            </a:pPr>
            <a:r>
              <a:rPr lang="en-US"/>
              <a:t>Principios</a:t>
            </a:r>
            <a:endParaRPr/>
          </a:p>
          <a:p>
            <a:pPr indent="0" lvl="0" marL="0" rtl="0" algn="l">
              <a:lnSpc>
                <a:spcPct val="100000"/>
              </a:lnSpc>
              <a:spcBef>
                <a:spcPts val="0"/>
              </a:spcBef>
              <a:spcAft>
                <a:spcPts val="0"/>
              </a:spcAft>
              <a:buSzPts val="8000"/>
              <a:buNone/>
            </a:pPr>
            <a:r>
              <a:rPr lang="en-US"/>
              <a:t>SOLID</a:t>
            </a:r>
            <a:endParaRPr/>
          </a:p>
        </p:txBody>
      </p:sp>
      <p:sp>
        <p:nvSpPr>
          <p:cNvPr id="591" name="Google Shape;591;g39ab14d6dc7_0_333"/>
          <p:cNvSpPr txBox="1"/>
          <p:nvPr>
            <p:ph idx="1" type="subTitle"/>
          </p:nvPr>
        </p:nvSpPr>
        <p:spPr>
          <a:xfrm>
            <a:off x="8047650" y="6314600"/>
            <a:ext cx="9061800" cy="1313100"/>
          </a:xfrm>
          <a:prstGeom prst="rect">
            <a:avLst/>
          </a:prstGeom>
          <a:noFill/>
          <a:ln>
            <a:noFill/>
          </a:ln>
        </p:spPr>
        <p:txBody>
          <a:bodyPr anchorCtr="0" anchor="t" bIns="182850" lIns="182850" spcFirstLastPara="1" rIns="182850" wrap="square" tIns="182850">
            <a:normAutofit/>
          </a:bodyPr>
          <a:lstStyle/>
          <a:p>
            <a:pPr indent="0" lvl="0" marL="0" rtl="0" algn="l">
              <a:lnSpc>
                <a:spcPct val="100000"/>
              </a:lnSpc>
              <a:spcBef>
                <a:spcPts val="0"/>
              </a:spcBef>
              <a:spcAft>
                <a:spcPts val="0"/>
              </a:spcAft>
              <a:buSzPts val="2600"/>
              <a:buNone/>
            </a:pPr>
            <a:r>
              <a:rPr lang="en-US" sz="2800"/>
              <a:t> "El código que viola SOLID es  difícil de probar. </a:t>
            </a:r>
            <a:endParaRPr sz="2800"/>
          </a:p>
          <a:p>
            <a:pPr indent="0" lvl="0" marL="0" rtl="0" algn="l">
              <a:lnSpc>
                <a:spcPct val="100000"/>
              </a:lnSpc>
              <a:spcBef>
                <a:spcPts val="0"/>
              </a:spcBef>
              <a:spcAft>
                <a:spcPts val="0"/>
              </a:spcAft>
              <a:buSzPts val="2600"/>
              <a:buNone/>
            </a:pPr>
            <a:r>
              <a:rPr lang="en-US" sz="2800"/>
              <a:t> El código SOLID casi se prueba solo."  </a:t>
            </a:r>
            <a:endParaRPr sz="28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g39ab14d6dc7_0_338"/>
          <p:cNvSpPr txBox="1"/>
          <p:nvPr>
            <p:ph type="title"/>
          </p:nvPr>
        </p:nvSpPr>
        <p:spPr>
          <a:xfrm>
            <a:off x="3841950" y="1224150"/>
            <a:ext cx="10604100" cy="1828200"/>
          </a:xfrm>
          <a:prstGeom prst="rect">
            <a:avLst/>
          </a:prstGeom>
          <a:noFill/>
          <a:ln>
            <a:noFill/>
          </a:ln>
        </p:spPr>
        <p:txBody>
          <a:bodyPr anchorCtr="0" anchor="t" bIns="182850" lIns="182850" spcFirstLastPara="1" rIns="182850" wrap="square" tIns="182850">
            <a:normAutofit/>
          </a:bodyPr>
          <a:lstStyle/>
          <a:p>
            <a:pPr indent="0" lvl="0" marL="0" rtl="0" algn="l">
              <a:lnSpc>
                <a:spcPct val="100000"/>
              </a:lnSpc>
              <a:spcBef>
                <a:spcPts val="0"/>
              </a:spcBef>
              <a:spcAft>
                <a:spcPts val="0"/>
              </a:spcAft>
              <a:buSzPts val="4800"/>
              <a:buNone/>
            </a:pPr>
            <a:r>
              <a:rPr b="1" lang="en-US"/>
              <a:t>¿Qué son los principios SOLID?</a:t>
            </a:r>
            <a:endParaRPr b="1"/>
          </a:p>
        </p:txBody>
      </p:sp>
      <p:sp>
        <p:nvSpPr>
          <p:cNvPr id="597" name="Google Shape;597;g39ab14d6dc7_0_338"/>
          <p:cNvSpPr txBox="1"/>
          <p:nvPr/>
        </p:nvSpPr>
        <p:spPr>
          <a:xfrm>
            <a:off x="2105100" y="3429000"/>
            <a:ext cx="14077800" cy="624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Lato"/>
                <a:ea typeface="Lato"/>
                <a:cs typeface="Lato"/>
                <a:sym typeface="Lato"/>
              </a:rPr>
              <a:t>Los principios SOLID son 5 principios fundamentales para el diseño de software orientado a objetos que nos ayudan a:</a:t>
            </a:r>
            <a:endParaRPr b="0" i="0" sz="28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Lato"/>
              <a:ea typeface="Lato"/>
              <a:cs typeface="Lato"/>
              <a:sym typeface="Lato"/>
            </a:endParaRPr>
          </a:p>
          <a:p>
            <a:pPr indent="0" lvl="0" marL="457200" marR="0" rtl="0" algn="l">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Lato"/>
                <a:ea typeface="Lato"/>
                <a:cs typeface="Lato"/>
                <a:sym typeface="Lato"/>
              </a:rPr>
              <a:t>✅ Escribir código más mantenible</a:t>
            </a:r>
            <a:endParaRPr b="0" i="0" sz="2800" u="none" cap="none" strike="noStrike">
              <a:solidFill>
                <a:schemeClr val="lt1"/>
              </a:solidFill>
              <a:latin typeface="Lato"/>
              <a:ea typeface="Lato"/>
              <a:cs typeface="Lato"/>
              <a:sym typeface="Lato"/>
            </a:endParaRPr>
          </a:p>
          <a:p>
            <a:pPr indent="0" lvl="0" marL="457200" marR="0" rtl="0" algn="l">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Lato"/>
                <a:ea typeface="Lato"/>
                <a:cs typeface="Lato"/>
                <a:sym typeface="Lato"/>
              </a:rPr>
              <a:t>✅ Facilitar la extensión de funcionalidades</a:t>
            </a:r>
            <a:endParaRPr b="0" i="0" sz="2800" u="none" cap="none" strike="noStrike">
              <a:solidFill>
                <a:schemeClr val="lt1"/>
              </a:solidFill>
              <a:latin typeface="Lato"/>
              <a:ea typeface="Lato"/>
              <a:cs typeface="Lato"/>
              <a:sym typeface="Lato"/>
            </a:endParaRPr>
          </a:p>
          <a:p>
            <a:pPr indent="0" lvl="0" marL="457200" marR="0" rtl="0" algn="l">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Lato"/>
                <a:ea typeface="Lato"/>
                <a:cs typeface="Lato"/>
                <a:sym typeface="Lato"/>
              </a:rPr>
              <a:t>✅ Reducir el acoplamiento entre componentes</a:t>
            </a:r>
            <a:endParaRPr b="0" i="0" sz="2800" u="none" cap="none" strike="noStrike">
              <a:solidFill>
                <a:schemeClr val="lt1"/>
              </a:solidFill>
              <a:latin typeface="Lato"/>
              <a:ea typeface="Lato"/>
              <a:cs typeface="Lato"/>
              <a:sym typeface="Lato"/>
            </a:endParaRPr>
          </a:p>
          <a:p>
            <a:pPr indent="0" lvl="0" marL="457200" marR="0" rtl="0" algn="l">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Lato"/>
                <a:ea typeface="Lato"/>
                <a:cs typeface="Lato"/>
                <a:sym typeface="Lato"/>
              </a:rPr>
              <a:t>✅ Hacer el código más testeable</a:t>
            </a:r>
            <a:endParaRPr b="0" i="0" sz="2800" u="none" cap="none" strike="noStrike">
              <a:solidFill>
                <a:schemeClr val="lt1"/>
              </a:solidFill>
              <a:latin typeface="Lato"/>
              <a:ea typeface="Lato"/>
              <a:cs typeface="Lato"/>
              <a:sym typeface="Lato"/>
            </a:endParaRPr>
          </a:p>
          <a:p>
            <a:pPr indent="0" lvl="0" marL="457200" marR="0" rtl="0" algn="l">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Lato"/>
                <a:ea typeface="Lato"/>
                <a:cs typeface="Lato"/>
                <a:sym typeface="Lato"/>
              </a:rPr>
              <a:t>✅ Prevenir errores al modificar código existente</a:t>
            </a:r>
            <a:endParaRPr b="0" i="0" sz="2800" u="none" cap="none" strike="noStrike">
              <a:solidFill>
                <a:schemeClr val="lt1"/>
              </a:solidFill>
              <a:latin typeface="Lato"/>
              <a:ea typeface="Lato"/>
              <a:cs typeface="Lato"/>
              <a:sym typeface="Lato"/>
            </a:endParaRPr>
          </a:p>
          <a:p>
            <a:pPr indent="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Lato"/>
                <a:ea typeface="Lato"/>
                <a:cs typeface="Lato"/>
                <a:sym typeface="Lato"/>
              </a:rPr>
              <a:t>Nota: </a:t>
            </a:r>
            <a:r>
              <a:rPr b="0" i="0" lang="en-US" sz="2800" u="none" cap="none" strike="noStrike">
                <a:solidFill>
                  <a:schemeClr val="lt1"/>
                </a:solidFill>
                <a:latin typeface="Lato"/>
                <a:ea typeface="Lato"/>
                <a:cs typeface="Lato"/>
                <a:sym typeface="Lato"/>
              </a:rPr>
              <a:t> Estos principios NO están grabados en piedra. Son guías que se deben aplicar con criterio según el contexto de tu proyecto.</a:t>
            </a:r>
            <a:endParaRPr b="0" i="0" sz="28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g39ab14d6dc7_0_343"/>
          <p:cNvSpPr txBox="1"/>
          <p:nvPr>
            <p:ph type="title"/>
          </p:nvPr>
        </p:nvSpPr>
        <p:spPr>
          <a:xfrm>
            <a:off x="2804950" y="857475"/>
            <a:ext cx="14077800" cy="1851900"/>
          </a:xfrm>
          <a:prstGeom prst="rect">
            <a:avLst/>
          </a:prstGeom>
          <a:noFill/>
          <a:ln>
            <a:noFill/>
          </a:ln>
        </p:spPr>
        <p:txBody>
          <a:bodyPr anchorCtr="0" anchor="t" bIns="182850" lIns="182850" spcFirstLastPara="1" rIns="182850" wrap="square" tIns="182850">
            <a:normAutofit/>
          </a:bodyPr>
          <a:lstStyle/>
          <a:p>
            <a:pPr indent="0" lvl="0" marL="0" rtl="0" algn="l">
              <a:lnSpc>
                <a:spcPct val="100000"/>
              </a:lnSpc>
              <a:spcBef>
                <a:spcPts val="0"/>
              </a:spcBef>
              <a:spcAft>
                <a:spcPts val="0"/>
              </a:spcAft>
              <a:buSzPts val="4800"/>
              <a:buNone/>
            </a:pPr>
            <a:r>
              <a:rPr b="1" lang="en-US"/>
              <a:t>S - Single Responsibility Principle (SRP) </a:t>
            </a:r>
            <a:r>
              <a:rPr lang="en-US" sz="4188"/>
              <a:t>RESPONSABILIDAD ÚNICA</a:t>
            </a:r>
            <a:endParaRPr sz="4188"/>
          </a:p>
        </p:txBody>
      </p:sp>
      <p:pic>
        <p:nvPicPr>
          <p:cNvPr id="603" name="Google Shape;603;g39ab14d6dc7_0_343"/>
          <p:cNvPicPr preferRelativeResize="0"/>
          <p:nvPr/>
        </p:nvPicPr>
        <p:blipFill rotWithShape="1">
          <a:blip r:embed="rId3">
            <a:alphaModFix/>
          </a:blip>
          <a:srcRect b="0" l="0" r="0" t="0"/>
          <a:stretch/>
        </p:blipFill>
        <p:spPr>
          <a:xfrm>
            <a:off x="10844088" y="3892950"/>
            <a:ext cx="6356400" cy="4229900"/>
          </a:xfrm>
          <a:prstGeom prst="rect">
            <a:avLst/>
          </a:prstGeom>
          <a:noFill/>
          <a:ln>
            <a:noFill/>
          </a:ln>
        </p:spPr>
      </p:pic>
      <p:sp>
        <p:nvSpPr>
          <p:cNvPr id="604" name="Google Shape;604;g39ab14d6dc7_0_343"/>
          <p:cNvSpPr txBox="1"/>
          <p:nvPr/>
        </p:nvSpPr>
        <p:spPr>
          <a:xfrm>
            <a:off x="1087513" y="3681100"/>
            <a:ext cx="9270600" cy="624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Lato"/>
                <a:ea typeface="Lato"/>
                <a:cs typeface="Lato"/>
                <a:sym typeface="Lato"/>
              </a:rPr>
              <a:t>“Una clase debe hacer una cosa y, por lo tanto, debe tener una sola razón para cambiar.” </a:t>
            </a:r>
            <a:endParaRPr b="0" i="0" sz="28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Lato"/>
                <a:ea typeface="Lato"/>
                <a:cs typeface="Lato"/>
                <a:sym typeface="Lato"/>
              </a:rPr>
              <a:t>Esto significa que cada clase debe tener una única responsabilidad o propósito bien definido.</a:t>
            </a:r>
            <a:endParaRPr b="0" i="0" sz="28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Lato"/>
                <a:ea typeface="Lato"/>
                <a:cs typeface="Lato"/>
                <a:sym typeface="Lato"/>
              </a:rPr>
              <a:t>¿Por qué es importante?</a:t>
            </a:r>
            <a:endParaRPr b="1" i="0" sz="2800" u="none" cap="none" strike="noStrike">
              <a:solidFill>
                <a:schemeClr val="lt1"/>
              </a:solidFill>
              <a:latin typeface="Lato"/>
              <a:ea typeface="Lato"/>
              <a:cs typeface="Lato"/>
              <a:sym typeface="Lato"/>
            </a:endParaRPr>
          </a:p>
          <a:p>
            <a:pPr indent="-406400" lvl="0" marL="457200" marR="0" rtl="0" algn="l">
              <a:lnSpc>
                <a:spcPct val="100000"/>
              </a:lnSpc>
              <a:spcBef>
                <a:spcPts val="0"/>
              </a:spcBef>
              <a:spcAft>
                <a:spcPts val="0"/>
              </a:spcAft>
              <a:buClr>
                <a:schemeClr val="lt1"/>
              </a:buClr>
              <a:buSzPts val="2800"/>
              <a:buFont typeface="Lato"/>
              <a:buChar char="●"/>
            </a:pPr>
            <a:r>
              <a:rPr b="0" i="0" lang="en-US" sz="2800" u="none" cap="none" strike="noStrike">
                <a:solidFill>
                  <a:schemeClr val="lt1"/>
                </a:solidFill>
                <a:latin typeface="Lato"/>
                <a:ea typeface="Lato"/>
                <a:cs typeface="Lato"/>
                <a:sym typeface="Lato"/>
              </a:rPr>
              <a:t>Si una clase hace muchas cosas, un cambio en una funcionalidad puede romper otras</a:t>
            </a:r>
            <a:endParaRPr b="0" i="0" sz="2800" u="none" cap="none" strike="noStrike">
              <a:solidFill>
                <a:schemeClr val="lt1"/>
              </a:solidFill>
              <a:latin typeface="Lato"/>
              <a:ea typeface="Lato"/>
              <a:cs typeface="Lato"/>
              <a:sym typeface="Lato"/>
            </a:endParaRPr>
          </a:p>
          <a:p>
            <a:pPr indent="-406400" lvl="0" marL="457200" marR="0" rtl="0" algn="l">
              <a:lnSpc>
                <a:spcPct val="100000"/>
              </a:lnSpc>
              <a:spcBef>
                <a:spcPts val="0"/>
              </a:spcBef>
              <a:spcAft>
                <a:spcPts val="0"/>
              </a:spcAft>
              <a:buClr>
                <a:schemeClr val="lt1"/>
              </a:buClr>
              <a:buSzPts val="2800"/>
              <a:buFont typeface="Lato"/>
              <a:buChar char="●"/>
            </a:pPr>
            <a:r>
              <a:rPr b="0" i="0" lang="en-US" sz="2800" u="none" cap="none" strike="noStrike">
                <a:solidFill>
                  <a:schemeClr val="lt1"/>
                </a:solidFill>
                <a:latin typeface="Lato"/>
                <a:ea typeface="Lato"/>
                <a:cs typeface="Lato"/>
                <a:sym typeface="Lato"/>
              </a:rPr>
              <a:t>Es más difícil de entender y mantener</a:t>
            </a:r>
            <a:endParaRPr b="0" i="0" sz="2800" u="none" cap="none" strike="noStrike">
              <a:solidFill>
                <a:schemeClr val="lt1"/>
              </a:solidFill>
              <a:latin typeface="Lato"/>
              <a:ea typeface="Lato"/>
              <a:cs typeface="Lato"/>
              <a:sym typeface="Lato"/>
            </a:endParaRPr>
          </a:p>
          <a:p>
            <a:pPr indent="-406400" lvl="0" marL="457200" marR="0" rtl="0" algn="l">
              <a:lnSpc>
                <a:spcPct val="100000"/>
              </a:lnSpc>
              <a:spcBef>
                <a:spcPts val="0"/>
              </a:spcBef>
              <a:spcAft>
                <a:spcPts val="0"/>
              </a:spcAft>
              <a:buClr>
                <a:schemeClr val="lt1"/>
              </a:buClr>
              <a:buSzPts val="2800"/>
              <a:buFont typeface="Lato"/>
              <a:buChar char="●"/>
            </a:pPr>
            <a:r>
              <a:rPr b="0" i="0" lang="en-US" sz="2800" u="none" cap="none" strike="noStrike">
                <a:solidFill>
                  <a:schemeClr val="lt1"/>
                </a:solidFill>
                <a:latin typeface="Lato"/>
                <a:ea typeface="Lato"/>
                <a:cs typeface="Lato"/>
                <a:sym typeface="Lato"/>
              </a:rPr>
              <a:t>Dificulta las pruebas unitarias</a:t>
            </a:r>
            <a:endParaRPr b="0" i="0" sz="2800" u="none" cap="none" strike="noStrike">
              <a:solidFill>
                <a:schemeClr val="lt1"/>
              </a:solidFill>
              <a:latin typeface="Lato"/>
              <a:ea typeface="Lato"/>
              <a:cs typeface="Lato"/>
              <a:sym typeface="La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g39ab14d6dc7_0_349"/>
          <p:cNvSpPr txBox="1"/>
          <p:nvPr>
            <p:ph type="title"/>
          </p:nvPr>
        </p:nvSpPr>
        <p:spPr>
          <a:xfrm>
            <a:off x="2595000" y="787500"/>
            <a:ext cx="14077800" cy="1828200"/>
          </a:xfrm>
          <a:prstGeom prst="rect">
            <a:avLst/>
          </a:prstGeom>
          <a:noFill/>
          <a:ln>
            <a:noFill/>
          </a:ln>
        </p:spPr>
        <p:txBody>
          <a:bodyPr anchorCtr="0" anchor="t" bIns="182850" lIns="182850" spcFirstLastPara="1" rIns="182850" wrap="square" tIns="182850">
            <a:normAutofit/>
          </a:bodyPr>
          <a:lstStyle/>
          <a:p>
            <a:pPr indent="0" lvl="0" marL="0" rtl="0" algn="l">
              <a:lnSpc>
                <a:spcPct val="100000"/>
              </a:lnSpc>
              <a:spcBef>
                <a:spcPts val="0"/>
              </a:spcBef>
              <a:spcAft>
                <a:spcPts val="0"/>
              </a:spcAft>
              <a:buSzPts val="4800"/>
              <a:buNone/>
            </a:pPr>
            <a:r>
              <a:rPr b="1" lang="en-US"/>
              <a:t>O: Open/Closed Principle</a:t>
            </a:r>
            <a:endParaRPr b="1"/>
          </a:p>
          <a:p>
            <a:pPr indent="0" lvl="0" marL="0" rtl="0" algn="l">
              <a:lnSpc>
                <a:spcPct val="100000"/>
              </a:lnSpc>
              <a:spcBef>
                <a:spcPts val="0"/>
              </a:spcBef>
              <a:spcAft>
                <a:spcPts val="0"/>
              </a:spcAft>
              <a:buSzPts val="4800"/>
              <a:buNone/>
            </a:pPr>
            <a:r>
              <a:rPr lang="en-US" sz="4088"/>
              <a:t>ABIERTO/CERRADO</a:t>
            </a:r>
            <a:endParaRPr b="1" sz="4088"/>
          </a:p>
        </p:txBody>
      </p:sp>
      <p:sp>
        <p:nvSpPr>
          <p:cNvPr id="610" name="Google Shape;610;g39ab14d6dc7_0_349"/>
          <p:cNvSpPr txBox="1"/>
          <p:nvPr/>
        </p:nvSpPr>
        <p:spPr>
          <a:xfrm>
            <a:off x="2595000" y="3243948"/>
            <a:ext cx="14077800" cy="5538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lt1"/>
                </a:solidFill>
                <a:latin typeface="Lato"/>
                <a:ea typeface="Lato"/>
                <a:cs typeface="Lato"/>
                <a:sym typeface="Lato"/>
              </a:rPr>
              <a:t>“Las clases deben estar abiertas a la extensión y cerradas a la modificación.”</a:t>
            </a:r>
            <a:endParaRPr b="0" i="0" sz="27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Lato"/>
              <a:ea typeface="Lato"/>
              <a:cs typeface="Lato"/>
              <a:sym typeface="Lato"/>
            </a:endParaRPr>
          </a:p>
          <a:p>
            <a:pPr indent="-400050" lvl="0" marL="457200" marR="0" rtl="0" algn="l">
              <a:lnSpc>
                <a:spcPct val="100000"/>
              </a:lnSpc>
              <a:spcBef>
                <a:spcPts val="0"/>
              </a:spcBef>
              <a:spcAft>
                <a:spcPts val="0"/>
              </a:spcAft>
              <a:buClr>
                <a:schemeClr val="lt1"/>
              </a:buClr>
              <a:buSzPts val="2700"/>
              <a:buFont typeface="Lato"/>
              <a:buChar char="●"/>
            </a:pPr>
            <a:r>
              <a:rPr b="0" i="0" lang="en-US" sz="2700" u="none" cap="none" strike="noStrike">
                <a:solidFill>
                  <a:schemeClr val="lt1"/>
                </a:solidFill>
                <a:latin typeface="Lato"/>
                <a:ea typeface="Lato"/>
                <a:cs typeface="Lato"/>
                <a:sym typeface="Lato"/>
              </a:rPr>
              <a:t>Abiertas para extensión:Puedes agregar nuevas funcionalidades</a:t>
            </a:r>
            <a:endParaRPr b="0" i="0" sz="2700" u="none" cap="none" strike="noStrike">
              <a:solidFill>
                <a:schemeClr val="lt1"/>
              </a:solidFill>
              <a:latin typeface="Lato"/>
              <a:ea typeface="Lato"/>
              <a:cs typeface="Lato"/>
              <a:sym typeface="Lato"/>
            </a:endParaRPr>
          </a:p>
          <a:p>
            <a:pPr indent="-400050" lvl="0" marL="457200" marR="0" rtl="0" algn="l">
              <a:lnSpc>
                <a:spcPct val="100000"/>
              </a:lnSpc>
              <a:spcBef>
                <a:spcPts val="0"/>
              </a:spcBef>
              <a:spcAft>
                <a:spcPts val="0"/>
              </a:spcAft>
              <a:buClr>
                <a:schemeClr val="lt1"/>
              </a:buClr>
              <a:buSzPts val="2700"/>
              <a:buFont typeface="Lato"/>
              <a:buChar char="●"/>
            </a:pPr>
            <a:r>
              <a:rPr b="0" i="0" lang="en-US" sz="2700" u="none" cap="none" strike="noStrike">
                <a:solidFill>
                  <a:schemeClr val="lt1"/>
                </a:solidFill>
                <a:latin typeface="Lato"/>
                <a:ea typeface="Lato"/>
                <a:cs typeface="Lato"/>
                <a:sym typeface="Lato"/>
              </a:rPr>
              <a:t>Cerradas para modificación: No debes modificar el código existente que ya funciona</a:t>
            </a:r>
            <a:endParaRPr b="0" i="0" sz="27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lt1"/>
                </a:solidFill>
                <a:latin typeface="Lato"/>
                <a:ea typeface="Lato"/>
                <a:cs typeface="Lato"/>
                <a:sym typeface="Lato"/>
              </a:rPr>
              <a:t>Deberíamos poder agregar nuevas funciones sin tocar el código existente para la clase. </a:t>
            </a:r>
            <a:endParaRPr b="0" i="0" sz="27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lt1"/>
                </a:solidFill>
                <a:latin typeface="Lato"/>
                <a:ea typeface="Lato"/>
                <a:cs typeface="Lato"/>
                <a:sym typeface="Lato"/>
              </a:rPr>
              <a:t>Esto se debe a que cada vez que modificamos el código existente, corremos el riesgo de crear errores potenciales. Por lo tanto, debemos evitar tocar el código de producción probado y confiable (en su mayoría) si es posible. </a:t>
            </a:r>
            <a:endParaRPr b="0" i="0" sz="27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Lato"/>
              <a:ea typeface="Lato"/>
              <a:cs typeface="Lato"/>
              <a:sym typeface="La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pic>
        <p:nvPicPr>
          <p:cNvPr id="615" name="Google Shape;615;g39ab14d6dc7_0_354"/>
          <p:cNvPicPr preferRelativeResize="0"/>
          <p:nvPr/>
        </p:nvPicPr>
        <p:blipFill rotWithShape="1">
          <a:blip r:embed="rId3">
            <a:alphaModFix/>
          </a:blip>
          <a:srcRect b="0" l="0" r="0" t="0"/>
          <a:stretch/>
        </p:blipFill>
        <p:spPr>
          <a:xfrm>
            <a:off x="7083150" y="2831450"/>
            <a:ext cx="10268800" cy="6118275"/>
          </a:xfrm>
          <a:prstGeom prst="rect">
            <a:avLst/>
          </a:prstGeom>
          <a:noFill/>
          <a:ln>
            <a:noFill/>
          </a:ln>
        </p:spPr>
      </p:pic>
      <p:sp>
        <p:nvSpPr>
          <p:cNvPr id="616" name="Google Shape;616;g39ab14d6dc7_0_354"/>
          <p:cNvSpPr txBox="1"/>
          <p:nvPr/>
        </p:nvSpPr>
        <p:spPr>
          <a:xfrm>
            <a:off x="1732250" y="2831450"/>
            <a:ext cx="4847700" cy="653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lt1"/>
                </a:solidFill>
                <a:latin typeface="Lato"/>
                <a:ea typeface="Lato"/>
                <a:cs typeface="Lato"/>
                <a:sym typeface="Lato"/>
              </a:rPr>
              <a:t>Pero, ¿cómo vamos a agregar una nueva funcionalidad sin tocar la clase?</a:t>
            </a:r>
            <a:endParaRPr b="0" i="0" sz="27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Lato"/>
                <a:ea typeface="Lato"/>
                <a:cs typeface="Lato"/>
                <a:sym typeface="Lato"/>
              </a:rPr>
              <a:t>Por lo general, se hace con la ayuda de interfaces y clases abstractas.</a:t>
            </a:r>
            <a:endParaRPr b="0" i="0" sz="2600" u="none" cap="none" strike="noStrike">
              <a:solidFill>
                <a:schemeClr val="lt1"/>
              </a:solidFill>
              <a:latin typeface="Lato"/>
              <a:ea typeface="Lato"/>
              <a:cs typeface="Lato"/>
              <a:sym typeface="Lato"/>
            </a:endParaRPr>
          </a:p>
        </p:txBody>
      </p:sp>
      <p:sp>
        <p:nvSpPr>
          <p:cNvPr id="617" name="Google Shape;617;g39ab14d6dc7_0_354"/>
          <p:cNvSpPr txBox="1"/>
          <p:nvPr>
            <p:ph type="title"/>
          </p:nvPr>
        </p:nvSpPr>
        <p:spPr>
          <a:xfrm>
            <a:off x="2595000" y="787500"/>
            <a:ext cx="14077800" cy="1828200"/>
          </a:xfrm>
          <a:prstGeom prst="rect">
            <a:avLst/>
          </a:prstGeom>
          <a:noFill/>
          <a:ln>
            <a:noFill/>
          </a:ln>
        </p:spPr>
        <p:txBody>
          <a:bodyPr anchorCtr="0" anchor="t" bIns="182850" lIns="182850" spcFirstLastPara="1" rIns="182850" wrap="square" tIns="182850">
            <a:normAutofit/>
          </a:bodyPr>
          <a:lstStyle/>
          <a:p>
            <a:pPr indent="0" lvl="0" marL="0" rtl="0" algn="l">
              <a:lnSpc>
                <a:spcPct val="100000"/>
              </a:lnSpc>
              <a:spcBef>
                <a:spcPts val="0"/>
              </a:spcBef>
              <a:spcAft>
                <a:spcPts val="0"/>
              </a:spcAft>
              <a:buSzPts val="4800"/>
              <a:buNone/>
            </a:pPr>
            <a:r>
              <a:rPr b="1" lang="en-US"/>
              <a:t>O: Open/Closed Principle</a:t>
            </a:r>
            <a:endParaRPr b="1"/>
          </a:p>
          <a:p>
            <a:pPr indent="0" lvl="0" marL="0" rtl="0" algn="l">
              <a:lnSpc>
                <a:spcPct val="100000"/>
              </a:lnSpc>
              <a:spcBef>
                <a:spcPts val="0"/>
              </a:spcBef>
              <a:spcAft>
                <a:spcPts val="0"/>
              </a:spcAft>
              <a:buSzPts val="4800"/>
              <a:buNone/>
            </a:pPr>
            <a:r>
              <a:rPr lang="en-US" sz="4088"/>
              <a:t>ABIERTO/CERRADO</a:t>
            </a:r>
            <a:endParaRPr b="1" sz="4088"/>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g39ab14d6dc7_0_360"/>
          <p:cNvSpPr txBox="1"/>
          <p:nvPr>
            <p:ph type="title"/>
          </p:nvPr>
        </p:nvSpPr>
        <p:spPr>
          <a:xfrm>
            <a:off x="2595000" y="787500"/>
            <a:ext cx="14077800" cy="1828200"/>
          </a:xfrm>
          <a:prstGeom prst="rect">
            <a:avLst/>
          </a:prstGeom>
          <a:noFill/>
          <a:ln>
            <a:noFill/>
          </a:ln>
        </p:spPr>
        <p:txBody>
          <a:bodyPr anchorCtr="0" anchor="t" bIns="182850" lIns="182850" spcFirstLastPara="1" rIns="182850" wrap="square" tIns="182850">
            <a:normAutofit fontScale="90000"/>
          </a:bodyPr>
          <a:lstStyle/>
          <a:p>
            <a:pPr indent="0" lvl="0" marL="0" rtl="0" algn="l">
              <a:lnSpc>
                <a:spcPct val="100000"/>
              </a:lnSpc>
              <a:spcBef>
                <a:spcPts val="0"/>
              </a:spcBef>
              <a:spcAft>
                <a:spcPts val="0"/>
              </a:spcAft>
              <a:buSzPct val="111111"/>
              <a:buNone/>
            </a:pPr>
            <a:r>
              <a:rPr b="1" lang="en-US"/>
              <a:t>L: Liskov Substitution Principle</a:t>
            </a:r>
            <a:endParaRPr b="1"/>
          </a:p>
          <a:p>
            <a:pPr indent="0" lvl="0" marL="0" rtl="0" algn="l">
              <a:lnSpc>
                <a:spcPct val="100000"/>
              </a:lnSpc>
              <a:spcBef>
                <a:spcPts val="0"/>
              </a:spcBef>
              <a:spcAft>
                <a:spcPts val="0"/>
              </a:spcAft>
              <a:buSzPct val="111111"/>
              <a:buNone/>
            </a:pPr>
            <a:r>
              <a:rPr lang="en-US"/>
              <a:t>SUSTITUCIÓN DE LISKOV</a:t>
            </a:r>
            <a:endParaRPr/>
          </a:p>
        </p:txBody>
      </p:sp>
      <p:sp>
        <p:nvSpPr>
          <p:cNvPr id="623" name="Google Shape;623;g39ab14d6dc7_0_360"/>
          <p:cNvSpPr txBox="1"/>
          <p:nvPr>
            <p:ph idx="1" type="body"/>
          </p:nvPr>
        </p:nvSpPr>
        <p:spPr>
          <a:xfrm>
            <a:off x="8550700" y="2886550"/>
            <a:ext cx="8950200" cy="5822400"/>
          </a:xfrm>
          <a:prstGeom prst="rect">
            <a:avLst/>
          </a:prstGeom>
          <a:noFill/>
          <a:ln>
            <a:noFill/>
          </a:ln>
        </p:spPr>
        <p:txBody>
          <a:bodyPr anchorCtr="0" anchor="t" bIns="182850" lIns="182850" spcFirstLastPara="1" rIns="182850" wrap="square" tIns="182850">
            <a:normAutofit lnSpcReduction="10000"/>
          </a:bodyPr>
          <a:lstStyle/>
          <a:p>
            <a:pPr indent="0" lvl="0" marL="0" rtl="0" algn="l">
              <a:lnSpc>
                <a:spcPct val="115000"/>
              </a:lnSpc>
              <a:spcBef>
                <a:spcPts val="0"/>
              </a:spcBef>
              <a:spcAft>
                <a:spcPts val="0"/>
              </a:spcAft>
              <a:buSzPts val="2600"/>
              <a:buNone/>
            </a:pPr>
            <a:r>
              <a:rPr lang="en-US"/>
              <a:t>"Las subclases deben ser sustituibles por sus clases base sin alterar el correcto funcionamiento del programa"</a:t>
            </a:r>
            <a:endParaRPr/>
          </a:p>
          <a:p>
            <a:pPr indent="0" lvl="0" marL="0" rtl="0" algn="l">
              <a:lnSpc>
                <a:spcPct val="115000"/>
              </a:lnSpc>
              <a:spcBef>
                <a:spcPts val="2400"/>
              </a:spcBef>
              <a:spcAft>
                <a:spcPts val="0"/>
              </a:spcAft>
              <a:buSzPts val="2600"/>
              <a:buNone/>
            </a:pPr>
            <a:r>
              <a:rPr lang="en-US"/>
              <a:t>Esto significa que, dado que la clase B es una subclase de la clase A, deberíamos poder pasar un objeto de la clase B a cualquier método que espere un objeto de la clase A y el método no debería dar ningún resultado extraño en ese caso.</a:t>
            </a:r>
            <a:endParaRPr/>
          </a:p>
          <a:p>
            <a:pPr indent="0" lvl="0" marL="0" rtl="0" algn="l">
              <a:lnSpc>
                <a:spcPct val="115000"/>
              </a:lnSpc>
              <a:spcBef>
                <a:spcPts val="2400"/>
              </a:spcBef>
              <a:spcAft>
                <a:spcPts val="2400"/>
              </a:spcAft>
              <a:buSzPts val="2600"/>
              <a:buNone/>
            </a:pPr>
            <a:r>
              <a:rPr lang="en-US"/>
              <a:t>Este es el comportamiento esperado, porque cuando usamos la herencia asumimos que la clase secundaria hereda todo lo que tiene la superclase. La clase secundaria extiende el comportamiento, pero nunca lo reduce.</a:t>
            </a:r>
            <a:endParaRPr/>
          </a:p>
        </p:txBody>
      </p:sp>
      <p:pic>
        <p:nvPicPr>
          <p:cNvPr id="624" name="Google Shape;624;g39ab14d6dc7_0_360"/>
          <p:cNvPicPr preferRelativeResize="0"/>
          <p:nvPr/>
        </p:nvPicPr>
        <p:blipFill rotWithShape="1">
          <a:blip r:embed="rId3">
            <a:alphaModFix/>
          </a:blip>
          <a:srcRect b="0" l="0" r="0" t="0"/>
          <a:stretch/>
        </p:blipFill>
        <p:spPr>
          <a:xfrm>
            <a:off x="1058325" y="3435250"/>
            <a:ext cx="7027348" cy="47250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g39ab14d6dc7_0_366"/>
          <p:cNvSpPr txBox="1"/>
          <p:nvPr>
            <p:ph type="title"/>
          </p:nvPr>
        </p:nvSpPr>
        <p:spPr>
          <a:xfrm>
            <a:off x="2595000" y="787500"/>
            <a:ext cx="14077800" cy="2105100"/>
          </a:xfrm>
          <a:prstGeom prst="rect">
            <a:avLst/>
          </a:prstGeom>
          <a:noFill/>
          <a:ln>
            <a:noFill/>
          </a:ln>
        </p:spPr>
        <p:txBody>
          <a:bodyPr anchorCtr="0" anchor="t" bIns="182850" lIns="182850" spcFirstLastPara="1" rIns="182850" wrap="square" tIns="182850">
            <a:normAutofit/>
          </a:bodyPr>
          <a:lstStyle/>
          <a:p>
            <a:pPr indent="0" lvl="0" marL="0" rtl="0" algn="l">
              <a:lnSpc>
                <a:spcPct val="100000"/>
              </a:lnSpc>
              <a:spcBef>
                <a:spcPts val="0"/>
              </a:spcBef>
              <a:spcAft>
                <a:spcPts val="0"/>
              </a:spcAft>
              <a:buSzPts val="4800"/>
              <a:buNone/>
            </a:pPr>
            <a:r>
              <a:rPr b="1" lang="en-US"/>
              <a:t>I: Interface Segregation Principle</a:t>
            </a:r>
            <a:endParaRPr b="1"/>
          </a:p>
          <a:p>
            <a:pPr indent="0" lvl="0" marL="0" rtl="0" algn="l">
              <a:lnSpc>
                <a:spcPct val="100000"/>
              </a:lnSpc>
              <a:spcBef>
                <a:spcPts val="0"/>
              </a:spcBef>
              <a:spcAft>
                <a:spcPts val="0"/>
              </a:spcAft>
              <a:buSzPts val="4800"/>
              <a:buNone/>
            </a:pPr>
            <a:r>
              <a:rPr lang="en-US" sz="4300"/>
              <a:t>SEGREGACIÓN DE INTERFACES</a:t>
            </a:r>
            <a:endParaRPr sz="4300"/>
          </a:p>
        </p:txBody>
      </p:sp>
      <p:sp>
        <p:nvSpPr>
          <p:cNvPr id="630" name="Google Shape;630;g39ab14d6dc7_0_366"/>
          <p:cNvSpPr txBox="1"/>
          <p:nvPr>
            <p:ph idx="1" type="body"/>
          </p:nvPr>
        </p:nvSpPr>
        <p:spPr>
          <a:xfrm>
            <a:off x="1930200" y="3869900"/>
            <a:ext cx="6362400" cy="5577000"/>
          </a:xfrm>
          <a:prstGeom prst="rect">
            <a:avLst/>
          </a:prstGeom>
          <a:noFill/>
          <a:ln>
            <a:noFill/>
          </a:ln>
        </p:spPr>
        <p:txBody>
          <a:bodyPr anchorCtr="0" anchor="t" bIns="182850" lIns="182850" spcFirstLastPara="1" rIns="182850" wrap="square" tIns="182850">
            <a:normAutofit/>
          </a:bodyPr>
          <a:lstStyle/>
          <a:p>
            <a:pPr indent="0" lvl="0" marL="0" rtl="0" algn="l">
              <a:lnSpc>
                <a:spcPct val="115000"/>
              </a:lnSpc>
              <a:spcBef>
                <a:spcPts val="0"/>
              </a:spcBef>
              <a:spcAft>
                <a:spcPts val="0"/>
              </a:spcAft>
              <a:buSzPts val="2600"/>
              <a:buNone/>
            </a:pPr>
            <a:r>
              <a:t/>
            </a:r>
            <a:endParaRPr/>
          </a:p>
          <a:p>
            <a:pPr indent="0" lvl="0" marL="0" rtl="0" algn="l">
              <a:lnSpc>
                <a:spcPct val="115000"/>
              </a:lnSpc>
              <a:spcBef>
                <a:spcPts val="2400"/>
              </a:spcBef>
              <a:spcAft>
                <a:spcPts val="0"/>
              </a:spcAft>
              <a:buSzPts val="2600"/>
              <a:buNone/>
            </a:pPr>
            <a:r>
              <a:t/>
            </a:r>
            <a:endParaRPr/>
          </a:p>
          <a:p>
            <a:pPr indent="0" lvl="0" marL="0" rtl="0" algn="l">
              <a:lnSpc>
                <a:spcPct val="115000"/>
              </a:lnSpc>
              <a:spcBef>
                <a:spcPts val="2400"/>
              </a:spcBef>
              <a:spcAft>
                <a:spcPts val="2400"/>
              </a:spcAft>
              <a:buSzPts val="2600"/>
              <a:buNone/>
            </a:pPr>
            <a:r>
              <a:t/>
            </a:r>
            <a:endParaRPr/>
          </a:p>
        </p:txBody>
      </p:sp>
      <p:pic>
        <p:nvPicPr>
          <p:cNvPr id="631" name="Google Shape;631;g39ab14d6dc7_0_366"/>
          <p:cNvPicPr preferRelativeResize="0"/>
          <p:nvPr/>
        </p:nvPicPr>
        <p:blipFill rotWithShape="1">
          <a:blip r:embed="rId3">
            <a:alphaModFix/>
          </a:blip>
          <a:srcRect b="0" l="0" r="0" t="0"/>
          <a:stretch/>
        </p:blipFill>
        <p:spPr>
          <a:xfrm>
            <a:off x="9062350" y="3360725"/>
            <a:ext cx="8327574" cy="5421725"/>
          </a:xfrm>
          <a:prstGeom prst="rect">
            <a:avLst/>
          </a:prstGeom>
          <a:noFill/>
          <a:ln>
            <a:noFill/>
          </a:ln>
        </p:spPr>
      </p:pic>
      <p:sp>
        <p:nvSpPr>
          <p:cNvPr id="632" name="Google Shape;632;g39ab14d6dc7_0_366"/>
          <p:cNvSpPr txBox="1"/>
          <p:nvPr>
            <p:ph idx="1" type="body"/>
          </p:nvPr>
        </p:nvSpPr>
        <p:spPr>
          <a:xfrm>
            <a:off x="1125500" y="3160388"/>
            <a:ext cx="7396200" cy="5822400"/>
          </a:xfrm>
          <a:prstGeom prst="rect">
            <a:avLst/>
          </a:prstGeom>
          <a:noFill/>
          <a:ln>
            <a:noFill/>
          </a:ln>
        </p:spPr>
        <p:txBody>
          <a:bodyPr anchorCtr="0" anchor="t" bIns="182850" lIns="182850" spcFirstLastPara="1" rIns="182850" wrap="square" tIns="182850">
            <a:normAutofit/>
          </a:bodyPr>
          <a:lstStyle/>
          <a:p>
            <a:pPr indent="0" lvl="0" marL="0" rtl="0" algn="l">
              <a:lnSpc>
                <a:spcPct val="115000"/>
              </a:lnSpc>
              <a:spcBef>
                <a:spcPts val="0"/>
              </a:spcBef>
              <a:spcAft>
                <a:spcPts val="0"/>
              </a:spcAft>
              <a:buSzPts val="2600"/>
              <a:buNone/>
            </a:pPr>
            <a:r>
              <a:rPr lang="en-US"/>
              <a:t>“Muchas interfaces específicas del cliente son mejores que una interfaz de propósito general. No se debe obligar a los clientes a implementar una función que no necesitan.”</a:t>
            </a:r>
            <a:endParaRPr/>
          </a:p>
          <a:p>
            <a:pPr indent="0" lvl="0" marL="0" rtl="0" algn="l">
              <a:lnSpc>
                <a:spcPct val="115000"/>
              </a:lnSpc>
              <a:spcBef>
                <a:spcPts val="2400"/>
              </a:spcBef>
              <a:spcAft>
                <a:spcPts val="0"/>
              </a:spcAft>
              <a:buSzPts val="2600"/>
              <a:buNone/>
            </a:pPr>
            <a:r>
              <a:rPr b="1" lang="en-US"/>
              <a:t>¿Por qué es importante?</a:t>
            </a:r>
            <a:endParaRPr b="1"/>
          </a:p>
          <a:p>
            <a:pPr indent="-393700" lvl="0" marL="457200" rtl="0" algn="l">
              <a:lnSpc>
                <a:spcPct val="115000"/>
              </a:lnSpc>
              <a:spcBef>
                <a:spcPts val="2400"/>
              </a:spcBef>
              <a:spcAft>
                <a:spcPts val="0"/>
              </a:spcAft>
              <a:buSzPts val="2600"/>
              <a:buChar char="●"/>
            </a:pPr>
            <a:r>
              <a:rPr lang="en-US"/>
              <a:t>Se evita forzar a las clases a implementar métodos que no necesitan</a:t>
            </a:r>
            <a:endParaRPr/>
          </a:p>
          <a:p>
            <a:pPr indent="-393700" lvl="0" marL="457200" rtl="0" algn="l">
              <a:lnSpc>
                <a:spcPct val="115000"/>
              </a:lnSpc>
              <a:spcBef>
                <a:spcPts val="0"/>
              </a:spcBef>
              <a:spcAft>
                <a:spcPts val="0"/>
              </a:spcAft>
              <a:buSzPts val="2600"/>
              <a:buChar char="●"/>
            </a:pPr>
            <a:r>
              <a:rPr lang="en-US"/>
              <a:t>Cada clase implementa solo lo que realmente usa</a:t>
            </a:r>
            <a:endParaRPr/>
          </a:p>
          <a:p>
            <a:pPr indent="-393700" lvl="0" marL="457200" rtl="0" algn="l">
              <a:lnSpc>
                <a:spcPct val="115000"/>
              </a:lnSpc>
              <a:spcBef>
                <a:spcPts val="0"/>
              </a:spcBef>
              <a:spcAft>
                <a:spcPts val="0"/>
              </a:spcAft>
              <a:buSzPts val="2600"/>
              <a:buChar char="●"/>
            </a:pPr>
            <a:r>
              <a:rPr lang="en-US"/>
              <a:t>Código más limpio y mantenible</a:t>
            </a:r>
            <a:endParaRPr/>
          </a:p>
        </p:txBody>
      </p:sp>
      <p:sp>
        <p:nvSpPr>
          <p:cNvPr id="633" name="Google Shape;633;g39ab14d6dc7_0_366"/>
          <p:cNvSpPr txBox="1"/>
          <p:nvPr/>
        </p:nvSpPr>
        <p:spPr>
          <a:xfrm>
            <a:off x="10819500" y="2548900"/>
            <a:ext cx="68700" cy="2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t/>
            </a:r>
            <a:endParaRPr b="0" i="0" sz="2600" u="none" cap="none" strike="noStrike">
              <a:solidFill>
                <a:schemeClr val="lt1"/>
              </a:solidFill>
              <a:latin typeface="Lato"/>
              <a:ea typeface="Lato"/>
              <a:cs typeface="Lato"/>
              <a:sym typeface="La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g39ab14d6dc7_0_374"/>
          <p:cNvSpPr txBox="1"/>
          <p:nvPr>
            <p:ph type="title"/>
          </p:nvPr>
        </p:nvSpPr>
        <p:spPr>
          <a:xfrm>
            <a:off x="2595000" y="787500"/>
            <a:ext cx="14077800" cy="1828200"/>
          </a:xfrm>
          <a:prstGeom prst="rect">
            <a:avLst/>
          </a:prstGeom>
          <a:noFill/>
          <a:ln>
            <a:noFill/>
          </a:ln>
        </p:spPr>
        <p:txBody>
          <a:bodyPr anchorCtr="0" anchor="t" bIns="182850" lIns="182850" spcFirstLastPara="1" rIns="182850" wrap="square" tIns="182850">
            <a:normAutofit/>
          </a:bodyPr>
          <a:lstStyle/>
          <a:p>
            <a:pPr indent="0" lvl="0" marL="0" rtl="0" algn="l">
              <a:lnSpc>
                <a:spcPct val="100000"/>
              </a:lnSpc>
              <a:spcBef>
                <a:spcPts val="0"/>
              </a:spcBef>
              <a:spcAft>
                <a:spcPts val="0"/>
              </a:spcAft>
              <a:buSzPts val="4800"/>
              <a:buNone/>
            </a:pPr>
            <a:r>
              <a:rPr b="1" lang="en-US"/>
              <a:t>D: Dependency Inversion Principle</a:t>
            </a:r>
            <a:endParaRPr b="1"/>
          </a:p>
          <a:p>
            <a:pPr indent="0" lvl="0" marL="0" rtl="0" algn="l">
              <a:lnSpc>
                <a:spcPct val="100000"/>
              </a:lnSpc>
              <a:spcBef>
                <a:spcPts val="0"/>
              </a:spcBef>
              <a:spcAft>
                <a:spcPts val="0"/>
              </a:spcAft>
              <a:buSzPts val="4800"/>
              <a:buNone/>
            </a:pPr>
            <a:r>
              <a:rPr lang="en-US" sz="4188"/>
              <a:t>INVERSIÓN DE DEPENDENCIAS</a:t>
            </a:r>
            <a:endParaRPr sz="4188"/>
          </a:p>
        </p:txBody>
      </p:sp>
      <p:sp>
        <p:nvSpPr>
          <p:cNvPr id="639" name="Google Shape;639;g39ab14d6dc7_0_374"/>
          <p:cNvSpPr txBox="1"/>
          <p:nvPr>
            <p:ph idx="1" type="body"/>
          </p:nvPr>
        </p:nvSpPr>
        <p:spPr>
          <a:xfrm>
            <a:off x="1400500" y="3155575"/>
            <a:ext cx="8851500" cy="5822400"/>
          </a:xfrm>
          <a:prstGeom prst="rect">
            <a:avLst/>
          </a:prstGeom>
          <a:noFill/>
          <a:ln>
            <a:noFill/>
          </a:ln>
        </p:spPr>
        <p:txBody>
          <a:bodyPr anchorCtr="0" anchor="t" bIns="182850" lIns="182850" spcFirstLastPara="1" rIns="182850" wrap="square" tIns="182850">
            <a:normAutofit lnSpcReduction="20000"/>
          </a:bodyPr>
          <a:lstStyle/>
          <a:p>
            <a:pPr indent="0" lvl="0" marL="0" rtl="0" algn="l">
              <a:lnSpc>
                <a:spcPct val="115000"/>
              </a:lnSpc>
              <a:spcBef>
                <a:spcPts val="0"/>
              </a:spcBef>
              <a:spcAft>
                <a:spcPts val="0"/>
              </a:spcAft>
              <a:buSzPts val="2600"/>
              <a:buNone/>
            </a:pPr>
            <a:r>
              <a:rPr lang="en-US"/>
              <a:t>"Los módulos de alto nivel no deben depender de módulos de bajo nivel. Ambos deben depender de abstracciones"</a:t>
            </a:r>
            <a:endParaRPr/>
          </a:p>
          <a:p>
            <a:pPr indent="-393700" lvl="0" marL="457200" rtl="0" algn="l">
              <a:lnSpc>
                <a:spcPct val="115000"/>
              </a:lnSpc>
              <a:spcBef>
                <a:spcPts val="2400"/>
              </a:spcBef>
              <a:spcAft>
                <a:spcPts val="0"/>
              </a:spcAft>
              <a:buSzPts val="2600"/>
              <a:buChar char="●"/>
            </a:pPr>
            <a:r>
              <a:rPr b="1" lang="en-US"/>
              <a:t>Módulos de alto nivel: </a:t>
            </a:r>
            <a:r>
              <a:rPr lang="en-US"/>
              <a:t>Lógica compleja del negocio</a:t>
            </a:r>
            <a:endParaRPr/>
          </a:p>
          <a:p>
            <a:pPr indent="-393700" lvl="0" marL="457200" rtl="0" algn="l">
              <a:lnSpc>
                <a:spcPct val="115000"/>
              </a:lnSpc>
              <a:spcBef>
                <a:spcPts val="0"/>
              </a:spcBef>
              <a:spcAft>
                <a:spcPts val="0"/>
              </a:spcAft>
              <a:buSzPts val="2600"/>
              <a:buChar char="●"/>
            </a:pPr>
            <a:r>
              <a:rPr b="1" lang="en-US"/>
              <a:t>Módulos de bajo nivel:</a:t>
            </a:r>
            <a:r>
              <a:rPr lang="en-US"/>
              <a:t> Utilidades, detalles de implementación (DB, API, archivos)</a:t>
            </a:r>
            <a:endParaRPr/>
          </a:p>
          <a:p>
            <a:pPr indent="-393700" lvl="0" marL="457200" rtl="0" algn="l">
              <a:lnSpc>
                <a:spcPct val="115000"/>
              </a:lnSpc>
              <a:spcBef>
                <a:spcPts val="0"/>
              </a:spcBef>
              <a:spcAft>
                <a:spcPts val="0"/>
              </a:spcAft>
              <a:buSzPts val="2600"/>
              <a:buChar char="●"/>
            </a:pPr>
            <a:r>
              <a:rPr b="1" lang="en-US"/>
              <a:t>Abstracción:</a:t>
            </a:r>
            <a:r>
              <a:rPr lang="en-US"/>
              <a:t> Interfaz o clase abstracta</a:t>
            </a:r>
            <a:endParaRPr/>
          </a:p>
          <a:p>
            <a:pPr indent="0" lvl="0" marL="0" rtl="0" algn="l">
              <a:lnSpc>
                <a:spcPct val="115000"/>
              </a:lnSpc>
              <a:spcBef>
                <a:spcPts val="2400"/>
              </a:spcBef>
              <a:spcAft>
                <a:spcPts val="0"/>
              </a:spcAft>
              <a:buSzPts val="2600"/>
              <a:buNone/>
            </a:pPr>
            <a:r>
              <a:rPr lang="en-US"/>
              <a:t>¿Por qué es importante?</a:t>
            </a:r>
            <a:endParaRPr/>
          </a:p>
          <a:p>
            <a:pPr indent="-393700" lvl="0" marL="457200" rtl="0" algn="l">
              <a:lnSpc>
                <a:spcPct val="115000"/>
              </a:lnSpc>
              <a:spcBef>
                <a:spcPts val="2400"/>
              </a:spcBef>
              <a:spcAft>
                <a:spcPts val="0"/>
              </a:spcAft>
              <a:buSzPts val="2600"/>
              <a:buChar char="●"/>
            </a:pPr>
            <a:r>
              <a:rPr lang="en-US"/>
              <a:t>Facilita cambiar la implementación sin afectar la lógica del negocio</a:t>
            </a:r>
            <a:endParaRPr/>
          </a:p>
          <a:p>
            <a:pPr indent="-393700" lvl="0" marL="457200" rtl="0" algn="l">
              <a:lnSpc>
                <a:spcPct val="115000"/>
              </a:lnSpc>
              <a:spcBef>
                <a:spcPts val="0"/>
              </a:spcBef>
              <a:spcAft>
                <a:spcPts val="0"/>
              </a:spcAft>
              <a:buSzPts val="2600"/>
              <a:buChar char="●"/>
            </a:pPr>
            <a:r>
              <a:rPr lang="en-US"/>
              <a:t>Permite testear con mocks fácilmente</a:t>
            </a:r>
            <a:endParaRPr/>
          </a:p>
          <a:p>
            <a:pPr indent="-393700" lvl="0" marL="457200" rtl="0" algn="l">
              <a:lnSpc>
                <a:spcPct val="115000"/>
              </a:lnSpc>
              <a:spcBef>
                <a:spcPts val="0"/>
              </a:spcBef>
              <a:spcAft>
                <a:spcPts val="0"/>
              </a:spcAft>
              <a:buSzPts val="2600"/>
              <a:buChar char="●"/>
            </a:pPr>
            <a:r>
              <a:rPr lang="en-US"/>
              <a:t>Reduce el acoplamiento entre componentes</a:t>
            </a:r>
            <a:endParaRPr/>
          </a:p>
        </p:txBody>
      </p:sp>
      <p:pic>
        <p:nvPicPr>
          <p:cNvPr id="640" name="Google Shape;640;g39ab14d6dc7_0_374"/>
          <p:cNvPicPr preferRelativeResize="0"/>
          <p:nvPr/>
        </p:nvPicPr>
        <p:blipFill rotWithShape="1">
          <a:blip r:embed="rId3">
            <a:alphaModFix/>
          </a:blip>
          <a:srcRect b="0" l="0" r="0" t="0"/>
          <a:stretch/>
        </p:blipFill>
        <p:spPr>
          <a:xfrm>
            <a:off x="11021775" y="3615700"/>
            <a:ext cx="6368151" cy="474685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g39ab14d6dc7_0_380"/>
          <p:cNvSpPr txBox="1"/>
          <p:nvPr>
            <p:ph type="title"/>
          </p:nvPr>
        </p:nvSpPr>
        <p:spPr>
          <a:xfrm>
            <a:off x="2595000" y="787500"/>
            <a:ext cx="14077800" cy="1828200"/>
          </a:xfrm>
          <a:prstGeom prst="rect">
            <a:avLst/>
          </a:prstGeom>
          <a:noFill/>
          <a:ln>
            <a:noFill/>
          </a:ln>
        </p:spPr>
        <p:txBody>
          <a:bodyPr anchorCtr="0" anchor="t" bIns="182850" lIns="182850" spcFirstLastPara="1" rIns="182850" wrap="square" tIns="182850">
            <a:normAutofit/>
          </a:bodyPr>
          <a:lstStyle/>
          <a:p>
            <a:pPr indent="0" lvl="0" marL="0" rtl="0" algn="l">
              <a:lnSpc>
                <a:spcPct val="100000"/>
              </a:lnSpc>
              <a:spcBef>
                <a:spcPts val="0"/>
              </a:spcBef>
              <a:spcAft>
                <a:spcPts val="0"/>
              </a:spcAft>
              <a:buSzPts val="4800"/>
              <a:buNone/>
            </a:pPr>
            <a:r>
              <a:rPr b="1" lang="en-US"/>
              <a:t>D: Dependency Inversion Principle</a:t>
            </a:r>
            <a:endParaRPr b="1"/>
          </a:p>
          <a:p>
            <a:pPr indent="0" lvl="0" marL="0" rtl="0" algn="l">
              <a:lnSpc>
                <a:spcPct val="100000"/>
              </a:lnSpc>
              <a:spcBef>
                <a:spcPts val="0"/>
              </a:spcBef>
              <a:spcAft>
                <a:spcPts val="0"/>
              </a:spcAft>
              <a:buSzPts val="4800"/>
              <a:buNone/>
            </a:pPr>
            <a:r>
              <a:rPr lang="en-US" sz="4188"/>
              <a:t>INVERSIÓN DE DEPENDENCIAS</a:t>
            </a:r>
            <a:endParaRPr sz="4188"/>
          </a:p>
        </p:txBody>
      </p:sp>
      <p:sp>
        <p:nvSpPr>
          <p:cNvPr id="646" name="Google Shape;646;g39ab14d6dc7_0_380"/>
          <p:cNvSpPr txBox="1"/>
          <p:nvPr>
            <p:ph idx="1" type="body"/>
          </p:nvPr>
        </p:nvSpPr>
        <p:spPr>
          <a:xfrm>
            <a:off x="1813025" y="3615700"/>
            <a:ext cx="8439000" cy="5202000"/>
          </a:xfrm>
          <a:prstGeom prst="rect">
            <a:avLst/>
          </a:prstGeom>
          <a:noFill/>
          <a:ln>
            <a:noFill/>
          </a:ln>
        </p:spPr>
        <p:txBody>
          <a:bodyPr anchorCtr="0" anchor="t" bIns="182850" lIns="182850" spcFirstLastPara="1" rIns="182850" wrap="square" tIns="182850">
            <a:normAutofit/>
          </a:bodyPr>
          <a:lstStyle/>
          <a:p>
            <a:pPr indent="0" lvl="0" marL="0" rtl="0" algn="l">
              <a:lnSpc>
                <a:spcPct val="115000"/>
              </a:lnSpc>
              <a:spcBef>
                <a:spcPts val="0"/>
              </a:spcBef>
              <a:spcAft>
                <a:spcPts val="0"/>
              </a:spcAft>
              <a:buSzPts val="2600"/>
              <a:buNone/>
            </a:pPr>
            <a:r>
              <a:rPr lang="en-US"/>
              <a:t>La definición de este principio según Robert C. Martin consta de dos partes: </a:t>
            </a:r>
            <a:endParaRPr/>
          </a:p>
          <a:p>
            <a:pPr indent="-393700" lvl="0" marL="457200" rtl="0" algn="l">
              <a:lnSpc>
                <a:spcPct val="115000"/>
              </a:lnSpc>
              <a:spcBef>
                <a:spcPts val="2400"/>
              </a:spcBef>
              <a:spcAft>
                <a:spcPts val="0"/>
              </a:spcAft>
              <a:buSzPts val="2600"/>
              <a:buChar char="●"/>
            </a:pPr>
            <a:r>
              <a:rPr lang="en-US"/>
              <a:t>Los módulos de alto nivel no deben depender de módulos de bajo nivel. Ambos deberían depender de abstracciones. </a:t>
            </a:r>
            <a:endParaRPr/>
          </a:p>
          <a:p>
            <a:pPr indent="-393700" lvl="0" marL="457200" rtl="0" algn="l">
              <a:lnSpc>
                <a:spcPct val="115000"/>
              </a:lnSpc>
              <a:spcBef>
                <a:spcPts val="0"/>
              </a:spcBef>
              <a:spcAft>
                <a:spcPts val="0"/>
              </a:spcAft>
              <a:buSzPts val="2600"/>
              <a:buChar char="●"/>
            </a:pPr>
            <a:r>
              <a:rPr lang="en-US"/>
              <a:t>Las abstracciones no deben depender de los detalles. Los detalles deben depender de las abstracciones.</a:t>
            </a:r>
            <a:endParaRPr/>
          </a:p>
        </p:txBody>
      </p:sp>
      <p:pic>
        <p:nvPicPr>
          <p:cNvPr id="647" name="Google Shape;647;g39ab14d6dc7_0_380"/>
          <p:cNvPicPr preferRelativeResize="0"/>
          <p:nvPr/>
        </p:nvPicPr>
        <p:blipFill rotWithShape="1">
          <a:blip r:embed="rId3">
            <a:alphaModFix/>
          </a:blip>
          <a:srcRect b="0" l="0" r="0" t="0"/>
          <a:stretch/>
        </p:blipFill>
        <p:spPr>
          <a:xfrm>
            <a:off x="11021775" y="3615700"/>
            <a:ext cx="6368151" cy="474685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g39ab14d6dc7_0_386"/>
          <p:cNvSpPr txBox="1"/>
          <p:nvPr>
            <p:ph type="title"/>
          </p:nvPr>
        </p:nvSpPr>
        <p:spPr>
          <a:xfrm>
            <a:off x="2628500" y="1139325"/>
            <a:ext cx="14077800" cy="1828200"/>
          </a:xfrm>
          <a:prstGeom prst="rect">
            <a:avLst/>
          </a:prstGeom>
          <a:noFill/>
          <a:ln>
            <a:noFill/>
          </a:ln>
        </p:spPr>
        <p:txBody>
          <a:bodyPr anchorCtr="0" anchor="t" bIns="182850" lIns="182850" spcFirstLastPara="1" rIns="182850" wrap="square" tIns="182850">
            <a:normAutofit/>
          </a:bodyPr>
          <a:lstStyle/>
          <a:p>
            <a:pPr indent="0" lvl="0" marL="0" rtl="0" algn="l">
              <a:lnSpc>
                <a:spcPct val="100000"/>
              </a:lnSpc>
              <a:spcBef>
                <a:spcPts val="0"/>
              </a:spcBef>
              <a:spcAft>
                <a:spcPts val="0"/>
              </a:spcAft>
              <a:buSzPts val="4800"/>
              <a:buNone/>
            </a:pPr>
            <a:r>
              <a:rPr b="1" lang="en-US"/>
              <a:t>RESUMEN</a:t>
            </a:r>
            <a:r>
              <a:rPr lang="en-US"/>
              <a:t> — LOS 5 PRINCIPIOS</a:t>
            </a:r>
            <a:endParaRPr/>
          </a:p>
        </p:txBody>
      </p:sp>
      <p:graphicFrame>
        <p:nvGraphicFramePr>
          <p:cNvPr id="653" name="Google Shape;653;g39ab14d6dc7_0_386"/>
          <p:cNvGraphicFramePr/>
          <p:nvPr/>
        </p:nvGraphicFramePr>
        <p:xfrm>
          <a:off x="3383963" y="3586275"/>
          <a:ext cx="3000000" cy="3000000"/>
        </p:xfrm>
        <a:graphic>
          <a:graphicData uri="http://schemas.openxmlformats.org/drawingml/2006/table">
            <a:tbl>
              <a:tblPr>
                <a:noFill/>
                <a:tableStyleId>{AF2CB586-B8D2-43CD-9AF4-E92083DB88B7}</a:tableStyleId>
              </a:tblPr>
              <a:tblGrid>
                <a:gridCol w="1179975"/>
                <a:gridCol w="2351875"/>
                <a:gridCol w="8113575"/>
              </a:tblGrid>
              <a:tr h="381000">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chemeClr val="lt1"/>
                          </a:solidFill>
                        </a:rPr>
                        <a:t>Letra</a:t>
                      </a:r>
                      <a:endParaRPr b="1" sz="2400" u="none" cap="none" strike="noStrike">
                        <a:solidFill>
                          <a:schemeClr val="lt1"/>
                        </a:solidFil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chemeClr val="lt1"/>
                          </a:solidFill>
                        </a:rPr>
                        <a:t>Principio</a:t>
                      </a:r>
                      <a:endParaRPr b="1" sz="2400" u="none" cap="none" strike="noStrike">
                        <a:solidFill>
                          <a:schemeClr val="lt1"/>
                        </a:solidFil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chemeClr val="lt1"/>
                          </a:solidFill>
                        </a:rPr>
                        <a:t>Pregunta Clave</a:t>
                      </a:r>
                      <a:endParaRPr b="1" sz="2400" u="none" cap="none" strike="noStrike">
                        <a:solidFill>
                          <a:schemeClr val="lt1"/>
                        </a:solidFill>
                      </a:endParaRPr>
                    </a:p>
                  </a:txBody>
                  <a:tcPr marT="91425" marB="91425" marR="91425" marL="91425"/>
                </a:tc>
              </a:tr>
              <a:tr h="822950">
                <a:tc>
                  <a:txBody>
                    <a:bodyPr/>
                    <a:lstStyle/>
                    <a:p>
                      <a:pPr indent="0" lvl="0" marL="0" marR="0" rtl="0" algn="ctr">
                        <a:lnSpc>
                          <a:spcPct val="100000"/>
                        </a:lnSpc>
                        <a:spcBef>
                          <a:spcPts val="0"/>
                        </a:spcBef>
                        <a:spcAft>
                          <a:spcPts val="0"/>
                        </a:spcAft>
                        <a:buClr>
                          <a:srgbClr val="000000"/>
                        </a:buClr>
                        <a:buSzPts val="2100"/>
                        <a:buFont typeface="Arial"/>
                        <a:buNone/>
                      </a:pPr>
                      <a:r>
                        <a:rPr lang="en-US" sz="2100" u="none" cap="none" strike="noStrike">
                          <a:solidFill>
                            <a:schemeClr val="lt1"/>
                          </a:solidFill>
                        </a:rPr>
                        <a:t>S</a:t>
                      </a:r>
                      <a:endParaRPr sz="2100" u="none" cap="none" strike="noStrike">
                        <a:solidFill>
                          <a:schemeClr val="lt1"/>
                        </a:solidFil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100"/>
                        <a:buFont typeface="Arial"/>
                        <a:buNone/>
                      </a:pPr>
                      <a:r>
                        <a:rPr lang="en-US" sz="2100" u="none" cap="none" strike="noStrike">
                          <a:solidFill>
                            <a:schemeClr val="lt1"/>
                          </a:solidFill>
                        </a:rPr>
                        <a:t>Single Responsibility</a:t>
                      </a:r>
                      <a:endParaRPr sz="2100" u="none" cap="none" strike="noStrike">
                        <a:solidFill>
                          <a:schemeClr val="lt1"/>
                        </a:solidFil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100"/>
                        <a:buFont typeface="Arial"/>
                        <a:buNone/>
                      </a:pPr>
                      <a:r>
                        <a:rPr lang="en-US" sz="2100" u="none" cap="none" strike="noStrike">
                          <a:solidFill>
                            <a:schemeClr val="lt1"/>
                          </a:solidFill>
                        </a:rPr>
                        <a:t>¿Esta clase tiene una sola razón para cambiar?</a:t>
                      </a:r>
                      <a:endParaRPr sz="2100" u="none" cap="none" strike="noStrike">
                        <a:solidFill>
                          <a:schemeClr val="lt1"/>
                        </a:solidFill>
                      </a:endParaRPr>
                    </a:p>
                  </a:txBody>
                  <a:tcPr marT="91425" marB="91425" marR="91425" marL="91425"/>
                </a:tc>
              </a:tr>
              <a:tr h="822950">
                <a:tc>
                  <a:txBody>
                    <a:bodyPr/>
                    <a:lstStyle/>
                    <a:p>
                      <a:pPr indent="0" lvl="0" marL="0" marR="0" rtl="0" algn="ctr">
                        <a:lnSpc>
                          <a:spcPct val="100000"/>
                        </a:lnSpc>
                        <a:spcBef>
                          <a:spcPts val="0"/>
                        </a:spcBef>
                        <a:spcAft>
                          <a:spcPts val="0"/>
                        </a:spcAft>
                        <a:buClr>
                          <a:srgbClr val="000000"/>
                        </a:buClr>
                        <a:buSzPts val="2100"/>
                        <a:buFont typeface="Arial"/>
                        <a:buNone/>
                      </a:pPr>
                      <a:r>
                        <a:rPr lang="en-US" sz="2100" u="none" cap="none" strike="noStrike">
                          <a:solidFill>
                            <a:schemeClr val="lt1"/>
                          </a:solidFill>
                        </a:rPr>
                        <a:t>O</a:t>
                      </a:r>
                      <a:endParaRPr sz="2100" u="none" cap="none" strike="noStrike">
                        <a:solidFill>
                          <a:schemeClr val="lt1"/>
                        </a:solidFil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100"/>
                        <a:buFont typeface="Arial"/>
                        <a:buNone/>
                      </a:pPr>
                      <a:r>
                        <a:rPr lang="en-US" sz="2100" u="none" cap="none" strike="noStrike">
                          <a:solidFill>
                            <a:schemeClr val="lt1"/>
                          </a:solidFill>
                        </a:rPr>
                        <a:t>Open / Closed</a:t>
                      </a:r>
                      <a:endParaRPr sz="2100" u="none" cap="none" strike="noStrike">
                        <a:solidFill>
                          <a:schemeClr val="lt1"/>
                        </a:solidFil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100"/>
                        <a:buFont typeface="Arial"/>
                        <a:buNone/>
                      </a:pPr>
                      <a:r>
                        <a:rPr lang="en-US" sz="2100" u="none" cap="none" strike="noStrike">
                          <a:solidFill>
                            <a:schemeClr val="lt1"/>
                          </a:solidFill>
                        </a:rPr>
                        <a:t>¿Puedo agregar comportamiento sin modificar código existente?</a:t>
                      </a:r>
                      <a:endParaRPr sz="2100" u="none" cap="none" strike="noStrike">
                        <a:solidFill>
                          <a:schemeClr val="lt1"/>
                        </a:solidFill>
                      </a:endParaRPr>
                    </a:p>
                  </a:txBody>
                  <a:tcPr marT="91425" marB="91425" marR="91425" marL="91425"/>
                </a:tc>
              </a:tr>
              <a:tr h="822950">
                <a:tc>
                  <a:txBody>
                    <a:bodyPr/>
                    <a:lstStyle/>
                    <a:p>
                      <a:pPr indent="0" lvl="0" marL="0" marR="0" rtl="0" algn="ctr">
                        <a:lnSpc>
                          <a:spcPct val="100000"/>
                        </a:lnSpc>
                        <a:spcBef>
                          <a:spcPts val="0"/>
                        </a:spcBef>
                        <a:spcAft>
                          <a:spcPts val="0"/>
                        </a:spcAft>
                        <a:buClr>
                          <a:srgbClr val="000000"/>
                        </a:buClr>
                        <a:buSzPts val="2100"/>
                        <a:buFont typeface="Arial"/>
                        <a:buNone/>
                      </a:pPr>
                      <a:r>
                        <a:rPr lang="en-US" sz="2100" u="none" cap="none" strike="noStrike">
                          <a:solidFill>
                            <a:schemeClr val="lt1"/>
                          </a:solidFill>
                        </a:rPr>
                        <a:t>L</a:t>
                      </a:r>
                      <a:endParaRPr sz="2100" u="none" cap="none" strike="noStrike">
                        <a:solidFill>
                          <a:schemeClr val="lt1"/>
                        </a:solidFil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100"/>
                        <a:buFont typeface="Arial"/>
                        <a:buNone/>
                      </a:pPr>
                      <a:r>
                        <a:rPr lang="en-US" sz="2100" u="none" cap="none" strike="noStrike">
                          <a:solidFill>
                            <a:schemeClr val="lt1"/>
                          </a:solidFill>
                        </a:rPr>
                        <a:t>Liskov Substitution</a:t>
                      </a:r>
                      <a:endParaRPr sz="2100" u="none" cap="none" strike="noStrike">
                        <a:solidFill>
                          <a:schemeClr val="lt1"/>
                        </a:solidFil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100"/>
                        <a:buFont typeface="Arial"/>
                        <a:buNone/>
                      </a:pPr>
                      <a:r>
                        <a:rPr lang="en-US" sz="2100" u="none" cap="none" strike="noStrike">
                          <a:solidFill>
                            <a:schemeClr val="lt1"/>
                          </a:solidFill>
                        </a:rPr>
                        <a:t>¿Cualquier subclase puede reemplazar a su clase base sin problemas?</a:t>
                      </a:r>
                      <a:endParaRPr sz="2100" u="none" cap="none" strike="noStrike">
                        <a:solidFill>
                          <a:schemeClr val="lt1"/>
                        </a:solidFill>
                      </a:endParaRPr>
                    </a:p>
                  </a:txBody>
                  <a:tcPr marT="91425" marB="91425" marR="91425" marL="91425"/>
                </a:tc>
              </a:tr>
              <a:tr h="822950">
                <a:tc>
                  <a:txBody>
                    <a:bodyPr/>
                    <a:lstStyle/>
                    <a:p>
                      <a:pPr indent="0" lvl="0" marL="0" marR="0" rtl="0" algn="ctr">
                        <a:lnSpc>
                          <a:spcPct val="100000"/>
                        </a:lnSpc>
                        <a:spcBef>
                          <a:spcPts val="0"/>
                        </a:spcBef>
                        <a:spcAft>
                          <a:spcPts val="0"/>
                        </a:spcAft>
                        <a:buClr>
                          <a:srgbClr val="000000"/>
                        </a:buClr>
                        <a:buSzPts val="2100"/>
                        <a:buFont typeface="Arial"/>
                        <a:buNone/>
                      </a:pPr>
                      <a:r>
                        <a:rPr lang="en-US" sz="2100" u="none" cap="none" strike="noStrike">
                          <a:solidFill>
                            <a:schemeClr val="lt1"/>
                          </a:solidFill>
                        </a:rPr>
                        <a:t>I</a:t>
                      </a:r>
                      <a:endParaRPr sz="2100" u="none" cap="none" strike="noStrike">
                        <a:solidFill>
                          <a:schemeClr val="lt1"/>
                        </a:solidFil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100"/>
                        <a:buFont typeface="Arial"/>
                        <a:buNone/>
                      </a:pPr>
                      <a:r>
                        <a:rPr lang="en-US" sz="2100" u="none" cap="none" strike="noStrike">
                          <a:solidFill>
                            <a:schemeClr val="lt1"/>
                          </a:solidFill>
                        </a:rPr>
                        <a:t>Interface Segregation</a:t>
                      </a:r>
                      <a:endParaRPr sz="2100" u="none" cap="none" strike="noStrike">
                        <a:solidFill>
                          <a:schemeClr val="lt1"/>
                        </a:solidFil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100"/>
                        <a:buFont typeface="Arial"/>
                        <a:buNone/>
                      </a:pPr>
                      <a:r>
                        <a:rPr lang="en-US" sz="2100" u="none" cap="none" strike="noStrike">
                          <a:solidFill>
                            <a:schemeClr val="lt1"/>
                          </a:solidFill>
                        </a:rPr>
                        <a:t>¿Las interfaces son específicas y no tienen métodos innecesarios?</a:t>
                      </a:r>
                      <a:endParaRPr sz="2100" u="none" cap="none" strike="noStrike">
                        <a:solidFill>
                          <a:schemeClr val="lt1"/>
                        </a:solidFill>
                      </a:endParaRPr>
                    </a:p>
                  </a:txBody>
                  <a:tcPr marT="91425" marB="91425" marR="91425" marL="91425"/>
                </a:tc>
              </a:tr>
              <a:tr h="822950">
                <a:tc>
                  <a:txBody>
                    <a:bodyPr/>
                    <a:lstStyle/>
                    <a:p>
                      <a:pPr indent="0" lvl="0" marL="0" marR="0" rtl="0" algn="ctr">
                        <a:lnSpc>
                          <a:spcPct val="100000"/>
                        </a:lnSpc>
                        <a:spcBef>
                          <a:spcPts val="0"/>
                        </a:spcBef>
                        <a:spcAft>
                          <a:spcPts val="0"/>
                        </a:spcAft>
                        <a:buClr>
                          <a:srgbClr val="000000"/>
                        </a:buClr>
                        <a:buSzPts val="2100"/>
                        <a:buFont typeface="Arial"/>
                        <a:buNone/>
                      </a:pPr>
                      <a:r>
                        <a:rPr lang="en-US" sz="2100" u="none" cap="none" strike="noStrike">
                          <a:solidFill>
                            <a:schemeClr val="lt1"/>
                          </a:solidFill>
                        </a:rPr>
                        <a:t>D</a:t>
                      </a:r>
                      <a:endParaRPr sz="2100" u="none" cap="none" strike="noStrike">
                        <a:solidFill>
                          <a:schemeClr val="lt1"/>
                        </a:solidFil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100"/>
                        <a:buFont typeface="Arial"/>
                        <a:buNone/>
                      </a:pPr>
                      <a:r>
                        <a:rPr lang="en-US" sz="2100" u="none" cap="none" strike="noStrike">
                          <a:solidFill>
                            <a:schemeClr val="lt1"/>
                          </a:solidFill>
                        </a:rPr>
                        <a:t>Dependency Inversion</a:t>
                      </a:r>
                      <a:endParaRPr sz="2100" u="none" cap="none" strike="noStrike">
                        <a:solidFill>
                          <a:schemeClr val="lt1"/>
                        </a:solidFil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100"/>
                        <a:buFont typeface="Arial"/>
                        <a:buNone/>
                      </a:pPr>
                      <a:r>
                        <a:rPr lang="en-US" sz="2100" u="none" cap="none" strike="noStrike">
                          <a:solidFill>
                            <a:schemeClr val="lt1"/>
                          </a:solidFill>
                        </a:rPr>
                        <a:t>¿Las clases reciben sus dependencias desde afuera (inyección)?</a:t>
                      </a:r>
                      <a:endParaRPr sz="2100" u="none" cap="none" strike="noStrike">
                        <a:solidFill>
                          <a:schemeClr val="lt1"/>
                        </a:solidFill>
                      </a:endParaRPr>
                    </a:p>
                  </a:txBody>
                  <a:tcPr marT="91425" marB="91425" marR="91425" marL="91425"/>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9ab14d6dc7_0_391"/>
          <p:cNvSpPr txBox="1"/>
          <p:nvPr>
            <p:ph type="title"/>
          </p:nvPr>
        </p:nvSpPr>
        <p:spPr>
          <a:xfrm>
            <a:off x="3910702" y="2072090"/>
            <a:ext cx="10604100" cy="1828200"/>
          </a:xfrm>
          <a:prstGeom prst="rect">
            <a:avLst/>
          </a:prstGeom>
          <a:noFill/>
          <a:ln>
            <a:noFill/>
          </a:ln>
        </p:spPr>
        <p:txBody>
          <a:bodyPr anchorCtr="0" anchor="t" bIns="182850" lIns="182850" spcFirstLastPara="1" rIns="182850" wrap="square" tIns="182850">
            <a:normAutofit/>
          </a:bodyPr>
          <a:lstStyle/>
          <a:p>
            <a:pPr indent="0" lvl="0" marL="0" rtl="0" algn="l">
              <a:lnSpc>
                <a:spcPct val="100000"/>
              </a:lnSpc>
              <a:spcBef>
                <a:spcPts val="0"/>
              </a:spcBef>
              <a:spcAft>
                <a:spcPts val="0"/>
              </a:spcAft>
              <a:buSzPts val="4800"/>
              <a:buNone/>
            </a:pPr>
            <a:r>
              <a:rPr b="1" lang="en-US"/>
              <a:t>¿Cuándo aplicar SOLID?</a:t>
            </a:r>
            <a:endParaRPr b="1"/>
          </a:p>
        </p:txBody>
      </p:sp>
      <p:sp>
        <p:nvSpPr>
          <p:cNvPr id="659" name="Google Shape;659;g39ab14d6dc7_0_391"/>
          <p:cNvSpPr txBox="1"/>
          <p:nvPr/>
        </p:nvSpPr>
        <p:spPr>
          <a:xfrm>
            <a:off x="2173852" y="4276940"/>
            <a:ext cx="6766500" cy="322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Lato"/>
                <a:ea typeface="Lato"/>
                <a:cs typeface="Lato"/>
                <a:sym typeface="Lato"/>
              </a:rPr>
              <a:t>SÍ aplicar:</a:t>
            </a:r>
            <a:endParaRPr b="1" i="0" sz="2800" u="none" cap="none" strike="noStrike">
              <a:solidFill>
                <a:schemeClr val="lt1"/>
              </a:solidFill>
              <a:latin typeface="Lato"/>
              <a:ea typeface="Lato"/>
              <a:cs typeface="Lato"/>
              <a:sym typeface="Lato"/>
            </a:endParaRPr>
          </a:p>
          <a:p>
            <a:pPr indent="-406400" lvl="0" marL="457200" marR="0" rtl="0" algn="l">
              <a:lnSpc>
                <a:spcPct val="100000"/>
              </a:lnSpc>
              <a:spcBef>
                <a:spcPts val="0"/>
              </a:spcBef>
              <a:spcAft>
                <a:spcPts val="0"/>
              </a:spcAft>
              <a:buClr>
                <a:schemeClr val="lt1"/>
              </a:buClr>
              <a:buSzPts val="2800"/>
              <a:buFont typeface="Lato"/>
              <a:buChar char="●"/>
            </a:pPr>
            <a:r>
              <a:rPr b="0" i="0" lang="en-US" sz="2800" u="none" cap="none" strike="noStrike">
                <a:solidFill>
                  <a:schemeClr val="lt1"/>
                </a:solidFill>
                <a:latin typeface="Lato"/>
                <a:ea typeface="Lato"/>
                <a:cs typeface="Lato"/>
                <a:sym typeface="Lato"/>
              </a:rPr>
              <a:t>Proyectos grandes o que crecerán</a:t>
            </a:r>
            <a:endParaRPr b="0" i="0" sz="2800" u="none" cap="none" strike="noStrike">
              <a:solidFill>
                <a:schemeClr val="lt1"/>
              </a:solidFill>
              <a:latin typeface="Lato"/>
              <a:ea typeface="Lato"/>
              <a:cs typeface="Lato"/>
              <a:sym typeface="Lato"/>
            </a:endParaRPr>
          </a:p>
          <a:p>
            <a:pPr indent="-406400" lvl="0" marL="457200" marR="0" rtl="0" algn="l">
              <a:lnSpc>
                <a:spcPct val="100000"/>
              </a:lnSpc>
              <a:spcBef>
                <a:spcPts val="0"/>
              </a:spcBef>
              <a:spcAft>
                <a:spcPts val="0"/>
              </a:spcAft>
              <a:buClr>
                <a:schemeClr val="lt1"/>
              </a:buClr>
              <a:buSzPts val="2800"/>
              <a:buFont typeface="Lato"/>
              <a:buChar char="●"/>
            </a:pPr>
            <a:r>
              <a:rPr b="0" i="0" lang="en-US" sz="2800" u="none" cap="none" strike="noStrike">
                <a:solidFill>
                  <a:schemeClr val="lt1"/>
                </a:solidFill>
                <a:latin typeface="Lato"/>
                <a:ea typeface="Lato"/>
                <a:cs typeface="Lato"/>
                <a:sym typeface="Lato"/>
              </a:rPr>
              <a:t>Código que se mantendrá por años</a:t>
            </a:r>
            <a:endParaRPr b="0" i="0" sz="2800" u="none" cap="none" strike="noStrike">
              <a:solidFill>
                <a:schemeClr val="lt1"/>
              </a:solidFill>
              <a:latin typeface="Lato"/>
              <a:ea typeface="Lato"/>
              <a:cs typeface="Lato"/>
              <a:sym typeface="Lato"/>
            </a:endParaRPr>
          </a:p>
          <a:p>
            <a:pPr indent="-406400" lvl="0" marL="457200" marR="0" rtl="0" algn="l">
              <a:lnSpc>
                <a:spcPct val="100000"/>
              </a:lnSpc>
              <a:spcBef>
                <a:spcPts val="0"/>
              </a:spcBef>
              <a:spcAft>
                <a:spcPts val="0"/>
              </a:spcAft>
              <a:buClr>
                <a:schemeClr val="lt1"/>
              </a:buClr>
              <a:buSzPts val="2800"/>
              <a:buFont typeface="Lato"/>
              <a:buChar char="●"/>
            </a:pPr>
            <a:r>
              <a:rPr b="0" i="0" lang="en-US" sz="2800" u="none" cap="none" strike="noStrike">
                <a:solidFill>
                  <a:schemeClr val="lt1"/>
                </a:solidFill>
                <a:latin typeface="Lato"/>
                <a:ea typeface="Lato"/>
                <a:cs typeface="Lato"/>
                <a:sym typeface="Lato"/>
              </a:rPr>
              <a:t>Equipos de varios desarrolladores</a:t>
            </a:r>
            <a:endParaRPr b="0" i="0" sz="2800" u="none" cap="none" strike="noStrike">
              <a:solidFill>
                <a:schemeClr val="lt1"/>
              </a:solidFill>
              <a:latin typeface="Lato"/>
              <a:ea typeface="Lato"/>
              <a:cs typeface="Lato"/>
              <a:sym typeface="Lato"/>
            </a:endParaRPr>
          </a:p>
          <a:p>
            <a:pPr indent="-406400" lvl="0" marL="457200" marR="0" rtl="0" algn="l">
              <a:lnSpc>
                <a:spcPct val="100000"/>
              </a:lnSpc>
              <a:spcBef>
                <a:spcPts val="0"/>
              </a:spcBef>
              <a:spcAft>
                <a:spcPts val="0"/>
              </a:spcAft>
              <a:buClr>
                <a:schemeClr val="lt1"/>
              </a:buClr>
              <a:buSzPts val="2800"/>
              <a:buFont typeface="Lato"/>
              <a:buChar char="●"/>
            </a:pPr>
            <a:r>
              <a:rPr b="0" i="0" lang="en-US" sz="2800" u="none" cap="none" strike="noStrike">
                <a:solidFill>
                  <a:schemeClr val="lt1"/>
                </a:solidFill>
                <a:latin typeface="Lato"/>
                <a:ea typeface="Lato"/>
                <a:cs typeface="Lato"/>
                <a:sym typeface="Lato"/>
              </a:rPr>
              <a:t>Librerías o frameworks</a:t>
            </a:r>
            <a:endParaRPr b="0" i="0" sz="28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Lato"/>
              <a:ea typeface="Lato"/>
              <a:cs typeface="Lato"/>
              <a:sym typeface="Lato"/>
            </a:endParaRPr>
          </a:p>
        </p:txBody>
      </p:sp>
      <p:sp>
        <p:nvSpPr>
          <p:cNvPr id="660" name="Google Shape;660;g39ab14d6dc7_0_391"/>
          <p:cNvSpPr txBox="1"/>
          <p:nvPr/>
        </p:nvSpPr>
        <p:spPr>
          <a:xfrm>
            <a:off x="9384777" y="4429340"/>
            <a:ext cx="6766500" cy="277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Lato"/>
                <a:ea typeface="Lato"/>
                <a:cs typeface="Lato"/>
                <a:sym typeface="Lato"/>
              </a:rPr>
              <a:t>NO sobre-aplicar:</a:t>
            </a:r>
            <a:endParaRPr b="1" i="0" sz="2800" u="none" cap="none" strike="noStrike">
              <a:solidFill>
                <a:schemeClr val="lt1"/>
              </a:solidFill>
              <a:latin typeface="Lato"/>
              <a:ea typeface="Lato"/>
              <a:cs typeface="Lato"/>
              <a:sym typeface="Lato"/>
            </a:endParaRPr>
          </a:p>
          <a:p>
            <a:pPr indent="-406400" lvl="0" marL="457200" marR="0" rtl="0" algn="l">
              <a:lnSpc>
                <a:spcPct val="100000"/>
              </a:lnSpc>
              <a:spcBef>
                <a:spcPts val="0"/>
              </a:spcBef>
              <a:spcAft>
                <a:spcPts val="0"/>
              </a:spcAft>
              <a:buClr>
                <a:schemeClr val="lt1"/>
              </a:buClr>
              <a:buSzPts val="2800"/>
              <a:buFont typeface="Lato"/>
              <a:buChar char="●"/>
            </a:pPr>
            <a:r>
              <a:rPr b="0" i="0" lang="en-US" sz="2800" u="none" cap="none" strike="noStrike">
                <a:solidFill>
                  <a:schemeClr val="lt1"/>
                </a:solidFill>
                <a:latin typeface="Lato"/>
                <a:ea typeface="Lato"/>
                <a:cs typeface="Lato"/>
                <a:sym typeface="Lato"/>
              </a:rPr>
              <a:t>Scripts pequeños de una sola vez</a:t>
            </a:r>
            <a:endParaRPr b="0" i="0" sz="2800" u="none" cap="none" strike="noStrike">
              <a:solidFill>
                <a:schemeClr val="lt1"/>
              </a:solidFill>
              <a:latin typeface="Lato"/>
              <a:ea typeface="Lato"/>
              <a:cs typeface="Lato"/>
              <a:sym typeface="Lato"/>
            </a:endParaRPr>
          </a:p>
          <a:p>
            <a:pPr indent="-406400" lvl="0" marL="457200" marR="0" rtl="0" algn="l">
              <a:lnSpc>
                <a:spcPct val="100000"/>
              </a:lnSpc>
              <a:spcBef>
                <a:spcPts val="0"/>
              </a:spcBef>
              <a:spcAft>
                <a:spcPts val="0"/>
              </a:spcAft>
              <a:buClr>
                <a:schemeClr val="lt1"/>
              </a:buClr>
              <a:buSzPts val="2800"/>
              <a:buFont typeface="Lato"/>
              <a:buChar char="●"/>
            </a:pPr>
            <a:r>
              <a:rPr b="0" i="0" lang="en-US" sz="2800" u="none" cap="none" strike="noStrike">
                <a:solidFill>
                  <a:schemeClr val="lt1"/>
                </a:solidFill>
                <a:latin typeface="Lato"/>
                <a:ea typeface="Lato"/>
                <a:cs typeface="Lato"/>
                <a:sym typeface="Lato"/>
              </a:rPr>
              <a:t>Prototipos rápidos</a:t>
            </a:r>
            <a:endParaRPr b="0" i="0" sz="2800" u="none" cap="none" strike="noStrike">
              <a:solidFill>
                <a:schemeClr val="lt1"/>
              </a:solidFill>
              <a:latin typeface="Lato"/>
              <a:ea typeface="Lato"/>
              <a:cs typeface="Lato"/>
              <a:sym typeface="Lato"/>
            </a:endParaRPr>
          </a:p>
          <a:p>
            <a:pPr indent="-406400" lvl="0" marL="457200" marR="0" rtl="0" algn="l">
              <a:lnSpc>
                <a:spcPct val="100000"/>
              </a:lnSpc>
              <a:spcBef>
                <a:spcPts val="0"/>
              </a:spcBef>
              <a:spcAft>
                <a:spcPts val="0"/>
              </a:spcAft>
              <a:buClr>
                <a:schemeClr val="lt1"/>
              </a:buClr>
              <a:buSzPts val="2800"/>
              <a:buFont typeface="Lato"/>
              <a:buChar char="●"/>
            </a:pPr>
            <a:r>
              <a:rPr b="0" i="0" lang="en-US" sz="2800" u="none" cap="none" strike="noStrike">
                <a:solidFill>
                  <a:schemeClr val="lt1"/>
                </a:solidFill>
                <a:latin typeface="Lato"/>
                <a:ea typeface="Lato"/>
                <a:cs typeface="Lato"/>
                <a:sym typeface="Lato"/>
              </a:rPr>
              <a:t>Proyectos de aprendizaje muy simples</a:t>
            </a:r>
            <a:endParaRPr b="0" i="0" sz="28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Lato"/>
              <a:ea typeface="Lato"/>
              <a:cs typeface="Lato"/>
              <a:sym typeface="La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7"/>
          <p:cNvSpPr/>
          <p:nvPr/>
        </p:nvSpPr>
        <p:spPr>
          <a:xfrm>
            <a:off x="3493371" y="547445"/>
            <a:ext cx="11301259" cy="1553923"/>
          </a:xfrm>
          <a:custGeom>
            <a:rect b="b" l="l" r="r" t="t"/>
            <a:pathLst>
              <a:path extrusionOk="0" h="1553923" w="11301259">
                <a:moveTo>
                  <a:pt x="0" y="0"/>
                </a:moveTo>
                <a:lnTo>
                  <a:pt x="11301258" y="0"/>
                </a:lnTo>
                <a:lnTo>
                  <a:pt x="11301258" y="1553923"/>
                </a:lnTo>
                <a:lnTo>
                  <a:pt x="0" y="1553923"/>
                </a:lnTo>
                <a:lnTo>
                  <a:pt x="0" y="0"/>
                </a:lnTo>
                <a:close/>
              </a:path>
            </a:pathLst>
          </a:custGeom>
          <a:blipFill rotWithShape="1">
            <a:blip r:embed="rId3">
              <a:alphaModFix/>
            </a:blip>
            <a:stretch>
              <a:fillRect b="0" l="0" r="0" t="0"/>
            </a:stretch>
          </a:blipFill>
          <a:ln>
            <a:noFill/>
          </a:ln>
        </p:spPr>
      </p:sp>
      <p:sp>
        <p:nvSpPr>
          <p:cNvPr id="666" name="Google Shape;666;p7"/>
          <p:cNvSpPr/>
          <p:nvPr/>
        </p:nvSpPr>
        <p:spPr>
          <a:xfrm>
            <a:off x="1967873" y="2798489"/>
            <a:ext cx="14352253" cy="5956185"/>
          </a:xfrm>
          <a:custGeom>
            <a:rect b="b" l="l" r="r" t="t"/>
            <a:pathLst>
              <a:path extrusionOk="0" h="5956185" w="14352253">
                <a:moveTo>
                  <a:pt x="0" y="0"/>
                </a:moveTo>
                <a:lnTo>
                  <a:pt x="14352254" y="0"/>
                </a:lnTo>
                <a:lnTo>
                  <a:pt x="14352254" y="5956185"/>
                </a:lnTo>
                <a:lnTo>
                  <a:pt x="0" y="5956185"/>
                </a:lnTo>
                <a:lnTo>
                  <a:pt x="0" y="0"/>
                </a:lnTo>
                <a:close/>
              </a:path>
            </a:pathLst>
          </a:custGeom>
          <a:blipFill rotWithShape="1">
            <a:blip r:embed="rId4">
              <a:alphaModFix/>
            </a:blip>
            <a:stretch>
              <a:fillRect b="0" l="0" r="0" t="0"/>
            </a:stretch>
          </a:blipFill>
          <a:ln>
            <a:noFill/>
          </a:ln>
        </p:spPr>
      </p:sp>
      <p:sp>
        <p:nvSpPr>
          <p:cNvPr id="667" name="Google Shape;667;p7"/>
          <p:cNvSpPr txBox="1"/>
          <p:nvPr/>
        </p:nvSpPr>
        <p:spPr>
          <a:xfrm>
            <a:off x="2474691" y="3684440"/>
            <a:ext cx="13765800" cy="3940500"/>
          </a:xfrm>
          <a:prstGeom prst="rect">
            <a:avLst/>
          </a:prstGeom>
          <a:noFill/>
          <a:ln>
            <a:noFill/>
          </a:ln>
        </p:spPr>
        <p:txBody>
          <a:bodyPr anchorCtr="0" anchor="t" bIns="0" lIns="0" spcFirstLastPara="1" rIns="0" wrap="square" tIns="0">
            <a:spAutoFit/>
          </a:bodyPr>
          <a:lstStyle/>
          <a:p>
            <a:pPr indent="-345440" lvl="1" marL="690881" marR="0" rtl="0" algn="l">
              <a:lnSpc>
                <a:spcPct val="140000"/>
              </a:lnSpc>
              <a:spcBef>
                <a:spcPts val="0"/>
              </a:spcBef>
              <a:spcAft>
                <a:spcPts val="0"/>
              </a:spcAft>
              <a:buClr>
                <a:srgbClr val="000000"/>
              </a:buClr>
              <a:buSzPts val="3200"/>
              <a:buFont typeface="Arial"/>
              <a:buChar char="•"/>
            </a:pPr>
            <a:r>
              <a:rPr lang="en-US" sz="3200">
                <a:latin typeface="Open Sans"/>
                <a:ea typeface="Open Sans"/>
                <a:cs typeface="Open Sans"/>
                <a:sym typeface="Open Sans"/>
              </a:rPr>
              <a:t>Las pruebas funcionales verifican que el sistema haga lo que debe, basándose en entradas y salidas observables</a:t>
            </a:r>
            <a:endParaRPr sz="3200">
              <a:latin typeface="Open Sans"/>
              <a:ea typeface="Open Sans"/>
              <a:cs typeface="Open Sans"/>
              <a:sym typeface="Open Sans"/>
            </a:endParaRPr>
          </a:p>
          <a:p>
            <a:pPr indent="-345440" lvl="1" marL="690881" marR="0" rtl="0" algn="l">
              <a:lnSpc>
                <a:spcPct val="140000"/>
              </a:lnSpc>
              <a:spcBef>
                <a:spcPts val="0"/>
              </a:spcBef>
              <a:spcAft>
                <a:spcPts val="0"/>
              </a:spcAft>
              <a:buClr>
                <a:srgbClr val="000000"/>
              </a:buClr>
              <a:buSzPts val="3200"/>
              <a:buFont typeface="Arial"/>
              <a:buChar char="•"/>
            </a:pPr>
            <a:r>
              <a:rPr lang="en-US" sz="3200">
                <a:latin typeface="Open Sans"/>
                <a:ea typeface="Open Sans"/>
                <a:cs typeface="Open Sans"/>
                <a:sym typeface="Open Sans"/>
              </a:rPr>
              <a:t>Las pruebas no funcionales evalúan atributos como rendimiento, seguridad y comportamiento bajo presión, utilizando herramientas especializadas</a:t>
            </a:r>
            <a:endParaRPr b="0" i="0" sz="1400" u="none" cap="none" strike="noStrike">
              <a:solidFill>
                <a:srgbClr val="000000"/>
              </a:solidFill>
              <a:latin typeface="Arial"/>
              <a:ea typeface="Arial"/>
              <a:cs typeface="Arial"/>
              <a:sym typeface="Arial"/>
            </a:endParaRPr>
          </a:p>
          <a:p>
            <a:pPr indent="0" lvl="0" marL="0" marR="0" rtl="0" algn="l">
              <a:lnSpc>
                <a:spcPct val="104968"/>
              </a:lnSpc>
              <a:spcBef>
                <a:spcPts val="0"/>
              </a:spcBef>
              <a:spcAft>
                <a:spcPts val="0"/>
              </a:spcAft>
              <a:buClr>
                <a:srgbClr val="000000"/>
              </a:buClr>
              <a:buSzPts val="3200"/>
              <a:buFont typeface="Arial"/>
              <a:buNone/>
            </a:pPr>
            <a:r>
              <a:t/>
            </a:r>
            <a:endParaRPr b="0" i="0" sz="3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g39ab14d6dc7_0_894"/>
          <p:cNvSpPr/>
          <p:nvPr/>
        </p:nvSpPr>
        <p:spPr>
          <a:xfrm>
            <a:off x="3493371" y="547445"/>
            <a:ext cx="11301259" cy="1553923"/>
          </a:xfrm>
          <a:custGeom>
            <a:rect b="b" l="l" r="r" t="t"/>
            <a:pathLst>
              <a:path extrusionOk="0" h="1553923" w="11301259">
                <a:moveTo>
                  <a:pt x="0" y="0"/>
                </a:moveTo>
                <a:lnTo>
                  <a:pt x="11301258" y="0"/>
                </a:lnTo>
                <a:lnTo>
                  <a:pt x="11301258" y="1553923"/>
                </a:lnTo>
                <a:lnTo>
                  <a:pt x="0" y="1553923"/>
                </a:lnTo>
                <a:lnTo>
                  <a:pt x="0" y="0"/>
                </a:lnTo>
                <a:close/>
              </a:path>
            </a:pathLst>
          </a:custGeom>
          <a:blipFill rotWithShape="1">
            <a:blip r:embed="rId3">
              <a:alphaModFix/>
            </a:blip>
            <a:stretch>
              <a:fillRect b="0" l="0" r="0" t="0"/>
            </a:stretch>
          </a:blipFill>
          <a:ln>
            <a:noFill/>
          </a:ln>
        </p:spPr>
      </p:sp>
      <p:sp>
        <p:nvSpPr>
          <p:cNvPr id="673" name="Google Shape;673;g39ab14d6dc7_0_894"/>
          <p:cNvSpPr/>
          <p:nvPr/>
        </p:nvSpPr>
        <p:spPr>
          <a:xfrm>
            <a:off x="1967873" y="2798489"/>
            <a:ext cx="14352253" cy="5956185"/>
          </a:xfrm>
          <a:custGeom>
            <a:rect b="b" l="l" r="r" t="t"/>
            <a:pathLst>
              <a:path extrusionOk="0" h="5956185" w="14352253">
                <a:moveTo>
                  <a:pt x="0" y="0"/>
                </a:moveTo>
                <a:lnTo>
                  <a:pt x="14352254" y="0"/>
                </a:lnTo>
                <a:lnTo>
                  <a:pt x="14352254" y="5956185"/>
                </a:lnTo>
                <a:lnTo>
                  <a:pt x="0" y="5956185"/>
                </a:lnTo>
                <a:lnTo>
                  <a:pt x="0" y="0"/>
                </a:lnTo>
                <a:close/>
              </a:path>
            </a:pathLst>
          </a:custGeom>
          <a:blipFill rotWithShape="1">
            <a:blip r:embed="rId4">
              <a:alphaModFix/>
            </a:blip>
            <a:stretch>
              <a:fillRect b="0" l="0" r="0" t="0"/>
            </a:stretch>
          </a:blipFill>
          <a:ln>
            <a:noFill/>
          </a:ln>
        </p:spPr>
      </p:sp>
      <p:sp>
        <p:nvSpPr>
          <p:cNvPr id="674" name="Google Shape;674;g39ab14d6dc7_0_894"/>
          <p:cNvSpPr txBox="1"/>
          <p:nvPr/>
        </p:nvSpPr>
        <p:spPr>
          <a:xfrm>
            <a:off x="2474691" y="3684440"/>
            <a:ext cx="13765800" cy="3940500"/>
          </a:xfrm>
          <a:prstGeom prst="rect">
            <a:avLst/>
          </a:prstGeom>
          <a:noFill/>
          <a:ln>
            <a:noFill/>
          </a:ln>
        </p:spPr>
        <p:txBody>
          <a:bodyPr anchorCtr="0" anchor="t" bIns="0" lIns="0" spcFirstLastPara="1" rIns="0" wrap="square" tIns="0">
            <a:spAutoFit/>
          </a:bodyPr>
          <a:lstStyle/>
          <a:p>
            <a:pPr indent="-345440" lvl="1" marL="690881" marR="0" rtl="0" algn="l">
              <a:lnSpc>
                <a:spcPct val="140000"/>
              </a:lnSpc>
              <a:spcBef>
                <a:spcPts val="0"/>
              </a:spcBef>
              <a:spcAft>
                <a:spcPts val="0"/>
              </a:spcAft>
              <a:buClr>
                <a:srgbClr val="000000"/>
              </a:buClr>
              <a:buSzPts val="3200"/>
              <a:buFont typeface="Arial"/>
              <a:buChar char="•"/>
            </a:pPr>
            <a:r>
              <a:rPr lang="en-US" sz="3200">
                <a:latin typeface="Open Sans"/>
                <a:ea typeface="Open Sans"/>
                <a:cs typeface="Open Sans"/>
                <a:sym typeface="Open Sans"/>
              </a:rPr>
              <a:t>Las pruebas funcionales verifican que el sistema haga lo que debe, basándose en entradas y salidas observables</a:t>
            </a:r>
            <a:endParaRPr sz="3200">
              <a:latin typeface="Open Sans"/>
              <a:ea typeface="Open Sans"/>
              <a:cs typeface="Open Sans"/>
              <a:sym typeface="Open Sans"/>
            </a:endParaRPr>
          </a:p>
          <a:p>
            <a:pPr indent="-345440" lvl="1" marL="690881" marR="0" rtl="0" algn="l">
              <a:lnSpc>
                <a:spcPct val="140000"/>
              </a:lnSpc>
              <a:spcBef>
                <a:spcPts val="0"/>
              </a:spcBef>
              <a:spcAft>
                <a:spcPts val="0"/>
              </a:spcAft>
              <a:buClr>
                <a:srgbClr val="000000"/>
              </a:buClr>
              <a:buSzPts val="3200"/>
              <a:buFont typeface="Arial"/>
              <a:buChar char="•"/>
            </a:pPr>
            <a:r>
              <a:rPr lang="en-US" sz="3200">
                <a:latin typeface="Open Sans"/>
                <a:ea typeface="Open Sans"/>
                <a:cs typeface="Open Sans"/>
                <a:sym typeface="Open Sans"/>
              </a:rPr>
              <a:t>Las pruebas no funcionales evalúan atributos como rendimiento, seguridad y comportamiento bajo presión, utilizando herramientas especializadas</a:t>
            </a:r>
            <a:endParaRPr b="0" i="0" sz="1400" u="none" cap="none" strike="noStrike">
              <a:solidFill>
                <a:srgbClr val="000000"/>
              </a:solidFill>
              <a:latin typeface="Arial"/>
              <a:ea typeface="Arial"/>
              <a:cs typeface="Arial"/>
              <a:sym typeface="Arial"/>
            </a:endParaRPr>
          </a:p>
          <a:p>
            <a:pPr indent="0" lvl="0" marL="0" marR="0" rtl="0" algn="l">
              <a:lnSpc>
                <a:spcPct val="104968"/>
              </a:lnSpc>
              <a:spcBef>
                <a:spcPts val="0"/>
              </a:spcBef>
              <a:spcAft>
                <a:spcPts val="0"/>
              </a:spcAft>
              <a:buClr>
                <a:srgbClr val="000000"/>
              </a:buClr>
              <a:buSzPts val="3200"/>
              <a:buFont typeface="Arial"/>
              <a:buNone/>
            </a:pPr>
            <a:r>
              <a:t/>
            </a:r>
            <a:endParaRPr b="0" i="0" sz="3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9"/>
          <p:cNvSpPr/>
          <p:nvPr/>
        </p:nvSpPr>
        <p:spPr>
          <a:xfrm>
            <a:off x="2317017" y="520965"/>
            <a:ext cx="13653966" cy="1873953"/>
          </a:xfrm>
          <a:custGeom>
            <a:rect b="b" l="l" r="r" t="t"/>
            <a:pathLst>
              <a:path extrusionOk="0" h="1873953" w="13653966">
                <a:moveTo>
                  <a:pt x="0" y="0"/>
                </a:moveTo>
                <a:lnTo>
                  <a:pt x="13653966" y="0"/>
                </a:lnTo>
                <a:lnTo>
                  <a:pt x="13653966" y="1873953"/>
                </a:lnTo>
                <a:lnTo>
                  <a:pt x="0" y="1873953"/>
                </a:lnTo>
                <a:lnTo>
                  <a:pt x="0" y="0"/>
                </a:lnTo>
                <a:close/>
              </a:path>
            </a:pathLst>
          </a:custGeom>
          <a:blipFill rotWithShape="1">
            <a:blip r:embed="rId3">
              <a:alphaModFix/>
            </a:blip>
            <a:stretch>
              <a:fillRect b="0" l="0" r="0" t="0"/>
            </a:stretch>
          </a:blipFill>
          <a:ln>
            <a:noFill/>
          </a:ln>
        </p:spPr>
      </p:sp>
      <p:sp>
        <p:nvSpPr>
          <p:cNvPr id="680" name="Google Shape;680;p9"/>
          <p:cNvSpPr/>
          <p:nvPr/>
        </p:nvSpPr>
        <p:spPr>
          <a:xfrm>
            <a:off x="1989089" y="2422796"/>
            <a:ext cx="14309822" cy="6206885"/>
          </a:xfrm>
          <a:custGeom>
            <a:rect b="b" l="l" r="r" t="t"/>
            <a:pathLst>
              <a:path extrusionOk="0" h="6206885" w="14309822">
                <a:moveTo>
                  <a:pt x="0" y="0"/>
                </a:moveTo>
                <a:lnTo>
                  <a:pt x="14309822" y="0"/>
                </a:lnTo>
                <a:lnTo>
                  <a:pt x="14309822" y="6206885"/>
                </a:lnTo>
                <a:lnTo>
                  <a:pt x="0" y="6206885"/>
                </a:lnTo>
                <a:lnTo>
                  <a:pt x="0" y="0"/>
                </a:lnTo>
                <a:close/>
              </a:path>
            </a:pathLst>
          </a:custGeom>
          <a:blipFill rotWithShape="1">
            <a:blip r:embed="rId4">
              <a:alphaModFix/>
            </a:blip>
            <a:stretch>
              <a:fillRect b="0" l="0" r="0" t="0"/>
            </a:stretch>
          </a:blipFill>
          <a:ln>
            <a:noFill/>
          </a:ln>
        </p:spPr>
      </p:sp>
      <p:sp>
        <p:nvSpPr>
          <p:cNvPr id="681" name="Google Shape;681;p9"/>
          <p:cNvSpPr txBox="1"/>
          <p:nvPr/>
        </p:nvSpPr>
        <p:spPr>
          <a:xfrm>
            <a:off x="2781895" y="2805266"/>
            <a:ext cx="12236400" cy="6249300"/>
          </a:xfrm>
          <a:prstGeom prst="rect">
            <a:avLst/>
          </a:prstGeom>
          <a:noFill/>
          <a:ln>
            <a:noFill/>
          </a:ln>
        </p:spPr>
        <p:txBody>
          <a:bodyPr anchorCtr="0" anchor="t" bIns="0" lIns="0" spcFirstLastPara="1" rIns="0" wrap="square" tIns="0">
            <a:spAutoFit/>
          </a:bodyPr>
          <a:lstStyle/>
          <a:p>
            <a:pPr indent="-317500" lvl="0" marL="457200" marR="0" rtl="0" algn="l">
              <a:lnSpc>
                <a:spcPct val="140000"/>
              </a:lnSpc>
              <a:spcBef>
                <a:spcPts val="0"/>
              </a:spcBef>
              <a:spcAft>
                <a:spcPts val="0"/>
              </a:spcAft>
              <a:buSzPts val="1400"/>
              <a:buFont typeface="Open Sans"/>
              <a:buChar char="●"/>
            </a:pPr>
            <a:r>
              <a:rPr b="1" lang="en-US">
                <a:latin typeface="Open Sans"/>
                <a:ea typeface="Open Sans"/>
                <a:cs typeface="Open Sans"/>
                <a:sym typeface="Open Sans"/>
              </a:rPr>
              <a:t>Pruebas unitarias y frameworks</a:t>
            </a:r>
            <a:endParaRPr b="1">
              <a:latin typeface="Open Sans"/>
              <a:ea typeface="Open Sans"/>
              <a:cs typeface="Open Sans"/>
              <a:sym typeface="Open Sans"/>
            </a:endParaRPr>
          </a:p>
          <a:p>
            <a:pPr indent="0" lvl="0" marL="457200" marR="0" rtl="0" algn="l">
              <a:lnSpc>
                <a:spcPct val="140000"/>
              </a:lnSpc>
              <a:spcBef>
                <a:spcPts val="0"/>
              </a:spcBef>
              <a:spcAft>
                <a:spcPts val="0"/>
              </a:spcAft>
              <a:buNone/>
            </a:pPr>
            <a:r>
              <a:rPr b="1" lang="en-US">
                <a:latin typeface="Open Sans"/>
                <a:ea typeface="Open Sans"/>
                <a:cs typeface="Open Sans"/>
                <a:sym typeface="Open Sans"/>
              </a:rPr>
              <a:t>JUnit (Java): https://junit.org/junit5/</a:t>
            </a:r>
            <a:endParaRPr b="1">
              <a:latin typeface="Open Sans"/>
              <a:ea typeface="Open Sans"/>
              <a:cs typeface="Open Sans"/>
              <a:sym typeface="Open Sans"/>
            </a:endParaRPr>
          </a:p>
          <a:p>
            <a:pPr indent="0" lvl="0" marL="457200" marR="0" rtl="0" algn="l">
              <a:lnSpc>
                <a:spcPct val="140000"/>
              </a:lnSpc>
              <a:spcBef>
                <a:spcPts val="0"/>
              </a:spcBef>
              <a:spcAft>
                <a:spcPts val="0"/>
              </a:spcAft>
              <a:buNone/>
            </a:pPr>
            <a:r>
              <a:rPr b="1" lang="en-US">
                <a:latin typeface="Open Sans"/>
                <a:ea typeface="Open Sans"/>
                <a:cs typeface="Open Sans"/>
                <a:sym typeface="Open Sans"/>
              </a:rPr>
              <a:t>pytest (Python): https://docs.pytest.org/</a:t>
            </a:r>
            <a:endParaRPr b="1">
              <a:latin typeface="Open Sans"/>
              <a:ea typeface="Open Sans"/>
              <a:cs typeface="Open Sans"/>
              <a:sym typeface="Open Sans"/>
            </a:endParaRPr>
          </a:p>
          <a:p>
            <a:pPr indent="0" lvl="0" marL="457200" marR="0" rtl="0" algn="l">
              <a:lnSpc>
                <a:spcPct val="140000"/>
              </a:lnSpc>
              <a:spcBef>
                <a:spcPts val="0"/>
              </a:spcBef>
              <a:spcAft>
                <a:spcPts val="0"/>
              </a:spcAft>
              <a:buNone/>
            </a:pPr>
            <a:r>
              <a:rPr b="1" lang="en-US">
                <a:latin typeface="Open Sans"/>
                <a:ea typeface="Open Sans"/>
                <a:cs typeface="Open Sans"/>
                <a:sym typeface="Open Sans"/>
              </a:rPr>
              <a:t>Jest (JavaScript): https://jestjs.io/</a:t>
            </a:r>
            <a:endParaRPr b="1">
              <a:latin typeface="Open Sans"/>
              <a:ea typeface="Open Sans"/>
              <a:cs typeface="Open Sans"/>
              <a:sym typeface="Open Sans"/>
            </a:endParaRPr>
          </a:p>
          <a:p>
            <a:pPr indent="0" lvl="0" marL="457200" marR="0" rtl="0" algn="l">
              <a:lnSpc>
                <a:spcPct val="140000"/>
              </a:lnSpc>
              <a:spcBef>
                <a:spcPts val="0"/>
              </a:spcBef>
              <a:spcAft>
                <a:spcPts val="0"/>
              </a:spcAft>
              <a:buNone/>
            </a:pPr>
            <a:r>
              <a:rPr b="1" lang="en-US">
                <a:latin typeface="Open Sans"/>
                <a:ea typeface="Open Sans"/>
                <a:cs typeface="Open Sans"/>
                <a:sym typeface="Open Sans"/>
              </a:rPr>
              <a:t>Supertest (APIs HTTP en Node.js): https://github.com/ladjs/supertest</a:t>
            </a:r>
            <a:endParaRPr b="1">
              <a:latin typeface="Open Sans"/>
              <a:ea typeface="Open Sans"/>
              <a:cs typeface="Open Sans"/>
              <a:sym typeface="Open Sans"/>
            </a:endParaRPr>
          </a:p>
          <a:p>
            <a:pPr indent="-317500" lvl="0" marL="457200" marR="0" rtl="0" algn="l">
              <a:lnSpc>
                <a:spcPct val="140000"/>
              </a:lnSpc>
              <a:spcBef>
                <a:spcPts val="0"/>
              </a:spcBef>
              <a:spcAft>
                <a:spcPts val="0"/>
              </a:spcAft>
              <a:buSzPts val="1400"/>
              <a:buFont typeface="Open Sans"/>
              <a:buChar char="●"/>
            </a:pPr>
            <a:r>
              <a:rPr b="1" lang="en-US">
                <a:latin typeface="Open Sans"/>
                <a:ea typeface="Open Sans"/>
                <a:cs typeface="Open Sans"/>
                <a:sym typeface="Open Sans"/>
              </a:rPr>
              <a:t>Pirámide de Testing y pruebas automatizadas</a:t>
            </a:r>
            <a:endParaRPr b="1">
              <a:latin typeface="Open Sans"/>
              <a:ea typeface="Open Sans"/>
              <a:cs typeface="Open Sans"/>
              <a:sym typeface="Open Sans"/>
            </a:endParaRPr>
          </a:p>
          <a:p>
            <a:pPr indent="0" lvl="0" marL="457200" marR="0" rtl="0" algn="l">
              <a:lnSpc>
                <a:spcPct val="140000"/>
              </a:lnSpc>
              <a:spcBef>
                <a:spcPts val="0"/>
              </a:spcBef>
              <a:spcAft>
                <a:spcPts val="0"/>
              </a:spcAft>
              <a:buNone/>
            </a:pPr>
            <a:r>
              <a:rPr b="1" lang="en-US">
                <a:latin typeface="Open Sans"/>
                <a:ea typeface="Open Sans"/>
                <a:cs typeface="Open Sans"/>
                <a:sym typeface="Open Sans"/>
              </a:rPr>
              <a:t>Selenium: https://www.selenium.dev/</a:t>
            </a:r>
            <a:endParaRPr b="1">
              <a:latin typeface="Open Sans"/>
              <a:ea typeface="Open Sans"/>
              <a:cs typeface="Open Sans"/>
              <a:sym typeface="Open Sans"/>
            </a:endParaRPr>
          </a:p>
          <a:p>
            <a:pPr indent="0" lvl="0" marL="457200" marR="0" rtl="0" algn="l">
              <a:lnSpc>
                <a:spcPct val="140000"/>
              </a:lnSpc>
              <a:spcBef>
                <a:spcPts val="0"/>
              </a:spcBef>
              <a:spcAft>
                <a:spcPts val="0"/>
              </a:spcAft>
              <a:buNone/>
            </a:pPr>
            <a:r>
              <a:rPr b="1" lang="en-US">
                <a:latin typeface="Open Sans"/>
                <a:ea typeface="Open Sans"/>
                <a:cs typeface="Open Sans"/>
                <a:sym typeface="Open Sans"/>
              </a:rPr>
              <a:t>Cypress: https://www.cypress.io/</a:t>
            </a:r>
            <a:endParaRPr b="1">
              <a:latin typeface="Open Sans"/>
              <a:ea typeface="Open Sans"/>
              <a:cs typeface="Open Sans"/>
              <a:sym typeface="Open Sans"/>
            </a:endParaRPr>
          </a:p>
          <a:p>
            <a:pPr indent="0" lvl="0" marL="457200" marR="0" rtl="0" algn="l">
              <a:lnSpc>
                <a:spcPct val="140000"/>
              </a:lnSpc>
              <a:spcBef>
                <a:spcPts val="0"/>
              </a:spcBef>
              <a:spcAft>
                <a:spcPts val="0"/>
              </a:spcAft>
              <a:buNone/>
            </a:pPr>
            <a:r>
              <a:rPr b="1" lang="en-US">
                <a:latin typeface="Open Sans"/>
                <a:ea typeface="Open Sans"/>
                <a:cs typeface="Open Sans"/>
                <a:sym typeface="Open Sans"/>
              </a:rPr>
              <a:t>Playwright: https://playwright.dev/</a:t>
            </a:r>
            <a:endParaRPr b="1">
              <a:latin typeface="Open Sans"/>
              <a:ea typeface="Open Sans"/>
              <a:cs typeface="Open Sans"/>
              <a:sym typeface="Open Sans"/>
            </a:endParaRPr>
          </a:p>
          <a:p>
            <a:pPr indent="-317500" lvl="0" marL="457200" marR="0" rtl="0" algn="l">
              <a:lnSpc>
                <a:spcPct val="140000"/>
              </a:lnSpc>
              <a:spcBef>
                <a:spcPts val="0"/>
              </a:spcBef>
              <a:spcAft>
                <a:spcPts val="0"/>
              </a:spcAft>
              <a:buSzPts val="1400"/>
              <a:buFont typeface="Open Sans"/>
              <a:buChar char="●"/>
            </a:pPr>
            <a:r>
              <a:rPr b="1" lang="en-US">
                <a:latin typeface="Open Sans"/>
                <a:ea typeface="Open Sans"/>
                <a:cs typeface="Open Sans"/>
                <a:sym typeface="Open Sans"/>
              </a:rPr>
              <a:t>Pruebas de rendimiento y carga</a:t>
            </a:r>
            <a:endParaRPr b="1">
              <a:latin typeface="Open Sans"/>
              <a:ea typeface="Open Sans"/>
              <a:cs typeface="Open Sans"/>
              <a:sym typeface="Open Sans"/>
            </a:endParaRPr>
          </a:p>
          <a:p>
            <a:pPr indent="0" lvl="0" marL="457200" marR="0" rtl="0" algn="l">
              <a:lnSpc>
                <a:spcPct val="140000"/>
              </a:lnSpc>
              <a:spcBef>
                <a:spcPts val="0"/>
              </a:spcBef>
              <a:spcAft>
                <a:spcPts val="0"/>
              </a:spcAft>
              <a:buNone/>
            </a:pPr>
            <a:r>
              <a:rPr b="1" lang="en-US">
                <a:latin typeface="Open Sans"/>
                <a:ea typeface="Open Sans"/>
                <a:cs typeface="Open Sans"/>
                <a:sym typeface="Open Sans"/>
              </a:rPr>
              <a:t>Apache JMeter: https://jmeter.apache.org/</a:t>
            </a:r>
            <a:endParaRPr b="1">
              <a:latin typeface="Open Sans"/>
              <a:ea typeface="Open Sans"/>
              <a:cs typeface="Open Sans"/>
              <a:sym typeface="Open Sans"/>
            </a:endParaRPr>
          </a:p>
          <a:p>
            <a:pPr indent="0" lvl="0" marL="457200" marR="0" rtl="0" algn="l">
              <a:lnSpc>
                <a:spcPct val="140000"/>
              </a:lnSpc>
              <a:spcBef>
                <a:spcPts val="0"/>
              </a:spcBef>
              <a:spcAft>
                <a:spcPts val="0"/>
              </a:spcAft>
              <a:buNone/>
            </a:pPr>
            <a:r>
              <a:rPr b="1" lang="en-US">
                <a:latin typeface="Open Sans"/>
                <a:ea typeface="Open Sans"/>
                <a:cs typeface="Open Sans"/>
                <a:sym typeface="Open Sans"/>
              </a:rPr>
              <a:t>Gatling: https://gatling.io/</a:t>
            </a:r>
            <a:endParaRPr b="1">
              <a:latin typeface="Open Sans"/>
              <a:ea typeface="Open Sans"/>
              <a:cs typeface="Open Sans"/>
              <a:sym typeface="Open Sans"/>
            </a:endParaRPr>
          </a:p>
          <a:p>
            <a:pPr indent="0" lvl="0" marL="457200" marR="0" rtl="0" algn="l">
              <a:lnSpc>
                <a:spcPct val="140000"/>
              </a:lnSpc>
              <a:spcBef>
                <a:spcPts val="0"/>
              </a:spcBef>
              <a:spcAft>
                <a:spcPts val="0"/>
              </a:spcAft>
              <a:buNone/>
            </a:pPr>
            <a:r>
              <a:rPr b="1" lang="en-US">
                <a:latin typeface="Open Sans"/>
                <a:ea typeface="Open Sans"/>
                <a:cs typeface="Open Sans"/>
                <a:sym typeface="Open Sans"/>
              </a:rPr>
              <a:t>Locust: https://locust.io/</a:t>
            </a:r>
            <a:endParaRPr b="1">
              <a:latin typeface="Open Sans"/>
              <a:ea typeface="Open Sans"/>
              <a:cs typeface="Open Sans"/>
              <a:sym typeface="Open Sans"/>
            </a:endParaRPr>
          </a:p>
          <a:p>
            <a:pPr indent="0" lvl="0" marL="457200" marR="0" rtl="0" algn="l">
              <a:lnSpc>
                <a:spcPct val="140000"/>
              </a:lnSpc>
              <a:spcBef>
                <a:spcPts val="0"/>
              </a:spcBef>
              <a:spcAft>
                <a:spcPts val="0"/>
              </a:spcAft>
              <a:buNone/>
            </a:pPr>
            <a:r>
              <a:rPr b="1" lang="en-US">
                <a:latin typeface="Open Sans"/>
                <a:ea typeface="Open Sans"/>
                <a:cs typeface="Open Sans"/>
                <a:sym typeface="Open Sans"/>
              </a:rPr>
              <a:t>LoadRunner: https://www.microfocus.com/en-us/products/loadrunner-professional/overview (microfocus.com in Bing)</a:t>
            </a:r>
            <a:endParaRPr b="1">
              <a:latin typeface="Open Sans"/>
              <a:ea typeface="Open Sans"/>
              <a:cs typeface="Open Sans"/>
              <a:sym typeface="Open Sans"/>
            </a:endParaRPr>
          </a:p>
          <a:p>
            <a:pPr indent="-317500" lvl="0" marL="457200" marR="0" rtl="0" algn="l">
              <a:lnSpc>
                <a:spcPct val="140000"/>
              </a:lnSpc>
              <a:spcBef>
                <a:spcPts val="0"/>
              </a:spcBef>
              <a:spcAft>
                <a:spcPts val="0"/>
              </a:spcAft>
              <a:buSzPts val="1400"/>
              <a:buFont typeface="Open Sans"/>
              <a:buChar char="●"/>
            </a:pPr>
            <a:r>
              <a:rPr b="1" lang="en-US">
                <a:latin typeface="Open Sans"/>
                <a:ea typeface="Open Sans"/>
                <a:cs typeface="Open Sans"/>
                <a:sym typeface="Open Sans"/>
              </a:rPr>
              <a:t>P</a:t>
            </a:r>
            <a:r>
              <a:rPr b="1" lang="en-US">
                <a:latin typeface="Open Sans"/>
                <a:ea typeface="Open Sans"/>
                <a:cs typeface="Open Sans"/>
                <a:sym typeface="Open Sans"/>
              </a:rPr>
              <a:t>r</a:t>
            </a:r>
            <a:r>
              <a:rPr b="1" lang="en-US">
                <a:latin typeface="Open Sans"/>
                <a:ea typeface="Open Sans"/>
                <a:cs typeface="Open Sans"/>
                <a:sym typeface="Open Sans"/>
              </a:rPr>
              <a:t>uebas de seguridad y pentesting</a:t>
            </a:r>
            <a:endParaRPr b="1">
              <a:latin typeface="Open Sans"/>
              <a:ea typeface="Open Sans"/>
              <a:cs typeface="Open Sans"/>
              <a:sym typeface="Open Sans"/>
            </a:endParaRPr>
          </a:p>
          <a:p>
            <a:pPr indent="0" lvl="0" marL="457200" marR="0" rtl="0" algn="l">
              <a:lnSpc>
                <a:spcPct val="140000"/>
              </a:lnSpc>
              <a:spcBef>
                <a:spcPts val="0"/>
              </a:spcBef>
              <a:spcAft>
                <a:spcPts val="0"/>
              </a:spcAft>
              <a:buNone/>
            </a:pPr>
            <a:r>
              <a:rPr b="1" lang="en-US">
                <a:latin typeface="Open Sans"/>
                <a:ea typeface="Open Sans"/>
                <a:cs typeface="Open Sans"/>
                <a:sym typeface="Open Sans"/>
              </a:rPr>
              <a:t>OWASP (Open Web Application Security Project): https://owasp.org/</a:t>
            </a:r>
            <a:endParaRPr b="1">
              <a:latin typeface="Open Sans"/>
              <a:ea typeface="Open Sans"/>
              <a:cs typeface="Open Sans"/>
              <a:sym typeface="Open Sans"/>
            </a:endParaRPr>
          </a:p>
          <a:p>
            <a:pPr indent="-317500" lvl="0" marL="457200" marR="0" rtl="0" algn="l">
              <a:lnSpc>
                <a:spcPct val="140000"/>
              </a:lnSpc>
              <a:spcBef>
                <a:spcPts val="0"/>
              </a:spcBef>
              <a:spcAft>
                <a:spcPts val="0"/>
              </a:spcAft>
              <a:buSzPts val="1400"/>
              <a:buFont typeface="Open Sans"/>
              <a:buChar char="●"/>
            </a:pPr>
            <a:r>
              <a:rPr b="1" lang="en-US">
                <a:latin typeface="Open Sans"/>
                <a:ea typeface="Open Sans"/>
                <a:cs typeface="Open Sans"/>
                <a:sym typeface="Open Sans"/>
              </a:rPr>
              <a:t>Principios SOLID (Robert C. Martin)</a:t>
            </a:r>
            <a:endParaRPr b="1">
              <a:latin typeface="Open Sans"/>
              <a:ea typeface="Open Sans"/>
              <a:cs typeface="Open Sans"/>
              <a:sym typeface="Open Sans"/>
            </a:endParaRPr>
          </a:p>
          <a:p>
            <a:pPr indent="0" lvl="0" marL="457200" marR="0" rtl="0" algn="l">
              <a:lnSpc>
                <a:spcPct val="140000"/>
              </a:lnSpc>
              <a:spcBef>
                <a:spcPts val="0"/>
              </a:spcBef>
              <a:spcAft>
                <a:spcPts val="0"/>
              </a:spcAft>
              <a:buNone/>
            </a:pPr>
            <a:r>
              <a:rPr b="1" lang="en-US">
                <a:latin typeface="Open Sans"/>
                <a:ea typeface="Open Sans"/>
                <a:cs typeface="Open Sans"/>
                <a:sym typeface="Open Sans"/>
              </a:rPr>
              <a:t>Clean Code y SOLID Principles: https://www.oreilly.com/library/view/clean-code/9780136083238/ (oreilly.com in Bing)</a:t>
            </a:r>
            <a:endParaRPr b="1">
              <a:latin typeface="Open Sans"/>
              <a:ea typeface="Open Sans"/>
              <a:cs typeface="Open Sans"/>
              <a:sym typeface="Open Sans"/>
            </a:endParaRPr>
          </a:p>
          <a:p>
            <a:pPr indent="0" lvl="0" marL="0" marR="0" rtl="0" algn="l">
              <a:lnSpc>
                <a:spcPct val="140000"/>
              </a:lnSpc>
              <a:spcBef>
                <a:spcPts val="0"/>
              </a:spcBef>
              <a:spcAft>
                <a:spcPts val="0"/>
              </a:spcAft>
              <a:buClr>
                <a:srgbClr val="000000"/>
              </a:buClr>
              <a:buSzPts val="1400"/>
              <a:buFont typeface="Arial"/>
              <a:buNone/>
            </a:pPr>
            <a:r>
              <a:t/>
            </a:r>
            <a:endParaRPr b="1">
              <a:latin typeface="Open Sans"/>
              <a:ea typeface="Open Sans"/>
              <a:cs typeface="Open Sans"/>
              <a:sym typeface="Open Sans"/>
            </a:endParaRPr>
          </a:p>
          <a:p>
            <a:pPr indent="0" lvl="0" marL="0" marR="0" rtl="0" algn="l">
              <a:lnSpc>
                <a:spcPct val="140000"/>
              </a:lnSpc>
              <a:spcBef>
                <a:spcPts val="0"/>
              </a:spcBef>
              <a:spcAft>
                <a:spcPts val="0"/>
              </a:spcAft>
              <a:buClr>
                <a:srgbClr val="000000"/>
              </a:buClr>
              <a:buSzPts val="1400"/>
              <a:buFont typeface="Arial"/>
              <a:buNone/>
            </a:pPr>
            <a:r>
              <a:t/>
            </a:r>
            <a:endParaRPr b="1">
              <a:latin typeface="Open Sans"/>
              <a:ea typeface="Open Sans"/>
              <a:cs typeface="Open Sans"/>
              <a:sym typeface="Open Sans"/>
            </a:endParaRPr>
          </a:p>
          <a:p>
            <a:pPr indent="0" lvl="0" marL="0" marR="0" rtl="0" algn="l">
              <a:lnSpc>
                <a:spcPct val="140000"/>
              </a:lnSpc>
              <a:spcBef>
                <a:spcPts val="0"/>
              </a:spcBef>
              <a:spcAft>
                <a:spcPts val="0"/>
              </a:spcAft>
              <a:buClr>
                <a:srgbClr val="000000"/>
              </a:buClr>
              <a:buSzPts val="1400"/>
              <a:buFont typeface="Arial"/>
              <a:buNone/>
            </a:pPr>
            <a:r>
              <a:t/>
            </a:r>
            <a:endParaRPr b="1"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10"/>
          <p:cNvSpPr/>
          <p:nvPr/>
        </p:nvSpPr>
        <p:spPr>
          <a:xfrm>
            <a:off x="0" y="0"/>
            <a:ext cx="18288000" cy="7292340"/>
          </a:xfrm>
          <a:custGeom>
            <a:rect b="b" l="l" r="r" t="t"/>
            <a:pathLst>
              <a:path extrusionOk="0" h="7292340" w="18288000">
                <a:moveTo>
                  <a:pt x="0" y="0"/>
                </a:moveTo>
                <a:lnTo>
                  <a:pt x="18288000" y="0"/>
                </a:lnTo>
                <a:lnTo>
                  <a:pt x="18288000" y="7292340"/>
                </a:lnTo>
                <a:lnTo>
                  <a:pt x="0" y="729234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11"/>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12"/>
          <p:cNvSpPr/>
          <p:nvPr/>
        </p:nvSpPr>
        <p:spPr>
          <a:xfrm>
            <a:off x="0" y="0"/>
            <a:ext cx="18288000" cy="10264140"/>
          </a:xfrm>
          <a:custGeom>
            <a:rect b="b" l="l" r="r" t="t"/>
            <a:pathLst>
              <a:path extrusionOk="0" h="10264140" w="18288000">
                <a:moveTo>
                  <a:pt x="0" y="0"/>
                </a:moveTo>
                <a:lnTo>
                  <a:pt x="18288000" y="0"/>
                </a:lnTo>
                <a:lnTo>
                  <a:pt x="18288000" y="10264140"/>
                </a:lnTo>
                <a:lnTo>
                  <a:pt x="0" y="10264140"/>
                </a:lnTo>
                <a:lnTo>
                  <a:pt x="0" y="0"/>
                </a:lnTo>
                <a:close/>
              </a:path>
            </a:pathLst>
          </a:custGeom>
          <a:blipFill rotWithShape="1">
            <a:blip r:embed="rId3">
              <a:alphaModFix/>
            </a:blip>
            <a:stretch>
              <a:fillRect b="0" l="0" r="0" t="0"/>
            </a:stretch>
          </a:blipFill>
          <a:ln>
            <a:noFill/>
          </a:ln>
        </p:spPr>
      </p:sp>
      <p:sp>
        <p:nvSpPr>
          <p:cNvPr id="697" name="Google Shape;697;p12"/>
          <p:cNvSpPr txBox="1"/>
          <p:nvPr/>
        </p:nvSpPr>
        <p:spPr>
          <a:xfrm>
            <a:off x="5655069" y="1667078"/>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698" name="Google Shape;698;p12"/>
          <p:cNvSpPr txBox="1"/>
          <p:nvPr/>
        </p:nvSpPr>
        <p:spPr>
          <a:xfrm>
            <a:off x="5655069" y="246044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699" name="Google Shape;699;p12"/>
          <p:cNvSpPr txBox="1"/>
          <p:nvPr/>
        </p:nvSpPr>
        <p:spPr>
          <a:xfrm>
            <a:off x="5655069" y="3475309"/>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700" name="Google Shape;700;p12"/>
          <p:cNvSpPr txBox="1"/>
          <p:nvPr/>
        </p:nvSpPr>
        <p:spPr>
          <a:xfrm>
            <a:off x="13953088" y="2091258"/>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701" name="Google Shape;701;p12"/>
          <p:cNvSpPr txBox="1"/>
          <p:nvPr/>
        </p:nvSpPr>
        <p:spPr>
          <a:xfrm>
            <a:off x="13953088" y="288462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702" name="Google Shape;702;p12"/>
          <p:cNvSpPr txBox="1"/>
          <p:nvPr/>
        </p:nvSpPr>
        <p:spPr>
          <a:xfrm>
            <a:off x="13953088" y="368028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703" name="Google Shape;703;p12"/>
          <p:cNvSpPr txBox="1"/>
          <p:nvPr/>
        </p:nvSpPr>
        <p:spPr>
          <a:xfrm>
            <a:off x="277231" y="508635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704" name="Google Shape;704;p12"/>
          <p:cNvSpPr txBox="1"/>
          <p:nvPr/>
        </p:nvSpPr>
        <p:spPr>
          <a:xfrm>
            <a:off x="277231" y="585301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705" name="Google Shape;705;p12"/>
          <p:cNvSpPr txBox="1"/>
          <p:nvPr/>
        </p:nvSpPr>
        <p:spPr>
          <a:xfrm>
            <a:off x="277231" y="662009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706" name="Google Shape;706;p12"/>
          <p:cNvSpPr txBox="1"/>
          <p:nvPr/>
        </p:nvSpPr>
        <p:spPr>
          <a:xfrm>
            <a:off x="277231" y="760040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707" name="Google Shape;707;p12"/>
          <p:cNvSpPr txBox="1"/>
          <p:nvPr/>
        </p:nvSpPr>
        <p:spPr>
          <a:xfrm>
            <a:off x="277231" y="836748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708" name="Google Shape;708;p12"/>
          <p:cNvSpPr txBox="1"/>
          <p:nvPr/>
        </p:nvSpPr>
        <p:spPr>
          <a:xfrm>
            <a:off x="277231" y="920115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709" name="Google Shape;709;p12"/>
          <p:cNvSpPr txBox="1"/>
          <p:nvPr/>
        </p:nvSpPr>
        <p:spPr>
          <a:xfrm>
            <a:off x="6406538" y="507492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710" name="Google Shape;710;p12"/>
          <p:cNvSpPr txBox="1"/>
          <p:nvPr/>
        </p:nvSpPr>
        <p:spPr>
          <a:xfrm>
            <a:off x="6406538" y="585301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711" name="Google Shape;711;p12"/>
          <p:cNvSpPr txBox="1"/>
          <p:nvPr/>
        </p:nvSpPr>
        <p:spPr>
          <a:xfrm>
            <a:off x="6406538" y="664866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712" name="Google Shape;712;p12"/>
          <p:cNvSpPr txBox="1"/>
          <p:nvPr/>
        </p:nvSpPr>
        <p:spPr>
          <a:xfrm>
            <a:off x="6406538" y="744432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713" name="Google Shape;713;p12"/>
          <p:cNvSpPr txBox="1"/>
          <p:nvPr/>
        </p:nvSpPr>
        <p:spPr>
          <a:xfrm>
            <a:off x="6406538" y="836748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714" name="Google Shape;714;p12"/>
          <p:cNvSpPr txBox="1"/>
          <p:nvPr/>
        </p:nvSpPr>
        <p:spPr>
          <a:xfrm>
            <a:off x="6406538" y="920115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715" name="Google Shape;715;p12"/>
          <p:cNvSpPr txBox="1"/>
          <p:nvPr/>
        </p:nvSpPr>
        <p:spPr>
          <a:xfrm>
            <a:off x="12538626" y="507492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716" name="Google Shape;716;p12"/>
          <p:cNvSpPr txBox="1"/>
          <p:nvPr/>
        </p:nvSpPr>
        <p:spPr>
          <a:xfrm>
            <a:off x="12538626" y="585301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717" name="Google Shape;717;p12"/>
          <p:cNvSpPr txBox="1"/>
          <p:nvPr/>
        </p:nvSpPr>
        <p:spPr>
          <a:xfrm>
            <a:off x="12538626" y="664866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718" name="Google Shape;718;p12"/>
          <p:cNvSpPr txBox="1"/>
          <p:nvPr/>
        </p:nvSpPr>
        <p:spPr>
          <a:xfrm>
            <a:off x="12538626" y="744432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719" name="Google Shape;719;p12"/>
          <p:cNvSpPr txBox="1"/>
          <p:nvPr/>
        </p:nvSpPr>
        <p:spPr>
          <a:xfrm>
            <a:off x="12538626" y="836748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720" name="Google Shape;720;p12"/>
          <p:cNvSpPr txBox="1"/>
          <p:nvPr/>
        </p:nvSpPr>
        <p:spPr>
          <a:xfrm>
            <a:off x="12538626" y="916314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g39ab14d6dc7_0_900"/>
          <p:cNvSpPr/>
          <p:nvPr/>
        </p:nvSpPr>
        <p:spPr>
          <a:xfrm>
            <a:off x="3493371" y="-591537"/>
            <a:ext cx="11301259" cy="5113820"/>
          </a:xfrm>
          <a:custGeom>
            <a:rect b="b" l="l" r="r" t="t"/>
            <a:pathLst>
              <a:path extrusionOk="0" h="5113820" w="11301259">
                <a:moveTo>
                  <a:pt x="0" y="0"/>
                </a:moveTo>
                <a:lnTo>
                  <a:pt x="11301258" y="0"/>
                </a:lnTo>
                <a:lnTo>
                  <a:pt x="11301258" y="5113820"/>
                </a:lnTo>
                <a:lnTo>
                  <a:pt x="0" y="5113820"/>
                </a:lnTo>
                <a:lnTo>
                  <a:pt x="0" y="0"/>
                </a:lnTo>
                <a:close/>
              </a:path>
            </a:pathLst>
          </a:custGeom>
          <a:blipFill rotWithShape="1">
            <a:blip r:embed="rId3">
              <a:alphaModFix/>
            </a:blip>
            <a:stretch>
              <a:fillRect b="0" l="0" r="0" t="0"/>
            </a:stretch>
          </a:blipFill>
          <a:ln>
            <a:noFill/>
          </a:ln>
        </p:spPr>
      </p:sp>
      <p:sp>
        <p:nvSpPr>
          <p:cNvPr id="726" name="Google Shape;726;g39ab14d6dc7_0_900"/>
          <p:cNvSpPr/>
          <p:nvPr/>
        </p:nvSpPr>
        <p:spPr>
          <a:xfrm>
            <a:off x="2197698" y="3492869"/>
            <a:ext cx="13892604" cy="5765431"/>
          </a:xfrm>
          <a:custGeom>
            <a:rect b="b" l="l" r="r" t="t"/>
            <a:pathLst>
              <a:path extrusionOk="0" h="5765431" w="13892604">
                <a:moveTo>
                  <a:pt x="0" y="0"/>
                </a:moveTo>
                <a:lnTo>
                  <a:pt x="13892604" y="0"/>
                </a:lnTo>
                <a:lnTo>
                  <a:pt x="13892604" y="5765431"/>
                </a:lnTo>
                <a:lnTo>
                  <a:pt x="0" y="5765431"/>
                </a:lnTo>
                <a:lnTo>
                  <a:pt x="0" y="0"/>
                </a:lnTo>
                <a:close/>
              </a:path>
            </a:pathLst>
          </a:custGeom>
          <a:blipFill rotWithShape="1">
            <a:blip r:embed="rId4">
              <a:alphaModFix/>
            </a:blip>
            <a:stretch>
              <a:fillRect b="0" l="0" r="0" t="0"/>
            </a:stretch>
          </a:blipFill>
          <a:ln>
            <a:noFill/>
          </a:ln>
        </p:spPr>
      </p:sp>
      <p:sp>
        <p:nvSpPr>
          <p:cNvPr id="727" name="Google Shape;727;g39ab14d6dc7_0_900"/>
          <p:cNvSpPr txBox="1"/>
          <p:nvPr/>
        </p:nvSpPr>
        <p:spPr>
          <a:xfrm>
            <a:off x="2580394" y="4461626"/>
            <a:ext cx="13127100" cy="1335900"/>
          </a:xfrm>
          <a:prstGeom prst="rect">
            <a:avLst/>
          </a:prstGeom>
          <a:noFill/>
          <a:ln>
            <a:noFill/>
          </a:ln>
        </p:spPr>
        <p:txBody>
          <a:bodyPr anchorCtr="0" anchor="t" bIns="0" lIns="0" spcFirstLastPara="1" rIns="0" wrap="square" tIns="0">
            <a:spAutoFit/>
          </a:bodyPr>
          <a:lstStyle/>
          <a:p>
            <a:pPr indent="-302260" lvl="1" marL="604519" marR="0" rtl="0" algn="l">
              <a:lnSpc>
                <a:spcPct val="140014"/>
              </a:lnSpc>
              <a:spcBef>
                <a:spcPts val="0"/>
              </a:spcBef>
              <a:spcAft>
                <a:spcPts val="0"/>
              </a:spcAft>
              <a:buClr>
                <a:srgbClr val="000000"/>
              </a:buClr>
              <a:buSzPts val="2799"/>
              <a:buFont typeface="Arial"/>
              <a:buChar char="•"/>
            </a:pPr>
            <a:r>
              <a:rPr lang="en-US" sz="2799">
                <a:latin typeface="Open Sans"/>
                <a:ea typeface="Open Sans"/>
                <a:cs typeface="Open Sans"/>
                <a:sym typeface="Open Sans"/>
              </a:rPr>
              <a:t>Se colocará el recordatorio de las actividades según corresponda</a:t>
            </a:r>
            <a:endParaRPr b="0" i="0" sz="1400" u="none" cap="none" strike="noStrike">
              <a:solidFill>
                <a:srgbClr val="000000"/>
              </a:solidFill>
              <a:latin typeface="Arial"/>
              <a:ea typeface="Arial"/>
              <a:cs typeface="Arial"/>
              <a:sym typeface="Arial"/>
            </a:endParaRPr>
          </a:p>
          <a:p>
            <a:pPr indent="0" lvl="0" marL="0" marR="0" rtl="0" algn="l">
              <a:lnSpc>
                <a:spcPct val="140014"/>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ctr">
              <a:lnSpc>
                <a:spcPct val="140014"/>
              </a:lnSpc>
              <a:spcBef>
                <a:spcPts val="0"/>
              </a:spcBef>
              <a:spcAft>
                <a:spcPts val="0"/>
              </a:spcAft>
              <a:buClr>
                <a:srgbClr val="000000"/>
              </a:buClr>
              <a:buSzPts val="2799"/>
              <a:buFont typeface="Arial"/>
              <a:buNone/>
            </a:pPr>
            <a:r>
              <a:t/>
            </a:r>
            <a:endParaRPr b="0" i="0" sz="2799" u="none" cap="none" strike="noStrike">
              <a:solidFill>
                <a:srgbClr val="000000"/>
              </a:solidFill>
              <a:latin typeface="Open Sans"/>
              <a:ea typeface="Open Sans"/>
              <a:cs typeface="Open Sans"/>
              <a:sym typeface="Open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14"/>
          <p:cNvSpPr/>
          <p:nvPr/>
        </p:nvSpPr>
        <p:spPr>
          <a:xfrm>
            <a:off x="3861682" y="595298"/>
            <a:ext cx="10564636" cy="8663002"/>
          </a:xfrm>
          <a:custGeom>
            <a:rect b="b" l="l" r="r" t="t"/>
            <a:pathLst>
              <a:path extrusionOk="0" h="8663002" w="10564636">
                <a:moveTo>
                  <a:pt x="0" y="0"/>
                </a:moveTo>
                <a:lnTo>
                  <a:pt x="10564636" y="0"/>
                </a:lnTo>
                <a:lnTo>
                  <a:pt x="10564636" y="8663002"/>
                </a:lnTo>
                <a:lnTo>
                  <a:pt x="0" y="866300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15"/>
          <p:cNvSpPr/>
          <p:nvPr/>
        </p:nvSpPr>
        <p:spPr>
          <a:xfrm>
            <a:off x="814445" y="0"/>
            <a:ext cx="16659109" cy="10287000"/>
          </a:xfrm>
          <a:custGeom>
            <a:rect b="b" l="l" r="r" t="t"/>
            <a:pathLst>
              <a:path extrusionOk="0" h="10287000" w="16659109">
                <a:moveTo>
                  <a:pt x="0" y="0"/>
                </a:moveTo>
                <a:lnTo>
                  <a:pt x="16659110" y="0"/>
                </a:lnTo>
                <a:lnTo>
                  <a:pt x="1665911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