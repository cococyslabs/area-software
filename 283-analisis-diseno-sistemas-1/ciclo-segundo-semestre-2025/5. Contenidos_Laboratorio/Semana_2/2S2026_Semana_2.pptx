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Arimo"/>
      <p:regular r:id="rId71"/>
      <p:bold r:id="rId72"/>
      <p:italic r:id="rId73"/>
      <p:boldItalic r:id="rId74"/>
    </p:embeddedFont>
    <p:embeddedFont>
      <p:font typeface="Poppins"/>
      <p:regular r:id="rId75"/>
      <p:bold r:id="rId76"/>
      <p:italic r:id="rId77"/>
      <p:boldItalic r:id="rId78"/>
    </p:embeddedFont>
    <p:embeddedFont>
      <p:font typeface="Poppins Black"/>
      <p:bold r:id="rId79"/>
      <p:boldItalic r:id="rId80"/>
    </p:embeddedFont>
    <p:embeddedFont>
      <p:font typeface="Courier Prime"/>
      <p:regular r:id="rId81"/>
      <p:bold r:id="rId82"/>
      <p:italic r:id="rId83"/>
      <p:boldItalic r:id="rId84"/>
    </p:embeddedFont>
    <p:embeddedFont>
      <p:font typeface="Open Sans"/>
      <p:bold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CourierPrime-boldItalic.fntdata"/><Relationship Id="rId83" Type="http://schemas.openxmlformats.org/officeDocument/2006/relationships/font" Target="fonts/CourierPrime-italic.fntdata"/><Relationship Id="rId42" Type="http://schemas.openxmlformats.org/officeDocument/2006/relationships/slide" Target="slides/slide36.xml"/><Relationship Id="rId86" Type="http://schemas.openxmlformats.org/officeDocument/2006/relationships/font" Target="fonts/OpenSans-boldItalic.fntdata"/><Relationship Id="rId41" Type="http://schemas.openxmlformats.org/officeDocument/2006/relationships/slide" Target="slides/slide35.xml"/><Relationship Id="rId85" Type="http://schemas.openxmlformats.org/officeDocument/2006/relationships/font" Target="fonts/OpenSans-bold.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PoppinsBlack-boldItalic.fntdata"/><Relationship Id="rId82" Type="http://schemas.openxmlformats.org/officeDocument/2006/relationships/font" Target="fonts/CourierPrime-bold.fntdata"/><Relationship Id="rId81" Type="http://schemas.openxmlformats.org/officeDocument/2006/relationships/font" Target="fonts/CourierPrim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Arimo-italic.fntdata"/><Relationship Id="rId72" Type="http://schemas.openxmlformats.org/officeDocument/2006/relationships/font" Target="fonts/Arimo-bold.fntdata"/><Relationship Id="rId31" Type="http://schemas.openxmlformats.org/officeDocument/2006/relationships/slide" Target="slides/slide25.xml"/><Relationship Id="rId75" Type="http://schemas.openxmlformats.org/officeDocument/2006/relationships/font" Target="fonts/Poppins-regular.fntdata"/><Relationship Id="rId30" Type="http://schemas.openxmlformats.org/officeDocument/2006/relationships/slide" Target="slides/slide24.xml"/><Relationship Id="rId74" Type="http://schemas.openxmlformats.org/officeDocument/2006/relationships/font" Target="fonts/Arimo-boldItalic.fntdata"/><Relationship Id="rId33" Type="http://schemas.openxmlformats.org/officeDocument/2006/relationships/slide" Target="slides/slide27.xml"/><Relationship Id="rId77" Type="http://schemas.openxmlformats.org/officeDocument/2006/relationships/font" Target="fonts/Poppins-italic.fntdata"/><Relationship Id="rId32" Type="http://schemas.openxmlformats.org/officeDocument/2006/relationships/slide" Target="slides/slide26.xml"/><Relationship Id="rId76" Type="http://schemas.openxmlformats.org/officeDocument/2006/relationships/font" Target="fonts/Poppins-bold.fntdata"/><Relationship Id="rId35" Type="http://schemas.openxmlformats.org/officeDocument/2006/relationships/slide" Target="slides/slide29.xml"/><Relationship Id="rId79" Type="http://schemas.openxmlformats.org/officeDocument/2006/relationships/font" Target="fonts/PoppinsBlack-bold.fntdata"/><Relationship Id="rId34" Type="http://schemas.openxmlformats.org/officeDocument/2006/relationships/slide" Target="slides/slide28.xml"/><Relationship Id="rId78" Type="http://schemas.openxmlformats.org/officeDocument/2006/relationships/font" Target="fonts/Poppins-boldItalic.fntdata"/><Relationship Id="rId71" Type="http://schemas.openxmlformats.org/officeDocument/2006/relationships/font" Target="fonts/Arimo-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9064be60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9064be60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9064be60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d9064be604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9064be604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d9064be604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9064be604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d9064be604_0_3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9064be604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d9064be604_0_5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9064be604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9064be604_0_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bc212035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g3dbc212035d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bc212035d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dbc212035d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bc212035d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3dbc212035d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bc212035d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dbc212035d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bc212035d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3dbc212035d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bc212035d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dbc212035d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bc212035d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g3dbc212035d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bc212035d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3dbc212035d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bc212035d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dbc212035d_0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dbc212035d_0_4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g3dbc212035d_0_4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bc212035d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3dbc212035d_0_4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bc212035d_0_4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g3dbc212035d_0_4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bc212035d_0_4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5" name="Google Shape;385;g3dbc212035d_0_4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bc212035d_0_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g3dbc212035d_0_4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bc212035d_0_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g3dbc212035d_0_5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bc212035d_0_5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g3dbc212035d_0_5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bc212035d_0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g3dbc212035d_0_5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bc212035d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dbc212035d_0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bc212035d_0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3" name="Google Shape;473;g3dbc212035d_0_5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bc212035d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g3dbc212035d_0_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dbc212035d_0_6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3dbc212035d_0_6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bc212035d_0_6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3dbc212035d_0_6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bc212035d_0_6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 name="Google Shape;510;g3dbc212035d_0_6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bc212035d_0_6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1" name="Google Shape;521;g3dbc212035d_0_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bc212035d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g3dbc212035d_0_6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bc212035d_0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g3dbc212035d_0_6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bc212035d_0_6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4" name="Google Shape;564;g3dbc212035d_0_6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bc212035d_0_6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3" name="Google Shape;573;g3dbc212035d_0_6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dbc212035d_0_6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3dbc212035d_0_6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dbc212035d_0_7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7" name="Google Shape;617;g3dbc212035d_0_7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dbc212035d_0_7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g3dbc212035d_0_7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bc212035d_0_8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1" name="Google Shape;661;g3dbc212035d_0_8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dbc212035d_0_8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g3dbc212035d_0_8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bc212035d_0_8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6" name="Google Shape;686;g3dbc212035d_0_8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dbc212035d_0_8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2" name="Google Shape;692;g3dbc212035d_0_8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bc212035d_0_8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g3dbc212035d_0_8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bc212035d_0_8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6" name="Google Shape;716;g3dbc212035d_0_8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dbc212035d_0_9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0" name="Google Shape;730;g3dbc212035d_0_9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dbc212035d_0_9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3" name="Google Shape;743;g3dbc212035d_0_9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dbc212035d_0_9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3" name="Google Shape;753;g3dbc212035d_0_9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dbc212035d_0_9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5" name="Google Shape;765;g3dbc212035d_0_9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dbc212035d_0_9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8" name="Google Shape;778;g3dbc212035d_0_9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bc212035d_0_9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g3dbc212035d_0_9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dbc212035d_0_9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6" name="Google Shape;796;g3dbc212035d_0_9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dbc212035d_0_9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1" name="Google Shape;801;g3dbc212035d_0_9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dbc212035d_0_9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6" name="Google Shape;806;g3dbc212035d_0_9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dbc212035d_0_9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3" name="Google Shape;823;g3dbc212035d_0_9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dbc212035d_0_9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8" name="Google Shape;828;g3dbc212035d_0_9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dbc212035d_0_9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3" name="Google Shape;833;g3dbc212035d_0_9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dbc212035d_0_9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8" name="Google Shape;838;g3dbc212035d_0_9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d9064be604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g3d9064be604_0_6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d9064be604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g3d9064be604_0_7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d9064be604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g3d9064be604_0_8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d9064be604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g3d9064be604_0_9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d9064be604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g3d9064be604_0_10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d9064be604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g3d9064be604_0_1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d9064be604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g3d9064be604_0_1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d9064be604_0_1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g3d9064be604_0_1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spcBef>
                <a:spcPts val="0"/>
              </a:spcBef>
              <a:buNone/>
              <a:defRPr b="0" i="0" sz="600" u="none" cap="none" strike="noStrike">
                <a:solidFill>
                  <a:srgbClr val="888888"/>
                </a:solidFill>
                <a:latin typeface="Calibri"/>
                <a:ea typeface="Calibri"/>
                <a:cs typeface="Calibri"/>
                <a:sym typeface="Calibri"/>
              </a:defRPr>
            </a:lvl1pPr>
            <a:lvl2pPr indent="0" lvl="1" marL="0" marR="0" algn="r">
              <a:spcBef>
                <a:spcPts val="0"/>
              </a:spcBef>
              <a:buNone/>
              <a:defRPr b="0" i="0" sz="600" u="none" cap="none" strike="noStrike">
                <a:solidFill>
                  <a:srgbClr val="888888"/>
                </a:solidFill>
                <a:latin typeface="Calibri"/>
                <a:ea typeface="Calibri"/>
                <a:cs typeface="Calibri"/>
                <a:sym typeface="Calibri"/>
              </a:defRPr>
            </a:lvl2pPr>
            <a:lvl3pPr indent="0" lvl="2" marL="0" marR="0" algn="r">
              <a:spcBef>
                <a:spcPts val="0"/>
              </a:spcBef>
              <a:buNone/>
              <a:defRPr b="0" i="0" sz="600" u="none" cap="none" strike="noStrike">
                <a:solidFill>
                  <a:srgbClr val="888888"/>
                </a:solidFill>
                <a:latin typeface="Calibri"/>
                <a:ea typeface="Calibri"/>
                <a:cs typeface="Calibri"/>
                <a:sym typeface="Calibri"/>
              </a:defRPr>
            </a:lvl3pPr>
            <a:lvl4pPr indent="0" lvl="3" marL="0" marR="0" algn="r">
              <a:spcBef>
                <a:spcPts val="0"/>
              </a:spcBef>
              <a:buNone/>
              <a:defRPr b="0" i="0" sz="600" u="none" cap="none" strike="noStrike">
                <a:solidFill>
                  <a:srgbClr val="888888"/>
                </a:solidFill>
                <a:latin typeface="Calibri"/>
                <a:ea typeface="Calibri"/>
                <a:cs typeface="Calibri"/>
                <a:sym typeface="Calibri"/>
              </a:defRPr>
            </a:lvl4pPr>
            <a:lvl5pPr indent="0" lvl="4" marL="0" marR="0" algn="r">
              <a:spcBef>
                <a:spcPts val="0"/>
              </a:spcBef>
              <a:buNone/>
              <a:defRPr b="0" i="0" sz="600" u="none" cap="none" strike="noStrike">
                <a:solidFill>
                  <a:srgbClr val="888888"/>
                </a:solidFill>
                <a:latin typeface="Calibri"/>
                <a:ea typeface="Calibri"/>
                <a:cs typeface="Calibri"/>
                <a:sym typeface="Calibri"/>
              </a:defRPr>
            </a:lvl5pPr>
            <a:lvl6pPr indent="0" lvl="5" marL="0" marR="0" algn="r">
              <a:spcBef>
                <a:spcPts val="0"/>
              </a:spcBef>
              <a:buNone/>
              <a:defRPr b="0" i="0" sz="600" u="none" cap="none" strike="noStrike">
                <a:solidFill>
                  <a:srgbClr val="888888"/>
                </a:solidFill>
                <a:latin typeface="Calibri"/>
                <a:ea typeface="Calibri"/>
                <a:cs typeface="Calibri"/>
                <a:sym typeface="Calibri"/>
              </a:defRPr>
            </a:lvl6pPr>
            <a:lvl7pPr indent="0" lvl="6" marL="0" marR="0" algn="r">
              <a:spcBef>
                <a:spcPts val="0"/>
              </a:spcBef>
              <a:buNone/>
              <a:defRPr b="0" i="0" sz="600" u="none" cap="none" strike="noStrike">
                <a:solidFill>
                  <a:srgbClr val="888888"/>
                </a:solidFill>
                <a:latin typeface="Calibri"/>
                <a:ea typeface="Calibri"/>
                <a:cs typeface="Calibri"/>
                <a:sym typeface="Calibri"/>
              </a:defRPr>
            </a:lvl7pPr>
            <a:lvl8pPr indent="0" lvl="7" marL="0" marR="0" algn="r">
              <a:spcBef>
                <a:spcPts val="0"/>
              </a:spcBef>
              <a:buNone/>
              <a:defRPr b="0" i="0" sz="600" u="none" cap="none" strike="noStrike">
                <a:solidFill>
                  <a:srgbClr val="888888"/>
                </a:solidFill>
                <a:latin typeface="Calibri"/>
                <a:ea typeface="Calibri"/>
                <a:cs typeface="Calibri"/>
                <a:sym typeface="Calibri"/>
              </a:defRPr>
            </a:lvl8pPr>
            <a:lvl9pPr indent="0" lvl="8" marL="0" marR="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08.png"/><Relationship Id="rId4" Type="http://schemas.openxmlformats.org/officeDocument/2006/relationships/image" Target="../media/image7.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2.png"/><Relationship Id="rId4" Type="http://schemas.openxmlformats.org/officeDocument/2006/relationships/image" Target="../media/image17.png"/><Relationship Id="rId5" Type="http://schemas.openxmlformats.org/officeDocument/2006/relationships/image" Target="../media/image4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1.png"/><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19.png"/><Relationship Id="rId8"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8.png"/><Relationship Id="rId9" Type="http://schemas.openxmlformats.org/officeDocument/2006/relationships/image" Target="../media/image33.png"/><Relationship Id="rId5" Type="http://schemas.openxmlformats.org/officeDocument/2006/relationships/image" Target="../media/image13.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39.png"/><Relationship Id="rId5" Type="http://schemas.openxmlformats.org/officeDocument/2006/relationships/image" Target="../media/image28.png"/><Relationship Id="rId6" Type="http://schemas.openxmlformats.org/officeDocument/2006/relationships/image" Target="../media/image34.png"/><Relationship Id="rId7" Type="http://schemas.openxmlformats.org/officeDocument/2006/relationships/image" Target="../media/image37.png"/><Relationship Id="rId8"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50.png"/><Relationship Id="rId6" Type="http://schemas.openxmlformats.org/officeDocument/2006/relationships/image" Target="../media/image27.png"/><Relationship Id="rId7"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63.png"/><Relationship Id="rId5"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7.png"/><Relationship Id="rId4" Type="http://schemas.openxmlformats.org/officeDocument/2006/relationships/image" Target="../media/image63.png"/><Relationship Id="rId5" Type="http://schemas.openxmlformats.org/officeDocument/2006/relationships/image" Target="../media/image60.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58.png"/><Relationship Id="rId4" Type="http://schemas.openxmlformats.org/officeDocument/2006/relationships/image" Target="../media/image65.png"/><Relationship Id="rId5"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75.png"/><Relationship Id="rId4" Type="http://schemas.openxmlformats.org/officeDocument/2006/relationships/image" Target="../media/image68.png"/><Relationship Id="rId5" Type="http://schemas.openxmlformats.org/officeDocument/2006/relationships/image" Target="../media/image8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61.png"/><Relationship Id="rId4" Type="http://schemas.openxmlformats.org/officeDocument/2006/relationships/image" Target="../media/image64.png"/><Relationship Id="rId5" Type="http://schemas.openxmlformats.org/officeDocument/2006/relationships/image" Target="../media/image7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7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7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71.png"/><Relationship Id="rId4" Type="http://schemas.openxmlformats.org/officeDocument/2006/relationships/image" Target="../media/image7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6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66.png"/><Relationship Id="rId4" Type="http://schemas.openxmlformats.org/officeDocument/2006/relationships/image" Target="../media/image82.png"/><Relationship Id="rId5" Type="http://schemas.openxmlformats.org/officeDocument/2006/relationships/image" Target="../media/image68.png"/><Relationship Id="rId6" Type="http://schemas.openxmlformats.org/officeDocument/2006/relationships/image" Target="../media/image6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68.png"/><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66.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image" Target="../media/image76.png"/><Relationship Id="rId7" Type="http://schemas.openxmlformats.org/officeDocument/2006/relationships/image" Target="../media/image9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6.png"/><Relationship Id="rId4" Type="http://schemas.openxmlformats.org/officeDocument/2006/relationships/image" Target="../media/image68.png"/><Relationship Id="rId5" Type="http://schemas.openxmlformats.org/officeDocument/2006/relationships/image" Target="../media/image81.png"/><Relationship Id="rId6" Type="http://schemas.openxmlformats.org/officeDocument/2006/relationships/image" Target="../media/image76.png"/><Relationship Id="rId7" Type="http://schemas.openxmlformats.org/officeDocument/2006/relationships/image" Target="../media/image8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91.png"/><Relationship Id="rId4" Type="http://schemas.openxmlformats.org/officeDocument/2006/relationships/image" Target="../media/image86.png"/><Relationship Id="rId5" Type="http://schemas.openxmlformats.org/officeDocument/2006/relationships/hyperlink" Target="https://www.atlassian.com/es/git/tutorials/comparing-workflows/gitflow-workflow"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75.png"/><Relationship Id="rId4"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8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9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66.png"/><Relationship Id="rId4" Type="http://schemas.openxmlformats.org/officeDocument/2006/relationships/image" Target="../media/image68.png"/><Relationship Id="rId5" Type="http://schemas.openxmlformats.org/officeDocument/2006/relationships/image" Target="../media/image81.png"/><Relationship Id="rId6" Type="http://schemas.openxmlformats.org/officeDocument/2006/relationships/image" Target="../media/image76.png"/><Relationship Id="rId7" Type="http://schemas.openxmlformats.org/officeDocument/2006/relationships/image" Target="../media/image8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0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9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9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93.png"/><Relationship Id="rId4" Type="http://schemas.openxmlformats.org/officeDocument/2006/relationships/image" Target="../media/image9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97.png"/><Relationship Id="rId4" Type="http://schemas.openxmlformats.org/officeDocument/2006/relationships/image" Target="../media/image9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0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0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105.png"/><Relationship Id="rId4" Type="http://schemas.openxmlformats.org/officeDocument/2006/relationships/image" Target="../media/image102.png"/><Relationship Id="rId5" Type="http://schemas.openxmlformats.org/officeDocument/2006/relationships/hyperlink" Target="https://www.youtube.com/watch?v=F8443XQafGU"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0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1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131" name="Google Shape;131;p25"/>
          <p:cNvPicPr preferRelativeResize="0"/>
          <p:nvPr/>
        </p:nvPicPr>
        <p:blipFill rotWithShape="1">
          <a:blip r:embed="rId5">
            <a:alphaModFix/>
          </a:blip>
          <a:srcRect b="0" l="0" r="0" t="0"/>
          <a:stretch/>
        </p:blipFill>
        <p:spPr>
          <a:xfrm>
            <a:off x="5335013" y="883388"/>
            <a:ext cx="4762338" cy="940550"/>
          </a:xfrm>
          <a:prstGeom prst="rect">
            <a:avLst/>
          </a:prstGeom>
          <a:noFill/>
          <a:ln>
            <a:noFill/>
          </a:ln>
        </p:spPr>
      </p:pic>
      <p:sp>
        <p:nvSpPr>
          <p:cNvPr id="132" name="Google Shape;132;p25"/>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33" name="Google Shape;133;p25"/>
          <p:cNvSpPr txBox="1"/>
          <p:nvPr/>
        </p:nvSpPr>
        <p:spPr>
          <a:xfrm>
            <a:off x="174325" y="4600575"/>
            <a:ext cx="36873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s" sz="1600" u="none" cap="none" strike="noStrike">
                <a:solidFill>
                  <a:srgbClr val="000000"/>
                </a:solidFill>
                <a:latin typeface="Open Sans"/>
                <a:ea typeface="Open Sans"/>
                <a:cs typeface="Open Sans"/>
                <a:sym typeface="Open Sans"/>
              </a:rPr>
              <a:t>NOMBRE DEL TUTOR</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134" name="Google Shape;134;p25"/>
          <p:cNvSpPr txBox="1"/>
          <p:nvPr/>
        </p:nvSpPr>
        <p:spPr>
          <a:xfrm>
            <a:off x="1452118" y="1900975"/>
            <a:ext cx="6593700" cy="711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t/>
            </a:r>
            <a:endParaRPr b="1" sz="2100">
              <a:latin typeface="Open Sans"/>
              <a:ea typeface="Open Sans"/>
              <a:cs typeface="Open Sans"/>
              <a:sym typeface="Open Sans"/>
            </a:endParaRPr>
          </a:p>
          <a:p>
            <a:pPr indent="0" lvl="0" marL="0" marR="0" rtl="0" algn="ctr">
              <a:lnSpc>
                <a:spcPct val="140000"/>
              </a:lnSpc>
              <a:spcBef>
                <a:spcPts val="0"/>
              </a:spcBef>
              <a:spcAft>
                <a:spcPts val="0"/>
              </a:spcAft>
              <a:buNone/>
            </a:pPr>
            <a:r>
              <a:rPr b="1" lang="es" sz="2100">
                <a:latin typeface="Open Sans"/>
                <a:ea typeface="Open Sans"/>
                <a:cs typeface="Open Sans"/>
                <a:sym typeface="Open Sans"/>
              </a:rPr>
              <a:t>Analisis y Diseño de Sistemas 1</a:t>
            </a:r>
            <a:endParaRPr sz="700"/>
          </a:p>
          <a:p>
            <a:pPr indent="0" lvl="0" marL="0" marR="0" rtl="0" algn="ctr">
              <a:lnSpc>
                <a:spcPct val="79976"/>
              </a:lnSpc>
              <a:spcBef>
                <a:spcPts val="0"/>
              </a:spcBef>
              <a:spcAft>
                <a:spcPts val="0"/>
              </a:spcAft>
              <a:buNone/>
            </a:pPr>
            <a:r>
              <a:t/>
            </a:r>
            <a:endParaRPr b="1" i="0" sz="2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p:nvPr/>
        </p:nvSpPr>
        <p:spPr>
          <a:xfrm>
            <a:off x="0" y="0"/>
            <a:ext cx="9144000" cy="520065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140" name="Google Shape;140;p26"/>
          <p:cNvSpPr txBox="1"/>
          <p:nvPr/>
        </p:nvSpPr>
        <p:spPr>
          <a:xfrm>
            <a:off x="3102024" y="1595120"/>
            <a:ext cx="2940000" cy="1625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s" sz="4400" u="none" cap="none" strike="noStrike">
                <a:solidFill>
                  <a:srgbClr val="000000"/>
                </a:solidFill>
                <a:latin typeface="Open Sans"/>
                <a:ea typeface="Open Sans"/>
                <a:cs typeface="Open Sans"/>
                <a:sym typeface="Open Sans"/>
              </a:rPr>
              <a:t>UNIDAD </a:t>
            </a:r>
            <a:r>
              <a:rPr b="1" lang="es" sz="4400">
                <a:latin typeface="Open Sans"/>
                <a:ea typeface="Open Sans"/>
                <a:cs typeface="Open Sans"/>
                <a:sym typeface="Open Sans"/>
              </a:rPr>
              <a:t>1</a:t>
            </a:r>
            <a:endParaRPr sz="700"/>
          </a:p>
          <a:p>
            <a:pPr indent="0" lvl="0" marL="0" marR="0" rtl="0" algn="ctr">
              <a:lnSpc>
                <a:spcPct val="140004"/>
              </a:lnSpc>
              <a:spcBef>
                <a:spcPts val="0"/>
              </a:spcBef>
              <a:spcAft>
                <a:spcPts val="0"/>
              </a:spcAft>
              <a:buNone/>
            </a:pPr>
            <a:r>
              <a:t/>
            </a:r>
            <a:endParaRPr b="1" i="0" sz="4400" u="none" cap="none" strike="noStrike">
              <a:solidFill>
                <a:srgbClr val="000000"/>
              </a:solidFill>
              <a:latin typeface="Open Sans"/>
              <a:ea typeface="Open Sans"/>
              <a:cs typeface="Open Sans"/>
              <a:sym typeface="Open Sans"/>
            </a:endParaRPr>
          </a:p>
        </p:txBody>
      </p:sp>
      <p:sp>
        <p:nvSpPr>
          <p:cNvPr id="141" name="Google Shape;141;p26"/>
          <p:cNvSpPr txBox="1"/>
          <p:nvPr/>
        </p:nvSpPr>
        <p:spPr>
          <a:xfrm>
            <a:off x="1802250" y="2415550"/>
            <a:ext cx="5539500" cy="1329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 sz="3600">
                <a:latin typeface="Open Sans"/>
                <a:ea typeface="Open Sans"/>
                <a:cs typeface="Open Sans"/>
                <a:sym typeface="Open Sans"/>
              </a:rPr>
              <a:t>Control de Versiones</a:t>
            </a:r>
            <a:endParaRPr sz="700"/>
          </a:p>
          <a:p>
            <a:pPr indent="0" lvl="0" marL="0" marR="0" rtl="0" algn="ctr">
              <a:lnSpc>
                <a:spcPct val="140000"/>
              </a:lnSpc>
              <a:spcBef>
                <a:spcPts val="0"/>
              </a:spcBef>
              <a:spcAft>
                <a:spcPts val="0"/>
              </a:spcAft>
              <a:buNone/>
            </a:pPr>
            <a:r>
              <a:t/>
            </a:r>
            <a:endParaRPr b="1" i="0" sz="3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p:nvPr/>
        </p:nvSpPr>
        <p:spPr>
          <a:xfrm>
            <a:off x="2343568" y="1246386"/>
            <a:ext cx="4716047" cy="3382765"/>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47" name="Google Shape;147;p27"/>
          <p:cNvSpPr/>
          <p:nvPr/>
        </p:nvSpPr>
        <p:spPr>
          <a:xfrm>
            <a:off x="1985714" y="306419"/>
            <a:ext cx="5650630" cy="1144253"/>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48" name="Google Shape;148;p27"/>
          <p:cNvSpPr/>
          <p:nvPr/>
        </p:nvSpPr>
        <p:spPr>
          <a:xfrm>
            <a:off x="157446" y="1450671"/>
            <a:ext cx="2480817" cy="2480817"/>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49" name="Google Shape;149;p27"/>
          <p:cNvSpPr/>
          <p:nvPr/>
        </p:nvSpPr>
        <p:spPr>
          <a:xfrm>
            <a:off x="2638262" y="1587241"/>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50" name="Google Shape;150;p27"/>
          <p:cNvSpPr txBox="1"/>
          <p:nvPr/>
        </p:nvSpPr>
        <p:spPr>
          <a:xfrm>
            <a:off x="2977349" y="2164075"/>
            <a:ext cx="1404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Asignacion DTT</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51" name="Google Shape;151;p27"/>
          <p:cNvSpPr txBox="1"/>
          <p:nvPr/>
        </p:nvSpPr>
        <p:spPr>
          <a:xfrm>
            <a:off x="2977355" y="1671356"/>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Foro Semanal</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52" name="Google Shape;152;p27"/>
          <p:cNvSpPr/>
          <p:nvPr/>
        </p:nvSpPr>
        <p:spPr>
          <a:xfrm>
            <a:off x="2638262" y="2079026"/>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53" name="Google Shape;153;p27"/>
          <p:cNvSpPr/>
          <p:nvPr/>
        </p:nvSpPr>
        <p:spPr>
          <a:xfrm>
            <a:off x="2638262" y="2629548"/>
            <a:ext cx="339092" cy="412410"/>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54" name="Google Shape;154;p27"/>
          <p:cNvSpPr/>
          <p:nvPr/>
        </p:nvSpPr>
        <p:spPr>
          <a:xfrm>
            <a:off x="2638262" y="3180070"/>
            <a:ext cx="339092" cy="41240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55" name="Google Shape;155;p27"/>
          <p:cNvSpPr/>
          <p:nvPr/>
        </p:nvSpPr>
        <p:spPr>
          <a:xfrm>
            <a:off x="2638262" y="3730592"/>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56" name="Google Shape;156;p27"/>
          <p:cNvSpPr txBox="1"/>
          <p:nvPr/>
        </p:nvSpPr>
        <p:spPr>
          <a:xfrm>
            <a:off x="2977355" y="272440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57" name="Google Shape;157;p27"/>
          <p:cNvSpPr txBox="1"/>
          <p:nvPr/>
        </p:nvSpPr>
        <p:spPr>
          <a:xfrm>
            <a:off x="2977355" y="321780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58" name="Google Shape;158;p27"/>
          <p:cNvSpPr txBox="1"/>
          <p:nvPr/>
        </p:nvSpPr>
        <p:spPr>
          <a:xfrm>
            <a:off x="2977355" y="377787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p:nvPr/>
        </p:nvSpPr>
        <p:spPr>
          <a:xfrm>
            <a:off x="2008474" y="1779402"/>
            <a:ext cx="4948254" cy="2956582"/>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64" name="Google Shape;164;p28"/>
          <p:cNvSpPr/>
          <p:nvPr/>
        </p:nvSpPr>
        <p:spPr>
          <a:xfrm>
            <a:off x="1746686" y="-312653"/>
            <a:ext cx="5650630" cy="2563973"/>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65" name="Google Shape;165;p28"/>
          <p:cNvSpPr/>
          <p:nvPr/>
        </p:nvSpPr>
        <p:spPr>
          <a:xfrm>
            <a:off x="2437960" y="2045115"/>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66" name="Google Shape;166;p28"/>
          <p:cNvSpPr txBox="1"/>
          <p:nvPr/>
        </p:nvSpPr>
        <p:spPr>
          <a:xfrm>
            <a:off x="2607506" y="2164080"/>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1</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67" name="Google Shape;167;p28"/>
          <p:cNvSpPr/>
          <p:nvPr/>
        </p:nvSpPr>
        <p:spPr>
          <a:xfrm>
            <a:off x="2437960" y="2571750"/>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68" name="Google Shape;168;p28"/>
          <p:cNvSpPr txBox="1"/>
          <p:nvPr/>
        </p:nvSpPr>
        <p:spPr>
          <a:xfrm>
            <a:off x="2607506" y="268977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2</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69" name="Google Shape;169;p28"/>
          <p:cNvSpPr/>
          <p:nvPr/>
        </p:nvSpPr>
        <p:spPr>
          <a:xfrm>
            <a:off x="2437960" y="3097448"/>
            <a:ext cx="339092" cy="41240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70" name="Google Shape;170;p28"/>
          <p:cNvSpPr/>
          <p:nvPr/>
        </p:nvSpPr>
        <p:spPr>
          <a:xfrm>
            <a:off x="2437960" y="3624157"/>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71" name="Google Shape;171;p28"/>
          <p:cNvSpPr/>
          <p:nvPr/>
        </p:nvSpPr>
        <p:spPr>
          <a:xfrm>
            <a:off x="2437960" y="4150867"/>
            <a:ext cx="339092" cy="412410"/>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172" name="Google Shape;172;p28"/>
          <p:cNvSpPr txBox="1"/>
          <p:nvPr/>
        </p:nvSpPr>
        <p:spPr>
          <a:xfrm>
            <a:off x="2607506" y="319269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73" name="Google Shape;173;p28"/>
          <p:cNvSpPr txBox="1"/>
          <p:nvPr/>
        </p:nvSpPr>
        <p:spPr>
          <a:xfrm>
            <a:off x="2607506" y="369561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174" name="Google Shape;174;p28"/>
          <p:cNvSpPr txBox="1"/>
          <p:nvPr/>
        </p:nvSpPr>
        <p:spPr>
          <a:xfrm>
            <a:off x="2607506" y="4222351"/>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p:nvPr/>
        </p:nvSpPr>
        <p:spPr>
          <a:xfrm>
            <a:off x="0" y="0"/>
            <a:ext cx="9144000" cy="522351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80" name="Google Shape;180;p29"/>
          <p:cNvSpPr/>
          <p:nvPr/>
        </p:nvSpPr>
        <p:spPr>
          <a:xfrm>
            <a:off x="1444200" y="1290900"/>
            <a:ext cx="6974985" cy="2457392"/>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81" name="Google Shape;181;p29"/>
          <p:cNvSpPr txBox="1"/>
          <p:nvPr/>
        </p:nvSpPr>
        <p:spPr>
          <a:xfrm>
            <a:off x="2754250" y="1590350"/>
            <a:ext cx="5338500" cy="3014100"/>
          </a:xfrm>
          <a:prstGeom prst="rect">
            <a:avLst/>
          </a:prstGeom>
          <a:noFill/>
          <a:ln>
            <a:noFill/>
          </a:ln>
        </p:spPr>
        <p:txBody>
          <a:bodyPr anchorCtr="0" anchor="t" bIns="0" lIns="0" spcFirstLastPara="1" rIns="0" wrap="square" tIns="0">
            <a:spAutoFit/>
          </a:bodyPr>
          <a:lstStyle/>
          <a:p>
            <a:pPr indent="0" lvl="0" marL="0" rtl="0" algn="just">
              <a:lnSpc>
                <a:spcPct val="140007"/>
              </a:lnSpc>
              <a:spcBef>
                <a:spcPts val="0"/>
              </a:spcBef>
              <a:spcAft>
                <a:spcPts val="0"/>
              </a:spcAft>
              <a:buClr>
                <a:schemeClr val="dk1"/>
              </a:buClr>
              <a:buSzPts val="5199"/>
              <a:buFont typeface="Arial"/>
              <a:buNone/>
            </a:pPr>
            <a:r>
              <a:rPr b="1" lang="es" sz="1700">
                <a:solidFill>
                  <a:srgbClr val="131416"/>
                </a:solidFill>
                <a:latin typeface="Open Sans"/>
                <a:ea typeface="Open Sans"/>
                <a:cs typeface="Open Sans"/>
                <a:sym typeface="Open Sans"/>
              </a:rPr>
              <a:t>Genera soluciones de software aplicando buenas prácticas de análisis, control de versiones y metodologías ágiles para garantizar proyectos eficientes y colaborativos en entornos virtuales de trabajo</a:t>
            </a:r>
            <a:endParaRPr sz="1700">
              <a:solidFill>
                <a:schemeClr val="dk1"/>
              </a:solidFill>
              <a:latin typeface="Open Sans"/>
              <a:ea typeface="Open Sans"/>
              <a:cs typeface="Open Sans"/>
              <a:sym typeface="Open Sans"/>
            </a:endParaRPr>
          </a:p>
          <a:p>
            <a:pPr indent="0" lvl="0" marL="0" marR="0" rtl="0" algn="ctr">
              <a:lnSpc>
                <a:spcPct val="140006"/>
              </a:lnSpc>
              <a:spcBef>
                <a:spcPts val="0"/>
              </a:spcBef>
              <a:spcAft>
                <a:spcPts val="0"/>
              </a:spcAft>
              <a:buNone/>
            </a:pPr>
            <a:r>
              <a:t/>
            </a:r>
            <a:endParaRPr b="1" sz="3200">
              <a:latin typeface="Open Sans"/>
              <a:ea typeface="Open Sans"/>
              <a:cs typeface="Open Sans"/>
              <a:sym typeface="Open Sans"/>
            </a:endParaRPr>
          </a:p>
          <a:p>
            <a:pPr indent="0" lvl="0" marL="0" marR="0" rtl="0" algn="ctr">
              <a:lnSpc>
                <a:spcPct val="140006"/>
              </a:lnSpc>
              <a:spcBef>
                <a:spcPts val="0"/>
              </a:spcBef>
              <a:spcAft>
                <a:spcPts val="0"/>
              </a:spcAft>
              <a:buNone/>
            </a:pPr>
            <a:r>
              <a:t/>
            </a:r>
            <a:endParaRPr b="1"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nvSpPr>
        <p:spPr>
          <a:xfrm>
            <a:off x="468425" y="1442700"/>
            <a:ext cx="8207100" cy="281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s" sz="1500">
                <a:latin typeface="Open Sans"/>
                <a:ea typeface="Open Sans"/>
                <a:cs typeface="Open Sans"/>
                <a:sym typeface="Open Sans"/>
              </a:rPr>
              <a:t>"Imagina que trabajas en equipo y uno de tus compañeros pasó horas corrigiendo errores y mejorando una parte del código. Si tú llegas y subes una versión sin revisar los cambios previos, o sobrescribes su trabajo sin avisar, estás faltando al respeto a su esfuerzo y al trabajo en equipo.</a:t>
            </a:r>
            <a:endParaRPr sz="1500">
              <a:latin typeface="Open Sans"/>
              <a:ea typeface="Open Sans"/>
              <a:cs typeface="Open Sans"/>
              <a:sym typeface="Open Sans"/>
            </a:endParaRPr>
          </a:p>
          <a:p>
            <a:pPr indent="0" lvl="0" marL="457200" marR="0" rtl="0" algn="l">
              <a:lnSpc>
                <a:spcPct val="140000"/>
              </a:lnSpc>
              <a:spcBef>
                <a:spcPts val="0"/>
              </a:spcBef>
              <a:spcAft>
                <a:spcPts val="0"/>
              </a:spcAft>
              <a:buNone/>
            </a:pPr>
            <a:r>
              <a:t/>
            </a:r>
            <a:endParaRPr sz="1500">
              <a:latin typeface="Open Sans"/>
              <a:ea typeface="Open Sans"/>
              <a:cs typeface="Open Sans"/>
              <a:sym typeface="Open Sans"/>
            </a:endParaRPr>
          </a:p>
          <a:p>
            <a:pPr indent="0" lvl="0" marL="0" marR="0" rtl="0" algn="l">
              <a:lnSpc>
                <a:spcPct val="140000"/>
              </a:lnSpc>
              <a:spcBef>
                <a:spcPts val="0"/>
              </a:spcBef>
              <a:spcAft>
                <a:spcPts val="0"/>
              </a:spcAft>
              <a:buNone/>
            </a:pPr>
            <a:r>
              <a:rPr lang="es" sz="1500">
                <a:latin typeface="Open Sans"/>
                <a:ea typeface="Open Sans"/>
                <a:cs typeface="Open Sans"/>
                <a:sym typeface="Open Sans"/>
              </a:rPr>
              <a:t>Usar bien un sistema de control de versiones no solo es cuestión técnica, también es una forma de mostrar respeto: respetas el tiempo de los demás, su conocimiento, y la colaboración. Usar 'pull requests', comentar tus cambios, revisar lo que otros hicieron antes de modificar, son actos de cortesía profesional que demuestran respeto."</a:t>
            </a:r>
            <a:endParaRPr b="0" i="0" sz="1600" u="none" cap="none" strike="noStrike">
              <a:solidFill>
                <a:srgbClr val="000000"/>
              </a:solidFill>
              <a:latin typeface="Open Sans"/>
              <a:ea typeface="Open Sans"/>
              <a:cs typeface="Open Sans"/>
              <a:sym typeface="Open Sans"/>
            </a:endParaRPr>
          </a:p>
        </p:txBody>
      </p:sp>
      <p:sp>
        <p:nvSpPr>
          <p:cNvPr id="187" name="Google Shape;187;p30"/>
          <p:cNvSpPr txBox="1"/>
          <p:nvPr/>
        </p:nvSpPr>
        <p:spPr>
          <a:xfrm>
            <a:off x="3585000" y="581975"/>
            <a:ext cx="1974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200">
                <a:latin typeface="Impact"/>
                <a:ea typeface="Impact"/>
                <a:cs typeface="Impact"/>
                <a:sym typeface="Impact"/>
              </a:rPr>
              <a:t>RESPETO</a:t>
            </a:r>
            <a:endParaRPr b="1" sz="3200">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p:nvPr/>
        </p:nvSpPr>
        <p:spPr>
          <a:xfrm>
            <a:off x="0" y="-46242"/>
            <a:ext cx="9302633" cy="5239274"/>
          </a:xfrm>
          <a:custGeom>
            <a:rect b="b" l="l" r="r" t="t"/>
            <a:pathLst>
              <a:path extrusionOk="0" h="1913890" w="3398222">
                <a:moveTo>
                  <a:pt x="0" y="0"/>
                </a:moveTo>
                <a:lnTo>
                  <a:pt x="3398222" y="0"/>
                </a:lnTo>
                <a:lnTo>
                  <a:pt x="3398222" y="1913890"/>
                </a:lnTo>
                <a:lnTo>
                  <a:pt x="0" y="1913890"/>
                </a:lnTo>
                <a:close/>
              </a:path>
            </a:pathLst>
          </a:custGeom>
          <a:solidFill>
            <a:srgbClr val="D9D9D9">
              <a:alpha val="47060"/>
            </a:srgbClr>
          </a:solidFill>
          <a:ln>
            <a:noFill/>
          </a:ln>
        </p:spPr>
      </p:sp>
      <p:sp>
        <p:nvSpPr>
          <p:cNvPr id="193" name="Google Shape;193;p31"/>
          <p:cNvSpPr/>
          <p:nvPr/>
        </p:nvSpPr>
        <p:spPr>
          <a:xfrm rot="-2298120">
            <a:off x="4849589" y="1094702"/>
            <a:ext cx="6327075" cy="478556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194" name="Google Shape;194;p31"/>
          <p:cNvGrpSpPr/>
          <p:nvPr/>
        </p:nvGrpSpPr>
        <p:grpSpPr>
          <a:xfrm rot="9869093">
            <a:off x="7180032" y="3165771"/>
            <a:ext cx="3243858" cy="3381564"/>
            <a:chOff x="-8061" y="0"/>
            <a:chExt cx="8651124" cy="9018376"/>
          </a:xfrm>
        </p:grpSpPr>
        <p:sp>
          <p:nvSpPr>
            <p:cNvPr id="195" name="Google Shape;195;p31"/>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96" name="Google Shape;196;p3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97" name="Google Shape;197;p31"/>
          <p:cNvSpPr/>
          <p:nvPr/>
        </p:nvSpPr>
        <p:spPr>
          <a:xfrm>
            <a:off x="5043955" y="-2004381"/>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98" name="Google Shape;198;p31"/>
          <p:cNvSpPr/>
          <p:nvPr/>
        </p:nvSpPr>
        <p:spPr>
          <a:xfrm>
            <a:off x="280139" y="2039316"/>
            <a:ext cx="2847613" cy="2057400"/>
          </a:xfrm>
          <a:custGeom>
            <a:rect b="b" l="l" r="r" t="t"/>
            <a:pathLst>
              <a:path extrusionOk="0" h="4114800" w="5695225">
                <a:moveTo>
                  <a:pt x="0" y="0"/>
                </a:moveTo>
                <a:lnTo>
                  <a:pt x="5695225" y="0"/>
                </a:lnTo>
                <a:lnTo>
                  <a:pt x="5695225" y="4114800"/>
                </a:lnTo>
                <a:lnTo>
                  <a:pt x="0" y="4114800"/>
                </a:lnTo>
                <a:lnTo>
                  <a:pt x="0" y="0"/>
                </a:lnTo>
                <a:close/>
              </a:path>
            </a:pathLst>
          </a:custGeom>
          <a:blipFill rotWithShape="1">
            <a:blip r:embed="rId7">
              <a:alphaModFix/>
            </a:blip>
            <a:stretch>
              <a:fillRect b="0" l="0" r="0" t="0"/>
            </a:stretch>
          </a:blipFill>
          <a:ln>
            <a:noFill/>
          </a:ln>
        </p:spPr>
      </p:sp>
      <p:sp>
        <p:nvSpPr>
          <p:cNvPr id="199" name="Google Shape;199;p31"/>
          <p:cNvSpPr txBox="1"/>
          <p:nvPr/>
        </p:nvSpPr>
        <p:spPr>
          <a:xfrm>
            <a:off x="3430359" y="2025029"/>
            <a:ext cx="5370300" cy="2571300"/>
          </a:xfrm>
          <a:prstGeom prst="rect">
            <a:avLst/>
          </a:prstGeom>
          <a:noFill/>
          <a:ln>
            <a:noFill/>
          </a:ln>
        </p:spPr>
        <p:txBody>
          <a:bodyPr anchorCtr="0" anchor="t" bIns="0" lIns="0" spcFirstLastPara="1" rIns="0" wrap="square" tIns="0">
            <a:spAutoFit/>
          </a:bodyPr>
          <a:lstStyle/>
          <a:p>
            <a:pPr indent="0" lvl="0" marL="0" marR="0" rtl="0" algn="l">
              <a:lnSpc>
                <a:spcPct val="118003"/>
              </a:lnSpc>
              <a:spcBef>
                <a:spcPts val="0"/>
              </a:spcBef>
              <a:spcAft>
                <a:spcPts val="0"/>
              </a:spcAft>
              <a:buClr>
                <a:srgbClr val="000000"/>
              </a:buClr>
              <a:buSzPts val="1600"/>
              <a:buFont typeface="Arial"/>
              <a:buNone/>
            </a:pPr>
            <a:r>
              <a:rPr b="0" i="0" lang="es" sz="1600" u="none" cap="none" strike="noStrike">
                <a:solidFill>
                  <a:srgbClr val="404040"/>
                </a:solidFill>
                <a:latin typeface="Poppins"/>
                <a:ea typeface="Poppins"/>
                <a:cs typeface="Poppins"/>
                <a:sym typeface="Poppins"/>
              </a:rPr>
              <a:t>Son un tipo de software diseñado para realizar un seguimiento de las modificaciones efectuadas en el código a lo largo del tiempo. </a:t>
            </a:r>
            <a:endParaRPr b="0" i="0" sz="700" u="none" cap="none" strike="noStrike">
              <a:solidFill>
                <a:srgbClr val="000000"/>
              </a:solidFill>
              <a:latin typeface="Arial"/>
              <a:ea typeface="Arial"/>
              <a:cs typeface="Arial"/>
              <a:sym typeface="Arial"/>
            </a:endParaRPr>
          </a:p>
          <a:p>
            <a:pPr indent="0" lvl="0" marL="0" marR="0" rtl="0" algn="l">
              <a:lnSpc>
                <a:spcPct val="118003"/>
              </a:lnSpc>
              <a:spcBef>
                <a:spcPts val="0"/>
              </a:spcBef>
              <a:spcAft>
                <a:spcPts val="0"/>
              </a:spcAft>
              <a:buClr>
                <a:srgbClr val="000000"/>
              </a:buClr>
              <a:buSzPts val="1600"/>
              <a:buFont typeface="Arial"/>
              <a:buNone/>
            </a:pPr>
            <a:r>
              <a:t/>
            </a:r>
            <a:endParaRPr b="0" i="0" sz="1600" u="none" cap="none" strike="noStrike">
              <a:solidFill>
                <a:srgbClr val="404040"/>
              </a:solidFill>
              <a:latin typeface="Poppins"/>
              <a:ea typeface="Poppins"/>
              <a:cs typeface="Poppins"/>
              <a:sym typeface="Poppins"/>
            </a:endParaRPr>
          </a:p>
          <a:p>
            <a:pPr indent="0" lvl="0" marL="0" marR="0" rtl="0" algn="l">
              <a:lnSpc>
                <a:spcPct val="118003"/>
              </a:lnSpc>
              <a:spcBef>
                <a:spcPts val="0"/>
              </a:spcBef>
              <a:spcAft>
                <a:spcPts val="0"/>
              </a:spcAft>
              <a:buClr>
                <a:srgbClr val="000000"/>
              </a:buClr>
              <a:buSzPts val="1600"/>
              <a:buFont typeface="Arial"/>
              <a:buNone/>
            </a:pPr>
            <a:r>
              <a:rPr b="0" i="0" lang="es" sz="1600" u="none" cap="none" strike="noStrike">
                <a:solidFill>
                  <a:srgbClr val="404040"/>
                </a:solidFill>
                <a:latin typeface="Poppins"/>
                <a:ea typeface="Poppins"/>
                <a:cs typeface="Poppins"/>
                <a:sym typeface="Poppins"/>
              </a:rPr>
              <a:t>Cuando un desarrollador edita el código, el sistema de control de versiones captura instantáneas de los archivos, almacenándolas de manera permanente para posibilitar su recuperación en el futuro, si así se requiere.</a:t>
            </a:r>
            <a:endParaRPr b="0" i="0" sz="700" u="none" cap="none" strike="noStrike">
              <a:solidFill>
                <a:srgbClr val="000000"/>
              </a:solidFill>
              <a:latin typeface="Arial"/>
              <a:ea typeface="Arial"/>
              <a:cs typeface="Arial"/>
              <a:sym typeface="Arial"/>
            </a:endParaRPr>
          </a:p>
        </p:txBody>
      </p:sp>
      <p:sp>
        <p:nvSpPr>
          <p:cNvPr id="200" name="Google Shape;200;p31"/>
          <p:cNvSpPr txBox="1"/>
          <p:nvPr/>
        </p:nvSpPr>
        <p:spPr>
          <a:xfrm>
            <a:off x="727974" y="367620"/>
            <a:ext cx="7688100" cy="13206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Clr>
                <a:srgbClr val="000000"/>
              </a:buClr>
              <a:buSzPts val="3900"/>
              <a:buFont typeface="Arial"/>
              <a:buNone/>
            </a:pPr>
            <a:r>
              <a:rPr b="1" i="1" lang="es" sz="3900" u="none" cap="none" strike="noStrike">
                <a:solidFill>
                  <a:srgbClr val="1B4A9B"/>
                </a:solidFill>
                <a:latin typeface="Poppins"/>
                <a:ea typeface="Poppins"/>
                <a:cs typeface="Poppins"/>
                <a:sym typeface="Poppins"/>
              </a:rPr>
              <a:t>SISTEMAS DE CONTROL DE VERSIONES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p:nvPr/>
        </p:nvSpPr>
        <p:spPr>
          <a:xfrm>
            <a:off x="-152596" y="0"/>
            <a:ext cx="9302633" cy="5239274"/>
          </a:xfrm>
          <a:custGeom>
            <a:rect b="b" l="l" r="r" t="t"/>
            <a:pathLst>
              <a:path extrusionOk="0" h="1913890" w="3398222">
                <a:moveTo>
                  <a:pt x="0" y="0"/>
                </a:moveTo>
                <a:lnTo>
                  <a:pt x="3398222" y="0"/>
                </a:lnTo>
                <a:lnTo>
                  <a:pt x="3398222" y="1913890"/>
                </a:lnTo>
                <a:lnTo>
                  <a:pt x="0" y="1913890"/>
                </a:lnTo>
                <a:close/>
              </a:path>
            </a:pathLst>
          </a:custGeom>
          <a:solidFill>
            <a:srgbClr val="D9D9D9">
              <a:alpha val="47060"/>
            </a:srgbClr>
          </a:solidFill>
          <a:ln>
            <a:noFill/>
          </a:ln>
        </p:spPr>
      </p:sp>
      <p:sp>
        <p:nvSpPr>
          <p:cNvPr descr="Round Circle Dots" id="206" name="Google Shape;206;p32"/>
          <p:cNvSpPr/>
          <p:nvPr/>
        </p:nvSpPr>
        <p:spPr>
          <a:xfrm>
            <a:off x="5043955" y="-2004381"/>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3">
              <a:alphaModFix amt="47000"/>
            </a:blip>
            <a:stretch>
              <a:fillRect b="0" l="0" r="0" t="0"/>
            </a:stretch>
          </a:blipFill>
          <a:ln>
            <a:noFill/>
          </a:ln>
        </p:spPr>
      </p:sp>
      <p:grpSp>
        <p:nvGrpSpPr>
          <p:cNvPr id="207" name="Google Shape;207;p32"/>
          <p:cNvGrpSpPr/>
          <p:nvPr/>
        </p:nvGrpSpPr>
        <p:grpSpPr>
          <a:xfrm>
            <a:off x="403496" y="1045772"/>
            <a:ext cx="550347" cy="582594"/>
            <a:chOff x="0" y="-47625"/>
            <a:chExt cx="812800" cy="860425"/>
          </a:xfrm>
        </p:grpSpPr>
        <p:sp>
          <p:nvSpPr>
            <p:cNvPr id="208" name="Google Shape;208;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28297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9" name="Google Shape;209;p32"/>
            <p:cNvSpPr txBox="1"/>
            <p:nvPr/>
          </p:nvSpPr>
          <p:spPr>
            <a:xfrm>
              <a:off x="76200" y="-47625"/>
              <a:ext cx="660300" cy="784200"/>
            </a:xfrm>
            <a:prstGeom prst="rect">
              <a:avLst/>
            </a:prstGeom>
            <a:noFill/>
            <a:ln>
              <a:noFill/>
            </a:ln>
          </p:spPr>
          <p:txBody>
            <a:bodyPr anchorCtr="0" anchor="ctr" bIns="25400" lIns="25400" spcFirstLastPara="1" rIns="25400" wrap="square" tIns="25400">
              <a:noAutofit/>
            </a:bodyPr>
            <a:lstStyle/>
            <a:p>
              <a:pPr indent="0" lvl="0" marL="0" marR="0" rtl="0" algn="ctr">
                <a:lnSpc>
                  <a:spcPct val="154018"/>
                </a:lnSpc>
                <a:spcBef>
                  <a:spcPts val="0"/>
                </a:spcBef>
                <a:spcAft>
                  <a:spcPts val="0"/>
                </a:spcAft>
                <a:buClr>
                  <a:srgbClr val="000000"/>
                </a:buClr>
                <a:buSzPts val="1500"/>
                <a:buFont typeface="Arial"/>
                <a:buNone/>
              </a:pPr>
              <a:r>
                <a:rPr b="1" i="0" lang="es" sz="1500" u="none" cap="none" strike="noStrike">
                  <a:solidFill>
                    <a:srgbClr val="282970"/>
                  </a:solidFill>
                  <a:latin typeface="Poppins"/>
                  <a:ea typeface="Poppins"/>
                  <a:cs typeface="Poppins"/>
                  <a:sym typeface="Poppins"/>
                </a:rPr>
                <a:t>1</a:t>
              </a:r>
              <a:endParaRPr b="0" i="0" sz="700" u="none" cap="none" strike="noStrike">
                <a:solidFill>
                  <a:srgbClr val="000000"/>
                </a:solidFill>
                <a:latin typeface="Arial"/>
                <a:ea typeface="Arial"/>
                <a:cs typeface="Arial"/>
                <a:sym typeface="Arial"/>
              </a:endParaRPr>
            </a:p>
          </p:txBody>
        </p:sp>
      </p:grpSp>
      <p:sp>
        <p:nvSpPr>
          <p:cNvPr id="210" name="Google Shape;210;p32"/>
          <p:cNvSpPr txBox="1"/>
          <p:nvPr/>
        </p:nvSpPr>
        <p:spPr>
          <a:xfrm>
            <a:off x="-1602859" y="372383"/>
            <a:ext cx="8115300" cy="569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3700"/>
              <a:buFont typeface="Arial"/>
              <a:buNone/>
            </a:pPr>
            <a:r>
              <a:rPr b="1" i="1" lang="es" sz="3700" u="none" cap="none" strike="noStrike">
                <a:solidFill>
                  <a:srgbClr val="1B4A9B"/>
                </a:solidFill>
                <a:latin typeface="Poppins"/>
                <a:ea typeface="Poppins"/>
                <a:cs typeface="Poppins"/>
                <a:sym typeface="Poppins"/>
              </a:rPr>
              <a:t>ANTECEDENTES</a:t>
            </a:r>
            <a:endParaRPr b="0" i="0" sz="700" u="none" cap="none" strike="noStrike">
              <a:solidFill>
                <a:srgbClr val="000000"/>
              </a:solidFill>
              <a:latin typeface="Arial"/>
              <a:ea typeface="Arial"/>
              <a:cs typeface="Arial"/>
              <a:sym typeface="Arial"/>
            </a:endParaRPr>
          </a:p>
        </p:txBody>
      </p:sp>
      <p:sp>
        <p:nvSpPr>
          <p:cNvPr id="211" name="Google Shape;211;p32"/>
          <p:cNvSpPr txBox="1"/>
          <p:nvPr/>
        </p:nvSpPr>
        <p:spPr>
          <a:xfrm>
            <a:off x="1103472" y="1245490"/>
            <a:ext cx="30708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500"/>
              <a:buFont typeface="Arial"/>
              <a:buNone/>
            </a:pPr>
            <a:r>
              <a:rPr b="1" i="0" lang="es" sz="1500" u="none" cap="none" strike="noStrike">
                <a:solidFill>
                  <a:srgbClr val="1B4A9B"/>
                </a:solidFill>
                <a:latin typeface="Poppins"/>
                <a:ea typeface="Poppins"/>
                <a:cs typeface="Poppins"/>
                <a:sym typeface="Poppins"/>
              </a:rPr>
              <a:t>El Problema Inicial</a:t>
            </a:r>
            <a:endParaRPr b="0" i="0" sz="700" u="none" cap="none" strike="noStrike">
              <a:solidFill>
                <a:srgbClr val="000000"/>
              </a:solidFill>
              <a:latin typeface="Arial"/>
              <a:ea typeface="Arial"/>
              <a:cs typeface="Arial"/>
              <a:sym typeface="Arial"/>
            </a:endParaRPr>
          </a:p>
        </p:txBody>
      </p:sp>
      <p:sp>
        <p:nvSpPr>
          <p:cNvPr id="212" name="Google Shape;212;p32"/>
          <p:cNvSpPr txBox="1"/>
          <p:nvPr/>
        </p:nvSpPr>
        <p:spPr>
          <a:xfrm>
            <a:off x="1103472" y="1655849"/>
            <a:ext cx="6849000" cy="680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300"/>
              <a:buFont typeface="Arial"/>
              <a:buNone/>
            </a:pPr>
            <a:r>
              <a:rPr b="0" i="0" lang="es" sz="1300" u="none" cap="none" strike="noStrike">
                <a:solidFill>
                  <a:srgbClr val="000000"/>
                </a:solidFill>
                <a:latin typeface="Poppins"/>
                <a:ea typeface="Poppins"/>
                <a:cs typeface="Poppins"/>
                <a:sym typeface="Poppins"/>
              </a:rPr>
              <a:t>En los primeros días del desarrollo de software, era común perder o sobrescribir código, especialmente en equipos grandes. Los desarrolladores necesitaban una forma de guardar y gestionar cambios de manera organizada.</a:t>
            </a:r>
            <a:endParaRPr b="0" i="0" sz="700" u="none" cap="none" strike="noStrike">
              <a:solidFill>
                <a:srgbClr val="000000"/>
              </a:solidFill>
              <a:latin typeface="Arial"/>
              <a:ea typeface="Arial"/>
              <a:cs typeface="Arial"/>
              <a:sym typeface="Arial"/>
            </a:endParaRPr>
          </a:p>
        </p:txBody>
      </p:sp>
      <p:grpSp>
        <p:nvGrpSpPr>
          <p:cNvPr id="213" name="Google Shape;213;p32"/>
          <p:cNvGrpSpPr/>
          <p:nvPr/>
        </p:nvGrpSpPr>
        <p:grpSpPr>
          <a:xfrm>
            <a:off x="403496" y="2321523"/>
            <a:ext cx="550347" cy="582594"/>
            <a:chOff x="0" y="-47625"/>
            <a:chExt cx="812800" cy="860425"/>
          </a:xfrm>
        </p:grpSpPr>
        <p:sp>
          <p:nvSpPr>
            <p:cNvPr id="214" name="Google Shape;214;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28297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15" name="Google Shape;215;p32"/>
            <p:cNvSpPr txBox="1"/>
            <p:nvPr/>
          </p:nvSpPr>
          <p:spPr>
            <a:xfrm>
              <a:off x="76200" y="-47625"/>
              <a:ext cx="660300" cy="784200"/>
            </a:xfrm>
            <a:prstGeom prst="rect">
              <a:avLst/>
            </a:prstGeom>
            <a:noFill/>
            <a:ln>
              <a:noFill/>
            </a:ln>
          </p:spPr>
          <p:txBody>
            <a:bodyPr anchorCtr="0" anchor="ctr" bIns="25400" lIns="25400" spcFirstLastPara="1" rIns="25400" wrap="square" tIns="25400">
              <a:noAutofit/>
            </a:bodyPr>
            <a:lstStyle/>
            <a:p>
              <a:pPr indent="0" lvl="0" marL="0" marR="0" rtl="0" algn="ctr">
                <a:lnSpc>
                  <a:spcPct val="154018"/>
                </a:lnSpc>
                <a:spcBef>
                  <a:spcPts val="0"/>
                </a:spcBef>
                <a:spcAft>
                  <a:spcPts val="0"/>
                </a:spcAft>
                <a:buClr>
                  <a:srgbClr val="000000"/>
                </a:buClr>
                <a:buSzPts val="1500"/>
                <a:buFont typeface="Arial"/>
                <a:buNone/>
              </a:pPr>
              <a:r>
                <a:rPr b="1" i="0" lang="es" sz="1500" u="none" cap="none" strike="noStrike">
                  <a:solidFill>
                    <a:srgbClr val="282970"/>
                  </a:solidFill>
                  <a:latin typeface="Poppins"/>
                  <a:ea typeface="Poppins"/>
                  <a:cs typeface="Poppins"/>
                  <a:sym typeface="Poppins"/>
                </a:rPr>
                <a:t>2</a:t>
              </a:r>
              <a:endParaRPr b="0" i="0" sz="700" u="none" cap="none" strike="noStrike">
                <a:solidFill>
                  <a:srgbClr val="000000"/>
                </a:solidFill>
                <a:latin typeface="Arial"/>
                <a:ea typeface="Arial"/>
                <a:cs typeface="Arial"/>
                <a:sym typeface="Arial"/>
              </a:endParaRPr>
            </a:p>
          </p:txBody>
        </p:sp>
      </p:grpSp>
      <p:sp>
        <p:nvSpPr>
          <p:cNvPr id="216" name="Google Shape;216;p32"/>
          <p:cNvSpPr txBox="1"/>
          <p:nvPr/>
        </p:nvSpPr>
        <p:spPr>
          <a:xfrm>
            <a:off x="1103472" y="2521242"/>
            <a:ext cx="54090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500"/>
              <a:buFont typeface="Arial"/>
              <a:buNone/>
            </a:pPr>
            <a:r>
              <a:rPr b="1" i="0" lang="es" sz="1500" u="none" cap="none" strike="noStrike">
                <a:solidFill>
                  <a:srgbClr val="1B4A9B"/>
                </a:solidFill>
                <a:latin typeface="Poppins"/>
                <a:ea typeface="Poppins"/>
                <a:cs typeface="Poppins"/>
                <a:sym typeface="Poppins"/>
              </a:rPr>
              <a:t>Primera Generación: Sistemas Centralizados (1970s)</a:t>
            </a:r>
            <a:endParaRPr b="0" i="0" sz="700" u="none" cap="none" strike="noStrike">
              <a:solidFill>
                <a:srgbClr val="000000"/>
              </a:solidFill>
              <a:latin typeface="Arial"/>
              <a:ea typeface="Arial"/>
              <a:cs typeface="Arial"/>
              <a:sym typeface="Arial"/>
            </a:endParaRPr>
          </a:p>
        </p:txBody>
      </p:sp>
      <p:sp>
        <p:nvSpPr>
          <p:cNvPr id="217" name="Google Shape;217;p32"/>
          <p:cNvSpPr txBox="1"/>
          <p:nvPr/>
        </p:nvSpPr>
        <p:spPr>
          <a:xfrm>
            <a:off x="1103472" y="2931600"/>
            <a:ext cx="6849000" cy="680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300"/>
              <a:buFont typeface="Arial"/>
              <a:buNone/>
            </a:pPr>
            <a:r>
              <a:rPr b="0" i="0" lang="es" sz="1300" u="none" cap="none" strike="noStrike">
                <a:solidFill>
                  <a:srgbClr val="000000"/>
                </a:solidFill>
                <a:latin typeface="Poppins"/>
                <a:ea typeface="Poppins"/>
                <a:cs typeface="Poppins"/>
                <a:sym typeface="Poppins"/>
              </a:rPr>
              <a:t>Surgieron sistemas como SCCS y RCS que permitieron almacenar versiones de código de forma centralizada. Sin embargo, tenían limitaciones para el trabajo en equipo, ya que solo permitían a una persona editar un archivo a la vez.</a:t>
            </a:r>
            <a:endParaRPr b="0" i="0" sz="700" u="none" cap="none" strike="noStrike">
              <a:solidFill>
                <a:srgbClr val="000000"/>
              </a:solidFill>
              <a:latin typeface="Arial"/>
              <a:ea typeface="Arial"/>
              <a:cs typeface="Arial"/>
              <a:sym typeface="Arial"/>
            </a:endParaRPr>
          </a:p>
        </p:txBody>
      </p:sp>
      <p:grpSp>
        <p:nvGrpSpPr>
          <p:cNvPr id="218" name="Google Shape;218;p32"/>
          <p:cNvGrpSpPr/>
          <p:nvPr/>
        </p:nvGrpSpPr>
        <p:grpSpPr>
          <a:xfrm>
            <a:off x="403496" y="3599441"/>
            <a:ext cx="550347" cy="582594"/>
            <a:chOff x="0" y="-47625"/>
            <a:chExt cx="812800" cy="860425"/>
          </a:xfrm>
        </p:grpSpPr>
        <p:sp>
          <p:nvSpPr>
            <p:cNvPr id="219" name="Google Shape;219;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19050">
              <a:solidFill>
                <a:srgbClr val="282970"/>
              </a:solidFill>
              <a:prstDash val="solid"/>
              <a:miter lim="8000"/>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20" name="Google Shape;220;p32"/>
            <p:cNvSpPr txBox="1"/>
            <p:nvPr/>
          </p:nvSpPr>
          <p:spPr>
            <a:xfrm>
              <a:off x="76200" y="-47625"/>
              <a:ext cx="660300" cy="784200"/>
            </a:xfrm>
            <a:prstGeom prst="rect">
              <a:avLst/>
            </a:prstGeom>
            <a:noFill/>
            <a:ln>
              <a:noFill/>
            </a:ln>
          </p:spPr>
          <p:txBody>
            <a:bodyPr anchorCtr="0" anchor="ctr" bIns="25400" lIns="25400" spcFirstLastPara="1" rIns="25400" wrap="square" tIns="25400">
              <a:noAutofit/>
            </a:bodyPr>
            <a:lstStyle/>
            <a:p>
              <a:pPr indent="0" lvl="0" marL="0" marR="0" rtl="0" algn="ctr">
                <a:lnSpc>
                  <a:spcPct val="154018"/>
                </a:lnSpc>
                <a:spcBef>
                  <a:spcPts val="0"/>
                </a:spcBef>
                <a:spcAft>
                  <a:spcPts val="0"/>
                </a:spcAft>
                <a:buClr>
                  <a:srgbClr val="000000"/>
                </a:buClr>
                <a:buSzPts val="1500"/>
                <a:buFont typeface="Arial"/>
                <a:buNone/>
              </a:pPr>
              <a:r>
                <a:rPr b="1" i="0" lang="es" sz="1500" u="none" cap="none" strike="noStrike">
                  <a:solidFill>
                    <a:srgbClr val="282970"/>
                  </a:solidFill>
                  <a:latin typeface="Poppins"/>
                  <a:ea typeface="Poppins"/>
                  <a:cs typeface="Poppins"/>
                  <a:sym typeface="Poppins"/>
                </a:rPr>
                <a:t>3</a:t>
              </a:r>
              <a:endParaRPr b="0" i="0" sz="700" u="none" cap="none" strike="noStrike">
                <a:solidFill>
                  <a:srgbClr val="000000"/>
                </a:solidFill>
                <a:latin typeface="Arial"/>
                <a:ea typeface="Arial"/>
                <a:cs typeface="Arial"/>
                <a:sym typeface="Arial"/>
              </a:endParaRPr>
            </a:p>
          </p:txBody>
        </p:sp>
      </p:grpSp>
      <p:sp>
        <p:nvSpPr>
          <p:cNvPr id="221" name="Google Shape;221;p32"/>
          <p:cNvSpPr txBox="1"/>
          <p:nvPr/>
        </p:nvSpPr>
        <p:spPr>
          <a:xfrm>
            <a:off x="1103472" y="3799159"/>
            <a:ext cx="4886100" cy="231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500"/>
              <a:buFont typeface="Arial"/>
              <a:buNone/>
            </a:pPr>
            <a:r>
              <a:rPr b="1" i="0" lang="es" sz="1500" u="none" cap="none" strike="noStrike">
                <a:solidFill>
                  <a:srgbClr val="1B4A9B"/>
                </a:solidFill>
                <a:latin typeface="Poppins"/>
                <a:ea typeface="Poppins"/>
                <a:cs typeface="Poppins"/>
                <a:sym typeface="Poppins"/>
              </a:rPr>
              <a:t>Revolución con Sistemas Distribuidos (2000s)</a:t>
            </a:r>
            <a:endParaRPr b="0" i="0" sz="700" u="none" cap="none" strike="noStrike">
              <a:solidFill>
                <a:srgbClr val="000000"/>
              </a:solidFill>
              <a:latin typeface="Arial"/>
              <a:ea typeface="Arial"/>
              <a:cs typeface="Arial"/>
              <a:sym typeface="Arial"/>
            </a:endParaRPr>
          </a:p>
        </p:txBody>
      </p:sp>
      <p:sp>
        <p:nvSpPr>
          <p:cNvPr id="222" name="Google Shape;222;p32"/>
          <p:cNvSpPr txBox="1"/>
          <p:nvPr/>
        </p:nvSpPr>
        <p:spPr>
          <a:xfrm>
            <a:off x="1103472" y="4209517"/>
            <a:ext cx="6849000" cy="680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300"/>
              <a:buFont typeface="Arial"/>
              <a:buNone/>
            </a:pPr>
            <a:r>
              <a:rPr b="0" i="0" lang="es" sz="1300" u="none" cap="none" strike="noStrike">
                <a:solidFill>
                  <a:srgbClr val="000000"/>
                </a:solidFill>
                <a:latin typeface="Poppins"/>
                <a:ea typeface="Poppins"/>
                <a:cs typeface="Poppins"/>
                <a:sym typeface="Poppins"/>
              </a:rPr>
              <a:t>Con la llegada de Git y Mercurial, cada desarrollador pudo tener una copia completa del proyecto, facilitando el trabajo paralelo y la integración de cambios. Esto revolucionó la colaboración, especialmente en proyectos de código abierto.</a:t>
            </a:r>
            <a:endParaRPr b="0" i="0" sz="700" u="none" cap="none" strike="noStrike">
              <a:solidFill>
                <a:srgbClr val="000000"/>
              </a:solidFill>
              <a:latin typeface="Arial"/>
              <a:ea typeface="Arial"/>
              <a:cs typeface="Arial"/>
              <a:sym typeface="Arial"/>
            </a:endParaRPr>
          </a:p>
        </p:txBody>
      </p:sp>
      <p:grpSp>
        <p:nvGrpSpPr>
          <p:cNvPr id="223" name="Google Shape;223;p32"/>
          <p:cNvGrpSpPr/>
          <p:nvPr/>
        </p:nvGrpSpPr>
        <p:grpSpPr>
          <a:xfrm rot="5526519">
            <a:off x="7431141" y="-838645"/>
            <a:ext cx="3244638" cy="3382378"/>
            <a:chOff x="-8061" y="0"/>
            <a:chExt cx="8651124" cy="9018376"/>
          </a:xfrm>
        </p:grpSpPr>
        <p:sp>
          <p:nvSpPr>
            <p:cNvPr id="224" name="Google Shape;224;p32"/>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25" name="Google Shape;225;p32"/>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70" l="0" r="0" t="-38879"/>
            </a:stretch>
          </a:blipFill>
          <a:ln>
            <a:noFill/>
          </a:ln>
        </p:spPr>
      </p:sp>
      <p:sp>
        <p:nvSpPr>
          <p:cNvPr descr="Round Circle Dots" id="231" name="Google Shape;231;p33"/>
          <p:cNvSpPr/>
          <p:nvPr/>
        </p:nvSpPr>
        <p:spPr>
          <a:xfrm>
            <a:off x="7422404" y="4285045"/>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blip>
            <a:stretch>
              <a:fillRect b="0" l="0" r="0" t="0"/>
            </a:stretch>
          </a:blipFill>
          <a:ln>
            <a:noFill/>
          </a:ln>
        </p:spPr>
      </p:sp>
      <p:pic>
        <p:nvPicPr>
          <p:cNvPr id="232" name="Google Shape;232;p33"/>
          <p:cNvPicPr preferRelativeResize="0"/>
          <p:nvPr/>
        </p:nvPicPr>
        <p:blipFill rotWithShape="1">
          <a:blip r:embed="rId5">
            <a:alphaModFix/>
          </a:blip>
          <a:srcRect b="0" l="32620" r="32616" t="0"/>
          <a:stretch/>
        </p:blipFill>
        <p:spPr>
          <a:xfrm>
            <a:off x="0" y="0"/>
            <a:ext cx="2678763" cy="5143500"/>
          </a:xfrm>
          <a:prstGeom prst="rect">
            <a:avLst/>
          </a:prstGeom>
          <a:noFill/>
          <a:ln>
            <a:noFill/>
          </a:ln>
        </p:spPr>
      </p:pic>
      <p:grpSp>
        <p:nvGrpSpPr>
          <p:cNvPr id="233" name="Google Shape;233;p33"/>
          <p:cNvGrpSpPr/>
          <p:nvPr/>
        </p:nvGrpSpPr>
        <p:grpSpPr>
          <a:xfrm>
            <a:off x="2888887" y="1759556"/>
            <a:ext cx="625681" cy="539026"/>
            <a:chOff x="-13169" y="0"/>
            <a:chExt cx="329566" cy="283922"/>
          </a:xfrm>
        </p:grpSpPr>
        <p:sp>
          <p:nvSpPr>
            <p:cNvPr id="234" name="Google Shape;234;p33"/>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5" name="Google Shape;235;p33"/>
            <p:cNvSpPr txBox="1"/>
            <p:nvPr/>
          </p:nvSpPr>
          <p:spPr>
            <a:xfrm>
              <a:off x="-13169" y="13047"/>
              <a:ext cx="316500" cy="260700"/>
            </a:xfrm>
            <a:prstGeom prst="rect">
              <a:avLst/>
            </a:prstGeom>
            <a:noFill/>
            <a:ln>
              <a:noFill/>
            </a:ln>
          </p:spPr>
          <p:txBody>
            <a:bodyPr anchorCtr="0" anchor="ctr" bIns="25400" lIns="25400" spcFirstLastPara="1" rIns="25400" wrap="square" tIns="25400">
              <a:noAutofit/>
            </a:bodyPr>
            <a:lstStyle/>
            <a:p>
              <a:pPr indent="0" lvl="0" marL="0" marR="0" rtl="0" algn="ctr">
                <a:lnSpc>
                  <a:spcPct val="154017"/>
                </a:lnSpc>
                <a:spcBef>
                  <a:spcPts val="0"/>
                </a:spcBef>
                <a:spcAft>
                  <a:spcPts val="0"/>
                </a:spcAft>
                <a:buClr>
                  <a:srgbClr val="000000"/>
                </a:buClr>
                <a:buSzPts val="1500"/>
                <a:buFont typeface="Arial"/>
                <a:buNone/>
              </a:pPr>
              <a:r>
                <a:rPr b="1" i="0" lang="es" sz="1500" u="none" cap="none" strike="noStrike">
                  <a:solidFill>
                    <a:srgbClr val="FFFFFF"/>
                  </a:solidFill>
                  <a:latin typeface="Poppins"/>
                  <a:ea typeface="Poppins"/>
                  <a:cs typeface="Poppins"/>
                  <a:sym typeface="Poppins"/>
                </a:rPr>
                <a:t>1</a:t>
              </a:r>
              <a:endParaRPr b="0" i="0" sz="700" u="none" cap="none" strike="noStrike">
                <a:solidFill>
                  <a:srgbClr val="000000"/>
                </a:solidFill>
                <a:latin typeface="Arial"/>
                <a:ea typeface="Arial"/>
                <a:cs typeface="Arial"/>
                <a:sym typeface="Arial"/>
              </a:endParaRPr>
            </a:p>
          </p:txBody>
        </p:sp>
      </p:grpSp>
      <p:sp>
        <p:nvSpPr>
          <p:cNvPr id="236" name="Google Shape;236;p33"/>
          <p:cNvSpPr txBox="1"/>
          <p:nvPr/>
        </p:nvSpPr>
        <p:spPr>
          <a:xfrm>
            <a:off x="3227156" y="152418"/>
            <a:ext cx="5525100" cy="9144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Clr>
                <a:srgbClr val="000000"/>
              </a:buClr>
              <a:buSzPts val="2700"/>
              <a:buFont typeface="Arial"/>
              <a:buNone/>
            </a:pPr>
            <a:r>
              <a:rPr b="1" i="1" lang="es" sz="2700" u="none" cap="none" strike="noStrike">
                <a:solidFill>
                  <a:srgbClr val="FFFFFF"/>
                </a:solidFill>
                <a:latin typeface="Poppins"/>
                <a:ea typeface="Poppins"/>
                <a:cs typeface="Poppins"/>
                <a:sym typeface="Poppins"/>
              </a:rPr>
              <a:t>IMPORTANCIA DE LOS SISTEMAS DE CONTROL DE VERSIONES</a:t>
            </a:r>
            <a:endParaRPr b="0" i="0" sz="700" u="none" cap="none" strike="noStrike">
              <a:solidFill>
                <a:srgbClr val="000000"/>
              </a:solidFill>
              <a:latin typeface="Arial"/>
              <a:ea typeface="Arial"/>
              <a:cs typeface="Arial"/>
              <a:sym typeface="Arial"/>
            </a:endParaRPr>
          </a:p>
        </p:txBody>
      </p:sp>
      <p:sp>
        <p:nvSpPr>
          <p:cNvPr id="237" name="Google Shape;237;p33"/>
          <p:cNvSpPr txBox="1"/>
          <p:nvPr/>
        </p:nvSpPr>
        <p:spPr>
          <a:xfrm>
            <a:off x="3699662" y="2350691"/>
            <a:ext cx="2000700" cy="1367700"/>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Clr>
                <a:srgbClr val="000000"/>
              </a:buClr>
              <a:buSzPts val="1100"/>
              <a:buFont typeface="Arial"/>
              <a:buNone/>
            </a:pPr>
            <a:r>
              <a:rPr b="0" i="0" lang="es" sz="1100" u="none" cap="none" strike="noStrike">
                <a:solidFill>
                  <a:srgbClr val="FFFFFF"/>
                </a:solidFill>
                <a:latin typeface="Poppins"/>
                <a:ea typeface="Poppins"/>
                <a:cs typeface="Poppins"/>
                <a:sym typeface="Poppins"/>
              </a:rPr>
              <a:t>Permite a los desarrolladores trabajar simultáneamente en el mismo proyecto sin interferir con el trabajo de los demás.</a:t>
            </a:r>
            <a:endParaRPr b="0" i="0" sz="700" u="none" cap="none" strike="noStrike">
              <a:solidFill>
                <a:srgbClr val="000000"/>
              </a:solidFill>
              <a:latin typeface="Arial"/>
              <a:ea typeface="Arial"/>
              <a:cs typeface="Arial"/>
              <a:sym typeface="Arial"/>
            </a:endParaRPr>
          </a:p>
          <a:p>
            <a:pPr indent="0" lvl="0" marL="0" marR="0" rtl="0" algn="l">
              <a:lnSpc>
                <a:spcPct val="117959"/>
              </a:lnSpc>
              <a:spcBef>
                <a:spcPts val="0"/>
              </a:spcBef>
              <a:spcAft>
                <a:spcPts val="0"/>
              </a:spcAft>
              <a:buClr>
                <a:srgbClr val="000000"/>
              </a:buClr>
              <a:buSzPts val="1100"/>
              <a:buFont typeface="Arial"/>
              <a:buNone/>
            </a:pPr>
            <a:r>
              <a:rPr b="0" i="0" lang="es" sz="1100" u="none" cap="none" strike="noStrike">
                <a:solidFill>
                  <a:srgbClr val="404040"/>
                </a:solidFill>
                <a:latin typeface="Poppins"/>
                <a:ea typeface="Poppins"/>
                <a:cs typeface="Poppins"/>
                <a:sym typeface="Poppins"/>
              </a:rPr>
              <a:t> </a:t>
            </a:r>
            <a:endParaRPr b="0" i="0" sz="700" u="none" cap="none" strike="noStrike">
              <a:solidFill>
                <a:srgbClr val="000000"/>
              </a:solidFill>
              <a:latin typeface="Arial"/>
              <a:ea typeface="Arial"/>
              <a:cs typeface="Arial"/>
              <a:sym typeface="Arial"/>
            </a:endParaRPr>
          </a:p>
        </p:txBody>
      </p:sp>
      <p:sp>
        <p:nvSpPr>
          <p:cNvPr id="238" name="Google Shape;238;p33"/>
          <p:cNvSpPr txBox="1"/>
          <p:nvPr/>
        </p:nvSpPr>
        <p:spPr>
          <a:xfrm>
            <a:off x="3699662" y="1859992"/>
            <a:ext cx="24426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i="1" lang="es" sz="1800" u="none" cap="none" strike="noStrike">
                <a:solidFill>
                  <a:srgbClr val="FFFFFF"/>
                </a:solidFill>
                <a:latin typeface="Poppins"/>
                <a:ea typeface="Poppins"/>
                <a:cs typeface="Poppins"/>
                <a:sym typeface="Poppins"/>
              </a:rPr>
              <a:t>Colaboración</a:t>
            </a:r>
            <a:endParaRPr b="0" i="0" sz="700" u="none" cap="none" strike="noStrike">
              <a:solidFill>
                <a:srgbClr val="000000"/>
              </a:solidFill>
              <a:latin typeface="Arial"/>
              <a:ea typeface="Arial"/>
              <a:cs typeface="Arial"/>
              <a:sym typeface="Arial"/>
            </a:endParaRPr>
          </a:p>
        </p:txBody>
      </p:sp>
      <p:grpSp>
        <p:nvGrpSpPr>
          <p:cNvPr id="239" name="Google Shape;239;p33"/>
          <p:cNvGrpSpPr/>
          <p:nvPr/>
        </p:nvGrpSpPr>
        <p:grpSpPr>
          <a:xfrm>
            <a:off x="5989638" y="1759556"/>
            <a:ext cx="600875" cy="539026"/>
            <a:chOff x="0" y="0"/>
            <a:chExt cx="316500" cy="283922"/>
          </a:xfrm>
        </p:grpSpPr>
        <p:sp>
          <p:nvSpPr>
            <p:cNvPr id="240" name="Google Shape;240;p33"/>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41" name="Google Shape;241;p33"/>
            <p:cNvSpPr txBox="1"/>
            <p:nvPr/>
          </p:nvSpPr>
          <p:spPr>
            <a:xfrm>
              <a:off x="0" y="35"/>
              <a:ext cx="316500" cy="283800"/>
            </a:xfrm>
            <a:prstGeom prst="rect">
              <a:avLst/>
            </a:prstGeom>
            <a:noFill/>
            <a:ln>
              <a:noFill/>
            </a:ln>
          </p:spPr>
          <p:txBody>
            <a:bodyPr anchorCtr="0" anchor="ctr" bIns="25400" lIns="25400" spcFirstLastPara="1" rIns="25400" wrap="square" tIns="25400">
              <a:noAutofit/>
            </a:bodyPr>
            <a:lstStyle/>
            <a:p>
              <a:pPr indent="0" lvl="0" marL="0" marR="0" rtl="0" algn="ctr">
                <a:lnSpc>
                  <a:spcPct val="154017"/>
                </a:lnSpc>
                <a:spcBef>
                  <a:spcPts val="0"/>
                </a:spcBef>
                <a:spcAft>
                  <a:spcPts val="0"/>
                </a:spcAft>
                <a:buClr>
                  <a:srgbClr val="000000"/>
                </a:buClr>
                <a:buSzPts val="1500"/>
                <a:buFont typeface="Arial"/>
                <a:buNone/>
              </a:pPr>
              <a:r>
                <a:rPr b="1" i="0" lang="es" sz="1500" u="none" cap="none" strike="noStrike">
                  <a:solidFill>
                    <a:srgbClr val="FFFFFF"/>
                  </a:solidFill>
                  <a:latin typeface="Poppins"/>
                  <a:ea typeface="Poppins"/>
                  <a:cs typeface="Poppins"/>
                  <a:sym typeface="Poppins"/>
                </a:rPr>
                <a:t>2</a:t>
              </a:r>
              <a:endParaRPr b="0" i="0" sz="700" u="none" cap="none" strike="noStrike">
                <a:solidFill>
                  <a:srgbClr val="000000"/>
                </a:solidFill>
                <a:latin typeface="Arial"/>
                <a:ea typeface="Arial"/>
                <a:cs typeface="Arial"/>
                <a:sym typeface="Arial"/>
              </a:endParaRPr>
            </a:p>
          </p:txBody>
        </p:sp>
      </p:grpSp>
      <p:sp>
        <p:nvSpPr>
          <p:cNvPr id="242" name="Google Shape;242;p33"/>
          <p:cNvSpPr txBox="1"/>
          <p:nvPr/>
        </p:nvSpPr>
        <p:spPr>
          <a:xfrm>
            <a:off x="6776034" y="2350691"/>
            <a:ext cx="2000700" cy="1367700"/>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Clr>
                <a:srgbClr val="000000"/>
              </a:buClr>
              <a:buSzPts val="1100"/>
              <a:buFont typeface="Arial"/>
              <a:buNone/>
            </a:pPr>
            <a:r>
              <a:rPr b="0" i="0" lang="es" sz="1100" u="none" cap="none" strike="noStrike">
                <a:solidFill>
                  <a:srgbClr val="FFFFFF"/>
                </a:solidFill>
                <a:latin typeface="Poppins"/>
                <a:ea typeface="Poppins"/>
                <a:cs typeface="Poppins"/>
                <a:sym typeface="Poppins"/>
              </a:rPr>
              <a:t>Permite a los desarrolladores trabajar simultáneamente en el mismo proyecto sin interferir con el trabajo de los demás.</a:t>
            </a:r>
            <a:endParaRPr b="0" i="0" sz="700" u="none" cap="none" strike="noStrike">
              <a:solidFill>
                <a:srgbClr val="000000"/>
              </a:solidFill>
              <a:latin typeface="Arial"/>
              <a:ea typeface="Arial"/>
              <a:cs typeface="Arial"/>
              <a:sym typeface="Arial"/>
            </a:endParaRPr>
          </a:p>
          <a:p>
            <a:pPr indent="0" lvl="0" marL="0" marR="0" rtl="0" algn="l">
              <a:lnSpc>
                <a:spcPct val="117959"/>
              </a:lnSpc>
              <a:spcBef>
                <a:spcPts val="0"/>
              </a:spcBef>
              <a:spcAft>
                <a:spcPts val="0"/>
              </a:spcAft>
              <a:buClr>
                <a:srgbClr val="000000"/>
              </a:buClr>
              <a:buSzPts val="1100"/>
              <a:buFont typeface="Arial"/>
              <a:buNone/>
            </a:pPr>
            <a:r>
              <a:rPr b="0" i="0" lang="es" sz="1100" u="none" cap="none" strike="noStrike">
                <a:solidFill>
                  <a:srgbClr val="404040"/>
                </a:solidFill>
                <a:latin typeface="Poppins"/>
                <a:ea typeface="Poppins"/>
                <a:cs typeface="Poppins"/>
                <a:sym typeface="Poppins"/>
              </a:rPr>
              <a:t> </a:t>
            </a:r>
            <a:endParaRPr b="0" i="0" sz="700" u="none" cap="none" strike="noStrike">
              <a:solidFill>
                <a:srgbClr val="000000"/>
              </a:solidFill>
              <a:latin typeface="Arial"/>
              <a:ea typeface="Arial"/>
              <a:cs typeface="Arial"/>
              <a:sym typeface="Arial"/>
            </a:endParaRPr>
          </a:p>
        </p:txBody>
      </p:sp>
      <p:sp>
        <p:nvSpPr>
          <p:cNvPr id="243" name="Google Shape;243;p33"/>
          <p:cNvSpPr txBox="1"/>
          <p:nvPr/>
        </p:nvSpPr>
        <p:spPr>
          <a:xfrm>
            <a:off x="6776034" y="1726642"/>
            <a:ext cx="2442600" cy="609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i="1" lang="es" sz="1800" u="none" cap="none" strike="noStrike">
                <a:solidFill>
                  <a:srgbClr val="FFFFFF"/>
                </a:solidFill>
                <a:latin typeface="Poppins"/>
                <a:ea typeface="Poppins"/>
                <a:cs typeface="Poppins"/>
                <a:sym typeface="Poppins"/>
              </a:rPr>
              <a:t>Seguimiento de cambios</a:t>
            </a:r>
            <a:endParaRPr b="0" i="0" sz="700" u="none" cap="none" strike="noStrike">
              <a:solidFill>
                <a:srgbClr val="000000"/>
              </a:solidFill>
              <a:latin typeface="Arial"/>
              <a:ea typeface="Arial"/>
              <a:cs typeface="Arial"/>
              <a:sym typeface="Arial"/>
            </a:endParaRPr>
          </a:p>
        </p:txBody>
      </p:sp>
      <p:grpSp>
        <p:nvGrpSpPr>
          <p:cNvPr id="244" name="Google Shape;244;p33"/>
          <p:cNvGrpSpPr/>
          <p:nvPr/>
        </p:nvGrpSpPr>
        <p:grpSpPr>
          <a:xfrm>
            <a:off x="2926825" y="3564188"/>
            <a:ext cx="600875" cy="539028"/>
            <a:chOff x="-1" y="-1"/>
            <a:chExt cx="316500" cy="283923"/>
          </a:xfrm>
        </p:grpSpPr>
        <p:sp>
          <p:nvSpPr>
            <p:cNvPr id="245" name="Google Shape;245;p33"/>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46" name="Google Shape;246;p33"/>
            <p:cNvSpPr txBox="1"/>
            <p:nvPr/>
          </p:nvSpPr>
          <p:spPr>
            <a:xfrm>
              <a:off x="-1" y="-1"/>
              <a:ext cx="316500" cy="283800"/>
            </a:xfrm>
            <a:prstGeom prst="rect">
              <a:avLst/>
            </a:prstGeom>
            <a:noFill/>
            <a:ln>
              <a:noFill/>
            </a:ln>
          </p:spPr>
          <p:txBody>
            <a:bodyPr anchorCtr="0" anchor="ctr" bIns="25400" lIns="25400" spcFirstLastPara="1" rIns="25400" wrap="square" tIns="25400">
              <a:noAutofit/>
            </a:bodyPr>
            <a:lstStyle/>
            <a:p>
              <a:pPr indent="0" lvl="0" marL="0" marR="0" rtl="0" algn="ctr">
                <a:lnSpc>
                  <a:spcPct val="154017"/>
                </a:lnSpc>
                <a:spcBef>
                  <a:spcPts val="0"/>
                </a:spcBef>
                <a:spcAft>
                  <a:spcPts val="0"/>
                </a:spcAft>
                <a:buClr>
                  <a:srgbClr val="000000"/>
                </a:buClr>
                <a:buSzPts val="1500"/>
                <a:buFont typeface="Arial"/>
                <a:buNone/>
              </a:pPr>
              <a:r>
                <a:rPr b="1" i="0" lang="es" sz="1500" u="none" cap="none" strike="noStrike">
                  <a:solidFill>
                    <a:srgbClr val="FFFFFF"/>
                  </a:solidFill>
                  <a:latin typeface="Poppins"/>
                  <a:ea typeface="Poppins"/>
                  <a:cs typeface="Poppins"/>
                  <a:sym typeface="Poppins"/>
                </a:rPr>
                <a:t>3</a:t>
              </a:r>
              <a:endParaRPr b="0" i="0" sz="700" u="none" cap="none" strike="noStrike">
                <a:solidFill>
                  <a:srgbClr val="000000"/>
                </a:solidFill>
                <a:latin typeface="Arial"/>
                <a:ea typeface="Arial"/>
                <a:cs typeface="Arial"/>
                <a:sym typeface="Arial"/>
              </a:endParaRPr>
            </a:p>
          </p:txBody>
        </p:sp>
      </p:grpSp>
      <p:sp>
        <p:nvSpPr>
          <p:cNvPr id="247" name="Google Shape;247;p33"/>
          <p:cNvSpPr txBox="1"/>
          <p:nvPr/>
        </p:nvSpPr>
        <p:spPr>
          <a:xfrm>
            <a:off x="3748881" y="4093673"/>
            <a:ext cx="4027500" cy="768600"/>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Clr>
                <a:srgbClr val="000000"/>
              </a:buClr>
              <a:buSzPts val="1100"/>
              <a:buFont typeface="Arial"/>
              <a:buNone/>
            </a:pPr>
            <a:r>
              <a:rPr b="0" i="0" lang="es" sz="1100" u="none" cap="none" strike="noStrike">
                <a:solidFill>
                  <a:srgbClr val="FFFFFF"/>
                </a:solidFill>
                <a:latin typeface="Poppins"/>
                <a:ea typeface="Poppins"/>
                <a:cs typeface="Poppins"/>
                <a:sym typeface="Poppins"/>
              </a:rPr>
              <a:t>En caso de error o de que se desee volver a una versión anterior del código, se puede restaurar la versión deseada de forma rápida y segura.</a:t>
            </a:r>
            <a:endParaRPr b="0" i="0" sz="700" u="none" cap="none" strike="noStrike">
              <a:solidFill>
                <a:srgbClr val="000000"/>
              </a:solidFill>
              <a:latin typeface="Arial"/>
              <a:ea typeface="Arial"/>
              <a:cs typeface="Arial"/>
              <a:sym typeface="Arial"/>
            </a:endParaRPr>
          </a:p>
          <a:p>
            <a:pPr indent="0" lvl="0" marL="0" marR="0" rtl="0" algn="l">
              <a:lnSpc>
                <a:spcPct val="117959"/>
              </a:lnSpc>
              <a:spcBef>
                <a:spcPts val="0"/>
              </a:spcBef>
              <a:spcAft>
                <a:spcPts val="0"/>
              </a:spcAft>
              <a:buClr>
                <a:srgbClr val="000000"/>
              </a:buClr>
              <a:buSzPts val="1100"/>
              <a:buFont typeface="Arial"/>
              <a:buNone/>
            </a:pPr>
            <a:r>
              <a:t/>
            </a:r>
            <a:endParaRPr b="0" i="0" sz="1100" u="none" cap="none" strike="noStrike">
              <a:solidFill>
                <a:srgbClr val="FFFFFF"/>
              </a:solidFill>
              <a:latin typeface="Poppins"/>
              <a:ea typeface="Poppins"/>
              <a:cs typeface="Poppins"/>
              <a:sym typeface="Poppins"/>
            </a:endParaRPr>
          </a:p>
        </p:txBody>
      </p:sp>
      <p:sp>
        <p:nvSpPr>
          <p:cNvPr id="248" name="Google Shape;248;p33"/>
          <p:cNvSpPr txBox="1"/>
          <p:nvPr/>
        </p:nvSpPr>
        <p:spPr>
          <a:xfrm>
            <a:off x="3748881" y="3681295"/>
            <a:ext cx="3561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i="1" lang="es" sz="1800" u="none" cap="none" strike="noStrike">
                <a:solidFill>
                  <a:srgbClr val="FFFFFF"/>
                </a:solidFill>
                <a:latin typeface="Poppins"/>
                <a:ea typeface="Poppins"/>
                <a:cs typeface="Poppins"/>
                <a:sym typeface="Poppins"/>
              </a:rPr>
              <a:t>Restauración de versiones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70" l="0" r="0" t="-38879"/>
            </a:stretch>
          </a:blipFill>
          <a:ln>
            <a:noFill/>
          </a:ln>
        </p:spPr>
      </p:sp>
      <p:sp>
        <p:nvSpPr>
          <p:cNvPr id="254" name="Google Shape;254;p34"/>
          <p:cNvSpPr/>
          <p:nvPr/>
        </p:nvSpPr>
        <p:spPr>
          <a:xfrm>
            <a:off x="-4146" y="-67666"/>
            <a:ext cx="9303012" cy="5294832"/>
          </a:xfrm>
          <a:custGeom>
            <a:rect b="b" l="l" r="r" t="t"/>
            <a:pathLst>
              <a:path extrusionOk="0" h="1970170" w="3461586">
                <a:moveTo>
                  <a:pt x="0" y="0"/>
                </a:moveTo>
                <a:lnTo>
                  <a:pt x="3461586" y="0"/>
                </a:lnTo>
                <a:lnTo>
                  <a:pt x="3461586" y="1970170"/>
                </a:lnTo>
                <a:lnTo>
                  <a:pt x="0" y="1970170"/>
                </a:lnTo>
                <a:close/>
              </a:path>
            </a:pathLst>
          </a:custGeom>
          <a:solidFill>
            <a:srgbClr val="209D5C">
              <a:alpha val="18430"/>
            </a:srgbClr>
          </a:solidFill>
          <a:ln>
            <a:noFill/>
          </a:ln>
        </p:spPr>
      </p:sp>
      <p:sp>
        <p:nvSpPr>
          <p:cNvPr descr="Russian Abstract Wireframe Elements Concentric Sound Wave" id="255" name="Google Shape;255;p34"/>
          <p:cNvSpPr/>
          <p:nvPr/>
        </p:nvSpPr>
        <p:spPr>
          <a:xfrm>
            <a:off x="-1206798" y="-1539385"/>
            <a:ext cx="3317035" cy="3298943"/>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4">
              <a:alphaModFix/>
            </a:blip>
            <a:stretch>
              <a:fillRect b="0" l="0" r="0" t="0"/>
            </a:stretch>
          </a:blipFill>
          <a:ln>
            <a:noFill/>
          </a:ln>
        </p:spPr>
      </p:sp>
      <p:sp>
        <p:nvSpPr>
          <p:cNvPr descr="Round Circle Dots" id="256" name="Google Shape;256;p34"/>
          <p:cNvSpPr/>
          <p:nvPr/>
        </p:nvSpPr>
        <p:spPr>
          <a:xfrm>
            <a:off x="7422404" y="4285045"/>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5">
              <a:alphaModFix/>
            </a:blip>
            <a:stretch>
              <a:fillRect b="0" l="0" r="0" t="0"/>
            </a:stretch>
          </a:blipFill>
          <a:ln>
            <a:noFill/>
          </a:ln>
        </p:spPr>
      </p:sp>
      <p:sp>
        <p:nvSpPr>
          <p:cNvPr id="257" name="Google Shape;257;p34"/>
          <p:cNvSpPr txBox="1"/>
          <p:nvPr/>
        </p:nvSpPr>
        <p:spPr>
          <a:xfrm>
            <a:off x="1803373" y="376042"/>
            <a:ext cx="5537400" cy="846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500"/>
              <a:buFont typeface="Arial"/>
              <a:buNone/>
            </a:pPr>
            <a:r>
              <a:rPr b="1" i="0" lang="es" sz="2500" u="none" cap="none" strike="noStrike">
                <a:solidFill>
                  <a:srgbClr val="FFFFFF"/>
                </a:solidFill>
                <a:latin typeface="Poppins"/>
                <a:ea typeface="Poppins"/>
                <a:cs typeface="Poppins"/>
                <a:sym typeface="Poppins"/>
              </a:rPr>
              <a:t>¿Cómo ha transformado la gestión de versiones de software?</a:t>
            </a:r>
            <a:endParaRPr b="0" i="0" sz="700" u="none" cap="none" strike="noStrike">
              <a:solidFill>
                <a:srgbClr val="000000"/>
              </a:solidFill>
              <a:latin typeface="Arial"/>
              <a:ea typeface="Arial"/>
              <a:cs typeface="Arial"/>
              <a:sym typeface="Arial"/>
            </a:endParaRPr>
          </a:p>
        </p:txBody>
      </p:sp>
      <p:grpSp>
        <p:nvGrpSpPr>
          <p:cNvPr id="258" name="Google Shape;258;p34"/>
          <p:cNvGrpSpPr/>
          <p:nvPr/>
        </p:nvGrpSpPr>
        <p:grpSpPr>
          <a:xfrm>
            <a:off x="392812" y="1312111"/>
            <a:ext cx="4018745" cy="3432108"/>
            <a:chOff x="0" y="-38100"/>
            <a:chExt cx="2116800" cy="1807800"/>
          </a:xfrm>
        </p:grpSpPr>
        <p:sp>
          <p:nvSpPr>
            <p:cNvPr id="259" name="Google Shape;259;p34"/>
            <p:cNvSpPr/>
            <p:nvPr/>
          </p:nvSpPr>
          <p:spPr>
            <a:xfrm>
              <a:off x="0" y="0"/>
              <a:ext cx="2116737" cy="1769578"/>
            </a:xfrm>
            <a:custGeom>
              <a:rect b="b" l="l" r="r" t="t"/>
              <a:pathLst>
                <a:path extrusionOk="0" h="1769578" w="2116737">
                  <a:moveTo>
                    <a:pt x="49128" y="0"/>
                  </a:moveTo>
                  <a:lnTo>
                    <a:pt x="2067610" y="0"/>
                  </a:lnTo>
                  <a:cubicBezTo>
                    <a:pt x="2080639" y="0"/>
                    <a:pt x="2093135" y="5176"/>
                    <a:pt x="2102348" y="14389"/>
                  </a:cubicBezTo>
                  <a:cubicBezTo>
                    <a:pt x="2111562" y="23602"/>
                    <a:pt x="2116737" y="36098"/>
                    <a:pt x="2116737" y="49128"/>
                  </a:cubicBezTo>
                  <a:lnTo>
                    <a:pt x="2116737" y="1720451"/>
                  </a:lnTo>
                  <a:cubicBezTo>
                    <a:pt x="2116737" y="1747583"/>
                    <a:pt x="2094742" y="1769578"/>
                    <a:pt x="2067610" y="1769578"/>
                  </a:cubicBezTo>
                  <a:lnTo>
                    <a:pt x="49128" y="1769578"/>
                  </a:lnTo>
                  <a:cubicBezTo>
                    <a:pt x="36098" y="1769578"/>
                    <a:pt x="23602" y="1764403"/>
                    <a:pt x="14389" y="1755189"/>
                  </a:cubicBezTo>
                  <a:cubicBezTo>
                    <a:pt x="5176" y="1745976"/>
                    <a:pt x="0" y="1733480"/>
                    <a:pt x="0" y="1720451"/>
                  </a:cubicBezTo>
                  <a:lnTo>
                    <a:pt x="0" y="49128"/>
                  </a:lnTo>
                  <a:cubicBezTo>
                    <a:pt x="0" y="36098"/>
                    <a:pt x="5176" y="23602"/>
                    <a:pt x="14389" y="14389"/>
                  </a:cubicBezTo>
                  <a:cubicBezTo>
                    <a:pt x="23602" y="5176"/>
                    <a:pt x="36098" y="0"/>
                    <a:pt x="49128" y="0"/>
                  </a:cubicBezTo>
                  <a:close/>
                </a:path>
              </a:pathLst>
            </a:custGeom>
            <a:solidFill>
              <a:srgbClr val="9BC9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0" name="Google Shape;260;p34"/>
            <p:cNvSpPr txBox="1"/>
            <p:nvPr/>
          </p:nvSpPr>
          <p:spPr>
            <a:xfrm>
              <a:off x="0" y="-38100"/>
              <a:ext cx="2116800" cy="1807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61" name="Google Shape;261;p34"/>
          <p:cNvGrpSpPr/>
          <p:nvPr/>
        </p:nvGrpSpPr>
        <p:grpSpPr>
          <a:xfrm>
            <a:off x="4648200" y="1332789"/>
            <a:ext cx="4070004" cy="3411198"/>
            <a:chOff x="0" y="-38100"/>
            <a:chExt cx="2143800" cy="1796786"/>
          </a:xfrm>
        </p:grpSpPr>
        <p:sp>
          <p:nvSpPr>
            <p:cNvPr id="262" name="Google Shape;262;p34"/>
            <p:cNvSpPr/>
            <p:nvPr/>
          </p:nvSpPr>
          <p:spPr>
            <a:xfrm>
              <a:off x="0" y="0"/>
              <a:ext cx="2143751" cy="1758686"/>
            </a:xfrm>
            <a:custGeom>
              <a:rect b="b" l="l" r="r" t="t"/>
              <a:pathLst>
                <a:path extrusionOk="0" h="1758686" w="2143751">
                  <a:moveTo>
                    <a:pt x="48509" y="0"/>
                  </a:moveTo>
                  <a:lnTo>
                    <a:pt x="2095243" y="0"/>
                  </a:lnTo>
                  <a:cubicBezTo>
                    <a:pt x="2108108" y="0"/>
                    <a:pt x="2120446" y="5111"/>
                    <a:pt x="2129543" y="14208"/>
                  </a:cubicBezTo>
                  <a:cubicBezTo>
                    <a:pt x="2138641" y="23305"/>
                    <a:pt x="2143751" y="35643"/>
                    <a:pt x="2143751" y="48509"/>
                  </a:cubicBezTo>
                  <a:lnTo>
                    <a:pt x="2143751" y="1710178"/>
                  </a:lnTo>
                  <a:cubicBezTo>
                    <a:pt x="2143751" y="1736968"/>
                    <a:pt x="2122033" y="1758686"/>
                    <a:pt x="2095243" y="1758686"/>
                  </a:cubicBezTo>
                  <a:lnTo>
                    <a:pt x="48509" y="1758686"/>
                  </a:lnTo>
                  <a:cubicBezTo>
                    <a:pt x="21718" y="1758686"/>
                    <a:pt x="0" y="1736968"/>
                    <a:pt x="0" y="1710178"/>
                  </a:cubicBezTo>
                  <a:lnTo>
                    <a:pt x="0" y="48509"/>
                  </a:lnTo>
                  <a:cubicBezTo>
                    <a:pt x="0" y="21718"/>
                    <a:pt x="21718" y="0"/>
                    <a:pt x="48509" y="0"/>
                  </a:cubicBezTo>
                  <a:close/>
                </a:path>
              </a:pathLst>
            </a:custGeom>
            <a:solidFill>
              <a:srgbClr val="A6A6A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3" name="Google Shape;263;p34"/>
            <p:cNvSpPr txBox="1"/>
            <p:nvPr/>
          </p:nvSpPr>
          <p:spPr>
            <a:xfrm>
              <a:off x="0" y="-38100"/>
              <a:ext cx="2143800" cy="1796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4" name="Google Shape;264;p34"/>
          <p:cNvSpPr txBox="1"/>
          <p:nvPr/>
        </p:nvSpPr>
        <p:spPr>
          <a:xfrm>
            <a:off x="642639" y="2128538"/>
            <a:ext cx="3106200" cy="1848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Dificultad para colaborar en proyectos.</a:t>
            </a:r>
            <a:endParaRPr b="0" i="0" sz="700" u="none" cap="none" strike="noStrike">
              <a:solidFill>
                <a:srgbClr val="000000"/>
              </a:solidFill>
              <a:latin typeface="Arial"/>
              <a:ea typeface="Arial"/>
              <a:cs typeface="Arial"/>
              <a:sym typeface="Arial"/>
            </a:endParaRPr>
          </a:p>
        </p:txBody>
      </p:sp>
      <p:sp>
        <p:nvSpPr>
          <p:cNvPr id="265" name="Google Shape;265;p34"/>
          <p:cNvSpPr txBox="1"/>
          <p:nvPr/>
        </p:nvSpPr>
        <p:spPr>
          <a:xfrm>
            <a:off x="642639" y="2991685"/>
            <a:ext cx="3106200" cy="4434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Alto riesgo de perder cambios o de que se sobrescriban.</a:t>
            </a:r>
            <a:endParaRPr b="0" i="0" sz="700" u="none" cap="none" strike="noStrike">
              <a:solidFill>
                <a:srgbClr val="000000"/>
              </a:solidFill>
              <a:latin typeface="Arial"/>
              <a:ea typeface="Arial"/>
              <a:cs typeface="Arial"/>
              <a:sym typeface="Arial"/>
            </a:endParaRPr>
          </a:p>
        </p:txBody>
      </p:sp>
      <p:sp>
        <p:nvSpPr>
          <p:cNvPr id="266" name="Google Shape;266;p34"/>
          <p:cNvSpPr txBox="1"/>
          <p:nvPr/>
        </p:nvSpPr>
        <p:spPr>
          <a:xfrm>
            <a:off x="642639" y="3854832"/>
            <a:ext cx="3106200" cy="4434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Dificultad para gestionar versiones del software.</a:t>
            </a:r>
            <a:endParaRPr b="0" i="0" sz="700" u="none" cap="none" strike="noStrike">
              <a:solidFill>
                <a:srgbClr val="000000"/>
              </a:solidFill>
              <a:latin typeface="Arial"/>
              <a:ea typeface="Arial"/>
              <a:cs typeface="Arial"/>
              <a:sym typeface="Arial"/>
            </a:endParaRPr>
          </a:p>
        </p:txBody>
      </p:sp>
      <p:sp>
        <p:nvSpPr>
          <p:cNvPr id="267" name="Google Shape;267;p34"/>
          <p:cNvSpPr txBox="1"/>
          <p:nvPr/>
        </p:nvSpPr>
        <p:spPr>
          <a:xfrm>
            <a:off x="5016847" y="2128538"/>
            <a:ext cx="3106200" cy="1848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Colaboración fluida y eficiente.</a:t>
            </a:r>
            <a:endParaRPr b="0" i="0" sz="700" u="none" cap="none" strike="noStrike">
              <a:solidFill>
                <a:srgbClr val="000000"/>
              </a:solidFill>
              <a:latin typeface="Arial"/>
              <a:ea typeface="Arial"/>
              <a:cs typeface="Arial"/>
              <a:sym typeface="Arial"/>
            </a:endParaRPr>
          </a:p>
        </p:txBody>
      </p:sp>
      <p:sp>
        <p:nvSpPr>
          <p:cNvPr id="268" name="Google Shape;268;p34"/>
          <p:cNvSpPr txBox="1"/>
          <p:nvPr/>
        </p:nvSpPr>
        <p:spPr>
          <a:xfrm>
            <a:off x="5016847" y="2772610"/>
            <a:ext cx="3106200" cy="9606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Control total sobre los cambios del código y posibilidad de restaurar versiones anteriores.</a:t>
            </a:r>
            <a:endParaRPr b="0" i="0" sz="7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1200"/>
              <a:buFont typeface="Arial"/>
              <a:buNone/>
            </a:pPr>
            <a:r>
              <a:t/>
            </a:r>
            <a:endParaRPr b="0" i="0" sz="1200" u="none" cap="none" strike="noStrike">
              <a:solidFill>
                <a:srgbClr val="000000"/>
              </a:solidFill>
              <a:latin typeface="Open Sans"/>
              <a:ea typeface="Open Sans"/>
              <a:cs typeface="Open Sans"/>
              <a:sym typeface="Open Sans"/>
            </a:endParaRPr>
          </a:p>
        </p:txBody>
      </p:sp>
      <p:sp>
        <p:nvSpPr>
          <p:cNvPr id="269" name="Google Shape;269;p34"/>
          <p:cNvSpPr txBox="1"/>
          <p:nvPr/>
        </p:nvSpPr>
        <p:spPr>
          <a:xfrm>
            <a:off x="5016847" y="3854832"/>
            <a:ext cx="3106200" cy="4434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0" i="0" lang="es" sz="1200" u="none" cap="none" strike="noStrike">
                <a:solidFill>
                  <a:srgbClr val="000000"/>
                </a:solidFill>
                <a:latin typeface="Open Sans"/>
                <a:ea typeface="Open Sans"/>
                <a:cs typeface="Open Sans"/>
                <a:sym typeface="Open Sans"/>
              </a:rPr>
              <a:t>Gestión de versiones de software fácil y transparente.</a:t>
            </a:r>
            <a:endParaRPr b="0" i="0" sz="700" u="none" cap="none" strike="noStrike">
              <a:solidFill>
                <a:srgbClr val="000000"/>
              </a:solidFill>
              <a:latin typeface="Arial"/>
              <a:ea typeface="Arial"/>
              <a:cs typeface="Arial"/>
              <a:sym typeface="Arial"/>
            </a:endParaRPr>
          </a:p>
        </p:txBody>
      </p:sp>
      <p:sp>
        <p:nvSpPr>
          <p:cNvPr id="270" name="Google Shape;270;p34"/>
          <p:cNvSpPr txBox="1"/>
          <p:nvPr/>
        </p:nvSpPr>
        <p:spPr>
          <a:xfrm>
            <a:off x="1856821" y="1513970"/>
            <a:ext cx="9474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000000"/>
                </a:solidFill>
                <a:latin typeface="Open Sans"/>
                <a:ea typeface="Open Sans"/>
                <a:cs typeface="Open Sans"/>
                <a:sym typeface="Open Sans"/>
              </a:rPr>
              <a:t>Antes</a:t>
            </a:r>
            <a:endParaRPr b="0" i="0" sz="700" u="none" cap="none" strike="noStrike">
              <a:solidFill>
                <a:srgbClr val="000000"/>
              </a:solidFill>
              <a:latin typeface="Arial"/>
              <a:ea typeface="Arial"/>
              <a:cs typeface="Arial"/>
              <a:sym typeface="Arial"/>
            </a:endParaRPr>
          </a:p>
        </p:txBody>
      </p:sp>
      <p:sp>
        <p:nvSpPr>
          <p:cNvPr id="271" name="Google Shape;271;p34"/>
          <p:cNvSpPr txBox="1"/>
          <p:nvPr/>
        </p:nvSpPr>
        <p:spPr>
          <a:xfrm>
            <a:off x="5988694" y="1513970"/>
            <a:ext cx="13890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000000"/>
                </a:solidFill>
                <a:latin typeface="Open Sans"/>
                <a:ea typeface="Open Sans"/>
                <a:cs typeface="Open Sans"/>
                <a:sym typeface="Open Sans"/>
              </a:rPr>
              <a:t>Después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p:nvPr/>
        </p:nvSpPr>
        <p:spPr>
          <a:xfrm>
            <a:off x="-76396" y="-46242"/>
            <a:ext cx="9302633" cy="5239274"/>
          </a:xfrm>
          <a:custGeom>
            <a:rect b="b" l="l" r="r" t="t"/>
            <a:pathLst>
              <a:path extrusionOk="0" h="1913890" w="3398222">
                <a:moveTo>
                  <a:pt x="0" y="0"/>
                </a:moveTo>
                <a:lnTo>
                  <a:pt x="3398222" y="0"/>
                </a:lnTo>
                <a:lnTo>
                  <a:pt x="3398222" y="1913890"/>
                </a:lnTo>
                <a:lnTo>
                  <a:pt x="0" y="1913890"/>
                </a:lnTo>
                <a:close/>
              </a:path>
            </a:pathLst>
          </a:custGeom>
          <a:solidFill>
            <a:srgbClr val="D9D9D9">
              <a:alpha val="47060"/>
            </a:srgbClr>
          </a:solidFill>
          <a:ln>
            <a:noFill/>
          </a:ln>
        </p:spPr>
      </p:sp>
      <p:sp>
        <p:nvSpPr>
          <p:cNvPr id="277" name="Google Shape;277;p35"/>
          <p:cNvSpPr/>
          <p:nvPr/>
        </p:nvSpPr>
        <p:spPr>
          <a:xfrm rot="9444128">
            <a:off x="-577888" y="-910017"/>
            <a:ext cx="2676757" cy="2020741"/>
          </a:xfrm>
          <a:custGeom>
            <a:rect b="b" l="l" r="r" t="t"/>
            <a:pathLst>
              <a:path extrusionOk="0" h="4041431" w="5343238">
                <a:moveTo>
                  <a:pt x="0" y="0"/>
                </a:moveTo>
                <a:lnTo>
                  <a:pt x="5343238" y="0"/>
                </a:lnTo>
                <a:lnTo>
                  <a:pt x="5343238" y="4041431"/>
                </a:lnTo>
                <a:lnTo>
                  <a:pt x="0" y="4041431"/>
                </a:lnTo>
                <a:lnTo>
                  <a:pt x="0" y="0"/>
                </a:lnTo>
                <a:close/>
              </a:path>
            </a:pathLst>
          </a:custGeom>
          <a:blipFill rotWithShape="1">
            <a:blip r:embed="rId3">
              <a:alphaModFix/>
            </a:blip>
            <a:stretch>
              <a:fillRect b="0" l="0" r="0" t="0"/>
            </a:stretch>
          </a:blipFill>
          <a:ln>
            <a:noFill/>
          </a:ln>
        </p:spPr>
      </p:sp>
      <p:sp>
        <p:nvSpPr>
          <p:cNvPr id="278" name="Google Shape;278;p35"/>
          <p:cNvSpPr/>
          <p:nvPr/>
        </p:nvSpPr>
        <p:spPr>
          <a:xfrm>
            <a:off x="-710938" y="-1839349"/>
            <a:ext cx="2642550" cy="2628136"/>
          </a:xfrm>
          <a:custGeom>
            <a:rect b="b" l="l" r="r" t="t"/>
            <a:pathLst>
              <a:path extrusionOk="0" h="5256271" w="5285099">
                <a:moveTo>
                  <a:pt x="0" y="0"/>
                </a:moveTo>
                <a:lnTo>
                  <a:pt x="5285099" y="0"/>
                </a:lnTo>
                <a:lnTo>
                  <a:pt x="5285099" y="5256271"/>
                </a:lnTo>
                <a:lnTo>
                  <a:pt x="0" y="5256271"/>
                </a:lnTo>
                <a:lnTo>
                  <a:pt x="0" y="0"/>
                </a:lnTo>
                <a:close/>
              </a:path>
            </a:pathLst>
          </a:custGeom>
          <a:blipFill rotWithShape="1">
            <a:blip r:embed="rId4">
              <a:alphaModFix/>
            </a:blip>
            <a:stretch>
              <a:fillRect b="0" l="0" r="0" t="0"/>
            </a:stretch>
          </a:blipFill>
          <a:ln>
            <a:noFill/>
          </a:ln>
        </p:spPr>
      </p:sp>
      <p:sp>
        <p:nvSpPr>
          <p:cNvPr id="279" name="Google Shape;279;p35"/>
          <p:cNvSpPr/>
          <p:nvPr/>
        </p:nvSpPr>
        <p:spPr>
          <a:xfrm rot="-2298120">
            <a:off x="4849589" y="1094702"/>
            <a:ext cx="6327075" cy="478556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7000"/>
            </a:blip>
            <a:stretch>
              <a:fillRect b="0" l="0" r="0" t="0"/>
            </a:stretch>
          </a:blipFill>
          <a:ln>
            <a:noFill/>
          </a:ln>
        </p:spPr>
      </p:sp>
      <p:sp>
        <p:nvSpPr>
          <p:cNvPr id="280" name="Google Shape;280;p35"/>
          <p:cNvSpPr/>
          <p:nvPr/>
        </p:nvSpPr>
        <p:spPr>
          <a:xfrm>
            <a:off x="8990676" y="4535940"/>
            <a:ext cx="161073" cy="607743"/>
          </a:xfrm>
          <a:custGeom>
            <a:rect b="b" l="l" r="r" t="t"/>
            <a:pathLst>
              <a:path extrusionOk="0" h="754960" w="200091">
                <a:moveTo>
                  <a:pt x="0" y="0"/>
                </a:moveTo>
                <a:lnTo>
                  <a:pt x="200091" y="0"/>
                </a:lnTo>
                <a:lnTo>
                  <a:pt x="200091" y="754960"/>
                </a:lnTo>
                <a:lnTo>
                  <a:pt x="0" y="754960"/>
                </a:lnTo>
                <a:close/>
              </a:path>
            </a:pathLst>
          </a:custGeom>
          <a:solidFill>
            <a:srgbClr val="4458BE"/>
          </a:solidFill>
          <a:ln>
            <a:noFill/>
          </a:ln>
        </p:spPr>
      </p:sp>
      <p:grpSp>
        <p:nvGrpSpPr>
          <p:cNvPr id="281" name="Google Shape;281;p35"/>
          <p:cNvGrpSpPr/>
          <p:nvPr/>
        </p:nvGrpSpPr>
        <p:grpSpPr>
          <a:xfrm>
            <a:off x="615478" y="2253223"/>
            <a:ext cx="2418790" cy="2418790"/>
            <a:chOff x="0" y="0"/>
            <a:chExt cx="6450106" cy="6450106"/>
          </a:xfrm>
        </p:grpSpPr>
        <p:sp>
          <p:nvSpPr>
            <p:cNvPr id="282" name="Google Shape;282;p35"/>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83" name="Google Shape;283;p35"/>
            <p:cNvGrpSpPr/>
            <p:nvPr/>
          </p:nvGrpSpPr>
          <p:grpSpPr>
            <a:xfrm>
              <a:off x="627529" y="663164"/>
              <a:ext cx="5123779" cy="5123779"/>
              <a:chOff x="0" y="0"/>
              <a:chExt cx="495300" cy="495300"/>
            </a:xfrm>
          </p:grpSpPr>
          <p:sp>
            <p:nvSpPr>
              <p:cNvPr id="284" name="Google Shape;284;p35"/>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85" name="Google Shape;285;p35"/>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286" name="Google Shape;286;p35"/>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287" name="Google Shape;287;p35"/>
          <p:cNvSpPr txBox="1"/>
          <p:nvPr/>
        </p:nvSpPr>
        <p:spPr>
          <a:xfrm>
            <a:off x="702131" y="3321510"/>
            <a:ext cx="2245500" cy="246300"/>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1600"/>
              <a:buFont typeface="Arial"/>
              <a:buNone/>
            </a:pPr>
            <a:r>
              <a:rPr b="1" i="0" lang="es" sz="1600" u="none" cap="none" strike="noStrike">
                <a:solidFill>
                  <a:srgbClr val="1B4A9B"/>
                </a:solidFill>
                <a:latin typeface="Poppins"/>
                <a:ea typeface="Poppins"/>
                <a:cs typeface="Poppins"/>
                <a:sym typeface="Poppins"/>
              </a:rPr>
              <a:t>Locales</a:t>
            </a:r>
            <a:endParaRPr b="0" i="0" sz="700" u="none" cap="none" strike="noStrike">
              <a:solidFill>
                <a:srgbClr val="000000"/>
              </a:solidFill>
              <a:latin typeface="Arial"/>
              <a:ea typeface="Arial"/>
              <a:cs typeface="Arial"/>
              <a:sym typeface="Arial"/>
            </a:endParaRPr>
          </a:p>
        </p:txBody>
      </p:sp>
      <p:sp>
        <p:nvSpPr>
          <p:cNvPr id="288" name="Google Shape;288;p35"/>
          <p:cNvSpPr txBox="1"/>
          <p:nvPr/>
        </p:nvSpPr>
        <p:spPr>
          <a:xfrm>
            <a:off x="2159868" y="597300"/>
            <a:ext cx="5235900" cy="846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500"/>
              <a:buFont typeface="Arial"/>
              <a:buNone/>
            </a:pPr>
            <a:r>
              <a:rPr b="1" i="0" lang="es" sz="2500" u="none" cap="none" strike="noStrike">
                <a:solidFill>
                  <a:srgbClr val="1B4A9B"/>
                </a:solidFill>
                <a:latin typeface="Poppins Black"/>
                <a:ea typeface="Poppins Black"/>
                <a:cs typeface="Poppins Black"/>
                <a:sym typeface="Poppins Black"/>
              </a:rPr>
              <a:t>TIPOS DE CONTROL DE VERSIONES</a:t>
            </a:r>
            <a:endParaRPr b="0" i="0" sz="700" u="none" cap="none" strike="noStrike">
              <a:solidFill>
                <a:srgbClr val="000000"/>
              </a:solidFill>
              <a:latin typeface="Arial"/>
              <a:ea typeface="Arial"/>
              <a:cs typeface="Arial"/>
              <a:sym typeface="Arial"/>
            </a:endParaRPr>
          </a:p>
        </p:txBody>
      </p:sp>
      <p:sp>
        <p:nvSpPr>
          <p:cNvPr id="289" name="Google Shape;289;p35"/>
          <p:cNvSpPr/>
          <p:nvPr/>
        </p:nvSpPr>
        <p:spPr>
          <a:xfrm>
            <a:off x="8523382" y="1591484"/>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8">
              <a:alphaModFix amt="47000"/>
            </a:blip>
            <a:stretch>
              <a:fillRect b="0" l="0" r="0" t="0"/>
            </a:stretch>
          </a:blipFill>
          <a:ln>
            <a:noFill/>
          </a:ln>
        </p:spPr>
      </p:sp>
      <p:grpSp>
        <p:nvGrpSpPr>
          <p:cNvPr id="290" name="Google Shape;290;p35"/>
          <p:cNvGrpSpPr/>
          <p:nvPr/>
        </p:nvGrpSpPr>
        <p:grpSpPr>
          <a:xfrm>
            <a:off x="3367746" y="2253223"/>
            <a:ext cx="2418790" cy="2418790"/>
            <a:chOff x="0" y="0"/>
            <a:chExt cx="6450106" cy="6450106"/>
          </a:xfrm>
        </p:grpSpPr>
        <p:sp>
          <p:nvSpPr>
            <p:cNvPr id="291" name="Google Shape;291;p35"/>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92" name="Google Shape;292;p35"/>
            <p:cNvGrpSpPr/>
            <p:nvPr/>
          </p:nvGrpSpPr>
          <p:grpSpPr>
            <a:xfrm>
              <a:off x="627529" y="663164"/>
              <a:ext cx="5123779" cy="5123779"/>
              <a:chOff x="0" y="0"/>
              <a:chExt cx="495300" cy="495300"/>
            </a:xfrm>
          </p:grpSpPr>
          <p:sp>
            <p:nvSpPr>
              <p:cNvPr id="293" name="Google Shape;293;p35"/>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94" name="Google Shape;294;p35"/>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295" name="Google Shape;295;p35"/>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296" name="Google Shape;296;p35"/>
          <p:cNvSpPr txBox="1"/>
          <p:nvPr/>
        </p:nvSpPr>
        <p:spPr>
          <a:xfrm>
            <a:off x="3675501" y="3344719"/>
            <a:ext cx="1803300" cy="246300"/>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1600"/>
              <a:buFont typeface="Arial"/>
              <a:buNone/>
            </a:pPr>
            <a:r>
              <a:rPr b="1" i="0" lang="es" sz="1600" u="none" cap="none" strike="noStrike">
                <a:solidFill>
                  <a:srgbClr val="1B4A9B"/>
                </a:solidFill>
                <a:latin typeface="Poppins"/>
                <a:ea typeface="Poppins"/>
                <a:cs typeface="Poppins"/>
                <a:sym typeface="Poppins"/>
              </a:rPr>
              <a:t>Centralizados</a:t>
            </a:r>
            <a:endParaRPr b="0" i="0" sz="700" u="none" cap="none" strike="noStrike">
              <a:solidFill>
                <a:srgbClr val="000000"/>
              </a:solidFill>
              <a:latin typeface="Arial"/>
              <a:ea typeface="Arial"/>
              <a:cs typeface="Arial"/>
              <a:sym typeface="Arial"/>
            </a:endParaRPr>
          </a:p>
        </p:txBody>
      </p:sp>
      <p:grpSp>
        <p:nvGrpSpPr>
          <p:cNvPr id="297" name="Google Shape;297;p35"/>
          <p:cNvGrpSpPr/>
          <p:nvPr/>
        </p:nvGrpSpPr>
        <p:grpSpPr>
          <a:xfrm>
            <a:off x="6109733" y="2253223"/>
            <a:ext cx="2418790" cy="2418790"/>
            <a:chOff x="0" y="0"/>
            <a:chExt cx="6450106" cy="6450106"/>
          </a:xfrm>
        </p:grpSpPr>
        <p:sp>
          <p:nvSpPr>
            <p:cNvPr id="298" name="Google Shape;298;p35"/>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99" name="Google Shape;299;p35"/>
            <p:cNvGrpSpPr/>
            <p:nvPr/>
          </p:nvGrpSpPr>
          <p:grpSpPr>
            <a:xfrm>
              <a:off x="627529" y="663164"/>
              <a:ext cx="5123779" cy="5123779"/>
              <a:chOff x="0" y="0"/>
              <a:chExt cx="495300" cy="495300"/>
            </a:xfrm>
          </p:grpSpPr>
          <p:sp>
            <p:nvSpPr>
              <p:cNvPr id="300" name="Google Shape;300;p35"/>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01" name="Google Shape;301;p35"/>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302" name="Google Shape;302;p35"/>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303" name="Google Shape;303;p35"/>
          <p:cNvSpPr txBox="1"/>
          <p:nvPr/>
        </p:nvSpPr>
        <p:spPr>
          <a:xfrm>
            <a:off x="6409396" y="3321510"/>
            <a:ext cx="1819500" cy="246300"/>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1600"/>
              <a:buFont typeface="Arial"/>
              <a:buNone/>
            </a:pPr>
            <a:r>
              <a:rPr b="1" i="0" lang="es" sz="1600" u="none" cap="none" strike="noStrike">
                <a:solidFill>
                  <a:srgbClr val="1B4A9B"/>
                </a:solidFill>
                <a:latin typeface="Poppins"/>
                <a:ea typeface="Poppins"/>
                <a:cs typeface="Poppins"/>
                <a:sym typeface="Poppins"/>
              </a:rPr>
              <a:t>Distribuidos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307" name="Shape 307"/>
        <p:cNvGrpSpPr/>
        <p:nvPr/>
      </p:nvGrpSpPr>
      <p:grpSpPr>
        <a:xfrm>
          <a:off x="0" y="0"/>
          <a:ext cx="0" cy="0"/>
          <a:chOff x="0" y="0"/>
          <a:chExt cx="0" cy="0"/>
        </a:xfrm>
      </p:grpSpPr>
      <p:sp>
        <p:nvSpPr>
          <p:cNvPr id="308" name="Google Shape;308;p36"/>
          <p:cNvSpPr/>
          <p:nvPr/>
        </p:nvSpPr>
        <p:spPr>
          <a:xfrm>
            <a:off x="-80346" y="0"/>
            <a:ext cx="9302633" cy="5239274"/>
          </a:xfrm>
          <a:custGeom>
            <a:rect b="b" l="l" r="r" t="t"/>
            <a:pathLst>
              <a:path extrusionOk="0" h="1913890" w="3398222">
                <a:moveTo>
                  <a:pt x="0" y="0"/>
                </a:moveTo>
                <a:lnTo>
                  <a:pt x="3398222" y="0"/>
                </a:lnTo>
                <a:lnTo>
                  <a:pt x="3398222" y="1913890"/>
                </a:lnTo>
                <a:lnTo>
                  <a:pt x="0" y="1913890"/>
                </a:lnTo>
                <a:close/>
              </a:path>
            </a:pathLst>
          </a:custGeom>
          <a:solidFill>
            <a:srgbClr val="5CE1E6">
              <a:alpha val="47060"/>
            </a:srgbClr>
          </a:solidFill>
          <a:ln>
            <a:noFill/>
          </a:ln>
        </p:spPr>
      </p:sp>
      <p:sp>
        <p:nvSpPr>
          <p:cNvPr id="309" name="Google Shape;309;p36"/>
          <p:cNvSpPr/>
          <p:nvPr/>
        </p:nvSpPr>
        <p:spPr>
          <a:xfrm rot="-2298120">
            <a:off x="4932550" y="1271972"/>
            <a:ext cx="6327075" cy="478556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310" name="Google Shape;310;p36"/>
          <p:cNvGrpSpPr/>
          <p:nvPr/>
        </p:nvGrpSpPr>
        <p:grpSpPr>
          <a:xfrm rot="9869093">
            <a:off x="7215586" y="3284286"/>
            <a:ext cx="3243858" cy="3381564"/>
            <a:chOff x="-8061" y="0"/>
            <a:chExt cx="8651124" cy="9018376"/>
          </a:xfrm>
        </p:grpSpPr>
        <p:sp>
          <p:nvSpPr>
            <p:cNvPr id="311" name="Google Shape;311;p36"/>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12" name="Google Shape;312;p3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13" name="Google Shape;313;p36"/>
          <p:cNvSpPr/>
          <p:nvPr/>
        </p:nvSpPr>
        <p:spPr>
          <a:xfrm>
            <a:off x="5043955" y="-2004381"/>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314" name="Google Shape;314;p36"/>
          <p:cNvGrpSpPr/>
          <p:nvPr/>
        </p:nvGrpSpPr>
        <p:grpSpPr>
          <a:xfrm>
            <a:off x="-764814" y="2221740"/>
            <a:ext cx="3092107" cy="3092107"/>
            <a:chOff x="0" y="0"/>
            <a:chExt cx="8245618" cy="8245618"/>
          </a:xfrm>
        </p:grpSpPr>
        <p:sp>
          <p:nvSpPr>
            <p:cNvPr id="315" name="Google Shape;315;p36"/>
            <p:cNvSpPr/>
            <p:nvPr/>
          </p:nvSpPr>
          <p:spPr>
            <a:xfrm>
              <a:off x="0" y="0"/>
              <a:ext cx="8245618" cy="8245618"/>
            </a:xfrm>
            <a:custGeom>
              <a:rect b="b" l="l" r="r" t="t"/>
              <a:pathLst>
                <a:path extrusionOk="0" h="8245618" w="8245618">
                  <a:moveTo>
                    <a:pt x="0" y="0"/>
                  </a:moveTo>
                  <a:lnTo>
                    <a:pt x="8245618" y="0"/>
                  </a:lnTo>
                  <a:lnTo>
                    <a:pt x="8245618" y="8245618"/>
                  </a:lnTo>
                  <a:lnTo>
                    <a:pt x="0" y="8245618"/>
                  </a:lnTo>
                  <a:lnTo>
                    <a:pt x="0" y="0"/>
                  </a:lnTo>
                  <a:close/>
                </a:path>
              </a:pathLst>
            </a:custGeom>
            <a:blipFill rotWithShape="1">
              <a:blip r:embed="rId7">
                <a:alphaModFix amt="12000"/>
              </a:blip>
              <a:stretch>
                <a:fillRect b="0" l="0" r="0" t="0"/>
              </a:stretch>
            </a:blipFill>
            <a:ln>
              <a:noFill/>
            </a:ln>
          </p:spPr>
        </p:sp>
        <p:sp>
          <p:nvSpPr>
            <p:cNvPr id="316" name="Google Shape;316;p36"/>
            <p:cNvSpPr/>
            <p:nvPr/>
          </p:nvSpPr>
          <p:spPr>
            <a:xfrm>
              <a:off x="439724" y="439724"/>
              <a:ext cx="7366169" cy="7366169"/>
            </a:xfrm>
            <a:custGeom>
              <a:rect b="b" l="l" r="r" t="t"/>
              <a:pathLst>
                <a:path extrusionOk="0" h="7366169" w="7366169">
                  <a:moveTo>
                    <a:pt x="0" y="0"/>
                  </a:moveTo>
                  <a:lnTo>
                    <a:pt x="7366170" y="0"/>
                  </a:lnTo>
                  <a:lnTo>
                    <a:pt x="7366170" y="7366170"/>
                  </a:lnTo>
                  <a:lnTo>
                    <a:pt x="0" y="7366170"/>
                  </a:lnTo>
                  <a:lnTo>
                    <a:pt x="0" y="0"/>
                  </a:lnTo>
                  <a:close/>
                </a:path>
              </a:pathLst>
            </a:custGeom>
            <a:blipFill rotWithShape="1">
              <a:blip r:embed="rId8">
                <a:alphaModFix/>
              </a:blip>
              <a:stretch>
                <a:fillRect b="0" l="0" r="0" t="0"/>
              </a:stretch>
            </a:blipFill>
            <a:ln>
              <a:noFill/>
            </a:ln>
          </p:spPr>
        </p:sp>
      </p:grpSp>
      <p:sp>
        <p:nvSpPr>
          <p:cNvPr id="317" name="Google Shape;317;p36"/>
          <p:cNvSpPr/>
          <p:nvPr/>
        </p:nvSpPr>
        <p:spPr>
          <a:xfrm>
            <a:off x="325888" y="1460501"/>
            <a:ext cx="3595413" cy="3069584"/>
          </a:xfrm>
          <a:custGeom>
            <a:rect b="b" l="l" r="r" t="t"/>
            <a:pathLst>
              <a:path extrusionOk="0" h="6139167" w="7190825">
                <a:moveTo>
                  <a:pt x="0" y="0"/>
                </a:moveTo>
                <a:lnTo>
                  <a:pt x="7190825" y="0"/>
                </a:lnTo>
                <a:lnTo>
                  <a:pt x="7190825" y="6139167"/>
                </a:lnTo>
                <a:lnTo>
                  <a:pt x="0" y="6139167"/>
                </a:lnTo>
                <a:lnTo>
                  <a:pt x="0" y="0"/>
                </a:lnTo>
                <a:close/>
              </a:path>
            </a:pathLst>
          </a:custGeom>
          <a:blipFill rotWithShape="1">
            <a:blip r:embed="rId9">
              <a:alphaModFix/>
            </a:blip>
            <a:stretch>
              <a:fillRect b="0" l="0" r="0" t="0"/>
            </a:stretch>
          </a:blipFill>
          <a:ln>
            <a:noFill/>
          </a:ln>
        </p:spPr>
      </p:sp>
      <p:sp>
        <p:nvSpPr>
          <p:cNvPr id="318" name="Google Shape;318;p36"/>
          <p:cNvSpPr txBox="1"/>
          <p:nvPr/>
        </p:nvSpPr>
        <p:spPr>
          <a:xfrm>
            <a:off x="514350" y="377146"/>
            <a:ext cx="7768800" cy="369300"/>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Clr>
                <a:srgbClr val="000000"/>
              </a:buClr>
              <a:buSzPts val="2400"/>
              <a:buFont typeface="Arial"/>
              <a:buNone/>
            </a:pPr>
            <a:r>
              <a:rPr b="1" i="0" lang="es" sz="2400" u="none" cap="none" strike="noStrike">
                <a:solidFill>
                  <a:srgbClr val="FFFFFF"/>
                </a:solidFill>
                <a:latin typeface="Poppins"/>
                <a:ea typeface="Poppins"/>
                <a:cs typeface="Poppins"/>
                <a:sym typeface="Poppins"/>
              </a:rPr>
              <a:t>Sistemas de Control de Versiones Local</a:t>
            </a:r>
            <a:endParaRPr b="0" i="0" sz="700" u="none" cap="none" strike="noStrike">
              <a:solidFill>
                <a:srgbClr val="000000"/>
              </a:solidFill>
              <a:latin typeface="Arial"/>
              <a:ea typeface="Arial"/>
              <a:cs typeface="Arial"/>
              <a:sym typeface="Arial"/>
            </a:endParaRPr>
          </a:p>
        </p:txBody>
      </p:sp>
      <p:sp>
        <p:nvSpPr>
          <p:cNvPr id="319" name="Google Shape;319;p36"/>
          <p:cNvSpPr txBox="1"/>
          <p:nvPr/>
        </p:nvSpPr>
        <p:spPr>
          <a:xfrm>
            <a:off x="4277499" y="2193164"/>
            <a:ext cx="4641600" cy="17316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500"/>
              <a:buFont typeface="Arial"/>
              <a:buNone/>
            </a:pPr>
            <a:r>
              <a:rPr b="0" i="0" lang="es" sz="1500" u="none" cap="none" strike="noStrike">
                <a:solidFill>
                  <a:srgbClr val="FFFFFF"/>
                </a:solidFill>
                <a:latin typeface="Poppins"/>
                <a:ea typeface="Poppins"/>
                <a:cs typeface="Poppins"/>
                <a:sym typeface="Poppins"/>
              </a:rPr>
              <a:t>En este sistema las instantáneas o cambios en los archivos se registran y almacenan localmente en la máquina del usuario. Este enfoque puede ser adecuado para proyectos más pequeños o individuales donde la colaboración en línea no es esencial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323" name="Shape 323"/>
        <p:cNvGrpSpPr/>
        <p:nvPr/>
      </p:nvGrpSpPr>
      <p:grpSpPr>
        <a:xfrm>
          <a:off x="0" y="0"/>
          <a:ext cx="0" cy="0"/>
          <a:chOff x="0" y="0"/>
          <a:chExt cx="0" cy="0"/>
        </a:xfrm>
      </p:grpSpPr>
      <p:sp>
        <p:nvSpPr>
          <p:cNvPr id="324" name="Google Shape;324;p37"/>
          <p:cNvSpPr/>
          <p:nvPr/>
        </p:nvSpPr>
        <p:spPr>
          <a:xfrm>
            <a:off x="-80346" y="-45251"/>
            <a:ext cx="9302633" cy="5239274"/>
          </a:xfrm>
          <a:custGeom>
            <a:rect b="b" l="l" r="r" t="t"/>
            <a:pathLst>
              <a:path extrusionOk="0" h="1913890" w="3398222">
                <a:moveTo>
                  <a:pt x="0" y="0"/>
                </a:moveTo>
                <a:lnTo>
                  <a:pt x="3398222" y="0"/>
                </a:lnTo>
                <a:lnTo>
                  <a:pt x="3398222" y="1913890"/>
                </a:lnTo>
                <a:lnTo>
                  <a:pt x="0" y="1913890"/>
                </a:lnTo>
                <a:close/>
              </a:path>
            </a:pathLst>
          </a:custGeom>
          <a:solidFill>
            <a:srgbClr val="5CE1E6">
              <a:alpha val="47060"/>
            </a:srgbClr>
          </a:solidFill>
          <a:ln>
            <a:noFill/>
          </a:ln>
        </p:spPr>
      </p:sp>
      <p:sp>
        <p:nvSpPr>
          <p:cNvPr id="325" name="Google Shape;325;p37"/>
          <p:cNvSpPr/>
          <p:nvPr/>
        </p:nvSpPr>
        <p:spPr>
          <a:xfrm rot="-2298120">
            <a:off x="4849589" y="1094702"/>
            <a:ext cx="6327075" cy="478556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sp>
        <p:nvSpPr>
          <p:cNvPr id="326" name="Google Shape;326;p37"/>
          <p:cNvSpPr/>
          <p:nvPr/>
        </p:nvSpPr>
        <p:spPr>
          <a:xfrm>
            <a:off x="5043955" y="-2004381"/>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sp>
        <p:nvSpPr>
          <p:cNvPr id="327" name="Google Shape;327;p37"/>
          <p:cNvSpPr/>
          <p:nvPr/>
        </p:nvSpPr>
        <p:spPr>
          <a:xfrm>
            <a:off x="6547877" y="514350"/>
            <a:ext cx="5192246" cy="5192246"/>
          </a:xfrm>
          <a:custGeom>
            <a:rect b="b" l="l" r="r" t="t"/>
            <a:pathLst>
              <a:path extrusionOk="0" h="10384491" w="10384491">
                <a:moveTo>
                  <a:pt x="0" y="0"/>
                </a:moveTo>
                <a:lnTo>
                  <a:pt x="10384492" y="0"/>
                </a:lnTo>
                <a:lnTo>
                  <a:pt x="10384492" y="10384491"/>
                </a:lnTo>
                <a:lnTo>
                  <a:pt x="0" y="10384491"/>
                </a:lnTo>
                <a:lnTo>
                  <a:pt x="0" y="0"/>
                </a:lnTo>
                <a:close/>
              </a:path>
            </a:pathLst>
          </a:custGeom>
          <a:blipFill rotWithShape="1">
            <a:blip r:embed="rId5">
              <a:alphaModFix amt="12000"/>
            </a:blip>
            <a:stretch>
              <a:fillRect b="0" l="0" r="0" t="0"/>
            </a:stretch>
          </a:blipFill>
          <a:ln>
            <a:noFill/>
          </a:ln>
        </p:spPr>
      </p:sp>
      <p:sp>
        <p:nvSpPr>
          <p:cNvPr id="328" name="Google Shape;328;p37"/>
          <p:cNvSpPr/>
          <p:nvPr/>
        </p:nvSpPr>
        <p:spPr>
          <a:xfrm>
            <a:off x="7101664" y="798532"/>
            <a:ext cx="4638459" cy="4638459"/>
          </a:xfrm>
          <a:custGeom>
            <a:rect b="b" l="l" r="r" t="t"/>
            <a:pathLst>
              <a:path extrusionOk="0" h="9276918" w="9276918">
                <a:moveTo>
                  <a:pt x="0" y="0"/>
                </a:moveTo>
                <a:lnTo>
                  <a:pt x="9276918" y="0"/>
                </a:lnTo>
                <a:lnTo>
                  <a:pt x="9276918" y="9276917"/>
                </a:lnTo>
                <a:lnTo>
                  <a:pt x="0" y="9276917"/>
                </a:lnTo>
                <a:lnTo>
                  <a:pt x="0" y="0"/>
                </a:lnTo>
                <a:close/>
              </a:path>
            </a:pathLst>
          </a:custGeom>
          <a:blipFill rotWithShape="1">
            <a:blip r:embed="rId6">
              <a:alphaModFix/>
            </a:blip>
            <a:stretch>
              <a:fillRect b="0" l="0" r="0" t="0"/>
            </a:stretch>
          </a:blipFill>
          <a:ln>
            <a:noFill/>
          </a:ln>
        </p:spPr>
      </p:sp>
      <p:grpSp>
        <p:nvGrpSpPr>
          <p:cNvPr id="329" name="Google Shape;329;p37"/>
          <p:cNvGrpSpPr/>
          <p:nvPr/>
        </p:nvGrpSpPr>
        <p:grpSpPr>
          <a:xfrm>
            <a:off x="-864121" y="-1839349"/>
            <a:ext cx="3244172" cy="3381891"/>
            <a:chOff x="-8061" y="0"/>
            <a:chExt cx="8651124" cy="9018376"/>
          </a:xfrm>
        </p:grpSpPr>
        <p:sp>
          <p:nvSpPr>
            <p:cNvPr id="330" name="Google Shape;330;p37"/>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7">
                <a:alphaModFix/>
              </a:blip>
              <a:stretch>
                <a:fillRect b="0" l="0" r="0" t="0"/>
              </a:stretch>
            </a:blipFill>
            <a:ln>
              <a:noFill/>
            </a:ln>
          </p:spPr>
        </p:sp>
        <p:sp>
          <p:nvSpPr>
            <p:cNvPr id="331" name="Google Shape;331;p3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8">
                <a:alphaModFix/>
              </a:blip>
              <a:stretch>
                <a:fillRect b="0" l="0" r="0" t="0"/>
              </a:stretch>
            </a:blipFill>
            <a:ln>
              <a:noFill/>
            </a:ln>
          </p:spPr>
        </p:sp>
      </p:grpSp>
      <p:sp>
        <p:nvSpPr>
          <p:cNvPr id="332" name="Google Shape;332;p37"/>
          <p:cNvSpPr/>
          <p:nvPr/>
        </p:nvSpPr>
        <p:spPr>
          <a:xfrm>
            <a:off x="4572000" y="1313869"/>
            <a:ext cx="4227515" cy="2938123"/>
          </a:xfrm>
          <a:custGeom>
            <a:rect b="b" l="l" r="r" t="t"/>
            <a:pathLst>
              <a:path extrusionOk="0" h="5876246" w="8455030">
                <a:moveTo>
                  <a:pt x="0" y="0"/>
                </a:moveTo>
                <a:lnTo>
                  <a:pt x="8455030" y="0"/>
                </a:lnTo>
                <a:lnTo>
                  <a:pt x="8455030" y="5876246"/>
                </a:lnTo>
                <a:lnTo>
                  <a:pt x="0" y="5876246"/>
                </a:lnTo>
                <a:lnTo>
                  <a:pt x="0" y="0"/>
                </a:lnTo>
                <a:close/>
              </a:path>
            </a:pathLst>
          </a:custGeom>
          <a:blipFill rotWithShape="1">
            <a:blip r:embed="rId9">
              <a:alphaModFix/>
            </a:blip>
            <a:stretch>
              <a:fillRect b="0" l="0" r="0" t="0"/>
            </a:stretch>
          </a:blipFill>
          <a:ln>
            <a:noFill/>
          </a:ln>
        </p:spPr>
      </p:sp>
      <p:sp>
        <p:nvSpPr>
          <p:cNvPr id="333" name="Google Shape;333;p37"/>
          <p:cNvSpPr txBox="1"/>
          <p:nvPr/>
        </p:nvSpPr>
        <p:spPr>
          <a:xfrm>
            <a:off x="951157" y="210458"/>
            <a:ext cx="7241700" cy="812700"/>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Clr>
                <a:srgbClr val="000000"/>
              </a:buClr>
              <a:buSzPts val="2400"/>
              <a:buFont typeface="Arial"/>
              <a:buNone/>
            </a:pPr>
            <a:r>
              <a:rPr b="1" i="0" lang="es" sz="2400" u="none" cap="none" strike="noStrike">
                <a:solidFill>
                  <a:srgbClr val="FFFFFF"/>
                </a:solidFill>
                <a:latin typeface="Poppins"/>
                <a:ea typeface="Poppins"/>
                <a:cs typeface="Poppins"/>
                <a:sym typeface="Poppins"/>
              </a:rPr>
              <a:t>Sistemas de Control de Versiones Centralizado</a:t>
            </a:r>
            <a:endParaRPr b="0" i="0" sz="700" u="none" cap="none" strike="noStrike">
              <a:solidFill>
                <a:srgbClr val="000000"/>
              </a:solidFill>
              <a:latin typeface="Arial"/>
              <a:ea typeface="Arial"/>
              <a:cs typeface="Arial"/>
              <a:sym typeface="Arial"/>
            </a:endParaRPr>
          </a:p>
        </p:txBody>
      </p:sp>
      <p:sp>
        <p:nvSpPr>
          <p:cNvPr id="334" name="Google Shape;334;p37"/>
          <p:cNvSpPr txBox="1"/>
          <p:nvPr/>
        </p:nvSpPr>
        <p:spPr>
          <a:xfrm>
            <a:off x="514350" y="1897106"/>
            <a:ext cx="3724800" cy="20319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500"/>
              <a:buFont typeface="Arial"/>
              <a:buNone/>
            </a:pPr>
            <a:r>
              <a:rPr b="0" i="0" lang="es" sz="1500" u="none" cap="none" strike="noStrike">
                <a:solidFill>
                  <a:srgbClr val="FFFFFF"/>
                </a:solidFill>
                <a:latin typeface="Poppins"/>
                <a:ea typeface="Poppins"/>
                <a:cs typeface="Poppins"/>
                <a:sym typeface="Poppins"/>
              </a:rPr>
              <a:t>Estos sistemas cuentan con un repositorio central que almacena todas las versiones y cambios. En este modelo, cada usuario trabaja con su propia copia local de los archivos, pero las actualizaciones y cambios se registran en un servidor central.</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338" name="Shape 338"/>
        <p:cNvGrpSpPr/>
        <p:nvPr/>
      </p:nvGrpSpPr>
      <p:grpSpPr>
        <a:xfrm>
          <a:off x="0" y="0"/>
          <a:ext cx="0" cy="0"/>
          <a:chOff x="0" y="0"/>
          <a:chExt cx="0" cy="0"/>
        </a:xfrm>
      </p:grpSpPr>
      <p:sp>
        <p:nvSpPr>
          <p:cNvPr id="339" name="Google Shape;339;p38"/>
          <p:cNvSpPr/>
          <p:nvPr/>
        </p:nvSpPr>
        <p:spPr>
          <a:xfrm>
            <a:off x="-80346" y="-45251"/>
            <a:ext cx="9302633" cy="5239274"/>
          </a:xfrm>
          <a:custGeom>
            <a:rect b="b" l="l" r="r" t="t"/>
            <a:pathLst>
              <a:path extrusionOk="0" h="1913890" w="3398222">
                <a:moveTo>
                  <a:pt x="0" y="0"/>
                </a:moveTo>
                <a:lnTo>
                  <a:pt x="3398222" y="0"/>
                </a:lnTo>
                <a:lnTo>
                  <a:pt x="3398222" y="1913890"/>
                </a:lnTo>
                <a:lnTo>
                  <a:pt x="0" y="1913890"/>
                </a:lnTo>
                <a:close/>
              </a:path>
            </a:pathLst>
          </a:custGeom>
          <a:solidFill>
            <a:srgbClr val="000000">
              <a:alpha val="47060"/>
            </a:srgbClr>
          </a:solidFill>
          <a:ln>
            <a:noFill/>
          </a:ln>
        </p:spPr>
      </p:sp>
      <p:sp>
        <p:nvSpPr>
          <p:cNvPr id="340" name="Google Shape;340;p38"/>
          <p:cNvSpPr/>
          <p:nvPr/>
        </p:nvSpPr>
        <p:spPr>
          <a:xfrm rot="-2298120">
            <a:off x="4849589" y="1094702"/>
            <a:ext cx="6327075" cy="478556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341" name="Google Shape;341;p38"/>
          <p:cNvGrpSpPr/>
          <p:nvPr/>
        </p:nvGrpSpPr>
        <p:grpSpPr>
          <a:xfrm rot="9869093">
            <a:off x="7215586" y="3284286"/>
            <a:ext cx="3243858" cy="3381564"/>
            <a:chOff x="-8061" y="0"/>
            <a:chExt cx="8651124" cy="9018376"/>
          </a:xfrm>
        </p:grpSpPr>
        <p:sp>
          <p:nvSpPr>
            <p:cNvPr id="342" name="Google Shape;342;p38"/>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43" name="Google Shape;343;p3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44" name="Google Shape;344;p38"/>
          <p:cNvSpPr/>
          <p:nvPr/>
        </p:nvSpPr>
        <p:spPr>
          <a:xfrm>
            <a:off x="5043955" y="-2004381"/>
            <a:ext cx="2414492" cy="2410102"/>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45" name="Google Shape;345;p38"/>
          <p:cNvSpPr/>
          <p:nvPr/>
        </p:nvSpPr>
        <p:spPr>
          <a:xfrm>
            <a:off x="197840" y="686223"/>
            <a:ext cx="3150485" cy="3773037"/>
          </a:xfrm>
          <a:custGeom>
            <a:rect b="b" l="l" r="r" t="t"/>
            <a:pathLst>
              <a:path extrusionOk="0" h="7546073" w="6300971">
                <a:moveTo>
                  <a:pt x="0" y="0"/>
                </a:moveTo>
                <a:lnTo>
                  <a:pt x="6300971" y="0"/>
                </a:lnTo>
                <a:lnTo>
                  <a:pt x="6300971" y="7546073"/>
                </a:lnTo>
                <a:lnTo>
                  <a:pt x="0" y="7546073"/>
                </a:lnTo>
                <a:lnTo>
                  <a:pt x="0" y="0"/>
                </a:lnTo>
                <a:close/>
              </a:path>
            </a:pathLst>
          </a:custGeom>
          <a:blipFill rotWithShape="1">
            <a:blip r:embed="rId7">
              <a:alphaModFix/>
            </a:blip>
            <a:stretch>
              <a:fillRect b="0" l="0" r="0" t="0"/>
            </a:stretch>
          </a:blipFill>
          <a:ln>
            <a:noFill/>
          </a:ln>
        </p:spPr>
      </p:sp>
      <p:sp>
        <p:nvSpPr>
          <p:cNvPr id="346" name="Google Shape;346;p38"/>
          <p:cNvSpPr txBox="1"/>
          <p:nvPr/>
        </p:nvSpPr>
        <p:spPr>
          <a:xfrm>
            <a:off x="2377353" y="485775"/>
            <a:ext cx="7241700" cy="812700"/>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Clr>
                <a:srgbClr val="000000"/>
              </a:buClr>
              <a:buSzPts val="2400"/>
              <a:buFont typeface="Arial"/>
              <a:buNone/>
            </a:pPr>
            <a:r>
              <a:rPr b="1" i="0" lang="es" sz="2400" u="none" cap="none" strike="noStrike">
                <a:solidFill>
                  <a:srgbClr val="FFFFFF"/>
                </a:solidFill>
                <a:latin typeface="Poppins"/>
                <a:ea typeface="Poppins"/>
                <a:cs typeface="Poppins"/>
                <a:sym typeface="Poppins"/>
              </a:rPr>
              <a:t>Sistemas de Control de Versiones </a:t>
            </a:r>
            <a:endParaRPr b="0" i="0" sz="700" u="none" cap="none" strike="noStrike">
              <a:solidFill>
                <a:srgbClr val="000000"/>
              </a:solidFill>
              <a:latin typeface="Arial"/>
              <a:ea typeface="Arial"/>
              <a:cs typeface="Arial"/>
              <a:sym typeface="Arial"/>
            </a:endParaRPr>
          </a:p>
          <a:p>
            <a:pPr indent="0" lvl="0" marL="0" marR="0" rtl="0" algn="ctr">
              <a:lnSpc>
                <a:spcPct val="119987"/>
              </a:lnSpc>
              <a:spcBef>
                <a:spcPts val="0"/>
              </a:spcBef>
              <a:spcAft>
                <a:spcPts val="0"/>
              </a:spcAft>
              <a:buClr>
                <a:srgbClr val="000000"/>
              </a:buClr>
              <a:buSzPts val="2400"/>
              <a:buFont typeface="Arial"/>
              <a:buNone/>
            </a:pPr>
            <a:r>
              <a:rPr b="1" i="0" lang="es" sz="2400" u="none" cap="none" strike="noStrike">
                <a:solidFill>
                  <a:srgbClr val="FFFFFF"/>
                </a:solidFill>
                <a:latin typeface="Poppins"/>
                <a:ea typeface="Poppins"/>
                <a:cs typeface="Poppins"/>
                <a:sym typeface="Poppins"/>
              </a:rPr>
              <a:t>Distribuido</a:t>
            </a:r>
            <a:endParaRPr b="0" i="0" sz="700" u="none" cap="none" strike="noStrike">
              <a:solidFill>
                <a:srgbClr val="000000"/>
              </a:solidFill>
              <a:latin typeface="Arial"/>
              <a:ea typeface="Arial"/>
              <a:cs typeface="Arial"/>
              <a:sym typeface="Arial"/>
            </a:endParaRPr>
          </a:p>
        </p:txBody>
      </p:sp>
      <p:sp>
        <p:nvSpPr>
          <p:cNvPr id="347" name="Google Shape;347;p38"/>
          <p:cNvSpPr txBox="1"/>
          <p:nvPr/>
        </p:nvSpPr>
        <p:spPr>
          <a:xfrm>
            <a:off x="3812363" y="2047723"/>
            <a:ext cx="5023800" cy="2017800"/>
          </a:xfrm>
          <a:prstGeom prst="rect">
            <a:avLst/>
          </a:prstGeom>
          <a:noFill/>
          <a:ln>
            <a:noFill/>
          </a:ln>
        </p:spPr>
        <p:txBody>
          <a:bodyPr anchorCtr="0" anchor="t" bIns="0" lIns="0" spcFirstLastPara="1" rIns="0" wrap="square" tIns="0">
            <a:spAutoFit/>
          </a:bodyPr>
          <a:lstStyle/>
          <a:p>
            <a:pPr indent="0" lvl="0" marL="0" marR="0" rtl="0" algn="just">
              <a:lnSpc>
                <a:spcPct val="129000"/>
              </a:lnSpc>
              <a:spcBef>
                <a:spcPts val="0"/>
              </a:spcBef>
              <a:spcAft>
                <a:spcPts val="0"/>
              </a:spcAft>
              <a:buClr>
                <a:srgbClr val="000000"/>
              </a:buClr>
              <a:buSzPts val="1500"/>
              <a:buFont typeface="Arial"/>
              <a:buNone/>
            </a:pPr>
            <a:r>
              <a:rPr b="0" i="0" lang="es" sz="1500" u="none" cap="none" strike="noStrike">
                <a:solidFill>
                  <a:srgbClr val="FFFFFF"/>
                </a:solidFill>
                <a:latin typeface="Poppins"/>
                <a:ea typeface="Poppins"/>
                <a:cs typeface="Poppins"/>
                <a:sym typeface="Poppins"/>
              </a:rPr>
              <a:t>Los desarrolladores pueden trabajar de manera independiente en sus copias locales, realizar cambios, y después compartir esos cambios con otros usuarios a través de la red. Esto permite una mayor flexibilidad y autonomía en el desarrollo, ya que cada copia local es una entidad autónoma con su historial completo de versiones.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1" name="Shape 351"/>
        <p:cNvGrpSpPr/>
        <p:nvPr/>
      </p:nvGrpSpPr>
      <p:grpSpPr>
        <a:xfrm>
          <a:off x="0" y="0"/>
          <a:ext cx="0" cy="0"/>
          <a:chOff x="0" y="0"/>
          <a:chExt cx="0" cy="0"/>
        </a:xfrm>
      </p:grpSpPr>
      <p:cxnSp>
        <p:nvCxnSpPr>
          <p:cNvPr id="352" name="Google Shape;352;p39"/>
          <p:cNvCxnSpPr/>
          <p:nvPr/>
        </p:nvCxnSpPr>
        <p:spPr>
          <a:xfrm>
            <a:off x="660592" y="5143500"/>
            <a:ext cx="3246300" cy="0"/>
          </a:xfrm>
          <a:prstGeom prst="straightConnector1">
            <a:avLst/>
          </a:prstGeom>
          <a:noFill/>
          <a:ln cap="flat" cmpd="sng" w="19050">
            <a:solidFill>
              <a:srgbClr val="FFFFFF"/>
            </a:solidFill>
            <a:prstDash val="solid"/>
            <a:round/>
            <a:headEnd len="sm" w="sm" type="none"/>
            <a:tailEnd len="sm" w="sm" type="none"/>
          </a:ln>
        </p:spPr>
      </p:cxnSp>
      <p:cxnSp>
        <p:nvCxnSpPr>
          <p:cNvPr id="353" name="Google Shape;353;p39"/>
          <p:cNvCxnSpPr/>
          <p:nvPr/>
        </p:nvCxnSpPr>
        <p:spPr>
          <a:xfrm>
            <a:off x="913607" y="4191000"/>
            <a:ext cx="4648500" cy="0"/>
          </a:xfrm>
          <a:prstGeom prst="straightConnector1">
            <a:avLst/>
          </a:prstGeom>
          <a:noFill/>
          <a:ln cap="flat" cmpd="sng" w="14300">
            <a:solidFill>
              <a:srgbClr val="FFFFFF"/>
            </a:solidFill>
            <a:prstDash val="solid"/>
            <a:round/>
            <a:headEnd len="sm" w="sm" type="none"/>
            <a:tailEnd len="sm" w="sm" type="none"/>
          </a:ln>
        </p:spPr>
      </p:cxnSp>
      <p:grpSp>
        <p:nvGrpSpPr>
          <p:cNvPr id="354" name="Google Shape;354;p39"/>
          <p:cNvGrpSpPr/>
          <p:nvPr/>
        </p:nvGrpSpPr>
        <p:grpSpPr>
          <a:xfrm rot="-5400000">
            <a:off x="-2665960" y="2249566"/>
            <a:ext cx="5273467" cy="644282"/>
            <a:chOff x="0" y="-123825"/>
            <a:chExt cx="3779721" cy="461785"/>
          </a:xfrm>
        </p:grpSpPr>
        <p:sp>
          <p:nvSpPr>
            <p:cNvPr id="355" name="Google Shape;355;p39"/>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356" name="Google Shape;356;p39"/>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57" name="Google Shape;357;p39"/>
          <p:cNvSpPr/>
          <p:nvPr/>
        </p:nvSpPr>
        <p:spPr>
          <a:xfrm>
            <a:off x="6511903" y="159833"/>
            <a:ext cx="3436982" cy="4823834"/>
          </a:xfrm>
          <a:custGeom>
            <a:rect b="b" l="l" r="r" t="t"/>
            <a:pathLst>
              <a:path extrusionOk="0" h="9647668" w="6873963">
                <a:moveTo>
                  <a:pt x="0" y="0"/>
                </a:moveTo>
                <a:lnTo>
                  <a:pt x="6873963" y="0"/>
                </a:lnTo>
                <a:lnTo>
                  <a:pt x="6873963" y="9647668"/>
                </a:lnTo>
                <a:lnTo>
                  <a:pt x="0" y="9647668"/>
                </a:lnTo>
                <a:lnTo>
                  <a:pt x="0" y="0"/>
                </a:lnTo>
                <a:close/>
              </a:path>
            </a:pathLst>
          </a:custGeom>
          <a:blipFill rotWithShape="1">
            <a:blip r:embed="rId3">
              <a:alphaModFix amt="67000"/>
            </a:blip>
            <a:stretch>
              <a:fillRect b="0" l="0" r="0" t="0"/>
            </a:stretch>
          </a:blipFill>
          <a:ln>
            <a:noFill/>
          </a:ln>
        </p:spPr>
      </p:sp>
      <p:sp>
        <p:nvSpPr>
          <p:cNvPr id="358" name="Google Shape;358;p39"/>
          <p:cNvSpPr txBox="1"/>
          <p:nvPr/>
        </p:nvSpPr>
        <p:spPr>
          <a:xfrm>
            <a:off x="913606" y="2373068"/>
            <a:ext cx="4648500" cy="17370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Clr>
                <a:srgbClr val="000000"/>
              </a:buClr>
              <a:buSzPts val="5200"/>
              <a:buFont typeface="Arial"/>
              <a:buNone/>
            </a:pPr>
            <a:r>
              <a:rPr b="1" i="0" lang="es" sz="5200" u="none" cap="none" strike="noStrike">
                <a:solidFill>
                  <a:srgbClr val="FFFFFF"/>
                </a:solidFill>
                <a:latin typeface="Arial"/>
                <a:ea typeface="Arial"/>
                <a:cs typeface="Arial"/>
                <a:sym typeface="Arial"/>
              </a:rPr>
              <a:t>Introducción a Git</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2" name="Shape 362"/>
        <p:cNvGrpSpPr/>
        <p:nvPr/>
      </p:nvGrpSpPr>
      <p:grpSpPr>
        <a:xfrm>
          <a:off x="0" y="0"/>
          <a:ext cx="0" cy="0"/>
          <a:chOff x="0" y="0"/>
          <a:chExt cx="0" cy="0"/>
        </a:xfrm>
      </p:grpSpPr>
      <p:grpSp>
        <p:nvGrpSpPr>
          <p:cNvPr id="363" name="Google Shape;363;p40"/>
          <p:cNvGrpSpPr/>
          <p:nvPr/>
        </p:nvGrpSpPr>
        <p:grpSpPr>
          <a:xfrm rot="-5400000">
            <a:off x="-2665960" y="2249566"/>
            <a:ext cx="5273467" cy="644282"/>
            <a:chOff x="0" y="-123825"/>
            <a:chExt cx="3779721" cy="461785"/>
          </a:xfrm>
        </p:grpSpPr>
        <p:sp>
          <p:nvSpPr>
            <p:cNvPr id="364" name="Google Shape;364;p40"/>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365" name="Google Shape;365;p40"/>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6" name="Google Shape;366;p40"/>
          <p:cNvSpPr txBox="1"/>
          <p:nvPr/>
        </p:nvSpPr>
        <p:spPr>
          <a:xfrm>
            <a:off x="913606" y="1584960"/>
            <a:ext cx="4534500" cy="2315700"/>
          </a:xfrm>
          <a:prstGeom prst="rect">
            <a:avLst/>
          </a:prstGeom>
          <a:noFill/>
          <a:ln>
            <a:noFill/>
          </a:ln>
        </p:spPr>
        <p:txBody>
          <a:bodyPr anchorCtr="0" anchor="t" bIns="0" lIns="0" spcFirstLastPara="1" rIns="0" wrap="square" tIns="0">
            <a:spAutoFit/>
          </a:bodyPr>
          <a:lstStyle/>
          <a:p>
            <a:pPr indent="0" lvl="0" marL="0" marR="0" rtl="0" algn="just">
              <a:lnSpc>
                <a:spcPct val="129000"/>
              </a:lnSpc>
              <a:spcBef>
                <a:spcPts val="0"/>
              </a:spcBef>
              <a:spcAft>
                <a:spcPts val="0"/>
              </a:spcAft>
              <a:buClr>
                <a:srgbClr val="000000"/>
              </a:buClr>
              <a:buSzPts val="1500"/>
              <a:buFont typeface="Arial"/>
              <a:buNone/>
            </a:pPr>
            <a:r>
              <a:rPr b="1" i="0" lang="es" sz="1500" u="none" cap="none" strike="noStrike">
                <a:solidFill>
                  <a:srgbClr val="FFFFFF"/>
                </a:solidFill>
                <a:latin typeface="Poppins"/>
                <a:ea typeface="Poppins"/>
                <a:cs typeface="Poppins"/>
                <a:sym typeface="Poppins"/>
              </a:rPr>
              <a:t>Git es el sistema de control de versiones moderno más utilizado del mundo, Fue creado por Linus Torvalds en 2005 como un proyecto de código abierto.</a:t>
            </a:r>
            <a:endParaRPr b="0" i="0" sz="700" u="none" cap="none" strike="noStrike">
              <a:solidFill>
                <a:srgbClr val="000000"/>
              </a:solidFill>
              <a:latin typeface="Arial"/>
              <a:ea typeface="Arial"/>
              <a:cs typeface="Arial"/>
              <a:sym typeface="Arial"/>
            </a:endParaRPr>
          </a:p>
          <a:p>
            <a:pPr indent="0" lvl="0" marL="0" marR="0" rtl="0" algn="just">
              <a:lnSpc>
                <a:spcPct val="129000"/>
              </a:lnSpc>
              <a:spcBef>
                <a:spcPts val="0"/>
              </a:spcBef>
              <a:spcAft>
                <a:spcPts val="0"/>
              </a:spcAft>
              <a:buClr>
                <a:srgbClr val="000000"/>
              </a:buClr>
              <a:buSzPts val="1500"/>
              <a:buFont typeface="Arial"/>
              <a:buNone/>
            </a:pPr>
            <a:r>
              <a:t/>
            </a:r>
            <a:endParaRPr b="1" i="0" sz="1500" u="none" cap="none" strike="noStrike">
              <a:solidFill>
                <a:srgbClr val="FFFFFF"/>
              </a:solidFill>
              <a:latin typeface="Poppins"/>
              <a:ea typeface="Poppins"/>
              <a:cs typeface="Poppins"/>
              <a:sym typeface="Poppins"/>
            </a:endParaRPr>
          </a:p>
          <a:p>
            <a:pPr indent="0" lvl="0" marL="0" marR="0" rtl="0" algn="just">
              <a:lnSpc>
                <a:spcPct val="129000"/>
              </a:lnSpc>
              <a:spcBef>
                <a:spcPts val="0"/>
              </a:spcBef>
              <a:spcAft>
                <a:spcPts val="0"/>
              </a:spcAft>
              <a:buClr>
                <a:srgbClr val="000000"/>
              </a:buClr>
              <a:buSzPts val="1500"/>
              <a:buFont typeface="Arial"/>
              <a:buNone/>
            </a:pPr>
            <a:r>
              <a:rPr b="1" i="0" lang="es" sz="1500" u="none" cap="none" strike="noStrike">
                <a:solidFill>
                  <a:srgbClr val="FFFFFF"/>
                </a:solidFill>
                <a:latin typeface="Poppins"/>
                <a:ea typeface="Poppins"/>
                <a:cs typeface="Poppins"/>
                <a:sym typeface="Poppins"/>
              </a:rPr>
              <a:t>Presenta una arquitectura distribuida, siendo un ejemplo de DVCS (sistema de control de versiones distribuido).</a:t>
            </a:r>
            <a:endParaRPr b="0" i="0" sz="700" u="none" cap="none" strike="noStrike">
              <a:solidFill>
                <a:srgbClr val="000000"/>
              </a:solidFill>
              <a:latin typeface="Arial"/>
              <a:ea typeface="Arial"/>
              <a:cs typeface="Arial"/>
              <a:sym typeface="Arial"/>
            </a:endParaRPr>
          </a:p>
        </p:txBody>
      </p:sp>
      <p:pic>
        <p:nvPicPr>
          <p:cNvPr id="367" name="Google Shape;367;p40"/>
          <p:cNvPicPr preferRelativeResize="0"/>
          <p:nvPr/>
        </p:nvPicPr>
        <p:blipFill rotWithShape="1">
          <a:blip r:embed="rId3">
            <a:alphaModFix/>
          </a:blip>
          <a:srcRect b="0" l="0" r="0" t="0"/>
          <a:stretch/>
        </p:blipFill>
        <p:spPr>
          <a:xfrm>
            <a:off x="5600335" y="799919"/>
            <a:ext cx="3543665" cy="35436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1" name="Shape 371"/>
        <p:cNvGrpSpPr/>
        <p:nvPr/>
      </p:nvGrpSpPr>
      <p:grpSpPr>
        <a:xfrm>
          <a:off x="0" y="0"/>
          <a:ext cx="0" cy="0"/>
          <a:chOff x="0" y="0"/>
          <a:chExt cx="0" cy="0"/>
        </a:xfrm>
      </p:grpSpPr>
      <p:grpSp>
        <p:nvGrpSpPr>
          <p:cNvPr id="372" name="Google Shape;372;p41"/>
          <p:cNvGrpSpPr/>
          <p:nvPr/>
        </p:nvGrpSpPr>
        <p:grpSpPr>
          <a:xfrm rot="-5400000">
            <a:off x="-2665960" y="2249566"/>
            <a:ext cx="5273467" cy="644282"/>
            <a:chOff x="0" y="-123825"/>
            <a:chExt cx="3779721" cy="461785"/>
          </a:xfrm>
        </p:grpSpPr>
        <p:sp>
          <p:nvSpPr>
            <p:cNvPr id="373" name="Google Shape;373;p41"/>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374" name="Google Shape;374;p41"/>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75" name="Google Shape;375;p41"/>
          <p:cNvSpPr/>
          <p:nvPr/>
        </p:nvSpPr>
        <p:spPr>
          <a:xfrm>
            <a:off x="6511903" y="159833"/>
            <a:ext cx="3436982" cy="4823834"/>
          </a:xfrm>
          <a:custGeom>
            <a:rect b="b" l="l" r="r" t="t"/>
            <a:pathLst>
              <a:path extrusionOk="0" h="9647668" w="6873963">
                <a:moveTo>
                  <a:pt x="0" y="0"/>
                </a:moveTo>
                <a:lnTo>
                  <a:pt x="6873963" y="0"/>
                </a:lnTo>
                <a:lnTo>
                  <a:pt x="6873963" y="9647668"/>
                </a:lnTo>
                <a:lnTo>
                  <a:pt x="0" y="9647668"/>
                </a:lnTo>
                <a:lnTo>
                  <a:pt x="0" y="0"/>
                </a:lnTo>
                <a:close/>
              </a:path>
            </a:pathLst>
          </a:custGeom>
          <a:blipFill rotWithShape="1">
            <a:blip r:embed="rId3">
              <a:alphaModFix amt="67000"/>
            </a:blip>
            <a:stretch>
              <a:fillRect b="0" l="0" r="0" t="0"/>
            </a:stretch>
          </a:blipFill>
          <a:ln>
            <a:noFill/>
          </a:ln>
        </p:spPr>
      </p:sp>
      <p:sp>
        <p:nvSpPr>
          <p:cNvPr id="376" name="Google Shape;376;p41"/>
          <p:cNvSpPr txBox="1"/>
          <p:nvPr/>
        </p:nvSpPr>
        <p:spPr>
          <a:xfrm>
            <a:off x="623107" y="476250"/>
            <a:ext cx="5228400" cy="6618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Clr>
                <a:srgbClr val="000000"/>
              </a:buClr>
              <a:buSzPts val="4300"/>
              <a:buFont typeface="Arial"/>
              <a:buNone/>
            </a:pPr>
            <a:r>
              <a:rPr b="1" i="0" lang="es" sz="4300" u="none" cap="none" strike="noStrike">
                <a:solidFill>
                  <a:srgbClr val="FFFFFF"/>
                </a:solidFill>
                <a:latin typeface="Arial"/>
                <a:ea typeface="Arial"/>
                <a:cs typeface="Arial"/>
                <a:sym typeface="Arial"/>
              </a:rPr>
              <a:t>Características</a:t>
            </a:r>
            <a:endParaRPr b="0" i="0" sz="700" u="none" cap="none" strike="noStrike">
              <a:solidFill>
                <a:srgbClr val="000000"/>
              </a:solidFill>
              <a:latin typeface="Arial"/>
              <a:ea typeface="Arial"/>
              <a:cs typeface="Arial"/>
              <a:sym typeface="Arial"/>
            </a:endParaRPr>
          </a:p>
        </p:txBody>
      </p:sp>
      <p:sp>
        <p:nvSpPr>
          <p:cNvPr id="377" name="Google Shape;377;p41"/>
          <p:cNvSpPr txBox="1"/>
          <p:nvPr/>
        </p:nvSpPr>
        <p:spPr>
          <a:xfrm>
            <a:off x="1333871" y="1664901"/>
            <a:ext cx="3807000" cy="3324900"/>
          </a:xfrm>
          <a:prstGeom prst="rect">
            <a:avLst/>
          </a:prstGeom>
          <a:noFill/>
          <a:ln>
            <a:noFill/>
          </a:ln>
        </p:spPr>
        <p:txBody>
          <a:bodyPr anchorCtr="0" anchor="t" bIns="0" lIns="0" spcFirstLastPara="1" rIns="0" wrap="square" tIns="0">
            <a:spAutoFit/>
          </a:bodyPr>
          <a:lstStyle/>
          <a:p>
            <a:pPr indent="-215900" lvl="1" marL="419100" marR="0" rtl="0" algn="just">
              <a:lnSpc>
                <a:spcPct val="140000"/>
              </a:lnSpc>
              <a:spcBef>
                <a:spcPts val="0"/>
              </a:spcBef>
              <a:spcAft>
                <a:spcPts val="0"/>
              </a:spcAft>
              <a:buClr>
                <a:srgbClr val="FFFFFF"/>
              </a:buClr>
              <a:buSzPts val="2000"/>
              <a:buFont typeface="Arial"/>
              <a:buChar char="•"/>
            </a:pPr>
            <a:r>
              <a:rPr b="0" i="0" lang="es" sz="2000" u="none" cap="none" strike="noStrike">
                <a:solidFill>
                  <a:srgbClr val="FFFFFF"/>
                </a:solidFill>
                <a:latin typeface="Open Sans"/>
                <a:ea typeface="Open Sans"/>
                <a:cs typeface="Open Sans"/>
                <a:sym typeface="Open Sans"/>
              </a:rPr>
              <a:t>Distribuido y Descentralizado</a:t>
            </a:r>
            <a:endParaRPr b="0" i="0" sz="7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FFFFFF"/>
              </a:solidFill>
              <a:latin typeface="Open Sans"/>
              <a:ea typeface="Open Sans"/>
              <a:cs typeface="Open Sans"/>
              <a:sym typeface="Open Sans"/>
            </a:endParaRPr>
          </a:p>
          <a:p>
            <a:pPr indent="-215900" lvl="1" marL="419100" marR="0" rtl="0" algn="just">
              <a:lnSpc>
                <a:spcPct val="140000"/>
              </a:lnSpc>
              <a:spcBef>
                <a:spcPts val="0"/>
              </a:spcBef>
              <a:spcAft>
                <a:spcPts val="0"/>
              </a:spcAft>
              <a:buClr>
                <a:srgbClr val="FFFFFF"/>
              </a:buClr>
              <a:buSzPts val="2000"/>
              <a:buFont typeface="Arial"/>
              <a:buChar char="•"/>
            </a:pPr>
            <a:r>
              <a:rPr b="0" i="0" lang="es" sz="2000" u="none" cap="none" strike="noStrike">
                <a:solidFill>
                  <a:srgbClr val="FFFFFF"/>
                </a:solidFill>
                <a:latin typeface="Open Sans"/>
                <a:ea typeface="Open Sans"/>
                <a:cs typeface="Open Sans"/>
                <a:sym typeface="Open Sans"/>
              </a:rPr>
              <a:t>Rastreo preciso de cambios</a:t>
            </a:r>
            <a:endParaRPr b="0" i="0" sz="7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FFFFFF"/>
              </a:solidFill>
              <a:latin typeface="Open Sans"/>
              <a:ea typeface="Open Sans"/>
              <a:cs typeface="Open Sans"/>
              <a:sym typeface="Open Sans"/>
            </a:endParaRPr>
          </a:p>
          <a:p>
            <a:pPr indent="-215900" lvl="1" marL="419100" marR="0" rtl="0" algn="just">
              <a:lnSpc>
                <a:spcPct val="140000"/>
              </a:lnSpc>
              <a:spcBef>
                <a:spcPts val="0"/>
              </a:spcBef>
              <a:spcAft>
                <a:spcPts val="0"/>
              </a:spcAft>
              <a:buClr>
                <a:srgbClr val="FFFFFF"/>
              </a:buClr>
              <a:buSzPts val="2000"/>
              <a:buFont typeface="Arial"/>
              <a:buChar char="•"/>
            </a:pPr>
            <a:r>
              <a:rPr b="0" i="0" lang="es" sz="2000" u="none" cap="none" strike="noStrike">
                <a:solidFill>
                  <a:srgbClr val="FFFFFF"/>
                </a:solidFill>
                <a:latin typeface="Open Sans"/>
                <a:ea typeface="Open Sans"/>
                <a:cs typeface="Open Sans"/>
                <a:sym typeface="Open Sans"/>
              </a:rPr>
              <a:t>Ramificación Eficiente</a:t>
            </a:r>
            <a:endParaRPr b="0" i="0" sz="7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FFFFFF"/>
              </a:solidFill>
              <a:latin typeface="Open Sans"/>
              <a:ea typeface="Open Sans"/>
              <a:cs typeface="Open Sans"/>
              <a:sym typeface="Open Sans"/>
            </a:endParaRPr>
          </a:p>
          <a:p>
            <a:pPr indent="-215900" lvl="1" marL="419100" marR="0" rtl="0" algn="just">
              <a:lnSpc>
                <a:spcPct val="140000"/>
              </a:lnSpc>
              <a:spcBef>
                <a:spcPts val="0"/>
              </a:spcBef>
              <a:spcAft>
                <a:spcPts val="0"/>
              </a:spcAft>
              <a:buClr>
                <a:srgbClr val="FFFFFF"/>
              </a:buClr>
              <a:buSzPts val="2000"/>
              <a:buFont typeface="Arial"/>
              <a:buChar char="•"/>
            </a:pPr>
            <a:r>
              <a:rPr b="0" i="0" lang="es" sz="2000" u="none" cap="none" strike="noStrike">
                <a:solidFill>
                  <a:srgbClr val="FFFFFF"/>
                </a:solidFill>
                <a:latin typeface="Open Sans"/>
                <a:ea typeface="Open Sans"/>
                <a:cs typeface="Open Sans"/>
                <a:sym typeface="Open Sans"/>
              </a:rPr>
              <a:t>Fusiones Simplificadas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1" name="Shape 381"/>
        <p:cNvGrpSpPr/>
        <p:nvPr/>
      </p:nvGrpSpPr>
      <p:grpSpPr>
        <a:xfrm>
          <a:off x="0" y="0"/>
          <a:ext cx="0" cy="0"/>
          <a:chOff x="0" y="0"/>
          <a:chExt cx="0" cy="0"/>
        </a:xfrm>
      </p:grpSpPr>
      <p:sp>
        <p:nvSpPr>
          <p:cNvPr id="382" name="Google Shape;382;p42"/>
          <p:cNvSpPr/>
          <p:nvPr/>
        </p:nvSpPr>
        <p:spPr>
          <a:xfrm>
            <a:off x="0" y="0"/>
            <a:ext cx="9103540" cy="5143500"/>
          </a:xfrm>
          <a:custGeom>
            <a:rect b="b" l="l" r="r" t="t"/>
            <a:pathLst>
              <a:path extrusionOk="0" h="10287000" w="18207080">
                <a:moveTo>
                  <a:pt x="0" y="0"/>
                </a:moveTo>
                <a:lnTo>
                  <a:pt x="18207080" y="0"/>
                </a:lnTo>
                <a:lnTo>
                  <a:pt x="1820708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6" name="Shape 386"/>
        <p:cNvGrpSpPr/>
        <p:nvPr/>
      </p:nvGrpSpPr>
      <p:grpSpPr>
        <a:xfrm>
          <a:off x="0" y="0"/>
          <a:ext cx="0" cy="0"/>
          <a:chOff x="0" y="0"/>
          <a:chExt cx="0" cy="0"/>
        </a:xfrm>
      </p:grpSpPr>
      <p:sp>
        <p:nvSpPr>
          <p:cNvPr id="387" name="Google Shape;387;p43"/>
          <p:cNvSpPr/>
          <p:nvPr/>
        </p:nvSpPr>
        <p:spPr>
          <a:xfrm>
            <a:off x="0" y="114300"/>
            <a:ext cx="9144000" cy="4903779"/>
          </a:xfrm>
          <a:custGeom>
            <a:rect b="b" l="l" r="r" t="t"/>
            <a:pathLst>
              <a:path extrusionOk="0" h="9807558" w="18288000">
                <a:moveTo>
                  <a:pt x="0" y="0"/>
                </a:moveTo>
                <a:lnTo>
                  <a:pt x="18288000" y="0"/>
                </a:lnTo>
                <a:lnTo>
                  <a:pt x="18288000" y="9807558"/>
                </a:lnTo>
                <a:lnTo>
                  <a:pt x="0" y="9807558"/>
                </a:lnTo>
                <a:lnTo>
                  <a:pt x="0" y="0"/>
                </a:lnTo>
                <a:close/>
              </a:path>
            </a:pathLst>
          </a:custGeom>
          <a:blipFill rotWithShape="1">
            <a:blip r:embed="rId3">
              <a:alphaModFix/>
            </a:blip>
            <a:stretch>
              <a:fillRect b="0" l="-3360" r="-336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1" name="Shape 391"/>
        <p:cNvGrpSpPr/>
        <p:nvPr/>
      </p:nvGrpSpPr>
      <p:grpSpPr>
        <a:xfrm>
          <a:off x="0" y="0"/>
          <a:ext cx="0" cy="0"/>
          <a:chOff x="0" y="0"/>
          <a:chExt cx="0" cy="0"/>
        </a:xfrm>
      </p:grpSpPr>
      <p:sp>
        <p:nvSpPr>
          <p:cNvPr id="392" name="Google Shape;392;p4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6" name="Shape 396"/>
        <p:cNvGrpSpPr/>
        <p:nvPr/>
      </p:nvGrpSpPr>
      <p:grpSpPr>
        <a:xfrm>
          <a:off x="0" y="0"/>
          <a:ext cx="0" cy="0"/>
          <a:chOff x="0" y="0"/>
          <a:chExt cx="0" cy="0"/>
        </a:xfrm>
      </p:grpSpPr>
      <p:grpSp>
        <p:nvGrpSpPr>
          <p:cNvPr id="397" name="Google Shape;397;p45"/>
          <p:cNvGrpSpPr/>
          <p:nvPr/>
        </p:nvGrpSpPr>
        <p:grpSpPr>
          <a:xfrm rot="-5400000">
            <a:off x="-2665960" y="2249566"/>
            <a:ext cx="5273467" cy="644282"/>
            <a:chOff x="0" y="-123825"/>
            <a:chExt cx="3779721" cy="461785"/>
          </a:xfrm>
        </p:grpSpPr>
        <p:sp>
          <p:nvSpPr>
            <p:cNvPr id="398" name="Google Shape;398;p45"/>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399" name="Google Shape;399;p45"/>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00" name="Google Shape;400;p45"/>
          <p:cNvSpPr/>
          <p:nvPr/>
        </p:nvSpPr>
        <p:spPr>
          <a:xfrm>
            <a:off x="7162149" y="1106918"/>
            <a:ext cx="2935001" cy="2929664"/>
          </a:xfrm>
          <a:custGeom>
            <a:rect b="b" l="l" r="r" t="t"/>
            <a:pathLst>
              <a:path extrusionOk="0" h="5859328" w="5870001">
                <a:moveTo>
                  <a:pt x="0" y="0"/>
                </a:moveTo>
                <a:lnTo>
                  <a:pt x="5870002" y="0"/>
                </a:lnTo>
                <a:lnTo>
                  <a:pt x="5870002" y="5859328"/>
                </a:lnTo>
                <a:lnTo>
                  <a:pt x="0" y="5859328"/>
                </a:lnTo>
                <a:lnTo>
                  <a:pt x="0" y="0"/>
                </a:lnTo>
                <a:close/>
              </a:path>
            </a:pathLst>
          </a:custGeom>
          <a:blipFill rotWithShape="1">
            <a:blip r:embed="rId3">
              <a:alphaModFix/>
            </a:blip>
            <a:stretch>
              <a:fillRect b="0" l="0" r="0" t="0"/>
            </a:stretch>
          </a:blipFill>
          <a:ln>
            <a:noFill/>
          </a:ln>
        </p:spPr>
      </p:sp>
      <p:sp>
        <p:nvSpPr>
          <p:cNvPr id="401" name="Google Shape;401;p45"/>
          <p:cNvSpPr txBox="1"/>
          <p:nvPr/>
        </p:nvSpPr>
        <p:spPr>
          <a:xfrm>
            <a:off x="5069761" y="1379171"/>
            <a:ext cx="3907500" cy="2673300"/>
          </a:xfrm>
          <a:prstGeom prst="rect">
            <a:avLst/>
          </a:prstGeom>
          <a:noFill/>
          <a:ln>
            <a:noFill/>
          </a:ln>
        </p:spPr>
        <p:txBody>
          <a:bodyPr anchorCtr="0" anchor="t" bIns="0" lIns="0" spcFirstLastPara="1" rIns="0" wrap="square" tIns="0">
            <a:spAutoFit/>
          </a:bodyPr>
          <a:lstStyle/>
          <a:p>
            <a:pPr indent="0" lvl="0" marL="0" marR="0" rtl="0" algn="r">
              <a:lnSpc>
                <a:spcPct val="117001"/>
              </a:lnSpc>
              <a:spcBef>
                <a:spcPts val="0"/>
              </a:spcBef>
              <a:spcAft>
                <a:spcPts val="0"/>
              </a:spcAft>
              <a:buClr>
                <a:srgbClr val="000000"/>
              </a:buClr>
              <a:buSzPts val="5200"/>
              <a:buFont typeface="Arial"/>
              <a:buNone/>
            </a:pPr>
            <a:r>
              <a:rPr b="1" i="0" lang="es" sz="5200" u="none" cap="none" strike="noStrike">
                <a:solidFill>
                  <a:srgbClr val="FFFFFF"/>
                </a:solidFill>
                <a:latin typeface="Arial"/>
                <a:ea typeface="Arial"/>
                <a:cs typeface="Arial"/>
                <a:sym typeface="Arial"/>
              </a:rPr>
              <a:t>Buenas prácticas en git</a:t>
            </a:r>
            <a:endParaRPr b="0" i="0" sz="700" u="none" cap="none" strike="noStrike">
              <a:solidFill>
                <a:srgbClr val="000000"/>
              </a:solidFill>
              <a:latin typeface="Arial"/>
              <a:ea typeface="Arial"/>
              <a:cs typeface="Arial"/>
              <a:sym typeface="Arial"/>
            </a:endParaRPr>
          </a:p>
        </p:txBody>
      </p:sp>
      <p:sp>
        <p:nvSpPr>
          <p:cNvPr id="402" name="Google Shape;402;p45"/>
          <p:cNvSpPr txBox="1"/>
          <p:nvPr/>
        </p:nvSpPr>
        <p:spPr>
          <a:xfrm>
            <a:off x="720033" y="991434"/>
            <a:ext cx="4868700" cy="3694500"/>
          </a:xfrm>
          <a:prstGeom prst="rect">
            <a:avLst/>
          </a:prstGeom>
          <a:noFill/>
          <a:ln>
            <a:noFill/>
          </a:ln>
        </p:spPr>
        <p:txBody>
          <a:bodyPr anchorCtr="0" anchor="t" bIns="0" lIns="0" spcFirstLastPara="1" rIns="0" wrap="square" tIns="0">
            <a:spAutoFit/>
          </a:bodyPr>
          <a:lstStyle/>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Verificar estado del repositorio.</a:t>
            </a:r>
            <a:endParaRPr b="0" i="0" sz="700" u="none" cap="none" strike="noStrike">
              <a:solidFill>
                <a:srgbClr val="000000"/>
              </a:solidFill>
              <a:latin typeface="Arial"/>
              <a:ea typeface="Arial"/>
              <a:cs typeface="Arial"/>
              <a:sym typeface="Arial"/>
            </a:endParaRPr>
          </a:p>
          <a:p>
            <a:pPr indent="0" lvl="0" marL="0" marR="0" rtl="0" algn="just">
              <a:lnSpc>
                <a:spcPct val="140018"/>
              </a:lnSpc>
              <a:spcBef>
                <a:spcPts val="0"/>
              </a:spcBef>
              <a:spcAft>
                <a:spcPts val="0"/>
              </a:spcAft>
              <a:buClr>
                <a:srgbClr val="000000"/>
              </a:buClr>
              <a:buSzPts val="1600"/>
              <a:buFont typeface="Arial"/>
              <a:buNone/>
            </a:pPr>
            <a:r>
              <a:t/>
            </a:r>
            <a:endParaRPr b="0" i="0" sz="1600" u="none" cap="none" strike="noStrike">
              <a:solidFill>
                <a:srgbClr val="FFFFFF"/>
              </a:solidFill>
              <a:latin typeface="Open Sans"/>
              <a:ea typeface="Open Sans"/>
              <a:cs typeface="Open Sans"/>
              <a:sym typeface="Open Sans"/>
            </a:endParaRPr>
          </a:p>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Actualizar repositorio antes de hacer cambios.</a:t>
            </a:r>
            <a:endParaRPr b="0" i="0" sz="700" u="none" cap="none" strike="noStrike">
              <a:solidFill>
                <a:srgbClr val="000000"/>
              </a:solidFill>
              <a:latin typeface="Arial"/>
              <a:ea typeface="Arial"/>
              <a:cs typeface="Arial"/>
              <a:sym typeface="Arial"/>
            </a:endParaRPr>
          </a:p>
          <a:p>
            <a:pPr indent="0" lvl="0" marL="0" marR="0" rtl="0" algn="just">
              <a:lnSpc>
                <a:spcPct val="140018"/>
              </a:lnSpc>
              <a:spcBef>
                <a:spcPts val="0"/>
              </a:spcBef>
              <a:spcAft>
                <a:spcPts val="0"/>
              </a:spcAft>
              <a:buClr>
                <a:srgbClr val="000000"/>
              </a:buClr>
              <a:buSzPts val="1600"/>
              <a:buFont typeface="Arial"/>
              <a:buNone/>
            </a:pPr>
            <a:r>
              <a:t/>
            </a:r>
            <a:endParaRPr b="0" i="0" sz="1600" u="none" cap="none" strike="noStrike">
              <a:solidFill>
                <a:srgbClr val="FFFFFF"/>
              </a:solidFill>
              <a:latin typeface="Open Sans"/>
              <a:ea typeface="Open Sans"/>
              <a:cs typeface="Open Sans"/>
              <a:sym typeface="Open Sans"/>
            </a:endParaRPr>
          </a:p>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Desarrollar buenos commits.</a:t>
            </a:r>
            <a:endParaRPr b="0" i="0" sz="700" u="none" cap="none" strike="noStrike">
              <a:solidFill>
                <a:srgbClr val="000000"/>
              </a:solidFill>
              <a:latin typeface="Arial"/>
              <a:ea typeface="Arial"/>
              <a:cs typeface="Arial"/>
              <a:sym typeface="Arial"/>
            </a:endParaRPr>
          </a:p>
          <a:p>
            <a:pPr indent="0" lvl="0" marL="0" marR="0" rtl="0" algn="just">
              <a:lnSpc>
                <a:spcPct val="140018"/>
              </a:lnSpc>
              <a:spcBef>
                <a:spcPts val="0"/>
              </a:spcBef>
              <a:spcAft>
                <a:spcPts val="0"/>
              </a:spcAft>
              <a:buClr>
                <a:srgbClr val="000000"/>
              </a:buClr>
              <a:buSzPts val="1600"/>
              <a:buFont typeface="Arial"/>
              <a:buNone/>
            </a:pPr>
            <a:r>
              <a:t/>
            </a:r>
            <a:endParaRPr b="0" i="0" sz="1600" u="none" cap="none" strike="noStrike">
              <a:solidFill>
                <a:srgbClr val="FFFFFF"/>
              </a:solidFill>
              <a:latin typeface="Open Sans"/>
              <a:ea typeface="Open Sans"/>
              <a:cs typeface="Open Sans"/>
              <a:sym typeface="Open Sans"/>
            </a:endParaRPr>
          </a:p>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Evitar cambios directos en la rama main.</a:t>
            </a:r>
            <a:endParaRPr b="0" i="0" sz="700" u="none" cap="none" strike="noStrike">
              <a:solidFill>
                <a:srgbClr val="000000"/>
              </a:solidFill>
              <a:latin typeface="Arial"/>
              <a:ea typeface="Arial"/>
              <a:cs typeface="Arial"/>
              <a:sym typeface="Arial"/>
            </a:endParaRPr>
          </a:p>
          <a:p>
            <a:pPr indent="0" lvl="0" marL="0" marR="0" rtl="0" algn="just">
              <a:lnSpc>
                <a:spcPct val="140018"/>
              </a:lnSpc>
              <a:spcBef>
                <a:spcPts val="0"/>
              </a:spcBef>
              <a:spcAft>
                <a:spcPts val="0"/>
              </a:spcAft>
              <a:buClr>
                <a:srgbClr val="000000"/>
              </a:buClr>
              <a:buSzPts val="1600"/>
              <a:buFont typeface="Arial"/>
              <a:buNone/>
            </a:pPr>
            <a:r>
              <a:t/>
            </a:r>
            <a:endParaRPr b="0" i="0" sz="1600" u="none" cap="none" strike="noStrike">
              <a:solidFill>
                <a:srgbClr val="FFFFFF"/>
              </a:solidFill>
              <a:latin typeface="Open Sans"/>
              <a:ea typeface="Open Sans"/>
              <a:cs typeface="Open Sans"/>
              <a:sym typeface="Open Sans"/>
            </a:endParaRPr>
          </a:p>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Realizar un buen .gitignore.</a:t>
            </a:r>
            <a:endParaRPr b="0" i="0" sz="700" u="none" cap="none" strike="noStrike">
              <a:solidFill>
                <a:srgbClr val="000000"/>
              </a:solidFill>
              <a:latin typeface="Arial"/>
              <a:ea typeface="Arial"/>
              <a:cs typeface="Arial"/>
              <a:sym typeface="Arial"/>
            </a:endParaRPr>
          </a:p>
          <a:p>
            <a:pPr indent="0" lvl="0" marL="0" marR="0" rtl="0" algn="just">
              <a:lnSpc>
                <a:spcPct val="140018"/>
              </a:lnSpc>
              <a:spcBef>
                <a:spcPts val="0"/>
              </a:spcBef>
              <a:spcAft>
                <a:spcPts val="0"/>
              </a:spcAft>
              <a:buClr>
                <a:srgbClr val="000000"/>
              </a:buClr>
              <a:buSzPts val="1600"/>
              <a:buFont typeface="Arial"/>
              <a:buNone/>
            </a:pPr>
            <a:r>
              <a:t/>
            </a:r>
            <a:endParaRPr b="0" i="0" sz="1600" u="none" cap="none" strike="noStrike">
              <a:solidFill>
                <a:srgbClr val="FFFFFF"/>
              </a:solidFill>
              <a:latin typeface="Open Sans"/>
              <a:ea typeface="Open Sans"/>
              <a:cs typeface="Open Sans"/>
              <a:sym typeface="Open Sans"/>
            </a:endParaRPr>
          </a:p>
          <a:p>
            <a:pPr indent="-177800" lvl="1" marL="355600" marR="0" rtl="0" algn="just">
              <a:lnSpc>
                <a:spcPct val="140018"/>
              </a:lnSpc>
              <a:spcBef>
                <a:spcPts val="0"/>
              </a:spcBef>
              <a:spcAft>
                <a:spcPts val="0"/>
              </a:spcAft>
              <a:buClr>
                <a:srgbClr val="FFFFFF"/>
              </a:buClr>
              <a:buSzPts val="1600"/>
              <a:buFont typeface="Arial"/>
              <a:buChar char="•"/>
            </a:pPr>
            <a:r>
              <a:rPr b="0" i="0" lang="es" sz="1600" u="none" cap="none" strike="noStrike">
                <a:solidFill>
                  <a:srgbClr val="FFFFFF"/>
                </a:solidFill>
                <a:latin typeface="Open Sans"/>
                <a:ea typeface="Open Sans"/>
                <a:cs typeface="Open Sans"/>
                <a:sym typeface="Open Sans"/>
              </a:rPr>
              <a:t>No colocar información sensible.</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6" name="Shape 406"/>
        <p:cNvGrpSpPr/>
        <p:nvPr/>
      </p:nvGrpSpPr>
      <p:grpSpPr>
        <a:xfrm>
          <a:off x="0" y="0"/>
          <a:ext cx="0" cy="0"/>
          <a:chOff x="0" y="0"/>
          <a:chExt cx="0" cy="0"/>
        </a:xfrm>
      </p:grpSpPr>
      <p:grpSp>
        <p:nvGrpSpPr>
          <p:cNvPr id="407" name="Google Shape;407;p46"/>
          <p:cNvGrpSpPr/>
          <p:nvPr/>
        </p:nvGrpSpPr>
        <p:grpSpPr>
          <a:xfrm rot="-5400000">
            <a:off x="-2665960" y="2249566"/>
            <a:ext cx="5273467" cy="644282"/>
            <a:chOff x="0" y="-123825"/>
            <a:chExt cx="3779721" cy="461785"/>
          </a:xfrm>
        </p:grpSpPr>
        <p:sp>
          <p:nvSpPr>
            <p:cNvPr id="408" name="Google Shape;408;p46"/>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409" name="Google Shape;409;p46"/>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10" name="Google Shape;410;p46"/>
          <p:cNvSpPr/>
          <p:nvPr/>
        </p:nvSpPr>
        <p:spPr>
          <a:xfrm>
            <a:off x="1972700" y="1439608"/>
            <a:ext cx="1160878" cy="1626449"/>
          </a:xfrm>
          <a:custGeom>
            <a:rect b="b" l="l" r="r" t="t"/>
            <a:pathLst>
              <a:path extrusionOk="0" h="3252898" w="2321756">
                <a:moveTo>
                  <a:pt x="0" y="0"/>
                </a:moveTo>
                <a:lnTo>
                  <a:pt x="2321756" y="0"/>
                </a:lnTo>
                <a:lnTo>
                  <a:pt x="2321756" y="3252898"/>
                </a:lnTo>
                <a:lnTo>
                  <a:pt x="0" y="3252898"/>
                </a:lnTo>
                <a:lnTo>
                  <a:pt x="0" y="0"/>
                </a:lnTo>
                <a:close/>
              </a:path>
            </a:pathLst>
          </a:custGeom>
          <a:blipFill rotWithShape="1">
            <a:blip r:embed="rId3">
              <a:alphaModFix/>
            </a:blip>
            <a:stretch>
              <a:fillRect b="0" l="0" r="0" t="0"/>
            </a:stretch>
          </a:blipFill>
          <a:ln>
            <a:noFill/>
          </a:ln>
        </p:spPr>
      </p:sp>
      <p:sp>
        <p:nvSpPr>
          <p:cNvPr id="411" name="Google Shape;411;p46"/>
          <p:cNvSpPr txBox="1"/>
          <p:nvPr/>
        </p:nvSpPr>
        <p:spPr>
          <a:xfrm>
            <a:off x="3980345" y="1576067"/>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12" name="Google Shape;412;p46"/>
          <p:cNvSpPr/>
          <p:nvPr/>
        </p:nvSpPr>
        <p:spPr>
          <a:xfrm>
            <a:off x="3864577" y="1439608"/>
            <a:ext cx="1160878" cy="1626449"/>
          </a:xfrm>
          <a:custGeom>
            <a:rect b="b" l="l" r="r" t="t"/>
            <a:pathLst>
              <a:path extrusionOk="0" h="3252898" w="2321756">
                <a:moveTo>
                  <a:pt x="0" y="0"/>
                </a:moveTo>
                <a:lnTo>
                  <a:pt x="2321756" y="0"/>
                </a:lnTo>
                <a:lnTo>
                  <a:pt x="2321756" y="3252898"/>
                </a:lnTo>
                <a:lnTo>
                  <a:pt x="0" y="3252898"/>
                </a:lnTo>
                <a:lnTo>
                  <a:pt x="0" y="0"/>
                </a:lnTo>
                <a:close/>
              </a:path>
            </a:pathLst>
          </a:custGeom>
          <a:blipFill rotWithShape="1">
            <a:blip r:embed="rId3">
              <a:alphaModFix/>
            </a:blip>
            <a:stretch>
              <a:fillRect b="0" l="0" r="0" t="0"/>
            </a:stretch>
          </a:blipFill>
          <a:ln>
            <a:noFill/>
          </a:ln>
        </p:spPr>
      </p:sp>
      <p:sp>
        <p:nvSpPr>
          <p:cNvPr id="413" name="Google Shape;413;p46"/>
          <p:cNvSpPr txBox="1"/>
          <p:nvPr/>
        </p:nvSpPr>
        <p:spPr>
          <a:xfrm>
            <a:off x="4040584" y="1636306"/>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grpSp>
        <p:nvGrpSpPr>
          <p:cNvPr id="414" name="Google Shape;414;p46"/>
          <p:cNvGrpSpPr/>
          <p:nvPr/>
        </p:nvGrpSpPr>
        <p:grpSpPr>
          <a:xfrm>
            <a:off x="5831124" y="1439608"/>
            <a:ext cx="3542795" cy="1626449"/>
            <a:chOff x="0" y="0"/>
            <a:chExt cx="9447453" cy="4337197"/>
          </a:xfrm>
        </p:grpSpPr>
        <p:sp>
          <p:nvSpPr>
            <p:cNvPr id="415" name="Google Shape;415;p46"/>
            <p:cNvSpPr txBox="1"/>
            <p:nvPr/>
          </p:nvSpPr>
          <p:spPr>
            <a:xfrm>
              <a:off x="308716" y="370240"/>
              <a:ext cx="8978100" cy="6567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16" name="Google Shape;416;p46"/>
            <p:cNvSpPr/>
            <p:nvPr/>
          </p:nvSpPr>
          <p:spPr>
            <a:xfrm>
              <a:off x="0" y="0"/>
              <a:ext cx="3095675" cy="4337197"/>
            </a:xfrm>
            <a:custGeom>
              <a:rect b="b" l="l" r="r" t="t"/>
              <a:pathLst>
                <a:path extrusionOk="0" h="4337197" w="3095675">
                  <a:moveTo>
                    <a:pt x="0" y="0"/>
                  </a:moveTo>
                  <a:lnTo>
                    <a:pt x="3095675" y="0"/>
                  </a:lnTo>
                  <a:lnTo>
                    <a:pt x="3095675" y="4337197"/>
                  </a:lnTo>
                  <a:lnTo>
                    <a:pt x="0" y="4337197"/>
                  </a:lnTo>
                  <a:lnTo>
                    <a:pt x="0" y="0"/>
                  </a:lnTo>
                  <a:close/>
                </a:path>
              </a:pathLst>
            </a:custGeom>
            <a:blipFill rotWithShape="1">
              <a:blip r:embed="rId3">
                <a:alphaModFix/>
              </a:blip>
              <a:stretch>
                <a:fillRect b="0" l="0" r="0" t="0"/>
              </a:stretch>
            </a:blipFill>
            <a:ln>
              <a:noFill/>
            </a:ln>
          </p:spPr>
        </p:sp>
        <p:sp>
          <p:nvSpPr>
            <p:cNvPr id="417" name="Google Shape;417;p46"/>
            <p:cNvSpPr txBox="1"/>
            <p:nvPr/>
          </p:nvSpPr>
          <p:spPr>
            <a:xfrm>
              <a:off x="469353" y="530877"/>
              <a:ext cx="8978100" cy="6567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18" name="Google Shape;418;p46"/>
            <p:cNvSpPr txBox="1"/>
            <p:nvPr/>
          </p:nvSpPr>
          <p:spPr>
            <a:xfrm>
              <a:off x="584010" y="1083684"/>
              <a:ext cx="1981200" cy="29142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C</a:t>
              </a:r>
              <a:endParaRPr b="0" i="0" sz="700" u="none" cap="none" strike="noStrike">
                <a:solidFill>
                  <a:srgbClr val="000000"/>
                </a:solidFill>
                <a:latin typeface="Arial"/>
                <a:ea typeface="Arial"/>
                <a:cs typeface="Arial"/>
                <a:sym typeface="Arial"/>
              </a:endParaRPr>
            </a:p>
          </p:txBody>
        </p:sp>
      </p:grpSp>
      <p:grpSp>
        <p:nvGrpSpPr>
          <p:cNvPr id="419" name="Google Shape;419;p46"/>
          <p:cNvGrpSpPr/>
          <p:nvPr/>
        </p:nvGrpSpPr>
        <p:grpSpPr>
          <a:xfrm>
            <a:off x="1660525" y="1029286"/>
            <a:ext cx="5942268" cy="2322788"/>
            <a:chOff x="0" y="-123825"/>
            <a:chExt cx="3959400" cy="1547700"/>
          </a:xfrm>
        </p:grpSpPr>
        <p:sp>
          <p:nvSpPr>
            <p:cNvPr id="420" name="Google Shape;420;p46"/>
            <p:cNvSpPr/>
            <p:nvPr/>
          </p:nvSpPr>
          <p:spPr>
            <a:xfrm>
              <a:off x="0" y="0"/>
              <a:ext cx="3959264" cy="1423803"/>
            </a:xfrm>
            <a:custGeom>
              <a:rect b="b" l="l" r="r" t="t"/>
              <a:pathLst>
                <a:path extrusionOk="0" h="1423803" w="3959264">
                  <a:moveTo>
                    <a:pt x="33224" y="0"/>
                  </a:moveTo>
                  <a:lnTo>
                    <a:pt x="3926040" y="0"/>
                  </a:lnTo>
                  <a:cubicBezTo>
                    <a:pt x="3934851" y="0"/>
                    <a:pt x="3943302" y="3500"/>
                    <a:pt x="3949533" y="9731"/>
                  </a:cubicBezTo>
                  <a:cubicBezTo>
                    <a:pt x="3955764" y="15962"/>
                    <a:pt x="3959264" y="24413"/>
                    <a:pt x="3959264" y="33224"/>
                  </a:cubicBezTo>
                  <a:lnTo>
                    <a:pt x="3959264" y="1390579"/>
                  </a:lnTo>
                  <a:cubicBezTo>
                    <a:pt x="3959264" y="1399391"/>
                    <a:pt x="3955764" y="1407841"/>
                    <a:pt x="3949533" y="1414072"/>
                  </a:cubicBezTo>
                  <a:cubicBezTo>
                    <a:pt x="3943302" y="1420303"/>
                    <a:pt x="3934851" y="1423803"/>
                    <a:pt x="3926040" y="1423803"/>
                  </a:cubicBezTo>
                  <a:lnTo>
                    <a:pt x="33224" y="1423803"/>
                  </a:lnTo>
                  <a:cubicBezTo>
                    <a:pt x="24413" y="1423803"/>
                    <a:pt x="15962" y="1420303"/>
                    <a:pt x="9731" y="1414072"/>
                  </a:cubicBezTo>
                  <a:cubicBezTo>
                    <a:pt x="3500" y="1407841"/>
                    <a:pt x="0" y="1399391"/>
                    <a:pt x="0" y="1390579"/>
                  </a:cubicBezTo>
                  <a:lnTo>
                    <a:pt x="0" y="33224"/>
                  </a:lnTo>
                  <a:cubicBezTo>
                    <a:pt x="0" y="24413"/>
                    <a:pt x="3500" y="15962"/>
                    <a:pt x="9731" y="9731"/>
                  </a:cubicBezTo>
                  <a:cubicBezTo>
                    <a:pt x="15962" y="3500"/>
                    <a:pt x="24413" y="0"/>
                    <a:pt x="33224" y="0"/>
                  </a:cubicBezTo>
                  <a:close/>
                </a:path>
              </a:pathLst>
            </a:custGeom>
            <a:solidFill>
              <a:srgbClr val="000000">
                <a:alpha val="0"/>
              </a:srgbClr>
            </a:solidFill>
            <a:ln cap="rnd" cmpd="sng" w="28575">
              <a:solidFill>
                <a:srgbClr val="D86F34"/>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21" name="Google Shape;421;p46"/>
            <p:cNvSpPr txBox="1"/>
            <p:nvPr/>
          </p:nvSpPr>
          <p:spPr>
            <a:xfrm>
              <a:off x="0" y="-123825"/>
              <a:ext cx="3959400" cy="1547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22" name="Google Shape;422;p46"/>
          <p:cNvGrpSpPr/>
          <p:nvPr/>
        </p:nvGrpSpPr>
        <p:grpSpPr>
          <a:xfrm>
            <a:off x="4183013" y="4348725"/>
            <a:ext cx="524012" cy="542434"/>
            <a:chOff x="0" y="-28575"/>
            <a:chExt cx="812800" cy="841375"/>
          </a:xfrm>
        </p:grpSpPr>
        <p:sp>
          <p:nvSpPr>
            <p:cNvPr id="423" name="Google Shape;423;p4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24" name="Google Shape;424;p46"/>
            <p:cNvSpPr txBox="1"/>
            <p:nvPr/>
          </p:nvSpPr>
          <p:spPr>
            <a:xfrm>
              <a:off x="76200" y="-28575"/>
              <a:ext cx="660300" cy="765300"/>
            </a:xfrm>
            <a:prstGeom prst="rect">
              <a:avLst/>
            </a:prstGeom>
            <a:noFill/>
            <a:ln>
              <a:noFill/>
            </a:ln>
          </p:spPr>
          <p:txBody>
            <a:bodyPr anchorCtr="0" anchor="ctr" bIns="25400" lIns="25400" spcFirstLastPara="1" rIns="25400" wrap="square" tIns="25400">
              <a:noAutofit/>
            </a:bodyPr>
            <a:lstStyle/>
            <a:p>
              <a:pPr indent="0" lvl="0" marL="0" marR="0" rtl="0" algn="ctr">
                <a:lnSpc>
                  <a:spcPct val="154021"/>
                </a:lnSpc>
                <a:spcBef>
                  <a:spcPts val="0"/>
                </a:spcBef>
                <a:spcAft>
                  <a:spcPts val="0"/>
                </a:spcAft>
                <a:buClr>
                  <a:srgbClr val="000000"/>
                </a:buClr>
                <a:buSzPts val="1200"/>
                <a:buFont typeface="Arial"/>
                <a:buNone/>
              </a:pPr>
              <a:r>
                <a:rPr b="1" i="0" lang="es" sz="1200" u="none" cap="none" strike="noStrike">
                  <a:solidFill>
                    <a:srgbClr val="000000"/>
                  </a:solidFill>
                  <a:latin typeface="Poppins"/>
                  <a:ea typeface="Poppins"/>
                  <a:cs typeface="Poppins"/>
                  <a:sym typeface="Poppins"/>
                </a:rPr>
                <a:t>C1</a:t>
              </a:r>
              <a:endParaRPr b="0" i="0" sz="700" u="none" cap="none" strike="noStrike">
                <a:solidFill>
                  <a:srgbClr val="000000"/>
                </a:solidFill>
                <a:latin typeface="Arial"/>
                <a:ea typeface="Arial"/>
                <a:cs typeface="Arial"/>
                <a:sym typeface="Arial"/>
              </a:endParaRPr>
            </a:p>
          </p:txBody>
        </p:sp>
      </p:grpSp>
      <p:sp>
        <p:nvSpPr>
          <p:cNvPr id="425" name="Google Shape;425;p46"/>
          <p:cNvSpPr/>
          <p:nvPr/>
        </p:nvSpPr>
        <p:spPr>
          <a:xfrm flipH="1" rot="5400000">
            <a:off x="4126146" y="3834429"/>
            <a:ext cx="657795" cy="138735"/>
          </a:xfrm>
          <a:custGeom>
            <a:rect b="b" l="l" r="r" t="t"/>
            <a:pathLst>
              <a:path extrusionOk="0" h="277470" w="1315589">
                <a:moveTo>
                  <a:pt x="0" y="277470"/>
                </a:moveTo>
                <a:lnTo>
                  <a:pt x="1315588" y="277470"/>
                </a:lnTo>
                <a:lnTo>
                  <a:pt x="1315588" y="0"/>
                </a:lnTo>
                <a:lnTo>
                  <a:pt x="0" y="0"/>
                </a:lnTo>
                <a:lnTo>
                  <a:pt x="0" y="277470"/>
                </a:lnTo>
                <a:close/>
              </a:path>
            </a:pathLst>
          </a:custGeom>
          <a:blipFill rotWithShape="1">
            <a:blip r:embed="rId4">
              <a:alphaModFix/>
            </a:blip>
            <a:stretch>
              <a:fillRect b="0" l="0" r="0" t="0"/>
            </a:stretch>
          </a:blipFill>
          <a:ln>
            <a:noFill/>
          </a:ln>
        </p:spPr>
      </p:sp>
      <p:sp>
        <p:nvSpPr>
          <p:cNvPr id="426" name="Google Shape;426;p46"/>
          <p:cNvSpPr txBox="1"/>
          <p:nvPr/>
        </p:nvSpPr>
        <p:spPr>
          <a:xfrm>
            <a:off x="2191704" y="1832893"/>
            <a:ext cx="743100" cy="10929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A</a:t>
            </a:r>
            <a:endParaRPr b="0" i="0" sz="700" u="none" cap="none" strike="noStrike">
              <a:solidFill>
                <a:srgbClr val="000000"/>
              </a:solidFill>
              <a:latin typeface="Arial"/>
              <a:ea typeface="Arial"/>
              <a:cs typeface="Arial"/>
              <a:sym typeface="Arial"/>
            </a:endParaRPr>
          </a:p>
        </p:txBody>
      </p:sp>
      <p:sp>
        <p:nvSpPr>
          <p:cNvPr id="427" name="Google Shape;427;p46"/>
          <p:cNvSpPr txBox="1"/>
          <p:nvPr/>
        </p:nvSpPr>
        <p:spPr>
          <a:xfrm>
            <a:off x="4083581" y="1832893"/>
            <a:ext cx="743100" cy="10929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B</a:t>
            </a:r>
            <a:endParaRPr b="0" i="0" sz="700" u="none" cap="none" strike="noStrike">
              <a:solidFill>
                <a:srgbClr val="000000"/>
              </a:solidFill>
              <a:latin typeface="Arial"/>
              <a:ea typeface="Arial"/>
              <a:cs typeface="Arial"/>
              <a:sym typeface="Arial"/>
            </a:endParaRPr>
          </a:p>
        </p:txBody>
      </p:sp>
      <p:sp>
        <p:nvSpPr>
          <p:cNvPr id="428" name="Google Shape;428;p46"/>
          <p:cNvSpPr txBox="1"/>
          <p:nvPr/>
        </p:nvSpPr>
        <p:spPr>
          <a:xfrm>
            <a:off x="2181182" y="1636306"/>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29" name="Google Shape;429;p46"/>
          <p:cNvSpPr/>
          <p:nvPr/>
        </p:nvSpPr>
        <p:spPr>
          <a:xfrm>
            <a:off x="7229135" y="731456"/>
            <a:ext cx="1259177" cy="1034099"/>
          </a:xfrm>
          <a:custGeom>
            <a:rect b="b" l="l" r="r" t="t"/>
            <a:pathLst>
              <a:path extrusionOk="0" h="2068198" w="2518354">
                <a:moveTo>
                  <a:pt x="0" y="0"/>
                </a:moveTo>
                <a:lnTo>
                  <a:pt x="2518354" y="0"/>
                </a:lnTo>
                <a:lnTo>
                  <a:pt x="2518354" y="2068198"/>
                </a:lnTo>
                <a:lnTo>
                  <a:pt x="0" y="2068198"/>
                </a:lnTo>
                <a:lnTo>
                  <a:pt x="0" y="0"/>
                </a:lnTo>
                <a:close/>
              </a:path>
            </a:pathLst>
          </a:custGeom>
          <a:blipFill rotWithShape="1">
            <a:blip r:embed="rId5">
              <a:alphaModFix/>
            </a:blip>
            <a:stretch>
              <a:fillRect b="0" l="0" r="0" t="0"/>
            </a:stretch>
          </a:blipFill>
          <a:ln>
            <a:noFill/>
          </a:ln>
        </p:spPr>
      </p:sp>
      <p:sp>
        <p:nvSpPr>
          <p:cNvPr id="430" name="Google Shape;430;p46"/>
          <p:cNvSpPr txBox="1"/>
          <p:nvPr/>
        </p:nvSpPr>
        <p:spPr>
          <a:xfrm>
            <a:off x="594519" y="281177"/>
            <a:ext cx="8382900" cy="1079400"/>
          </a:xfrm>
          <a:prstGeom prst="rect">
            <a:avLst/>
          </a:prstGeom>
          <a:noFill/>
          <a:ln>
            <a:noFill/>
          </a:ln>
        </p:spPr>
        <p:txBody>
          <a:bodyPr anchorCtr="0" anchor="t" bIns="0" lIns="0" spcFirstLastPara="1" rIns="0" wrap="square" tIns="0">
            <a:spAutoFit/>
          </a:bodyPr>
          <a:lstStyle/>
          <a:p>
            <a:pPr indent="0" lvl="0" marL="0" marR="0" rtl="0" algn="l">
              <a:lnSpc>
                <a:spcPct val="116987"/>
              </a:lnSpc>
              <a:spcBef>
                <a:spcPts val="0"/>
              </a:spcBef>
              <a:spcAft>
                <a:spcPts val="0"/>
              </a:spcAft>
              <a:buClr>
                <a:srgbClr val="000000"/>
              </a:buClr>
              <a:buSzPts val="2100"/>
              <a:buFont typeface="Arial"/>
              <a:buNone/>
            </a:pPr>
            <a:r>
              <a:rPr b="0" i="0" lang="es" sz="2100" u="none" cap="none" strike="noStrike">
                <a:solidFill>
                  <a:srgbClr val="FFFFFF"/>
                </a:solidFill>
                <a:latin typeface="Arial"/>
                <a:ea typeface="Arial"/>
                <a:cs typeface="Arial"/>
                <a:sym typeface="Arial"/>
              </a:rPr>
              <a:t>Se debe evitar meter muchos cambios no relacionados en un mismo commit</a:t>
            </a:r>
            <a:endParaRPr b="0" i="0" sz="700" u="none" cap="none" strike="noStrike">
              <a:solidFill>
                <a:srgbClr val="000000"/>
              </a:solidFill>
              <a:latin typeface="Arial"/>
              <a:ea typeface="Arial"/>
              <a:cs typeface="Arial"/>
              <a:sym typeface="Arial"/>
            </a:endParaRPr>
          </a:p>
          <a:p>
            <a:pPr indent="0" lvl="0" marL="0" marR="0" rtl="0" algn="l">
              <a:lnSpc>
                <a:spcPct val="198747"/>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4" name="Shape 434"/>
        <p:cNvGrpSpPr/>
        <p:nvPr/>
      </p:nvGrpSpPr>
      <p:grpSpPr>
        <a:xfrm>
          <a:off x="0" y="0"/>
          <a:ext cx="0" cy="0"/>
          <a:chOff x="0" y="0"/>
          <a:chExt cx="0" cy="0"/>
        </a:xfrm>
      </p:grpSpPr>
      <p:grpSp>
        <p:nvGrpSpPr>
          <p:cNvPr id="435" name="Google Shape;435;p47"/>
          <p:cNvGrpSpPr/>
          <p:nvPr/>
        </p:nvGrpSpPr>
        <p:grpSpPr>
          <a:xfrm rot="-5400000">
            <a:off x="-2665960" y="2249566"/>
            <a:ext cx="5273467" cy="644282"/>
            <a:chOff x="0" y="-123825"/>
            <a:chExt cx="3779721" cy="461785"/>
          </a:xfrm>
        </p:grpSpPr>
        <p:sp>
          <p:nvSpPr>
            <p:cNvPr id="436" name="Google Shape;436;p47"/>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437" name="Google Shape;437;p47"/>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38" name="Google Shape;438;p47"/>
          <p:cNvSpPr/>
          <p:nvPr/>
        </p:nvSpPr>
        <p:spPr>
          <a:xfrm>
            <a:off x="1972700" y="1439608"/>
            <a:ext cx="1160878" cy="1626449"/>
          </a:xfrm>
          <a:custGeom>
            <a:rect b="b" l="l" r="r" t="t"/>
            <a:pathLst>
              <a:path extrusionOk="0" h="3252898" w="2321756">
                <a:moveTo>
                  <a:pt x="0" y="0"/>
                </a:moveTo>
                <a:lnTo>
                  <a:pt x="2321756" y="0"/>
                </a:lnTo>
                <a:lnTo>
                  <a:pt x="2321756" y="3252898"/>
                </a:lnTo>
                <a:lnTo>
                  <a:pt x="0" y="3252898"/>
                </a:lnTo>
                <a:lnTo>
                  <a:pt x="0" y="0"/>
                </a:lnTo>
                <a:close/>
              </a:path>
            </a:pathLst>
          </a:custGeom>
          <a:blipFill rotWithShape="1">
            <a:blip r:embed="rId3">
              <a:alphaModFix/>
            </a:blip>
            <a:stretch>
              <a:fillRect b="0" l="0" r="0" t="0"/>
            </a:stretch>
          </a:blipFill>
          <a:ln>
            <a:noFill/>
          </a:ln>
        </p:spPr>
      </p:sp>
      <p:sp>
        <p:nvSpPr>
          <p:cNvPr id="439" name="Google Shape;439;p47"/>
          <p:cNvSpPr txBox="1"/>
          <p:nvPr/>
        </p:nvSpPr>
        <p:spPr>
          <a:xfrm>
            <a:off x="3980345" y="1576067"/>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40" name="Google Shape;440;p47"/>
          <p:cNvSpPr/>
          <p:nvPr/>
        </p:nvSpPr>
        <p:spPr>
          <a:xfrm>
            <a:off x="3864577" y="1439608"/>
            <a:ext cx="1160878" cy="1626449"/>
          </a:xfrm>
          <a:custGeom>
            <a:rect b="b" l="l" r="r" t="t"/>
            <a:pathLst>
              <a:path extrusionOk="0" h="3252898" w="2321756">
                <a:moveTo>
                  <a:pt x="0" y="0"/>
                </a:moveTo>
                <a:lnTo>
                  <a:pt x="2321756" y="0"/>
                </a:lnTo>
                <a:lnTo>
                  <a:pt x="2321756" y="3252898"/>
                </a:lnTo>
                <a:lnTo>
                  <a:pt x="0" y="3252898"/>
                </a:lnTo>
                <a:lnTo>
                  <a:pt x="0" y="0"/>
                </a:lnTo>
                <a:close/>
              </a:path>
            </a:pathLst>
          </a:custGeom>
          <a:blipFill rotWithShape="1">
            <a:blip r:embed="rId3">
              <a:alphaModFix/>
            </a:blip>
            <a:stretch>
              <a:fillRect b="0" l="0" r="0" t="0"/>
            </a:stretch>
          </a:blipFill>
          <a:ln>
            <a:noFill/>
          </a:ln>
        </p:spPr>
      </p:sp>
      <p:sp>
        <p:nvSpPr>
          <p:cNvPr id="441" name="Google Shape;441;p47"/>
          <p:cNvSpPr txBox="1"/>
          <p:nvPr/>
        </p:nvSpPr>
        <p:spPr>
          <a:xfrm>
            <a:off x="4040584" y="1636306"/>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grpSp>
        <p:nvGrpSpPr>
          <p:cNvPr id="442" name="Google Shape;442;p47"/>
          <p:cNvGrpSpPr/>
          <p:nvPr/>
        </p:nvGrpSpPr>
        <p:grpSpPr>
          <a:xfrm>
            <a:off x="5831124" y="1439608"/>
            <a:ext cx="3542795" cy="1626449"/>
            <a:chOff x="0" y="0"/>
            <a:chExt cx="9447453" cy="4337197"/>
          </a:xfrm>
        </p:grpSpPr>
        <p:sp>
          <p:nvSpPr>
            <p:cNvPr id="443" name="Google Shape;443;p47"/>
            <p:cNvSpPr txBox="1"/>
            <p:nvPr/>
          </p:nvSpPr>
          <p:spPr>
            <a:xfrm>
              <a:off x="308716" y="370240"/>
              <a:ext cx="8978100" cy="6567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44" name="Google Shape;444;p47"/>
            <p:cNvSpPr/>
            <p:nvPr/>
          </p:nvSpPr>
          <p:spPr>
            <a:xfrm>
              <a:off x="0" y="0"/>
              <a:ext cx="3095675" cy="4337197"/>
            </a:xfrm>
            <a:custGeom>
              <a:rect b="b" l="l" r="r" t="t"/>
              <a:pathLst>
                <a:path extrusionOk="0" h="4337197" w="3095675">
                  <a:moveTo>
                    <a:pt x="0" y="0"/>
                  </a:moveTo>
                  <a:lnTo>
                    <a:pt x="3095675" y="0"/>
                  </a:lnTo>
                  <a:lnTo>
                    <a:pt x="3095675" y="4337197"/>
                  </a:lnTo>
                  <a:lnTo>
                    <a:pt x="0" y="4337197"/>
                  </a:lnTo>
                  <a:lnTo>
                    <a:pt x="0" y="0"/>
                  </a:lnTo>
                  <a:close/>
                </a:path>
              </a:pathLst>
            </a:custGeom>
            <a:blipFill rotWithShape="1">
              <a:blip r:embed="rId3">
                <a:alphaModFix/>
              </a:blip>
              <a:stretch>
                <a:fillRect b="0" l="0" r="0" t="0"/>
              </a:stretch>
            </a:blipFill>
            <a:ln>
              <a:noFill/>
            </a:ln>
          </p:spPr>
        </p:sp>
        <p:sp>
          <p:nvSpPr>
            <p:cNvPr id="445" name="Google Shape;445;p47"/>
            <p:cNvSpPr txBox="1"/>
            <p:nvPr/>
          </p:nvSpPr>
          <p:spPr>
            <a:xfrm>
              <a:off x="469353" y="530877"/>
              <a:ext cx="8978100" cy="6567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46" name="Google Shape;446;p47"/>
            <p:cNvSpPr txBox="1"/>
            <p:nvPr/>
          </p:nvSpPr>
          <p:spPr>
            <a:xfrm>
              <a:off x="584010" y="1083684"/>
              <a:ext cx="1981200" cy="29142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C</a:t>
              </a:r>
              <a:endParaRPr b="0" i="0" sz="700" u="none" cap="none" strike="noStrike">
                <a:solidFill>
                  <a:srgbClr val="000000"/>
                </a:solidFill>
                <a:latin typeface="Arial"/>
                <a:ea typeface="Arial"/>
                <a:cs typeface="Arial"/>
                <a:sym typeface="Arial"/>
              </a:endParaRPr>
            </a:p>
          </p:txBody>
        </p:sp>
      </p:grpSp>
      <p:grpSp>
        <p:nvGrpSpPr>
          <p:cNvPr id="447" name="Google Shape;447;p47"/>
          <p:cNvGrpSpPr/>
          <p:nvPr/>
        </p:nvGrpSpPr>
        <p:grpSpPr>
          <a:xfrm>
            <a:off x="1660525" y="1029286"/>
            <a:ext cx="3659167" cy="2322788"/>
            <a:chOff x="0" y="-123825"/>
            <a:chExt cx="2438144" cy="1547700"/>
          </a:xfrm>
        </p:grpSpPr>
        <p:sp>
          <p:nvSpPr>
            <p:cNvPr id="448" name="Google Shape;448;p47"/>
            <p:cNvSpPr/>
            <p:nvPr/>
          </p:nvSpPr>
          <p:spPr>
            <a:xfrm>
              <a:off x="0" y="0"/>
              <a:ext cx="2438144" cy="1423803"/>
            </a:xfrm>
            <a:custGeom>
              <a:rect b="b" l="l" r="r" t="t"/>
              <a:pathLst>
                <a:path extrusionOk="0" h="1423803" w="2438144">
                  <a:moveTo>
                    <a:pt x="53952" y="0"/>
                  </a:moveTo>
                  <a:lnTo>
                    <a:pt x="2384192" y="0"/>
                  </a:lnTo>
                  <a:cubicBezTo>
                    <a:pt x="2398501" y="0"/>
                    <a:pt x="2412224" y="5684"/>
                    <a:pt x="2422342" y="15802"/>
                  </a:cubicBezTo>
                  <a:cubicBezTo>
                    <a:pt x="2432460" y="25920"/>
                    <a:pt x="2438144" y="39643"/>
                    <a:pt x="2438144" y="53952"/>
                  </a:cubicBezTo>
                  <a:lnTo>
                    <a:pt x="2438144" y="1369851"/>
                  </a:lnTo>
                  <a:cubicBezTo>
                    <a:pt x="2438144" y="1399648"/>
                    <a:pt x="2413989" y="1423803"/>
                    <a:pt x="2384192" y="1423803"/>
                  </a:cubicBezTo>
                  <a:lnTo>
                    <a:pt x="53952" y="1423803"/>
                  </a:lnTo>
                  <a:cubicBezTo>
                    <a:pt x="24155" y="1423803"/>
                    <a:pt x="0" y="1399648"/>
                    <a:pt x="0" y="1369851"/>
                  </a:cubicBezTo>
                  <a:lnTo>
                    <a:pt x="0" y="53952"/>
                  </a:lnTo>
                  <a:cubicBezTo>
                    <a:pt x="0" y="24155"/>
                    <a:pt x="24155" y="0"/>
                    <a:pt x="53952" y="0"/>
                  </a:cubicBezTo>
                  <a:close/>
                </a:path>
              </a:pathLst>
            </a:custGeom>
            <a:solidFill>
              <a:srgbClr val="000000">
                <a:alpha val="0"/>
              </a:srgbClr>
            </a:solidFill>
            <a:ln cap="rnd" cmpd="sng" w="28575">
              <a:solidFill>
                <a:srgbClr val="D86F34"/>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49" name="Google Shape;449;p47"/>
            <p:cNvSpPr txBox="1"/>
            <p:nvPr/>
          </p:nvSpPr>
          <p:spPr>
            <a:xfrm>
              <a:off x="0" y="-123825"/>
              <a:ext cx="2438100" cy="1547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50" name="Google Shape;450;p47"/>
          <p:cNvGrpSpPr/>
          <p:nvPr/>
        </p:nvGrpSpPr>
        <p:grpSpPr>
          <a:xfrm>
            <a:off x="3228085" y="4348059"/>
            <a:ext cx="524012" cy="542434"/>
            <a:chOff x="0" y="-28575"/>
            <a:chExt cx="812800" cy="841375"/>
          </a:xfrm>
        </p:grpSpPr>
        <p:sp>
          <p:nvSpPr>
            <p:cNvPr id="451" name="Google Shape;451;p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52" name="Google Shape;452;p47"/>
            <p:cNvSpPr txBox="1"/>
            <p:nvPr/>
          </p:nvSpPr>
          <p:spPr>
            <a:xfrm>
              <a:off x="76200" y="-28575"/>
              <a:ext cx="660300" cy="765300"/>
            </a:xfrm>
            <a:prstGeom prst="rect">
              <a:avLst/>
            </a:prstGeom>
            <a:noFill/>
            <a:ln>
              <a:noFill/>
            </a:ln>
          </p:spPr>
          <p:txBody>
            <a:bodyPr anchorCtr="0" anchor="ctr" bIns="25400" lIns="25400" spcFirstLastPara="1" rIns="25400" wrap="square" tIns="25400">
              <a:noAutofit/>
            </a:bodyPr>
            <a:lstStyle/>
            <a:p>
              <a:pPr indent="0" lvl="0" marL="0" marR="0" rtl="0" algn="ctr">
                <a:lnSpc>
                  <a:spcPct val="154021"/>
                </a:lnSpc>
                <a:spcBef>
                  <a:spcPts val="0"/>
                </a:spcBef>
                <a:spcAft>
                  <a:spcPts val="0"/>
                </a:spcAft>
                <a:buClr>
                  <a:srgbClr val="000000"/>
                </a:buClr>
                <a:buSzPts val="1200"/>
                <a:buFont typeface="Arial"/>
                <a:buNone/>
              </a:pPr>
              <a:r>
                <a:rPr b="1" i="0" lang="es" sz="1200" u="none" cap="none" strike="noStrike">
                  <a:solidFill>
                    <a:srgbClr val="000000"/>
                  </a:solidFill>
                  <a:latin typeface="Poppins"/>
                  <a:ea typeface="Poppins"/>
                  <a:cs typeface="Poppins"/>
                  <a:sym typeface="Poppins"/>
                </a:rPr>
                <a:t>C1</a:t>
              </a:r>
              <a:endParaRPr b="0" i="0" sz="700" u="none" cap="none" strike="noStrike">
                <a:solidFill>
                  <a:srgbClr val="000000"/>
                </a:solidFill>
                <a:latin typeface="Arial"/>
                <a:ea typeface="Arial"/>
                <a:cs typeface="Arial"/>
                <a:sym typeface="Arial"/>
              </a:endParaRPr>
            </a:p>
          </p:txBody>
        </p:sp>
      </p:grpSp>
      <p:sp>
        <p:nvSpPr>
          <p:cNvPr id="453" name="Google Shape;453;p47"/>
          <p:cNvSpPr/>
          <p:nvPr/>
        </p:nvSpPr>
        <p:spPr>
          <a:xfrm flipH="1" rot="5400000">
            <a:off x="3171218" y="3833763"/>
            <a:ext cx="657795" cy="138735"/>
          </a:xfrm>
          <a:custGeom>
            <a:rect b="b" l="l" r="r" t="t"/>
            <a:pathLst>
              <a:path extrusionOk="0" h="277470" w="1315589">
                <a:moveTo>
                  <a:pt x="0" y="277469"/>
                </a:moveTo>
                <a:lnTo>
                  <a:pt x="1315588" y="277469"/>
                </a:lnTo>
                <a:lnTo>
                  <a:pt x="1315588" y="0"/>
                </a:lnTo>
                <a:lnTo>
                  <a:pt x="0" y="0"/>
                </a:lnTo>
                <a:lnTo>
                  <a:pt x="0" y="277469"/>
                </a:lnTo>
                <a:close/>
              </a:path>
            </a:pathLst>
          </a:custGeom>
          <a:blipFill rotWithShape="1">
            <a:blip r:embed="rId4">
              <a:alphaModFix/>
            </a:blip>
            <a:stretch>
              <a:fillRect b="0" l="0" r="0" t="0"/>
            </a:stretch>
          </a:blipFill>
          <a:ln>
            <a:noFill/>
          </a:ln>
        </p:spPr>
      </p:sp>
      <p:grpSp>
        <p:nvGrpSpPr>
          <p:cNvPr id="454" name="Google Shape;454;p47"/>
          <p:cNvGrpSpPr/>
          <p:nvPr/>
        </p:nvGrpSpPr>
        <p:grpSpPr>
          <a:xfrm>
            <a:off x="5547972" y="1029286"/>
            <a:ext cx="1733424" cy="2322788"/>
            <a:chOff x="0" y="-123825"/>
            <a:chExt cx="1155000" cy="1547700"/>
          </a:xfrm>
        </p:grpSpPr>
        <p:sp>
          <p:nvSpPr>
            <p:cNvPr id="455" name="Google Shape;455;p47"/>
            <p:cNvSpPr/>
            <p:nvPr/>
          </p:nvSpPr>
          <p:spPr>
            <a:xfrm>
              <a:off x="0" y="0"/>
              <a:ext cx="1154878" cy="1423803"/>
            </a:xfrm>
            <a:custGeom>
              <a:rect b="b" l="l" r="r" t="t"/>
              <a:pathLst>
                <a:path extrusionOk="0" h="1423803" w="1154878">
                  <a:moveTo>
                    <a:pt x="113903" y="0"/>
                  </a:moveTo>
                  <a:lnTo>
                    <a:pt x="1040975" y="0"/>
                  </a:lnTo>
                  <a:cubicBezTo>
                    <a:pt x="1071184" y="0"/>
                    <a:pt x="1100155" y="12000"/>
                    <a:pt x="1121516" y="33361"/>
                  </a:cubicBezTo>
                  <a:cubicBezTo>
                    <a:pt x="1142877" y="54722"/>
                    <a:pt x="1154878" y="83694"/>
                    <a:pt x="1154878" y="113903"/>
                  </a:cubicBezTo>
                  <a:lnTo>
                    <a:pt x="1154878" y="1309900"/>
                  </a:lnTo>
                  <a:cubicBezTo>
                    <a:pt x="1154878" y="1372807"/>
                    <a:pt x="1103882" y="1423803"/>
                    <a:pt x="1040975" y="1423803"/>
                  </a:cubicBezTo>
                  <a:lnTo>
                    <a:pt x="113903" y="1423803"/>
                  </a:lnTo>
                  <a:cubicBezTo>
                    <a:pt x="83694" y="1423803"/>
                    <a:pt x="54722" y="1411803"/>
                    <a:pt x="33361" y="1390442"/>
                  </a:cubicBezTo>
                  <a:cubicBezTo>
                    <a:pt x="12000" y="1369081"/>
                    <a:pt x="0" y="1340109"/>
                    <a:pt x="0" y="1309900"/>
                  </a:cubicBezTo>
                  <a:lnTo>
                    <a:pt x="0" y="113903"/>
                  </a:lnTo>
                  <a:cubicBezTo>
                    <a:pt x="0" y="83694"/>
                    <a:pt x="12000" y="54722"/>
                    <a:pt x="33361" y="33361"/>
                  </a:cubicBezTo>
                  <a:cubicBezTo>
                    <a:pt x="54722" y="12000"/>
                    <a:pt x="83694" y="0"/>
                    <a:pt x="113903" y="0"/>
                  </a:cubicBezTo>
                  <a:close/>
                </a:path>
              </a:pathLst>
            </a:custGeom>
            <a:solidFill>
              <a:srgbClr val="000000">
                <a:alpha val="0"/>
              </a:srgbClr>
            </a:solidFill>
            <a:ln cap="rnd" cmpd="sng" w="28575">
              <a:solidFill>
                <a:srgbClr val="6699FF"/>
              </a:solidFill>
              <a:prstDash val="dash"/>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56" name="Google Shape;456;p47"/>
            <p:cNvSpPr txBox="1"/>
            <p:nvPr/>
          </p:nvSpPr>
          <p:spPr>
            <a:xfrm>
              <a:off x="0" y="-123825"/>
              <a:ext cx="1155000" cy="1547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57" name="Google Shape;457;p47"/>
          <p:cNvGrpSpPr/>
          <p:nvPr/>
        </p:nvGrpSpPr>
        <p:grpSpPr>
          <a:xfrm>
            <a:off x="6152579" y="4348392"/>
            <a:ext cx="524012" cy="542434"/>
            <a:chOff x="0" y="-28575"/>
            <a:chExt cx="812800" cy="841375"/>
          </a:xfrm>
        </p:grpSpPr>
        <p:sp>
          <p:nvSpPr>
            <p:cNvPr id="458" name="Google Shape;458;p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99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59" name="Google Shape;459;p47"/>
            <p:cNvSpPr txBox="1"/>
            <p:nvPr/>
          </p:nvSpPr>
          <p:spPr>
            <a:xfrm>
              <a:off x="76200" y="-28575"/>
              <a:ext cx="660300" cy="765300"/>
            </a:xfrm>
            <a:prstGeom prst="rect">
              <a:avLst/>
            </a:prstGeom>
            <a:noFill/>
            <a:ln>
              <a:noFill/>
            </a:ln>
          </p:spPr>
          <p:txBody>
            <a:bodyPr anchorCtr="0" anchor="ctr" bIns="25400" lIns="25400" spcFirstLastPara="1" rIns="25400" wrap="square" tIns="25400">
              <a:noAutofit/>
            </a:bodyPr>
            <a:lstStyle/>
            <a:p>
              <a:pPr indent="0" lvl="0" marL="0" marR="0" rtl="0" algn="ctr">
                <a:lnSpc>
                  <a:spcPct val="154021"/>
                </a:lnSpc>
                <a:spcBef>
                  <a:spcPts val="0"/>
                </a:spcBef>
                <a:spcAft>
                  <a:spcPts val="0"/>
                </a:spcAft>
                <a:buClr>
                  <a:srgbClr val="000000"/>
                </a:buClr>
                <a:buSzPts val="1200"/>
                <a:buFont typeface="Arial"/>
                <a:buNone/>
              </a:pPr>
              <a:r>
                <a:rPr b="1" i="0" lang="es" sz="1200" u="none" cap="none" strike="noStrike">
                  <a:solidFill>
                    <a:srgbClr val="000000"/>
                  </a:solidFill>
                  <a:latin typeface="Poppins"/>
                  <a:ea typeface="Poppins"/>
                  <a:cs typeface="Poppins"/>
                  <a:sym typeface="Poppins"/>
                </a:rPr>
                <a:t>C2</a:t>
              </a:r>
              <a:endParaRPr b="0" i="0" sz="700" u="none" cap="none" strike="noStrike">
                <a:solidFill>
                  <a:srgbClr val="000000"/>
                </a:solidFill>
                <a:latin typeface="Arial"/>
                <a:ea typeface="Arial"/>
                <a:cs typeface="Arial"/>
                <a:sym typeface="Arial"/>
              </a:endParaRPr>
            </a:p>
          </p:txBody>
        </p:sp>
      </p:grpSp>
      <p:sp>
        <p:nvSpPr>
          <p:cNvPr id="460" name="Google Shape;460;p47"/>
          <p:cNvSpPr/>
          <p:nvPr/>
        </p:nvSpPr>
        <p:spPr>
          <a:xfrm flipH="1" rot="5400000">
            <a:off x="6095713" y="3834096"/>
            <a:ext cx="657795" cy="138735"/>
          </a:xfrm>
          <a:custGeom>
            <a:rect b="b" l="l" r="r" t="t"/>
            <a:pathLst>
              <a:path extrusionOk="0" h="277470" w="1315589">
                <a:moveTo>
                  <a:pt x="0" y="277469"/>
                </a:moveTo>
                <a:lnTo>
                  <a:pt x="1315589" y="277469"/>
                </a:lnTo>
                <a:lnTo>
                  <a:pt x="1315589" y="0"/>
                </a:lnTo>
                <a:lnTo>
                  <a:pt x="0" y="0"/>
                </a:lnTo>
                <a:lnTo>
                  <a:pt x="0" y="277469"/>
                </a:lnTo>
                <a:close/>
              </a:path>
            </a:pathLst>
          </a:custGeom>
          <a:blipFill rotWithShape="1">
            <a:blip r:embed="rId5">
              <a:alphaModFix/>
            </a:blip>
            <a:stretch>
              <a:fillRect b="0" l="0" r="0" t="0"/>
            </a:stretch>
          </a:blipFill>
          <a:ln>
            <a:noFill/>
          </a:ln>
        </p:spPr>
      </p:sp>
      <p:sp>
        <p:nvSpPr>
          <p:cNvPr id="461" name="Google Shape;461;p47"/>
          <p:cNvSpPr/>
          <p:nvPr/>
        </p:nvSpPr>
        <p:spPr>
          <a:xfrm>
            <a:off x="6888956" y="693045"/>
            <a:ext cx="1122574" cy="952786"/>
          </a:xfrm>
          <a:custGeom>
            <a:rect b="b" l="l" r="r" t="t"/>
            <a:pathLst>
              <a:path extrusionOk="0" h="1905571" w="2245149">
                <a:moveTo>
                  <a:pt x="0" y="0"/>
                </a:moveTo>
                <a:lnTo>
                  <a:pt x="2245150" y="0"/>
                </a:lnTo>
                <a:lnTo>
                  <a:pt x="2245150" y="1905571"/>
                </a:lnTo>
                <a:lnTo>
                  <a:pt x="0" y="1905571"/>
                </a:lnTo>
                <a:lnTo>
                  <a:pt x="0" y="0"/>
                </a:lnTo>
                <a:close/>
              </a:path>
            </a:pathLst>
          </a:custGeom>
          <a:blipFill rotWithShape="1">
            <a:blip r:embed="rId6">
              <a:alphaModFix/>
            </a:blip>
            <a:stretch>
              <a:fillRect b="0" l="0" r="0" t="0"/>
            </a:stretch>
          </a:blipFill>
          <a:ln>
            <a:noFill/>
          </a:ln>
        </p:spPr>
      </p:sp>
      <p:sp>
        <p:nvSpPr>
          <p:cNvPr id="462" name="Google Shape;462;p47"/>
          <p:cNvSpPr txBox="1"/>
          <p:nvPr/>
        </p:nvSpPr>
        <p:spPr>
          <a:xfrm>
            <a:off x="2191704" y="1832893"/>
            <a:ext cx="743100" cy="10929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A</a:t>
            </a:r>
            <a:endParaRPr b="0" i="0" sz="700" u="none" cap="none" strike="noStrike">
              <a:solidFill>
                <a:srgbClr val="000000"/>
              </a:solidFill>
              <a:latin typeface="Arial"/>
              <a:ea typeface="Arial"/>
              <a:cs typeface="Arial"/>
              <a:sym typeface="Arial"/>
            </a:endParaRPr>
          </a:p>
        </p:txBody>
      </p:sp>
      <p:sp>
        <p:nvSpPr>
          <p:cNvPr id="463" name="Google Shape;463;p47"/>
          <p:cNvSpPr txBox="1"/>
          <p:nvPr/>
        </p:nvSpPr>
        <p:spPr>
          <a:xfrm>
            <a:off x="4083581" y="1832893"/>
            <a:ext cx="743100" cy="10929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7100"/>
              <a:buFont typeface="Arial"/>
              <a:buNone/>
            </a:pPr>
            <a:r>
              <a:rPr b="1" i="0" lang="es" sz="7100" u="none" cap="none" strike="noStrike">
                <a:solidFill>
                  <a:srgbClr val="404040"/>
                </a:solidFill>
                <a:latin typeface="Arial"/>
                <a:ea typeface="Arial"/>
                <a:cs typeface="Arial"/>
                <a:sym typeface="Arial"/>
              </a:rPr>
              <a:t>B</a:t>
            </a:r>
            <a:endParaRPr b="0" i="0" sz="700" u="none" cap="none" strike="noStrike">
              <a:solidFill>
                <a:srgbClr val="000000"/>
              </a:solidFill>
              <a:latin typeface="Arial"/>
              <a:ea typeface="Arial"/>
              <a:cs typeface="Arial"/>
              <a:sym typeface="Arial"/>
            </a:endParaRPr>
          </a:p>
        </p:txBody>
      </p:sp>
      <p:sp>
        <p:nvSpPr>
          <p:cNvPr id="464" name="Google Shape;464;p47"/>
          <p:cNvSpPr txBox="1"/>
          <p:nvPr/>
        </p:nvSpPr>
        <p:spPr>
          <a:xfrm>
            <a:off x="2181182" y="1636306"/>
            <a:ext cx="3366900" cy="246300"/>
          </a:xfrm>
          <a:prstGeom prst="rect">
            <a:avLst/>
          </a:prstGeom>
          <a:noFill/>
          <a:ln>
            <a:noFill/>
          </a:ln>
        </p:spPr>
        <p:txBody>
          <a:bodyPr anchorCtr="0" anchor="t" bIns="0" lIns="0" spcFirstLastPara="1" rIns="0" wrap="square" tIns="0">
            <a:spAutoFit/>
          </a:bodyPr>
          <a:lstStyle/>
          <a:p>
            <a:pPr indent="0" lvl="0" marL="0" marR="0" rtl="0" algn="l">
              <a:lnSpc>
                <a:spcPct val="116982"/>
              </a:lnSpc>
              <a:spcBef>
                <a:spcPts val="0"/>
              </a:spcBef>
              <a:spcAft>
                <a:spcPts val="0"/>
              </a:spcAft>
              <a:buClr>
                <a:srgbClr val="000000"/>
              </a:buClr>
              <a:buSzPts val="1600"/>
              <a:buFont typeface="Arial"/>
              <a:buNone/>
            </a:pPr>
            <a:r>
              <a:rPr b="1" i="0" lang="es" sz="1600" u="none" cap="none" strike="noStrike">
                <a:solidFill>
                  <a:srgbClr val="404040"/>
                </a:solidFill>
                <a:latin typeface="Arial"/>
                <a:ea typeface="Arial"/>
                <a:cs typeface="Arial"/>
                <a:sym typeface="Arial"/>
              </a:rPr>
              <a:t>File</a:t>
            </a:r>
            <a:endParaRPr b="0" i="0" sz="700" u="none" cap="none" strike="noStrike">
              <a:solidFill>
                <a:srgbClr val="000000"/>
              </a:solidFill>
              <a:latin typeface="Arial"/>
              <a:ea typeface="Arial"/>
              <a:cs typeface="Arial"/>
              <a:sym typeface="Arial"/>
            </a:endParaRPr>
          </a:p>
        </p:txBody>
      </p:sp>
      <p:sp>
        <p:nvSpPr>
          <p:cNvPr id="465" name="Google Shape;465;p47"/>
          <p:cNvSpPr txBox="1"/>
          <p:nvPr/>
        </p:nvSpPr>
        <p:spPr>
          <a:xfrm>
            <a:off x="456803" y="293811"/>
            <a:ext cx="8382900" cy="1079400"/>
          </a:xfrm>
          <a:prstGeom prst="rect">
            <a:avLst/>
          </a:prstGeom>
          <a:noFill/>
          <a:ln>
            <a:noFill/>
          </a:ln>
        </p:spPr>
        <p:txBody>
          <a:bodyPr anchorCtr="0" anchor="t" bIns="0" lIns="0" spcFirstLastPara="1" rIns="0" wrap="square" tIns="0">
            <a:spAutoFit/>
          </a:bodyPr>
          <a:lstStyle/>
          <a:p>
            <a:pPr indent="0" lvl="0" marL="0" marR="0" rtl="0" algn="l">
              <a:lnSpc>
                <a:spcPct val="116987"/>
              </a:lnSpc>
              <a:spcBef>
                <a:spcPts val="0"/>
              </a:spcBef>
              <a:spcAft>
                <a:spcPts val="0"/>
              </a:spcAft>
              <a:buClr>
                <a:srgbClr val="000000"/>
              </a:buClr>
              <a:buSzPts val="2100"/>
              <a:buFont typeface="Arial"/>
              <a:buNone/>
            </a:pPr>
            <a:r>
              <a:rPr b="0" i="0" lang="es" sz="2100" u="none" cap="none" strike="noStrike">
                <a:solidFill>
                  <a:srgbClr val="FFFFFF"/>
                </a:solidFill>
                <a:latin typeface="Arial"/>
                <a:ea typeface="Arial"/>
                <a:cs typeface="Arial"/>
                <a:sym typeface="Arial"/>
              </a:rPr>
              <a:t>Cuando los commits están bien organizados, es más sencillo revisar el código.</a:t>
            </a:r>
            <a:endParaRPr b="0" i="0" sz="700" u="none" cap="none" strike="noStrike">
              <a:solidFill>
                <a:srgbClr val="000000"/>
              </a:solidFill>
              <a:latin typeface="Arial"/>
              <a:ea typeface="Arial"/>
              <a:cs typeface="Arial"/>
              <a:sym typeface="Arial"/>
            </a:endParaRPr>
          </a:p>
          <a:p>
            <a:pPr indent="0" lvl="0" marL="0" marR="0" rtl="0" algn="l">
              <a:lnSpc>
                <a:spcPct val="198747"/>
              </a:lnSpc>
              <a:spcBef>
                <a:spcPts val="0"/>
              </a:spcBef>
              <a:spcAft>
                <a:spcPts val="0"/>
              </a:spcAft>
              <a:buClr>
                <a:srgbClr val="000000"/>
              </a:buClr>
              <a:buSzPts val="2100"/>
              <a:buFont typeface="Arial"/>
              <a:buNone/>
            </a:pPr>
            <a:r>
              <a:t/>
            </a:r>
            <a:endParaRPr b="0" i="0" sz="2100" u="none" cap="none" strike="noStrike">
              <a:solidFill>
                <a:srgbClr val="FFFFF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9" name="Shape 469"/>
        <p:cNvGrpSpPr/>
        <p:nvPr/>
      </p:nvGrpSpPr>
      <p:grpSpPr>
        <a:xfrm>
          <a:off x="0" y="0"/>
          <a:ext cx="0" cy="0"/>
          <a:chOff x="0" y="0"/>
          <a:chExt cx="0" cy="0"/>
        </a:xfrm>
      </p:grpSpPr>
      <p:sp>
        <p:nvSpPr>
          <p:cNvPr id="470" name="Google Shape;470;p48"/>
          <p:cNvSpPr/>
          <p:nvPr/>
        </p:nvSpPr>
        <p:spPr>
          <a:xfrm>
            <a:off x="0" y="211456"/>
            <a:ext cx="9144000" cy="4720590"/>
          </a:xfrm>
          <a:custGeom>
            <a:rect b="b" l="l" r="r" t="t"/>
            <a:pathLst>
              <a:path extrusionOk="0" h="9441180" w="18288000">
                <a:moveTo>
                  <a:pt x="0" y="0"/>
                </a:moveTo>
                <a:lnTo>
                  <a:pt x="18288000" y="0"/>
                </a:lnTo>
                <a:lnTo>
                  <a:pt x="18288000" y="9441180"/>
                </a:lnTo>
                <a:lnTo>
                  <a:pt x="0" y="94411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74" name="Shape 474"/>
        <p:cNvGrpSpPr/>
        <p:nvPr/>
      </p:nvGrpSpPr>
      <p:grpSpPr>
        <a:xfrm>
          <a:off x="0" y="0"/>
          <a:ext cx="0" cy="0"/>
          <a:chOff x="0" y="0"/>
          <a:chExt cx="0" cy="0"/>
        </a:xfrm>
      </p:grpSpPr>
      <p:grpSp>
        <p:nvGrpSpPr>
          <p:cNvPr id="475" name="Google Shape;475;p49"/>
          <p:cNvGrpSpPr/>
          <p:nvPr/>
        </p:nvGrpSpPr>
        <p:grpSpPr>
          <a:xfrm rot="-5400000">
            <a:off x="-2665960" y="2249566"/>
            <a:ext cx="5273467" cy="644282"/>
            <a:chOff x="0" y="-123825"/>
            <a:chExt cx="3779721" cy="461785"/>
          </a:xfrm>
        </p:grpSpPr>
        <p:sp>
          <p:nvSpPr>
            <p:cNvPr id="476" name="Google Shape;476;p49"/>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477" name="Google Shape;477;p49"/>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78" name="Google Shape;478;p49"/>
          <p:cNvSpPr/>
          <p:nvPr/>
        </p:nvSpPr>
        <p:spPr>
          <a:xfrm>
            <a:off x="813881" y="1106918"/>
            <a:ext cx="2935000" cy="2929664"/>
          </a:xfrm>
          <a:custGeom>
            <a:rect b="b" l="l" r="r" t="t"/>
            <a:pathLst>
              <a:path extrusionOk="0" h="5859328" w="5870001">
                <a:moveTo>
                  <a:pt x="0" y="0"/>
                </a:moveTo>
                <a:lnTo>
                  <a:pt x="5870002" y="0"/>
                </a:lnTo>
                <a:lnTo>
                  <a:pt x="5870002" y="5859328"/>
                </a:lnTo>
                <a:lnTo>
                  <a:pt x="0" y="5859328"/>
                </a:lnTo>
                <a:lnTo>
                  <a:pt x="0" y="0"/>
                </a:lnTo>
                <a:close/>
              </a:path>
            </a:pathLst>
          </a:custGeom>
          <a:blipFill rotWithShape="1">
            <a:blip r:embed="rId3">
              <a:alphaModFix/>
            </a:blip>
            <a:stretch>
              <a:fillRect b="0" l="0" r="0" t="0"/>
            </a:stretch>
          </a:blipFill>
          <a:ln>
            <a:noFill/>
          </a:ln>
        </p:spPr>
      </p:sp>
      <p:sp>
        <p:nvSpPr>
          <p:cNvPr id="479" name="Google Shape;479;p49"/>
          <p:cNvSpPr txBox="1"/>
          <p:nvPr/>
        </p:nvSpPr>
        <p:spPr>
          <a:xfrm>
            <a:off x="2518765" y="1940195"/>
            <a:ext cx="4258800" cy="13362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4000"/>
              <a:buFont typeface="Arial"/>
              <a:buNone/>
            </a:pPr>
            <a:r>
              <a:rPr b="1" i="0" lang="es" sz="4000" u="none" cap="none" strike="noStrike">
                <a:solidFill>
                  <a:srgbClr val="FFFFFF"/>
                </a:solidFill>
                <a:latin typeface="Arial"/>
                <a:ea typeface="Arial"/>
                <a:cs typeface="Arial"/>
                <a:sym typeface="Arial"/>
              </a:rPr>
              <a:t>Estructura de un buen commit</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83" name="Shape 483"/>
        <p:cNvGrpSpPr/>
        <p:nvPr/>
      </p:nvGrpSpPr>
      <p:grpSpPr>
        <a:xfrm>
          <a:off x="0" y="0"/>
          <a:ext cx="0" cy="0"/>
          <a:chOff x="0" y="0"/>
          <a:chExt cx="0" cy="0"/>
        </a:xfrm>
      </p:grpSpPr>
      <p:grpSp>
        <p:nvGrpSpPr>
          <p:cNvPr id="484" name="Google Shape;484;p50"/>
          <p:cNvGrpSpPr/>
          <p:nvPr/>
        </p:nvGrpSpPr>
        <p:grpSpPr>
          <a:xfrm rot="-5400000">
            <a:off x="-2665960" y="2249566"/>
            <a:ext cx="5273467" cy="644282"/>
            <a:chOff x="0" y="-123825"/>
            <a:chExt cx="3779721" cy="461785"/>
          </a:xfrm>
        </p:grpSpPr>
        <p:sp>
          <p:nvSpPr>
            <p:cNvPr id="485" name="Google Shape;485;p50"/>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486" name="Google Shape;486;p50"/>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87" name="Google Shape;487;p50"/>
          <p:cNvSpPr txBox="1"/>
          <p:nvPr/>
        </p:nvSpPr>
        <p:spPr>
          <a:xfrm>
            <a:off x="1363265" y="1967329"/>
            <a:ext cx="6570000" cy="26046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Son un estándar de mensajes de commit que mejoran el control de versiones en el desarrollo de software. Con tipos de commit específicos y mensajes bien estructurados, proporcionan claridad, organización y automatización en la gestión de versiones, simplificando la colaboración entre los desarrolladores. </a:t>
            </a:r>
            <a:endParaRPr b="0" i="0" sz="7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
        <p:nvSpPr>
          <p:cNvPr id="488" name="Google Shape;488;p50"/>
          <p:cNvSpPr txBox="1"/>
          <p:nvPr/>
        </p:nvSpPr>
        <p:spPr>
          <a:xfrm>
            <a:off x="1469910" y="829467"/>
            <a:ext cx="6356700" cy="6156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4000"/>
              <a:buFont typeface="Arial"/>
              <a:buNone/>
            </a:pPr>
            <a:r>
              <a:rPr b="1" i="0" lang="es" sz="4000" u="none" cap="none" strike="noStrike">
                <a:solidFill>
                  <a:srgbClr val="FFFFFF"/>
                </a:solidFill>
                <a:latin typeface="Arial"/>
                <a:ea typeface="Arial"/>
                <a:cs typeface="Arial"/>
                <a:sym typeface="Arial"/>
              </a:rPr>
              <a:t>Conventional Commits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2" name="Shape 492"/>
        <p:cNvGrpSpPr/>
        <p:nvPr/>
      </p:nvGrpSpPr>
      <p:grpSpPr>
        <a:xfrm>
          <a:off x="0" y="0"/>
          <a:ext cx="0" cy="0"/>
          <a:chOff x="0" y="0"/>
          <a:chExt cx="0" cy="0"/>
        </a:xfrm>
      </p:grpSpPr>
      <p:grpSp>
        <p:nvGrpSpPr>
          <p:cNvPr id="493" name="Google Shape;493;p51"/>
          <p:cNvGrpSpPr/>
          <p:nvPr/>
        </p:nvGrpSpPr>
        <p:grpSpPr>
          <a:xfrm rot="-5400000">
            <a:off x="-2665960" y="2249566"/>
            <a:ext cx="5273467" cy="644282"/>
            <a:chOff x="0" y="-123825"/>
            <a:chExt cx="3779721" cy="461785"/>
          </a:xfrm>
        </p:grpSpPr>
        <p:sp>
          <p:nvSpPr>
            <p:cNvPr id="494" name="Google Shape;494;p51"/>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495" name="Google Shape;495;p51"/>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96" name="Google Shape;496;p51"/>
          <p:cNvSpPr/>
          <p:nvPr/>
        </p:nvSpPr>
        <p:spPr>
          <a:xfrm>
            <a:off x="2682563" y="1449589"/>
            <a:ext cx="4330008" cy="3082680"/>
          </a:xfrm>
          <a:custGeom>
            <a:rect b="b" l="l" r="r" t="t"/>
            <a:pathLst>
              <a:path extrusionOk="0" h="6165360" w="8660017">
                <a:moveTo>
                  <a:pt x="0" y="0"/>
                </a:moveTo>
                <a:lnTo>
                  <a:pt x="8660017" y="0"/>
                </a:lnTo>
                <a:lnTo>
                  <a:pt x="8660017" y="6165359"/>
                </a:lnTo>
                <a:lnTo>
                  <a:pt x="0" y="6165359"/>
                </a:lnTo>
                <a:lnTo>
                  <a:pt x="0" y="0"/>
                </a:lnTo>
                <a:close/>
              </a:path>
            </a:pathLst>
          </a:custGeom>
          <a:blipFill rotWithShape="1">
            <a:blip r:embed="rId3">
              <a:alphaModFix/>
            </a:blip>
            <a:stretch>
              <a:fillRect b="0" l="0" r="0" t="-10760"/>
            </a:stretch>
          </a:blipFill>
          <a:ln>
            <a:noFill/>
          </a:ln>
        </p:spPr>
      </p:sp>
      <p:sp>
        <p:nvSpPr>
          <p:cNvPr id="497" name="Google Shape;497;p51"/>
          <p:cNvSpPr txBox="1"/>
          <p:nvPr/>
        </p:nvSpPr>
        <p:spPr>
          <a:xfrm>
            <a:off x="594519" y="495300"/>
            <a:ext cx="8382900" cy="1336500"/>
          </a:xfrm>
          <a:prstGeom prst="rect">
            <a:avLst/>
          </a:prstGeom>
          <a:noFill/>
          <a:ln>
            <a:noFill/>
          </a:ln>
        </p:spPr>
        <p:txBody>
          <a:bodyPr anchorCtr="0" anchor="t" bIns="0" lIns="0" spcFirstLastPara="1" rIns="0" wrap="square" tIns="0">
            <a:spAutoFit/>
          </a:bodyPr>
          <a:lstStyle/>
          <a:p>
            <a:pPr indent="0" lvl="0" marL="0" marR="0" rtl="0" algn="l">
              <a:lnSpc>
                <a:spcPct val="116990"/>
              </a:lnSpc>
              <a:spcBef>
                <a:spcPts val="0"/>
              </a:spcBef>
              <a:spcAft>
                <a:spcPts val="0"/>
              </a:spcAft>
              <a:buClr>
                <a:srgbClr val="000000"/>
              </a:buClr>
              <a:buSzPts val="2600"/>
              <a:buFont typeface="Arial"/>
              <a:buNone/>
            </a:pPr>
            <a:r>
              <a:rPr b="0" i="0" lang="es" sz="2600" u="none" cap="none" strike="noStrike">
                <a:solidFill>
                  <a:srgbClr val="FFFFFF"/>
                </a:solidFill>
                <a:latin typeface="Arial"/>
                <a:ea typeface="Arial"/>
                <a:cs typeface="Arial"/>
                <a:sym typeface="Arial"/>
              </a:rPr>
              <a:t>La estructura de un conventional commit se divide en 3 partes: </a:t>
            </a:r>
            <a:r>
              <a:rPr b="1" i="0" lang="es" sz="2600" u="none" cap="none" strike="noStrike">
                <a:solidFill>
                  <a:srgbClr val="FFFFFF"/>
                </a:solidFill>
                <a:latin typeface="Arial"/>
                <a:ea typeface="Arial"/>
                <a:cs typeface="Arial"/>
                <a:sym typeface="Arial"/>
              </a:rPr>
              <a:t>el título, el cuerpo y pie </a:t>
            </a:r>
            <a:endParaRPr b="0" i="0" sz="700" u="none" cap="none" strike="noStrike">
              <a:solidFill>
                <a:srgbClr val="000000"/>
              </a:solidFill>
              <a:latin typeface="Arial"/>
              <a:ea typeface="Arial"/>
              <a:cs typeface="Arial"/>
              <a:sym typeface="Arial"/>
            </a:endParaRPr>
          </a:p>
          <a:p>
            <a:pPr indent="0" lvl="0" marL="0" marR="0" rtl="0" algn="l">
              <a:lnSpc>
                <a:spcPct val="182873"/>
              </a:lnSpc>
              <a:spcBef>
                <a:spcPts val="0"/>
              </a:spcBef>
              <a:spcAft>
                <a:spcPts val="0"/>
              </a:spcAft>
              <a:buClr>
                <a:srgbClr val="000000"/>
              </a:buClr>
              <a:buSzPts val="2600"/>
              <a:buFont typeface="Arial"/>
              <a:buNone/>
            </a:pPr>
            <a:r>
              <a:t/>
            </a:r>
            <a:endParaRPr b="1" i="0" sz="2600" u="none" cap="none" strike="noStrike">
              <a:solidFill>
                <a:srgbClr val="FFFFFF"/>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1" name="Shape 501"/>
        <p:cNvGrpSpPr/>
        <p:nvPr/>
      </p:nvGrpSpPr>
      <p:grpSpPr>
        <a:xfrm>
          <a:off x="0" y="0"/>
          <a:ext cx="0" cy="0"/>
          <a:chOff x="0" y="0"/>
          <a:chExt cx="0" cy="0"/>
        </a:xfrm>
      </p:grpSpPr>
      <p:grpSp>
        <p:nvGrpSpPr>
          <p:cNvPr id="502" name="Google Shape;502;p52"/>
          <p:cNvGrpSpPr/>
          <p:nvPr/>
        </p:nvGrpSpPr>
        <p:grpSpPr>
          <a:xfrm rot="-5400000">
            <a:off x="-2665960" y="2249566"/>
            <a:ext cx="5273467" cy="644282"/>
            <a:chOff x="0" y="-123825"/>
            <a:chExt cx="3779721" cy="461785"/>
          </a:xfrm>
        </p:grpSpPr>
        <p:sp>
          <p:nvSpPr>
            <p:cNvPr id="503" name="Google Shape;503;p52"/>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04" name="Google Shape;504;p52"/>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05" name="Google Shape;505;p52"/>
          <p:cNvSpPr txBox="1"/>
          <p:nvPr/>
        </p:nvSpPr>
        <p:spPr>
          <a:xfrm>
            <a:off x="-2620608" y="466725"/>
            <a:ext cx="76359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Type:  </a:t>
            </a:r>
            <a:endParaRPr b="0" i="0" sz="700" u="none" cap="none" strike="noStrike">
              <a:solidFill>
                <a:srgbClr val="000000"/>
              </a:solidFill>
              <a:latin typeface="Arial"/>
              <a:ea typeface="Arial"/>
              <a:cs typeface="Arial"/>
              <a:sym typeface="Arial"/>
            </a:endParaRPr>
          </a:p>
        </p:txBody>
      </p:sp>
      <p:sp>
        <p:nvSpPr>
          <p:cNvPr id="506" name="Google Shape;506;p52"/>
          <p:cNvSpPr txBox="1"/>
          <p:nvPr/>
        </p:nvSpPr>
        <p:spPr>
          <a:xfrm>
            <a:off x="1660525" y="580708"/>
            <a:ext cx="6141900" cy="665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Está contenido en el título y puede ser uno de estos tipos:</a:t>
            </a:r>
            <a:endParaRPr b="0" i="0" sz="700" u="none" cap="none" strike="noStrike">
              <a:solidFill>
                <a:srgbClr val="000000"/>
              </a:solidFill>
              <a:latin typeface="Arial"/>
              <a:ea typeface="Arial"/>
              <a:cs typeface="Arial"/>
              <a:sym typeface="Arial"/>
            </a:endParaRPr>
          </a:p>
          <a:p>
            <a:pPr indent="0" lvl="0" marL="0" marR="0" rtl="0" algn="ctr">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
        <p:nvSpPr>
          <p:cNvPr id="507" name="Google Shape;507;p52"/>
          <p:cNvSpPr txBox="1"/>
          <p:nvPr/>
        </p:nvSpPr>
        <p:spPr>
          <a:xfrm>
            <a:off x="1678288" y="1469601"/>
            <a:ext cx="5787600" cy="3158400"/>
          </a:xfrm>
          <a:prstGeom prst="rect">
            <a:avLst/>
          </a:prstGeom>
          <a:noFill/>
          <a:ln>
            <a:noFill/>
          </a:ln>
        </p:spPr>
        <p:txBody>
          <a:bodyPr anchorCtr="0" anchor="t" bIns="0" lIns="0" spcFirstLastPara="1" rIns="0" wrap="square" tIns="0">
            <a:spAutoFit/>
          </a:bodyPr>
          <a:lstStyle/>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feat: </a:t>
            </a:r>
            <a:r>
              <a:rPr b="0" i="0" lang="es" sz="1900" u="none" cap="none" strike="noStrike">
                <a:solidFill>
                  <a:srgbClr val="FFFFFF"/>
                </a:solidFill>
                <a:latin typeface="Open Sans"/>
                <a:ea typeface="Open Sans"/>
                <a:cs typeface="Open Sans"/>
                <a:sym typeface="Open Sans"/>
              </a:rPr>
              <a:t>Una nueva característica.</a:t>
            </a:r>
            <a:endParaRPr b="0" i="0" sz="700" u="none" cap="none" strike="noStrike">
              <a:solidFill>
                <a:srgbClr val="000000"/>
              </a:solidFill>
              <a:latin typeface="Arial"/>
              <a:ea typeface="Arial"/>
              <a:cs typeface="Arial"/>
              <a:sym typeface="Arial"/>
            </a:endParaRPr>
          </a:p>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fix:</a:t>
            </a:r>
            <a:r>
              <a:rPr b="0" i="0" lang="es" sz="1900" u="none" cap="none" strike="noStrike">
                <a:solidFill>
                  <a:srgbClr val="FFFFFF"/>
                </a:solidFill>
                <a:latin typeface="Open Sans"/>
                <a:ea typeface="Open Sans"/>
                <a:cs typeface="Open Sans"/>
                <a:sym typeface="Open Sans"/>
              </a:rPr>
              <a:t> Una corrección de errores.</a:t>
            </a:r>
            <a:endParaRPr b="0" i="0" sz="700" u="none" cap="none" strike="noStrike">
              <a:solidFill>
                <a:srgbClr val="000000"/>
              </a:solidFill>
              <a:latin typeface="Arial"/>
              <a:ea typeface="Arial"/>
              <a:cs typeface="Arial"/>
              <a:sym typeface="Arial"/>
            </a:endParaRPr>
          </a:p>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docs:</a:t>
            </a:r>
            <a:r>
              <a:rPr b="0" i="0" lang="es" sz="1900" u="none" cap="none" strike="noStrike">
                <a:solidFill>
                  <a:srgbClr val="FFFFFF"/>
                </a:solidFill>
                <a:latin typeface="Open Sans"/>
                <a:ea typeface="Open Sans"/>
                <a:cs typeface="Open Sans"/>
                <a:sym typeface="Open Sans"/>
              </a:rPr>
              <a:t> Cambios en la documentación.</a:t>
            </a:r>
            <a:endParaRPr b="0" i="0" sz="700" u="none" cap="none" strike="noStrike">
              <a:solidFill>
                <a:srgbClr val="000000"/>
              </a:solidFill>
              <a:latin typeface="Arial"/>
              <a:ea typeface="Arial"/>
              <a:cs typeface="Arial"/>
              <a:sym typeface="Arial"/>
            </a:endParaRPr>
          </a:p>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style:</a:t>
            </a:r>
            <a:r>
              <a:rPr b="0" i="0" lang="es" sz="1900" u="none" cap="none" strike="noStrike">
                <a:solidFill>
                  <a:srgbClr val="FFFFFF"/>
                </a:solidFill>
                <a:latin typeface="Open Sans"/>
                <a:ea typeface="Open Sans"/>
                <a:cs typeface="Open Sans"/>
                <a:sym typeface="Open Sans"/>
              </a:rPr>
              <a:t> Formato, faltan puntos y comas, etc.; sin cambio de código</a:t>
            </a:r>
            <a:endParaRPr b="0" i="0" sz="700" u="none" cap="none" strike="noStrike">
              <a:solidFill>
                <a:srgbClr val="000000"/>
              </a:solidFill>
              <a:latin typeface="Arial"/>
              <a:ea typeface="Arial"/>
              <a:cs typeface="Arial"/>
              <a:sym typeface="Arial"/>
            </a:endParaRPr>
          </a:p>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refactor</a:t>
            </a:r>
            <a:r>
              <a:rPr b="0" i="0" lang="es" sz="1900" u="none" cap="none" strike="noStrike">
                <a:solidFill>
                  <a:srgbClr val="FFFFFF"/>
                </a:solidFill>
                <a:latin typeface="Open Sans"/>
                <a:ea typeface="Open Sans"/>
                <a:cs typeface="Open Sans"/>
                <a:sym typeface="Open Sans"/>
              </a:rPr>
              <a:t>: Refactorización del código de producción.</a:t>
            </a:r>
            <a:endParaRPr b="0" i="0" sz="700" u="none" cap="none" strike="noStrike">
              <a:solidFill>
                <a:srgbClr val="000000"/>
              </a:solidFill>
              <a:latin typeface="Arial"/>
              <a:ea typeface="Arial"/>
              <a:cs typeface="Arial"/>
              <a:sym typeface="Arial"/>
            </a:endParaRPr>
          </a:p>
          <a:p>
            <a:pPr indent="-209550" lvl="1" marL="419100" marR="0" rtl="0" algn="just">
              <a:lnSpc>
                <a:spcPct val="139994"/>
              </a:lnSpc>
              <a:spcBef>
                <a:spcPts val="0"/>
              </a:spcBef>
              <a:spcAft>
                <a:spcPts val="0"/>
              </a:spcAft>
              <a:buClr>
                <a:srgbClr val="FFFFFF"/>
              </a:buClr>
              <a:buSzPts val="1900"/>
              <a:buFont typeface="Arial"/>
              <a:buChar char="•"/>
            </a:pPr>
            <a:r>
              <a:rPr b="1" i="0" lang="es" sz="1900" u="none" cap="none" strike="noStrike">
                <a:solidFill>
                  <a:srgbClr val="FFFFFF"/>
                </a:solidFill>
                <a:latin typeface="Open Sans"/>
                <a:ea typeface="Open Sans"/>
                <a:cs typeface="Open Sans"/>
                <a:sym typeface="Open Sans"/>
              </a:rPr>
              <a:t>test:</a:t>
            </a:r>
            <a:r>
              <a:rPr b="0" i="0" lang="es" sz="1900" u="none" cap="none" strike="noStrike">
                <a:solidFill>
                  <a:srgbClr val="FFFFFF"/>
                </a:solidFill>
                <a:latin typeface="Open Sans"/>
                <a:ea typeface="Open Sans"/>
                <a:cs typeface="Open Sans"/>
                <a:sym typeface="Open Sans"/>
              </a:rPr>
              <a:t> Todo lo relacionado a pruebas.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11" name="Shape 511"/>
        <p:cNvGrpSpPr/>
        <p:nvPr/>
      </p:nvGrpSpPr>
      <p:grpSpPr>
        <a:xfrm>
          <a:off x="0" y="0"/>
          <a:ext cx="0" cy="0"/>
          <a:chOff x="0" y="0"/>
          <a:chExt cx="0" cy="0"/>
        </a:xfrm>
      </p:grpSpPr>
      <p:grpSp>
        <p:nvGrpSpPr>
          <p:cNvPr id="512" name="Google Shape;512;p53"/>
          <p:cNvGrpSpPr/>
          <p:nvPr/>
        </p:nvGrpSpPr>
        <p:grpSpPr>
          <a:xfrm rot="-5400000">
            <a:off x="-2665960" y="2249566"/>
            <a:ext cx="5273467" cy="644282"/>
            <a:chOff x="0" y="-123825"/>
            <a:chExt cx="3779721" cy="461785"/>
          </a:xfrm>
        </p:grpSpPr>
        <p:sp>
          <p:nvSpPr>
            <p:cNvPr id="513" name="Google Shape;513;p53"/>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14" name="Google Shape;514;p53"/>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15" name="Google Shape;515;p53"/>
          <p:cNvSpPr txBox="1"/>
          <p:nvPr/>
        </p:nvSpPr>
        <p:spPr>
          <a:xfrm>
            <a:off x="-22915" y="2787998"/>
            <a:ext cx="76359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Subject:  </a:t>
            </a:r>
            <a:endParaRPr b="0" i="0" sz="700" u="none" cap="none" strike="noStrike">
              <a:solidFill>
                <a:srgbClr val="000000"/>
              </a:solidFill>
              <a:latin typeface="Arial"/>
              <a:ea typeface="Arial"/>
              <a:cs typeface="Arial"/>
              <a:sym typeface="Arial"/>
            </a:endParaRPr>
          </a:p>
        </p:txBody>
      </p:sp>
      <p:sp>
        <p:nvSpPr>
          <p:cNvPr id="516" name="Google Shape;516;p53"/>
          <p:cNvSpPr txBox="1"/>
          <p:nvPr/>
        </p:nvSpPr>
        <p:spPr>
          <a:xfrm>
            <a:off x="4797661" y="2874203"/>
            <a:ext cx="3432900" cy="144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Aquí se debe explicar de manera clara y concisa qué hace el commit.</a:t>
            </a:r>
            <a:endParaRPr b="0" i="0" sz="7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
        <p:nvSpPr>
          <p:cNvPr id="517" name="Google Shape;517;p53"/>
          <p:cNvSpPr txBox="1"/>
          <p:nvPr/>
        </p:nvSpPr>
        <p:spPr>
          <a:xfrm>
            <a:off x="-734003" y="1353851"/>
            <a:ext cx="76359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Scope (opcional):  </a:t>
            </a:r>
            <a:endParaRPr b="0" i="0" sz="700" u="none" cap="none" strike="noStrike">
              <a:solidFill>
                <a:srgbClr val="000000"/>
              </a:solidFill>
              <a:latin typeface="Arial"/>
              <a:ea typeface="Arial"/>
              <a:cs typeface="Arial"/>
              <a:sym typeface="Arial"/>
            </a:endParaRPr>
          </a:p>
        </p:txBody>
      </p:sp>
      <p:sp>
        <p:nvSpPr>
          <p:cNvPr id="518" name="Google Shape;518;p53"/>
          <p:cNvSpPr txBox="1"/>
          <p:nvPr/>
        </p:nvSpPr>
        <p:spPr>
          <a:xfrm>
            <a:off x="4797661" y="1474257"/>
            <a:ext cx="3432900" cy="1440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Se refiere a la parte del código o del proyecto a la que se aplica un cambio específico.</a:t>
            </a:r>
            <a:endParaRPr b="0" i="0" sz="7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2" name="Shape 522"/>
        <p:cNvGrpSpPr/>
        <p:nvPr/>
      </p:nvGrpSpPr>
      <p:grpSpPr>
        <a:xfrm>
          <a:off x="0" y="0"/>
          <a:ext cx="0" cy="0"/>
          <a:chOff x="0" y="0"/>
          <a:chExt cx="0" cy="0"/>
        </a:xfrm>
      </p:grpSpPr>
      <p:grpSp>
        <p:nvGrpSpPr>
          <p:cNvPr id="523" name="Google Shape;523;p54"/>
          <p:cNvGrpSpPr/>
          <p:nvPr/>
        </p:nvGrpSpPr>
        <p:grpSpPr>
          <a:xfrm rot="-5400000">
            <a:off x="-2665960" y="2249566"/>
            <a:ext cx="5273467" cy="644282"/>
            <a:chOff x="0" y="-123825"/>
            <a:chExt cx="3779721" cy="461785"/>
          </a:xfrm>
        </p:grpSpPr>
        <p:sp>
          <p:nvSpPr>
            <p:cNvPr id="524" name="Google Shape;524;p54"/>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25" name="Google Shape;525;p54"/>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26" name="Google Shape;526;p54"/>
          <p:cNvSpPr txBox="1"/>
          <p:nvPr/>
        </p:nvSpPr>
        <p:spPr>
          <a:xfrm>
            <a:off x="-774303" y="3031808"/>
            <a:ext cx="76359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Footer(opcional): </a:t>
            </a:r>
            <a:endParaRPr b="0" i="0" sz="700" u="none" cap="none" strike="noStrike">
              <a:solidFill>
                <a:srgbClr val="000000"/>
              </a:solidFill>
              <a:latin typeface="Arial"/>
              <a:ea typeface="Arial"/>
              <a:cs typeface="Arial"/>
              <a:sym typeface="Arial"/>
            </a:endParaRPr>
          </a:p>
        </p:txBody>
      </p:sp>
      <p:sp>
        <p:nvSpPr>
          <p:cNvPr id="527" name="Google Shape;527;p54"/>
          <p:cNvSpPr txBox="1"/>
          <p:nvPr/>
        </p:nvSpPr>
        <p:spPr>
          <a:xfrm>
            <a:off x="4839333" y="3046095"/>
            <a:ext cx="3432900" cy="1828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Proporciona información adicional, como referencias a problemas, enlaces a documentación, etc</a:t>
            </a:r>
            <a:endParaRPr b="0" i="0" sz="7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
        <p:nvSpPr>
          <p:cNvPr id="528" name="Google Shape;528;p54"/>
          <p:cNvSpPr txBox="1"/>
          <p:nvPr/>
        </p:nvSpPr>
        <p:spPr>
          <a:xfrm>
            <a:off x="-692331" y="759295"/>
            <a:ext cx="76359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Body(opcional): </a:t>
            </a:r>
            <a:endParaRPr b="0" i="0" sz="700" u="none" cap="none" strike="noStrike">
              <a:solidFill>
                <a:srgbClr val="000000"/>
              </a:solidFill>
              <a:latin typeface="Arial"/>
              <a:ea typeface="Arial"/>
              <a:cs typeface="Arial"/>
              <a:sym typeface="Arial"/>
            </a:endParaRPr>
          </a:p>
        </p:txBody>
      </p:sp>
      <p:sp>
        <p:nvSpPr>
          <p:cNvPr id="529" name="Google Shape;529;p54"/>
          <p:cNvSpPr txBox="1"/>
          <p:nvPr/>
        </p:nvSpPr>
        <p:spPr>
          <a:xfrm>
            <a:off x="4839333" y="879701"/>
            <a:ext cx="3432900" cy="22167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Proporciona detalles en el cuerpo del commit si es necesario, se explica por qué se realizó el cambio y cómo afecta al código.</a:t>
            </a:r>
            <a:endParaRPr b="0" i="0" sz="7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3" name="Shape 533"/>
        <p:cNvGrpSpPr/>
        <p:nvPr/>
      </p:nvGrpSpPr>
      <p:grpSpPr>
        <a:xfrm>
          <a:off x="0" y="0"/>
          <a:ext cx="0" cy="0"/>
          <a:chOff x="0" y="0"/>
          <a:chExt cx="0" cy="0"/>
        </a:xfrm>
      </p:grpSpPr>
      <p:grpSp>
        <p:nvGrpSpPr>
          <p:cNvPr id="534" name="Google Shape;534;p55"/>
          <p:cNvGrpSpPr/>
          <p:nvPr/>
        </p:nvGrpSpPr>
        <p:grpSpPr>
          <a:xfrm rot="-5400000">
            <a:off x="-2665960" y="2249566"/>
            <a:ext cx="5273467" cy="644282"/>
            <a:chOff x="0" y="-123825"/>
            <a:chExt cx="3779721" cy="461785"/>
          </a:xfrm>
        </p:grpSpPr>
        <p:sp>
          <p:nvSpPr>
            <p:cNvPr id="535" name="Google Shape;535;p55"/>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36" name="Google Shape;536;p55"/>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37" name="Google Shape;537;p55"/>
          <p:cNvGrpSpPr/>
          <p:nvPr/>
        </p:nvGrpSpPr>
        <p:grpSpPr>
          <a:xfrm>
            <a:off x="2435824" y="579739"/>
            <a:ext cx="3688406" cy="4136702"/>
            <a:chOff x="0" y="-123825"/>
            <a:chExt cx="1942800" cy="2178932"/>
          </a:xfrm>
        </p:grpSpPr>
        <p:sp>
          <p:nvSpPr>
            <p:cNvPr id="538" name="Google Shape;538;p55"/>
            <p:cNvSpPr/>
            <p:nvPr/>
          </p:nvSpPr>
          <p:spPr>
            <a:xfrm>
              <a:off x="0" y="0"/>
              <a:ext cx="1942737" cy="2055107"/>
            </a:xfrm>
            <a:custGeom>
              <a:rect b="b" l="l" r="r" t="t"/>
              <a:pathLst>
                <a:path extrusionOk="0" h="2055107" w="1942737">
                  <a:moveTo>
                    <a:pt x="0" y="0"/>
                  </a:moveTo>
                  <a:lnTo>
                    <a:pt x="1942737" y="0"/>
                  </a:lnTo>
                  <a:lnTo>
                    <a:pt x="1942737" y="2055107"/>
                  </a:lnTo>
                  <a:lnTo>
                    <a:pt x="0" y="2055107"/>
                  </a:lnTo>
                  <a:close/>
                </a:path>
              </a:pathLst>
            </a:custGeom>
            <a:solidFill>
              <a:srgbClr val="1F2734"/>
            </a:solidFill>
            <a:ln>
              <a:noFill/>
            </a:ln>
          </p:spPr>
        </p:sp>
        <p:sp>
          <p:nvSpPr>
            <p:cNvPr id="539" name="Google Shape;539;p55"/>
            <p:cNvSpPr txBox="1"/>
            <p:nvPr/>
          </p:nvSpPr>
          <p:spPr>
            <a:xfrm>
              <a:off x="0" y="-123825"/>
              <a:ext cx="1942800" cy="21789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40" name="Google Shape;540;p55"/>
          <p:cNvSpPr txBox="1"/>
          <p:nvPr/>
        </p:nvSpPr>
        <p:spPr>
          <a:xfrm>
            <a:off x="2597249" y="1060294"/>
            <a:ext cx="3365400" cy="5563800"/>
          </a:xfrm>
          <a:prstGeom prst="rect">
            <a:avLst/>
          </a:prstGeom>
          <a:noFill/>
          <a:ln>
            <a:noFill/>
          </a:ln>
        </p:spPr>
        <p:txBody>
          <a:bodyPr anchorCtr="0" anchor="t" bIns="0" lIns="0" spcFirstLastPara="1" rIns="0" wrap="square" tIns="0">
            <a:spAutoFit/>
          </a:bodyPr>
          <a:lstStyle/>
          <a:p>
            <a:pPr indent="0" lvl="0" marL="0" marR="0" rtl="0" algn="l">
              <a:lnSpc>
                <a:spcPct val="127007"/>
              </a:lnSpc>
              <a:spcBef>
                <a:spcPts val="0"/>
              </a:spcBef>
              <a:spcAft>
                <a:spcPts val="0"/>
              </a:spcAft>
              <a:buClr>
                <a:srgbClr val="000000"/>
              </a:buClr>
              <a:buSzPts val="1600"/>
              <a:buFont typeface="Arial"/>
              <a:buNone/>
            </a:pPr>
            <a:r>
              <a:rPr b="0" i="0" lang="es" sz="1600" u="none" cap="none" strike="noStrike">
                <a:solidFill>
                  <a:srgbClr val="FFFFFF"/>
                </a:solidFill>
                <a:latin typeface="Courier Prime"/>
                <a:ea typeface="Courier Prime"/>
                <a:cs typeface="Courier Prime"/>
                <a:sym typeface="Courier Prime"/>
              </a:rPr>
              <a:t>feat(auth): Implement user authentication</a:t>
            </a:r>
            <a:endParaRPr b="0" i="0" sz="700" u="none" cap="none" strike="noStrike">
              <a:solidFill>
                <a:srgbClr val="000000"/>
              </a:solidFill>
              <a:latin typeface="Arial"/>
              <a:ea typeface="Arial"/>
              <a:cs typeface="Arial"/>
              <a:sym typeface="Arial"/>
            </a:endParaRPr>
          </a:p>
          <a:p>
            <a:pPr indent="0" lvl="0" marL="0" marR="0" rtl="0" algn="l">
              <a:lnSpc>
                <a:spcPct val="127007"/>
              </a:lnSpc>
              <a:spcBef>
                <a:spcPts val="0"/>
              </a:spcBef>
              <a:spcAft>
                <a:spcPts val="0"/>
              </a:spcAft>
              <a:buClr>
                <a:srgbClr val="000000"/>
              </a:buClr>
              <a:buSzPts val="1600"/>
              <a:buFont typeface="Arial"/>
              <a:buNone/>
            </a:pPr>
            <a:r>
              <a:t/>
            </a:r>
            <a:endParaRPr b="0" i="0" sz="1600" u="none" cap="none" strike="noStrike">
              <a:solidFill>
                <a:srgbClr val="FFFFFF"/>
              </a:solidFill>
              <a:latin typeface="Courier Prime"/>
              <a:ea typeface="Courier Prime"/>
              <a:cs typeface="Courier Prime"/>
              <a:sym typeface="Courier Prime"/>
            </a:endParaRPr>
          </a:p>
          <a:p>
            <a:pPr indent="0" lvl="0" marL="0" marR="0" rtl="0" algn="l">
              <a:lnSpc>
                <a:spcPct val="127007"/>
              </a:lnSpc>
              <a:spcBef>
                <a:spcPts val="0"/>
              </a:spcBef>
              <a:spcAft>
                <a:spcPts val="0"/>
              </a:spcAft>
              <a:buClr>
                <a:srgbClr val="000000"/>
              </a:buClr>
              <a:buSzPts val="1600"/>
              <a:buFont typeface="Arial"/>
              <a:buNone/>
            </a:pPr>
            <a:r>
              <a:rPr b="0" i="0" lang="es" sz="1600" u="none" cap="none" strike="noStrike">
                <a:solidFill>
                  <a:srgbClr val="FFFFFF"/>
                </a:solidFill>
                <a:latin typeface="Courier Prime"/>
                <a:ea typeface="Courier Prime"/>
                <a:cs typeface="Courier Prime"/>
                <a:sym typeface="Courier Prime"/>
              </a:rPr>
              <a:t>This update adds a user authentication system, allowing users to securely register and log in. </a:t>
            </a:r>
            <a:endParaRPr b="0" i="0" sz="700" u="none" cap="none" strike="noStrike">
              <a:solidFill>
                <a:srgbClr val="000000"/>
              </a:solidFill>
              <a:latin typeface="Arial"/>
              <a:ea typeface="Arial"/>
              <a:cs typeface="Arial"/>
              <a:sym typeface="Arial"/>
            </a:endParaRPr>
          </a:p>
          <a:p>
            <a:pPr indent="0" lvl="0" marL="0" marR="0" rtl="0" algn="l">
              <a:lnSpc>
                <a:spcPct val="127007"/>
              </a:lnSpc>
              <a:spcBef>
                <a:spcPts val="0"/>
              </a:spcBef>
              <a:spcAft>
                <a:spcPts val="0"/>
              </a:spcAft>
              <a:buClr>
                <a:srgbClr val="000000"/>
              </a:buClr>
              <a:buSzPts val="1600"/>
              <a:buFont typeface="Arial"/>
              <a:buNone/>
            </a:pPr>
            <a:r>
              <a:rPr b="0" i="0" lang="es" sz="1600" u="none" cap="none" strike="noStrike">
                <a:solidFill>
                  <a:srgbClr val="FFFFFF"/>
                </a:solidFill>
                <a:latin typeface="Courier Prime"/>
                <a:ea typeface="Courier Prime"/>
                <a:cs typeface="Courier Prime"/>
                <a:sym typeface="Courier Prime"/>
              </a:rPr>
              <a:t>JWT is implemented to handle user sessions, and new backend routes are created to manage authentication operations.</a:t>
            </a:r>
            <a:endParaRPr b="0" i="0" sz="700" u="none" cap="none" strike="noStrike">
              <a:solidFill>
                <a:srgbClr val="000000"/>
              </a:solidFill>
              <a:latin typeface="Arial"/>
              <a:ea typeface="Arial"/>
              <a:cs typeface="Arial"/>
              <a:sym typeface="Arial"/>
            </a:endParaRPr>
          </a:p>
          <a:p>
            <a:pPr indent="0" lvl="0" marL="0" marR="0" rtl="0" algn="l">
              <a:lnSpc>
                <a:spcPct val="127007"/>
              </a:lnSpc>
              <a:spcBef>
                <a:spcPts val="0"/>
              </a:spcBef>
              <a:spcAft>
                <a:spcPts val="0"/>
              </a:spcAft>
              <a:buClr>
                <a:srgbClr val="000000"/>
              </a:buClr>
              <a:buSzPts val="1600"/>
              <a:buFont typeface="Arial"/>
              <a:buNone/>
            </a:pPr>
            <a:r>
              <a:t/>
            </a:r>
            <a:endParaRPr b="0" i="0" sz="1600" u="none" cap="none" strike="noStrike">
              <a:solidFill>
                <a:srgbClr val="FFFFFF"/>
              </a:solidFill>
              <a:latin typeface="Courier Prime"/>
              <a:ea typeface="Courier Prime"/>
              <a:cs typeface="Courier Prime"/>
              <a:sym typeface="Courier Prime"/>
            </a:endParaRPr>
          </a:p>
          <a:p>
            <a:pPr indent="0" lvl="0" marL="0" marR="0" rtl="0" algn="l">
              <a:lnSpc>
                <a:spcPct val="127007"/>
              </a:lnSpc>
              <a:spcBef>
                <a:spcPts val="0"/>
              </a:spcBef>
              <a:spcAft>
                <a:spcPts val="0"/>
              </a:spcAft>
              <a:buClr>
                <a:srgbClr val="000000"/>
              </a:buClr>
              <a:buSzPts val="1600"/>
              <a:buFont typeface="Arial"/>
              <a:buNone/>
            </a:pPr>
            <a:r>
              <a:rPr b="0" i="0" lang="es" sz="1600" u="none" cap="none" strike="noStrike">
                <a:solidFill>
                  <a:srgbClr val="FFFFFF"/>
                </a:solidFill>
                <a:latin typeface="Courier Prime"/>
                <a:ea typeface="Courier Prime"/>
                <a:cs typeface="Courier Prime"/>
                <a:sym typeface="Courier Prime"/>
              </a:rPr>
              <a:t>Fixes #32, #45</a:t>
            </a:r>
            <a:endParaRPr b="0" i="0" sz="700" u="none" cap="none" strike="noStrike">
              <a:solidFill>
                <a:srgbClr val="000000"/>
              </a:solidFill>
              <a:latin typeface="Arial"/>
              <a:ea typeface="Arial"/>
              <a:cs typeface="Arial"/>
              <a:sym typeface="Arial"/>
            </a:endParaRPr>
          </a:p>
          <a:p>
            <a:pPr indent="0" lvl="0" marL="0" marR="0" rtl="0" algn="l">
              <a:lnSpc>
                <a:spcPct val="127007"/>
              </a:lnSpc>
              <a:spcBef>
                <a:spcPts val="0"/>
              </a:spcBef>
              <a:spcAft>
                <a:spcPts val="0"/>
              </a:spcAft>
              <a:buClr>
                <a:srgbClr val="000000"/>
              </a:buClr>
              <a:buSzPts val="1600"/>
              <a:buFont typeface="Arial"/>
              <a:buNone/>
            </a:pPr>
            <a:r>
              <a:t/>
            </a:r>
            <a:endParaRPr b="0" i="0" sz="1600" u="none" cap="none" strike="noStrike">
              <a:solidFill>
                <a:srgbClr val="FFFFFF"/>
              </a:solidFill>
              <a:latin typeface="Courier Prime"/>
              <a:ea typeface="Courier Prime"/>
              <a:cs typeface="Courier Prime"/>
              <a:sym typeface="Courier Prime"/>
            </a:endParaRPr>
          </a:p>
          <a:p>
            <a:pPr indent="0" lvl="0" marL="0" marR="0" rtl="0" algn="l">
              <a:lnSpc>
                <a:spcPct val="127007"/>
              </a:lnSpc>
              <a:spcBef>
                <a:spcPts val="0"/>
              </a:spcBef>
              <a:spcAft>
                <a:spcPts val="0"/>
              </a:spcAft>
              <a:buClr>
                <a:srgbClr val="000000"/>
              </a:buClr>
              <a:buSzPts val="1600"/>
              <a:buFont typeface="Arial"/>
              <a:buNone/>
            </a:pPr>
            <a:r>
              <a:t/>
            </a:r>
            <a:endParaRPr b="0" i="0" sz="1600" u="none" cap="none" strike="noStrike">
              <a:solidFill>
                <a:srgbClr val="FFFFFF"/>
              </a:solidFill>
              <a:latin typeface="Courier Prime"/>
              <a:ea typeface="Courier Prime"/>
              <a:cs typeface="Courier Prime"/>
              <a:sym typeface="Courier Prime"/>
            </a:endParaRPr>
          </a:p>
          <a:p>
            <a:pPr indent="0" lvl="0" marL="0" marR="0" rtl="0" algn="l">
              <a:lnSpc>
                <a:spcPct val="127007"/>
              </a:lnSpc>
              <a:spcBef>
                <a:spcPts val="0"/>
              </a:spcBef>
              <a:spcAft>
                <a:spcPts val="0"/>
              </a:spcAft>
              <a:buClr>
                <a:srgbClr val="000000"/>
              </a:buClr>
              <a:buSzPts val="1600"/>
              <a:buFont typeface="Arial"/>
              <a:buNone/>
            </a:pPr>
            <a:r>
              <a:t/>
            </a:r>
            <a:endParaRPr b="0" i="0" sz="1600" u="none" cap="none" strike="noStrike">
              <a:solidFill>
                <a:srgbClr val="FFFFFF"/>
              </a:solidFill>
              <a:latin typeface="Courier Prime"/>
              <a:ea typeface="Courier Prime"/>
              <a:cs typeface="Courier Prime"/>
              <a:sym typeface="Courier Prime"/>
            </a:endParaRPr>
          </a:p>
          <a:p>
            <a:pPr indent="0" lvl="0" marL="0" marR="0" rtl="0" algn="l">
              <a:lnSpc>
                <a:spcPct val="127007"/>
              </a:lnSpc>
              <a:spcBef>
                <a:spcPts val="0"/>
              </a:spcBef>
              <a:spcAft>
                <a:spcPts val="0"/>
              </a:spcAft>
              <a:buClr>
                <a:srgbClr val="000000"/>
              </a:buClr>
              <a:buSzPts val="1600"/>
              <a:buFont typeface="Arial"/>
              <a:buNone/>
            </a:pPr>
            <a:r>
              <a:rPr b="0" i="0" lang="es" sz="1600" u="none" cap="none" strike="noStrike">
                <a:solidFill>
                  <a:srgbClr val="FFFFFF"/>
                </a:solidFill>
                <a:latin typeface="Courier Prime"/>
                <a:ea typeface="Courier Prime"/>
                <a:cs typeface="Courier Prime"/>
                <a:sym typeface="Courier Prime"/>
              </a:rPr>
              <a:t> </a:t>
            </a:r>
            <a:endParaRPr b="0" i="0" sz="700" u="none" cap="none" strike="noStrike">
              <a:solidFill>
                <a:srgbClr val="000000"/>
              </a:solidFill>
              <a:latin typeface="Arial"/>
              <a:ea typeface="Arial"/>
              <a:cs typeface="Arial"/>
              <a:sym typeface="Arial"/>
            </a:endParaRPr>
          </a:p>
        </p:txBody>
      </p:sp>
      <p:sp>
        <p:nvSpPr>
          <p:cNvPr id="541" name="Google Shape;541;p55"/>
          <p:cNvSpPr/>
          <p:nvPr/>
        </p:nvSpPr>
        <p:spPr>
          <a:xfrm>
            <a:off x="5714132" y="1120244"/>
            <a:ext cx="1463719" cy="309210"/>
          </a:xfrm>
          <a:custGeom>
            <a:rect b="b" l="l" r="r" t="t"/>
            <a:pathLst>
              <a:path extrusionOk="0" h="618421" w="2927437">
                <a:moveTo>
                  <a:pt x="0" y="0"/>
                </a:moveTo>
                <a:lnTo>
                  <a:pt x="2927436" y="0"/>
                </a:lnTo>
                <a:lnTo>
                  <a:pt x="2927436" y="618421"/>
                </a:lnTo>
                <a:lnTo>
                  <a:pt x="0" y="618421"/>
                </a:lnTo>
                <a:lnTo>
                  <a:pt x="0" y="0"/>
                </a:lnTo>
                <a:close/>
              </a:path>
            </a:pathLst>
          </a:custGeom>
          <a:blipFill rotWithShape="1">
            <a:blip r:embed="rId3">
              <a:alphaModFix/>
            </a:blip>
            <a:stretch>
              <a:fillRect b="0" l="0" r="0" t="0"/>
            </a:stretch>
          </a:blipFill>
          <a:ln>
            <a:noFill/>
          </a:ln>
        </p:spPr>
      </p:sp>
      <p:sp>
        <p:nvSpPr>
          <p:cNvPr id="542" name="Google Shape;542;p55"/>
          <p:cNvSpPr/>
          <p:nvPr/>
        </p:nvSpPr>
        <p:spPr>
          <a:xfrm>
            <a:off x="5796633" y="3202688"/>
            <a:ext cx="1381217" cy="291782"/>
          </a:xfrm>
          <a:custGeom>
            <a:rect b="b" l="l" r="r" t="t"/>
            <a:pathLst>
              <a:path extrusionOk="0" h="583564" w="2762434">
                <a:moveTo>
                  <a:pt x="0" y="0"/>
                </a:moveTo>
                <a:lnTo>
                  <a:pt x="2762434" y="0"/>
                </a:lnTo>
                <a:lnTo>
                  <a:pt x="2762434" y="583565"/>
                </a:lnTo>
                <a:lnTo>
                  <a:pt x="0" y="583565"/>
                </a:lnTo>
                <a:lnTo>
                  <a:pt x="0" y="0"/>
                </a:lnTo>
                <a:close/>
              </a:path>
            </a:pathLst>
          </a:custGeom>
          <a:blipFill rotWithShape="1">
            <a:blip r:embed="rId3">
              <a:alphaModFix/>
            </a:blip>
            <a:stretch>
              <a:fillRect b="0" l="0" r="0" t="0"/>
            </a:stretch>
          </a:blipFill>
          <a:ln>
            <a:noFill/>
          </a:ln>
        </p:spPr>
      </p:sp>
      <p:sp>
        <p:nvSpPr>
          <p:cNvPr id="543" name="Google Shape;543;p55"/>
          <p:cNvSpPr txBox="1"/>
          <p:nvPr/>
        </p:nvSpPr>
        <p:spPr>
          <a:xfrm>
            <a:off x="7246891" y="3050922"/>
            <a:ext cx="8232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Body</a:t>
            </a:r>
            <a:endParaRPr b="0" i="0" sz="700" u="none" cap="none" strike="noStrike">
              <a:solidFill>
                <a:srgbClr val="000000"/>
              </a:solidFill>
              <a:latin typeface="Arial"/>
              <a:ea typeface="Arial"/>
              <a:cs typeface="Arial"/>
              <a:sym typeface="Arial"/>
            </a:endParaRPr>
          </a:p>
        </p:txBody>
      </p:sp>
      <p:sp>
        <p:nvSpPr>
          <p:cNvPr id="544" name="Google Shape;544;p55"/>
          <p:cNvSpPr txBox="1"/>
          <p:nvPr/>
        </p:nvSpPr>
        <p:spPr>
          <a:xfrm>
            <a:off x="7246891" y="1029263"/>
            <a:ext cx="12171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Subject</a:t>
            </a:r>
            <a:endParaRPr b="0" i="0" sz="700" u="none" cap="none" strike="noStrike">
              <a:solidFill>
                <a:srgbClr val="000000"/>
              </a:solidFill>
              <a:latin typeface="Arial"/>
              <a:ea typeface="Arial"/>
              <a:cs typeface="Arial"/>
              <a:sym typeface="Arial"/>
            </a:endParaRPr>
          </a:p>
        </p:txBody>
      </p:sp>
      <p:sp>
        <p:nvSpPr>
          <p:cNvPr id="545" name="Google Shape;545;p55"/>
          <p:cNvSpPr txBox="1"/>
          <p:nvPr/>
        </p:nvSpPr>
        <p:spPr>
          <a:xfrm>
            <a:off x="1027771" y="2028493"/>
            <a:ext cx="7833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Type</a:t>
            </a:r>
            <a:endParaRPr b="0" i="0" sz="700" u="none" cap="none" strike="noStrike">
              <a:solidFill>
                <a:srgbClr val="000000"/>
              </a:solidFill>
              <a:latin typeface="Arial"/>
              <a:ea typeface="Arial"/>
              <a:cs typeface="Arial"/>
              <a:sym typeface="Arial"/>
            </a:endParaRPr>
          </a:p>
        </p:txBody>
      </p:sp>
      <p:sp>
        <p:nvSpPr>
          <p:cNvPr id="546" name="Google Shape;546;p55"/>
          <p:cNvSpPr/>
          <p:nvPr/>
        </p:nvSpPr>
        <p:spPr>
          <a:xfrm rot="8319133">
            <a:off x="1340051" y="1519234"/>
            <a:ext cx="1462327" cy="308917"/>
          </a:xfrm>
          <a:custGeom>
            <a:rect b="b" l="l" r="r" t="t"/>
            <a:pathLst>
              <a:path extrusionOk="0" h="618421" w="2927437">
                <a:moveTo>
                  <a:pt x="0" y="0"/>
                </a:moveTo>
                <a:lnTo>
                  <a:pt x="2927437" y="0"/>
                </a:lnTo>
                <a:lnTo>
                  <a:pt x="2927437" y="618421"/>
                </a:lnTo>
                <a:lnTo>
                  <a:pt x="0" y="618421"/>
                </a:lnTo>
                <a:lnTo>
                  <a:pt x="0" y="0"/>
                </a:lnTo>
                <a:close/>
              </a:path>
            </a:pathLst>
          </a:custGeom>
          <a:blipFill rotWithShape="1">
            <a:blip r:embed="rId3">
              <a:alphaModFix/>
            </a:blip>
            <a:stretch>
              <a:fillRect b="0" l="0" r="0" t="0"/>
            </a:stretch>
          </a:blipFill>
          <a:ln>
            <a:noFill/>
          </a:ln>
        </p:spPr>
      </p:sp>
      <p:sp>
        <p:nvSpPr>
          <p:cNvPr id="547" name="Google Shape;547;p55"/>
          <p:cNvSpPr txBox="1"/>
          <p:nvPr/>
        </p:nvSpPr>
        <p:spPr>
          <a:xfrm>
            <a:off x="4368450" y="268764"/>
            <a:ext cx="9603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Scope</a:t>
            </a:r>
            <a:endParaRPr b="0" i="0" sz="700" u="none" cap="none" strike="noStrike">
              <a:solidFill>
                <a:srgbClr val="000000"/>
              </a:solidFill>
              <a:latin typeface="Arial"/>
              <a:ea typeface="Arial"/>
              <a:cs typeface="Arial"/>
              <a:sym typeface="Arial"/>
            </a:endParaRPr>
          </a:p>
        </p:txBody>
      </p:sp>
      <p:sp>
        <p:nvSpPr>
          <p:cNvPr id="548" name="Google Shape;548;p55"/>
          <p:cNvSpPr/>
          <p:nvPr/>
        </p:nvSpPr>
        <p:spPr>
          <a:xfrm rot="-1878446">
            <a:off x="3401109" y="664178"/>
            <a:ext cx="1001325" cy="211530"/>
          </a:xfrm>
          <a:custGeom>
            <a:rect b="b" l="l" r="r" t="t"/>
            <a:pathLst>
              <a:path extrusionOk="0" h="422759" w="2001224">
                <a:moveTo>
                  <a:pt x="0" y="0"/>
                </a:moveTo>
                <a:lnTo>
                  <a:pt x="2001223" y="0"/>
                </a:lnTo>
                <a:lnTo>
                  <a:pt x="2001223" y="422759"/>
                </a:lnTo>
                <a:lnTo>
                  <a:pt x="0" y="422759"/>
                </a:lnTo>
                <a:lnTo>
                  <a:pt x="0" y="0"/>
                </a:lnTo>
                <a:close/>
              </a:path>
            </a:pathLst>
          </a:custGeom>
          <a:blipFill rotWithShape="1">
            <a:blip r:embed="rId3">
              <a:alphaModFix/>
            </a:blip>
            <a:stretch>
              <a:fillRect b="0" l="0" r="0" t="0"/>
            </a:stretch>
          </a:blipFill>
          <a:ln>
            <a:noFill/>
          </a:ln>
        </p:spPr>
      </p:sp>
      <p:sp>
        <p:nvSpPr>
          <p:cNvPr id="549" name="Google Shape;549;p55"/>
          <p:cNvSpPr/>
          <p:nvPr/>
        </p:nvSpPr>
        <p:spPr>
          <a:xfrm>
            <a:off x="5796633" y="4203779"/>
            <a:ext cx="1381217" cy="291782"/>
          </a:xfrm>
          <a:custGeom>
            <a:rect b="b" l="l" r="r" t="t"/>
            <a:pathLst>
              <a:path extrusionOk="0" h="583564" w="2762434">
                <a:moveTo>
                  <a:pt x="0" y="0"/>
                </a:moveTo>
                <a:lnTo>
                  <a:pt x="2762434" y="0"/>
                </a:lnTo>
                <a:lnTo>
                  <a:pt x="2762434" y="583565"/>
                </a:lnTo>
                <a:lnTo>
                  <a:pt x="0" y="583565"/>
                </a:lnTo>
                <a:lnTo>
                  <a:pt x="0" y="0"/>
                </a:lnTo>
                <a:close/>
              </a:path>
            </a:pathLst>
          </a:custGeom>
          <a:blipFill rotWithShape="1">
            <a:blip r:embed="rId3">
              <a:alphaModFix/>
            </a:blip>
            <a:stretch>
              <a:fillRect b="0" l="0" r="0" t="0"/>
            </a:stretch>
          </a:blipFill>
          <a:ln>
            <a:noFill/>
          </a:ln>
        </p:spPr>
      </p:sp>
      <p:sp>
        <p:nvSpPr>
          <p:cNvPr id="550" name="Google Shape;550;p55"/>
          <p:cNvSpPr txBox="1"/>
          <p:nvPr/>
        </p:nvSpPr>
        <p:spPr>
          <a:xfrm>
            <a:off x="7246891" y="4104084"/>
            <a:ext cx="1078500" cy="4002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600"/>
              <a:buFont typeface="Arial"/>
              <a:buNone/>
            </a:pPr>
            <a:r>
              <a:rPr b="1" i="0" lang="es" sz="2600" u="none" cap="none" strike="noStrike">
                <a:solidFill>
                  <a:srgbClr val="FFFFFF"/>
                </a:solidFill>
                <a:latin typeface="Open Sans"/>
                <a:ea typeface="Open Sans"/>
                <a:cs typeface="Open Sans"/>
                <a:sym typeface="Open Sans"/>
              </a:rPr>
              <a:t>Footer</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4" name="Shape 554"/>
        <p:cNvGrpSpPr/>
        <p:nvPr/>
      </p:nvGrpSpPr>
      <p:grpSpPr>
        <a:xfrm>
          <a:off x="0" y="0"/>
          <a:ext cx="0" cy="0"/>
          <a:chOff x="0" y="0"/>
          <a:chExt cx="0" cy="0"/>
        </a:xfrm>
      </p:grpSpPr>
      <p:grpSp>
        <p:nvGrpSpPr>
          <p:cNvPr id="555" name="Google Shape;555;p56"/>
          <p:cNvGrpSpPr/>
          <p:nvPr/>
        </p:nvGrpSpPr>
        <p:grpSpPr>
          <a:xfrm rot="-5400000">
            <a:off x="-2665960" y="2249566"/>
            <a:ext cx="5273467" cy="644282"/>
            <a:chOff x="0" y="-123825"/>
            <a:chExt cx="3779721" cy="461785"/>
          </a:xfrm>
        </p:grpSpPr>
        <p:sp>
          <p:nvSpPr>
            <p:cNvPr id="556" name="Google Shape;556;p56"/>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57" name="Google Shape;557;p56"/>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58" name="Google Shape;558;p56"/>
          <p:cNvSpPr/>
          <p:nvPr/>
        </p:nvSpPr>
        <p:spPr>
          <a:xfrm>
            <a:off x="708971" y="661663"/>
            <a:ext cx="3446966" cy="2126720"/>
          </a:xfrm>
          <a:custGeom>
            <a:rect b="b" l="l" r="r" t="t"/>
            <a:pathLst>
              <a:path extrusionOk="0" h="4253440" w="6893932">
                <a:moveTo>
                  <a:pt x="0" y="0"/>
                </a:moveTo>
                <a:lnTo>
                  <a:pt x="6893932" y="0"/>
                </a:lnTo>
                <a:lnTo>
                  <a:pt x="6893932" y="4253440"/>
                </a:lnTo>
                <a:lnTo>
                  <a:pt x="0" y="4253440"/>
                </a:lnTo>
                <a:lnTo>
                  <a:pt x="0" y="0"/>
                </a:lnTo>
                <a:close/>
              </a:path>
            </a:pathLst>
          </a:custGeom>
          <a:blipFill rotWithShape="1">
            <a:blip r:embed="rId3">
              <a:alphaModFix/>
            </a:blip>
            <a:stretch>
              <a:fillRect b="0" l="0" r="-20270" t="0"/>
            </a:stretch>
          </a:blipFill>
          <a:ln>
            <a:noFill/>
          </a:ln>
        </p:spPr>
      </p:sp>
      <p:sp>
        <p:nvSpPr>
          <p:cNvPr id="559" name="Google Shape;559;p56"/>
          <p:cNvSpPr/>
          <p:nvPr/>
        </p:nvSpPr>
        <p:spPr>
          <a:xfrm>
            <a:off x="4572000" y="2453096"/>
            <a:ext cx="4210073" cy="2039343"/>
          </a:xfrm>
          <a:custGeom>
            <a:rect b="b" l="l" r="r" t="t"/>
            <a:pathLst>
              <a:path extrusionOk="0" h="4078685" w="8420146">
                <a:moveTo>
                  <a:pt x="0" y="0"/>
                </a:moveTo>
                <a:lnTo>
                  <a:pt x="8420146" y="0"/>
                </a:lnTo>
                <a:lnTo>
                  <a:pt x="8420146" y="4078686"/>
                </a:lnTo>
                <a:lnTo>
                  <a:pt x="0" y="4078686"/>
                </a:lnTo>
                <a:lnTo>
                  <a:pt x="0" y="0"/>
                </a:lnTo>
                <a:close/>
              </a:path>
            </a:pathLst>
          </a:custGeom>
          <a:blipFill rotWithShape="1">
            <a:blip r:embed="rId4">
              <a:alphaModFix/>
            </a:blip>
            <a:stretch>
              <a:fillRect b="-18940" l="-7660" r="-7569" t="0"/>
            </a:stretch>
          </a:blipFill>
          <a:ln>
            <a:noFill/>
          </a:ln>
        </p:spPr>
      </p:sp>
      <p:sp>
        <p:nvSpPr>
          <p:cNvPr id="560" name="Google Shape;560;p56"/>
          <p:cNvSpPr/>
          <p:nvPr/>
        </p:nvSpPr>
        <p:spPr>
          <a:xfrm>
            <a:off x="3389023" y="356089"/>
            <a:ext cx="1259177" cy="1034099"/>
          </a:xfrm>
          <a:custGeom>
            <a:rect b="b" l="l" r="r" t="t"/>
            <a:pathLst>
              <a:path extrusionOk="0" h="2068198" w="2518354">
                <a:moveTo>
                  <a:pt x="0" y="0"/>
                </a:moveTo>
                <a:lnTo>
                  <a:pt x="2518354" y="0"/>
                </a:lnTo>
                <a:lnTo>
                  <a:pt x="2518354" y="2068198"/>
                </a:lnTo>
                <a:lnTo>
                  <a:pt x="0" y="2068198"/>
                </a:lnTo>
                <a:lnTo>
                  <a:pt x="0" y="0"/>
                </a:lnTo>
                <a:close/>
              </a:path>
            </a:pathLst>
          </a:custGeom>
          <a:blipFill rotWithShape="1">
            <a:blip r:embed="rId5">
              <a:alphaModFix/>
            </a:blip>
            <a:stretch>
              <a:fillRect b="0" l="0" r="0" t="0"/>
            </a:stretch>
          </a:blipFill>
          <a:ln>
            <a:noFill/>
          </a:ln>
        </p:spPr>
      </p:sp>
      <p:sp>
        <p:nvSpPr>
          <p:cNvPr id="561" name="Google Shape;561;p56"/>
          <p:cNvSpPr/>
          <p:nvPr/>
        </p:nvSpPr>
        <p:spPr>
          <a:xfrm>
            <a:off x="7884823" y="1861038"/>
            <a:ext cx="1259177" cy="1034099"/>
          </a:xfrm>
          <a:custGeom>
            <a:rect b="b" l="l" r="r" t="t"/>
            <a:pathLst>
              <a:path extrusionOk="0" h="2068198" w="2518354">
                <a:moveTo>
                  <a:pt x="0" y="0"/>
                </a:moveTo>
                <a:lnTo>
                  <a:pt x="2518354" y="0"/>
                </a:lnTo>
                <a:lnTo>
                  <a:pt x="2518354" y="2068198"/>
                </a:lnTo>
                <a:lnTo>
                  <a:pt x="0" y="2068198"/>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65" name="Shape 565"/>
        <p:cNvGrpSpPr/>
        <p:nvPr/>
      </p:nvGrpSpPr>
      <p:grpSpPr>
        <a:xfrm>
          <a:off x="0" y="0"/>
          <a:ext cx="0" cy="0"/>
          <a:chOff x="0" y="0"/>
          <a:chExt cx="0" cy="0"/>
        </a:xfrm>
      </p:grpSpPr>
      <p:grpSp>
        <p:nvGrpSpPr>
          <p:cNvPr id="566" name="Google Shape;566;p57"/>
          <p:cNvGrpSpPr/>
          <p:nvPr/>
        </p:nvGrpSpPr>
        <p:grpSpPr>
          <a:xfrm rot="-5400000">
            <a:off x="-2665960" y="2249566"/>
            <a:ext cx="5273467" cy="644282"/>
            <a:chOff x="0" y="-123825"/>
            <a:chExt cx="3779721" cy="461785"/>
          </a:xfrm>
        </p:grpSpPr>
        <p:sp>
          <p:nvSpPr>
            <p:cNvPr id="567" name="Google Shape;567;p57"/>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68" name="Google Shape;568;p57"/>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569" name="Google Shape;569;p57"/>
          <p:cNvSpPr/>
          <p:nvPr/>
        </p:nvSpPr>
        <p:spPr>
          <a:xfrm>
            <a:off x="813881" y="1106918"/>
            <a:ext cx="2935000" cy="2929664"/>
          </a:xfrm>
          <a:custGeom>
            <a:rect b="b" l="l" r="r" t="t"/>
            <a:pathLst>
              <a:path extrusionOk="0" h="5859328" w="5870001">
                <a:moveTo>
                  <a:pt x="0" y="0"/>
                </a:moveTo>
                <a:lnTo>
                  <a:pt x="5870002" y="0"/>
                </a:lnTo>
                <a:lnTo>
                  <a:pt x="5870002" y="5859328"/>
                </a:lnTo>
                <a:lnTo>
                  <a:pt x="0" y="5859328"/>
                </a:lnTo>
                <a:lnTo>
                  <a:pt x="0" y="0"/>
                </a:lnTo>
                <a:close/>
              </a:path>
            </a:pathLst>
          </a:custGeom>
          <a:blipFill rotWithShape="1">
            <a:blip r:embed="rId3">
              <a:alphaModFix/>
            </a:blip>
            <a:stretch>
              <a:fillRect b="0" l="0" r="0" t="0"/>
            </a:stretch>
          </a:blipFill>
          <a:ln>
            <a:noFill/>
          </a:ln>
        </p:spPr>
      </p:sp>
      <p:sp>
        <p:nvSpPr>
          <p:cNvPr id="570" name="Google Shape;570;p57"/>
          <p:cNvSpPr txBox="1"/>
          <p:nvPr/>
        </p:nvSpPr>
        <p:spPr>
          <a:xfrm>
            <a:off x="2518765" y="1940195"/>
            <a:ext cx="4258800" cy="1336200"/>
          </a:xfrm>
          <a:prstGeom prst="rect">
            <a:avLst/>
          </a:prstGeom>
          <a:noFill/>
          <a:ln>
            <a:noFill/>
          </a:ln>
        </p:spPr>
        <p:txBody>
          <a:bodyPr anchorCtr="0" anchor="t" bIns="0" lIns="0" spcFirstLastPara="1" rIns="0" wrap="square" tIns="0">
            <a:spAutoFit/>
          </a:bodyPr>
          <a:lstStyle/>
          <a:p>
            <a:pPr indent="0" lvl="0" marL="0" marR="0" rtl="0" algn="l">
              <a:lnSpc>
                <a:spcPct val="117008"/>
              </a:lnSpc>
              <a:spcBef>
                <a:spcPts val="0"/>
              </a:spcBef>
              <a:spcAft>
                <a:spcPts val="0"/>
              </a:spcAft>
              <a:buClr>
                <a:srgbClr val="000000"/>
              </a:buClr>
              <a:buSzPts val="4000"/>
              <a:buFont typeface="Arial"/>
              <a:buNone/>
            </a:pPr>
            <a:r>
              <a:rPr b="1" i="0" lang="es" sz="4000" u="none" cap="none" strike="noStrike">
                <a:solidFill>
                  <a:srgbClr val="FFFFFF"/>
                </a:solidFill>
                <a:latin typeface="Arial"/>
                <a:ea typeface="Arial"/>
                <a:cs typeface="Arial"/>
                <a:sym typeface="Arial"/>
              </a:rPr>
              <a:t>Comandos esenciales de git</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74" name="Shape 574"/>
        <p:cNvGrpSpPr/>
        <p:nvPr/>
      </p:nvGrpSpPr>
      <p:grpSpPr>
        <a:xfrm>
          <a:off x="0" y="0"/>
          <a:ext cx="0" cy="0"/>
          <a:chOff x="0" y="0"/>
          <a:chExt cx="0" cy="0"/>
        </a:xfrm>
      </p:grpSpPr>
      <p:grpSp>
        <p:nvGrpSpPr>
          <p:cNvPr id="575" name="Google Shape;575;p58"/>
          <p:cNvGrpSpPr/>
          <p:nvPr/>
        </p:nvGrpSpPr>
        <p:grpSpPr>
          <a:xfrm rot="-5400000">
            <a:off x="-2665960" y="2249566"/>
            <a:ext cx="5273467" cy="644282"/>
            <a:chOff x="0" y="-123825"/>
            <a:chExt cx="3779721" cy="461785"/>
          </a:xfrm>
        </p:grpSpPr>
        <p:sp>
          <p:nvSpPr>
            <p:cNvPr id="576" name="Google Shape;576;p58"/>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77" name="Google Shape;577;p58"/>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78" name="Google Shape;578;p58"/>
          <p:cNvGrpSpPr/>
          <p:nvPr/>
        </p:nvGrpSpPr>
        <p:grpSpPr>
          <a:xfrm>
            <a:off x="625970" y="465071"/>
            <a:ext cx="600740" cy="650020"/>
            <a:chOff x="0" y="-66675"/>
            <a:chExt cx="812800" cy="879475"/>
          </a:xfrm>
        </p:grpSpPr>
        <p:sp>
          <p:nvSpPr>
            <p:cNvPr id="579" name="Google Shape;579;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80" name="Google Shape;580;p58"/>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1</a:t>
              </a:r>
              <a:endParaRPr b="0" i="0" sz="700" u="none" cap="none" strike="noStrike">
                <a:solidFill>
                  <a:srgbClr val="000000"/>
                </a:solidFill>
                <a:latin typeface="Arial"/>
                <a:ea typeface="Arial"/>
                <a:cs typeface="Arial"/>
                <a:sym typeface="Arial"/>
              </a:endParaRPr>
            </a:p>
          </p:txBody>
        </p:sp>
      </p:grpSp>
      <p:sp>
        <p:nvSpPr>
          <p:cNvPr id="581" name="Google Shape;581;p58"/>
          <p:cNvSpPr txBox="1"/>
          <p:nvPr/>
        </p:nvSpPr>
        <p:spPr>
          <a:xfrm>
            <a:off x="1435696" y="602207"/>
            <a:ext cx="29388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init:</a:t>
            </a:r>
            <a:endParaRPr b="0" i="0" sz="700" u="none" cap="none" strike="noStrike">
              <a:solidFill>
                <a:srgbClr val="000000"/>
              </a:solidFill>
              <a:latin typeface="Arial"/>
              <a:ea typeface="Arial"/>
              <a:cs typeface="Arial"/>
              <a:sym typeface="Arial"/>
            </a:endParaRPr>
          </a:p>
        </p:txBody>
      </p:sp>
      <p:sp>
        <p:nvSpPr>
          <p:cNvPr id="582" name="Google Shape;582;p58"/>
          <p:cNvSpPr txBox="1"/>
          <p:nvPr/>
        </p:nvSpPr>
        <p:spPr>
          <a:xfrm>
            <a:off x="2758910" y="648654"/>
            <a:ext cx="59865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Inicializa un nuevo repositorio Git en el directorio actual. </a:t>
            </a:r>
            <a:endParaRPr b="0" i="0" sz="700" u="none" cap="none" strike="noStrike">
              <a:solidFill>
                <a:srgbClr val="000000"/>
              </a:solidFill>
              <a:latin typeface="Arial"/>
              <a:ea typeface="Arial"/>
              <a:cs typeface="Arial"/>
              <a:sym typeface="Arial"/>
            </a:endParaRPr>
          </a:p>
        </p:txBody>
      </p:sp>
      <p:grpSp>
        <p:nvGrpSpPr>
          <p:cNvPr id="583" name="Google Shape;583;p58"/>
          <p:cNvGrpSpPr/>
          <p:nvPr/>
        </p:nvGrpSpPr>
        <p:grpSpPr>
          <a:xfrm>
            <a:off x="625970" y="1823110"/>
            <a:ext cx="600740" cy="650020"/>
            <a:chOff x="0" y="-66675"/>
            <a:chExt cx="812800" cy="879475"/>
          </a:xfrm>
        </p:grpSpPr>
        <p:sp>
          <p:nvSpPr>
            <p:cNvPr id="584" name="Google Shape;584;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85" name="Google Shape;585;p58"/>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2</a:t>
              </a:r>
              <a:endParaRPr b="0" i="0" sz="700" u="none" cap="none" strike="noStrike">
                <a:solidFill>
                  <a:srgbClr val="000000"/>
                </a:solidFill>
                <a:latin typeface="Arial"/>
                <a:ea typeface="Arial"/>
                <a:cs typeface="Arial"/>
                <a:sym typeface="Arial"/>
              </a:endParaRPr>
            </a:p>
          </p:txBody>
        </p:sp>
      </p:grpSp>
      <p:sp>
        <p:nvSpPr>
          <p:cNvPr id="586" name="Google Shape;586;p58"/>
          <p:cNvSpPr txBox="1"/>
          <p:nvPr/>
        </p:nvSpPr>
        <p:spPr>
          <a:xfrm>
            <a:off x="1435696" y="1960246"/>
            <a:ext cx="37284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clone [repository]:</a:t>
            </a:r>
            <a:endParaRPr b="0" i="0" sz="700" u="none" cap="none" strike="noStrike">
              <a:solidFill>
                <a:srgbClr val="000000"/>
              </a:solidFill>
              <a:latin typeface="Arial"/>
              <a:ea typeface="Arial"/>
              <a:cs typeface="Arial"/>
              <a:sym typeface="Arial"/>
            </a:endParaRPr>
          </a:p>
        </p:txBody>
      </p:sp>
      <p:sp>
        <p:nvSpPr>
          <p:cNvPr id="587" name="Google Shape;587;p58"/>
          <p:cNvSpPr txBox="1"/>
          <p:nvPr/>
        </p:nvSpPr>
        <p:spPr>
          <a:xfrm>
            <a:off x="5094479" y="2082642"/>
            <a:ext cx="32841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Crea una copia local de un repositorio remoto</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grpSp>
        <p:nvGrpSpPr>
          <p:cNvPr id="588" name="Google Shape;588;p58"/>
          <p:cNvGrpSpPr/>
          <p:nvPr/>
        </p:nvGrpSpPr>
        <p:grpSpPr>
          <a:xfrm>
            <a:off x="625970" y="3384483"/>
            <a:ext cx="600740" cy="650020"/>
            <a:chOff x="0" y="-66675"/>
            <a:chExt cx="812800" cy="879475"/>
          </a:xfrm>
        </p:grpSpPr>
        <p:sp>
          <p:nvSpPr>
            <p:cNvPr id="589" name="Google Shape;589;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90" name="Google Shape;590;p58"/>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3</a:t>
              </a:r>
              <a:endParaRPr b="0" i="0" sz="700" u="none" cap="none" strike="noStrike">
                <a:solidFill>
                  <a:srgbClr val="000000"/>
                </a:solidFill>
                <a:latin typeface="Arial"/>
                <a:ea typeface="Arial"/>
                <a:cs typeface="Arial"/>
                <a:sym typeface="Arial"/>
              </a:endParaRPr>
            </a:p>
          </p:txBody>
        </p:sp>
      </p:grpSp>
      <p:sp>
        <p:nvSpPr>
          <p:cNvPr id="591" name="Google Shape;591;p58"/>
          <p:cNvSpPr txBox="1"/>
          <p:nvPr/>
        </p:nvSpPr>
        <p:spPr>
          <a:xfrm>
            <a:off x="1435696" y="3521619"/>
            <a:ext cx="29388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status:</a:t>
            </a:r>
            <a:endParaRPr b="0" i="0" sz="700" u="none" cap="none" strike="noStrike">
              <a:solidFill>
                <a:srgbClr val="000000"/>
              </a:solidFill>
              <a:latin typeface="Arial"/>
              <a:ea typeface="Arial"/>
              <a:cs typeface="Arial"/>
              <a:sym typeface="Arial"/>
            </a:endParaRPr>
          </a:p>
        </p:txBody>
      </p:sp>
      <p:sp>
        <p:nvSpPr>
          <p:cNvPr id="592" name="Google Shape;592;p58"/>
          <p:cNvSpPr txBox="1"/>
          <p:nvPr/>
        </p:nvSpPr>
        <p:spPr>
          <a:xfrm>
            <a:off x="3299882" y="3598033"/>
            <a:ext cx="53298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Proporciona información sobre el estado actual del repositorio.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6" name="Shape 596"/>
        <p:cNvGrpSpPr/>
        <p:nvPr/>
      </p:nvGrpSpPr>
      <p:grpSpPr>
        <a:xfrm>
          <a:off x="0" y="0"/>
          <a:ext cx="0" cy="0"/>
          <a:chOff x="0" y="0"/>
          <a:chExt cx="0" cy="0"/>
        </a:xfrm>
      </p:grpSpPr>
      <p:grpSp>
        <p:nvGrpSpPr>
          <p:cNvPr id="597" name="Google Shape;597;p59"/>
          <p:cNvGrpSpPr/>
          <p:nvPr/>
        </p:nvGrpSpPr>
        <p:grpSpPr>
          <a:xfrm rot="-5400000">
            <a:off x="-2665960" y="2249566"/>
            <a:ext cx="5273467" cy="644282"/>
            <a:chOff x="0" y="-123825"/>
            <a:chExt cx="3779721" cy="461785"/>
          </a:xfrm>
        </p:grpSpPr>
        <p:sp>
          <p:nvSpPr>
            <p:cNvPr id="598" name="Google Shape;598;p59"/>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599" name="Google Shape;599;p59"/>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00" name="Google Shape;600;p59"/>
          <p:cNvGrpSpPr/>
          <p:nvPr/>
        </p:nvGrpSpPr>
        <p:grpSpPr>
          <a:xfrm>
            <a:off x="625970" y="1956466"/>
            <a:ext cx="600740" cy="650020"/>
            <a:chOff x="0" y="-66675"/>
            <a:chExt cx="812800" cy="879475"/>
          </a:xfrm>
        </p:grpSpPr>
        <p:sp>
          <p:nvSpPr>
            <p:cNvPr id="601" name="Google Shape;601;p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02" name="Google Shape;602;p59"/>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5</a:t>
              </a:r>
              <a:endParaRPr b="0" i="0" sz="700" u="none" cap="none" strike="noStrike">
                <a:solidFill>
                  <a:srgbClr val="000000"/>
                </a:solidFill>
                <a:latin typeface="Arial"/>
                <a:ea typeface="Arial"/>
                <a:cs typeface="Arial"/>
                <a:sym typeface="Arial"/>
              </a:endParaRPr>
            </a:p>
          </p:txBody>
        </p:sp>
      </p:grpSp>
      <p:sp>
        <p:nvSpPr>
          <p:cNvPr id="603" name="Google Shape;603;p59"/>
          <p:cNvSpPr txBox="1"/>
          <p:nvPr/>
        </p:nvSpPr>
        <p:spPr>
          <a:xfrm>
            <a:off x="1435696" y="2093602"/>
            <a:ext cx="45540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commit -m [message]:</a:t>
            </a:r>
            <a:endParaRPr b="0" i="0" sz="700" u="none" cap="none" strike="noStrike">
              <a:solidFill>
                <a:srgbClr val="000000"/>
              </a:solidFill>
              <a:latin typeface="Arial"/>
              <a:ea typeface="Arial"/>
              <a:cs typeface="Arial"/>
              <a:sym typeface="Arial"/>
            </a:endParaRPr>
          </a:p>
        </p:txBody>
      </p:sp>
      <p:sp>
        <p:nvSpPr>
          <p:cNvPr id="604" name="Google Shape;604;p59"/>
          <p:cNvSpPr txBox="1"/>
          <p:nvPr/>
        </p:nvSpPr>
        <p:spPr>
          <a:xfrm>
            <a:off x="5623921" y="2192876"/>
            <a:ext cx="31686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Crea un nuevo commit, describiendo en el mensaje los cambios realizados.</a:t>
            </a:r>
            <a:endParaRPr b="0" i="0" sz="700" u="none" cap="none" strike="noStrike">
              <a:solidFill>
                <a:srgbClr val="000000"/>
              </a:solidFill>
              <a:latin typeface="Arial"/>
              <a:ea typeface="Arial"/>
              <a:cs typeface="Arial"/>
              <a:sym typeface="Arial"/>
            </a:endParaRPr>
          </a:p>
        </p:txBody>
      </p:sp>
      <p:grpSp>
        <p:nvGrpSpPr>
          <p:cNvPr id="605" name="Google Shape;605;p59"/>
          <p:cNvGrpSpPr/>
          <p:nvPr/>
        </p:nvGrpSpPr>
        <p:grpSpPr>
          <a:xfrm>
            <a:off x="625970" y="465071"/>
            <a:ext cx="600740" cy="650020"/>
            <a:chOff x="0" y="-66675"/>
            <a:chExt cx="812800" cy="879475"/>
          </a:xfrm>
        </p:grpSpPr>
        <p:sp>
          <p:nvSpPr>
            <p:cNvPr id="606" name="Google Shape;606;p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07" name="Google Shape;607;p59"/>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4</a:t>
              </a:r>
              <a:endParaRPr b="0" i="0" sz="700" u="none" cap="none" strike="noStrike">
                <a:solidFill>
                  <a:srgbClr val="000000"/>
                </a:solidFill>
                <a:latin typeface="Arial"/>
                <a:ea typeface="Arial"/>
                <a:cs typeface="Arial"/>
                <a:sym typeface="Arial"/>
              </a:endParaRPr>
            </a:p>
          </p:txBody>
        </p:sp>
      </p:grpSp>
      <p:sp>
        <p:nvSpPr>
          <p:cNvPr id="608" name="Google Shape;608;p59"/>
          <p:cNvSpPr txBox="1"/>
          <p:nvPr/>
        </p:nvSpPr>
        <p:spPr>
          <a:xfrm>
            <a:off x="1435696" y="602207"/>
            <a:ext cx="37284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add [file(s)]:</a:t>
            </a:r>
            <a:endParaRPr b="0" i="0" sz="700" u="none" cap="none" strike="noStrike">
              <a:solidFill>
                <a:srgbClr val="000000"/>
              </a:solidFill>
              <a:latin typeface="Arial"/>
              <a:ea typeface="Arial"/>
              <a:cs typeface="Arial"/>
              <a:sym typeface="Arial"/>
            </a:endParaRPr>
          </a:p>
        </p:txBody>
      </p:sp>
      <p:sp>
        <p:nvSpPr>
          <p:cNvPr id="609" name="Google Shape;609;p59"/>
          <p:cNvSpPr txBox="1"/>
          <p:nvPr/>
        </p:nvSpPr>
        <p:spPr>
          <a:xfrm>
            <a:off x="3901281" y="674720"/>
            <a:ext cx="46434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Permite agregar cambios al área de preparación,  antes de realizar un commit.</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grpSp>
        <p:nvGrpSpPr>
          <p:cNvPr id="610" name="Google Shape;610;p59"/>
          <p:cNvGrpSpPr/>
          <p:nvPr/>
        </p:nvGrpSpPr>
        <p:grpSpPr>
          <a:xfrm>
            <a:off x="625970" y="3583776"/>
            <a:ext cx="600740" cy="650020"/>
            <a:chOff x="0" y="-66675"/>
            <a:chExt cx="812800" cy="879475"/>
          </a:xfrm>
        </p:grpSpPr>
        <p:sp>
          <p:nvSpPr>
            <p:cNvPr id="611" name="Google Shape;611;p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12" name="Google Shape;612;p59"/>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6</a:t>
              </a:r>
              <a:endParaRPr b="0" i="0" sz="700" u="none" cap="none" strike="noStrike">
                <a:solidFill>
                  <a:srgbClr val="000000"/>
                </a:solidFill>
                <a:latin typeface="Arial"/>
                <a:ea typeface="Arial"/>
                <a:cs typeface="Arial"/>
                <a:sym typeface="Arial"/>
              </a:endParaRPr>
            </a:p>
          </p:txBody>
        </p:sp>
      </p:grpSp>
      <p:sp>
        <p:nvSpPr>
          <p:cNvPr id="613" name="Google Shape;613;p59"/>
          <p:cNvSpPr txBox="1"/>
          <p:nvPr/>
        </p:nvSpPr>
        <p:spPr>
          <a:xfrm>
            <a:off x="1435696" y="3720912"/>
            <a:ext cx="29388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pull:</a:t>
            </a:r>
            <a:endParaRPr b="0" i="0" sz="700" u="none" cap="none" strike="noStrike">
              <a:solidFill>
                <a:srgbClr val="000000"/>
              </a:solidFill>
              <a:latin typeface="Arial"/>
              <a:ea typeface="Arial"/>
              <a:cs typeface="Arial"/>
              <a:sym typeface="Arial"/>
            </a:endParaRPr>
          </a:p>
        </p:txBody>
      </p:sp>
      <p:sp>
        <p:nvSpPr>
          <p:cNvPr id="614" name="Google Shape;614;p59"/>
          <p:cNvSpPr txBox="1"/>
          <p:nvPr/>
        </p:nvSpPr>
        <p:spPr>
          <a:xfrm>
            <a:off x="2758910" y="3767359"/>
            <a:ext cx="59865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Busca y fusiona los últimos cambios del repositorio remoto en la rama actual.</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18" name="Shape 618"/>
        <p:cNvGrpSpPr/>
        <p:nvPr/>
      </p:nvGrpSpPr>
      <p:grpSpPr>
        <a:xfrm>
          <a:off x="0" y="0"/>
          <a:ext cx="0" cy="0"/>
          <a:chOff x="0" y="0"/>
          <a:chExt cx="0" cy="0"/>
        </a:xfrm>
      </p:grpSpPr>
      <p:grpSp>
        <p:nvGrpSpPr>
          <p:cNvPr id="619" name="Google Shape;619;p60"/>
          <p:cNvGrpSpPr/>
          <p:nvPr/>
        </p:nvGrpSpPr>
        <p:grpSpPr>
          <a:xfrm rot="-5400000">
            <a:off x="-2665960" y="2249566"/>
            <a:ext cx="5273467" cy="644282"/>
            <a:chOff x="0" y="-123825"/>
            <a:chExt cx="3779721" cy="461785"/>
          </a:xfrm>
        </p:grpSpPr>
        <p:sp>
          <p:nvSpPr>
            <p:cNvPr id="620" name="Google Shape;620;p60"/>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621" name="Google Shape;621;p60"/>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22" name="Google Shape;622;p60"/>
          <p:cNvGrpSpPr/>
          <p:nvPr/>
        </p:nvGrpSpPr>
        <p:grpSpPr>
          <a:xfrm>
            <a:off x="646359" y="465071"/>
            <a:ext cx="600740" cy="650020"/>
            <a:chOff x="0" y="-66675"/>
            <a:chExt cx="812800" cy="879475"/>
          </a:xfrm>
        </p:grpSpPr>
        <p:sp>
          <p:nvSpPr>
            <p:cNvPr id="623" name="Google Shape;623;p6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24" name="Google Shape;624;p60"/>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7</a:t>
              </a:r>
              <a:endParaRPr b="0" i="0" sz="700" u="none" cap="none" strike="noStrike">
                <a:solidFill>
                  <a:srgbClr val="000000"/>
                </a:solidFill>
                <a:latin typeface="Arial"/>
                <a:ea typeface="Arial"/>
                <a:cs typeface="Arial"/>
                <a:sym typeface="Arial"/>
              </a:endParaRPr>
            </a:p>
          </p:txBody>
        </p:sp>
      </p:grpSp>
      <p:sp>
        <p:nvSpPr>
          <p:cNvPr id="625" name="Google Shape;625;p60"/>
          <p:cNvSpPr txBox="1"/>
          <p:nvPr/>
        </p:nvSpPr>
        <p:spPr>
          <a:xfrm>
            <a:off x="1456086" y="602207"/>
            <a:ext cx="37284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push:</a:t>
            </a:r>
            <a:endParaRPr b="0" i="0" sz="700" u="none" cap="none" strike="noStrike">
              <a:solidFill>
                <a:srgbClr val="000000"/>
              </a:solidFill>
              <a:latin typeface="Arial"/>
              <a:ea typeface="Arial"/>
              <a:cs typeface="Arial"/>
              <a:sym typeface="Arial"/>
            </a:endParaRPr>
          </a:p>
        </p:txBody>
      </p:sp>
      <p:sp>
        <p:nvSpPr>
          <p:cNvPr id="626" name="Google Shape;626;p60"/>
          <p:cNvSpPr txBox="1"/>
          <p:nvPr/>
        </p:nvSpPr>
        <p:spPr>
          <a:xfrm>
            <a:off x="2925521" y="674720"/>
            <a:ext cx="56394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Envía los commits locales al repositorio remoto, haciéndolas accesibles para otros colaboradores.</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800"/>
              <a:buFont typeface="Arial"/>
              <a:buNone/>
            </a:pPr>
            <a:r>
              <a:t/>
            </a:r>
            <a:endParaRPr b="0" i="0" sz="1800" u="none" cap="none" strike="noStrike">
              <a:solidFill>
                <a:srgbClr val="FFFFFF"/>
              </a:solidFill>
              <a:latin typeface="Open Sans"/>
              <a:ea typeface="Open Sans"/>
              <a:cs typeface="Open Sans"/>
              <a:sym typeface="Open Sans"/>
            </a:endParaRPr>
          </a:p>
        </p:txBody>
      </p:sp>
      <p:grpSp>
        <p:nvGrpSpPr>
          <p:cNvPr id="627" name="Google Shape;627;p60"/>
          <p:cNvGrpSpPr/>
          <p:nvPr/>
        </p:nvGrpSpPr>
        <p:grpSpPr>
          <a:xfrm>
            <a:off x="646359" y="1880569"/>
            <a:ext cx="600740" cy="650020"/>
            <a:chOff x="0" y="-66675"/>
            <a:chExt cx="812800" cy="879475"/>
          </a:xfrm>
        </p:grpSpPr>
        <p:sp>
          <p:nvSpPr>
            <p:cNvPr id="628" name="Google Shape;628;p6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29" name="Google Shape;629;p60"/>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8</a:t>
              </a:r>
              <a:endParaRPr b="0" i="0" sz="700" u="none" cap="none" strike="noStrike">
                <a:solidFill>
                  <a:srgbClr val="000000"/>
                </a:solidFill>
                <a:latin typeface="Arial"/>
                <a:ea typeface="Arial"/>
                <a:cs typeface="Arial"/>
                <a:sym typeface="Arial"/>
              </a:endParaRPr>
            </a:p>
          </p:txBody>
        </p:sp>
      </p:grpSp>
      <p:sp>
        <p:nvSpPr>
          <p:cNvPr id="630" name="Google Shape;630;p60"/>
          <p:cNvSpPr txBox="1"/>
          <p:nvPr/>
        </p:nvSpPr>
        <p:spPr>
          <a:xfrm>
            <a:off x="1456086" y="2017705"/>
            <a:ext cx="38070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checkout [branch]:</a:t>
            </a:r>
            <a:endParaRPr b="0" i="0" sz="700" u="none" cap="none" strike="noStrike">
              <a:solidFill>
                <a:srgbClr val="000000"/>
              </a:solidFill>
              <a:latin typeface="Arial"/>
              <a:ea typeface="Arial"/>
              <a:cs typeface="Arial"/>
              <a:sym typeface="Arial"/>
            </a:endParaRPr>
          </a:p>
        </p:txBody>
      </p:sp>
      <p:sp>
        <p:nvSpPr>
          <p:cNvPr id="631" name="Google Shape;631;p60"/>
          <p:cNvSpPr txBox="1"/>
          <p:nvPr/>
        </p:nvSpPr>
        <p:spPr>
          <a:xfrm>
            <a:off x="5071817" y="2094119"/>
            <a:ext cx="35784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Cambio hacia alguna rama del repositorio.</a:t>
            </a:r>
            <a:endParaRPr b="0" i="0" sz="700" u="none" cap="none" strike="noStrike">
              <a:solidFill>
                <a:srgbClr val="000000"/>
              </a:solidFill>
              <a:latin typeface="Arial"/>
              <a:ea typeface="Arial"/>
              <a:cs typeface="Arial"/>
              <a:sym typeface="Arial"/>
            </a:endParaRPr>
          </a:p>
        </p:txBody>
      </p:sp>
      <p:grpSp>
        <p:nvGrpSpPr>
          <p:cNvPr id="632" name="Google Shape;632;p60"/>
          <p:cNvGrpSpPr/>
          <p:nvPr/>
        </p:nvGrpSpPr>
        <p:grpSpPr>
          <a:xfrm>
            <a:off x="646363" y="3324313"/>
            <a:ext cx="573187" cy="573105"/>
            <a:chOff x="0" y="0"/>
            <a:chExt cx="812800" cy="812800"/>
          </a:xfrm>
        </p:grpSpPr>
        <p:sp>
          <p:nvSpPr>
            <p:cNvPr id="633" name="Google Shape;633;p6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3625" lIns="43625" spcFirstLastPara="1" rIns="43625" wrap="square" tIns="436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34" name="Google Shape;634;p60"/>
            <p:cNvSpPr txBox="1"/>
            <p:nvPr/>
          </p:nvSpPr>
          <p:spPr>
            <a:xfrm>
              <a:off x="76208" y="4772"/>
              <a:ext cx="660300" cy="803400"/>
            </a:xfrm>
            <a:prstGeom prst="rect">
              <a:avLst/>
            </a:prstGeom>
            <a:noFill/>
            <a:ln>
              <a:noFill/>
            </a:ln>
          </p:spPr>
          <p:txBody>
            <a:bodyPr anchorCtr="0" anchor="ctr" bIns="24250" lIns="24250" spcFirstLastPara="1" rIns="24250" wrap="square" tIns="2425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9</a:t>
              </a:r>
              <a:endParaRPr b="0" i="0" sz="700" u="none" cap="none" strike="noStrike">
                <a:solidFill>
                  <a:srgbClr val="000000"/>
                </a:solidFill>
                <a:latin typeface="Arial"/>
                <a:ea typeface="Arial"/>
                <a:cs typeface="Arial"/>
                <a:sym typeface="Arial"/>
              </a:endParaRPr>
            </a:p>
          </p:txBody>
        </p:sp>
      </p:grpSp>
      <p:sp>
        <p:nvSpPr>
          <p:cNvPr id="635" name="Google Shape;635;p60"/>
          <p:cNvSpPr txBox="1"/>
          <p:nvPr/>
        </p:nvSpPr>
        <p:spPr>
          <a:xfrm>
            <a:off x="1418872" y="3408127"/>
            <a:ext cx="3122400" cy="3693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400"/>
              <a:buFont typeface="Arial"/>
              <a:buNone/>
            </a:pPr>
            <a:r>
              <a:rPr b="1" i="0" lang="es" sz="2400" u="none" cap="none" strike="noStrike">
                <a:solidFill>
                  <a:srgbClr val="FFFFFF"/>
                </a:solidFill>
                <a:latin typeface="Open Sans"/>
                <a:ea typeface="Open Sans"/>
                <a:cs typeface="Open Sans"/>
                <a:sym typeface="Open Sans"/>
              </a:rPr>
              <a:t>git merge </a:t>
            </a:r>
            <a:r>
              <a:rPr b="1" i="0" lang="es" sz="2400" u="none" cap="none" strike="noStrike">
                <a:solidFill>
                  <a:schemeClr val="lt1"/>
                </a:solidFill>
                <a:latin typeface="Open Sans"/>
                <a:ea typeface="Open Sans"/>
                <a:cs typeface="Open Sans"/>
                <a:sym typeface="Open Sans"/>
              </a:rPr>
              <a:t>[branch]</a:t>
            </a:r>
            <a:r>
              <a:rPr b="1" i="0" lang="es" sz="2400" u="none" cap="none" strike="noStrike">
                <a:solidFill>
                  <a:srgbClr val="FFFFFF"/>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636" name="Google Shape;636;p60"/>
          <p:cNvSpPr txBox="1"/>
          <p:nvPr/>
        </p:nvSpPr>
        <p:spPr>
          <a:xfrm>
            <a:off x="4452438" y="3433200"/>
            <a:ext cx="46917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Combina cambios de una rama en otra, asegurando que todos los cambios se incorporen mientras se mantiene la integridad de la base de código.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40" name="Shape 640"/>
        <p:cNvGrpSpPr/>
        <p:nvPr/>
      </p:nvGrpSpPr>
      <p:grpSpPr>
        <a:xfrm>
          <a:off x="0" y="0"/>
          <a:ext cx="0" cy="0"/>
          <a:chOff x="0" y="0"/>
          <a:chExt cx="0" cy="0"/>
        </a:xfrm>
      </p:grpSpPr>
      <p:grpSp>
        <p:nvGrpSpPr>
          <p:cNvPr id="641" name="Google Shape;641;p61"/>
          <p:cNvGrpSpPr/>
          <p:nvPr/>
        </p:nvGrpSpPr>
        <p:grpSpPr>
          <a:xfrm rot="-5400000">
            <a:off x="-2665960" y="2249566"/>
            <a:ext cx="5273467" cy="644282"/>
            <a:chOff x="0" y="-123825"/>
            <a:chExt cx="3779721" cy="461785"/>
          </a:xfrm>
        </p:grpSpPr>
        <p:sp>
          <p:nvSpPr>
            <p:cNvPr id="642" name="Google Shape;642;p61"/>
            <p:cNvSpPr/>
            <p:nvPr/>
          </p:nvSpPr>
          <p:spPr>
            <a:xfrm>
              <a:off x="0" y="0"/>
              <a:ext cx="3779721" cy="337960"/>
            </a:xfrm>
            <a:custGeom>
              <a:rect b="b" l="l" r="r" t="t"/>
              <a:pathLst>
                <a:path extrusionOk="0" h="337960" w="3779721">
                  <a:moveTo>
                    <a:pt x="0" y="0"/>
                  </a:moveTo>
                  <a:lnTo>
                    <a:pt x="3779721" y="0"/>
                  </a:lnTo>
                  <a:lnTo>
                    <a:pt x="3779721" y="337960"/>
                  </a:lnTo>
                  <a:lnTo>
                    <a:pt x="0" y="337960"/>
                  </a:lnTo>
                  <a:close/>
                </a:path>
              </a:pathLst>
            </a:custGeom>
            <a:gradFill>
              <a:gsLst>
                <a:gs pos="0">
                  <a:srgbClr val="226DD1"/>
                </a:gs>
                <a:gs pos="100000">
                  <a:srgbClr val="E67110"/>
                </a:gs>
              </a:gsLst>
              <a:lin ang="0" scaled="0"/>
            </a:gradFill>
            <a:ln>
              <a:noFill/>
            </a:ln>
          </p:spPr>
        </p:sp>
        <p:sp>
          <p:nvSpPr>
            <p:cNvPr id="643" name="Google Shape;643;p61"/>
            <p:cNvSpPr txBox="1"/>
            <p:nvPr/>
          </p:nvSpPr>
          <p:spPr>
            <a:xfrm>
              <a:off x="0" y="-123825"/>
              <a:ext cx="3779700" cy="461700"/>
            </a:xfrm>
            <a:prstGeom prst="rect">
              <a:avLst/>
            </a:prstGeom>
            <a:noFill/>
            <a:ln>
              <a:noFill/>
            </a:ln>
          </p:spPr>
          <p:txBody>
            <a:bodyPr anchorCtr="0" anchor="ctr" bIns="25400" lIns="25400" spcFirstLastPara="1" rIns="25400" wrap="square" tIns="25400">
              <a:noAutofit/>
            </a:bodyPr>
            <a:lstStyle/>
            <a:p>
              <a:pPr indent="0" lvl="0" marL="0" marR="0" rtl="0" algn="ctr">
                <a:lnSpc>
                  <a:spcPct val="2138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44" name="Google Shape;644;p61"/>
          <p:cNvGrpSpPr/>
          <p:nvPr/>
        </p:nvGrpSpPr>
        <p:grpSpPr>
          <a:xfrm>
            <a:off x="646359" y="465071"/>
            <a:ext cx="600740" cy="650020"/>
            <a:chOff x="0" y="-66675"/>
            <a:chExt cx="812800" cy="879475"/>
          </a:xfrm>
        </p:grpSpPr>
        <p:sp>
          <p:nvSpPr>
            <p:cNvPr id="645" name="Google Shape;645;p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46" name="Google Shape;646;p61"/>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10</a:t>
              </a:r>
              <a:endParaRPr b="0" i="0" sz="700" u="none" cap="none" strike="noStrike">
                <a:solidFill>
                  <a:srgbClr val="000000"/>
                </a:solidFill>
                <a:latin typeface="Arial"/>
                <a:ea typeface="Arial"/>
                <a:cs typeface="Arial"/>
                <a:sym typeface="Arial"/>
              </a:endParaRPr>
            </a:p>
          </p:txBody>
        </p:sp>
      </p:grpSp>
      <p:sp>
        <p:nvSpPr>
          <p:cNvPr id="647" name="Google Shape;647;p61"/>
          <p:cNvSpPr txBox="1"/>
          <p:nvPr/>
        </p:nvSpPr>
        <p:spPr>
          <a:xfrm>
            <a:off x="1456086" y="602207"/>
            <a:ext cx="37284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log:</a:t>
            </a:r>
            <a:endParaRPr b="0" i="0" sz="700" u="none" cap="none" strike="noStrike">
              <a:solidFill>
                <a:srgbClr val="000000"/>
              </a:solidFill>
              <a:latin typeface="Arial"/>
              <a:ea typeface="Arial"/>
              <a:cs typeface="Arial"/>
              <a:sym typeface="Arial"/>
            </a:endParaRPr>
          </a:p>
        </p:txBody>
      </p:sp>
      <p:sp>
        <p:nvSpPr>
          <p:cNvPr id="648" name="Google Shape;648;p61"/>
          <p:cNvSpPr txBox="1"/>
          <p:nvPr/>
        </p:nvSpPr>
        <p:spPr>
          <a:xfrm>
            <a:off x="2925521" y="674720"/>
            <a:ext cx="56394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Muestra el historial de commits del repositorio</a:t>
            </a:r>
            <a:endParaRPr b="0" i="0" sz="700" u="none" cap="none" strike="noStrike">
              <a:solidFill>
                <a:srgbClr val="000000"/>
              </a:solidFill>
              <a:latin typeface="Arial"/>
              <a:ea typeface="Arial"/>
              <a:cs typeface="Arial"/>
              <a:sym typeface="Arial"/>
            </a:endParaRPr>
          </a:p>
        </p:txBody>
      </p:sp>
      <p:grpSp>
        <p:nvGrpSpPr>
          <p:cNvPr id="649" name="Google Shape;649;p61"/>
          <p:cNvGrpSpPr/>
          <p:nvPr/>
        </p:nvGrpSpPr>
        <p:grpSpPr>
          <a:xfrm>
            <a:off x="646359" y="1880569"/>
            <a:ext cx="600740" cy="650020"/>
            <a:chOff x="0" y="-66675"/>
            <a:chExt cx="812800" cy="879475"/>
          </a:xfrm>
        </p:grpSpPr>
        <p:sp>
          <p:nvSpPr>
            <p:cNvPr id="650" name="Google Shape;650;p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51" name="Google Shape;651;p61"/>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11</a:t>
              </a:r>
              <a:endParaRPr b="0" i="0" sz="700" u="none" cap="none" strike="noStrike">
                <a:solidFill>
                  <a:srgbClr val="000000"/>
                </a:solidFill>
                <a:latin typeface="Arial"/>
                <a:ea typeface="Arial"/>
                <a:cs typeface="Arial"/>
                <a:sym typeface="Arial"/>
              </a:endParaRPr>
            </a:p>
          </p:txBody>
        </p:sp>
      </p:grpSp>
      <p:sp>
        <p:nvSpPr>
          <p:cNvPr id="652" name="Google Shape;652;p61"/>
          <p:cNvSpPr txBox="1"/>
          <p:nvPr/>
        </p:nvSpPr>
        <p:spPr>
          <a:xfrm>
            <a:off x="1456086" y="2017705"/>
            <a:ext cx="19563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branch:</a:t>
            </a:r>
            <a:endParaRPr b="0" i="0" sz="700" u="none" cap="none" strike="noStrike">
              <a:solidFill>
                <a:srgbClr val="000000"/>
              </a:solidFill>
              <a:latin typeface="Arial"/>
              <a:ea typeface="Arial"/>
              <a:cs typeface="Arial"/>
              <a:sym typeface="Arial"/>
            </a:endParaRPr>
          </a:p>
        </p:txBody>
      </p:sp>
      <p:sp>
        <p:nvSpPr>
          <p:cNvPr id="653" name="Google Shape;653;p61"/>
          <p:cNvSpPr txBox="1"/>
          <p:nvPr/>
        </p:nvSpPr>
        <p:spPr>
          <a:xfrm>
            <a:off x="3320272" y="2094119"/>
            <a:ext cx="49101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Lista todas las ramas del repositorio, tambien se puede usar para crear, renombrar o eliminar ramas.</a:t>
            </a:r>
            <a:endParaRPr b="0" i="0" sz="700" u="none" cap="none" strike="noStrike">
              <a:solidFill>
                <a:srgbClr val="000000"/>
              </a:solidFill>
              <a:latin typeface="Arial"/>
              <a:ea typeface="Arial"/>
              <a:cs typeface="Arial"/>
              <a:sym typeface="Arial"/>
            </a:endParaRPr>
          </a:p>
        </p:txBody>
      </p:sp>
      <p:grpSp>
        <p:nvGrpSpPr>
          <p:cNvPr id="654" name="Google Shape;654;p61"/>
          <p:cNvGrpSpPr/>
          <p:nvPr/>
        </p:nvGrpSpPr>
        <p:grpSpPr>
          <a:xfrm>
            <a:off x="646359" y="3275031"/>
            <a:ext cx="600740" cy="650020"/>
            <a:chOff x="0" y="-66675"/>
            <a:chExt cx="812800" cy="879475"/>
          </a:xfrm>
        </p:grpSpPr>
        <p:sp>
          <p:nvSpPr>
            <p:cNvPr id="655" name="Google Shape;655;p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86F34"/>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656" name="Google Shape;656;p61"/>
            <p:cNvSpPr txBox="1"/>
            <p:nvPr/>
          </p:nvSpPr>
          <p:spPr>
            <a:xfrm>
              <a:off x="76200" y="-66675"/>
              <a:ext cx="660300" cy="803400"/>
            </a:xfrm>
            <a:prstGeom prst="rect">
              <a:avLst/>
            </a:prstGeom>
            <a:noFill/>
            <a:ln>
              <a:noFill/>
            </a:ln>
          </p:spPr>
          <p:txBody>
            <a:bodyPr anchorCtr="0" anchor="ctr" bIns="25400" lIns="25400" spcFirstLastPara="1" rIns="25400" wrap="square" tIns="25400">
              <a:noAutofit/>
            </a:bodyPr>
            <a:lstStyle/>
            <a:p>
              <a:pPr indent="0" lvl="0" marL="0" marR="0" rtl="0" algn="ctr">
                <a:lnSpc>
                  <a:spcPct val="154012"/>
                </a:lnSpc>
                <a:spcBef>
                  <a:spcPts val="0"/>
                </a:spcBef>
                <a:spcAft>
                  <a:spcPts val="0"/>
                </a:spcAft>
                <a:buClr>
                  <a:srgbClr val="000000"/>
                </a:buClr>
                <a:buSzPts val="2100"/>
                <a:buFont typeface="Arial"/>
                <a:buNone/>
              </a:pPr>
              <a:r>
                <a:rPr b="1" i="0" lang="es" sz="2100" u="none" cap="none" strike="noStrike">
                  <a:solidFill>
                    <a:srgbClr val="FFFFFF"/>
                  </a:solidFill>
                  <a:latin typeface="Open Sans"/>
                  <a:ea typeface="Open Sans"/>
                  <a:cs typeface="Open Sans"/>
                  <a:sym typeface="Open Sans"/>
                </a:rPr>
                <a:t>12</a:t>
              </a:r>
              <a:endParaRPr b="0" i="0" sz="700" u="none" cap="none" strike="noStrike">
                <a:solidFill>
                  <a:srgbClr val="000000"/>
                </a:solidFill>
                <a:latin typeface="Arial"/>
                <a:ea typeface="Arial"/>
                <a:cs typeface="Arial"/>
                <a:sym typeface="Arial"/>
              </a:endParaRPr>
            </a:p>
          </p:txBody>
        </p:sp>
      </p:grpSp>
      <p:sp>
        <p:nvSpPr>
          <p:cNvPr id="657" name="Google Shape;657;p61"/>
          <p:cNvSpPr txBox="1"/>
          <p:nvPr/>
        </p:nvSpPr>
        <p:spPr>
          <a:xfrm>
            <a:off x="1456086" y="3412167"/>
            <a:ext cx="2938800" cy="384900"/>
          </a:xfrm>
          <a:prstGeom prst="rect">
            <a:avLst/>
          </a:prstGeom>
          <a:noFill/>
          <a:ln>
            <a:noFill/>
          </a:ln>
        </p:spPr>
        <p:txBody>
          <a:bodyPr anchorCtr="0" anchor="t" bIns="0" lIns="0" spcFirstLastPara="1" rIns="0" wrap="square" tIns="0">
            <a:spAutoFit/>
          </a:bodyPr>
          <a:lstStyle/>
          <a:p>
            <a:pPr indent="0" lvl="0" marL="0" marR="0" rtl="0" algn="l">
              <a:lnSpc>
                <a:spcPct val="127012"/>
              </a:lnSpc>
              <a:spcBef>
                <a:spcPts val="0"/>
              </a:spcBef>
              <a:spcAft>
                <a:spcPts val="0"/>
              </a:spcAft>
              <a:buClr>
                <a:srgbClr val="000000"/>
              </a:buClr>
              <a:buSzPts val="2500"/>
              <a:buFont typeface="Arial"/>
              <a:buNone/>
            </a:pPr>
            <a:r>
              <a:rPr b="1" i="0" lang="es" sz="2500" u="none" cap="none" strike="noStrike">
                <a:solidFill>
                  <a:srgbClr val="FFFFFF"/>
                </a:solidFill>
                <a:latin typeface="Open Sans"/>
                <a:ea typeface="Open Sans"/>
                <a:cs typeface="Open Sans"/>
                <a:sym typeface="Open Sans"/>
              </a:rPr>
              <a:t>git tag [nombre] :</a:t>
            </a:r>
            <a:endParaRPr b="0" i="0" sz="700" u="none" cap="none" strike="noStrike">
              <a:solidFill>
                <a:srgbClr val="000000"/>
              </a:solidFill>
              <a:latin typeface="Arial"/>
              <a:ea typeface="Arial"/>
              <a:cs typeface="Arial"/>
              <a:sym typeface="Arial"/>
            </a:endParaRPr>
          </a:p>
        </p:txBody>
      </p:sp>
      <p:sp>
        <p:nvSpPr>
          <p:cNvPr id="658" name="Google Shape;658;p61"/>
          <p:cNvSpPr txBox="1"/>
          <p:nvPr/>
        </p:nvSpPr>
        <p:spPr>
          <a:xfrm>
            <a:off x="4266620" y="3435943"/>
            <a:ext cx="47109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none" cap="none" strike="noStrike">
                <a:solidFill>
                  <a:srgbClr val="FFFFFF"/>
                </a:solidFill>
                <a:latin typeface="Open Sans"/>
                <a:ea typeface="Open Sans"/>
                <a:cs typeface="Open Sans"/>
                <a:sym typeface="Open Sans"/>
              </a:rPr>
              <a:t>Crea una etiqueta (tag) apuntando a un commit específico, útil para marcar versiones de lanzamiento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662" name="Shape 662"/>
        <p:cNvGrpSpPr/>
        <p:nvPr/>
      </p:nvGrpSpPr>
      <p:grpSpPr>
        <a:xfrm>
          <a:off x="0" y="0"/>
          <a:ext cx="0" cy="0"/>
          <a:chOff x="0" y="0"/>
          <a:chExt cx="0" cy="0"/>
        </a:xfrm>
      </p:grpSpPr>
      <p:sp>
        <p:nvSpPr>
          <p:cNvPr id="663" name="Google Shape;663;p62"/>
          <p:cNvSpPr/>
          <p:nvPr/>
        </p:nvSpPr>
        <p:spPr>
          <a:xfrm rot="-5400000">
            <a:off x="-228007" y="-58199"/>
            <a:ext cx="2758651" cy="2550258"/>
          </a:xfrm>
          <a:custGeom>
            <a:rect b="b" l="l" r="r" t="t"/>
            <a:pathLst>
              <a:path extrusionOk="0" h="1913890" w="2074174">
                <a:moveTo>
                  <a:pt x="0" y="0"/>
                </a:moveTo>
                <a:lnTo>
                  <a:pt x="2074174" y="0"/>
                </a:lnTo>
                <a:lnTo>
                  <a:pt x="2074174" y="1913890"/>
                </a:lnTo>
                <a:lnTo>
                  <a:pt x="0" y="1913890"/>
                </a:lnTo>
                <a:close/>
              </a:path>
            </a:pathLst>
          </a:custGeom>
          <a:solidFill>
            <a:srgbClr val="10223D"/>
          </a:solidFill>
          <a:ln>
            <a:noFill/>
          </a:ln>
        </p:spPr>
      </p:sp>
      <p:sp>
        <p:nvSpPr>
          <p:cNvPr id="664" name="Google Shape;664;p62"/>
          <p:cNvSpPr/>
          <p:nvPr/>
        </p:nvSpPr>
        <p:spPr>
          <a:xfrm rot="5400000">
            <a:off x="-123811" y="24506"/>
            <a:ext cx="2547244" cy="2547244"/>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3">
              <a:alphaModFix/>
            </a:blip>
            <a:stretch>
              <a:fillRect b="0" l="0" r="0" t="0"/>
            </a:stretch>
          </a:blipFill>
          <a:ln>
            <a:noFill/>
          </a:ln>
        </p:spPr>
      </p:sp>
      <p:sp>
        <p:nvSpPr>
          <p:cNvPr id="665" name="Google Shape;665;p62"/>
          <p:cNvSpPr/>
          <p:nvPr/>
        </p:nvSpPr>
        <p:spPr>
          <a:xfrm rot="10800000">
            <a:off x="-123811" y="2571750"/>
            <a:ext cx="2547244" cy="2547244"/>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4">
              <a:alphaModFix/>
            </a:blip>
            <a:stretch>
              <a:fillRect b="0" l="0" r="0" t="0"/>
            </a:stretch>
          </a:blipFill>
          <a:ln>
            <a:noFill/>
          </a:ln>
        </p:spPr>
      </p:sp>
      <p:grpSp>
        <p:nvGrpSpPr>
          <p:cNvPr id="666" name="Google Shape;666;p62"/>
          <p:cNvGrpSpPr/>
          <p:nvPr/>
        </p:nvGrpSpPr>
        <p:grpSpPr>
          <a:xfrm>
            <a:off x="4730110" y="3417616"/>
            <a:ext cx="3906095" cy="1185028"/>
            <a:chOff x="0" y="-28575"/>
            <a:chExt cx="10416252" cy="3160076"/>
          </a:xfrm>
        </p:grpSpPr>
        <p:sp>
          <p:nvSpPr>
            <p:cNvPr id="667" name="Google Shape;667;p62"/>
            <p:cNvSpPr/>
            <p:nvPr/>
          </p:nvSpPr>
          <p:spPr>
            <a:xfrm>
              <a:off x="0" y="3111419"/>
              <a:ext cx="10416252" cy="20082"/>
            </a:xfrm>
            <a:custGeom>
              <a:rect b="b" l="l" r="r" t="t"/>
              <a:pathLst>
                <a:path extrusionOk="0" h="69850" w="36230443">
                  <a:moveTo>
                    <a:pt x="35939611" y="0"/>
                  </a:moveTo>
                  <a:lnTo>
                    <a:pt x="0" y="0"/>
                  </a:lnTo>
                  <a:lnTo>
                    <a:pt x="0" y="69850"/>
                  </a:lnTo>
                  <a:lnTo>
                    <a:pt x="36230443" y="69850"/>
                  </a:lnTo>
                  <a:lnTo>
                    <a:pt x="36230443" y="0"/>
                  </a:lnTo>
                  <a:close/>
                </a:path>
              </a:pathLst>
            </a:custGeom>
            <a:solidFill>
              <a:srgbClr val="E69451"/>
            </a:solidFill>
            <a:ln>
              <a:noFill/>
            </a:ln>
          </p:spPr>
        </p:sp>
        <p:sp>
          <p:nvSpPr>
            <p:cNvPr id="668" name="Google Shape;668;p62"/>
            <p:cNvSpPr txBox="1"/>
            <p:nvPr/>
          </p:nvSpPr>
          <p:spPr>
            <a:xfrm>
              <a:off x="0" y="-28575"/>
              <a:ext cx="10398900" cy="217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0" i="0" lang="es" sz="5300" u="none" cap="none" strike="noStrike">
                  <a:solidFill>
                    <a:srgbClr val="10223D"/>
                  </a:solidFill>
                  <a:latin typeface="Arial"/>
                  <a:ea typeface="Arial"/>
                  <a:cs typeface="Arial"/>
                  <a:sym typeface="Arial"/>
                </a:rPr>
                <a:t>GIT FLOW</a:t>
              </a:r>
              <a:endParaRPr b="0" i="0" sz="700" u="none" cap="none" strike="noStrike">
                <a:solidFill>
                  <a:srgbClr val="000000"/>
                </a:solidFill>
                <a:latin typeface="Arial"/>
                <a:ea typeface="Arial"/>
                <a:cs typeface="Arial"/>
                <a:sym typeface="Arial"/>
              </a:endParaRPr>
            </a:p>
          </p:txBody>
        </p:sp>
      </p:grpSp>
      <p:sp>
        <p:nvSpPr>
          <p:cNvPr id="669" name="Google Shape;669;p62"/>
          <p:cNvSpPr/>
          <p:nvPr/>
        </p:nvSpPr>
        <p:spPr>
          <a:xfrm>
            <a:off x="5075474" y="130121"/>
            <a:ext cx="5272794" cy="2171700"/>
          </a:xfrm>
          <a:custGeom>
            <a:rect b="b" l="l" r="r" t="t"/>
            <a:pathLst>
              <a:path extrusionOk="0" h="4343400" w="10545588">
                <a:moveTo>
                  <a:pt x="0" y="0"/>
                </a:moveTo>
                <a:lnTo>
                  <a:pt x="10545588" y="0"/>
                </a:lnTo>
                <a:lnTo>
                  <a:pt x="10545588" y="4343400"/>
                </a:lnTo>
                <a:lnTo>
                  <a:pt x="0" y="4343400"/>
                </a:lnTo>
                <a:lnTo>
                  <a:pt x="0" y="0"/>
                </a:lnTo>
                <a:close/>
              </a:path>
            </a:pathLst>
          </a:custGeom>
          <a:blipFill rotWithShape="1">
            <a:blip r:embed="rId5">
              <a:alphaModFix amt="32000"/>
            </a:blip>
            <a:stretch>
              <a:fillRect b="0" l="0" r="0" t="0"/>
            </a:stretch>
          </a:blipFill>
          <a:ln>
            <a:noFill/>
          </a:ln>
        </p:spPr>
      </p:sp>
      <p:sp>
        <p:nvSpPr>
          <p:cNvPr id="670" name="Google Shape;670;p62"/>
          <p:cNvSpPr txBox="1"/>
          <p:nvPr/>
        </p:nvSpPr>
        <p:spPr>
          <a:xfrm>
            <a:off x="361369" y="2181919"/>
            <a:ext cx="172800" cy="815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300"/>
              <a:buFont typeface="Arial"/>
              <a:buNone/>
            </a:pPr>
            <a:r>
              <a:rPr b="0" i="0" lang="es" sz="5300" u="none" cap="none" strike="noStrike">
                <a:solidFill>
                  <a:srgbClr val="10223D"/>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674" name="Shape 674"/>
        <p:cNvGrpSpPr/>
        <p:nvPr/>
      </p:nvGrpSpPr>
      <p:grpSpPr>
        <a:xfrm>
          <a:off x="0" y="0"/>
          <a:ext cx="0" cy="0"/>
          <a:chOff x="0" y="0"/>
          <a:chExt cx="0" cy="0"/>
        </a:xfrm>
      </p:grpSpPr>
      <p:sp>
        <p:nvSpPr>
          <p:cNvPr id="675" name="Google Shape;675;p63"/>
          <p:cNvSpPr/>
          <p:nvPr/>
        </p:nvSpPr>
        <p:spPr>
          <a:xfrm>
            <a:off x="8486253" y="1285875"/>
            <a:ext cx="1287091" cy="1287091"/>
          </a:xfrm>
          <a:custGeom>
            <a:rect b="b" l="l" r="r" t="t"/>
            <a:pathLst>
              <a:path extrusionOk="0" h="1913890" w="1913890">
                <a:moveTo>
                  <a:pt x="0" y="0"/>
                </a:moveTo>
                <a:lnTo>
                  <a:pt x="1913890" y="0"/>
                </a:lnTo>
                <a:lnTo>
                  <a:pt x="1913890" y="1913890"/>
                </a:lnTo>
                <a:lnTo>
                  <a:pt x="0" y="1913890"/>
                </a:lnTo>
                <a:close/>
              </a:path>
            </a:pathLst>
          </a:custGeom>
          <a:solidFill>
            <a:srgbClr val="E69451"/>
          </a:solidFill>
          <a:ln>
            <a:noFill/>
          </a:ln>
        </p:spPr>
      </p:sp>
      <p:sp>
        <p:nvSpPr>
          <p:cNvPr id="676" name="Google Shape;676;p63"/>
          <p:cNvSpPr/>
          <p:nvPr/>
        </p:nvSpPr>
        <p:spPr>
          <a:xfrm rot="10800000">
            <a:off x="8565243" y="-476136"/>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3">
              <a:alphaModFix/>
            </a:blip>
            <a:stretch>
              <a:fillRect b="0" l="0" r="0" t="0"/>
            </a:stretch>
          </a:blipFill>
          <a:ln>
            <a:noFill/>
          </a:ln>
        </p:spPr>
      </p:sp>
      <p:sp>
        <p:nvSpPr>
          <p:cNvPr id="677" name="Google Shape;677;p63"/>
          <p:cNvSpPr/>
          <p:nvPr/>
        </p:nvSpPr>
        <p:spPr>
          <a:xfrm rot="10800000">
            <a:off x="8486253" y="3857625"/>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678" name="Google Shape;678;p63"/>
          <p:cNvSpPr/>
          <p:nvPr/>
        </p:nvSpPr>
        <p:spPr>
          <a:xfrm>
            <a:off x="7200378" y="2571750"/>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679" name="Google Shape;679;p63"/>
          <p:cNvSpPr/>
          <p:nvPr/>
        </p:nvSpPr>
        <p:spPr>
          <a:xfrm rot="5400000">
            <a:off x="6636428" y="-214312"/>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grpSp>
        <p:nvGrpSpPr>
          <p:cNvPr id="680" name="Google Shape;680;p63"/>
          <p:cNvGrpSpPr/>
          <p:nvPr/>
        </p:nvGrpSpPr>
        <p:grpSpPr>
          <a:xfrm>
            <a:off x="145375" y="863121"/>
            <a:ext cx="8669925" cy="4359458"/>
            <a:chOff x="-184267" y="-85998"/>
            <a:chExt cx="23119800" cy="9768000"/>
          </a:xfrm>
        </p:grpSpPr>
        <p:sp>
          <p:nvSpPr>
            <p:cNvPr id="681" name="Google Shape;681;p63"/>
            <p:cNvSpPr txBox="1"/>
            <p:nvPr/>
          </p:nvSpPr>
          <p:spPr>
            <a:xfrm>
              <a:off x="-184267" y="-85998"/>
              <a:ext cx="23119800" cy="9768000"/>
            </a:xfrm>
            <a:prstGeom prst="rect">
              <a:avLst/>
            </a:prstGeom>
            <a:noFill/>
            <a:ln>
              <a:noFill/>
            </a:ln>
          </p:spPr>
          <p:txBody>
            <a:bodyPr anchorCtr="0" anchor="t" bIns="0" lIns="0" spcFirstLastPara="1" rIns="0" wrap="square" tIns="0">
              <a:spAutoFit/>
            </a:bodyPr>
            <a:lstStyle/>
            <a:p>
              <a:pPr indent="0" lvl="0" marL="0" marR="0" rtl="0" algn="just">
                <a:lnSpc>
                  <a:spcPct val="120008"/>
                </a:lnSpc>
                <a:spcBef>
                  <a:spcPts val="0"/>
                </a:spcBef>
                <a:spcAft>
                  <a:spcPts val="0"/>
                </a:spcAft>
                <a:buClr>
                  <a:srgbClr val="000000"/>
                </a:buClr>
                <a:buSzPts val="2400"/>
                <a:buFont typeface="Arial"/>
                <a:buNone/>
              </a:pPr>
              <a:r>
                <a:rPr b="1" i="0" lang="es" sz="2400" u="none" cap="none" strike="noStrike">
                  <a:solidFill>
                    <a:srgbClr val="102B30"/>
                  </a:solidFill>
                  <a:latin typeface="Arial"/>
                  <a:ea typeface="Arial"/>
                  <a:cs typeface="Arial"/>
                  <a:sym typeface="Arial"/>
                </a:rPr>
                <a:t>Es un modelo de flujo de trabajo para gestionar el desarrollo de software utilizando el sistema de control de versiones Git. </a:t>
              </a:r>
              <a:endParaRPr b="0" i="0" sz="700" u="none" cap="none" strike="noStrike">
                <a:solidFill>
                  <a:srgbClr val="000000"/>
                </a:solidFill>
                <a:latin typeface="Arial"/>
                <a:ea typeface="Arial"/>
                <a:cs typeface="Arial"/>
                <a:sym typeface="Arial"/>
              </a:endParaRPr>
            </a:p>
            <a:p>
              <a:pPr indent="0" lvl="0" marL="0" marR="0" rtl="0" algn="just">
                <a:lnSpc>
                  <a:spcPct val="120008"/>
                </a:lnSpc>
                <a:spcBef>
                  <a:spcPts val="0"/>
                </a:spcBef>
                <a:spcAft>
                  <a:spcPts val="0"/>
                </a:spcAft>
                <a:buClr>
                  <a:srgbClr val="000000"/>
                </a:buClr>
                <a:buSzPts val="2400"/>
                <a:buFont typeface="Arial"/>
                <a:buNone/>
              </a:pPr>
              <a:r>
                <a:t/>
              </a:r>
              <a:endParaRPr b="1" i="0" sz="2400" u="none" cap="none" strike="noStrike">
                <a:solidFill>
                  <a:srgbClr val="102B30"/>
                </a:solidFill>
                <a:latin typeface="Arial"/>
                <a:ea typeface="Arial"/>
                <a:cs typeface="Arial"/>
                <a:sym typeface="Arial"/>
              </a:endParaRPr>
            </a:p>
            <a:p>
              <a:pPr indent="0" lvl="0" marL="0" marR="0" rtl="0" algn="just">
                <a:lnSpc>
                  <a:spcPct val="120008"/>
                </a:lnSpc>
                <a:spcBef>
                  <a:spcPts val="0"/>
                </a:spcBef>
                <a:spcAft>
                  <a:spcPts val="0"/>
                </a:spcAft>
                <a:buClr>
                  <a:srgbClr val="000000"/>
                </a:buClr>
                <a:buSzPts val="2400"/>
                <a:buFont typeface="Arial"/>
                <a:buNone/>
              </a:pPr>
              <a:r>
                <a:rPr b="1" i="0" lang="es" sz="2400" u="none" cap="none" strike="noStrike">
                  <a:solidFill>
                    <a:srgbClr val="102B30"/>
                  </a:solidFill>
                  <a:latin typeface="Arial"/>
                  <a:ea typeface="Arial"/>
                  <a:cs typeface="Arial"/>
                  <a:sym typeface="Arial"/>
                </a:rPr>
                <a:t>Se basa en la idea de tener ramas específicas para diferentes tipos de desarrollo, como características, versiones de lanzamiento y correcciones de errores, lo que facilita la colaboración y el seguimiento del progreso del proyecto de sistemas de control de versiones basados en Git</a:t>
              </a:r>
              <a:endParaRPr b="0" i="0" sz="700" u="none" cap="none" strike="noStrike">
                <a:solidFill>
                  <a:srgbClr val="000000"/>
                </a:solidFill>
                <a:latin typeface="Arial"/>
                <a:ea typeface="Arial"/>
                <a:cs typeface="Arial"/>
                <a:sym typeface="Arial"/>
              </a:endParaRPr>
            </a:p>
          </p:txBody>
        </p:sp>
        <p:sp>
          <p:nvSpPr>
            <p:cNvPr id="682" name="Google Shape;682;p63"/>
            <p:cNvSpPr txBox="1"/>
            <p:nvPr/>
          </p:nvSpPr>
          <p:spPr>
            <a:xfrm>
              <a:off x="0" y="8307388"/>
              <a:ext cx="18337200" cy="310500"/>
            </a:xfrm>
            <a:prstGeom prst="rect">
              <a:avLst/>
            </a:prstGeom>
            <a:noFill/>
            <a:ln>
              <a:noFill/>
            </a:ln>
          </p:spPr>
          <p:txBody>
            <a:bodyPr anchorCtr="0" anchor="t" bIns="0" lIns="0" spcFirstLastPara="1" rIns="0" wrap="square" tIns="0">
              <a:spAutoFit/>
            </a:bodyPr>
            <a:lstStyle/>
            <a:p>
              <a:pPr indent="0" lvl="0" marL="0" marR="0" rtl="0" algn="l">
                <a:lnSpc>
                  <a:spcPct val="181666"/>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683" name="Google Shape;683;p63"/>
          <p:cNvSpPr txBox="1"/>
          <p:nvPr/>
        </p:nvSpPr>
        <p:spPr>
          <a:xfrm>
            <a:off x="514350" y="70327"/>
            <a:ext cx="47250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0" i="0" lang="es" sz="4600" u="none" cap="none" strike="noStrike">
                <a:solidFill>
                  <a:srgbClr val="000000"/>
                </a:solidFill>
                <a:latin typeface="Arial"/>
                <a:ea typeface="Arial"/>
                <a:cs typeface="Arial"/>
                <a:sym typeface="Arial"/>
              </a:rPr>
              <a:t>Qué es Git Flow?</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687" name="Shape 687"/>
        <p:cNvGrpSpPr/>
        <p:nvPr/>
      </p:nvGrpSpPr>
      <p:grpSpPr>
        <a:xfrm>
          <a:off x="0" y="0"/>
          <a:ext cx="0" cy="0"/>
          <a:chOff x="0" y="0"/>
          <a:chExt cx="0" cy="0"/>
        </a:xfrm>
      </p:grpSpPr>
      <p:sp>
        <p:nvSpPr>
          <p:cNvPr id="688" name="Google Shape;688;p64"/>
          <p:cNvSpPr/>
          <p:nvPr/>
        </p:nvSpPr>
        <p:spPr>
          <a:xfrm>
            <a:off x="0" y="697547"/>
            <a:ext cx="9144000" cy="3451860"/>
          </a:xfrm>
          <a:custGeom>
            <a:rect b="b" l="l" r="r" t="t"/>
            <a:pathLst>
              <a:path extrusionOk="0" h="6903720" w="18288000">
                <a:moveTo>
                  <a:pt x="0" y="0"/>
                </a:moveTo>
                <a:lnTo>
                  <a:pt x="18288000" y="0"/>
                </a:lnTo>
                <a:lnTo>
                  <a:pt x="18288000" y="6903720"/>
                </a:lnTo>
                <a:lnTo>
                  <a:pt x="0" y="6903720"/>
                </a:lnTo>
                <a:lnTo>
                  <a:pt x="0" y="0"/>
                </a:lnTo>
                <a:close/>
              </a:path>
            </a:pathLst>
          </a:custGeom>
          <a:blipFill rotWithShape="1">
            <a:blip r:embed="rId3">
              <a:alphaModFix/>
            </a:blip>
            <a:stretch>
              <a:fillRect b="0" l="0" r="0" t="0"/>
            </a:stretch>
          </a:blipFill>
          <a:ln>
            <a:noFill/>
          </a:ln>
        </p:spPr>
      </p:sp>
      <p:sp>
        <p:nvSpPr>
          <p:cNvPr id="689" name="Google Shape;689;p64"/>
          <p:cNvSpPr txBox="1"/>
          <p:nvPr/>
        </p:nvSpPr>
        <p:spPr>
          <a:xfrm>
            <a:off x="0" y="-95250"/>
            <a:ext cx="24123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0" i="0" lang="es" sz="4600" u="none" cap="none" strike="noStrike">
                <a:solidFill>
                  <a:srgbClr val="000000"/>
                </a:solidFill>
                <a:latin typeface="Arial"/>
                <a:ea typeface="Arial"/>
                <a:cs typeface="Arial"/>
                <a:sym typeface="Arial"/>
              </a:rPr>
              <a:t>Ventajas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693" name="Shape 693"/>
        <p:cNvGrpSpPr/>
        <p:nvPr/>
      </p:nvGrpSpPr>
      <p:grpSpPr>
        <a:xfrm>
          <a:off x="0" y="0"/>
          <a:ext cx="0" cy="0"/>
          <a:chOff x="0" y="0"/>
          <a:chExt cx="0" cy="0"/>
        </a:xfrm>
      </p:grpSpPr>
      <p:sp>
        <p:nvSpPr>
          <p:cNvPr id="694" name="Google Shape;694;p65"/>
          <p:cNvSpPr/>
          <p:nvPr/>
        </p:nvSpPr>
        <p:spPr>
          <a:xfrm>
            <a:off x="198332" y="697547"/>
            <a:ext cx="8791396" cy="2923139"/>
          </a:xfrm>
          <a:custGeom>
            <a:rect b="b" l="l" r="r" t="t"/>
            <a:pathLst>
              <a:path extrusionOk="0" h="5846278" w="17582792">
                <a:moveTo>
                  <a:pt x="0" y="0"/>
                </a:moveTo>
                <a:lnTo>
                  <a:pt x="17582792" y="0"/>
                </a:lnTo>
                <a:lnTo>
                  <a:pt x="17582792" y="5846279"/>
                </a:lnTo>
                <a:lnTo>
                  <a:pt x="0" y="5846279"/>
                </a:lnTo>
                <a:lnTo>
                  <a:pt x="0" y="0"/>
                </a:lnTo>
                <a:close/>
              </a:path>
            </a:pathLst>
          </a:custGeom>
          <a:blipFill rotWithShape="1">
            <a:blip r:embed="rId3">
              <a:alphaModFix/>
            </a:blip>
            <a:stretch>
              <a:fillRect b="0" l="0" r="0" t="0"/>
            </a:stretch>
          </a:blipFill>
          <a:ln>
            <a:noFill/>
          </a:ln>
        </p:spPr>
      </p:sp>
      <p:sp>
        <p:nvSpPr>
          <p:cNvPr id="695" name="Google Shape;695;p65"/>
          <p:cNvSpPr txBox="1"/>
          <p:nvPr/>
        </p:nvSpPr>
        <p:spPr>
          <a:xfrm>
            <a:off x="0" y="-95250"/>
            <a:ext cx="36033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0" i="0" lang="es" sz="4600" u="none" cap="none" strike="noStrike">
                <a:solidFill>
                  <a:srgbClr val="000000"/>
                </a:solidFill>
                <a:latin typeface="Arial"/>
                <a:ea typeface="Arial"/>
                <a:cs typeface="Arial"/>
                <a:sym typeface="Arial"/>
              </a:rPr>
              <a:t>Desventajas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23D"/>
        </a:solidFill>
      </p:bgPr>
    </p:bg>
    <p:spTree>
      <p:nvGrpSpPr>
        <p:cNvPr id="699" name="Shape 699"/>
        <p:cNvGrpSpPr/>
        <p:nvPr/>
      </p:nvGrpSpPr>
      <p:grpSpPr>
        <a:xfrm>
          <a:off x="0" y="0"/>
          <a:ext cx="0" cy="0"/>
          <a:chOff x="0" y="0"/>
          <a:chExt cx="0" cy="0"/>
        </a:xfrm>
      </p:grpSpPr>
      <p:sp>
        <p:nvSpPr>
          <p:cNvPr id="700" name="Google Shape;700;p66"/>
          <p:cNvSpPr/>
          <p:nvPr/>
        </p:nvSpPr>
        <p:spPr>
          <a:xfrm>
            <a:off x="209566" y="1489718"/>
            <a:ext cx="429916" cy="603391"/>
          </a:xfrm>
          <a:custGeom>
            <a:rect b="b" l="l" r="r" t="t"/>
            <a:pathLst>
              <a:path extrusionOk="0" h="1206782" w="859832">
                <a:moveTo>
                  <a:pt x="0" y="0"/>
                </a:moveTo>
                <a:lnTo>
                  <a:pt x="859832" y="0"/>
                </a:lnTo>
                <a:lnTo>
                  <a:pt x="859832" y="1206782"/>
                </a:lnTo>
                <a:lnTo>
                  <a:pt x="0" y="1206782"/>
                </a:lnTo>
                <a:lnTo>
                  <a:pt x="0" y="0"/>
                </a:lnTo>
                <a:close/>
              </a:path>
            </a:pathLst>
          </a:custGeom>
          <a:blipFill rotWithShape="1">
            <a:blip r:embed="rId3">
              <a:alphaModFix/>
            </a:blip>
            <a:stretch>
              <a:fillRect b="0" l="0" r="0" t="0"/>
            </a:stretch>
          </a:blipFill>
          <a:ln>
            <a:noFill/>
          </a:ln>
        </p:spPr>
      </p:sp>
      <p:sp>
        <p:nvSpPr>
          <p:cNvPr id="701" name="Google Shape;701;p66"/>
          <p:cNvSpPr/>
          <p:nvPr/>
        </p:nvSpPr>
        <p:spPr>
          <a:xfrm>
            <a:off x="209566" y="3232610"/>
            <a:ext cx="429916" cy="603391"/>
          </a:xfrm>
          <a:custGeom>
            <a:rect b="b" l="l" r="r" t="t"/>
            <a:pathLst>
              <a:path extrusionOk="0" h="1206782" w="859832">
                <a:moveTo>
                  <a:pt x="0" y="0"/>
                </a:moveTo>
                <a:lnTo>
                  <a:pt x="859832" y="0"/>
                </a:lnTo>
                <a:lnTo>
                  <a:pt x="859832" y="1206782"/>
                </a:lnTo>
                <a:lnTo>
                  <a:pt x="0" y="1206782"/>
                </a:lnTo>
                <a:lnTo>
                  <a:pt x="0" y="0"/>
                </a:lnTo>
                <a:close/>
              </a:path>
            </a:pathLst>
          </a:custGeom>
          <a:blipFill rotWithShape="1">
            <a:blip r:embed="rId3">
              <a:alphaModFix/>
            </a:blip>
            <a:stretch>
              <a:fillRect b="0" l="0" r="0" t="0"/>
            </a:stretch>
          </a:blipFill>
          <a:ln>
            <a:noFill/>
          </a:ln>
        </p:spPr>
      </p:sp>
      <p:sp>
        <p:nvSpPr>
          <p:cNvPr id="702" name="Google Shape;702;p66"/>
          <p:cNvSpPr/>
          <p:nvPr/>
        </p:nvSpPr>
        <p:spPr>
          <a:xfrm>
            <a:off x="3149490" y="1232684"/>
            <a:ext cx="256646" cy="1267389"/>
          </a:xfrm>
          <a:custGeom>
            <a:rect b="b" l="l" r="r" t="t"/>
            <a:pathLst>
              <a:path extrusionOk="0" h="2534778" w="513292">
                <a:moveTo>
                  <a:pt x="0" y="0"/>
                </a:moveTo>
                <a:lnTo>
                  <a:pt x="513292" y="0"/>
                </a:lnTo>
                <a:lnTo>
                  <a:pt x="513292" y="2534778"/>
                </a:lnTo>
                <a:lnTo>
                  <a:pt x="0" y="2534778"/>
                </a:lnTo>
                <a:lnTo>
                  <a:pt x="0" y="0"/>
                </a:lnTo>
                <a:close/>
              </a:path>
            </a:pathLst>
          </a:custGeom>
          <a:blipFill rotWithShape="1">
            <a:blip r:embed="rId4">
              <a:alphaModFix/>
            </a:blip>
            <a:stretch>
              <a:fillRect b="0" l="0" r="0" t="0"/>
            </a:stretch>
          </a:blipFill>
          <a:ln>
            <a:noFill/>
          </a:ln>
        </p:spPr>
      </p:sp>
      <p:sp>
        <p:nvSpPr>
          <p:cNvPr id="703" name="Google Shape;703;p66"/>
          <p:cNvSpPr txBox="1"/>
          <p:nvPr/>
        </p:nvSpPr>
        <p:spPr>
          <a:xfrm>
            <a:off x="814893" y="1673625"/>
            <a:ext cx="1998300" cy="7389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Clr>
                <a:srgbClr val="000000"/>
              </a:buClr>
              <a:buSzPts val="2000"/>
              <a:buFont typeface="Arial"/>
              <a:buNone/>
            </a:pPr>
            <a:r>
              <a:rPr b="1" i="0" lang="es" sz="2000" u="none" cap="none" strike="noStrike">
                <a:solidFill>
                  <a:srgbClr val="F2EDDB"/>
                </a:solidFill>
                <a:latin typeface="Arial"/>
                <a:ea typeface="Arial"/>
                <a:cs typeface="Arial"/>
                <a:sym typeface="Arial"/>
              </a:rPr>
              <a:t>Ramas principales</a:t>
            </a:r>
            <a:endParaRPr b="0" i="0" sz="700" u="none" cap="none" strike="noStrike">
              <a:solidFill>
                <a:srgbClr val="000000"/>
              </a:solidFill>
              <a:latin typeface="Arial"/>
              <a:ea typeface="Arial"/>
              <a:cs typeface="Arial"/>
              <a:sym typeface="Arial"/>
            </a:endParaRPr>
          </a:p>
        </p:txBody>
      </p:sp>
      <p:sp>
        <p:nvSpPr>
          <p:cNvPr id="704" name="Google Shape;704;p66"/>
          <p:cNvSpPr txBox="1"/>
          <p:nvPr/>
        </p:nvSpPr>
        <p:spPr>
          <a:xfrm>
            <a:off x="887635" y="3341553"/>
            <a:ext cx="1842000" cy="7389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Clr>
                <a:srgbClr val="000000"/>
              </a:buClr>
              <a:buSzPts val="2000"/>
              <a:buFont typeface="Arial"/>
              <a:buNone/>
            </a:pPr>
            <a:r>
              <a:rPr b="1" i="0" lang="es" sz="2000" u="none" cap="none" strike="noStrike">
                <a:solidFill>
                  <a:srgbClr val="F2EDDB"/>
                </a:solidFill>
                <a:latin typeface="Arial"/>
                <a:ea typeface="Arial"/>
                <a:cs typeface="Arial"/>
                <a:sym typeface="Arial"/>
              </a:rPr>
              <a:t>Ramas auxiliares</a:t>
            </a:r>
            <a:endParaRPr b="0" i="0" sz="700" u="none" cap="none" strike="noStrike">
              <a:solidFill>
                <a:srgbClr val="000000"/>
              </a:solidFill>
              <a:latin typeface="Arial"/>
              <a:ea typeface="Arial"/>
              <a:cs typeface="Arial"/>
              <a:sym typeface="Arial"/>
            </a:endParaRPr>
          </a:p>
        </p:txBody>
      </p:sp>
      <p:sp>
        <p:nvSpPr>
          <p:cNvPr id="705" name="Google Shape;705;p66"/>
          <p:cNvSpPr txBox="1"/>
          <p:nvPr/>
        </p:nvSpPr>
        <p:spPr>
          <a:xfrm>
            <a:off x="3731296" y="2829798"/>
            <a:ext cx="9372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900"/>
              <a:buFont typeface="Arial"/>
              <a:buNone/>
            </a:pPr>
            <a:r>
              <a:rPr b="1" i="0" lang="es" sz="1900" u="none" cap="none" strike="noStrike">
                <a:solidFill>
                  <a:srgbClr val="F2EDDB"/>
                </a:solidFill>
                <a:latin typeface="Open Sans"/>
                <a:ea typeface="Open Sans"/>
                <a:cs typeface="Open Sans"/>
                <a:sym typeface="Open Sans"/>
              </a:rPr>
              <a:t>Feature</a:t>
            </a:r>
            <a:endParaRPr b="0" i="0" sz="700" u="none" cap="none" strike="noStrike">
              <a:solidFill>
                <a:srgbClr val="000000"/>
              </a:solidFill>
              <a:latin typeface="Arial"/>
              <a:ea typeface="Arial"/>
              <a:cs typeface="Arial"/>
              <a:sym typeface="Arial"/>
            </a:endParaRPr>
          </a:p>
        </p:txBody>
      </p:sp>
      <p:sp>
        <p:nvSpPr>
          <p:cNvPr id="706" name="Google Shape;706;p66"/>
          <p:cNvSpPr txBox="1"/>
          <p:nvPr/>
        </p:nvSpPr>
        <p:spPr>
          <a:xfrm>
            <a:off x="3731296" y="3421578"/>
            <a:ext cx="968700" cy="738900"/>
          </a:xfrm>
          <a:prstGeom prst="rect">
            <a:avLst/>
          </a:prstGeom>
          <a:noFill/>
          <a:ln>
            <a:noFill/>
          </a:ln>
        </p:spPr>
        <p:txBody>
          <a:bodyPr anchorCtr="0" anchor="t" bIns="0" lIns="0" spcFirstLastPara="1" rIns="0" wrap="square" tIns="0">
            <a:spAutoFit/>
          </a:bodyPr>
          <a:lstStyle/>
          <a:p>
            <a:pPr indent="0" lvl="0" marL="0" marR="0" rtl="0" algn="ctr">
              <a:lnSpc>
                <a:spcPct val="140030"/>
              </a:lnSpc>
              <a:spcBef>
                <a:spcPts val="0"/>
              </a:spcBef>
              <a:spcAft>
                <a:spcPts val="0"/>
              </a:spcAft>
              <a:buClr>
                <a:srgbClr val="000000"/>
              </a:buClr>
              <a:buSzPts val="2000"/>
              <a:buFont typeface="Arial"/>
              <a:buNone/>
            </a:pPr>
            <a:r>
              <a:rPr b="1" i="0" lang="es" sz="2000" u="none" cap="none" strike="noStrike">
                <a:solidFill>
                  <a:srgbClr val="F2EDDB"/>
                </a:solidFill>
                <a:latin typeface="Open Sans"/>
                <a:ea typeface="Open Sans"/>
                <a:cs typeface="Open Sans"/>
                <a:sym typeface="Open Sans"/>
              </a:rPr>
              <a:t>Release</a:t>
            </a:r>
            <a:endParaRPr b="0" i="0" sz="700" u="none" cap="none" strike="noStrike">
              <a:solidFill>
                <a:srgbClr val="000000"/>
              </a:solidFill>
              <a:latin typeface="Arial"/>
              <a:ea typeface="Arial"/>
              <a:cs typeface="Arial"/>
              <a:sym typeface="Arial"/>
            </a:endParaRPr>
          </a:p>
        </p:txBody>
      </p:sp>
      <p:sp>
        <p:nvSpPr>
          <p:cNvPr id="707" name="Google Shape;707;p66"/>
          <p:cNvSpPr txBox="1"/>
          <p:nvPr/>
        </p:nvSpPr>
        <p:spPr>
          <a:xfrm>
            <a:off x="3842507" y="4023289"/>
            <a:ext cx="7461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900"/>
              <a:buFont typeface="Arial"/>
              <a:buNone/>
            </a:pPr>
            <a:r>
              <a:rPr b="1" i="0" lang="es" sz="1900" u="none" cap="none" strike="noStrike">
                <a:solidFill>
                  <a:srgbClr val="F2EDDB"/>
                </a:solidFill>
                <a:latin typeface="Open Sans"/>
                <a:ea typeface="Open Sans"/>
                <a:cs typeface="Open Sans"/>
                <a:sym typeface="Open Sans"/>
              </a:rPr>
              <a:t>Hotfix</a:t>
            </a:r>
            <a:endParaRPr b="0" i="0" sz="700" u="none" cap="none" strike="noStrike">
              <a:solidFill>
                <a:srgbClr val="000000"/>
              </a:solidFill>
              <a:latin typeface="Arial"/>
              <a:ea typeface="Arial"/>
              <a:cs typeface="Arial"/>
              <a:sym typeface="Arial"/>
            </a:endParaRPr>
          </a:p>
        </p:txBody>
      </p:sp>
      <p:sp>
        <p:nvSpPr>
          <p:cNvPr id="708" name="Google Shape;708;p66"/>
          <p:cNvSpPr txBox="1"/>
          <p:nvPr/>
        </p:nvSpPr>
        <p:spPr>
          <a:xfrm>
            <a:off x="676922" y="370686"/>
            <a:ext cx="7610400" cy="812700"/>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Clr>
                <a:srgbClr val="000000"/>
              </a:buClr>
              <a:buSzPts val="2200"/>
              <a:buFont typeface="Arial"/>
              <a:buNone/>
            </a:pPr>
            <a:r>
              <a:rPr b="1" i="0" lang="es" sz="2200" u="none" cap="none" strike="noStrike">
                <a:solidFill>
                  <a:srgbClr val="F2EDDB"/>
                </a:solidFill>
                <a:latin typeface="Arial"/>
                <a:ea typeface="Arial"/>
                <a:cs typeface="Arial"/>
                <a:sym typeface="Arial"/>
              </a:rPr>
              <a:t>Existen dos distinciones principales en las ramas que define GitFlow:</a:t>
            </a:r>
            <a:endParaRPr b="0" i="0" sz="700" u="none" cap="none" strike="noStrike">
              <a:solidFill>
                <a:srgbClr val="000000"/>
              </a:solidFill>
              <a:latin typeface="Arial"/>
              <a:ea typeface="Arial"/>
              <a:cs typeface="Arial"/>
              <a:sym typeface="Arial"/>
            </a:endParaRPr>
          </a:p>
        </p:txBody>
      </p:sp>
      <p:sp>
        <p:nvSpPr>
          <p:cNvPr id="709" name="Google Shape;709;p66"/>
          <p:cNvSpPr txBox="1"/>
          <p:nvPr/>
        </p:nvSpPr>
        <p:spPr>
          <a:xfrm>
            <a:off x="3896821" y="1318303"/>
            <a:ext cx="6063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900"/>
              <a:buFont typeface="Arial"/>
              <a:buNone/>
            </a:pPr>
            <a:r>
              <a:rPr b="1" i="0" lang="es" sz="1900" u="none" cap="none" strike="noStrike">
                <a:solidFill>
                  <a:srgbClr val="F2EDDB"/>
                </a:solidFill>
                <a:latin typeface="Open Sans"/>
                <a:ea typeface="Open Sans"/>
                <a:cs typeface="Open Sans"/>
                <a:sym typeface="Open Sans"/>
              </a:rPr>
              <a:t>Main</a:t>
            </a:r>
            <a:endParaRPr b="0" i="0" sz="700" u="none" cap="none" strike="noStrike">
              <a:solidFill>
                <a:srgbClr val="000000"/>
              </a:solidFill>
              <a:latin typeface="Arial"/>
              <a:ea typeface="Arial"/>
              <a:cs typeface="Arial"/>
              <a:sym typeface="Arial"/>
            </a:endParaRPr>
          </a:p>
        </p:txBody>
      </p:sp>
      <p:sp>
        <p:nvSpPr>
          <p:cNvPr id="710" name="Google Shape;710;p66"/>
          <p:cNvSpPr txBox="1"/>
          <p:nvPr/>
        </p:nvSpPr>
        <p:spPr>
          <a:xfrm>
            <a:off x="3742367" y="1910084"/>
            <a:ext cx="9780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900"/>
              <a:buFont typeface="Arial"/>
              <a:buNone/>
            </a:pPr>
            <a:r>
              <a:rPr b="1" i="0" lang="es" sz="1900" u="none" cap="none" strike="noStrike">
                <a:solidFill>
                  <a:srgbClr val="F2EDDB"/>
                </a:solidFill>
                <a:latin typeface="Open Sans"/>
                <a:ea typeface="Open Sans"/>
                <a:cs typeface="Open Sans"/>
                <a:sym typeface="Open Sans"/>
              </a:rPr>
              <a:t>Develop</a:t>
            </a:r>
            <a:endParaRPr b="0" i="0" sz="700" u="none" cap="none" strike="noStrike">
              <a:solidFill>
                <a:srgbClr val="000000"/>
              </a:solidFill>
              <a:latin typeface="Arial"/>
              <a:ea typeface="Arial"/>
              <a:cs typeface="Arial"/>
              <a:sym typeface="Arial"/>
            </a:endParaRPr>
          </a:p>
        </p:txBody>
      </p:sp>
      <p:sp>
        <p:nvSpPr>
          <p:cNvPr id="711" name="Google Shape;711;p66"/>
          <p:cNvSpPr/>
          <p:nvPr/>
        </p:nvSpPr>
        <p:spPr>
          <a:xfrm>
            <a:off x="3149490" y="2938925"/>
            <a:ext cx="256646" cy="1267389"/>
          </a:xfrm>
          <a:custGeom>
            <a:rect b="b" l="l" r="r" t="t"/>
            <a:pathLst>
              <a:path extrusionOk="0" h="2534778" w="513292">
                <a:moveTo>
                  <a:pt x="0" y="0"/>
                </a:moveTo>
                <a:lnTo>
                  <a:pt x="513292" y="0"/>
                </a:lnTo>
                <a:lnTo>
                  <a:pt x="513292" y="2534778"/>
                </a:lnTo>
                <a:lnTo>
                  <a:pt x="0" y="2534778"/>
                </a:lnTo>
                <a:lnTo>
                  <a:pt x="0" y="0"/>
                </a:lnTo>
                <a:close/>
              </a:path>
            </a:pathLst>
          </a:custGeom>
          <a:blipFill rotWithShape="1">
            <a:blip r:embed="rId4">
              <a:alphaModFix/>
            </a:blip>
            <a:stretch>
              <a:fillRect b="0" l="0" r="0" t="0"/>
            </a:stretch>
          </a:blipFill>
          <a:ln>
            <a:noFill/>
          </a:ln>
        </p:spPr>
      </p:sp>
      <p:sp>
        <p:nvSpPr>
          <p:cNvPr id="712" name="Google Shape;712;p66"/>
          <p:cNvSpPr txBox="1"/>
          <p:nvPr/>
        </p:nvSpPr>
        <p:spPr>
          <a:xfrm>
            <a:off x="4943727" y="1304614"/>
            <a:ext cx="4085700" cy="1600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300"/>
              <a:buFont typeface="Arial"/>
              <a:buNone/>
            </a:pPr>
            <a:r>
              <a:rPr b="1" i="0" lang="es" sz="1300" u="none" cap="none" strike="noStrike">
                <a:solidFill>
                  <a:srgbClr val="F2EDDB"/>
                </a:solidFill>
                <a:latin typeface="Open Sans"/>
                <a:ea typeface="Open Sans"/>
                <a:cs typeface="Open Sans"/>
                <a:sym typeface="Open Sans"/>
              </a:rPr>
              <a:t>La principal característica de las ramas principales es que solo existe una de cada tipo. El objetivo es que no se instancien y que no reciban código de forma directa a través de commit, siempre tienen que recibir código a través de ramas auxiliares.</a:t>
            </a:r>
            <a:endParaRPr b="0" i="0" sz="700" u="none" cap="none" strike="noStrike">
              <a:solidFill>
                <a:srgbClr val="000000"/>
              </a:solidFill>
              <a:latin typeface="Arial"/>
              <a:ea typeface="Arial"/>
              <a:cs typeface="Arial"/>
              <a:sym typeface="Arial"/>
            </a:endParaRPr>
          </a:p>
        </p:txBody>
      </p:sp>
      <p:sp>
        <p:nvSpPr>
          <p:cNvPr id="713" name="Google Shape;713;p66"/>
          <p:cNvSpPr txBox="1"/>
          <p:nvPr/>
        </p:nvSpPr>
        <p:spPr>
          <a:xfrm>
            <a:off x="4947534" y="3342109"/>
            <a:ext cx="4085700" cy="760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300"/>
              <a:buFont typeface="Arial"/>
              <a:buNone/>
            </a:pPr>
            <a:r>
              <a:rPr b="1" i="0" lang="es" sz="1300" u="none" cap="none" strike="noStrike">
                <a:solidFill>
                  <a:srgbClr val="F2EDDB"/>
                </a:solidFill>
                <a:latin typeface="Open Sans"/>
                <a:ea typeface="Open Sans"/>
                <a:cs typeface="Open Sans"/>
                <a:sym typeface="Open Sans"/>
              </a:rPr>
              <a:t>Por otro lado las ramas auxiliares se puede instanciarse todas las veces que se consideren necesarias, aquí se deben realizar los commits.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17" name="Shape 717"/>
        <p:cNvGrpSpPr/>
        <p:nvPr/>
      </p:nvGrpSpPr>
      <p:grpSpPr>
        <a:xfrm>
          <a:off x="0" y="0"/>
          <a:ext cx="0" cy="0"/>
          <a:chOff x="0" y="0"/>
          <a:chExt cx="0" cy="0"/>
        </a:xfrm>
      </p:grpSpPr>
      <p:sp>
        <p:nvSpPr>
          <p:cNvPr id="718" name="Google Shape;718;p67"/>
          <p:cNvSpPr/>
          <p:nvPr/>
        </p:nvSpPr>
        <p:spPr>
          <a:xfrm>
            <a:off x="7429500" y="80497"/>
            <a:ext cx="1717716" cy="3435433"/>
          </a:xfrm>
          <a:custGeom>
            <a:rect b="b" l="l" r="r" t="t"/>
            <a:pathLst>
              <a:path extrusionOk="0" h="3827780" w="1913890">
                <a:moveTo>
                  <a:pt x="0" y="0"/>
                </a:moveTo>
                <a:lnTo>
                  <a:pt x="1913890" y="0"/>
                </a:lnTo>
                <a:lnTo>
                  <a:pt x="1913890" y="3827780"/>
                </a:lnTo>
                <a:lnTo>
                  <a:pt x="0" y="3827780"/>
                </a:lnTo>
                <a:close/>
              </a:path>
            </a:pathLst>
          </a:custGeom>
          <a:solidFill>
            <a:srgbClr val="E69451"/>
          </a:solidFill>
          <a:ln>
            <a:noFill/>
          </a:ln>
        </p:spPr>
      </p:sp>
      <p:sp>
        <p:nvSpPr>
          <p:cNvPr id="719" name="Google Shape;719;p67"/>
          <p:cNvSpPr/>
          <p:nvPr/>
        </p:nvSpPr>
        <p:spPr>
          <a:xfrm>
            <a:off x="7424885" y="-6113"/>
            <a:ext cx="1717716" cy="1717716"/>
          </a:xfrm>
          <a:custGeom>
            <a:rect b="b" l="l" r="r" t="t"/>
            <a:pathLst>
              <a:path extrusionOk="0" h="1913890" w="1913890">
                <a:moveTo>
                  <a:pt x="0" y="0"/>
                </a:moveTo>
                <a:lnTo>
                  <a:pt x="1913890" y="0"/>
                </a:lnTo>
                <a:lnTo>
                  <a:pt x="1913890" y="1913890"/>
                </a:lnTo>
                <a:lnTo>
                  <a:pt x="0" y="1913890"/>
                </a:lnTo>
                <a:close/>
              </a:path>
            </a:pathLst>
          </a:custGeom>
          <a:solidFill>
            <a:srgbClr val="000000">
              <a:alpha val="0"/>
            </a:srgbClr>
          </a:solidFill>
          <a:ln>
            <a:noFill/>
          </a:ln>
        </p:spPr>
      </p:sp>
      <p:sp>
        <p:nvSpPr>
          <p:cNvPr id="720" name="Google Shape;720;p67"/>
          <p:cNvSpPr/>
          <p:nvPr/>
        </p:nvSpPr>
        <p:spPr>
          <a:xfrm>
            <a:off x="7267543" y="1708387"/>
            <a:ext cx="1708147" cy="1708147"/>
          </a:xfrm>
          <a:custGeom>
            <a:rect b="b" l="l" r="r" t="t"/>
            <a:pathLst>
              <a:path extrusionOk="0" h="1913890" w="1913890">
                <a:moveTo>
                  <a:pt x="0" y="0"/>
                </a:moveTo>
                <a:lnTo>
                  <a:pt x="1913890" y="0"/>
                </a:lnTo>
                <a:lnTo>
                  <a:pt x="1913890" y="1913890"/>
                </a:lnTo>
                <a:lnTo>
                  <a:pt x="0" y="1913890"/>
                </a:lnTo>
                <a:close/>
              </a:path>
            </a:pathLst>
          </a:custGeom>
          <a:solidFill>
            <a:srgbClr val="000000">
              <a:alpha val="0"/>
            </a:srgbClr>
          </a:solidFill>
          <a:ln>
            <a:noFill/>
          </a:ln>
        </p:spPr>
      </p:sp>
      <p:sp>
        <p:nvSpPr>
          <p:cNvPr id="721" name="Google Shape;721;p67"/>
          <p:cNvSpPr/>
          <p:nvPr/>
        </p:nvSpPr>
        <p:spPr>
          <a:xfrm>
            <a:off x="7424885" y="3429000"/>
            <a:ext cx="1717716" cy="1717716"/>
          </a:xfrm>
          <a:custGeom>
            <a:rect b="b" l="l" r="r" t="t"/>
            <a:pathLst>
              <a:path extrusionOk="0" h="1913890" w="1913890">
                <a:moveTo>
                  <a:pt x="0" y="0"/>
                </a:moveTo>
                <a:lnTo>
                  <a:pt x="1913890" y="0"/>
                </a:lnTo>
                <a:lnTo>
                  <a:pt x="1913890" y="1913890"/>
                </a:lnTo>
                <a:lnTo>
                  <a:pt x="0" y="1913890"/>
                </a:lnTo>
                <a:close/>
              </a:path>
            </a:pathLst>
          </a:custGeom>
          <a:solidFill>
            <a:srgbClr val="F8B740"/>
          </a:solidFill>
          <a:ln>
            <a:noFill/>
          </a:ln>
        </p:spPr>
      </p:sp>
      <p:sp>
        <p:nvSpPr>
          <p:cNvPr id="722" name="Google Shape;722;p67"/>
          <p:cNvSpPr/>
          <p:nvPr/>
        </p:nvSpPr>
        <p:spPr>
          <a:xfrm>
            <a:off x="8331092" y="1794997"/>
            <a:ext cx="603250" cy="60325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8B740"/>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723" name="Google Shape;723;p67"/>
          <p:cNvSpPr/>
          <p:nvPr/>
        </p:nvSpPr>
        <p:spPr>
          <a:xfrm>
            <a:off x="7424886" y="0"/>
            <a:ext cx="3429000" cy="1714500"/>
          </a:xfrm>
          <a:custGeom>
            <a:rect b="b" l="l" r="r" t="t"/>
            <a:pathLst>
              <a:path extrusionOk="0" h="3429000" w="6858000">
                <a:moveTo>
                  <a:pt x="0" y="0"/>
                </a:moveTo>
                <a:lnTo>
                  <a:pt x="6858000" y="0"/>
                </a:lnTo>
                <a:lnTo>
                  <a:pt x="6858000" y="3429000"/>
                </a:lnTo>
                <a:lnTo>
                  <a:pt x="0" y="3429000"/>
                </a:lnTo>
                <a:lnTo>
                  <a:pt x="0" y="0"/>
                </a:lnTo>
                <a:close/>
              </a:path>
            </a:pathLst>
          </a:custGeom>
          <a:blipFill rotWithShape="1">
            <a:blip r:embed="rId3">
              <a:alphaModFix/>
            </a:blip>
            <a:stretch>
              <a:fillRect b="0" l="0" r="0" t="0"/>
            </a:stretch>
          </a:blipFill>
          <a:ln>
            <a:noFill/>
          </a:ln>
        </p:spPr>
      </p:sp>
      <p:sp>
        <p:nvSpPr>
          <p:cNvPr id="724" name="Google Shape;724;p67"/>
          <p:cNvSpPr txBox="1"/>
          <p:nvPr/>
        </p:nvSpPr>
        <p:spPr>
          <a:xfrm>
            <a:off x="1931287" y="-5225"/>
            <a:ext cx="48315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D6533C"/>
                </a:solidFill>
                <a:latin typeface="Open Sans"/>
                <a:ea typeface="Open Sans"/>
                <a:cs typeface="Open Sans"/>
                <a:sym typeface="Open Sans"/>
              </a:rPr>
              <a:t>MAIN BRANCH</a:t>
            </a:r>
            <a:endParaRPr b="0" i="0" sz="700" u="none" cap="none" strike="noStrike">
              <a:solidFill>
                <a:srgbClr val="000000"/>
              </a:solidFill>
              <a:latin typeface="Arial"/>
              <a:ea typeface="Arial"/>
              <a:cs typeface="Arial"/>
              <a:sym typeface="Arial"/>
            </a:endParaRPr>
          </a:p>
        </p:txBody>
      </p:sp>
      <p:sp>
        <p:nvSpPr>
          <p:cNvPr id="725" name="Google Shape;725;p67"/>
          <p:cNvSpPr/>
          <p:nvPr/>
        </p:nvSpPr>
        <p:spPr>
          <a:xfrm>
            <a:off x="7424886" y="3419810"/>
            <a:ext cx="3317875" cy="331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6533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726" name="Google Shape;726;p67"/>
          <p:cNvSpPr txBox="1"/>
          <p:nvPr/>
        </p:nvSpPr>
        <p:spPr>
          <a:xfrm>
            <a:off x="83575" y="1036188"/>
            <a:ext cx="7184100" cy="3768300"/>
          </a:xfrm>
          <a:prstGeom prst="rect">
            <a:avLst/>
          </a:prstGeom>
          <a:noFill/>
          <a:ln>
            <a:noFill/>
          </a:ln>
        </p:spPr>
        <p:txBody>
          <a:bodyPr anchorCtr="0" anchor="t" bIns="0" lIns="0" spcFirstLastPara="1" rIns="0" wrap="square" tIns="0">
            <a:spAutoFit/>
          </a:bodyPr>
          <a:lstStyle/>
          <a:p>
            <a:pPr indent="-203200" lvl="1" marL="406400" marR="0" rtl="0" algn="just">
              <a:lnSpc>
                <a:spcPct val="140005"/>
              </a:lnSpc>
              <a:spcBef>
                <a:spcPts val="0"/>
              </a:spcBef>
              <a:spcAft>
                <a:spcPts val="0"/>
              </a:spcAft>
              <a:buClr>
                <a:srgbClr val="10223D"/>
              </a:buClr>
              <a:buSzPts val="1800"/>
              <a:buFont typeface="Arial"/>
              <a:buChar char="•"/>
            </a:pPr>
            <a:r>
              <a:rPr b="0" i="0" lang="es" sz="1800" u="none" cap="none" strike="noStrike">
                <a:solidFill>
                  <a:srgbClr val="10223D"/>
                </a:solidFill>
                <a:latin typeface="Arial"/>
                <a:ea typeface="Arial"/>
                <a:cs typeface="Arial"/>
                <a:sym typeface="Arial"/>
              </a:rPr>
              <a:t>Es la rama principal y debe contener siempre la versión más estable del proyecto. Esta rama contiene solo el código que ha sido completamente probado y está listo para ser liberado a los usuarios finales.</a:t>
            </a:r>
            <a:endParaRPr b="0" i="0" sz="600" u="none" cap="none" strike="noStrike">
              <a:solidFill>
                <a:srgbClr val="000000"/>
              </a:solidFill>
              <a:latin typeface="Arial"/>
              <a:ea typeface="Arial"/>
              <a:cs typeface="Arial"/>
              <a:sym typeface="Arial"/>
            </a:endParaRPr>
          </a:p>
          <a:p>
            <a:pPr indent="-203200" lvl="1" marL="406400" marR="0" rtl="0" algn="just">
              <a:lnSpc>
                <a:spcPct val="140005"/>
              </a:lnSpc>
              <a:spcBef>
                <a:spcPts val="0"/>
              </a:spcBef>
              <a:spcAft>
                <a:spcPts val="0"/>
              </a:spcAft>
              <a:buClr>
                <a:srgbClr val="10223D"/>
              </a:buClr>
              <a:buSzPts val="1800"/>
              <a:buFont typeface="Arial"/>
              <a:buChar char="•"/>
            </a:pPr>
            <a:r>
              <a:rPr b="0" i="0" lang="es" sz="1800" u="none" cap="none" strike="noStrike">
                <a:solidFill>
                  <a:srgbClr val="10223D"/>
                </a:solidFill>
                <a:latin typeface="Arial"/>
                <a:ea typeface="Arial"/>
                <a:cs typeface="Arial"/>
                <a:sym typeface="Arial"/>
              </a:rPr>
              <a:t>Al momento de fusionar el código con la rama main/master se debe de hacer desde la rama release o en dado caso hotfix.</a:t>
            </a:r>
            <a:endParaRPr b="0" i="0" sz="1800" u="none" cap="none" strike="noStrike">
              <a:solidFill>
                <a:srgbClr val="10223D"/>
              </a:solidFill>
              <a:latin typeface="Arial"/>
              <a:ea typeface="Arial"/>
              <a:cs typeface="Arial"/>
              <a:sym typeface="Arial"/>
            </a:endParaRPr>
          </a:p>
          <a:p>
            <a:pPr indent="-203200" lvl="1" marL="406400" marR="0" rtl="0" algn="just">
              <a:lnSpc>
                <a:spcPct val="140005"/>
              </a:lnSpc>
              <a:spcBef>
                <a:spcPts val="0"/>
              </a:spcBef>
              <a:spcAft>
                <a:spcPts val="0"/>
              </a:spcAft>
              <a:buClr>
                <a:srgbClr val="10223D"/>
              </a:buClr>
              <a:buSzPts val="1800"/>
              <a:buFont typeface="Arial"/>
              <a:buChar char="•"/>
            </a:pPr>
            <a:r>
              <a:rPr b="0" i="0" lang="es" sz="1800" u="none" cap="none" strike="noStrike">
                <a:solidFill>
                  <a:srgbClr val="10223D"/>
                </a:solidFill>
                <a:latin typeface="Arial"/>
                <a:ea typeface="Arial"/>
                <a:cs typeface="Arial"/>
                <a:sym typeface="Arial"/>
              </a:rPr>
              <a:t>Cuando se realiza una versión estable del software, se etiqueta la confirmación en la rama main con un número de versión o una etiqueta específica.</a:t>
            </a:r>
            <a:endParaRPr b="0" i="0" sz="600"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1800"/>
              <a:buFont typeface="Arial"/>
              <a:buNone/>
            </a:pPr>
            <a:r>
              <a:t/>
            </a:r>
            <a:endParaRPr b="0" i="0" sz="1800" u="none" cap="none" strike="noStrike">
              <a:solidFill>
                <a:srgbClr val="10223D"/>
              </a:solidFill>
              <a:latin typeface="Arial"/>
              <a:ea typeface="Arial"/>
              <a:cs typeface="Arial"/>
              <a:sym typeface="Arial"/>
            </a:endParaRPr>
          </a:p>
        </p:txBody>
      </p:sp>
      <p:sp>
        <p:nvSpPr>
          <p:cNvPr id="727" name="Google Shape;727;p67"/>
          <p:cNvSpPr txBox="1"/>
          <p:nvPr/>
        </p:nvSpPr>
        <p:spPr>
          <a:xfrm>
            <a:off x="3398363" y="744712"/>
            <a:ext cx="1567500" cy="2616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1700"/>
              <a:buFont typeface="Arial"/>
              <a:buNone/>
            </a:pPr>
            <a:r>
              <a:rPr b="0" i="0" lang="es" sz="1700" u="none" cap="none" strike="noStrike">
                <a:solidFill>
                  <a:srgbClr val="10223D"/>
                </a:solidFill>
                <a:latin typeface="Arial"/>
                <a:ea typeface="Arial"/>
                <a:cs typeface="Arial"/>
                <a:sym typeface="Arial"/>
              </a:rPr>
              <a:t>(master/main)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31" name="Shape 731"/>
        <p:cNvGrpSpPr/>
        <p:nvPr/>
      </p:nvGrpSpPr>
      <p:grpSpPr>
        <a:xfrm>
          <a:off x="0" y="0"/>
          <a:ext cx="0" cy="0"/>
          <a:chOff x="0" y="0"/>
          <a:chExt cx="0" cy="0"/>
        </a:xfrm>
      </p:grpSpPr>
      <p:sp>
        <p:nvSpPr>
          <p:cNvPr id="732" name="Google Shape;732;p68"/>
          <p:cNvSpPr/>
          <p:nvPr/>
        </p:nvSpPr>
        <p:spPr>
          <a:xfrm>
            <a:off x="7249790" y="3857625"/>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733" name="Google Shape;733;p68"/>
          <p:cNvSpPr/>
          <p:nvPr/>
        </p:nvSpPr>
        <p:spPr>
          <a:xfrm>
            <a:off x="8535665" y="2571750"/>
            <a:ext cx="1287091" cy="1287091"/>
          </a:xfrm>
          <a:custGeom>
            <a:rect b="b" l="l" r="r" t="t"/>
            <a:pathLst>
              <a:path extrusionOk="0" h="1913890" w="1913890">
                <a:moveTo>
                  <a:pt x="0" y="0"/>
                </a:moveTo>
                <a:lnTo>
                  <a:pt x="1913890" y="0"/>
                </a:lnTo>
                <a:lnTo>
                  <a:pt x="1913890" y="1913890"/>
                </a:lnTo>
                <a:lnTo>
                  <a:pt x="0" y="1913890"/>
                </a:lnTo>
                <a:close/>
              </a:path>
            </a:pathLst>
          </a:custGeom>
          <a:solidFill>
            <a:srgbClr val="FFC2B4"/>
          </a:solidFill>
          <a:ln>
            <a:noFill/>
          </a:ln>
        </p:spPr>
      </p:sp>
      <p:sp>
        <p:nvSpPr>
          <p:cNvPr id="734" name="Google Shape;734;p68"/>
          <p:cNvSpPr/>
          <p:nvPr/>
        </p:nvSpPr>
        <p:spPr>
          <a:xfrm>
            <a:off x="7249790" y="2571750"/>
            <a:ext cx="1287091" cy="1287091"/>
          </a:xfrm>
          <a:custGeom>
            <a:rect b="b" l="l" r="r" t="t"/>
            <a:pathLst>
              <a:path extrusionOk="0" h="1913890" w="1913890">
                <a:moveTo>
                  <a:pt x="0" y="0"/>
                </a:moveTo>
                <a:lnTo>
                  <a:pt x="1913890" y="0"/>
                </a:lnTo>
                <a:lnTo>
                  <a:pt x="1913890" y="1913890"/>
                </a:lnTo>
                <a:lnTo>
                  <a:pt x="0" y="1913890"/>
                </a:lnTo>
                <a:close/>
              </a:path>
            </a:pathLst>
          </a:custGeom>
          <a:solidFill>
            <a:srgbClr val="D6533C"/>
          </a:solidFill>
          <a:ln>
            <a:noFill/>
          </a:ln>
        </p:spPr>
      </p:sp>
      <p:sp>
        <p:nvSpPr>
          <p:cNvPr id="735" name="Google Shape;735;p68"/>
          <p:cNvSpPr/>
          <p:nvPr/>
        </p:nvSpPr>
        <p:spPr>
          <a:xfrm>
            <a:off x="8746283" y="2784830"/>
            <a:ext cx="857250" cy="85725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2EDD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736" name="Google Shape;736;p68"/>
          <p:cNvSpPr/>
          <p:nvPr/>
        </p:nvSpPr>
        <p:spPr>
          <a:xfrm rot="-5400000">
            <a:off x="7902573" y="652622"/>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4">
              <a:alphaModFix/>
            </a:blip>
            <a:stretch>
              <a:fillRect b="0" l="0" r="0" t="0"/>
            </a:stretch>
          </a:blipFill>
          <a:ln>
            <a:noFill/>
          </a:ln>
        </p:spPr>
      </p:sp>
      <p:sp>
        <p:nvSpPr>
          <p:cNvPr id="737" name="Google Shape;737;p68"/>
          <p:cNvSpPr/>
          <p:nvPr/>
        </p:nvSpPr>
        <p:spPr>
          <a:xfrm>
            <a:off x="7249790" y="1285715"/>
            <a:ext cx="1295720" cy="1295720"/>
          </a:xfrm>
          <a:custGeom>
            <a:rect b="b" l="l" r="r" t="t"/>
            <a:pathLst>
              <a:path extrusionOk="0" h="2591440" w="2591440">
                <a:moveTo>
                  <a:pt x="0" y="0"/>
                </a:moveTo>
                <a:lnTo>
                  <a:pt x="2591440" y="0"/>
                </a:lnTo>
                <a:lnTo>
                  <a:pt x="2591440" y="2591440"/>
                </a:lnTo>
                <a:lnTo>
                  <a:pt x="0" y="2591440"/>
                </a:lnTo>
                <a:lnTo>
                  <a:pt x="0" y="0"/>
                </a:lnTo>
                <a:close/>
              </a:path>
            </a:pathLst>
          </a:custGeom>
          <a:blipFill rotWithShape="1">
            <a:blip r:embed="rId5">
              <a:alphaModFix/>
            </a:blip>
            <a:stretch>
              <a:fillRect b="0" l="0" r="0" t="0"/>
            </a:stretch>
          </a:blipFill>
          <a:ln>
            <a:noFill/>
          </a:ln>
        </p:spPr>
      </p:sp>
      <p:sp>
        <p:nvSpPr>
          <p:cNvPr id="738" name="Google Shape;738;p68"/>
          <p:cNvSpPr/>
          <p:nvPr/>
        </p:nvSpPr>
        <p:spPr>
          <a:xfrm>
            <a:off x="7249790" y="9685"/>
            <a:ext cx="1295720" cy="1295720"/>
          </a:xfrm>
          <a:custGeom>
            <a:rect b="b" l="l" r="r" t="t"/>
            <a:pathLst>
              <a:path extrusionOk="0" h="2591440" w="2591440">
                <a:moveTo>
                  <a:pt x="0" y="0"/>
                </a:moveTo>
                <a:lnTo>
                  <a:pt x="2591440" y="0"/>
                </a:lnTo>
                <a:lnTo>
                  <a:pt x="2591440" y="2591440"/>
                </a:lnTo>
                <a:lnTo>
                  <a:pt x="0" y="2591440"/>
                </a:lnTo>
                <a:lnTo>
                  <a:pt x="0" y="0"/>
                </a:lnTo>
                <a:close/>
              </a:path>
            </a:pathLst>
          </a:custGeom>
          <a:blipFill rotWithShape="1">
            <a:blip r:embed="rId6">
              <a:alphaModFix/>
            </a:blip>
            <a:stretch>
              <a:fillRect b="0" l="0" r="0" t="0"/>
            </a:stretch>
          </a:blipFill>
          <a:ln>
            <a:noFill/>
          </a:ln>
        </p:spPr>
      </p:sp>
      <p:sp>
        <p:nvSpPr>
          <p:cNvPr id="739" name="Google Shape;739;p68"/>
          <p:cNvSpPr txBox="1"/>
          <p:nvPr/>
        </p:nvSpPr>
        <p:spPr>
          <a:xfrm>
            <a:off x="3257898" y="79850"/>
            <a:ext cx="32220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D6533C"/>
                </a:solidFill>
                <a:latin typeface="Open Sans"/>
                <a:ea typeface="Open Sans"/>
                <a:cs typeface="Open Sans"/>
                <a:sym typeface="Open Sans"/>
              </a:rPr>
              <a:t>DEVELOP</a:t>
            </a:r>
            <a:endParaRPr b="0" i="0" sz="700" u="none" cap="none" strike="noStrike">
              <a:solidFill>
                <a:srgbClr val="000000"/>
              </a:solidFill>
              <a:latin typeface="Arial"/>
              <a:ea typeface="Arial"/>
              <a:cs typeface="Arial"/>
              <a:sym typeface="Arial"/>
            </a:endParaRPr>
          </a:p>
        </p:txBody>
      </p:sp>
      <p:sp>
        <p:nvSpPr>
          <p:cNvPr id="740" name="Google Shape;740;p68"/>
          <p:cNvSpPr txBox="1"/>
          <p:nvPr/>
        </p:nvSpPr>
        <p:spPr>
          <a:xfrm>
            <a:off x="193531" y="999977"/>
            <a:ext cx="7046700" cy="3349800"/>
          </a:xfrm>
          <a:prstGeom prst="rect">
            <a:avLst/>
          </a:prstGeom>
          <a:noFill/>
          <a:ln>
            <a:noFill/>
          </a:ln>
        </p:spPr>
        <p:txBody>
          <a:bodyPr anchorCtr="0" anchor="t" bIns="0" lIns="0" spcFirstLastPara="1" rIns="0" wrap="square" tIns="0">
            <a:spAutoFit/>
          </a:bodyPr>
          <a:lstStyle/>
          <a:p>
            <a:pPr indent="-165100" lvl="1" marL="342900" marR="0" rtl="0" algn="l">
              <a:lnSpc>
                <a:spcPct val="140018"/>
              </a:lnSpc>
              <a:spcBef>
                <a:spcPts val="0"/>
              </a:spcBef>
              <a:spcAft>
                <a:spcPts val="0"/>
              </a:spcAft>
              <a:buClr>
                <a:srgbClr val="10223D"/>
              </a:buClr>
              <a:buSzPts val="1600"/>
              <a:buFont typeface="Arial"/>
              <a:buChar char="•"/>
            </a:pPr>
            <a:r>
              <a:rPr b="0" i="0" lang="es" sz="1600" u="none" cap="none" strike="noStrike">
                <a:solidFill>
                  <a:srgbClr val="10223D"/>
                </a:solidFill>
                <a:latin typeface="Arial"/>
                <a:ea typeface="Arial"/>
                <a:cs typeface="Arial"/>
                <a:sym typeface="Arial"/>
              </a:rPr>
              <a:t>Se crea a partir de la rama main</a:t>
            </a:r>
            <a:endParaRPr b="0" i="0" sz="7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1600"/>
              <a:buFont typeface="Arial"/>
              <a:buNone/>
            </a:pPr>
            <a:r>
              <a:t/>
            </a:r>
            <a:endParaRPr b="0" i="0" sz="1600" u="none" cap="none" strike="noStrike">
              <a:solidFill>
                <a:srgbClr val="10223D"/>
              </a:solidFill>
              <a:latin typeface="Arial"/>
              <a:ea typeface="Arial"/>
              <a:cs typeface="Arial"/>
              <a:sym typeface="Arial"/>
            </a:endParaRPr>
          </a:p>
          <a:p>
            <a:pPr indent="-165100" lvl="1" marL="342900" marR="0" rtl="0" algn="l">
              <a:lnSpc>
                <a:spcPct val="140018"/>
              </a:lnSpc>
              <a:spcBef>
                <a:spcPts val="0"/>
              </a:spcBef>
              <a:spcAft>
                <a:spcPts val="0"/>
              </a:spcAft>
              <a:buClr>
                <a:srgbClr val="10223D"/>
              </a:buClr>
              <a:buSzPts val="1600"/>
              <a:buFont typeface="Arial"/>
              <a:buChar char="•"/>
            </a:pPr>
            <a:r>
              <a:rPr b="0" i="0" lang="es" sz="1600" u="none" cap="none" strike="noStrike">
                <a:solidFill>
                  <a:srgbClr val="10223D"/>
                </a:solidFill>
                <a:latin typeface="Arial"/>
                <a:ea typeface="Arial"/>
                <a:cs typeface="Arial"/>
                <a:sym typeface="Arial"/>
              </a:rPr>
              <a:t>Es el punto de integración para las nuevas características y cambios provenientes de las ramas feature.</a:t>
            </a:r>
            <a:endParaRPr b="0" i="0" sz="7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1600"/>
              <a:buFont typeface="Arial"/>
              <a:buNone/>
            </a:pPr>
            <a:r>
              <a:t/>
            </a:r>
            <a:endParaRPr b="0" i="0" sz="1600" u="none" cap="none" strike="noStrike">
              <a:solidFill>
                <a:srgbClr val="10223D"/>
              </a:solidFill>
              <a:latin typeface="Arial"/>
              <a:ea typeface="Arial"/>
              <a:cs typeface="Arial"/>
              <a:sym typeface="Arial"/>
            </a:endParaRPr>
          </a:p>
          <a:p>
            <a:pPr indent="-165100" lvl="1" marL="342900" marR="0" rtl="0" algn="l">
              <a:lnSpc>
                <a:spcPct val="140018"/>
              </a:lnSpc>
              <a:spcBef>
                <a:spcPts val="0"/>
              </a:spcBef>
              <a:spcAft>
                <a:spcPts val="0"/>
              </a:spcAft>
              <a:buClr>
                <a:srgbClr val="10223D"/>
              </a:buClr>
              <a:buSzPts val="1600"/>
              <a:buFont typeface="Arial"/>
              <a:buChar char="•"/>
            </a:pPr>
            <a:r>
              <a:rPr b="0" i="0" lang="es" sz="1600" u="none" cap="none" strike="noStrike">
                <a:solidFill>
                  <a:srgbClr val="10223D"/>
                </a:solidFill>
                <a:latin typeface="Arial"/>
                <a:ea typeface="Arial"/>
                <a:cs typeface="Arial"/>
                <a:sym typeface="Arial"/>
              </a:rPr>
              <a:t>Al prepararse para un lanzamiento, una rama release se crea desde develop. </a:t>
            </a:r>
            <a:endParaRPr b="0" i="0" sz="7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1600"/>
              <a:buFont typeface="Arial"/>
              <a:buNone/>
            </a:pPr>
            <a:r>
              <a:t/>
            </a:r>
            <a:endParaRPr b="0" i="0" sz="1600" u="none" cap="none" strike="noStrike">
              <a:solidFill>
                <a:srgbClr val="10223D"/>
              </a:solidFill>
              <a:latin typeface="Arial"/>
              <a:ea typeface="Arial"/>
              <a:cs typeface="Arial"/>
              <a:sym typeface="Arial"/>
            </a:endParaRPr>
          </a:p>
          <a:p>
            <a:pPr indent="-165100" lvl="1" marL="342900" marR="0" rtl="0" algn="l">
              <a:lnSpc>
                <a:spcPct val="140018"/>
              </a:lnSpc>
              <a:spcBef>
                <a:spcPts val="0"/>
              </a:spcBef>
              <a:spcAft>
                <a:spcPts val="0"/>
              </a:spcAft>
              <a:buClr>
                <a:srgbClr val="10223D"/>
              </a:buClr>
              <a:buSzPts val="1600"/>
              <a:buFont typeface="Arial"/>
              <a:buChar char="•"/>
            </a:pPr>
            <a:r>
              <a:rPr b="0" i="0" lang="es" sz="1600" u="none" cap="none" strike="noStrike">
                <a:solidFill>
                  <a:srgbClr val="10223D"/>
                </a:solidFill>
                <a:latin typeface="Arial"/>
                <a:ea typeface="Arial"/>
                <a:cs typeface="Arial"/>
                <a:sym typeface="Arial"/>
              </a:rPr>
              <a:t>No es necesariamente estable pero si funcional</a:t>
            </a:r>
            <a:endParaRPr b="0" i="0" sz="700" u="none" cap="none" strike="noStrike">
              <a:solidFill>
                <a:srgbClr val="000000"/>
              </a:solidFill>
              <a:latin typeface="Arial"/>
              <a:ea typeface="Arial"/>
              <a:cs typeface="Arial"/>
              <a:sym typeface="Arial"/>
            </a:endParaRPr>
          </a:p>
          <a:p>
            <a:pPr indent="0" lvl="0" marL="0" marR="0" rtl="0" algn="l">
              <a:lnSpc>
                <a:spcPct val="140018"/>
              </a:lnSpc>
              <a:spcBef>
                <a:spcPts val="0"/>
              </a:spcBef>
              <a:spcAft>
                <a:spcPts val="0"/>
              </a:spcAft>
              <a:buClr>
                <a:srgbClr val="000000"/>
              </a:buClr>
              <a:buSzPts val="1600"/>
              <a:buFont typeface="Arial"/>
              <a:buNone/>
            </a:pPr>
            <a:r>
              <a:t/>
            </a:r>
            <a:endParaRPr b="0" i="0" sz="1600" u="none" cap="none" strike="noStrike">
              <a:solidFill>
                <a:srgbClr val="10223D"/>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451"/>
        </a:solidFill>
      </p:bgPr>
    </p:bg>
    <p:spTree>
      <p:nvGrpSpPr>
        <p:cNvPr id="744" name="Shape 744"/>
        <p:cNvGrpSpPr/>
        <p:nvPr/>
      </p:nvGrpSpPr>
      <p:grpSpPr>
        <a:xfrm>
          <a:off x="0" y="0"/>
          <a:ext cx="0" cy="0"/>
          <a:chOff x="0" y="0"/>
          <a:chExt cx="0" cy="0"/>
        </a:xfrm>
      </p:grpSpPr>
      <p:sp>
        <p:nvSpPr>
          <p:cNvPr id="745" name="Google Shape;745;p69"/>
          <p:cNvSpPr txBox="1"/>
          <p:nvPr/>
        </p:nvSpPr>
        <p:spPr>
          <a:xfrm>
            <a:off x="2521949" y="181750"/>
            <a:ext cx="30165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F2EDDB"/>
                </a:solidFill>
                <a:latin typeface="Arial"/>
                <a:ea typeface="Arial"/>
                <a:cs typeface="Arial"/>
                <a:sym typeface="Arial"/>
              </a:rPr>
              <a:t>FEATURE</a:t>
            </a:r>
            <a:endParaRPr b="0" i="0" sz="700" u="none" cap="none" strike="noStrike">
              <a:solidFill>
                <a:srgbClr val="000000"/>
              </a:solidFill>
              <a:latin typeface="Arial"/>
              <a:ea typeface="Arial"/>
              <a:cs typeface="Arial"/>
              <a:sym typeface="Arial"/>
            </a:endParaRPr>
          </a:p>
        </p:txBody>
      </p:sp>
      <p:sp>
        <p:nvSpPr>
          <p:cNvPr id="746" name="Google Shape;746;p69"/>
          <p:cNvSpPr txBox="1"/>
          <p:nvPr/>
        </p:nvSpPr>
        <p:spPr>
          <a:xfrm>
            <a:off x="990381" y="936450"/>
            <a:ext cx="5947200" cy="4291500"/>
          </a:xfrm>
          <a:prstGeom prst="rect">
            <a:avLst/>
          </a:prstGeom>
          <a:noFill/>
          <a:ln>
            <a:noFill/>
          </a:ln>
        </p:spPr>
        <p:txBody>
          <a:bodyPr anchorCtr="0" anchor="t" bIns="0" lIns="0" spcFirstLastPara="1" rIns="0" wrap="square" tIns="0">
            <a:spAutoFit/>
          </a:bodyPr>
          <a:lstStyle/>
          <a:p>
            <a:pPr indent="-184150" lvl="1" marL="368300" marR="0" rtl="0" algn="l">
              <a:lnSpc>
                <a:spcPct val="140005"/>
              </a:lnSpc>
              <a:spcBef>
                <a:spcPts val="0"/>
              </a:spcBef>
              <a:spcAft>
                <a:spcPts val="0"/>
              </a:spcAft>
              <a:buClr>
                <a:srgbClr val="10223D"/>
              </a:buClr>
              <a:buSzPts val="1700"/>
              <a:buFont typeface="Arial"/>
              <a:buChar char="•"/>
            </a:pPr>
            <a:r>
              <a:rPr b="0" i="0" lang="es" sz="1700" u="none" cap="none" strike="noStrike">
                <a:solidFill>
                  <a:srgbClr val="10223D"/>
                </a:solidFill>
                <a:latin typeface="Arial"/>
                <a:ea typeface="Arial"/>
                <a:cs typeface="Arial"/>
                <a:sym typeface="Arial"/>
              </a:rPr>
              <a:t>Nace de la rama develop y se crea para implementar nuevas funcionalidades.</a:t>
            </a:r>
            <a:endParaRPr b="0" i="0" sz="7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1700"/>
              <a:buFont typeface="Arial"/>
              <a:buNone/>
            </a:pPr>
            <a:r>
              <a:t/>
            </a:r>
            <a:endParaRPr b="0" i="0" sz="1700" u="none" cap="none" strike="noStrike">
              <a:solidFill>
                <a:srgbClr val="10223D"/>
              </a:solidFill>
              <a:latin typeface="Arial"/>
              <a:ea typeface="Arial"/>
              <a:cs typeface="Arial"/>
              <a:sym typeface="Arial"/>
            </a:endParaRPr>
          </a:p>
          <a:p>
            <a:pPr indent="-184150" lvl="1" marL="368300" marR="0" rtl="0" algn="l">
              <a:lnSpc>
                <a:spcPct val="140005"/>
              </a:lnSpc>
              <a:spcBef>
                <a:spcPts val="0"/>
              </a:spcBef>
              <a:spcAft>
                <a:spcPts val="0"/>
              </a:spcAft>
              <a:buClr>
                <a:srgbClr val="10223D"/>
              </a:buClr>
              <a:buSzPts val="1700"/>
              <a:buFont typeface="Arial"/>
              <a:buChar char="•"/>
            </a:pPr>
            <a:r>
              <a:rPr b="0" i="0" lang="es" sz="1700" u="none" cap="none" strike="noStrike">
                <a:solidFill>
                  <a:srgbClr val="10223D"/>
                </a:solidFill>
                <a:latin typeface="Arial"/>
                <a:ea typeface="Arial"/>
                <a:cs typeface="Arial"/>
                <a:sym typeface="Arial"/>
              </a:rPr>
              <a:t>Después de que la funcionalidad está completa y ha sido probada, se fusiona la rama feature en la rama develop. </a:t>
            </a:r>
            <a:endParaRPr b="0" i="0" sz="7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1700"/>
              <a:buFont typeface="Arial"/>
              <a:buNone/>
            </a:pPr>
            <a:r>
              <a:t/>
            </a:r>
            <a:endParaRPr b="0" i="0" sz="1700" u="none" cap="none" strike="noStrike">
              <a:solidFill>
                <a:srgbClr val="10223D"/>
              </a:solidFill>
              <a:latin typeface="Arial"/>
              <a:ea typeface="Arial"/>
              <a:cs typeface="Arial"/>
              <a:sym typeface="Arial"/>
            </a:endParaRPr>
          </a:p>
          <a:p>
            <a:pPr indent="-184150" lvl="1" marL="368300" marR="0" rtl="0" algn="l">
              <a:lnSpc>
                <a:spcPct val="140005"/>
              </a:lnSpc>
              <a:spcBef>
                <a:spcPts val="0"/>
              </a:spcBef>
              <a:spcAft>
                <a:spcPts val="0"/>
              </a:spcAft>
              <a:buClr>
                <a:srgbClr val="10223D"/>
              </a:buClr>
              <a:buSzPts val="1700"/>
              <a:buFont typeface="Arial"/>
              <a:buChar char="•"/>
            </a:pPr>
            <a:r>
              <a:rPr b="0" i="0" lang="es" sz="1700" u="none" cap="none" strike="noStrike">
                <a:solidFill>
                  <a:srgbClr val="10223D"/>
                </a:solidFill>
                <a:latin typeface="Arial"/>
                <a:ea typeface="Arial"/>
                <a:cs typeface="Arial"/>
                <a:sym typeface="Arial"/>
              </a:rPr>
              <a:t>Una vez que la rama feature ha sido fusionada en develop, generalmente se elimina.</a:t>
            </a:r>
            <a:endParaRPr b="0" i="0" sz="7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1700"/>
              <a:buFont typeface="Arial"/>
              <a:buNone/>
            </a:pPr>
            <a:r>
              <a:t/>
            </a:r>
            <a:endParaRPr b="0" i="0" sz="1700" u="none" cap="none" strike="noStrike">
              <a:solidFill>
                <a:srgbClr val="10223D"/>
              </a:solidFill>
              <a:latin typeface="Arial"/>
              <a:ea typeface="Arial"/>
              <a:cs typeface="Arial"/>
              <a:sym typeface="Arial"/>
            </a:endParaRPr>
          </a:p>
          <a:p>
            <a:pPr indent="-184150" lvl="1" marL="368300" marR="0" rtl="0" algn="l">
              <a:lnSpc>
                <a:spcPct val="140005"/>
              </a:lnSpc>
              <a:spcBef>
                <a:spcPts val="0"/>
              </a:spcBef>
              <a:spcAft>
                <a:spcPts val="0"/>
              </a:spcAft>
              <a:buClr>
                <a:srgbClr val="10223D"/>
              </a:buClr>
              <a:buSzPts val="1700"/>
              <a:buFont typeface="Arial"/>
              <a:buChar char="•"/>
            </a:pPr>
            <a:r>
              <a:rPr b="0" i="0" lang="es" sz="1700" u="none" cap="none" strike="noStrike">
                <a:solidFill>
                  <a:srgbClr val="10223D"/>
                </a:solidFill>
                <a:latin typeface="Arial"/>
                <a:ea typeface="Arial"/>
                <a:cs typeface="Arial"/>
                <a:sym typeface="Arial"/>
              </a:rPr>
              <a:t>Se recomienda nombrarlas de las siguiente manera: feature/NuevaFuncionalidad.</a:t>
            </a:r>
            <a:endParaRPr b="0" i="0" sz="7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1700"/>
              <a:buFont typeface="Arial"/>
              <a:buNone/>
            </a:pPr>
            <a:r>
              <a:t/>
            </a:r>
            <a:endParaRPr b="0" i="0" sz="1700" u="none" cap="none" strike="noStrike">
              <a:solidFill>
                <a:srgbClr val="10223D"/>
              </a:solidFill>
              <a:latin typeface="Arial"/>
              <a:ea typeface="Arial"/>
              <a:cs typeface="Arial"/>
              <a:sym typeface="Arial"/>
            </a:endParaRPr>
          </a:p>
        </p:txBody>
      </p:sp>
      <p:sp>
        <p:nvSpPr>
          <p:cNvPr id="747" name="Google Shape;747;p69"/>
          <p:cNvSpPr/>
          <p:nvPr/>
        </p:nvSpPr>
        <p:spPr>
          <a:xfrm rot="-5400000">
            <a:off x="6266085" y="1298408"/>
            <a:ext cx="5139926" cy="2550258"/>
          </a:xfrm>
          <a:custGeom>
            <a:rect b="b" l="l" r="r" t="t"/>
            <a:pathLst>
              <a:path extrusionOk="0" h="1913890" w="3864606">
                <a:moveTo>
                  <a:pt x="0" y="0"/>
                </a:moveTo>
                <a:lnTo>
                  <a:pt x="3864606" y="0"/>
                </a:lnTo>
                <a:lnTo>
                  <a:pt x="3864606" y="1913890"/>
                </a:lnTo>
                <a:lnTo>
                  <a:pt x="0" y="1913890"/>
                </a:lnTo>
                <a:close/>
              </a:path>
            </a:pathLst>
          </a:custGeom>
          <a:solidFill>
            <a:srgbClr val="10223D"/>
          </a:solidFill>
          <a:ln>
            <a:noFill/>
          </a:ln>
        </p:spPr>
      </p:sp>
      <p:sp>
        <p:nvSpPr>
          <p:cNvPr id="748" name="Google Shape;748;p69"/>
          <p:cNvSpPr/>
          <p:nvPr/>
        </p:nvSpPr>
        <p:spPr>
          <a:xfrm rot="-5400000">
            <a:off x="7560919" y="2547244"/>
            <a:ext cx="2596256" cy="2596256"/>
          </a:xfrm>
          <a:custGeom>
            <a:rect b="b" l="l" r="r" t="t"/>
            <a:pathLst>
              <a:path extrusionOk="0" h="5192512" w="5192512">
                <a:moveTo>
                  <a:pt x="0" y="0"/>
                </a:moveTo>
                <a:lnTo>
                  <a:pt x="5192512" y="0"/>
                </a:lnTo>
                <a:lnTo>
                  <a:pt x="5192512" y="5192512"/>
                </a:lnTo>
                <a:lnTo>
                  <a:pt x="0" y="5192512"/>
                </a:lnTo>
                <a:lnTo>
                  <a:pt x="0" y="0"/>
                </a:lnTo>
                <a:close/>
              </a:path>
            </a:pathLst>
          </a:custGeom>
          <a:blipFill rotWithShape="1">
            <a:blip r:embed="rId3">
              <a:alphaModFix/>
            </a:blip>
            <a:stretch>
              <a:fillRect b="0" l="0" r="0" t="0"/>
            </a:stretch>
          </a:blipFill>
          <a:ln>
            <a:noFill/>
          </a:ln>
        </p:spPr>
      </p:sp>
      <p:sp>
        <p:nvSpPr>
          <p:cNvPr id="749" name="Google Shape;749;p69"/>
          <p:cNvSpPr/>
          <p:nvPr/>
        </p:nvSpPr>
        <p:spPr>
          <a:xfrm flipH="1" rot="-5400000">
            <a:off x="7560919" y="-24506"/>
            <a:ext cx="2596256" cy="2596256"/>
          </a:xfrm>
          <a:custGeom>
            <a:rect b="b" l="l" r="r" t="t"/>
            <a:pathLst>
              <a:path extrusionOk="0" h="5192512" w="5192512">
                <a:moveTo>
                  <a:pt x="5192512" y="0"/>
                </a:moveTo>
                <a:lnTo>
                  <a:pt x="0" y="0"/>
                </a:lnTo>
                <a:lnTo>
                  <a:pt x="0" y="5192512"/>
                </a:lnTo>
                <a:lnTo>
                  <a:pt x="5192512" y="5192512"/>
                </a:lnTo>
                <a:lnTo>
                  <a:pt x="5192512" y="0"/>
                </a:lnTo>
                <a:close/>
              </a:path>
            </a:pathLst>
          </a:custGeom>
          <a:blipFill rotWithShape="1">
            <a:blip r:embed="rId3">
              <a:alphaModFix/>
            </a:blip>
            <a:stretch>
              <a:fillRect b="0" l="0" r="0" t="0"/>
            </a:stretch>
          </a:blipFill>
          <a:ln>
            <a:noFill/>
          </a:ln>
        </p:spPr>
      </p:sp>
      <p:sp>
        <p:nvSpPr>
          <p:cNvPr id="750" name="Google Shape;750;p69"/>
          <p:cNvSpPr/>
          <p:nvPr/>
        </p:nvSpPr>
        <p:spPr>
          <a:xfrm rot="5400000">
            <a:off x="8063692" y="2003532"/>
            <a:ext cx="2174845" cy="1087423"/>
          </a:xfrm>
          <a:custGeom>
            <a:rect b="b" l="l" r="r" t="t"/>
            <a:pathLst>
              <a:path extrusionOk="0" h="2174845" w="4349690">
                <a:moveTo>
                  <a:pt x="0" y="0"/>
                </a:moveTo>
                <a:lnTo>
                  <a:pt x="4349690" y="0"/>
                </a:lnTo>
                <a:lnTo>
                  <a:pt x="4349690" y="2174845"/>
                </a:lnTo>
                <a:lnTo>
                  <a:pt x="0" y="217484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54" name="Shape 754"/>
        <p:cNvGrpSpPr/>
        <p:nvPr/>
      </p:nvGrpSpPr>
      <p:grpSpPr>
        <a:xfrm>
          <a:off x="0" y="0"/>
          <a:ext cx="0" cy="0"/>
          <a:chOff x="0" y="0"/>
          <a:chExt cx="0" cy="0"/>
        </a:xfrm>
      </p:grpSpPr>
      <p:sp>
        <p:nvSpPr>
          <p:cNvPr id="755" name="Google Shape;755;p70"/>
          <p:cNvSpPr/>
          <p:nvPr/>
        </p:nvSpPr>
        <p:spPr>
          <a:xfrm flipH="1" rot="-5400000">
            <a:off x="-642938" y="3143579"/>
            <a:ext cx="2571750" cy="1285875"/>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756" name="Google Shape;756;p70"/>
          <p:cNvSpPr/>
          <p:nvPr/>
        </p:nvSpPr>
        <p:spPr>
          <a:xfrm rot="-5400000">
            <a:off x="0" y="2495879"/>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757" name="Google Shape;757;p70"/>
          <p:cNvSpPr/>
          <p:nvPr/>
        </p:nvSpPr>
        <p:spPr>
          <a:xfrm>
            <a:off x="-1285875" y="-71109"/>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758" name="Google Shape;758;p70"/>
          <p:cNvSpPr/>
          <p:nvPr/>
        </p:nvSpPr>
        <p:spPr>
          <a:xfrm rot="10800000">
            <a:off x="-1285875" y="1214766"/>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759" name="Google Shape;759;p70"/>
          <p:cNvSpPr/>
          <p:nvPr/>
        </p:nvSpPr>
        <p:spPr>
          <a:xfrm>
            <a:off x="-879069" y="-71109"/>
            <a:ext cx="1758139" cy="879069"/>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6">
              <a:alphaModFix/>
            </a:blip>
            <a:stretch>
              <a:fillRect b="0" l="0" r="0" t="0"/>
            </a:stretch>
          </a:blipFill>
          <a:ln>
            <a:noFill/>
          </a:ln>
        </p:spPr>
      </p:sp>
      <p:sp>
        <p:nvSpPr>
          <p:cNvPr id="760" name="Google Shape;760;p70"/>
          <p:cNvSpPr/>
          <p:nvPr/>
        </p:nvSpPr>
        <p:spPr>
          <a:xfrm>
            <a:off x="-439534" y="-71109"/>
            <a:ext cx="879069" cy="439535"/>
          </a:xfrm>
          <a:custGeom>
            <a:rect b="b" l="l" r="r" t="t"/>
            <a:pathLst>
              <a:path extrusionOk="0" h="879069" w="1758138">
                <a:moveTo>
                  <a:pt x="0" y="0"/>
                </a:moveTo>
                <a:lnTo>
                  <a:pt x="1758138" y="0"/>
                </a:lnTo>
                <a:lnTo>
                  <a:pt x="1758138" y="879070"/>
                </a:lnTo>
                <a:lnTo>
                  <a:pt x="0" y="879070"/>
                </a:lnTo>
                <a:lnTo>
                  <a:pt x="0" y="0"/>
                </a:lnTo>
                <a:close/>
              </a:path>
            </a:pathLst>
          </a:custGeom>
          <a:blipFill rotWithShape="1">
            <a:blip r:embed="rId7">
              <a:alphaModFix/>
            </a:blip>
            <a:stretch>
              <a:fillRect b="0" l="0" r="0" t="0"/>
            </a:stretch>
          </a:blipFill>
          <a:ln>
            <a:noFill/>
          </a:ln>
        </p:spPr>
      </p:sp>
      <p:sp>
        <p:nvSpPr>
          <p:cNvPr id="761" name="Google Shape;761;p70"/>
          <p:cNvSpPr txBox="1"/>
          <p:nvPr/>
        </p:nvSpPr>
        <p:spPr>
          <a:xfrm>
            <a:off x="3361031" y="79850"/>
            <a:ext cx="39312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D6533C"/>
                </a:solidFill>
                <a:latin typeface="Open Sans"/>
                <a:ea typeface="Open Sans"/>
                <a:cs typeface="Open Sans"/>
                <a:sym typeface="Open Sans"/>
              </a:rPr>
              <a:t>RELEASE</a:t>
            </a:r>
            <a:endParaRPr b="0" i="0" sz="700" u="none" cap="none" strike="noStrike">
              <a:solidFill>
                <a:srgbClr val="000000"/>
              </a:solidFill>
              <a:latin typeface="Arial"/>
              <a:ea typeface="Arial"/>
              <a:cs typeface="Arial"/>
              <a:sym typeface="Arial"/>
            </a:endParaRPr>
          </a:p>
        </p:txBody>
      </p:sp>
      <p:sp>
        <p:nvSpPr>
          <p:cNvPr id="762" name="Google Shape;762;p70"/>
          <p:cNvSpPr txBox="1"/>
          <p:nvPr/>
        </p:nvSpPr>
        <p:spPr>
          <a:xfrm>
            <a:off x="1458072" y="998894"/>
            <a:ext cx="7162200" cy="3568500"/>
          </a:xfrm>
          <a:prstGeom prst="rect">
            <a:avLst/>
          </a:prstGeom>
          <a:noFill/>
          <a:ln>
            <a:noFill/>
          </a:ln>
        </p:spPr>
        <p:txBody>
          <a:bodyPr anchorCtr="0" anchor="t" bIns="0" lIns="0" spcFirstLastPara="1" rIns="0" wrap="square" tIns="0">
            <a:spAutoFit/>
          </a:bodyPr>
          <a:lstStyle/>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Se crea para preparar y realizar lanzamientos de versiones estables del software. </a:t>
            </a:r>
            <a:endParaRPr b="0" i="0" sz="1900" u="none" cap="none" strike="noStrike">
              <a:solidFill>
                <a:srgbClr val="10223D"/>
              </a:solidFill>
              <a:latin typeface="Arial"/>
              <a:ea typeface="Arial"/>
              <a:cs typeface="Arial"/>
              <a:sym typeface="Arial"/>
            </a:endParaRPr>
          </a:p>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Al finalizar, se fusiona en la rama main y develop. </a:t>
            </a:r>
            <a:endParaRPr b="0" i="0" sz="700" u="none" cap="none" strike="noStrike">
              <a:solidFill>
                <a:srgbClr val="000000"/>
              </a:solidFill>
              <a:latin typeface="Arial"/>
              <a:ea typeface="Arial"/>
              <a:cs typeface="Arial"/>
              <a:sym typeface="Arial"/>
            </a:endParaRPr>
          </a:p>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Una vez que la rama release se ha fusionado en main y develop, generalmente se elimina para mantener un historial limpio.</a:t>
            </a:r>
            <a:endParaRPr b="0" i="0" sz="1900" u="none" cap="none" strike="noStrike">
              <a:solidFill>
                <a:srgbClr val="10223D"/>
              </a:solidFill>
              <a:latin typeface="Arial"/>
              <a:ea typeface="Arial"/>
              <a:cs typeface="Arial"/>
              <a:sym typeface="Arial"/>
            </a:endParaRPr>
          </a:p>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Se recomienda nombrarlas de las siguiente manera: release/#Numero_version</a:t>
            </a:r>
            <a:endParaRPr b="0" i="0" sz="7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900"/>
              <a:buFont typeface="Arial"/>
              <a:buNone/>
            </a:pPr>
            <a:r>
              <a:t/>
            </a:r>
            <a:endParaRPr b="0" i="0" sz="1900" u="none" cap="none" strike="noStrike">
              <a:solidFill>
                <a:srgbClr val="10223D"/>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66" name="Shape 766"/>
        <p:cNvGrpSpPr/>
        <p:nvPr/>
      </p:nvGrpSpPr>
      <p:grpSpPr>
        <a:xfrm>
          <a:off x="0" y="0"/>
          <a:ext cx="0" cy="0"/>
          <a:chOff x="0" y="0"/>
          <a:chExt cx="0" cy="0"/>
        </a:xfrm>
      </p:grpSpPr>
      <p:sp>
        <p:nvSpPr>
          <p:cNvPr id="767" name="Google Shape;767;p71"/>
          <p:cNvSpPr/>
          <p:nvPr/>
        </p:nvSpPr>
        <p:spPr>
          <a:xfrm flipH="1" rot="-5400000">
            <a:off x="7986713" y="3143579"/>
            <a:ext cx="2571750" cy="1285875"/>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768" name="Google Shape;768;p71"/>
          <p:cNvSpPr/>
          <p:nvPr/>
        </p:nvSpPr>
        <p:spPr>
          <a:xfrm rot="-5400000">
            <a:off x="8629650" y="2495879"/>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769" name="Google Shape;769;p71"/>
          <p:cNvSpPr/>
          <p:nvPr/>
        </p:nvSpPr>
        <p:spPr>
          <a:xfrm>
            <a:off x="7343775" y="-71109"/>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770" name="Google Shape;770;p71"/>
          <p:cNvSpPr/>
          <p:nvPr/>
        </p:nvSpPr>
        <p:spPr>
          <a:xfrm rot="10800000">
            <a:off x="7343775" y="1214766"/>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6">
              <a:alphaModFix/>
            </a:blip>
            <a:stretch>
              <a:fillRect b="0" l="0" r="0" t="0"/>
            </a:stretch>
          </a:blipFill>
          <a:ln>
            <a:noFill/>
          </a:ln>
        </p:spPr>
      </p:sp>
      <p:sp>
        <p:nvSpPr>
          <p:cNvPr id="771" name="Google Shape;771;p71"/>
          <p:cNvSpPr/>
          <p:nvPr/>
        </p:nvSpPr>
        <p:spPr>
          <a:xfrm rot="5400000">
            <a:off x="6700838" y="3143579"/>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772" name="Google Shape;772;p71"/>
          <p:cNvSpPr/>
          <p:nvPr/>
        </p:nvSpPr>
        <p:spPr>
          <a:xfrm>
            <a:off x="7750581" y="-71109"/>
            <a:ext cx="1758139" cy="879069"/>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3">
              <a:alphaModFix/>
            </a:blip>
            <a:stretch>
              <a:fillRect b="0" l="0" r="0" t="0"/>
            </a:stretch>
          </a:blipFill>
          <a:ln>
            <a:noFill/>
          </a:ln>
        </p:spPr>
      </p:sp>
      <p:sp>
        <p:nvSpPr>
          <p:cNvPr id="773" name="Google Shape;773;p71"/>
          <p:cNvSpPr/>
          <p:nvPr/>
        </p:nvSpPr>
        <p:spPr>
          <a:xfrm>
            <a:off x="8264931" y="0"/>
            <a:ext cx="879069" cy="439535"/>
          </a:xfrm>
          <a:custGeom>
            <a:rect b="b" l="l" r="r" t="t"/>
            <a:pathLst>
              <a:path extrusionOk="0" h="879069" w="1758138">
                <a:moveTo>
                  <a:pt x="0" y="0"/>
                </a:moveTo>
                <a:lnTo>
                  <a:pt x="1758138" y="0"/>
                </a:lnTo>
                <a:lnTo>
                  <a:pt x="1758138" y="879069"/>
                </a:lnTo>
                <a:lnTo>
                  <a:pt x="0" y="879069"/>
                </a:lnTo>
                <a:lnTo>
                  <a:pt x="0" y="0"/>
                </a:lnTo>
                <a:close/>
              </a:path>
            </a:pathLst>
          </a:custGeom>
          <a:blipFill rotWithShape="1">
            <a:blip r:embed="rId7">
              <a:alphaModFix/>
            </a:blip>
            <a:stretch>
              <a:fillRect b="0" l="0" r="0" t="0"/>
            </a:stretch>
          </a:blipFill>
          <a:ln>
            <a:noFill/>
          </a:ln>
        </p:spPr>
      </p:sp>
      <p:sp>
        <p:nvSpPr>
          <p:cNvPr id="774" name="Google Shape;774;p71"/>
          <p:cNvSpPr txBox="1"/>
          <p:nvPr/>
        </p:nvSpPr>
        <p:spPr>
          <a:xfrm>
            <a:off x="2771563" y="79850"/>
            <a:ext cx="2571900" cy="708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600"/>
              <a:buFont typeface="Arial"/>
              <a:buNone/>
            </a:pPr>
            <a:r>
              <a:rPr b="1" i="0" lang="es" sz="4600" u="none" cap="none" strike="noStrike">
                <a:solidFill>
                  <a:srgbClr val="D6533C"/>
                </a:solidFill>
                <a:latin typeface="Open Sans"/>
                <a:ea typeface="Open Sans"/>
                <a:cs typeface="Open Sans"/>
                <a:sym typeface="Open Sans"/>
              </a:rPr>
              <a:t>HOTFIX</a:t>
            </a:r>
            <a:endParaRPr b="0" i="0" sz="700" u="none" cap="none" strike="noStrike">
              <a:solidFill>
                <a:srgbClr val="000000"/>
              </a:solidFill>
              <a:latin typeface="Arial"/>
              <a:ea typeface="Arial"/>
              <a:cs typeface="Arial"/>
              <a:sym typeface="Arial"/>
            </a:endParaRPr>
          </a:p>
        </p:txBody>
      </p:sp>
      <p:sp>
        <p:nvSpPr>
          <p:cNvPr id="775" name="Google Shape;775;p71"/>
          <p:cNvSpPr txBox="1"/>
          <p:nvPr/>
        </p:nvSpPr>
        <p:spPr>
          <a:xfrm>
            <a:off x="514350" y="1402274"/>
            <a:ext cx="6533100" cy="3978000"/>
          </a:xfrm>
          <a:prstGeom prst="rect">
            <a:avLst/>
          </a:prstGeom>
          <a:noFill/>
          <a:ln>
            <a:noFill/>
          </a:ln>
        </p:spPr>
        <p:txBody>
          <a:bodyPr anchorCtr="0" anchor="t" bIns="0" lIns="0" spcFirstLastPara="1" rIns="0" wrap="square" tIns="0">
            <a:spAutoFit/>
          </a:bodyPr>
          <a:lstStyle/>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Se utiliza para abordar y corregir problemas críticos en la producción de forma rápida y eficiente.</a:t>
            </a:r>
            <a:endParaRPr b="0" i="0" sz="7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900"/>
              <a:buFont typeface="Arial"/>
              <a:buNone/>
            </a:pPr>
            <a:r>
              <a:t/>
            </a:r>
            <a:endParaRPr b="0" i="0" sz="1900" u="none" cap="none" strike="noStrike">
              <a:solidFill>
                <a:srgbClr val="10223D"/>
              </a:solidFill>
              <a:latin typeface="Arial"/>
              <a:ea typeface="Arial"/>
              <a:cs typeface="Arial"/>
              <a:sym typeface="Arial"/>
            </a:endParaRPr>
          </a:p>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Se crea directamente desde la rama main. </a:t>
            </a:r>
            <a:endParaRPr b="0" i="0" sz="7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900"/>
              <a:buFont typeface="Arial"/>
              <a:buNone/>
            </a:pPr>
            <a:r>
              <a:t/>
            </a:r>
            <a:endParaRPr b="0" i="0" sz="1900" u="none" cap="none" strike="noStrike">
              <a:solidFill>
                <a:srgbClr val="10223D"/>
              </a:solidFill>
              <a:latin typeface="Arial"/>
              <a:ea typeface="Arial"/>
              <a:cs typeface="Arial"/>
              <a:sym typeface="Arial"/>
            </a:endParaRPr>
          </a:p>
          <a:p>
            <a:pPr indent="-196850" lvl="1" marL="406400" marR="0" rtl="0" algn="l">
              <a:lnSpc>
                <a:spcPct val="140021"/>
              </a:lnSpc>
              <a:spcBef>
                <a:spcPts val="0"/>
              </a:spcBef>
              <a:spcAft>
                <a:spcPts val="0"/>
              </a:spcAft>
              <a:buClr>
                <a:srgbClr val="10223D"/>
              </a:buClr>
              <a:buSzPts val="1900"/>
              <a:buFont typeface="Arial"/>
              <a:buChar char="•"/>
            </a:pPr>
            <a:r>
              <a:rPr b="0" i="0" lang="es" sz="1900" u="none" cap="none" strike="noStrike">
                <a:solidFill>
                  <a:srgbClr val="10223D"/>
                </a:solidFill>
                <a:latin typeface="Arial"/>
                <a:ea typeface="Arial"/>
                <a:cs typeface="Arial"/>
                <a:sym typeface="Arial"/>
              </a:rPr>
              <a:t>Una vez que la corrección se ha implementado se debe fusionar en main y develop y a su vez se debe crear una etiqueta de versión específica.</a:t>
            </a:r>
            <a:endParaRPr b="0" i="0" sz="700" u="none" cap="none" strike="noStrike">
              <a:solidFill>
                <a:srgbClr val="000000"/>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900"/>
              <a:buFont typeface="Arial"/>
              <a:buNone/>
            </a:pPr>
            <a:r>
              <a:t/>
            </a:r>
            <a:endParaRPr b="0" i="0" sz="1900" u="none" cap="none" strike="noStrike">
              <a:solidFill>
                <a:srgbClr val="10223D"/>
              </a:solidFill>
              <a:latin typeface="Arial"/>
              <a:ea typeface="Arial"/>
              <a:cs typeface="Arial"/>
              <a:sym typeface="Arial"/>
            </a:endParaRPr>
          </a:p>
          <a:p>
            <a:pPr indent="0" lvl="0" marL="0" marR="0" rtl="0" algn="l">
              <a:lnSpc>
                <a:spcPct val="140021"/>
              </a:lnSpc>
              <a:spcBef>
                <a:spcPts val="0"/>
              </a:spcBef>
              <a:spcAft>
                <a:spcPts val="0"/>
              </a:spcAft>
              <a:buClr>
                <a:srgbClr val="000000"/>
              </a:buClr>
              <a:buSzPts val="1900"/>
              <a:buFont typeface="Arial"/>
              <a:buNone/>
            </a:pPr>
            <a:r>
              <a:t/>
            </a:r>
            <a:endParaRPr b="0" i="0" sz="1900" u="none" cap="none" strike="noStrike">
              <a:solidFill>
                <a:srgbClr val="10223D"/>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79" name="Shape 779"/>
        <p:cNvGrpSpPr/>
        <p:nvPr/>
      </p:nvGrpSpPr>
      <p:grpSpPr>
        <a:xfrm>
          <a:off x="0" y="0"/>
          <a:ext cx="0" cy="0"/>
          <a:chOff x="0" y="0"/>
          <a:chExt cx="0" cy="0"/>
        </a:xfrm>
      </p:grpSpPr>
      <p:sp>
        <p:nvSpPr>
          <p:cNvPr id="780" name="Google Shape;780;p72"/>
          <p:cNvSpPr/>
          <p:nvPr/>
        </p:nvSpPr>
        <p:spPr>
          <a:xfrm rot="5400000">
            <a:off x="7542228" y="2003532"/>
            <a:ext cx="2174845" cy="1087423"/>
          </a:xfrm>
          <a:custGeom>
            <a:rect b="b" l="l" r="r" t="t"/>
            <a:pathLst>
              <a:path extrusionOk="0" h="2174845" w="4349690">
                <a:moveTo>
                  <a:pt x="0" y="0"/>
                </a:moveTo>
                <a:lnTo>
                  <a:pt x="4349690" y="0"/>
                </a:lnTo>
                <a:lnTo>
                  <a:pt x="4349690" y="2174845"/>
                </a:lnTo>
                <a:lnTo>
                  <a:pt x="0" y="2174845"/>
                </a:lnTo>
                <a:lnTo>
                  <a:pt x="0" y="0"/>
                </a:lnTo>
                <a:close/>
              </a:path>
            </a:pathLst>
          </a:custGeom>
          <a:blipFill rotWithShape="1">
            <a:blip r:embed="rId3">
              <a:alphaModFix/>
            </a:blip>
            <a:stretch>
              <a:fillRect b="0" l="0" r="0" t="0"/>
            </a:stretch>
          </a:blipFill>
          <a:ln>
            <a:noFill/>
          </a:ln>
        </p:spPr>
      </p:sp>
      <p:sp>
        <p:nvSpPr>
          <p:cNvPr id="781" name="Google Shape;781;p72"/>
          <p:cNvSpPr/>
          <p:nvPr/>
        </p:nvSpPr>
        <p:spPr>
          <a:xfrm>
            <a:off x="1251778" y="164985"/>
            <a:ext cx="6256589" cy="4464165"/>
          </a:xfrm>
          <a:custGeom>
            <a:rect b="b" l="l" r="r" t="t"/>
            <a:pathLst>
              <a:path extrusionOk="0" h="8928330" w="12513178">
                <a:moveTo>
                  <a:pt x="0" y="0"/>
                </a:moveTo>
                <a:lnTo>
                  <a:pt x="12513178" y="0"/>
                </a:lnTo>
                <a:lnTo>
                  <a:pt x="12513178" y="8928330"/>
                </a:lnTo>
                <a:lnTo>
                  <a:pt x="0" y="8928330"/>
                </a:lnTo>
                <a:lnTo>
                  <a:pt x="0" y="0"/>
                </a:lnTo>
                <a:close/>
              </a:path>
            </a:pathLst>
          </a:custGeom>
          <a:blipFill rotWithShape="1">
            <a:blip r:embed="rId4">
              <a:alphaModFix/>
            </a:blip>
            <a:stretch>
              <a:fillRect b="-560" l="0" r="0" t="0"/>
            </a:stretch>
          </a:blipFill>
          <a:ln>
            <a:noFill/>
          </a:ln>
        </p:spPr>
      </p:sp>
      <p:sp>
        <p:nvSpPr>
          <p:cNvPr id="782" name="Google Shape;782;p72"/>
          <p:cNvSpPr txBox="1"/>
          <p:nvPr/>
        </p:nvSpPr>
        <p:spPr>
          <a:xfrm>
            <a:off x="681360" y="4662281"/>
            <a:ext cx="77814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800"/>
              <a:buFont typeface="Arial"/>
              <a:buNone/>
            </a:pPr>
            <a:r>
              <a:rPr b="0" i="0" lang="es" sz="1800" u="sng" cap="none" strike="noStrike">
                <a:solidFill>
                  <a:srgbClr val="000000"/>
                </a:solidFill>
                <a:latin typeface="Arimo"/>
                <a:ea typeface="Arimo"/>
                <a:cs typeface="Arimo"/>
                <a:sym typeface="Arimo"/>
                <a:hlinkClick r:id="rId5">
                  <a:extLst>
                    <a:ext uri="{A12FA001-AC4F-418D-AE19-62706E023703}">
                      <ahyp:hlinkClr val="tx"/>
                    </a:ext>
                  </a:extLst>
                </a:hlinkClick>
              </a:rPr>
              <a:t>https://www.atlassian.com/es/git/tutorials/comparing-workflows/gitflow-workflow</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86" name="Shape 786"/>
        <p:cNvGrpSpPr/>
        <p:nvPr/>
      </p:nvGrpSpPr>
      <p:grpSpPr>
        <a:xfrm>
          <a:off x="0" y="0"/>
          <a:ext cx="0" cy="0"/>
          <a:chOff x="0" y="0"/>
          <a:chExt cx="0" cy="0"/>
        </a:xfrm>
      </p:grpSpPr>
      <p:sp>
        <p:nvSpPr>
          <p:cNvPr id="787" name="Google Shape;787;p73"/>
          <p:cNvSpPr/>
          <p:nvPr/>
        </p:nvSpPr>
        <p:spPr>
          <a:xfrm rot="-5400000">
            <a:off x="-228007" y="-58199"/>
            <a:ext cx="2758651" cy="2550258"/>
          </a:xfrm>
          <a:custGeom>
            <a:rect b="b" l="l" r="r" t="t"/>
            <a:pathLst>
              <a:path extrusionOk="0" h="1913890" w="2074174">
                <a:moveTo>
                  <a:pt x="0" y="0"/>
                </a:moveTo>
                <a:lnTo>
                  <a:pt x="2074174" y="0"/>
                </a:lnTo>
                <a:lnTo>
                  <a:pt x="2074174" y="1913890"/>
                </a:lnTo>
                <a:lnTo>
                  <a:pt x="0" y="1913890"/>
                </a:lnTo>
                <a:close/>
              </a:path>
            </a:pathLst>
          </a:custGeom>
          <a:solidFill>
            <a:srgbClr val="10223D"/>
          </a:solidFill>
          <a:ln>
            <a:noFill/>
          </a:ln>
        </p:spPr>
      </p:sp>
      <p:sp>
        <p:nvSpPr>
          <p:cNvPr id="788" name="Google Shape;788;p73"/>
          <p:cNvSpPr/>
          <p:nvPr/>
        </p:nvSpPr>
        <p:spPr>
          <a:xfrm rot="5400000">
            <a:off x="-123811" y="24506"/>
            <a:ext cx="2547244" cy="2547244"/>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3">
              <a:alphaModFix/>
            </a:blip>
            <a:stretch>
              <a:fillRect b="0" l="0" r="0" t="0"/>
            </a:stretch>
          </a:blipFill>
          <a:ln>
            <a:noFill/>
          </a:ln>
        </p:spPr>
      </p:sp>
      <p:sp>
        <p:nvSpPr>
          <p:cNvPr id="789" name="Google Shape;789;p73"/>
          <p:cNvSpPr/>
          <p:nvPr/>
        </p:nvSpPr>
        <p:spPr>
          <a:xfrm rot="10800000">
            <a:off x="-123811" y="2571750"/>
            <a:ext cx="2547244" cy="2547244"/>
          </a:xfrm>
          <a:custGeom>
            <a:rect b="b" l="l" r="r" t="t"/>
            <a:pathLst>
              <a:path extrusionOk="0" h="5094488" w="5094488">
                <a:moveTo>
                  <a:pt x="0" y="0"/>
                </a:moveTo>
                <a:lnTo>
                  <a:pt x="5094488" y="0"/>
                </a:lnTo>
                <a:lnTo>
                  <a:pt x="5094488" y="5094488"/>
                </a:lnTo>
                <a:lnTo>
                  <a:pt x="0" y="5094488"/>
                </a:lnTo>
                <a:lnTo>
                  <a:pt x="0" y="0"/>
                </a:lnTo>
                <a:close/>
              </a:path>
            </a:pathLst>
          </a:custGeom>
          <a:blipFill rotWithShape="1">
            <a:blip r:embed="rId4">
              <a:alphaModFix/>
            </a:blip>
            <a:stretch>
              <a:fillRect b="0" l="0" r="0" t="0"/>
            </a:stretch>
          </a:blipFill>
          <a:ln>
            <a:noFill/>
          </a:ln>
        </p:spPr>
      </p:sp>
      <p:grpSp>
        <p:nvGrpSpPr>
          <p:cNvPr id="790" name="Google Shape;790;p73"/>
          <p:cNvGrpSpPr/>
          <p:nvPr/>
        </p:nvGrpSpPr>
        <p:grpSpPr>
          <a:xfrm>
            <a:off x="3062652" y="1585727"/>
            <a:ext cx="5576355" cy="2783938"/>
            <a:chOff x="0" y="-28575"/>
            <a:chExt cx="14870281" cy="7423836"/>
          </a:xfrm>
        </p:grpSpPr>
        <p:sp>
          <p:nvSpPr>
            <p:cNvPr id="791" name="Google Shape;791;p73"/>
            <p:cNvSpPr/>
            <p:nvPr/>
          </p:nvSpPr>
          <p:spPr>
            <a:xfrm>
              <a:off x="0" y="7375179"/>
              <a:ext cx="14870281" cy="20082"/>
            </a:xfrm>
            <a:custGeom>
              <a:rect b="b" l="l" r="r" t="t"/>
              <a:pathLst>
                <a:path extrusionOk="0" h="69850" w="51722716">
                  <a:moveTo>
                    <a:pt x="51431884" y="0"/>
                  </a:moveTo>
                  <a:lnTo>
                    <a:pt x="0" y="0"/>
                  </a:lnTo>
                  <a:lnTo>
                    <a:pt x="0" y="69850"/>
                  </a:lnTo>
                  <a:lnTo>
                    <a:pt x="51722716" y="69850"/>
                  </a:lnTo>
                  <a:lnTo>
                    <a:pt x="51722716" y="0"/>
                  </a:lnTo>
                  <a:close/>
                </a:path>
              </a:pathLst>
            </a:custGeom>
            <a:solidFill>
              <a:srgbClr val="E69451"/>
            </a:solidFill>
            <a:ln>
              <a:noFill/>
            </a:ln>
          </p:spPr>
        </p:sp>
        <p:sp>
          <p:nvSpPr>
            <p:cNvPr id="792" name="Google Shape;792;p73"/>
            <p:cNvSpPr txBox="1"/>
            <p:nvPr/>
          </p:nvSpPr>
          <p:spPr>
            <a:xfrm>
              <a:off x="0" y="-28575"/>
              <a:ext cx="14845200" cy="4785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0" i="0" lang="es" sz="5300" u="none" cap="none" strike="noStrike">
                  <a:solidFill>
                    <a:srgbClr val="10223D"/>
                  </a:solidFill>
                  <a:latin typeface="Arial"/>
                  <a:ea typeface="Arial"/>
                  <a:cs typeface="Arial"/>
                  <a:sym typeface="Arial"/>
                </a:rPr>
                <a:t>Versionamiento Semantico</a:t>
              </a:r>
              <a:endParaRPr b="0" i="0" sz="700" u="none" cap="none" strike="noStrike">
                <a:solidFill>
                  <a:srgbClr val="000000"/>
                </a:solidFill>
                <a:latin typeface="Arial"/>
                <a:ea typeface="Arial"/>
                <a:cs typeface="Arial"/>
                <a:sym typeface="Arial"/>
              </a:endParaRPr>
            </a:p>
          </p:txBody>
        </p:sp>
      </p:grpSp>
      <p:sp>
        <p:nvSpPr>
          <p:cNvPr id="793" name="Google Shape;793;p73"/>
          <p:cNvSpPr txBox="1"/>
          <p:nvPr/>
        </p:nvSpPr>
        <p:spPr>
          <a:xfrm>
            <a:off x="361369" y="2181919"/>
            <a:ext cx="172800" cy="815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300"/>
              <a:buFont typeface="Arial"/>
              <a:buNone/>
            </a:pPr>
            <a:r>
              <a:rPr b="0" i="0" lang="es" sz="5300" u="none" cap="none" strike="noStrike">
                <a:solidFill>
                  <a:srgbClr val="10223D"/>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797" name="Shape 797"/>
        <p:cNvGrpSpPr/>
        <p:nvPr/>
      </p:nvGrpSpPr>
      <p:grpSpPr>
        <a:xfrm>
          <a:off x="0" y="0"/>
          <a:ext cx="0" cy="0"/>
          <a:chOff x="0" y="0"/>
          <a:chExt cx="0" cy="0"/>
        </a:xfrm>
      </p:grpSpPr>
      <p:sp>
        <p:nvSpPr>
          <p:cNvPr id="798" name="Google Shape;798;p74"/>
          <p:cNvSpPr/>
          <p:nvPr/>
        </p:nvSpPr>
        <p:spPr>
          <a:xfrm>
            <a:off x="331447" y="33633"/>
            <a:ext cx="8481106" cy="5109867"/>
          </a:xfrm>
          <a:custGeom>
            <a:rect b="b" l="l" r="r" t="t"/>
            <a:pathLst>
              <a:path extrusionOk="0" h="10219733" w="16962212">
                <a:moveTo>
                  <a:pt x="0" y="0"/>
                </a:moveTo>
                <a:lnTo>
                  <a:pt x="16962212" y="0"/>
                </a:lnTo>
                <a:lnTo>
                  <a:pt x="16962212" y="10219733"/>
                </a:lnTo>
                <a:lnTo>
                  <a:pt x="0" y="1021973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02" name="Shape 802"/>
        <p:cNvGrpSpPr/>
        <p:nvPr/>
      </p:nvGrpSpPr>
      <p:grpSpPr>
        <a:xfrm>
          <a:off x="0" y="0"/>
          <a:ext cx="0" cy="0"/>
          <a:chOff x="0" y="0"/>
          <a:chExt cx="0" cy="0"/>
        </a:xfrm>
      </p:grpSpPr>
      <p:sp>
        <p:nvSpPr>
          <p:cNvPr id="803" name="Google Shape;803;p75"/>
          <p:cNvSpPr/>
          <p:nvPr/>
        </p:nvSpPr>
        <p:spPr>
          <a:xfrm>
            <a:off x="620221" y="135192"/>
            <a:ext cx="8115300" cy="4873118"/>
          </a:xfrm>
          <a:custGeom>
            <a:rect b="b" l="l" r="r" t="t"/>
            <a:pathLst>
              <a:path extrusionOk="0" h="9746235" w="16230600">
                <a:moveTo>
                  <a:pt x="0" y="0"/>
                </a:moveTo>
                <a:lnTo>
                  <a:pt x="16230600" y="0"/>
                </a:lnTo>
                <a:lnTo>
                  <a:pt x="16230600" y="9746234"/>
                </a:lnTo>
                <a:lnTo>
                  <a:pt x="0" y="9746234"/>
                </a:lnTo>
                <a:lnTo>
                  <a:pt x="0" y="0"/>
                </a:lnTo>
                <a:close/>
              </a:path>
            </a:pathLst>
          </a:custGeom>
          <a:blipFill rotWithShape="1">
            <a:blip r:embed="rId3">
              <a:alphaModFix/>
            </a:blip>
            <a:stretch>
              <a:fillRect b="-870" l="0" r="0" t="-1130"/>
            </a:stretch>
          </a:blipFill>
          <a:ln>
            <a:noFill/>
          </a:ln>
        </p:spPr>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07" name="Shape 807"/>
        <p:cNvGrpSpPr/>
        <p:nvPr/>
      </p:nvGrpSpPr>
      <p:grpSpPr>
        <a:xfrm>
          <a:off x="0" y="0"/>
          <a:ext cx="0" cy="0"/>
          <a:chOff x="0" y="0"/>
          <a:chExt cx="0" cy="0"/>
        </a:xfrm>
      </p:grpSpPr>
      <p:sp>
        <p:nvSpPr>
          <p:cNvPr id="808" name="Google Shape;808;p76"/>
          <p:cNvSpPr/>
          <p:nvPr/>
        </p:nvSpPr>
        <p:spPr>
          <a:xfrm flipH="1" rot="-5400000">
            <a:off x="7986713" y="3143579"/>
            <a:ext cx="2571750" cy="1285875"/>
          </a:xfrm>
          <a:custGeom>
            <a:rect b="b" l="l" r="r" t="t"/>
            <a:pathLst>
              <a:path extrusionOk="0" h="2571750" w="5143500">
                <a:moveTo>
                  <a:pt x="0" y="2571750"/>
                </a:moveTo>
                <a:lnTo>
                  <a:pt x="5143500" y="2571750"/>
                </a:lnTo>
                <a:lnTo>
                  <a:pt x="5143500" y="0"/>
                </a:lnTo>
                <a:lnTo>
                  <a:pt x="0" y="0"/>
                </a:lnTo>
                <a:lnTo>
                  <a:pt x="0" y="2571750"/>
                </a:lnTo>
                <a:close/>
              </a:path>
            </a:pathLst>
          </a:custGeom>
          <a:blipFill rotWithShape="1">
            <a:blip r:embed="rId3">
              <a:alphaModFix/>
            </a:blip>
            <a:stretch>
              <a:fillRect b="0" l="0" r="0" t="0"/>
            </a:stretch>
          </a:blipFill>
          <a:ln>
            <a:noFill/>
          </a:ln>
        </p:spPr>
      </p:sp>
      <p:sp>
        <p:nvSpPr>
          <p:cNvPr id="809" name="Google Shape;809;p76"/>
          <p:cNvSpPr/>
          <p:nvPr/>
        </p:nvSpPr>
        <p:spPr>
          <a:xfrm rot="-5400000">
            <a:off x="8629650" y="2495879"/>
            <a:ext cx="1285875" cy="1285875"/>
          </a:xfrm>
          <a:custGeom>
            <a:rect b="b" l="l" r="r" t="t"/>
            <a:pathLst>
              <a:path extrusionOk="0" h="2571750" w="2571750">
                <a:moveTo>
                  <a:pt x="0" y="0"/>
                </a:moveTo>
                <a:lnTo>
                  <a:pt x="2571750" y="0"/>
                </a:lnTo>
                <a:lnTo>
                  <a:pt x="2571750" y="2571750"/>
                </a:lnTo>
                <a:lnTo>
                  <a:pt x="0" y="2571750"/>
                </a:lnTo>
                <a:lnTo>
                  <a:pt x="0" y="0"/>
                </a:lnTo>
                <a:close/>
              </a:path>
            </a:pathLst>
          </a:custGeom>
          <a:blipFill rotWithShape="1">
            <a:blip r:embed="rId4">
              <a:alphaModFix/>
            </a:blip>
            <a:stretch>
              <a:fillRect b="0" l="0" r="0" t="0"/>
            </a:stretch>
          </a:blipFill>
          <a:ln>
            <a:noFill/>
          </a:ln>
        </p:spPr>
      </p:sp>
      <p:sp>
        <p:nvSpPr>
          <p:cNvPr id="810" name="Google Shape;810;p76"/>
          <p:cNvSpPr/>
          <p:nvPr/>
        </p:nvSpPr>
        <p:spPr>
          <a:xfrm>
            <a:off x="7343775" y="-71109"/>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5">
              <a:alphaModFix/>
            </a:blip>
            <a:stretch>
              <a:fillRect b="0" l="0" r="0" t="0"/>
            </a:stretch>
          </a:blipFill>
          <a:ln>
            <a:noFill/>
          </a:ln>
        </p:spPr>
      </p:sp>
      <p:sp>
        <p:nvSpPr>
          <p:cNvPr id="811" name="Google Shape;811;p76"/>
          <p:cNvSpPr/>
          <p:nvPr/>
        </p:nvSpPr>
        <p:spPr>
          <a:xfrm rot="10800000">
            <a:off x="7343775" y="1214766"/>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6">
              <a:alphaModFix/>
            </a:blip>
            <a:stretch>
              <a:fillRect b="0" l="0" r="0" t="0"/>
            </a:stretch>
          </a:blipFill>
          <a:ln>
            <a:noFill/>
          </a:ln>
        </p:spPr>
      </p:sp>
      <p:sp>
        <p:nvSpPr>
          <p:cNvPr id="812" name="Google Shape;812;p76"/>
          <p:cNvSpPr/>
          <p:nvPr/>
        </p:nvSpPr>
        <p:spPr>
          <a:xfrm rot="5400000">
            <a:off x="7215188" y="2614227"/>
            <a:ext cx="2571750" cy="1285875"/>
          </a:xfrm>
          <a:custGeom>
            <a:rect b="b" l="l" r="r" t="t"/>
            <a:pathLst>
              <a:path extrusionOk="0" h="2571750" w="5143500">
                <a:moveTo>
                  <a:pt x="0" y="0"/>
                </a:moveTo>
                <a:lnTo>
                  <a:pt x="5143500" y="0"/>
                </a:lnTo>
                <a:lnTo>
                  <a:pt x="5143500" y="2571750"/>
                </a:lnTo>
                <a:lnTo>
                  <a:pt x="0" y="2571750"/>
                </a:lnTo>
                <a:lnTo>
                  <a:pt x="0" y="0"/>
                </a:lnTo>
                <a:close/>
              </a:path>
            </a:pathLst>
          </a:custGeom>
          <a:blipFill rotWithShape="1">
            <a:blip r:embed="rId3">
              <a:alphaModFix/>
            </a:blip>
            <a:stretch>
              <a:fillRect b="0" l="0" r="0" t="0"/>
            </a:stretch>
          </a:blipFill>
          <a:ln>
            <a:noFill/>
          </a:ln>
        </p:spPr>
      </p:sp>
      <p:sp>
        <p:nvSpPr>
          <p:cNvPr id="813" name="Google Shape;813;p76"/>
          <p:cNvSpPr/>
          <p:nvPr/>
        </p:nvSpPr>
        <p:spPr>
          <a:xfrm>
            <a:off x="7750581" y="-71109"/>
            <a:ext cx="1758139" cy="879069"/>
          </a:xfrm>
          <a:custGeom>
            <a:rect b="b" l="l" r="r" t="t"/>
            <a:pathLst>
              <a:path extrusionOk="0" h="1758138" w="3516277">
                <a:moveTo>
                  <a:pt x="0" y="0"/>
                </a:moveTo>
                <a:lnTo>
                  <a:pt x="3516276" y="0"/>
                </a:lnTo>
                <a:lnTo>
                  <a:pt x="3516276" y="1758139"/>
                </a:lnTo>
                <a:lnTo>
                  <a:pt x="0" y="1758139"/>
                </a:lnTo>
                <a:lnTo>
                  <a:pt x="0" y="0"/>
                </a:lnTo>
                <a:close/>
              </a:path>
            </a:pathLst>
          </a:custGeom>
          <a:blipFill rotWithShape="1">
            <a:blip r:embed="rId3">
              <a:alphaModFix/>
            </a:blip>
            <a:stretch>
              <a:fillRect b="0" l="0" r="0" t="0"/>
            </a:stretch>
          </a:blipFill>
          <a:ln>
            <a:noFill/>
          </a:ln>
        </p:spPr>
      </p:sp>
      <p:sp>
        <p:nvSpPr>
          <p:cNvPr id="814" name="Google Shape;814;p76"/>
          <p:cNvSpPr/>
          <p:nvPr/>
        </p:nvSpPr>
        <p:spPr>
          <a:xfrm>
            <a:off x="8264931" y="0"/>
            <a:ext cx="879069" cy="439535"/>
          </a:xfrm>
          <a:custGeom>
            <a:rect b="b" l="l" r="r" t="t"/>
            <a:pathLst>
              <a:path extrusionOk="0" h="879069" w="1758138">
                <a:moveTo>
                  <a:pt x="0" y="0"/>
                </a:moveTo>
                <a:lnTo>
                  <a:pt x="1758138" y="0"/>
                </a:lnTo>
                <a:lnTo>
                  <a:pt x="1758138" y="879069"/>
                </a:lnTo>
                <a:lnTo>
                  <a:pt x="0" y="879069"/>
                </a:lnTo>
                <a:lnTo>
                  <a:pt x="0" y="0"/>
                </a:lnTo>
                <a:close/>
              </a:path>
            </a:pathLst>
          </a:custGeom>
          <a:blipFill rotWithShape="1">
            <a:blip r:embed="rId7">
              <a:alphaModFix/>
            </a:blip>
            <a:stretch>
              <a:fillRect b="0" l="0" r="0" t="0"/>
            </a:stretch>
          </a:blipFill>
          <a:ln>
            <a:noFill/>
          </a:ln>
        </p:spPr>
      </p:sp>
      <p:sp>
        <p:nvSpPr>
          <p:cNvPr id="815" name="Google Shape;815;p76"/>
          <p:cNvSpPr txBox="1"/>
          <p:nvPr/>
        </p:nvSpPr>
        <p:spPr>
          <a:xfrm>
            <a:off x="174292" y="59330"/>
            <a:ext cx="14415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s" sz="4000" u="none" cap="none" strike="noStrike">
                <a:solidFill>
                  <a:srgbClr val="D6533C"/>
                </a:solidFill>
                <a:latin typeface="Open Sans"/>
                <a:ea typeface="Open Sans"/>
                <a:cs typeface="Open Sans"/>
                <a:sym typeface="Open Sans"/>
              </a:rPr>
              <a:t>Patch</a:t>
            </a:r>
            <a:endParaRPr b="0" i="0" sz="700" u="none" cap="none" strike="noStrike">
              <a:solidFill>
                <a:srgbClr val="000000"/>
              </a:solidFill>
              <a:latin typeface="Arial"/>
              <a:ea typeface="Arial"/>
              <a:cs typeface="Arial"/>
              <a:sym typeface="Arial"/>
            </a:endParaRPr>
          </a:p>
        </p:txBody>
      </p:sp>
      <p:sp>
        <p:nvSpPr>
          <p:cNvPr id="816" name="Google Shape;816;p76"/>
          <p:cNvSpPr txBox="1"/>
          <p:nvPr/>
        </p:nvSpPr>
        <p:spPr>
          <a:xfrm>
            <a:off x="514350" y="744097"/>
            <a:ext cx="7315800" cy="877500"/>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Clr>
                <a:srgbClr val="000000"/>
              </a:buClr>
              <a:buSzPts val="1500"/>
              <a:buFont typeface="Arial"/>
              <a:buNone/>
            </a:pPr>
            <a:r>
              <a:rPr b="0" i="0" lang="es" sz="1500" u="none" cap="none" strike="noStrike">
                <a:solidFill>
                  <a:srgbClr val="10223D"/>
                </a:solidFill>
                <a:latin typeface="Arial"/>
                <a:ea typeface="Arial"/>
                <a:cs typeface="Arial"/>
                <a:sym typeface="Arial"/>
              </a:rPr>
              <a:t>Incrementa cuando se realizan correcciones de errores compatibles hacia atrás. Esto incluye arreglos de bugs y mejoras menores que no añaden nuevas funcionalidades ni rompen la compatibilidad</a:t>
            </a:r>
            <a:endParaRPr b="0" i="0" sz="700" u="none" cap="none" strike="noStrike">
              <a:solidFill>
                <a:srgbClr val="000000"/>
              </a:solidFill>
              <a:latin typeface="Arial"/>
              <a:ea typeface="Arial"/>
              <a:cs typeface="Arial"/>
              <a:sym typeface="Arial"/>
            </a:endParaRPr>
          </a:p>
        </p:txBody>
      </p:sp>
      <p:sp>
        <p:nvSpPr>
          <p:cNvPr id="817" name="Google Shape;817;p76"/>
          <p:cNvSpPr txBox="1"/>
          <p:nvPr/>
        </p:nvSpPr>
        <p:spPr>
          <a:xfrm>
            <a:off x="174292" y="1655908"/>
            <a:ext cx="15648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s" sz="4000" u="none" cap="none" strike="noStrike">
                <a:solidFill>
                  <a:srgbClr val="D6533C"/>
                </a:solidFill>
                <a:latin typeface="Open Sans"/>
                <a:ea typeface="Open Sans"/>
                <a:cs typeface="Open Sans"/>
                <a:sym typeface="Open Sans"/>
              </a:rPr>
              <a:t>Minor</a:t>
            </a:r>
            <a:endParaRPr b="0" i="0" sz="700" u="none" cap="none" strike="noStrike">
              <a:solidFill>
                <a:srgbClr val="000000"/>
              </a:solidFill>
              <a:latin typeface="Arial"/>
              <a:ea typeface="Arial"/>
              <a:cs typeface="Arial"/>
              <a:sym typeface="Arial"/>
            </a:endParaRPr>
          </a:p>
        </p:txBody>
      </p:sp>
      <p:sp>
        <p:nvSpPr>
          <p:cNvPr id="818" name="Google Shape;818;p76"/>
          <p:cNvSpPr txBox="1"/>
          <p:nvPr/>
        </p:nvSpPr>
        <p:spPr>
          <a:xfrm>
            <a:off x="514350" y="2311546"/>
            <a:ext cx="6903900" cy="1200900"/>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Clr>
                <a:srgbClr val="000000"/>
              </a:buClr>
              <a:buSzPts val="1500"/>
              <a:buFont typeface="Arial"/>
              <a:buNone/>
            </a:pPr>
            <a:r>
              <a:rPr b="0" i="0" lang="es" sz="1500" u="none" cap="none" strike="noStrike">
                <a:solidFill>
                  <a:srgbClr val="10223D"/>
                </a:solidFill>
                <a:latin typeface="Arial"/>
                <a:ea typeface="Arial"/>
                <a:cs typeface="Arial"/>
                <a:sym typeface="Arial"/>
              </a:rPr>
              <a:t>Incrementa cuando se añaden funcionalidades nuevas de forma compatible con versiones anteriores. Los cambios realizados no rompen la compatibilidad con versiones previas, permitiendo que los usuarios adopten las nuevas características sin modificar su código existente. </a:t>
            </a:r>
            <a:endParaRPr b="0" i="0" sz="700" u="none" cap="none" strike="noStrike">
              <a:solidFill>
                <a:srgbClr val="000000"/>
              </a:solidFill>
              <a:latin typeface="Arial"/>
              <a:ea typeface="Arial"/>
              <a:cs typeface="Arial"/>
              <a:sym typeface="Arial"/>
            </a:endParaRPr>
          </a:p>
        </p:txBody>
      </p:sp>
      <p:sp>
        <p:nvSpPr>
          <p:cNvPr id="819" name="Google Shape;819;p76"/>
          <p:cNvSpPr txBox="1"/>
          <p:nvPr/>
        </p:nvSpPr>
        <p:spPr>
          <a:xfrm>
            <a:off x="185416" y="3401548"/>
            <a:ext cx="15540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1" i="0" lang="es" sz="4000" u="none" cap="none" strike="noStrike">
                <a:solidFill>
                  <a:srgbClr val="D6533C"/>
                </a:solidFill>
                <a:latin typeface="Open Sans"/>
                <a:ea typeface="Open Sans"/>
                <a:cs typeface="Open Sans"/>
                <a:sym typeface="Open Sans"/>
              </a:rPr>
              <a:t>Major</a:t>
            </a:r>
            <a:endParaRPr b="0" i="0" sz="700" u="none" cap="none" strike="noStrike">
              <a:solidFill>
                <a:srgbClr val="000000"/>
              </a:solidFill>
              <a:latin typeface="Arial"/>
              <a:ea typeface="Arial"/>
              <a:cs typeface="Arial"/>
              <a:sym typeface="Arial"/>
            </a:endParaRPr>
          </a:p>
        </p:txBody>
      </p:sp>
      <p:sp>
        <p:nvSpPr>
          <p:cNvPr id="820" name="Google Shape;820;p76"/>
          <p:cNvSpPr txBox="1"/>
          <p:nvPr/>
        </p:nvSpPr>
        <p:spPr>
          <a:xfrm>
            <a:off x="514350" y="4166723"/>
            <a:ext cx="7060500" cy="877500"/>
          </a:xfrm>
          <a:prstGeom prst="rect">
            <a:avLst/>
          </a:prstGeom>
          <a:noFill/>
          <a:ln>
            <a:noFill/>
          </a:ln>
        </p:spPr>
        <p:txBody>
          <a:bodyPr anchorCtr="0" anchor="t" bIns="0" lIns="0" spcFirstLastPara="1" rIns="0" wrap="square" tIns="0">
            <a:spAutoFit/>
          </a:bodyPr>
          <a:lstStyle/>
          <a:p>
            <a:pPr indent="0" lvl="0" marL="0" marR="0" rtl="0" algn="just">
              <a:lnSpc>
                <a:spcPct val="140026"/>
              </a:lnSpc>
              <a:spcBef>
                <a:spcPts val="0"/>
              </a:spcBef>
              <a:spcAft>
                <a:spcPts val="0"/>
              </a:spcAft>
              <a:buClr>
                <a:srgbClr val="000000"/>
              </a:buClr>
              <a:buSzPts val="1500"/>
              <a:buFont typeface="Arial"/>
              <a:buNone/>
            </a:pPr>
            <a:r>
              <a:rPr b="0" i="0" lang="es" sz="1500" u="none" cap="none" strike="noStrike">
                <a:solidFill>
                  <a:srgbClr val="10223D"/>
                </a:solidFill>
                <a:latin typeface="Arial"/>
                <a:ea typeface="Arial"/>
                <a:cs typeface="Arial"/>
                <a:sym typeface="Arial"/>
              </a:rPr>
              <a:t>Incrementa cuando se realizan cambios incompatibles en la API. Esto significa que la nueva versión no es compatible hacia atrás y puede requerir modificaciones en el código que usa esta API</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24" name="Shape 824"/>
        <p:cNvGrpSpPr/>
        <p:nvPr/>
      </p:nvGrpSpPr>
      <p:grpSpPr>
        <a:xfrm>
          <a:off x="0" y="0"/>
          <a:ext cx="0" cy="0"/>
          <a:chOff x="0" y="0"/>
          <a:chExt cx="0" cy="0"/>
        </a:xfrm>
      </p:grpSpPr>
      <p:sp>
        <p:nvSpPr>
          <p:cNvPr id="825" name="Google Shape;825;p77"/>
          <p:cNvSpPr/>
          <p:nvPr/>
        </p:nvSpPr>
        <p:spPr>
          <a:xfrm>
            <a:off x="211936" y="729623"/>
            <a:ext cx="8720129" cy="3684255"/>
          </a:xfrm>
          <a:custGeom>
            <a:rect b="b" l="l" r="r" t="t"/>
            <a:pathLst>
              <a:path extrusionOk="0" h="7368509" w="17440258">
                <a:moveTo>
                  <a:pt x="0" y="0"/>
                </a:moveTo>
                <a:lnTo>
                  <a:pt x="17440258" y="0"/>
                </a:lnTo>
                <a:lnTo>
                  <a:pt x="17440258" y="7368508"/>
                </a:lnTo>
                <a:lnTo>
                  <a:pt x="0" y="73685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29" name="Shape 829"/>
        <p:cNvGrpSpPr/>
        <p:nvPr/>
      </p:nvGrpSpPr>
      <p:grpSpPr>
        <a:xfrm>
          <a:off x="0" y="0"/>
          <a:ext cx="0" cy="0"/>
          <a:chOff x="0" y="0"/>
          <a:chExt cx="0" cy="0"/>
        </a:xfrm>
      </p:grpSpPr>
      <p:sp>
        <p:nvSpPr>
          <p:cNvPr id="830" name="Google Shape;830;p78"/>
          <p:cNvSpPr/>
          <p:nvPr/>
        </p:nvSpPr>
        <p:spPr>
          <a:xfrm>
            <a:off x="514350" y="719739"/>
            <a:ext cx="8285747" cy="4111802"/>
          </a:xfrm>
          <a:custGeom>
            <a:rect b="b" l="l" r="r" t="t"/>
            <a:pathLst>
              <a:path extrusionOk="0" h="8223604" w="16571494">
                <a:moveTo>
                  <a:pt x="0" y="0"/>
                </a:moveTo>
                <a:lnTo>
                  <a:pt x="16571494" y="0"/>
                </a:lnTo>
                <a:lnTo>
                  <a:pt x="16571494" y="8223604"/>
                </a:lnTo>
                <a:lnTo>
                  <a:pt x="0" y="822360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34" name="Shape 834"/>
        <p:cNvGrpSpPr/>
        <p:nvPr/>
      </p:nvGrpSpPr>
      <p:grpSpPr>
        <a:xfrm>
          <a:off x="0" y="0"/>
          <a:ext cx="0" cy="0"/>
          <a:chOff x="0" y="0"/>
          <a:chExt cx="0" cy="0"/>
        </a:xfrm>
      </p:grpSpPr>
      <p:sp>
        <p:nvSpPr>
          <p:cNvPr id="835" name="Google Shape;835;p79"/>
          <p:cNvSpPr/>
          <p:nvPr/>
        </p:nvSpPr>
        <p:spPr>
          <a:xfrm>
            <a:off x="296121" y="337604"/>
            <a:ext cx="8551758" cy="4468294"/>
          </a:xfrm>
          <a:custGeom>
            <a:rect b="b" l="l" r="r" t="t"/>
            <a:pathLst>
              <a:path extrusionOk="0" h="8936587" w="17103516">
                <a:moveTo>
                  <a:pt x="0" y="0"/>
                </a:moveTo>
                <a:lnTo>
                  <a:pt x="17103516" y="0"/>
                </a:lnTo>
                <a:lnTo>
                  <a:pt x="17103516" y="8936586"/>
                </a:lnTo>
                <a:lnTo>
                  <a:pt x="0" y="893658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DDB"/>
        </a:solidFill>
      </p:bgPr>
    </p:bg>
    <p:spTree>
      <p:nvGrpSpPr>
        <p:cNvPr id="839" name="Shape 839"/>
        <p:cNvGrpSpPr/>
        <p:nvPr/>
      </p:nvGrpSpPr>
      <p:grpSpPr>
        <a:xfrm>
          <a:off x="0" y="0"/>
          <a:ext cx="0" cy="0"/>
          <a:chOff x="0" y="0"/>
          <a:chExt cx="0" cy="0"/>
        </a:xfrm>
      </p:grpSpPr>
      <p:sp>
        <p:nvSpPr>
          <p:cNvPr id="840" name="Google Shape;840;p80"/>
          <p:cNvSpPr/>
          <p:nvPr/>
        </p:nvSpPr>
        <p:spPr>
          <a:xfrm>
            <a:off x="131624" y="514350"/>
            <a:ext cx="8825309" cy="4114800"/>
          </a:xfrm>
          <a:custGeom>
            <a:rect b="b" l="l" r="r" t="t"/>
            <a:pathLst>
              <a:path extrusionOk="0" h="8229600" w="17650617">
                <a:moveTo>
                  <a:pt x="0" y="0"/>
                </a:moveTo>
                <a:lnTo>
                  <a:pt x="17650616" y="0"/>
                </a:lnTo>
                <a:lnTo>
                  <a:pt x="17650616" y="8229600"/>
                </a:lnTo>
                <a:lnTo>
                  <a:pt x="0" y="82296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1"/>
          <p:cNvSpPr/>
          <p:nvPr/>
        </p:nvSpPr>
        <p:spPr>
          <a:xfrm>
            <a:off x="1746686" y="273722"/>
            <a:ext cx="5650630" cy="776962"/>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846" name="Google Shape;846;p81"/>
          <p:cNvSpPr/>
          <p:nvPr/>
        </p:nvSpPr>
        <p:spPr>
          <a:xfrm>
            <a:off x="588413" y="1171175"/>
            <a:ext cx="8180784" cy="3439697"/>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847" name="Google Shape;847;p81"/>
          <p:cNvSpPr txBox="1"/>
          <p:nvPr/>
        </p:nvSpPr>
        <p:spPr>
          <a:xfrm>
            <a:off x="785863" y="1425675"/>
            <a:ext cx="7785900" cy="2930700"/>
          </a:xfrm>
          <a:prstGeom prst="rect">
            <a:avLst/>
          </a:prstGeom>
          <a:noFill/>
          <a:ln>
            <a:noFill/>
          </a:ln>
        </p:spPr>
        <p:txBody>
          <a:bodyPr anchorCtr="0" anchor="t" bIns="0" lIns="0" spcFirstLastPara="1" rIns="0" wrap="square" tIns="0">
            <a:spAutoFit/>
          </a:bodyPr>
          <a:lstStyle/>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GitFlow: como modelo de trabajo basado en la creacion de ramas en los repositorios, ayudan a llevar un orden entre versiones de software para evitar trabajar sobre codigo en produccion.</a:t>
            </a:r>
            <a:endParaRPr>
              <a:latin typeface="Open Sans"/>
              <a:ea typeface="Open Sans"/>
              <a:cs typeface="Open Sans"/>
              <a:sym typeface="Open Sans"/>
            </a:endParaRPr>
          </a:p>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Versionamiento  Semantico: importante para poder saber que tipo de version de software estamos usando, si es la mas actual, se corrigio algun error o es una version compatible.</a:t>
            </a:r>
            <a:endParaRPr>
              <a:latin typeface="Open Sans"/>
              <a:ea typeface="Open Sans"/>
              <a:cs typeface="Open Sans"/>
              <a:sym typeface="Open Sans"/>
            </a:endParaRPr>
          </a:p>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Ramas: Se trabaja siempre sobre una base de ramas predefinidas, no obligatorias pero que ayudan a tener un orden, la main lleva solo codigo en produccon, develop sirve para trabajar todo el codigo antes del lanzamiento, hotfix corrige errores en produccion, realease permite lanzar una version funcional de la aplicacion.</a:t>
            </a:r>
            <a:endParaRPr b="0" i="0" sz="1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82"/>
          <p:cNvSpPr/>
          <p:nvPr/>
        </p:nvSpPr>
        <p:spPr>
          <a:xfrm>
            <a:off x="1158508" y="260483"/>
            <a:ext cx="6826983" cy="936976"/>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853" name="Google Shape;853;p82"/>
          <p:cNvSpPr/>
          <p:nvPr/>
        </p:nvSpPr>
        <p:spPr>
          <a:xfrm>
            <a:off x="994550" y="1064324"/>
            <a:ext cx="7154911" cy="3413787"/>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854" name="Google Shape;854;p82"/>
          <p:cNvSpPr txBox="1"/>
          <p:nvPr/>
        </p:nvSpPr>
        <p:spPr>
          <a:xfrm>
            <a:off x="1128450" y="1413563"/>
            <a:ext cx="6887100" cy="2715300"/>
          </a:xfrm>
          <a:prstGeom prst="rect">
            <a:avLst/>
          </a:prstGeom>
          <a:noFill/>
          <a:ln>
            <a:noFill/>
          </a:ln>
        </p:spPr>
        <p:txBody>
          <a:bodyPr anchorCtr="0" anchor="t" bIns="0" lIns="0" spcFirstLastPara="1" rIns="0" wrap="square" tIns="0">
            <a:spAutoFit/>
          </a:bodyPr>
          <a:lstStyle/>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https://git-scm.com/book/es/v2/Inicio---Sobre-el-Control-de-Versiones-Acerca-del-Control-de-Versiones</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https://unity.com/es/topics/what-is-version-control</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https://nvie.com/posts/a-successful-git-branching-model/</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https://dev.to/imgildev/semver-que-es-y-por-que-es-importante-para-el-desarrollo-de-software-4ic1</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 https://nvie.com/posts/a-successful-git-branching-model/</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https://gist.github.com/dasdo/9ff71c5c0efa037441b6 </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https://git-scm.com/book/es/v2/Inicio---Sobre-el-Control-de-Versiones-Instalaci%C3%B3n-de-Git</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https://www.conventionalcommits.org/en/v1.0.0/</a:t>
            </a:r>
            <a:endParaRPr sz="700"/>
          </a:p>
          <a:p>
            <a:pPr indent="0" lvl="0" marL="0" marR="0" rtl="0" algn="l">
              <a:lnSpc>
                <a:spcPct val="140000"/>
              </a:lnSpc>
              <a:spcBef>
                <a:spcPts val="0"/>
              </a:spcBef>
              <a:spcAft>
                <a:spcPts val="0"/>
              </a:spcAft>
              <a:buNone/>
            </a:pPr>
            <a:r>
              <a:t/>
            </a:r>
            <a:endParaRPr b="1" i="0" sz="7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3"/>
          <p:cNvSpPr/>
          <p:nvPr/>
        </p:nvSpPr>
        <p:spPr>
          <a:xfrm>
            <a:off x="0" y="0"/>
            <a:ext cx="9144000" cy="364617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84"/>
          <p:cNvSpPr/>
          <p:nvPr/>
        </p:nvSpPr>
        <p:spPr>
          <a:xfrm>
            <a:off x="0" y="0"/>
            <a:ext cx="9144000" cy="310896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85"/>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870" name="Google Shape;870;p85"/>
          <p:cNvSpPr txBox="1"/>
          <p:nvPr/>
        </p:nvSpPr>
        <p:spPr>
          <a:xfrm>
            <a:off x="2827535" y="83353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1" name="Google Shape;871;p85"/>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2" name="Google Shape;872;p85"/>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3" name="Google Shape;873;p85"/>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4" name="Google Shape;874;p85"/>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5" name="Google Shape;875;p85"/>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6" name="Google Shape;876;p85"/>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7" name="Google Shape;877;p85"/>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8" name="Google Shape;878;p85"/>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79" name="Google Shape;879;p85"/>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0" name="Google Shape;880;p85"/>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1" name="Google Shape;881;p85"/>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2" name="Google Shape;882;p85"/>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3" name="Google Shape;883;p85"/>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4" name="Google Shape;884;p85"/>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5" name="Google Shape;885;p85"/>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6" name="Google Shape;886;p85"/>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7" name="Google Shape;887;p85"/>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8" name="Google Shape;888;p85"/>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89" name="Google Shape;889;p85"/>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90" name="Google Shape;890;p85"/>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91" name="Google Shape;891;p85"/>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92" name="Google Shape;892;p85"/>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893" name="Google Shape;893;p85"/>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86"/>
          <p:cNvSpPr/>
          <p:nvPr/>
        </p:nvSpPr>
        <p:spPr>
          <a:xfrm>
            <a:off x="1746686" y="-295768"/>
            <a:ext cx="5650630" cy="255691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899" name="Google Shape;899;p86"/>
          <p:cNvSpPr/>
          <p:nvPr/>
        </p:nvSpPr>
        <p:spPr>
          <a:xfrm>
            <a:off x="1098849" y="1746435"/>
            <a:ext cx="6946302" cy="2882716"/>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900" name="Google Shape;900;p86"/>
          <p:cNvSpPr txBox="1"/>
          <p:nvPr/>
        </p:nvSpPr>
        <p:spPr>
          <a:xfrm>
            <a:off x="1290197" y="2230813"/>
            <a:ext cx="6563700" cy="1271400"/>
          </a:xfrm>
          <a:prstGeom prst="rect">
            <a:avLst/>
          </a:prstGeom>
          <a:noFill/>
          <a:ln>
            <a:noFill/>
          </a:ln>
        </p:spPr>
        <p:txBody>
          <a:bodyPr anchorCtr="0" anchor="t" bIns="0" lIns="0" spcFirstLastPara="1" rIns="0" wrap="square" tIns="0">
            <a:spAutoFit/>
          </a:bodyPr>
          <a:lstStyle/>
          <a:p>
            <a:pPr indent="-152400" lvl="1" marL="304800" marR="0" rtl="0" algn="l">
              <a:lnSpc>
                <a:spcPct val="140014"/>
              </a:lnSpc>
              <a:spcBef>
                <a:spcPts val="0"/>
              </a:spcBef>
              <a:spcAft>
                <a:spcPts val="0"/>
              </a:spcAft>
              <a:buClr>
                <a:srgbClr val="000000"/>
              </a:buClr>
              <a:buSzPts val="1400"/>
              <a:buFont typeface="Arial"/>
              <a:buChar char="•"/>
            </a:pPr>
            <a:r>
              <a:rPr lang="es" u="sng">
                <a:solidFill>
                  <a:schemeClr val="hlink"/>
                </a:solidFill>
                <a:latin typeface="Open Sans"/>
                <a:ea typeface="Open Sans"/>
                <a:cs typeface="Open Sans"/>
                <a:sym typeface="Open Sans"/>
                <a:hlinkClick r:id="rId5"/>
              </a:rPr>
              <a:t>https://www.youtube.com/watch?v=F8443XQafGU</a:t>
            </a:r>
            <a:endParaRPr sz="700"/>
          </a:p>
          <a:p>
            <a:pPr indent="0" lvl="0" marL="0" marR="0" rtl="0" algn="l">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a:p>
            <a:pPr indent="-152400" lvl="1" marL="304800" marR="0" rtl="0" algn="l">
              <a:lnSpc>
                <a:spcPct val="140014"/>
              </a:lnSpc>
              <a:spcBef>
                <a:spcPts val="0"/>
              </a:spcBef>
              <a:spcAft>
                <a:spcPts val="0"/>
              </a:spcAft>
              <a:buClr>
                <a:srgbClr val="000000"/>
              </a:buClr>
              <a:buSzPts val="1400"/>
              <a:buFont typeface="Arial"/>
              <a:buChar char="•"/>
            </a:pPr>
            <a:r>
              <a:rPr b="0" i="0" lang="es" sz="1400" u="none" cap="none" strike="noStrike">
                <a:solidFill>
                  <a:srgbClr val="000000"/>
                </a:solidFill>
                <a:latin typeface="Open Sans"/>
                <a:ea typeface="Open Sans"/>
                <a:cs typeface="Open Sans"/>
                <a:sym typeface="Open Sans"/>
              </a:rPr>
              <a:t>Link del </a:t>
            </a:r>
            <a:r>
              <a:rPr lang="es">
                <a:latin typeface="Open Sans"/>
                <a:ea typeface="Open Sans"/>
                <a:cs typeface="Open Sans"/>
                <a:sym typeface="Open Sans"/>
              </a:rPr>
              <a:t>Quizz (cada instructor colocara su link)</a:t>
            </a:r>
            <a:endParaRPr sz="700"/>
          </a:p>
          <a:p>
            <a:pPr indent="0" lvl="0" marL="457200" marR="0" rtl="0" algn="l">
              <a:lnSpc>
                <a:spcPct val="140014"/>
              </a:lnSpc>
              <a:spcBef>
                <a:spcPts val="0"/>
              </a:spcBef>
              <a:spcAft>
                <a:spcPts val="0"/>
              </a:spcAft>
              <a:buNone/>
            </a:pPr>
            <a:r>
              <a:t/>
            </a:r>
            <a:endParaRPr sz="700"/>
          </a:p>
          <a:p>
            <a:pPr indent="0" lvl="0" marL="0" marR="0" rtl="0" algn="ctr">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87"/>
          <p:cNvSpPr/>
          <p:nvPr/>
        </p:nvSpPr>
        <p:spPr>
          <a:xfrm>
            <a:off x="1930841" y="297649"/>
            <a:ext cx="5282318" cy="433150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88"/>
          <p:cNvSpPr/>
          <p:nvPr/>
        </p:nvSpPr>
        <p:spPr>
          <a:xfrm>
            <a:off x="407222" y="0"/>
            <a:ext cx="8329555" cy="51435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