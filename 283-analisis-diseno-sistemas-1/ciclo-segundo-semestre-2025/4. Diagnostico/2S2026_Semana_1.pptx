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QemT6aRmpicJVjSTVwkSsEKVv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76aa35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e076aa359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076aa359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e076aa359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75b4d7e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d75b4d7e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75b4d7ed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d75b4d7ed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76aa359f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85" name="Google Shape;85;g3e076aa359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1775" y="1547900"/>
            <a:ext cx="8652400" cy="18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e076aa359f_0_0"/>
          <p:cNvSpPr/>
          <p:nvPr/>
        </p:nvSpPr>
        <p:spPr>
          <a:xfrm>
            <a:off x="2107150" y="3631999"/>
            <a:ext cx="14257800" cy="180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342900" rotWithShape="0" algn="bl" dir="2160000" dist="361950">
              <a:srgbClr val="888888">
                <a:alpha val="5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e076aa359f_0_0"/>
          <p:cNvSpPr/>
          <p:nvPr/>
        </p:nvSpPr>
        <p:spPr>
          <a:xfrm>
            <a:off x="5172300" y="6211275"/>
            <a:ext cx="7943400" cy="5226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>
            <a:noFill/>
          </a:ln>
          <a:effectLst>
            <a:outerShdw blurRad="200025" rotWithShape="0" algn="bl" dir="2160000" dist="171450">
              <a:srgbClr val="888888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e076aa359f_0_0"/>
          <p:cNvSpPr txBox="1"/>
          <p:nvPr/>
        </p:nvSpPr>
        <p:spPr>
          <a:xfrm>
            <a:off x="2550461" y="4212800"/>
            <a:ext cx="1318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Análisis y Diseño de Sistemas 1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g3e076aa359f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g3e076aa359f_0_0"/>
          <p:cNvSpPr/>
          <p:nvPr/>
        </p:nvSpPr>
        <p:spPr>
          <a:xfrm>
            <a:off x="740000" y="9310075"/>
            <a:ext cx="6904500" cy="522600"/>
          </a:xfrm>
          <a:prstGeom prst="roundRect">
            <a:avLst>
              <a:gd fmla="val 16667" name="adj"/>
            </a:avLst>
          </a:prstGeom>
          <a:solidFill>
            <a:srgbClr val="E1C794"/>
          </a:solidFill>
          <a:ln>
            <a:noFill/>
          </a:ln>
          <a:effectLst>
            <a:outerShdw blurRad="200025" rotWithShape="0" algn="bl" dir="2160000" dist="171450">
              <a:srgbClr val="B19867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e076aa359f_0_0"/>
          <p:cNvSpPr/>
          <p:nvPr/>
        </p:nvSpPr>
        <p:spPr>
          <a:xfrm>
            <a:off x="13871300" y="2240450"/>
            <a:ext cx="2172300" cy="5226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00/00/202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e076aa359f_0_0"/>
          <p:cNvSpPr txBox="1"/>
          <p:nvPr/>
        </p:nvSpPr>
        <p:spPr>
          <a:xfrm>
            <a:off x="828900" y="9353000"/>
            <a:ext cx="62442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2740">
                <a:latin typeface="Open Sans"/>
                <a:ea typeface="Open Sans"/>
                <a:cs typeface="Open Sans"/>
                <a:sym typeface="Open Sans"/>
              </a:rPr>
              <a:t>Tutor: </a:t>
            </a:r>
            <a:r>
              <a:rPr lang="en-US" sz="2740"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4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4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4"/>
          <p:cNvSpPr/>
          <p:nvPr/>
        </p:nvSpPr>
        <p:spPr>
          <a:xfrm>
            <a:off x="4824745" y="64136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4"/>
          <p:cNvSpPr/>
          <p:nvPr/>
        </p:nvSpPr>
        <p:spPr>
          <a:xfrm>
            <a:off x="4824745" y="75162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4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Censo de Horarios de Calificación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307667" y="87170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4618192" y="96899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824745" y="84447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4"/>
          <p:cNvSpPr/>
          <p:nvPr/>
        </p:nvSpPr>
        <p:spPr>
          <a:xfrm>
            <a:off x="4875920" y="94621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1407021" y="2665080"/>
            <a:ext cx="67923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6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413" y="2944064"/>
            <a:ext cx="4695574" cy="643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 txBox="1"/>
          <p:nvPr/>
        </p:nvSpPr>
        <p:spPr>
          <a:xfrm>
            <a:off x="7621363" y="3483174"/>
            <a:ext cx="8751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Nombre: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Actualmente cursando: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Experiencia relacionada con el curso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Contacto</a:t>
            </a:r>
            <a:endParaRPr b="1"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076aa359f_0_89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g3e076aa359f_0_89"/>
          <p:cNvSpPr txBox="1"/>
          <p:nvPr/>
        </p:nvSpPr>
        <p:spPr>
          <a:xfrm>
            <a:off x="1407021" y="2665080"/>
            <a:ext cx="67923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Google Shape;133;g3e076aa359f_0_89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413" y="2944064"/>
            <a:ext cx="4695574" cy="643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e076aa359f_0_89"/>
          <p:cNvSpPr txBox="1"/>
          <p:nvPr/>
        </p:nvSpPr>
        <p:spPr>
          <a:xfrm>
            <a:off x="7115988" y="4410474"/>
            <a:ext cx="8751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¿Qué te gusta hacer o qué te interesa fuera del curso? (hobby, serie, comida favorita, etc.)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¿Qué te gustaría aprender este semestre?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¿Cómo te ha ido trabajando en grupo en semestres anteriores? (algo que te haya gustado o algo que te gustaría mejorar)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2042550" y="111880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913750" y="7558450"/>
            <a:ext cx="622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C4587"/>
                </a:solidFill>
              </a:rPr>
              <a:t>https://wayground.com/admin/quiz/6a00077794914b2d3286897b</a:t>
            </a:r>
            <a:endParaRPr sz="1600">
              <a:solidFill>
                <a:srgbClr val="1C4587"/>
              </a:solidFill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50" y="2798050"/>
            <a:ext cx="3733800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75b4d7ed6_0_12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g3d75b4d7ed6_0_12"/>
          <p:cNvSpPr txBox="1"/>
          <p:nvPr/>
        </p:nvSpPr>
        <p:spPr>
          <a:xfrm>
            <a:off x="1407021" y="2522705"/>
            <a:ext cx="67923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de 5 estudiantes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8" name="Google Shape;148;g3d75b4d7ed6_0_12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413" y="2944064"/>
            <a:ext cx="4695574" cy="643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d75b4d7ed6_0_12"/>
          <p:cNvSpPr txBox="1"/>
          <p:nvPr/>
        </p:nvSpPr>
        <p:spPr>
          <a:xfrm>
            <a:off x="7115988" y="4410474"/>
            <a:ext cx="8751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¿Qué te gusta hacer o qué te interesa fuera del curso? (hobby, serie, comida favorita, etc.)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¿Qué te gustaría aprender este semestre?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¿Cómo te ha ido trabajando en grupo en semestres anteriores? (algo que te haya gustado o algo que te gustaría mejorar)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75b4d7ed6_0_21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g3d75b4d7ed6_0_21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Horarios tentativos de calificación.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6" name="Google Shape;156;g3d75b4d7ed6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5846" y="2221675"/>
            <a:ext cx="6191250" cy="74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d75b4d7ed6_0_21"/>
          <p:cNvSpPr txBox="1"/>
          <p:nvPr/>
        </p:nvSpPr>
        <p:spPr>
          <a:xfrm>
            <a:off x="2098450" y="3142850"/>
            <a:ext cx="591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https://docs.google.com/forms/d/e/1FAIpQLSfCys7WHwIsZVgCKa3ynbDqTbCgQwPqOhQm4LaNNrBosWq_1w/viewform?usp=sharing&amp;ouid=100340861360710746311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75b4d7ed6_0_30"/>
          <p:cNvSpPr txBox="1"/>
          <p:nvPr/>
        </p:nvSpPr>
        <p:spPr>
          <a:xfrm>
            <a:off x="489650" y="5962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g3d75b4d7ed6_0_30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del programa del curso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g3d75b4d7ed6_0_30"/>
          <p:cNvSpPr txBox="1"/>
          <p:nvPr/>
        </p:nvSpPr>
        <p:spPr>
          <a:xfrm>
            <a:off x="7159950" y="5587275"/>
            <a:ext cx="396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(Se presentará el programa del curso en PDF)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75b4d7ed6_0_39"/>
          <p:cNvSpPr txBox="1"/>
          <p:nvPr/>
        </p:nvSpPr>
        <p:spPr>
          <a:xfrm>
            <a:off x="3410550" y="969200"/>
            <a:ext cx="114669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g3d75b4d7ed6_0_39"/>
          <p:cNvSpPr txBox="1"/>
          <p:nvPr/>
        </p:nvSpPr>
        <p:spPr>
          <a:xfrm>
            <a:off x="6187050" y="7231450"/>
            <a:ext cx="59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https://wayground.com/admin/quiz/6a000a7e2be0dbbf92dd1e48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171" name="Google Shape;171;g3d75b4d7ed6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6625" y="3429000"/>
            <a:ext cx="371475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75b4d7ed6_1_10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g3d75b4d7ed6_1_10"/>
          <p:cNvSpPr txBox="1"/>
          <p:nvPr/>
        </p:nvSpPr>
        <p:spPr>
          <a:xfrm>
            <a:off x="6903300" y="5543625"/>
            <a:ext cx="448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(Se presentará la Tarea de fortalecimiento  en PDF)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