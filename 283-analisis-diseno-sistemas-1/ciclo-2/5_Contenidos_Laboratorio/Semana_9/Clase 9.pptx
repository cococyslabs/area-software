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6" roundtripDataSignature="AMtx7mgWaIi+OsCKj371bV1QCOBmXj7k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919"/>
        </a:solidFill>
      </p:bgPr>
    </p:bg>
    <p:spTree>
      <p:nvGrpSpPr>
        <p:cNvPr id="83" name="Shape 83"/>
        <p:cNvGrpSpPr/>
        <p:nvPr/>
      </p:nvGrpSpPr>
      <p:grpSpPr>
        <a:xfrm>
          <a:off x="0" y="0"/>
          <a:ext cx="0" cy="0"/>
          <a:chOff x="0" y="0"/>
          <a:chExt cx="0" cy="0"/>
        </a:xfrm>
      </p:grpSpPr>
      <p:sp>
        <p:nvSpPr>
          <p:cNvPr id="84" name="Google Shape;84;p1"/>
          <p:cNvSpPr/>
          <p:nvPr/>
        </p:nvSpPr>
        <p:spPr>
          <a:xfrm flipH="1" rot="10800000">
            <a:off x="12168530" y="4317933"/>
            <a:ext cx="9761980" cy="9469121"/>
          </a:xfrm>
          <a:custGeom>
            <a:rect b="b" l="l" r="r" t="t"/>
            <a:pathLst>
              <a:path extrusionOk="0" h="9469121" w="9761980">
                <a:moveTo>
                  <a:pt x="0" y="9469121"/>
                </a:moveTo>
                <a:lnTo>
                  <a:pt x="9761981" y="9469121"/>
                </a:lnTo>
                <a:lnTo>
                  <a:pt x="9761981" y="0"/>
                </a:lnTo>
                <a:lnTo>
                  <a:pt x="0" y="0"/>
                </a:lnTo>
                <a:lnTo>
                  <a:pt x="0" y="9469121"/>
                </a:lnTo>
                <a:close/>
              </a:path>
            </a:pathLst>
          </a:custGeom>
          <a:blipFill rotWithShape="1">
            <a:blip r:embed="rId3">
              <a:alphaModFix/>
            </a:blip>
            <a:stretch>
              <a:fillRect b="0" l="0" r="0" t="0"/>
            </a:stretch>
          </a:blipFill>
          <a:ln>
            <a:noFill/>
          </a:ln>
        </p:spPr>
      </p:sp>
      <p:sp>
        <p:nvSpPr>
          <p:cNvPr id="85" name="Google Shape;85;p1"/>
          <p:cNvSpPr txBox="1"/>
          <p:nvPr/>
        </p:nvSpPr>
        <p:spPr>
          <a:xfrm>
            <a:off x="3822459" y="2944945"/>
            <a:ext cx="12505589" cy="3008754"/>
          </a:xfrm>
          <a:prstGeom prst="rect">
            <a:avLst/>
          </a:prstGeom>
          <a:noFill/>
          <a:ln>
            <a:noFill/>
          </a:ln>
        </p:spPr>
        <p:txBody>
          <a:bodyPr anchorCtr="0" anchor="t" bIns="0" lIns="0" spcFirstLastPara="1" rIns="0" wrap="square" tIns="0">
            <a:spAutoFit/>
          </a:bodyPr>
          <a:lstStyle/>
          <a:p>
            <a:pPr indent="0" lvl="0" marL="0" marR="0" rtl="0" algn="l">
              <a:lnSpc>
                <a:spcPct val="89992"/>
              </a:lnSpc>
              <a:spcBef>
                <a:spcPts val="0"/>
              </a:spcBef>
              <a:spcAft>
                <a:spcPts val="0"/>
              </a:spcAft>
              <a:buNone/>
            </a:pPr>
            <a:r>
              <a:rPr b="1" i="0" lang="en-US" sz="12661" u="none" cap="none" strike="noStrike">
                <a:solidFill>
                  <a:srgbClr val="FFFFFF"/>
                </a:solidFill>
                <a:latin typeface="Arial"/>
                <a:ea typeface="Arial"/>
                <a:cs typeface="Arial"/>
                <a:sym typeface="Arial"/>
              </a:rPr>
              <a:t>PRUEBAS </a:t>
            </a:r>
            <a:endParaRPr/>
          </a:p>
          <a:p>
            <a:pPr indent="0" lvl="0" marL="0" marR="0" rtl="0" algn="l">
              <a:lnSpc>
                <a:spcPct val="89992"/>
              </a:lnSpc>
              <a:spcBef>
                <a:spcPts val="0"/>
              </a:spcBef>
              <a:spcAft>
                <a:spcPts val="0"/>
              </a:spcAft>
              <a:buNone/>
            </a:pPr>
            <a:r>
              <a:rPr b="1" i="0" lang="en-US" sz="12661" u="none" cap="none" strike="noStrike">
                <a:solidFill>
                  <a:srgbClr val="FFFFFF"/>
                </a:solidFill>
                <a:latin typeface="Arial"/>
                <a:ea typeface="Arial"/>
                <a:cs typeface="Arial"/>
                <a:sym typeface="Arial"/>
              </a:rPr>
              <a:t>E2E</a:t>
            </a:r>
            <a:endParaRPr/>
          </a:p>
        </p:txBody>
      </p:sp>
      <p:grpSp>
        <p:nvGrpSpPr>
          <p:cNvPr id="86" name="Google Shape;86;p1"/>
          <p:cNvGrpSpPr/>
          <p:nvPr/>
        </p:nvGrpSpPr>
        <p:grpSpPr>
          <a:xfrm rot="-568457">
            <a:off x="11642086" y="3464358"/>
            <a:ext cx="1707151" cy="1707151"/>
            <a:chOff x="0" y="0"/>
            <a:chExt cx="812800" cy="812800"/>
          </a:xfrm>
        </p:grpSpPr>
        <p:sp>
          <p:nvSpPr>
            <p:cNvPr id="87" name="Google Shape;87;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06AFF"/>
            </a:solidFill>
            <a:ln cap="sq" cmpd="sng" w="1905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89" name="Google Shape;89;p1"/>
          <p:cNvCxnSpPr/>
          <p:nvPr/>
        </p:nvCxnSpPr>
        <p:spPr>
          <a:xfrm>
            <a:off x="2719799" y="7956370"/>
            <a:ext cx="5851659" cy="0"/>
          </a:xfrm>
          <a:prstGeom prst="straightConnector1">
            <a:avLst/>
          </a:prstGeom>
          <a:noFill/>
          <a:ln cap="flat" cmpd="sng" w="19050">
            <a:solidFill>
              <a:srgbClr val="FFFFFF"/>
            </a:solidFill>
            <a:prstDash val="solid"/>
            <a:round/>
            <a:headEnd len="sm" w="sm" type="none"/>
            <a:tailEnd len="sm" w="sm" type="none"/>
          </a:ln>
        </p:spPr>
      </p:cxnSp>
      <p:grpSp>
        <p:nvGrpSpPr>
          <p:cNvPr id="90" name="Google Shape;90;p1"/>
          <p:cNvGrpSpPr/>
          <p:nvPr/>
        </p:nvGrpSpPr>
        <p:grpSpPr>
          <a:xfrm>
            <a:off x="1959953" y="6758764"/>
            <a:ext cx="7519231" cy="945240"/>
            <a:chOff x="0" y="-57150"/>
            <a:chExt cx="3687462" cy="463550"/>
          </a:xfrm>
        </p:grpSpPr>
        <p:sp>
          <p:nvSpPr>
            <p:cNvPr id="91" name="Google Shape;91;p1"/>
            <p:cNvSpPr/>
            <p:nvPr/>
          </p:nvSpPr>
          <p:spPr>
            <a:xfrm>
              <a:off x="0" y="0"/>
              <a:ext cx="3687462" cy="406400"/>
            </a:xfrm>
            <a:custGeom>
              <a:rect b="b" l="l" r="r" t="t"/>
              <a:pathLst>
                <a:path extrusionOk="0" h="406400" w="3687462">
                  <a:moveTo>
                    <a:pt x="3484262" y="0"/>
                  </a:moveTo>
                  <a:cubicBezTo>
                    <a:pt x="3596487" y="0"/>
                    <a:pt x="3687462" y="90976"/>
                    <a:pt x="3687462" y="203200"/>
                  </a:cubicBezTo>
                  <a:cubicBezTo>
                    <a:pt x="3687462" y="315424"/>
                    <a:pt x="3596487" y="406400"/>
                    <a:pt x="3484262" y="406400"/>
                  </a:cubicBezTo>
                  <a:lnTo>
                    <a:pt x="203200" y="406400"/>
                  </a:lnTo>
                  <a:cubicBezTo>
                    <a:pt x="90976" y="406400"/>
                    <a:pt x="0" y="315424"/>
                    <a:pt x="0" y="203200"/>
                  </a:cubicBezTo>
                  <a:cubicBezTo>
                    <a:pt x="0" y="90976"/>
                    <a:pt x="90976" y="0"/>
                    <a:pt x="203200" y="0"/>
                  </a:cubicBezTo>
                  <a:lnTo>
                    <a:pt x="3484262" y="0"/>
                  </a:lnTo>
                  <a:close/>
                </a:path>
              </a:pathLst>
            </a:custGeom>
            <a:solidFill>
              <a:srgbClr val="191919"/>
            </a:solidFill>
            <a:ln cap="rnd" cmpd="sng" w="38100">
              <a:solidFill>
                <a:srgbClr val="E7E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
            <p:cNvSpPr txBox="1"/>
            <p:nvPr/>
          </p:nvSpPr>
          <p:spPr>
            <a:xfrm>
              <a:off x="0" y="-57150"/>
              <a:ext cx="3687462" cy="46355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0" i="0" lang="en-US" sz="2800" u="none" cap="none" strike="noStrike">
                  <a:solidFill>
                    <a:srgbClr val="FFFFFF"/>
                  </a:solidFill>
                  <a:latin typeface="Arial"/>
                  <a:ea typeface="Arial"/>
                  <a:cs typeface="Arial"/>
                  <a:sym typeface="Arial"/>
                </a:rPr>
                <a:t>DISEÑO Y DESARROLLO DE SISTEMAS</a:t>
              </a:r>
              <a:endParaRPr/>
            </a:p>
          </p:txBody>
        </p:sp>
      </p:grpSp>
      <p:sp>
        <p:nvSpPr>
          <p:cNvPr id="93" name="Google Shape;93;p1"/>
          <p:cNvSpPr/>
          <p:nvPr/>
        </p:nvSpPr>
        <p:spPr>
          <a:xfrm flipH="1" rot="10800000">
            <a:off x="2188265" y="4579974"/>
            <a:ext cx="1063067" cy="1031175"/>
          </a:xfrm>
          <a:custGeom>
            <a:rect b="b" l="l" r="r" t="t"/>
            <a:pathLst>
              <a:path extrusionOk="0" h="1031175" w="1063067">
                <a:moveTo>
                  <a:pt x="0" y="1031175"/>
                </a:moveTo>
                <a:lnTo>
                  <a:pt x="1063067" y="1031175"/>
                </a:lnTo>
                <a:lnTo>
                  <a:pt x="1063067" y="0"/>
                </a:lnTo>
                <a:lnTo>
                  <a:pt x="0" y="0"/>
                </a:lnTo>
                <a:lnTo>
                  <a:pt x="0" y="1031175"/>
                </a:lnTo>
                <a:close/>
              </a:path>
            </a:pathLst>
          </a:custGeom>
          <a:blipFill rotWithShape="1">
            <a:blip r:embed="rId4">
              <a:alphaModFix/>
            </a:blip>
            <a:stretch>
              <a:fillRect b="0" l="0" r="0" t="0"/>
            </a:stretch>
          </a:blipFill>
          <a:ln>
            <a:noFill/>
          </a:ln>
        </p:spPr>
      </p:sp>
      <p:sp>
        <p:nvSpPr>
          <p:cNvPr id="94" name="Google Shape;94;p1"/>
          <p:cNvSpPr txBox="1"/>
          <p:nvPr/>
        </p:nvSpPr>
        <p:spPr>
          <a:xfrm>
            <a:off x="10075253" y="8393430"/>
            <a:ext cx="8112026" cy="167259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UNIVERSIDAD DE SAN CARLOS DE GUATEMALA</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ESCUELA DE INGENIERIA DE CIENCIAS Y SISTEMAS</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FACULTAD DE INGENIERIA</a:t>
            </a:r>
            <a:endParaRPr/>
          </a:p>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ANÁLISIS Y DISEÑO DE SISTEMAS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919"/>
        </a:solidFill>
      </p:bgPr>
    </p:bg>
    <p:spTree>
      <p:nvGrpSpPr>
        <p:cNvPr id="98" name="Shape 98"/>
        <p:cNvGrpSpPr/>
        <p:nvPr/>
      </p:nvGrpSpPr>
      <p:grpSpPr>
        <a:xfrm>
          <a:off x="0" y="0"/>
          <a:ext cx="0" cy="0"/>
          <a:chOff x="0" y="0"/>
          <a:chExt cx="0" cy="0"/>
        </a:xfrm>
      </p:grpSpPr>
      <p:grpSp>
        <p:nvGrpSpPr>
          <p:cNvPr id="99" name="Google Shape;99;p2"/>
          <p:cNvGrpSpPr/>
          <p:nvPr/>
        </p:nvGrpSpPr>
        <p:grpSpPr>
          <a:xfrm>
            <a:off x="1887775" y="5520017"/>
            <a:ext cx="647870" cy="738977"/>
            <a:chOff x="0" y="-57150"/>
            <a:chExt cx="406400" cy="463550"/>
          </a:xfrm>
        </p:grpSpPr>
        <p:sp>
          <p:nvSpPr>
            <p:cNvPr id="100" name="Google Shape;100;p2"/>
            <p:cNvSpPr/>
            <p:nvPr/>
          </p:nvSpPr>
          <p:spPr>
            <a:xfrm>
              <a:off x="0" y="0"/>
              <a:ext cx="406400" cy="406400"/>
            </a:xfrm>
            <a:custGeom>
              <a:rect b="b" l="l" r="r" t="t"/>
              <a:pathLst>
                <a:path extrusionOk="0" h="406400" w="406400">
                  <a:moveTo>
                    <a:pt x="203200" y="0"/>
                  </a:moveTo>
                  <a:cubicBezTo>
                    <a:pt x="315424" y="0"/>
                    <a:pt x="406400" y="90976"/>
                    <a:pt x="406400" y="203200"/>
                  </a:cubicBezTo>
                  <a:cubicBezTo>
                    <a:pt x="406400" y="315424"/>
                    <a:pt x="315424" y="406400"/>
                    <a:pt x="203200" y="406400"/>
                  </a:cubicBezTo>
                  <a:lnTo>
                    <a:pt x="203200" y="406400"/>
                  </a:lnTo>
                  <a:cubicBezTo>
                    <a:pt x="90976" y="406400"/>
                    <a:pt x="0" y="315424"/>
                    <a:pt x="0" y="203200"/>
                  </a:cubicBezTo>
                  <a:cubicBezTo>
                    <a:pt x="0" y="90976"/>
                    <a:pt x="90976" y="0"/>
                    <a:pt x="203200" y="0"/>
                  </a:cubicBezTo>
                  <a:close/>
                </a:path>
              </a:pathLst>
            </a:custGeom>
            <a:solidFill>
              <a:srgbClr val="E06AFF"/>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txBox="1"/>
            <p:nvPr/>
          </p:nvSpPr>
          <p:spPr>
            <a:xfrm>
              <a:off x="0" y="-57150"/>
              <a:ext cx="406400" cy="463550"/>
            </a:xfrm>
            <a:prstGeom prst="rect">
              <a:avLst/>
            </a:prstGeom>
            <a:noFill/>
            <a:ln>
              <a:noFill/>
            </a:ln>
          </p:spPr>
          <p:txBody>
            <a:bodyPr anchorCtr="0" anchor="ctr" bIns="50800" lIns="50800" spcFirstLastPara="1" rIns="50800" wrap="square" tIns="50800">
              <a:no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1</a:t>
              </a:r>
              <a:endParaRPr/>
            </a:p>
          </p:txBody>
        </p:sp>
      </p:grpSp>
      <p:sp>
        <p:nvSpPr>
          <p:cNvPr id="102" name="Google Shape;102;p2"/>
          <p:cNvSpPr txBox="1"/>
          <p:nvPr/>
        </p:nvSpPr>
        <p:spPr>
          <a:xfrm>
            <a:off x="3199275" y="2637525"/>
            <a:ext cx="4856700" cy="9975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7200" u="none" cap="none" strike="noStrike">
                <a:solidFill>
                  <a:srgbClr val="FFFFFF"/>
                </a:solidFill>
                <a:latin typeface="Arial"/>
                <a:ea typeface="Arial"/>
                <a:cs typeface="Arial"/>
                <a:sym typeface="Arial"/>
              </a:rPr>
              <a:t>AGENDA</a:t>
            </a:r>
            <a:endParaRPr/>
          </a:p>
        </p:txBody>
      </p:sp>
      <p:sp>
        <p:nvSpPr>
          <p:cNvPr id="103" name="Google Shape;103;p2"/>
          <p:cNvSpPr txBox="1"/>
          <p:nvPr/>
        </p:nvSpPr>
        <p:spPr>
          <a:xfrm>
            <a:off x="2830920" y="5708364"/>
            <a:ext cx="5665500" cy="369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400">
                <a:solidFill>
                  <a:srgbClr val="FFFFFF"/>
                </a:solidFill>
              </a:rPr>
              <a:t>Conferencia</a:t>
            </a:r>
            <a:endParaRPr/>
          </a:p>
        </p:txBody>
      </p:sp>
      <p:grpSp>
        <p:nvGrpSpPr>
          <p:cNvPr id="104" name="Google Shape;104;p2"/>
          <p:cNvGrpSpPr/>
          <p:nvPr/>
        </p:nvGrpSpPr>
        <p:grpSpPr>
          <a:xfrm>
            <a:off x="1887775" y="6368968"/>
            <a:ext cx="647870" cy="738977"/>
            <a:chOff x="0" y="-57150"/>
            <a:chExt cx="406400" cy="463550"/>
          </a:xfrm>
        </p:grpSpPr>
        <p:sp>
          <p:nvSpPr>
            <p:cNvPr id="105" name="Google Shape;105;p2"/>
            <p:cNvSpPr/>
            <p:nvPr/>
          </p:nvSpPr>
          <p:spPr>
            <a:xfrm>
              <a:off x="0" y="0"/>
              <a:ext cx="406400" cy="406400"/>
            </a:xfrm>
            <a:custGeom>
              <a:rect b="b" l="l" r="r" t="t"/>
              <a:pathLst>
                <a:path extrusionOk="0" h="406400" w="406400">
                  <a:moveTo>
                    <a:pt x="203200" y="0"/>
                  </a:moveTo>
                  <a:cubicBezTo>
                    <a:pt x="315424" y="0"/>
                    <a:pt x="406400" y="90976"/>
                    <a:pt x="406400" y="203200"/>
                  </a:cubicBezTo>
                  <a:cubicBezTo>
                    <a:pt x="406400" y="315424"/>
                    <a:pt x="315424" y="406400"/>
                    <a:pt x="203200" y="406400"/>
                  </a:cubicBezTo>
                  <a:lnTo>
                    <a:pt x="203200" y="406400"/>
                  </a:lnTo>
                  <a:cubicBezTo>
                    <a:pt x="90976" y="406400"/>
                    <a:pt x="0" y="315424"/>
                    <a:pt x="0" y="203200"/>
                  </a:cubicBezTo>
                  <a:cubicBezTo>
                    <a:pt x="0" y="90976"/>
                    <a:pt x="90976" y="0"/>
                    <a:pt x="203200" y="0"/>
                  </a:cubicBezTo>
                  <a:close/>
                </a:path>
              </a:pathLst>
            </a:custGeom>
            <a:solidFill>
              <a:srgbClr val="E06AFF"/>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txBox="1"/>
            <p:nvPr/>
          </p:nvSpPr>
          <p:spPr>
            <a:xfrm>
              <a:off x="0" y="-57150"/>
              <a:ext cx="406400" cy="463550"/>
            </a:xfrm>
            <a:prstGeom prst="rect">
              <a:avLst/>
            </a:prstGeom>
            <a:noFill/>
            <a:ln>
              <a:noFill/>
            </a:ln>
          </p:spPr>
          <p:txBody>
            <a:bodyPr anchorCtr="0" anchor="ctr" bIns="50800" lIns="50800" spcFirstLastPara="1" rIns="50800" wrap="square" tIns="50800">
              <a:no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2</a:t>
              </a:r>
              <a:endParaRPr/>
            </a:p>
          </p:txBody>
        </p:sp>
      </p:grpSp>
      <p:sp>
        <p:nvSpPr>
          <p:cNvPr id="107" name="Google Shape;107;p2"/>
          <p:cNvSpPr txBox="1"/>
          <p:nvPr/>
        </p:nvSpPr>
        <p:spPr>
          <a:xfrm>
            <a:off x="2830920" y="6557315"/>
            <a:ext cx="5665500" cy="369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400">
                <a:solidFill>
                  <a:srgbClr val="FFFFFF"/>
                </a:solidFill>
              </a:rPr>
              <a:t>Corto 2</a:t>
            </a:r>
            <a:endParaRPr/>
          </a:p>
        </p:txBody>
      </p:sp>
      <p:grpSp>
        <p:nvGrpSpPr>
          <p:cNvPr id="108" name="Google Shape;108;p2"/>
          <p:cNvGrpSpPr/>
          <p:nvPr/>
        </p:nvGrpSpPr>
        <p:grpSpPr>
          <a:xfrm>
            <a:off x="1887775" y="7217919"/>
            <a:ext cx="647870" cy="738977"/>
            <a:chOff x="0" y="-57150"/>
            <a:chExt cx="406400" cy="463550"/>
          </a:xfrm>
        </p:grpSpPr>
        <p:sp>
          <p:nvSpPr>
            <p:cNvPr id="109" name="Google Shape;109;p2"/>
            <p:cNvSpPr/>
            <p:nvPr/>
          </p:nvSpPr>
          <p:spPr>
            <a:xfrm>
              <a:off x="0" y="0"/>
              <a:ext cx="406400" cy="406400"/>
            </a:xfrm>
            <a:custGeom>
              <a:rect b="b" l="l" r="r" t="t"/>
              <a:pathLst>
                <a:path extrusionOk="0" h="406400" w="406400">
                  <a:moveTo>
                    <a:pt x="203200" y="0"/>
                  </a:moveTo>
                  <a:cubicBezTo>
                    <a:pt x="315424" y="0"/>
                    <a:pt x="406400" y="90976"/>
                    <a:pt x="406400" y="203200"/>
                  </a:cubicBezTo>
                  <a:cubicBezTo>
                    <a:pt x="406400" y="315424"/>
                    <a:pt x="315424" y="406400"/>
                    <a:pt x="203200" y="406400"/>
                  </a:cubicBezTo>
                  <a:lnTo>
                    <a:pt x="203200" y="406400"/>
                  </a:lnTo>
                  <a:cubicBezTo>
                    <a:pt x="90976" y="406400"/>
                    <a:pt x="0" y="315424"/>
                    <a:pt x="0" y="203200"/>
                  </a:cubicBezTo>
                  <a:cubicBezTo>
                    <a:pt x="0" y="90976"/>
                    <a:pt x="90976" y="0"/>
                    <a:pt x="203200" y="0"/>
                  </a:cubicBezTo>
                  <a:close/>
                </a:path>
              </a:pathLst>
            </a:custGeom>
            <a:solidFill>
              <a:srgbClr val="E06AFF"/>
            </a:solidFill>
            <a:ln cap="sq" cmpd="sng" w="381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txBox="1"/>
            <p:nvPr/>
          </p:nvSpPr>
          <p:spPr>
            <a:xfrm>
              <a:off x="0" y="-57150"/>
              <a:ext cx="406400" cy="463550"/>
            </a:xfrm>
            <a:prstGeom prst="rect">
              <a:avLst/>
            </a:prstGeom>
            <a:noFill/>
            <a:ln>
              <a:noFill/>
            </a:ln>
          </p:spPr>
          <p:txBody>
            <a:bodyPr anchorCtr="0" anchor="ctr" bIns="50800" lIns="50800" spcFirstLastPara="1" rIns="50800" wrap="square" tIns="50800">
              <a:noAutofit/>
            </a:bodyPr>
            <a:lstStyle/>
            <a:p>
              <a:pPr indent="0" lvl="0" marL="0" marR="0" rtl="0" algn="ctr">
                <a:lnSpc>
                  <a:spcPct val="139958"/>
                </a:lnSpc>
                <a:spcBef>
                  <a:spcPts val="0"/>
                </a:spcBef>
                <a:spcAft>
                  <a:spcPts val="0"/>
                </a:spcAft>
                <a:buNone/>
              </a:pPr>
              <a:r>
                <a:rPr b="0" i="0" lang="en-US" sz="2400" u="none" cap="none" strike="noStrike">
                  <a:solidFill>
                    <a:srgbClr val="FFFFFF"/>
                  </a:solidFill>
                  <a:latin typeface="Arial"/>
                  <a:ea typeface="Arial"/>
                  <a:cs typeface="Arial"/>
                  <a:sym typeface="Arial"/>
                </a:rPr>
                <a:t>3</a:t>
              </a:r>
              <a:endParaRPr/>
            </a:p>
          </p:txBody>
        </p:sp>
      </p:grpSp>
      <p:sp>
        <p:nvSpPr>
          <p:cNvPr id="111" name="Google Shape;111;p2"/>
          <p:cNvSpPr txBox="1"/>
          <p:nvPr/>
        </p:nvSpPr>
        <p:spPr>
          <a:xfrm>
            <a:off x="2830920" y="7406266"/>
            <a:ext cx="5665500" cy="369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400">
                <a:solidFill>
                  <a:srgbClr val="FFFFFF"/>
                </a:solidFill>
              </a:rPr>
              <a:t>Asueto 15 de septiembre</a:t>
            </a:r>
            <a:endParaRPr/>
          </a:p>
        </p:txBody>
      </p:sp>
      <p:cxnSp>
        <p:nvCxnSpPr>
          <p:cNvPr id="112" name="Google Shape;112;p2"/>
          <p:cNvCxnSpPr/>
          <p:nvPr/>
        </p:nvCxnSpPr>
        <p:spPr>
          <a:xfrm>
            <a:off x="1887775" y="4016757"/>
            <a:ext cx="6608578" cy="0"/>
          </a:xfrm>
          <a:prstGeom prst="straightConnector1">
            <a:avLst/>
          </a:prstGeom>
          <a:noFill/>
          <a:ln cap="flat" cmpd="sng" w="19050">
            <a:solidFill>
              <a:srgbClr val="FFFFFF"/>
            </a:solidFill>
            <a:prstDash val="solid"/>
            <a:round/>
            <a:headEnd len="sm" w="sm" type="none"/>
            <a:tailEnd len="sm" w="sm" type="none"/>
          </a:ln>
        </p:spPr>
      </p:cxnSp>
      <p:grpSp>
        <p:nvGrpSpPr>
          <p:cNvPr id="113" name="Google Shape;113;p2"/>
          <p:cNvGrpSpPr/>
          <p:nvPr/>
        </p:nvGrpSpPr>
        <p:grpSpPr>
          <a:xfrm>
            <a:off x="1028700" y="9635551"/>
            <a:ext cx="16230600" cy="1107277"/>
            <a:chOff x="0" y="-57150"/>
            <a:chExt cx="4274726" cy="291629"/>
          </a:xfrm>
        </p:grpSpPr>
        <p:sp>
          <p:nvSpPr>
            <p:cNvPr id="114" name="Google Shape;114;p2"/>
            <p:cNvSpPr/>
            <p:nvPr/>
          </p:nvSpPr>
          <p:spPr>
            <a:xfrm>
              <a:off x="0" y="0"/>
              <a:ext cx="4274726" cy="234479"/>
            </a:xfrm>
            <a:custGeom>
              <a:rect b="b" l="l" r="r" t="t"/>
              <a:pathLst>
                <a:path extrusionOk="0" h="234479" w="4274726">
                  <a:moveTo>
                    <a:pt x="0" y="0"/>
                  </a:moveTo>
                  <a:lnTo>
                    <a:pt x="4274726" y="0"/>
                  </a:lnTo>
                  <a:lnTo>
                    <a:pt x="4274726" y="234479"/>
                  </a:lnTo>
                  <a:lnTo>
                    <a:pt x="0" y="234479"/>
                  </a:lnTo>
                  <a:close/>
                </a:path>
              </a:pathLst>
            </a:custGeom>
            <a:solidFill>
              <a:srgbClr val="E06AFF"/>
            </a:solidFill>
            <a:ln>
              <a:noFill/>
            </a:ln>
          </p:spPr>
        </p:sp>
        <p:sp>
          <p:nvSpPr>
            <p:cNvPr id="115" name="Google Shape;115;p2"/>
            <p:cNvSpPr txBox="1"/>
            <p:nvPr/>
          </p:nvSpPr>
          <p:spPr>
            <a:xfrm>
              <a:off x="0" y="-57150"/>
              <a:ext cx="4274726" cy="29162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919"/>
        </a:solidFill>
      </p:bgPr>
    </p:bg>
    <p:spTree>
      <p:nvGrpSpPr>
        <p:cNvPr id="119" name="Shape 119"/>
        <p:cNvGrpSpPr/>
        <p:nvPr/>
      </p:nvGrpSpPr>
      <p:grpSpPr>
        <a:xfrm>
          <a:off x="0" y="0"/>
          <a:ext cx="0" cy="0"/>
          <a:chOff x="0" y="0"/>
          <a:chExt cx="0" cy="0"/>
        </a:xfrm>
      </p:grpSpPr>
      <p:grpSp>
        <p:nvGrpSpPr>
          <p:cNvPr id="120" name="Google Shape;120;p3"/>
          <p:cNvGrpSpPr/>
          <p:nvPr/>
        </p:nvGrpSpPr>
        <p:grpSpPr>
          <a:xfrm>
            <a:off x="0" y="3799766"/>
            <a:ext cx="18288000" cy="6542242"/>
            <a:chOff x="0" y="-57150"/>
            <a:chExt cx="4816593" cy="1723060"/>
          </a:xfrm>
        </p:grpSpPr>
        <p:sp>
          <p:nvSpPr>
            <p:cNvPr id="121" name="Google Shape;121;p3"/>
            <p:cNvSpPr/>
            <p:nvPr/>
          </p:nvSpPr>
          <p:spPr>
            <a:xfrm>
              <a:off x="0" y="0"/>
              <a:ext cx="4816592" cy="1665910"/>
            </a:xfrm>
            <a:custGeom>
              <a:rect b="b" l="l" r="r" t="t"/>
              <a:pathLst>
                <a:path extrusionOk="0" h="1665910" w="4816592">
                  <a:moveTo>
                    <a:pt x="0" y="0"/>
                  </a:moveTo>
                  <a:lnTo>
                    <a:pt x="4816592" y="0"/>
                  </a:lnTo>
                  <a:lnTo>
                    <a:pt x="4816592" y="1665910"/>
                  </a:lnTo>
                  <a:lnTo>
                    <a:pt x="0" y="1665910"/>
                  </a:lnTo>
                  <a:close/>
                </a:path>
              </a:pathLst>
            </a:custGeom>
            <a:solidFill>
              <a:srgbClr val="1E1E1E"/>
            </a:solidFill>
            <a:ln>
              <a:noFill/>
            </a:ln>
          </p:spPr>
        </p:sp>
        <p:sp>
          <p:nvSpPr>
            <p:cNvPr id="122" name="Google Shape;122;p3"/>
            <p:cNvSpPr txBox="1"/>
            <p:nvPr/>
          </p:nvSpPr>
          <p:spPr>
            <a:xfrm>
              <a:off x="0" y="-57150"/>
              <a:ext cx="4816593" cy="172306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3" name="Google Shape;123;p3"/>
          <p:cNvSpPr txBox="1"/>
          <p:nvPr/>
        </p:nvSpPr>
        <p:spPr>
          <a:xfrm>
            <a:off x="1398598" y="1808850"/>
            <a:ext cx="10922100" cy="19950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7200" u="none" cap="none" strike="noStrike">
                <a:solidFill>
                  <a:srgbClr val="FFFFFF"/>
                </a:solidFill>
                <a:latin typeface="Arial"/>
                <a:ea typeface="Arial"/>
                <a:cs typeface="Arial"/>
                <a:sym typeface="Arial"/>
              </a:rPr>
              <a:t>COMPETENCIA QUE DESARROLLAREMOS</a:t>
            </a:r>
            <a:endParaRPr/>
          </a:p>
        </p:txBody>
      </p:sp>
      <p:sp>
        <p:nvSpPr>
          <p:cNvPr id="124" name="Google Shape;124;p3"/>
          <p:cNvSpPr txBox="1"/>
          <p:nvPr/>
        </p:nvSpPr>
        <p:spPr>
          <a:xfrm>
            <a:off x="3937499" y="4722134"/>
            <a:ext cx="9843474" cy="4380359"/>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b="0" i="0" lang="en-US" sz="4169" u="none" cap="none" strike="noStrike">
                <a:solidFill>
                  <a:srgbClr val="FFFFFF"/>
                </a:solidFill>
                <a:latin typeface="Arial"/>
                <a:ea typeface="Arial"/>
                <a:cs typeface="Arial"/>
                <a:sym typeface="Arial"/>
              </a:rPr>
              <a:t>IMPLEMENTAR DE FORMA CORRECTA LAS PRUEBAS E2E Y CONOCER LA IMPORTANCIA QUE ESTAS TIENEN EN EL DESARROLLO DE UNA APLICACIÓN.</a:t>
            </a:r>
            <a:endParaRPr/>
          </a:p>
          <a:p>
            <a:pPr indent="0" lvl="0" marL="0" marR="0" rtl="0" algn="l">
              <a:lnSpc>
                <a:spcPct val="140009"/>
              </a:lnSpc>
              <a:spcBef>
                <a:spcPts val="0"/>
              </a:spcBef>
              <a:spcAft>
                <a:spcPts val="0"/>
              </a:spcAft>
              <a:buNone/>
            </a:pPr>
            <a:r>
              <a:t/>
            </a:r>
            <a:endParaRPr b="0" i="0" sz="4169" u="none" cap="none" strike="noStrike">
              <a:solidFill>
                <a:srgbClr val="FFFFFF"/>
              </a:solidFill>
              <a:latin typeface="Arial"/>
              <a:ea typeface="Arial"/>
              <a:cs typeface="Arial"/>
              <a:sym typeface="Arial"/>
            </a:endParaRPr>
          </a:p>
        </p:txBody>
      </p:sp>
      <p:cxnSp>
        <p:nvCxnSpPr>
          <p:cNvPr id="125" name="Google Shape;125;p3"/>
          <p:cNvCxnSpPr/>
          <p:nvPr/>
        </p:nvCxnSpPr>
        <p:spPr>
          <a:xfrm>
            <a:off x="1887775" y="4016757"/>
            <a:ext cx="8063940" cy="0"/>
          </a:xfrm>
          <a:prstGeom prst="straightConnector1">
            <a:avLst/>
          </a:prstGeom>
          <a:noFill/>
          <a:ln cap="flat" cmpd="sng" w="19050">
            <a:solidFill>
              <a:srgbClr val="FFFFFF"/>
            </a:solidFill>
            <a:prstDash val="solid"/>
            <a:round/>
            <a:headEnd len="sm" w="sm" type="none"/>
            <a:tailEnd len="sm" w="sm" type="none"/>
          </a:ln>
        </p:spPr>
      </p:cxnSp>
      <p:grpSp>
        <p:nvGrpSpPr>
          <p:cNvPr id="126" name="Google Shape;126;p3"/>
          <p:cNvGrpSpPr/>
          <p:nvPr/>
        </p:nvGrpSpPr>
        <p:grpSpPr>
          <a:xfrm>
            <a:off x="1028700" y="9635551"/>
            <a:ext cx="16230600" cy="1107277"/>
            <a:chOff x="0" y="-57150"/>
            <a:chExt cx="4274726" cy="291629"/>
          </a:xfrm>
        </p:grpSpPr>
        <p:sp>
          <p:nvSpPr>
            <p:cNvPr id="127" name="Google Shape;127;p3"/>
            <p:cNvSpPr/>
            <p:nvPr/>
          </p:nvSpPr>
          <p:spPr>
            <a:xfrm>
              <a:off x="0" y="0"/>
              <a:ext cx="4274726" cy="234479"/>
            </a:xfrm>
            <a:custGeom>
              <a:rect b="b" l="l" r="r" t="t"/>
              <a:pathLst>
                <a:path extrusionOk="0" h="234479" w="4274726">
                  <a:moveTo>
                    <a:pt x="0" y="0"/>
                  </a:moveTo>
                  <a:lnTo>
                    <a:pt x="4274726" y="0"/>
                  </a:lnTo>
                  <a:lnTo>
                    <a:pt x="4274726" y="234479"/>
                  </a:lnTo>
                  <a:lnTo>
                    <a:pt x="0" y="234479"/>
                  </a:lnTo>
                  <a:close/>
                </a:path>
              </a:pathLst>
            </a:custGeom>
            <a:solidFill>
              <a:srgbClr val="E06AFF"/>
            </a:solidFill>
            <a:ln>
              <a:noFill/>
            </a:ln>
          </p:spPr>
        </p:sp>
        <p:sp>
          <p:nvSpPr>
            <p:cNvPr id="128" name="Google Shape;128;p3"/>
            <p:cNvSpPr txBox="1"/>
            <p:nvPr/>
          </p:nvSpPr>
          <p:spPr>
            <a:xfrm>
              <a:off x="0" y="-57150"/>
              <a:ext cx="4274726" cy="29162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919"/>
        </a:solidFill>
      </p:bgPr>
    </p:bg>
    <p:spTree>
      <p:nvGrpSpPr>
        <p:cNvPr id="132" name="Shape 132"/>
        <p:cNvGrpSpPr/>
        <p:nvPr/>
      </p:nvGrpSpPr>
      <p:grpSpPr>
        <a:xfrm>
          <a:off x="0" y="0"/>
          <a:ext cx="0" cy="0"/>
          <a:chOff x="0" y="0"/>
          <a:chExt cx="0" cy="0"/>
        </a:xfrm>
      </p:grpSpPr>
      <p:grpSp>
        <p:nvGrpSpPr>
          <p:cNvPr id="133" name="Google Shape;133;p4"/>
          <p:cNvGrpSpPr/>
          <p:nvPr/>
        </p:nvGrpSpPr>
        <p:grpSpPr>
          <a:xfrm>
            <a:off x="6510350" y="5947050"/>
            <a:ext cx="11777654" cy="4394958"/>
            <a:chOff x="0" y="-57150"/>
            <a:chExt cx="3101933" cy="1157520"/>
          </a:xfrm>
        </p:grpSpPr>
        <p:sp>
          <p:nvSpPr>
            <p:cNvPr id="134" name="Google Shape;134;p4"/>
            <p:cNvSpPr/>
            <p:nvPr/>
          </p:nvSpPr>
          <p:spPr>
            <a:xfrm>
              <a:off x="0" y="0"/>
              <a:ext cx="3101933" cy="1100370"/>
            </a:xfrm>
            <a:custGeom>
              <a:rect b="b" l="l" r="r" t="t"/>
              <a:pathLst>
                <a:path extrusionOk="0" h="1100370" w="3101933">
                  <a:moveTo>
                    <a:pt x="0" y="0"/>
                  </a:moveTo>
                  <a:lnTo>
                    <a:pt x="3101933" y="0"/>
                  </a:lnTo>
                  <a:lnTo>
                    <a:pt x="3101933" y="1100370"/>
                  </a:lnTo>
                  <a:lnTo>
                    <a:pt x="0" y="1100370"/>
                  </a:lnTo>
                  <a:close/>
                </a:path>
              </a:pathLst>
            </a:custGeom>
            <a:solidFill>
              <a:srgbClr val="1E1E1E"/>
            </a:solidFill>
            <a:ln>
              <a:noFill/>
            </a:ln>
          </p:spPr>
        </p:sp>
        <p:sp>
          <p:nvSpPr>
            <p:cNvPr id="135" name="Google Shape;135;p4"/>
            <p:cNvSpPr txBox="1"/>
            <p:nvPr/>
          </p:nvSpPr>
          <p:spPr>
            <a:xfrm>
              <a:off x="0" y="-57150"/>
              <a:ext cx="3101932" cy="115752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6" name="Google Shape;136;p4"/>
          <p:cNvSpPr txBox="1"/>
          <p:nvPr/>
        </p:nvSpPr>
        <p:spPr>
          <a:xfrm>
            <a:off x="4376375" y="2673594"/>
            <a:ext cx="7679400" cy="2412000"/>
          </a:xfrm>
          <a:prstGeom prst="rect">
            <a:avLst/>
          </a:prstGeom>
          <a:noFill/>
          <a:ln>
            <a:noFill/>
          </a:ln>
        </p:spPr>
        <p:txBody>
          <a:bodyPr anchorCtr="0" anchor="t" bIns="0" lIns="0" spcFirstLastPara="1" rIns="0" wrap="square" tIns="0">
            <a:spAutoFit/>
          </a:bodyPr>
          <a:lstStyle/>
          <a:p>
            <a:pPr indent="0" lvl="0" marL="0" marR="0" rtl="0" algn="l">
              <a:lnSpc>
                <a:spcPct val="89995"/>
              </a:lnSpc>
              <a:spcBef>
                <a:spcPts val="0"/>
              </a:spcBef>
              <a:spcAft>
                <a:spcPts val="0"/>
              </a:spcAft>
              <a:buNone/>
            </a:pPr>
            <a:r>
              <a:rPr b="0" i="0" lang="en-US" sz="8706" u="none" cap="none" strike="noStrike">
                <a:solidFill>
                  <a:srgbClr val="FFFFFF"/>
                </a:solidFill>
                <a:latin typeface="Arial"/>
                <a:ea typeface="Arial"/>
                <a:cs typeface="Arial"/>
                <a:sym typeface="Arial"/>
              </a:rPr>
              <a:t>PRUEBAS E2E</a:t>
            </a:r>
            <a:endParaRPr/>
          </a:p>
        </p:txBody>
      </p:sp>
      <p:sp>
        <p:nvSpPr>
          <p:cNvPr id="137" name="Google Shape;137;p4"/>
          <p:cNvSpPr txBox="1"/>
          <p:nvPr/>
        </p:nvSpPr>
        <p:spPr>
          <a:xfrm>
            <a:off x="7347312" y="6879353"/>
            <a:ext cx="9250102" cy="3462655"/>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None/>
            </a:pPr>
            <a:r>
              <a:rPr b="0" i="0" lang="en-US" sz="2799" u="none" cap="none" strike="noStrike">
                <a:solidFill>
                  <a:srgbClr val="FFFFFF"/>
                </a:solidFill>
                <a:latin typeface="Arial"/>
                <a:ea typeface="Arial"/>
                <a:cs typeface="Arial"/>
                <a:sym typeface="Arial"/>
              </a:rPr>
              <a:t>Las pruebas end-to-end (E2E) son un tipo de pruebas funcionales que validan el comportamiento de una aplicación desde el punto de vista del usuario final, cubriendo todo el flujo del sistema, incluyendo componentes internos y externos.</a:t>
            </a:r>
            <a:endParaRPr/>
          </a:p>
          <a:p>
            <a:pPr indent="0" lvl="0" marL="0" marR="0" rtl="0" algn="just">
              <a:lnSpc>
                <a:spcPct val="140014"/>
              </a:lnSpc>
              <a:spcBef>
                <a:spcPts val="0"/>
              </a:spcBef>
              <a:spcAft>
                <a:spcPts val="0"/>
              </a:spcAft>
              <a:buNone/>
            </a:pPr>
            <a:r>
              <a:t/>
            </a:r>
            <a:endParaRPr b="0" i="0" sz="2799" u="none" cap="none" strike="noStrike">
              <a:solidFill>
                <a:srgbClr val="FFFFFF"/>
              </a:solidFill>
              <a:latin typeface="Arial"/>
              <a:ea typeface="Arial"/>
              <a:cs typeface="Arial"/>
              <a:sym typeface="Arial"/>
            </a:endParaRPr>
          </a:p>
        </p:txBody>
      </p:sp>
      <p:sp>
        <p:nvSpPr>
          <p:cNvPr id="138" name="Google Shape;138;p4"/>
          <p:cNvSpPr/>
          <p:nvPr/>
        </p:nvSpPr>
        <p:spPr>
          <a:xfrm flipH="1" rot="10800000">
            <a:off x="17259300" y="290099"/>
            <a:ext cx="618569" cy="600012"/>
          </a:xfrm>
          <a:custGeom>
            <a:rect b="b" l="l" r="r" t="t"/>
            <a:pathLst>
              <a:path extrusionOk="0" h="600012" w="618569">
                <a:moveTo>
                  <a:pt x="0" y="600012"/>
                </a:moveTo>
                <a:lnTo>
                  <a:pt x="618569" y="600012"/>
                </a:lnTo>
                <a:lnTo>
                  <a:pt x="618569" y="0"/>
                </a:lnTo>
                <a:lnTo>
                  <a:pt x="0" y="0"/>
                </a:lnTo>
                <a:lnTo>
                  <a:pt x="0" y="600012"/>
                </a:lnTo>
                <a:close/>
              </a:path>
            </a:pathLst>
          </a:custGeom>
          <a:blipFill rotWithShape="1">
            <a:blip r:embed="rId3">
              <a:alphaModFix/>
            </a:blip>
            <a:stretch>
              <a:fillRect b="0" l="0" r="0" t="0"/>
            </a:stretch>
          </a:blipFill>
          <a:ln>
            <a:noFill/>
          </a:ln>
        </p:spPr>
      </p:sp>
      <p:grpSp>
        <p:nvGrpSpPr>
          <p:cNvPr id="139" name="Google Shape;139;p4"/>
          <p:cNvGrpSpPr/>
          <p:nvPr/>
        </p:nvGrpSpPr>
        <p:grpSpPr>
          <a:xfrm>
            <a:off x="9144000" y="5633153"/>
            <a:ext cx="5656726" cy="945240"/>
            <a:chOff x="0" y="-57150"/>
            <a:chExt cx="2774082" cy="463550"/>
          </a:xfrm>
        </p:grpSpPr>
        <p:sp>
          <p:nvSpPr>
            <p:cNvPr id="140" name="Google Shape;140;p4"/>
            <p:cNvSpPr/>
            <p:nvPr/>
          </p:nvSpPr>
          <p:spPr>
            <a:xfrm>
              <a:off x="0" y="0"/>
              <a:ext cx="2774082" cy="406400"/>
            </a:xfrm>
            <a:custGeom>
              <a:rect b="b" l="l" r="r" t="t"/>
              <a:pathLst>
                <a:path extrusionOk="0" h="406400" w="2774082">
                  <a:moveTo>
                    <a:pt x="2570882" y="0"/>
                  </a:moveTo>
                  <a:cubicBezTo>
                    <a:pt x="2683106" y="0"/>
                    <a:pt x="2774082" y="90976"/>
                    <a:pt x="2774082" y="203200"/>
                  </a:cubicBezTo>
                  <a:cubicBezTo>
                    <a:pt x="2774082" y="315424"/>
                    <a:pt x="2683106" y="406400"/>
                    <a:pt x="2570882" y="406400"/>
                  </a:cubicBezTo>
                  <a:lnTo>
                    <a:pt x="203200" y="406400"/>
                  </a:lnTo>
                  <a:cubicBezTo>
                    <a:pt x="90976" y="406400"/>
                    <a:pt x="0" y="315424"/>
                    <a:pt x="0" y="203200"/>
                  </a:cubicBezTo>
                  <a:cubicBezTo>
                    <a:pt x="0" y="90976"/>
                    <a:pt x="90976" y="0"/>
                    <a:pt x="203200" y="0"/>
                  </a:cubicBezTo>
                  <a:lnTo>
                    <a:pt x="2570882" y="0"/>
                  </a:lnTo>
                  <a:close/>
                </a:path>
              </a:pathLst>
            </a:custGeom>
            <a:solidFill>
              <a:srgbClr val="191919"/>
            </a:solidFill>
            <a:ln cap="rnd" cmpd="sng" w="38100">
              <a:solidFill>
                <a:srgbClr val="E7E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txBox="1"/>
            <p:nvPr/>
          </p:nvSpPr>
          <p:spPr>
            <a:xfrm>
              <a:off x="0" y="-57150"/>
              <a:ext cx="2774082" cy="46355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0" i="0" lang="en-US" sz="2800" u="none" cap="none" strike="noStrike">
                  <a:solidFill>
                    <a:srgbClr val="FFFFFF"/>
                  </a:solidFill>
                  <a:latin typeface="Arial"/>
                  <a:ea typeface="Arial"/>
                  <a:cs typeface="Arial"/>
                  <a:sym typeface="Arial"/>
                </a:rPr>
                <a:t>QUE SON?</a:t>
              </a:r>
              <a:endParaRPr/>
            </a:p>
          </p:txBody>
        </p:sp>
      </p:grpSp>
      <p:grpSp>
        <p:nvGrpSpPr>
          <p:cNvPr id="142" name="Google Shape;142;p4"/>
          <p:cNvGrpSpPr/>
          <p:nvPr/>
        </p:nvGrpSpPr>
        <p:grpSpPr>
          <a:xfrm>
            <a:off x="-2057400" y="3383459"/>
            <a:ext cx="3086100" cy="3303091"/>
            <a:chOff x="0" y="-57150"/>
            <a:chExt cx="812800" cy="869950"/>
          </a:xfrm>
        </p:grpSpPr>
        <p:sp>
          <p:nvSpPr>
            <p:cNvPr id="143" name="Google Shape;143;p4"/>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E06AFF"/>
            </a:solidFill>
            <a:ln>
              <a:noFill/>
            </a:ln>
          </p:spPr>
        </p:sp>
        <p:sp>
          <p:nvSpPr>
            <p:cNvPr id="144" name="Google Shape;144;p4"/>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919"/>
        </a:solidFill>
      </p:bgPr>
    </p:bg>
    <p:spTree>
      <p:nvGrpSpPr>
        <p:cNvPr id="148" name="Shape 148"/>
        <p:cNvGrpSpPr/>
        <p:nvPr/>
      </p:nvGrpSpPr>
      <p:grpSpPr>
        <a:xfrm>
          <a:off x="0" y="0"/>
          <a:ext cx="0" cy="0"/>
          <a:chOff x="0" y="0"/>
          <a:chExt cx="0" cy="0"/>
        </a:xfrm>
      </p:grpSpPr>
      <p:grpSp>
        <p:nvGrpSpPr>
          <p:cNvPr id="149" name="Google Shape;149;p5"/>
          <p:cNvGrpSpPr/>
          <p:nvPr/>
        </p:nvGrpSpPr>
        <p:grpSpPr>
          <a:xfrm>
            <a:off x="4119797" y="2877917"/>
            <a:ext cx="8967005" cy="2567880"/>
            <a:chOff x="0" y="-57150"/>
            <a:chExt cx="2682704" cy="768246"/>
          </a:xfrm>
        </p:grpSpPr>
        <p:sp>
          <p:nvSpPr>
            <p:cNvPr id="150" name="Google Shape;150;p5"/>
            <p:cNvSpPr/>
            <p:nvPr/>
          </p:nvSpPr>
          <p:spPr>
            <a:xfrm>
              <a:off x="0" y="0"/>
              <a:ext cx="2682704" cy="711096"/>
            </a:xfrm>
            <a:custGeom>
              <a:rect b="b" l="l" r="r" t="t"/>
              <a:pathLst>
                <a:path extrusionOk="0" h="711096" w="2682704">
                  <a:moveTo>
                    <a:pt x="0" y="0"/>
                  </a:moveTo>
                  <a:lnTo>
                    <a:pt x="2682704" y="0"/>
                  </a:lnTo>
                  <a:lnTo>
                    <a:pt x="2682704" y="711096"/>
                  </a:lnTo>
                  <a:lnTo>
                    <a:pt x="0" y="711096"/>
                  </a:lnTo>
                  <a:close/>
                </a:path>
              </a:pathLst>
            </a:custGeom>
            <a:solidFill>
              <a:srgbClr val="1E1E1E"/>
            </a:solidFill>
            <a:ln>
              <a:noFill/>
            </a:ln>
          </p:spPr>
        </p:sp>
        <p:sp>
          <p:nvSpPr>
            <p:cNvPr id="151" name="Google Shape;151;p5"/>
            <p:cNvSpPr txBox="1"/>
            <p:nvPr/>
          </p:nvSpPr>
          <p:spPr>
            <a:xfrm>
              <a:off x="0" y="-57150"/>
              <a:ext cx="2682704" cy="768246"/>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2" name="Google Shape;152;p5"/>
          <p:cNvSpPr txBox="1"/>
          <p:nvPr/>
        </p:nvSpPr>
        <p:spPr>
          <a:xfrm>
            <a:off x="5904173" y="3769591"/>
            <a:ext cx="5847089" cy="1063627"/>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3064" u="none" cap="none" strike="noStrike">
                <a:solidFill>
                  <a:srgbClr val="FFFFFF"/>
                </a:solidFill>
                <a:latin typeface="Arial"/>
                <a:ea typeface="Arial"/>
                <a:cs typeface="Arial"/>
                <a:sym typeface="Arial"/>
              </a:rPr>
              <a:t>Prueban todo el sistema de extremo a extremo.</a:t>
            </a:r>
            <a:endParaRPr/>
          </a:p>
        </p:txBody>
      </p:sp>
      <p:grpSp>
        <p:nvGrpSpPr>
          <p:cNvPr id="153" name="Google Shape;153;p5"/>
          <p:cNvGrpSpPr/>
          <p:nvPr/>
        </p:nvGrpSpPr>
        <p:grpSpPr>
          <a:xfrm rot="5400000">
            <a:off x="12140573" y="4121229"/>
            <a:ext cx="10287000" cy="2044541"/>
            <a:chOff x="0" y="0"/>
            <a:chExt cx="13716000" cy="2726055"/>
          </a:xfrm>
        </p:grpSpPr>
        <p:sp>
          <p:nvSpPr>
            <p:cNvPr id="154" name="Google Shape;154;p5"/>
            <p:cNvSpPr/>
            <p:nvPr/>
          </p:nvSpPr>
          <p:spPr>
            <a:xfrm>
              <a:off x="0" y="0"/>
              <a:ext cx="4572000" cy="2726055"/>
            </a:xfrm>
            <a:custGeom>
              <a:rect b="b" l="l" r="r" t="t"/>
              <a:pathLst>
                <a:path extrusionOk="0" h="2726055" w="4572000">
                  <a:moveTo>
                    <a:pt x="0" y="0"/>
                  </a:moveTo>
                  <a:lnTo>
                    <a:pt x="4572000" y="0"/>
                  </a:lnTo>
                  <a:lnTo>
                    <a:pt x="4572000" y="2726055"/>
                  </a:lnTo>
                  <a:lnTo>
                    <a:pt x="0" y="2726055"/>
                  </a:lnTo>
                  <a:lnTo>
                    <a:pt x="0" y="0"/>
                  </a:lnTo>
                  <a:close/>
                </a:path>
              </a:pathLst>
            </a:custGeom>
            <a:blipFill rotWithShape="1">
              <a:blip r:embed="rId3">
                <a:alphaModFix/>
              </a:blip>
              <a:stretch>
                <a:fillRect b="0" l="0" r="0" t="0"/>
              </a:stretch>
            </a:blipFill>
            <a:ln>
              <a:noFill/>
            </a:ln>
          </p:spPr>
        </p:sp>
        <p:sp>
          <p:nvSpPr>
            <p:cNvPr id="155" name="Google Shape;155;p5"/>
            <p:cNvSpPr/>
            <p:nvPr/>
          </p:nvSpPr>
          <p:spPr>
            <a:xfrm flipH="1" rot="10800000">
              <a:off x="4572000" y="0"/>
              <a:ext cx="4572000" cy="2726055"/>
            </a:xfrm>
            <a:custGeom>
              <a:rect b="b" l="l" r="r" t="t"/>
              <a:pathLst>
                <a:path extrusionOk="0" h="2726055" w="4572000">
                  <a:moveTo>
                    <a:pt x="0" y="2726055"/>
                  </a:moveTo>
                  <a:lnTo>
                    <a:pt x="4572000" y="2726055"/>
                  </a:lnTo>
                  <a:lnTo>
                    <a:pt x="4572000" y="0"/>
                  </a:lnTo>
                  <a:lnTo>
                    <a:pt x="0" y="0"/>
                  </a:lnTo>
                  <a:lnTo>
                    <a:pt x="0" y="2726055"/>
                  </a:lnTo>
                  <a:close/>
                </a:path>
              </a:pathLst>
            </a:custGeom>
            <a:blipFill rotWithShape="1">
              <a:blip r:embed="rId3">
                <a:alphaModFix/>
              </a:blip>
              <a:stretch>
                <a:fillRect b="0" l="0" r="0" t="0"/>
              </a:stretch>
            </a:blipFill>
            <a:ln>
              <a:noFill/>
            </a:ln>
          </p:spPr>
        </p:sp>
        <p:sp>
          <p:nvSpPr>
            <p:cNvPr id="156" name="Google Shape;156;p5"/>
            <p:cNvSpPr/>
            <p:nvPr/>
          </p:nvSpPr>
          <p:spPr>
            <a:xfrm>
              <a:off x="9144000" y="0"/>
              <a:ext cx="4572000" cy="2726055"/>
            </a:xfrm>
            <a:custGeom>
              <a:rect b="b" l="l" r="r" t="t"/>
              <a:pathLst>
                <a:path extrusionOk="0" h="2726055" w="4572000">
                  <a:moveTo>
                    <a:pt x="0" y="0"/>
                  </a:moveTo>
                  <a:lnTo>
                    <a:pt x="4572000" y="0"/>
                  </a:lnTo>
                  <a:lnTo>
                    <a:pt x="4572000" y="2726055"/>
                  </a:lnTo>
                  <a:lnTo>
                    <a:pt x="0" y="2726055"/>
                  </a:lnTo>
                  <a:lnTo>
                    <a:pt x="0" y="0"/>
                  </a:lnTo>
                  <a:close/>
                </a:path>
              </a:pathLst>
            </a:custGeom>
            <a:blipFill rotWithShape="1">
              <a:blip r:embed="rId3">
                <a:alphaModFix/>
              </a:blip>
              <a:stretch>
                <a:fillRect b="0" l="0" r="0" t="0"/>
              </a:stretch>
            </a:blipFill>
            <a:ln>
              <a:noFill/>
            </a:ln>
          </p:spPr>
        </p:sp>
      </p:grpSp>
      <p:sp>
        <p:nvSpPr>
          <p:cNvPr id="157" name="Google Shape;157;p5"/>
          <p:cNvSpPr/>
          <p:nvPr/>
        </p:nvSpPr>
        <p:spPr>
          <a:xfrm flipH="1" rot="10800000">
            <a:off x="12430167" y="3374148"/>
            <a:ext cx="985394" cy="955832"/>
          </a:xfrm>
          <a:custGeom>
            <a:rect b="b" l="l" r="r" t="t"/>
            <a:pathLst>
              <a:path extrusionOk="0" h="955832" w="985394">
                <a:moveTo>
                  <a:pt x="0" y="955832"/>
                </a:moveTo>
                <a:lnTo>
                  <a:pt x="985394" y="955832"/>
                </a:lnTo>
                <a:lnTo>
                  <a:pt x="985394" y="0"/>
                </a:lnTo>
                <a:lnTo>
                  <a:pt x="0" y="0"/>
                </a:lnTo>
                <a:lnTo>
                  <a:pt x="0" y="955832"/>
                </a:lnTo>
                <a:close/>
              </a:path>
            </a:pathLst>
          </a:custGeom>
          <a:blipFill rotWithShape="1">
            <a:blip r:embed="rId4">
              <a:alphaModFix/>
            </a:blip>
            <a:stretch>
              <a:fillRect b="0" l="0" r="0" t="0"/>
            </a:stretch>
          </a:blipFill>
          <a:ln>
            <a:noFill/>
          </a:ln>
        </p:spPr>
      </p:sp>
      <p:grpSp>
        <p:nvGrpSpPr>
          <p:cNvPr id="158" name="Google Shape;158;p5"/>
          <p:cNvGrpSpPr/>
          <p:nvPr/>
        </p:nvGrpSpPr>
        <p:grpSpPr>
          <a:xfrm>
            <a:off x="7048786" y="2601582"/>
            <a:ext cx="4979818" cy="832129"/>
            <a:chOff x="0" y="-57150"/>
            <a:chExt cx="2774082" cy="463550"/>
          </a:xfrm>
        </p:grpSpPr>
        <p:sp>
          <p:nvSpPr>
            <p:cNvPr id="159" name="Google Shape;159;p5"/>
            <p:cNvSpPr/>
            <p:nvPr/>
          </p:nvSpPr>
          <p:spPr>
            <a:xfrm>
              <a:off x="0" y="0"/>
              <a:ext cx="2774082" cy="406400"/>
            </a:xfrm>
            <a:custGeom>
              <a:rect b="b" l="l" r="r" t="t"/>
              <a:pathLst>
                <a:path extrusionOk="0" h="406400" w="2774082">
                  <a:moveTo>
                    <a:pt x="2570882" y="0"/>
                  </a:moveTo>
                  <a:cubicBezTo>
                    <a:pt x="2683106" y="0"/>
                    <a:pt x="2774082" y="90976"/>
                    <a:pt x="2774082" y="203200"/>
                  </a:cubicBezTo>
                  <a:cubicBezTo>
                    <a:pt x="2774082" y="315424"/>
                    <a:pt x="2683106" y="406400"/>
                    <a:pt x="2570882" y="406400"/>
                  </a:cubicBezTo>
                  <a:lnTo>
                    <a:pt x="203200" y="406400"/>
                  </a:lnTo>
                  <a:cubicBezTo>
                    <a:pt x="90976" y="406400"/>
                    <a:pt x="0" y="315424"/>
                    <a:pt x="0" y="203200"/>
                  </a:cubicBezTo>
                  <a:cubicBezTo>
                    <a:pt x="0" y="90976"/>
                    <a:pt x="90976" y="0"/>
                    <a:pt x="203200" y="0"/>
                  </a:cubicBezTo>
                  <a:lnTo>
                    <a:pt x="2570882" y="0"/>
                  </a:lnTo>
                  <a:close/>
                </a:path>
              </a:pathLst>
            </a:custGeom>
            <a:solidFill>
              <a:srgbClr val="191919"/>
            </a:solidFill>
            <a:ln cap="rnd" cmpd="sng" w="38100">
              <a:solidFill>
                <a:srgbClr val="E7E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txBox="1"/>
            <p:nvPr/>
          </p:nvSpPr>
          <p:spPr>
            <a:xfrm>
              <a:off x="0" y="-57150"/>
              <a:ext cx="2774082" cy="46355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0" i="0" lang="en-US" sz="2800" u="none" cap="none" strike="noStrike">
                  <a:solidFill>
                    <a:srgbClr val="FFFFFF"/>
                  </a:solidFill>
                  <a:latin typeface="Arial"/>
                  <a:ea typeface="Arial"/>
                  <a:cs typeface="Arial"/>
                  <a:sym typeface="Arial"/>
                </a:rPr>
                <a:t>01. COBERTURA TOTAL </a:t>
              </a:r>
              <a:endParaRPr/>
            </a:p>
          </p:txBody>
        </p:sp>
      </p:grpSp>
      <p:grpSp>
        <p:nvGrpSpPr>
          <p:cNvPr id="161" name="Google Shape;161;p5"/>
          <p:cNvGrpSpPr/>
          <p:nvPr/>
        </p:nvGrpSpPr>
        <p:grpSpPr>
          <a:xfrm>
            <a:off x="2011235" y="6022030"/>
            <a:ext cx="8967005" cy="2567880"/>
            <a:chOff x="0" y="-57150"/>
            <a:chExt cx="2682704" cy="768246"/>
          </a:xfrm>
        </p:grpSpPr>
        <p:sp>
          <p:nvSpPr>
            <p:cNvPr id="162" name="Google Shape;162;p5"/>
            <p:cNvSpPr/>
            <p:nvPr/>
          </p:nvSpPr>
          <p:spPr>
            <a:xfrm>
              <a:off x="0" y="0"/>
              <a:ext cx="2682704" cy="711096"/>
            </a:xfrm>
            <a:custGeom>
              <a:rect b="b" l="l" r="r" t="t"/>
              <a:pathLst>
                <a:path extrusionOk="0" h="711096" w="2682704">
                  <a:moveTo>
                    <a:pt x="0" y="0"/>
                  </a:moveTo>
                  <a:lnTo>
                    <a:pt x="2682704" y="0"/>
                  </a:lnTo>
                  <a:lnTo>
                    <a:pt x="2682704" y="711096"/>
                  </a:lnTo>
                  <a:lnTo>
                    <a:pt x="0" y="711096"/>
                  </a:lnTo>
                  <a:close/>
                </a:path>
              </a:pathLst>
            </a:custGeom>
            <a:solidFill>
              <a:srgbClr val="1E1E1E"/>
            </a:solidFill>
            <a:ln>
              <a:noFill/>
            </a:ln>
          </p:spPr>
        </p:sp>
        <p:sp>
          <p:nvSpPr>
            <p:cNvPr id="163" name="Google Shape;163;p5"/>
            <p:cNvSpPr txBox="1"/>
            <p:nvPr/>
          </p:nvSpPr>
          <p:spPr>
            <a:xfrm>
              <a:off x="0" y="-57150"/>
              <a:ext cx="2682704" cy="768246"/>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4" name="Google Shape;164;p5"/>
          <p:cNvSpPr txBox="1"/>
          <p:nvPr/>
        </p:nvSpPr>
        <p:spPr>
          <a:xfrm>
            <a:off x="3060870" y="7158468"/>
            <a:ext cx="7338620" cy="960619"/>
          </a:xfrm>
          <a:prstGeom prst="rect">
            <a:avLst/>
          </a:prstGeom>
          <a:noFill/>
          <a:ln>
            <a:noFill/>
          </a:ln>
        </p:spPr>
        <p:txBody>
          <a:bodyPr anchorCtr="0" anchor="t" bIns="0" lIns="0" spcFirstLastPara="1" rIns="0" wrap="square" tIns="0">
            <a:spAutoFit/>
          </a:bodyPr>
          <a:lstStyle/>
          <a:p>
            <a:pPr indent="0" lvl="0" marL="0" marR="0" rtl="0" algn="just">
              <a:lnSpc>
                <a:spcPct val="139985"/>
              </a:lnSpc>
              <a:spcBef>
                <a:spcPts val="0"/>
              </a:spcBef>
              <a:spcAft>
                <a:spcPts val="0"/>
              </a:spcAft>
              <a:buNone/>
            </a:pPr>
            <a:r>
              <a:rPr b="0" i="0" lang="en-US" sz="2751" u="none" cap="none" strike="noStrike">
                <a:solidFill>
                  <a:srgbClr val="FFFFFF"/>
                </a:solidFill>
                <a:latin typeface="Arial"/>
                <a:ea typeface="Arial"/>
                <a:cs typeface="Arial"/>
                <a:sym typeface="Arial"/>
              </a:rPr>
              <a:t>Se ejecutan en entornos lo más parecidos posibles al de producción.</a:t>
            </a:r>
            <a:endParaRPr/>
          </a:p>
        </p:txBody>
      </p:sp>
      <p:grpSp>
        <p:nvGrpSpPr>
          <p:cNvPr id="165" name="Google Shape;165;p5"/>
          <p:cNvGrpSpPr/>
          <p:nvPr/>
        </p:nvGrpSpPr>
        <p:grpSpPr>
          <a:xfrm>
            <a:off x="2926973" y="5992964"/>
            <a:ext cx="6611724" cy="832129"/>
            <a:chOff x="0" y="-57150"/>
            <a:chExt cx="3683159" cy="463550"/>
          </a:xfrm>
        </p:grpSpPr>
        <p:sp>
          <p:nvSpPr>
            <p:cNvPr id="166" name="Google Shape;166;p5"/>
            <p:cNvSpPr/>
            <p:nvPr/>
          </p:nvSpPr>
          <p:spPr>
            <a:xfrm>
              <a:off x="0" y="0"/>
              <a:ext cx="3683159" cy="406400"/>
            </a:xfrm>
            <a:custGeom>
              <a:rect b="b" l="l" r="r" t="t"/>
              <a:pathLst>
                <a:path extrusionOk="0" h="406400" w="3683159">
                  <a:moveTo>
                    <a:pt x="3479959" y="0"/>
                  </a:moveTo>
                  <a:cubicBezTo>
                    <a:pt x="3592183" y="0"/>
                    <a:pt x="3683159" y="90976"/>
                    <a:pt x="3683159" y="203200"/>
                  </a:cubicBezTo>
                  <a:cubicBezTo>
                    <a:pt x="3683159" y="315424"/>
                    <a:pt x="3592183" y="406400"/>
                    <a:pt x="3479959" y="406400"/>
                  </a:cubicBezTo>
                  <a:lnTo>
                    <a:pt x="203200" y="406400"/>
                  </a:lnTo>
                  <a:cubicBezTo>
                    <a:pt x="90976" y="406400"/>
                    <a:pt x="0" y="315424"/>
                    <a:pt x="0" y="203200"/>
                  </a:cubicBezTo>
                  <a:cubicBezTo>
                    <a:pt x="0" y="90976"/>
                    <a:pt x="90976" y="0"/>
                    <a:pt x="203200" y="0"/>
                  </a:cubicBezTo>
                  <a:lnTo>
                    <a:pt x="3479959" y="0"/>
                  </a:lnTo>
                  <a:close/>
                </a:path>
              </a:pathLst>
            </a:custGeom>
            <a:solidFill>
              <a:srgbClr val="191919"/>
            </a:solidFill>
            <a:ln cap="rnd" cmpd="sng" w="38100">
              <a:solidFill>
                <a:srgbClr val="E7E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txBox="1"/>
            <p:nvPr/>
          </p:nvSpPr>
          <p:spPr>
            <a:xfrm>
              <a:off x="0" y="-57150"/>
              <a:ext cx="3683158" cy="46355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0" i="0" lang="en-US" sz="2800" u="none" cap="none" strike="noStrike">
                  <a:solidFill>
                    <a:srgbClr val="FFFFFF"/>
                  </a:solidFill>
                  <a:latin typeface="Arial"/>
                  <a:ea typeface="Arial"/>
                  <a:cs typeface="Arial"/>
                  <a:sym typeface="Arial"/>
                </a:rPr>
                <a:t>02. SIMULAN UN ENTORNO REAL </a:t>
              </a:r>
              <a:endParaRPr/>
            </a:p>
          </p:txBody>
        </p:sp>
      </p:grpSp>
      <p:sp>
        <p:nvSpPr>
          <p:cNvPr id="168" name="Google Shape;168;p5"/>
          <p:cNvSpPr/>
          <p:nvPr/>
        </p:nvSpPr>
        <p:spPr>
          <a:xfrm flipH="1" rot="10800000">
            <a:off x="1518538" y="6762338"/>
            <a:ext cx="985394" cy="955832"/>
          </a:xfrm>
          <a:custGeom>
            <a:rect b="b" l="l" r="r" t="t"/>
            <a:pathLst>
              <a:path extrusionOk="0" h="955832" w="985394">
                <a:moveTo>
                  <a:pt x="0" y="955832"/>
                </a:moveTo>
                <a:lnTo>
                  <a:pt x="985394" y="955832"/>
                </a:lnTo>
                <a:lnTo>
                  <a:pt x="985394" y="0"/>
                </a:lnTo>
                <a:lnTo>
                  <a:pt x="0" y="0"/>
                </a:lnTo>
                <a:lnTo>
                  <a:pt x="0" y="955832"/>
                </a:lnTo>
                <a:close/>
              </a:path>
            </a:pathLst>
          </a:custGeom>
          <a:blipFill rotWithShape="1">
            <a:blip r:embed="rId4">
              <a:alphaModFix/>
            </a:blip>
            <a:stretch>
              <a:fillRect b="0" l="0" r="0" t="0"/>
            </a:stretch>
          </a:blipFill>
          <a:ln>
            <a:noFill/>
          </a:ln>
        </p:spPr>
      </p:sp>
      <p:cxnSp>
        <p:nvCxnSpPr>
          <p:cNvPr id="169" name="Google Shape;169;p5"/>
          <p:cNvCxnSpPr/>
          <p:nvPr/>
        </p:nvCxnSpPr>
        <p:spPr>
          <a:xfrm flipH="1" rot="10800000">
            <a:off x="598364" y="9832825"/>
            <a:ext cx="17073300" cy="71700"/>
          </a:xfrm>
          <a:prstGeom prst="straightConnector1">
            <a:avLst/>
          </a:prstGeom>
          <a:noFill/>
          <a:ln cap="flat" cmpd="sng" w="19050">
            <a:solidFill>
              <a:srgbClr val="FFFFFF"/>
            </a:solidFill>
            <a:prstDash val="solid"/>
            <a:round/>
            <a:headEnd len="sm" w="sm" type="none"/>
            <a:tailEnd len="sm" w="sm" type="none"/>
          </a:ln>
        </p:spPr>
      </p:cxnSp>
      <p:sp>
        <p:nvSpPr>
          <p:cNvPr id="170" name="Google Shape;170;p5"/>
          <p:cNvSpPr txBox="1"/>
          <p:nvPr/>
        </p:nvSpPr>
        <p:spPr>
          <a:xfrm>
            <a:off x="3665287" y="901166"/>
            <a:ext cx="10957426" cy="866775"/>
          </a:xfrm>
          <a:prstGeom prst="rect">
            <a:avLst/>
          </a:prstGeom>
          <a:noFill/>
          <a:ln>
            <a:noFill/>
          </a:ln>
        </p:spPr>
        <p:txBody>
          <a:bodyPr anchorCtr="0" anchor="t" bIns="0" lIns="0" spcFirstLastPara="1" rIns="0" wrap="square" tIns="0">
            <a:spAutoFit/>
          </a:bodyPr>
          <a:lstStyle/>
          <a:p>
            <a:pPr indent="0" lvl="0" marL="0" marR="0" rtl="0" algn="l">
              <a:lnSpc>
                <a:spcPct val="89998"/>
              </a:lnSpc>
              <a:spcBef>
                <a:spcPts val="0"/>
              </a:spcBef>
              <a:spcAft>
                <a:spcPts val="0"/>
              </a:spcAft>
              <a:buNone/>
            </a:pPr>
            <a:r>
              <a:rPr b="0" i="0" lang="en-US" sz="6999" u="none" cap="none" strike="noStrike">
                <a:solidFill>
                  <a:srgbClr val="FFFFFF"/>
                </a:solidFill>
                <a:latin typeface="Arial"/>
                <a:ea typeface="Arial"/>
                <a:cs typeface="Arial"/>
                <a:sym typeface="Arial"/>
              </a:rPr>
              <a:t>OBJETIVOS PRINCIPALES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919"/>
        </a:solidFill>
      </p:bgPr>
    </p:bg>
    <p:spTree>
      <p:nvGrpSpPr>
        <p:cNvPr id="174" name="Shape 174"/>
        <p:cNvGrpSpPr/>
        <p:nvPr/>
      </p:nvGrpSpPr>
      <p:grpSpPr>
        <a:xfrm>
          <a:off x="0" y="0"/>
          <a:ext cx="0" cy="0"/>
          <a:chOff x="0" y="0"/>
          <a:chExt cx="0" cy="0"/>
        </a:xfrm>
      </p:grpSpPr>
      <p:grpSp>
        <p:nvGrpSpPr>
          <p:cNvPr id="175" name="Google Shape;175;p6"/>
          <p:cNvGrpSpPr/>
          <p:nvPr/>
        </p:nvGrpSpPr>
        <p:grpSpPr>
          <a:xfrm>
            <a:off x="4119797" y="2877917"/>
            <a:ext cx="8967005" cy="2567880"/>
            <a:chOff x="0" y="-57150"/>
            <a:chExt cx="2682704" cy="768246"/>
          </a:xfrm>
        </p:grpSpPr>
        <p:sp>
          <p:nvSpPr>
            <p:cNvPr id="176" name="Google Shape;176;p6"/>
            <p:cNvSpPr/>
            <p:nvPr/>
          </p:nvSpPr>
          <p:spPr>
            <a:xfrm>
              <a:off x="0" y="0"/>
              <a:ext cx="2682704" cy="711096"/>
            </a:xfrm>
            <a:custGeom>
              <a:rect b="b" l="l" r="r" t="t"/>
              <a:pathLst>
                <a:path extrusionOk="0" h="711096" w="2682704">
                  <a:moveTo>
                    <a:pt x="0" y="0"/>
                  </a:moveTo>
                  <a:lnTo>
                    <a:pt x="2682704" y="0"/>
                  </a:lnTo>
                  <a:lnTo>
                    <a:pt x="2682704" y="711096"/>
                  </a:lnTo>
                  <a:lnTo>
                    <a:pt x="0" y="711096"/>
                  </a:lnTo>
                  <a:close/>
                </a:path>
              </a:pathLst>
            </a:custGeom>
            <a:solidFill>
              <a:srgbClr val="1E1E1E"/>
            </a:solidFill>
            <a:ln>
              <a:noFill/>
            </a:ln>
          </p:spPr>
        </p:sp>
        <p:sp>
          <p:nvSpPr>
            <p:cNvPr id="177" name="Google Shape;177;p6"/>
            <p:cNvSpPr txBox="1"/>
            <p:nvPr/>
          </p:nvSpPr>
          <p:spPr>
            <a:xfrm>
              <a:off x="0" y="-57150"/>
              <a:ext cx="2682704" cy="768246"/>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8" name="Google Shape;178;p6"/>
          <p:cNvSpPr txBox="1"/>
          <p:nvPr/>
        </p:nvSpPr>
        <p:spPr>
          <a:xfrm>
            <a:off x="5904173" y="3769591"/>
            <a:ext cx="5847089" cy="1063627"/>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3064" u="none" cap="none" strike="noStrike">
                <a:solidFill>
                  <a:srgbClr val="FFFFFF"/>
                </a:solidFill>
                <a:latin typeface="Arial"/>
                <a:ea typeface="Arial"/>
                <a:cs typeface="Arial"/>
                <a:sym typeface="Arial"/>
              </a:rPr>
              <a:t>Prueban cómo interactúan varios sistemas entre sí.</a:t>
            </a:r>
            <a:endParaRPr/>
          </a:p>
        </p:txBody>
      </p:sp>
      <p:grpSp>
        <p:nvGrpSpPr>
          <p:cNvPr id="179" name="Google Shape;179;p6"/>
          <p:cNvGrpSpPr/>
          <p:nvPr/>
        </p:nvGrpSpPr>
        <p:grpSpPr>
          <a:xfrm rot="5400000">
            <a:off x="12140573" y="4121229"/>
            <a:ext cx="10287000" cy="2044541"/>
            <a:chOff x="0" y="0"/>
            <a:chExt cx="13716000" cy="2726055"/>
          </a:xfrm>
        </p:grpSpPr>
        <p:sp>
          <p:nvSpPr>
            <p:cNvPr id="180" name="Google Shape;180;p6"/>
            <p:cNvSpPr/>
            <p:nvPr/>
          </p:nvSpPr>
          <p:spPr>
            <a:xfrm>
              <a:off x="0" y="0"/>
              <a:ext cx="4572000" cy="2726055"/>
            </a:xfrm>
            <a:custGeom>
              <a:rect b="b" l="l" r="r" t="t"/>
              <a:pathLst>
                <a:path extrusionOk="0" h="2726055" w="4572000">
                  <a:moveTo>
                    <a:pt x="0" y="0"/>
                  </a:moveTo>
                  <a:lnTo>
                    <a:pt x="4572000" y="0"/>
                  </a:lnTo>
                  <a:lnTo>
                    <a:pt x="4572000" y="2726055"/>
                  </a:lnTo>
                  <a:lnTo>
                    <a:pt x="0" y="2726055"/>
                  </a:lnTo>
                  <a:lnTo>
                    <a:pt x="0" y="0"/>
                  </a:lnTo>
                  <a:close/>
                </a:path>
              </a:pathLst>
            </a:custGeom>
            <a:blipFill rotWithShape="1">
              <a:blip r:embed="rId3">
                <a:alphaModFix/>
              </a:blip>
              <a:stretch>
                <a:fillRect b="0" l="0" r="0" t="0"/>
              </a:stretch>
            </a:blipFill>
            <a:ln>
              <a:noFill/>
            </a:ln>
          </p:spPr>
        </p:sp>
        <p:sp>
          <p:nvSpPr>
            <p:cNvPr id="181" name="Google Shape;181;p6"/>
            <p:cNvSpPr/>
            <p:nvPr/>
          </p:nvSpPr>
          <p:spPr>
            <a:xfrm flipH="1" rot="10800000">
              <a:off x="4572000" y="0"/>
              <a:ext cx="4572000" cy="2726055"/>
            </a:xfrm>
            <a:custGeom>
              <a:rect b="b" l="l" r="r" t="t"/>
              <a:pathLst>
                <a:path extrusionOk="0" h="2726055" w="4572000">
                  <a:moveTo>
                    <a:pt x="0" y="2726055"/>
                  </a:moveTo>
                  <a:lnTo>
                    <a:pt x="4572000" y="2726055"/>
                  </a:lnTo>
                  <a:lnTo>
                    <a:pt x="4572000" y="0"/>
                  </a:lnTo>
                  <a:lnTo>
                    <a:pt x="0" y="0"/>
                  </a:lnTo>
                  <a:lnTo>
                    <a:pt x="0" y="2726055"/>
                  </a:lnTo>
                  <a:close/>
                </a:path>
              </a:pathLst>
            </a:custGeom>
            <a:blipFill rotWithShape="1">
              <a:blip r:embed="rId3">
                <a:alphaModFix/>
              </a:blip>
              <a:stretch>
                <a:fillRect b="0" l="0" r="0" t="0"/>
              </a:stretch>
            </a:blipFill>
            <a:ln>
              <a:noFill/>
            </a:ln>
          </p:spPr>
        </p:sp>
        <p:sp>
          <p:nvSpPr>
            <p:cNvPr id="182" name="Google Shape;182;p6"/>
            <p:cNvSpPr/>
            <p:nvPr/>
          </p:nvSpPr>
          <p:spPr>
            <a:xfrm>
              <a:off x="9144000" y="0"/>
              <a:ext cx="4572000" cy="2726055"/>
            </a:xfrm>
            <a:custGeom>
              <a:rect b="b" l="l" r="r" t="t"/>
              <a:pathLst>
                <a:path extrusionOk="0" h="2726055" w="4572000">
                  <a:moveTo>
                    <a:pt x="0" y="0"/>
                  </a:moveTo>
                  <a:lnTo>
                    <a:pt x="4572000" y="0"/>
                  </a:lnTo>
                  <a:lnTo>
                    <a:pt x="4572000" y="2726055"/>
                  </a:lnTo>
                  <a:lnTo>
                    <a:pt x="0" y="2726055"/>
                  </a:lnTo>
                  <a:lnTo>
                    <a:pt x="0" y="0"/>
                  </a:lnTo>
                  <a:close/>
                </a:path>
              </a:pathLst>
            </a:custGeom>
            <a:blipFill rotWithShape="1">
              <a:blip r:embed="rId3">
                <a:alphaModFix/>
              </a:blip>
              <a:stretch>
                <a:fillRect b="0" l="0" r="0" t="0"/>
              </a:stretch>
            </a:blipFill>
            <a:ln>
              <a:noFill/>
            </a:ln>
          </p:spPr>
        </p:sp>
      </p:grpSp>
      <p:sp>
        <p:nvSpPr>
          <p:cNvPr id="183" name="Google Shape;183;p6"/>
          <p:cNvSpPr/>
          <p:nvPr/>
        </p:nvSpPr>
        <p:spPr>
          <a:xfrm flipH="1" rot="10800000">
            <a:off x="12430167" y="3374148"/>
            <a:ext cx="985394" cy="955832"/>
          </a:xfrm>
          <a:custGeom>
            <a:rect b="b" l="l" r="r" t="t"/>
            <a:pathLst>
              <a:path extrusionOk="0" h="955832" w="985394">
                <a:moveTo>
                  <a:pt x="0" y="955832"/>
                </a:moveTo>
                <a:lnTo>
                  <a:pt x="985394" y="955832"/>
                </a:lnTo>
                <a:lnTo>
                  <a:pt x="985394" y="0"/>
                </a:lnTo>
                <a:lnTo>
                  <a:pt x="0" y="0"/>
                </a:lnTo>
                <a:lnTo>
                  <a:pt x="0" y="955832"/>
                </a:lnTo>
                <a:close/>
              </a:path>
            </a:pathLst>
          </a:custGeom>
          <a:blipFill rotWithShape="1">
            <a:blip r:embed="rId4">
              <a:alphaModFix/>
            </a:blip>
            <a:stretch>
              <a:fillRect b="0" l="0" r="0" t="0"/>
            </a:stretch>
          </a:blipFill>
          <a:ln>
            <a:noFill/>
          </a:ln>
        </p:spPr>
      </p:sp>
      <p:grpSp>
        <p:nvGrpSpPr>
          <p:cNvPr id="184" name="Google Shape;184;p6"/>
          <p:cNvGrpSpPr/>
          <p:nvPr/>
        </p:nvGrpSpPr>
        <p:grpSpPr>
          <a:xfrm>
            <a:off x="5099027" y="2601582"/>
            <a:ext cx="7008544" cy="832129"/>
            <a:chOff x="0" y="-57150"/>
            <a:chExt cx="3904214" cy="463550"/>
          </a:xfrm>
        </p:grpSpPr>
        <p:sp>
          <p:nvSpPr>
            <p:cNvPr id="185" name="Google Shape;185;p6"/>
            <p:cNvSpPr/>
            <p:nvPr/>
          </p:nvSpPr>
          <p:spPr>
            <a:xfrm>
              <a:off x="0" y="0"/>
              <a:ext cx="3904214" cy="406400"/>
            </a:xfrm>
            <a:custGeom>
              <a:rect b="b" l="l" r="r" t="t"/>
              <a:pathLst>
                <a:path extrusionOk="0" h="406400" w="3904214">
                  <a:moveTo>
                    <a:pt x="3701014" y="0"/>
                  </a:moveTo>
                  <a:cubicBezTo>
                    <a:pt x="3813239" y="0"/>
                    <a:pt x="3904214" y="90976"/>
                    <a:pt x="3904214" y="203200"/>
                  </a:cubicBezTo>
                  <a:cubicBezTo>
                    <a:pt x="3904214" y="315424"/>
                    <a:pt x="3813239" y="406400"/>
                    <a:pt x="3701014" y="406400"/>
                  </a:cubicBezTo>
                  <a:lnTo>
                    <a:pt x="203200" y="406400"/>
                  </a:lnTo>
                  <a:cubicBezTo>
                    <a:pt x="90976" y="406400"/>
                    <a:pt x="0" y="315424"/>
                    <a:pt x="0" y="203200"/>
                  </a:cubicBezTo>
                  <a:cubicBezTo>
                    <a:pt x="0" y="90976"/>
                    <a:pt x="90976" y="0"/>
                    <a:pt x="203200" y="0"/>
                  </a:cubicBezTo>
                  <a:lnTo>
                    <a:pt x="3701014" y="0"/>
                  </a:lnTo>
                  <a:close/>
                </a:path>
              </a:pathLst>
            </a:custGeom>
            <a:solidFill>
              <a:srgbClr val="191919"/>
            </a:solidFill>
            <a:ln cap="rnd" cmpd="sng" w="38100">
              <a:solidFill>
                <a:srgbClr val="E7E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txBox="1"/>
            <p:nvPr/>
          </p:nvSpPr>
          <p:spPr>
            <a:xfrm>
              <a:off x="0" y="-57150"/>
              <a:ext cx="3904214" cy="46355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0" i="0" lang="en-US" sz="2700" u="none" cap="none" strike="noStrike">
                  <a:solidFill>
                    <a:srgbClr val="FFFFFF"/>
                  </a:solidFill>
                  <a:latin typeface="Arial"/>
                  <a:ea typeface="Arial"/>
                  <a:cs typeface="Arial"/>
                  <a:sym typeface="Arial"/>
                </a:rPr>
                <a:t>03. DEPENDENCIA DE COMPONENTES  </a:t>
              </a:r>
              <a:endParaRPr/>
            </a:p>
          </p:txBody>
        </p:sp>
      </p:grpSp>
      <p:grpSp>
        <p:nvGrpSpPr>
          <p:cNvPr id="187" name="Google Shape;187;p6"/>
          <p:cNvGrpSpPr/>
          <p:nvPr/>
        </p:nvGrpSpPr>
        <p:grpSpPr>
          <a:xfrm>
            <a:off x="2011235" y="6022030"/>
            <a:ext cx="8967005" cy="2567880"/>
            <a:chOff x="0" y="-57150"/>
            <a:chExt cx="2682704" cy="768246"/>
          </a:xfrm>
        </p:grpSpPr>
        <p:sp>
          <p:nvSpPr>
            <p:cNvPr id="188" name="Google Shape;188;p6"/>
            <p:cNvSpPr/>
            <p:nvPr/>
          </p:nvSpPr>
          <p:spPr>
            <a:xfrm>
              <a:off x="0" y="0"/>
              <a:ext cx="2682704" cy="711096"/>
            </a:xfrm>
            <a:custGeom>
              <a:rect b="b" l="l" r="r" t="t"/>
              <a:pathLst>
                <a:path extrusionOk="0" h="711096" w="2682704">
                  <a:moveTo>
                    <a:pt x="0" y="0"/>
                  </a:moveTo>
                  <a:lnTo>
                    <a:pt x="2682704" y="0"/>
                  </a:lnTo>
                  <a:lnTo>
                    <a:pt x="2682704" y="711096"/>
                  </a:lnTo>
                  <a:lnTo>
                    <a:pt x="0" y="711096"/>
                  </a:lnTo>
                  <a:close/>
                </a:path>
              </a:pathLst>
            </a:custGeom>
            <a:solidFill>
              <a:srgbClr val="1E1E1E"/>
            </a:solidFill>
            <a:ln>
              <a:noFill/>
            </a:ln>
          </p:spPr>
        </p:sp>
        <p:sp>
          <p:nvSpPr>
            <p:cNvPr id="189" name="Google Shape;189;p6"/>
            <p:cNvSpPr txBox="1"/>
            <p:nvPr/>
          </p:nvSpPr>
          <p:spPr>
            <a:xfrm>
              <a:off x="0" y="-57150"/>
              <a:ext cx="2682704" cy="768246"/>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0" name="Google Shape;190;p6"/>
          <p:cNvSpPr txBox="1"/>
          <p:nvPr/>
        </p:nvSpPr>
        <p:spPr>
          <a:xfrm>
            <a:off x="3060870" y="7158468"/>
            <a:ext cx="7338620" cy="960619"/>
          </a:xfrm>
          <a:prstGeom prst="rect">
            <a:avLst/>
          </a:prstGeom>
          <a:noFill/>
          <a:ln>
            <a:noFill/>
          </a:ln>
        </p:spPr>
        <p:txBody>
          <a:bodyPr anchorCtr="0" anchor="t" bIns="0" lIns="0" spcFirstLastPara="1" rIns="0" wrap="square" tIns="0">
            <a:spAutoFit/>
          </a:bodyPr>
          <a:lstStyle/>
          <a:p>
            <a:pPr indent="0" lvl="0" marL="0" marR="0" rtl="0" algn="just">
              <a:lnSpc>
                <a:spcPct val="139985"/>
              </a:lnSpc>
              <a:spcBef>
                <a:spcPts val="0"/>
              </a:spcBef>
              <a:spcAft>
                <a:spcPts val="0"/>
              </a:spcAft>
              <a:buNone/>
            </a:pPr>
            <a:r>
              <a:rPr b="0" i="0" lang="en-US" sz="2751" u="none" cap="none" strike="noStrike">
                <a:solidFill>
                  <a:srgbClr val="FFFFFF"/>
                </a:solidFill>
                <a:latin typeface="Arial"/>
                <a:ea typeface="Arial"/>
                <a:cs typeface="Arial"/>
                <a:sym typeface="Arial"/>
              </a:rPr>
              <a:t>Usan interfaces reales como la UI o la API pública.</a:t>
            </a:r>
            <a:endParaRPr/>
          </a:p>
        </p:txBody>
      </p:sp>
      <p:grpSp>
        <p:nvGrpSpPr>
          <p:cNvPr id="191" name="Google Shape;191;p6"/>
          <p:cNvGrpSpPr/>
          <p:nvPr/>
        </p:nvGrpSpPr>
        <p:grpSpPr>
          <a:xfrm>
            <a:off x="2926973" y="5992964"/>
            <a:ext cx="6611724" cy="832129"/>
            <a:chOff x="0" y="-57150"/>
            <a:chExt cx="3683159" cy="463550"/>
          </a:xfrm>
        </p:grpSpPr>
        <p:sp>
          <p:nvSpPr>
            <p:cNvPr id="192" name="Google Shape;192;p6"/>
            <p:cNvSpPr/>
            <p:nvPr/>
          </p:nvSpPr>
          <p:spPr>
            <a:xfrm>
              <a:off x="0" y="0"/>
              <a:ext cx="3683159" cy="406400"/>
            </a:xfrm>
            <a:custGeom>
              <a:rect b="b" l="l" r="r" t="t"/>
              <a:pathLst>
                <a:path extrusionOk="0" h="406400" w="3683159">
                  <a:moveTo>
                    <a:pt x="3479959" y="0"/>
                  </a:moveTo>
                  <a:cubicBezTo>
                    <a:pt x="3592183" y="0"/>
                    <a:pt x="3683159" y="90976"/>
                    <a:pt x="3683159" y="203200"/>
                  </a:cubicBezTo>
                  <a:cubicBezTo>
                    <a:pt x="3683159" y="315424"/>
                    <a:pt x="3592183" y="406400"/>
                    <a:pt x="3479959" y="406400"/>
                  </a:cubicBezTo>
                  <a:lnTo>
                    <a:pt x="203200" y="406400"/>
                  </a:lnTo>
                  <a:cubicBezTo>
                    <a:pt x="90976" y="406400"/>
                    <a:pt x="0" y="315424"/>
                    <a:pt x="0" y="203200"/>
                  </a:cubicBezTo>
                  <a:cubicBezTo>
                    <a:pt x="0" y="90976"/>
                    <a:pt x="90976" y="0"/>
                    <a:pt x="203200" y="0"/>
                  </a:cubicBezTo>
                  <a:lnTo>
                    <a:pt x="3479959" y="0"/>
                  </a:lnTo>
                  <a:close/>
                </a:path>
              </a:pathLst>
            </a:custGeom>
            <a:solidFill>
              <a:srgbClr val="191919"/>
            </a:solidFill>
            <a:ln cap="rnd" cmpd="sng" w="38100">
              <a:solidFill>
                <a:srgbClr val="E7E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txBox="1"/>
            <p:nvPr/>
          </p:nvSpPr>
          <p:spPr>
            <a:xfrm>
              <a:off x="0" y="-57150"/>
              <a:ext cx="3683158" cy="46355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0" i="0" lang="en-US" sz="2800" u="none" cap="none" strike="noStrike">
                  <a:solidFill>
                    <a:srgbClr val="FFFFFF"/>
                  </a:solidFill>
                  <a:latin typeface="Arial"/>
                  <a:ea typeface="Arial"/>
                  <a:cs typeface="Arial"/>
                  <a:sym typeface="Arial"/>
                </a:rPr>
                <a:t>04. INTERACCIÓN COMO USUARIO  </a:t>
              </a:r>
              <a:endParaRPr/>
            </a:p>
          </p:txBody>
        </p:sp>
      </p:grpSp>
      <p:sp>
        <p:nvSpPr>
          <p:cNvPr id="194" name="Google Shape;194;p6"/>
          <p:cNvSpPr/>
          <p:nvPr/>
        </p:nvSpPr>
        <p:spPr>
          <a:xfrm flipH="1" rot="10800000">
            <a:off x="1518538" y="6762338"/>
            <a:ext cx="985394" cy="955832"/>
          </a:xfrm>
          <a:custGeom>
            <a:rect b="b" l="l" r="r" t="t"/>
            <a:pathLst>
              <a:path extrusionOk="0" h="955832" w="985394">
                <a:moveTo>
                  <a:pt x="0" y="955832"/>
                </a:moveTo>
                <a:lnTo>
                  <a:pt x="985394" y="955832"/>
                </a:lnTo>
                <a:lnTo>
                  <a:pt x="985394" y="0"/>
                </a:lnTo>
                <a:lnTo>
                  <a:pt x="0" y="0"/>
                </a:lnTo>
                <a:lnTo>
                  <a:pt x="0" y="955832"/>
                </a:lnTo>
                <a:close/>
              </a:path>
            </a:pathLst>
          </a:custGeom>
          <a:blipFill rotWithShape="1">
            <a:blip r:embed="rId4">
              <a:alphaModFix/>
            </a:blip>
            <a:stretch>
              <a:fillRect b="0" l="0" r="0" t="0"/>
            </a:stretch>
          </a:blipFill>
          <a:ln>
            <a:noFill/>
          </a:ln>
        </p:spPr>
      </p:sp>
      <p:cxnSp>
        <p:nvCxnSpPr>
          <p:cNvPr id="195" name="Google Shape;195;p6"/>
          <p:cNvCxnSpPr/>
          <p:nvPr/>
        </p:nvCxnSpPr>
        <p:spPr>
          <a:xfrm flipH="1" rot="10800000">
            <a:off x="598364" y="9813025"/>
            <a:ext cx="17191500" cy="91500"/>
          </a:xfrm>
          <a:prstGeom prst="straightConnector1">
            <a:avLst/>
          </a:prstGeom>
          <a:noFill/>
          <a:ln cap="flat" cmpd="sng" w="19050">
            <a:solidFill>
              <a:srgbClr val="FFFFFF"/>
            </a:solidFill>
            <a:prstDash val="solid"/>
            <a:round/>
            <a:headEnd len="sm" w="sm" type="none"/>
            <a:tailEnd len="sm" w="sm" type="none"/>
          </a:ln>
        </p:spPr>
      </p:cxnSp>
      <p:sp>
        <p:nvSpPr>
          <p:cNvPr id="196" name="Google Shape;196;p6"/>
          <p:cNvSpPr txBox="1"/>
          <p:nvPr/>
        </p:nvSpPr>
        <p:spPr>
          <a:xfrm>
            <a:off x="3665287" y="901166"/>
            <a:ext cx="10957426" cy="866775"/>
          </a:xfrm>
          <a:prstGeom prst="rect">
            <a:avLst/>
          </a:prstGeom>
          <a:noFill/>
          <a:ln>
            <a:noFill/>
          </a:ln>
        </p:spPr>
        <p:txBody>
          <a:bodyPr anchorCtr="0" anchor="t" bIns="0" lIns="0" spcFirstLastPara="1" rIns="0" wrap="square" tIns="0">
            <a:spAutoFit/>
          </a:bodyPr>
          <a:lstStyle/>
          <a:p>
            <a:pPr indent="0" lvl="0" marL="0" marR="0" rtl="0" algn="l">
              <a:lnSpc>
                <a:spcPct val="89998"/>
              </a:lnSpc>
              <a:spcBef>
                <a:spcPts val="0"/>
              </a:spcBef>
              <a:spcAft>
                <a:spcPts val="0"/>
              </a:spcAft>
              <a:buNone/>
            </a:pPr>
            <a:r>
              <a:rPr b="0" i="0" lang="en-US" sz="6999" u="none" cap="none" strike="noStrike">
                <a:solidFill>
                  <a:srgbClr val="FFFFFF"/>
                </a:solidFill>
                <a:latin typeface="Arial"/>
                <a:ea typeface="Arial"/>
                <a:cs typeface="Arial"/>
                <a:sym typeface="Arial"/>
              </a:rPr>
              <a:t>OBJETIVOS PRINCIPALES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919"/>
        </a:solidFill>
      </p:bgPr>
    </p:bg>
    <p:spTree>
      <p:nvGrpSpPr>
        <p:cNvPr id="200" name="Shape 200"/>
        <p:cNvGrpSpPr/>
        <p:nvPr/>
      </p:nvGrpSpPr>
      <p:grpSpPr>
        <a:xfrm>
          <a:off x="0" y="0"/>
          <a:ext cx="0" cy="0"/>
          <a:chOff x="0" y="0"/>
          <a:chExt cx="0" cy="0"/>
        </a:xfrm>
      </p:grpSpPr>
      <p:grpSp>
        <p:nvGrpSpPr>
          <p:cNvPr id="201" name="Google Shape;201;p7"/>
          <p:cNvGrpSpPr/>
          <p:nvPr/>
        </p:nvGrpSpPr>
        <p:grpSpPr>
          <a:xfrm>
            <a:off x="759078" y="1555276"/>
            <a:ext cx="8967005" cy="2567880"/>
            <a:chOff x="0" y="-57150"/>
            <a:chExt cx="2682704" cy="768246"/>
          </a:xfrm>
        </p:grpSpPr>
        <p:sp>
          <p:nvSpPr>
            <p:cNvPr id="202" name="Google Shape;202;p7"/>
            <p:cNvSpPr/>
            <p:nvPr/>
          </p:nvSpPr>
          <p:spPr>
            <a:xfrm>
              <a:off x="0" y="0"/>
              <a:ext cx="2682704" cy="711096"/>
            </a:xfrm>
            <a:custGeom>
              <a:rect b="b" l="l" r="r" t="t"/>
              <a:pathLst>
                <a:path extrusionOk="0" h="711096" w="2682704">
                  <a:moveTo>
                    <a:pt x="0" y="0"/>
                  </a:moveTo>
                  <a:lnTo>
                    <a:pt x="2682704" y="0"/>
                  </a:lnTo>
                  <a:lnTo>
                    <a:pt x="2682704" y="711096"/>
                  </a:lnTo>
                  <a:lnTo>
                    <a:pt x="0" y="711096"/>
                  </a:lnTo>
                  <a:close/>
                </a:path>
              </a:pathLst>
            </a:custGeom>
            <a:solidFill>
              <a:srgbClr val="1E1E1E"/>
            </a:solidFill>
            <a:ln>
              <a:noFill/>
            </a:ln>
          </p:spPr>
        </p:sp>
        <p:sp>
          <p:nvSpPr>
            <p:cNvPr id="203" name="Google Shape;203;p7"/>
            <p:cNvSpPr txBox="1"/>
            <p:nvPr/>
          </p:nvSpPr>
          <p:spPr>
            <a:xfrm>
              <a:off x="0" y="-57150"/>
              <a:ext cx="2682704" cy="768246"/>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4" name="Google Shape;204;p7"/>
          <p:cNvGrpSpPr/>
          <p:nvPr/>
        </p:nvGrpSpPr>
        <p:grpSpPr>
          <a:xfrm rot="5400000">
            <a:off x="12140573" y="4121229"/>
            <a:ext cx="10287000" cy="2044541"/>
            <a:chOff x="0" y="0"/>
            <a:chExt cx="13716000" cy="2726055"/>
          </a:xfrm>
        </p:grpSpPr>
        <p:sp>
          <p:nvSpPr>
            <p:cNvPr id="205" name="Google Shape;205;p7"/>
            <p:cNvSpPr/>
            <p:nvPr/>
          </p:nvSpPr>
          <p:spPr>
            <a:xfrm>
              <a:off x="0" y="0"/>
              <a:ext cx="4572000" cy="2726055"/>
            </a:xfrm>
            <a:custGeom>
              <a:rect b="b" l="l" r="r" t="t"/>
              <a:pathLst>
                <a:path extrusionOk="0" h="2726055" w="4572000">
                  <a:moveTo>
                    <a:pt x="0" y="0"/>
                  </a:moveTo>
                  <a:lnTo>
                    <a:pt x="4572000" y="0"/>
                  </a:lnTo>
                  <a:lnTo>
                    <a:pt x="4572000" y="2726055"/>
                  </a:lnTo>
                  <a:lnTo>
                    <a:pt x="0" y="2726055"/>
                  </a:lnTo>
                  <a:lnTo>
                    <a:pt x="0" y="0"/>
                  </a:lnTo>
                  <a:close/>
                </a:path>
              </a:pathLst>
            </a:custGeom>
            <a:blipFill rotWithShape="1">
              <a:blip r:embed="rId3">
                <a:alphaModFix/>
              </a:blip>
              <a:stretch>
                <a:fillRect b="0" l="0" r="0" t="0"/>
              </a:stretch>
            </a:blipFill>
            <a:ln>
              <a:noFill/>
            </a:ln>
          </p:spPr>
        </p:sp>
        <p:sp>
          <p:nvSpPr>
            <p:cNvPr id="206" name="Google Shape;206;p7"/>
            <p:cNvSpPr/>
            <p:nvPr/>
          </p:nvSpPr>
          <p:spPr>
            <a:xfrm flipH="1" rot="10800000">
              <a:off x="4572000" y="0"/>
              <a:ext cx="4572000" cy="2726055"/>
            </a:xfrm>
            <a:custGeom>
              <a:rect b="b" l="l" r="r" t="t"/>
              <a:pathLst>
                <a:path extrusionOk="0" h="2726055" w="4572000">
                  <a:moveTo>
                    <a:pt x="0" y="2726055"/>
                  </a:moveTo>
                  <a:lnTo>
                    <a:pt x="4572000" y="2726055"/>
                  </a:lnTo>
                  <a:lnTo>
                    <a:pt x="4572000" y="0"/>
                  </a:lnTo>
                  <a:lnTo>
                    <a:pt x="0" y="0"/>
                  </a:lnTo>
                  <a:lnTo>
                    <a:pt x="0" y="2726055"/>
                  </a:lnTo>
                  <a:close/>
                </a:path>
              </a:pathLst>
            </a:custGeom>
            <a:blipFill rotWithShape="1">
              <a:blip r:embed="rId3">
                <a:alphaModFix/>
              </a:blip>
              <a:stretch>
                <a:fillRect b="0" l="0" r="0" t="0"/>
              </a:stretch>
            </a:blipFill>
            <a:ln>
              <a:noFill/>
            </a:ln>
          </p:spPr>
        </p:sp>
        <p:sp>
          <p:nvSpPr>
            <p:cNvPr id="207" name="Google Shape;207;p7"/>
            <p:cNvSpPr/>
            <p:nvPr/>
          </p:nvSpPr>
          <p:spPr>
            <a:xfrm>
              <a:off x="9144000" y="0"/>
              <a:ext cx="4572000" cy="2726055"/>
            </a:xfrm>
            <a:custGeom>
              <a:rect b="b" l="l" r="r" t="t"/>
              <a:pathLst>
                <a:path extrusionOk="0" h="2726055" w="4572000">
                  <a:moveTo>
                    <a:pt x="0" y="0"/>
                  </a:moveTo>
                  <a:lnTo>
                    <a:pt x="4572000" y="0"/>
                  </a:lnTo>
                  <a:lnTo>
                    <a:pt x="4572000" y="2726055"/>
                  </a:lnTo>
                  <a:lnTo>
                    <a:pt x="0" y="2726055"/>
                  </a:lnTo>
                  <a:lnTo>
                    <a:pt x="0" y="0"/>
                  </a:lnTo>
                  <a:close/>
                </a:path>
              </a:pathLst>
            </a:custGeom>
            <a:blipFill rotWithShape="1">
              <a:blip r:embed="rId3">
                <a:alphaModFix/>
              </a:blip>
              <a:stretch>
                <a:fillRect b="0" l="0" r="0" t="0"/>
              </a:stretch>
            </a:blipFill>
            <a:ln>
              <a:noFill/>
            </a:ln>
          </p:spPr>
        </p:sp>
      </p:grpSp>
      <p:sp>
        <p:nvSpPr>
          <p:cNvPr id="208" name="Google Shape;208;p7"/>
          <p:cNvSpPr/>
          <p:nvPr/>
        </p:nvSpPr>
        <p:spPr>
          <a:xfrm flipH="1" rot="10800000">
            <a:off x="9499784" y="2625289"/>
            <a:ext cx="985394" cy="955832"/>
          </a:xfrm>
          <a:custGeom>
            <a:rect b="b" l="l" r="r" t="t"/>
            <a:pathLst>
              <a:path extrusionOk="0" h="955832" w="985394">
                <a:moveTo>
                  <a:pt x="0" y="955832"/>
                </a:moveTo>
                <a:lnTo>
                  <a:pt x="985394" y="955832"/>
                </a:lnTo>
                <a:lnTo>
                  <a:pt x="985394" y="0"/>
                </a:lnTo>
                <a:lnTo>
                  <a:pt x="0" y="0"/>
                </a:lnTo>
                <a:lnTo>
                  <a:pt x="0" y="955832"/>
                </a:lnTo>
                <a:close/>
              </a:path>
            </a:pathLst>
          </a:custGeom>
          <a:blipFill rotWithShape="1">
            <a:blip r:embed="rId4">
              <a:alphaModFix/>
            </a:blip>
            <a:stretch>
              <a:fillRect b="0" l="0" r="0" t="0"/>
            </a:stretch>
          </a:blipFill>
          <a:ln>
            <a:noFill/>
          </a:ln>
        </p:spPr>
      </p:sp>
      <p:grpSp>
        <p:nvGrpSpPr>
          <p:cNvPr id="209" name="Google Shape;209;p7"/>
          <p:cNvGrpSpPr/>
          <p:nvPr/>
        </p:nvGrpSpPr>
        <p:grpSpPr>
          <a:xfrm>
            <a:off x="1738308" y="2240597"/>
            <a:ext cx="7008544" cy="1285673"/>
            <a:chOff x="0" y="-57150"/>
            <a:chExt cx="3904214" cy="716203"/>
          </a:xfrm>
        </p:grpSpPr>
        <p:sp>
          <p:nvSpPr>
            <p:cNvPr id="210" name="Google Shape;210;p7"/>
            <p:cNvSpPr/>
            <p:nvPr/>
          </p:nvSpPr>
          <p:spPr>
            <a:xfrm>
              <a:off x="0" y="0"/>
              <a:ext cx="3904214" cy="659053"/>
            </a:xfrm>
            <a:custGeom>
              <a:rect b="b" l="l" r="r" t="t"/>
              <a:pathLst>
                <a:path extrusionOk="0" h="659053" w="3904214">
                  <a:moveTo>
                    <a:pt x="3701014" y="0"/>
                  </a:moveTo>
                  <a:cubicBezTo>
                    <a:pt x="3813239" y="0"/>
                    <a:pt x="3904214" y="147534"/>
                    <a:pt x="3904214" y="329527"/>
                  </a:cubicBezTo>
                  <a:cubicBezTo>
                    <a:pt x="3904214" y="511519"/>
                    <a:pt x="3813239" y="659053"/>
                    <a:pt x="3701014" y="659053"/>
                  </a:cubicBezTo>
                  <a:lnTo>
                    <a:pt x="203200" y="659053"/>
                  </a:lnTo>
                  <a:cubicBezTo>
                    <a:pt x="90976" y="659053"/>
                    <a:pt x="0" y="511519"/>
                    <a:pt x="0" y="329527"/>
                  </a:cubicBezTo>
                  <a:cubicBezTo>
                    <a:pt x="0" y="147534"/>
                    <a:pt x="90976" y="0"/>
                    <a:pt x="203200" y="0"/>
                  </a:cubicBezTo>
                  <a:lnTo>
                    <a:pt x="3701014" y="0"/>
                  </a:lnTo>
                  <a:close/>
                </a:path>
              </a:pathLst>
            </a:custGeom>
            <a:solidFill>
              <a:srgbClr val="191919"/>
            </a:solidFill>
            <a:ln cap="rnd" cmpd="sng" w="38100">
              <a:solidFill>
                <a:srgbClr val="E7E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
            <p:cNvSpPr txBox="1"/>
            <p:nvPr/>
          </p:nvSpPr>
          <p:spPr>
            <a:xfrm>
              <a:off x="0" y="-57150"/>
              <a:ext cx="3904214" cy="71620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0" i="0" lang="en-US" sz="2700" u="none" cap="none" strike="noStrike">
                  <a:solidFill>
                    <a:srgbClr val="FFFFFF"/>
                  </a:solidFill>
                  <a:latin typeface="Arial"/>
                  <a:ea typeface="Arial"/>
                  <a:cs typeface="Arial"/>
                  <a:sym typeface="Arial"/>
                </a:rPr>
                <a:t>MÁS LENTAS QUE OTROS TIPOS DE PRUEBAS.</a:t>
              </a:r>
              <a:endParaRPr/>
            </a:p>
          </p:txBody>
        </p:sp>
      </p:grpSp>
      <p:grpSp>
        <p:nvGrpSpPr>
          <p:cNvPr id="212" name="Google Shape;212;p7"/>
          <p:cNvGrpSpPr/>
          <p:nvPr/>
        </p:nvGrpSpPr>
        <p:grpSpPr>
          <a:xfrm>
            <a:off x="4832294" y="4250523"/>
            <a:ext cx="8967005" cy="2567880"/>
            <a:chOff x="0" y="-57150"/>
            <a:chExt cx="2682704" cy="768246"/>
          </a:xfrm>
        </p:grpSpPr>
        <p:sp>
          <p:nvSpPr>
            <p:cNvPr id="213" name="Google Shape;213;p7"/>
            <p:cNvSpPr/>
            <p:nvPr/>
          </p:nvSpPr>
          <p:spPr>
            <a:xfrm>
              <a:off x="0" y="0"/>
              <a:ext cx="2682704" cy="711096"/>
            </a:xfrm>
            <a:custGeom>
              <a:rect b="b" l="l" r="r" t="t"/>
              <a:pathLst>
                <a:path extrusionOk="0" h="711096" w="2682704">
                  <a:moveTo>
                    <a:pt x="0" y="0"/>
                  </a:moveTo>
                  <a:lnTo>
                    <a:pt x="2682704" y="0"/>
                  </a:lnTo>
                  <a:lnTo>
                    <a:pt x="2682704" y="711096"/>
                  </a:lnTo>
                  <a:lnTo>
                    <a:pt x="0" y="711096"/>
                  </a:lnTo>
                  <a:close/>
                </a:path>
              </a:pathLst>
            </a:custGeom>
            <a:solidFill>
              <a:srgbClr val="1E1E1E"/>
            </a:solidFill>
            <a:ln>
              <a:noFill/>
            </a:ln>
          </p:spPr>
        </p:sp>
        <p:sp>
          <p:nvSpPr>
            <p:cNvPr id="214" name="Google Shape;214;p7"/>
            <p:cNvSpPr txBox="1"/>
            <p:nvPr/>
          </p:nvSpPr>
          <p:spPr>
            <a:xfrm>
              <a:off x="0" y="-57150"/>
              <a:ext cx="2682704" cy="768246"/>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5" name="Google Shape;215;p7"/>
          <p:cNvGrpSpPr/>
          <p:nvPr/>
        </p:nvGrpSpPr>
        <p:grpSpPr>
          <a:xfrm>
            <a:off x="6009936" y="5162615"/>
            <a:ext cx="6611724" cy="832129"/>
            <a:chOff x="0" y="-57150"/>
            <a:chExt cx="3683159" cy="463550"/>
          </a:xfrm>
        </p:grpSpPr>
        <p:sp>
          <p:nvSpPr>
            <p:cNvPr id="216" name="Google Shape;216;p7"/>
            <p:cNvSpPr/>
            <p:nvPr/>
          </p:nvSpPr>
          <p:spPr>
            <a:xfrm>
              <a:off x="0" y="0"/>
              <a:ext cx="3683159" cy="406400"/>
            </a:xfrm>
            <a:custGeom>
              <a:rect b="b" l="l" r="r" t="t"/>
              <a:pathLst>
                <a:path extrusionOk="0" h="406400" w="3683159">
                  <a:moveTo>
                    <a:pt x="3479959" y="0"/>
                  </a:moveTo>
                  <a:cubicBezTo>
                    <a:pt x="3592183" y="0"/>
                    <a:pt x="3683159" y="90976"/>
                    <a:pt x="3683159" y="203200"/>
                  </a:cubicBezTo>
                  <a:cubicBezTo>
                    <a:pt x="3683159" y="315424"/>
                    <a:pt x="3592183" y="406400"/>
                    <a:pt x="3479959" y="406400"/>
                  </a:cubicBezTo>
                  <a:lnTo>
                    <a:pt x="203200" y="406400"/>
                  </a:lnTo>
                  <a:cubicBezTo>
                    <a:pt x="90976" y="406400"/>
                    <a:pt x="0" y="315424"/>
                    <a:pt x="0" y="203200"/>
                  </a:cubicBezTo>
                  <a:cubicBezTo>
                    <a:pt x="0" y="90976"/>
                    <a:pt x="90976" y="0"/>
                    <a:pt x="203200" y="0"/>
                  </a:cubicBezTo>
                  <a:lnTo>
                    <a:pt x="3479959" y="0"/>
                  </a:lnTo>
                  <a:close/>
                </a:path>
              </a:pathLst>
            </a:custGeom>
            <a:solidFill>
              <a:srgbClr val="191919"/>
            </a:solidFill>
            <a:ln cap="rnd" cmpd="sng" w="38100">
              <a:solidFill>
                <a:srgbClr val="E7E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txBox="1"/>
            <p:nvPr/>
          </p:nvSpPr>
          <p:spPr>
            <a:xfrm>
              <a:off x="0" y="-57150"/>
              <a:ext cx="3683158" cy="46355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0" i="0" lang="en-US" sz="2700" u="none" cap="none" strike="noStrike">
                  <a:solidFill>
                    <a:srgbClr val="FFFFFF"/>
                  </a:solidFill>
                  <a:latin typeface="Arial"/>
                  <a:ea typeface="Arial"/>
                  <a:cs typeface="Arial"/>
                  <a:sym typeface="Arial"/>
                </a:rPr>
                <a:t>FRÁGILES ANTE CAMBIOS EN LA UI.</a:t>
              </a:r>
              <a:endParaRPr/>
            </a:p>
          </p:txBody>
        </p:sp>
      </p:grpSp>
      <p:sp>
        <p:nvSpPr>
          <p:cNvPr id="218" name="Google Shape;218;p7"/>
          <p:cNvSpPr/>
          <p:nvPr/>
        </p:nvSpPr>
        <p:spPr>
          <a:xfrm flipH="1" rot="10800000">
            <a:off x="4339597" y="4990831"/>
            <a:ext cx="985394" cy="955832"/>
          </a:xfrm>
          <a:custGeom>
            <a:rect b="b" l="l" r="r" t="t"/>
            <a:pathLst>
              <a:path extrusionOk="0" h="955832" w="985394">
                <a:moveTo>
                  <a:pt x="0" y="955832"/>
                </a:moveTo>
                <a:lnTo>
                  <a:pt x="985394" y="955832"/>
                </a:lnTo>
                <a:lnTo>
                  <a:pt x="985394" y="0"/>
                </a:lnTo>
                <a:lnTo>
                  <a:pt x="0" y="0"/>
                </a:lnTo>
                <a:lnTo>
                  <a:pt x="0" y="955832"/>
                </a:lnTo>
                <a:close/>
              </a:path>
            </a:pathLst>
          </a:custGeom>
          <a:blipFill rotWithShape="1">
            <a:blip r:embed="rId4">
              <a:alphaModFix/>
            </a:blip>
            <a:stretch>
              <a:fillRect b="0" l="0" r="0" t="0"/>
            </a:stretch>
          </a:blipFill>
          <a:ln>
            <a:noFill/>
          </a:ln>
        </p:spPr>
      </p:sp>
      <p:cxnSp>
        <p:nvCxnSpPr>
          <p:cNvPr id="219" name="Google Shape;219;p7"/>
          <p:cNvCxnSpPr/>
          <p:nvPr/>
        </p:nvCxnSpPr>
        <p:spPr>
          <a:xfrm>
            <a:off x="2431171" y="9929223"/>
            <a:ext cx="13425658" cy="0"/>
          </a:xfrm>
          <a:prstGeom prst="straightConnector1">
            <a:avLst/>
          </a:prstGeom>
          <a:noFill/>
          <a:ln cap="flat" cmpd="sng" w="19050">
            <a:solidFill>
              <a:srgbClr val="FFFFFF"/>
            </a:solidFill>
            <a:prstDash val="solid"/>
            <a:round/>
            <a:headEnd len="sm" w="sm" type="none"/>
            <a:tailEnd len="sm" w="sm" type="none"/>
          </a:ln>
        </p:spPr>
      </p:cxnSp>
      <p:sp>
        <p:nvSpPr>
          <p:cNvPr id="220" name="Google Shape;220;p7"/>
          <p:cNvSpPr txBox="1"/>
          <p:nvPr/>
        </p:nvSpPr>
        <p:spPr>
          <a:xfrm>
            <a:off x="4003408" y="723900"/>
            <a:ext cx="10281184" cy="7620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6000" u="none" cap="none" strike="noStrike">
                <a:solidFill>
                  <a:srgbClr val="FFFFFF"/>
                </a:solidFill>
                <a:latin typeface="Arial"/>
                <a:ea typeface="Arial"/>
                <a:cs typeface="Arial"/>
                <a:sym typeface="Arial"/>
              </a:rPr>
              <a:t>DESVENTAJAS Y DESAFIOS</a:t>
            </a:r>
            <a:endParaRPr/>
          </a:p>
        </p:txBody>
      </p:sp>
      <p:grpSp>
        <p:nvGrpSpPr>
          <p:cNvPr id="221" name="Google Shape;221;p7"/>
          <p:cNvGrpSpPr/>
          <p:nvPr/>
        </p:nvGrpSpPr>
        <p:grpSpPr>
          <a:xfrm>
            <a:off x="8671394" y="6884552"/>
            <a:ext cx="8967005" cy="2567880"/>
            <a:chOff x="0" y="-57150"/>
            <a:chExt cx="2682704" cy="768246"/>
          </a:xfrm>
        </p:grpSpPr>
        <p:sp>
          <p:nvSpPr>
            <p:cNvPr id="222" name="Google Shape;222;p7"/>
            <p:cNvSpPr/>
            <p:nvPr/>
          </p:nvSpPr>
          <p:spPr>
            <a:xfrm>
              <a:off x="0" y="0"/>
              <a:ext cx="2682704" cy="711096"/>
            </a:xfrm>
            <a:custGeom>
              <a:rect b="b" l="l" r="r" t="t"/>
              <a:pathLst>
                <a:path extrusionOk="0" h="711096" w="2682704">
                  <a:moveTo>
                    <a:pt x="0" y="0"/>
                  </a:moveTo>
                  <a:lnTo>
                    <a:pt x="2682704" y="0"/>
                  </a:lnTo>
                  <a:lnTo>
                    <a:pt x="2682704" y="711096"/>
                  </a:lnTo>
                  <a:lnTo>
                    <a:pt x="0" y="711096"/>
                  </a:lnTo>
                  <a:close/>
                </a:path>
              </a:pathLst>
            </a:custGeom>
            <a:solidFill>
              <a:srgbClr val="1E1E1E"/>
            </a:solidFill>
            <a:ln>
              <a:noFill/>
            </a:ln>
          </p:spPr>
        </p:sp>
        <p:sp>
          <p:nvSpPr>
            <p:cNvPr id="223" name="Google Shape;223;p7"/>
            <p:cNvSpPr txBox="1"/>
            <p:nvPr/>
          </p:nvSpPr>
          <p:spPr>
            <a:xfrm>
              <a:off x="0" y="-57150"/>
              <a:ext cx="2682704" cy="768246"/>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4" name="Google Shape;224;p7"/>
          <p:cNvGrpSpPr/>
          <p:nvPr/>
        </p:nvGrpSpPr>
        <p:grpSpPr>
          <a:xfrm>
            <a:off x="9849036" y="7631366"/>
            <a:ext cx="6611724" cy="1162686"/>
            <a:chOff x="0" y="-57150"/>
            <a:chExt cx="3683159" cy="647692"/>
          </a:xfrm>
        </p:grpSpPr>
        <p:sp>
          <p:nvSpPr>
            <p:cNvPr id="225" name="Google Shape;225;p7"/>
            <p:cNvSpPr/>
            <p:nvPr/>
          </p:nvSpPr>
          <p:spPr>
            <a:xfrm>
              <a:off x="0" y="0"/>
              <a:ext cx="3683159" cy="590542"/>
            </a:xfrm>
            <a:custGeom>
              <a:rect b="b" l="l" r="r" t="t"/>
              <a:pathLst>
                <a:path extrusionOk="0" h="590542" w="3683159">
                  <a:moveTo>
                    <a:pt x="3479959" y="0"/>
                  </a:moveTo>
                  <a:cubicBezTo>
                    <a:pt x="3592183" y="0"/>
                    <a:pt x="3683159" y="132197"/>
                    <a:pt x="3683159" y="295271"/>
                  </a:cubicBezTo>
                  <a:cubicBezTo>
                    <a:pt x="3683159" y="458345"/>
                    <a:pt x="3592183" y="590542"/>
                    <a:pt x="3479959" y="590542"/>
                  </a:cubicBezTo>
                  <a:lnTo>
                    <a:pt x="203200" y="590542"/>
                  </a:lnTo>
                  <a:cubicBezTo>
                    <a:pt x="90976" y="590542"/>
                    <a:pt x="0" y="458345"/>
                    <a:pt x="0" y="295271"/>
                  </a:cubicBezTo>
                  <a:cubicBezTo>
                    <a:pt x="0" y="132197"/>
                    <a:pt x="90976" y="0"/>
                    <a:pt x="203200" y="0"/>
                  </a:cubicBezTo>
                  <a:lnTo>
                    <a:pt x="3479959" y="0"/>
                  </a:lnTo>
                  <a:close/>
                </a:path>
              </a:pathLst>
            </a:custGeom>
            <a:solidFill>
              <a:srgbClr val="191919"/>
            </a:solidFill>
            <a:ln cap="rnd" cmpd="sng" w="38100">
              <a:solidFill>
                <a:srgbClr val="E7E8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7"/>
            <p:cNvSpPr txBox="1"/>
            <p:nvPr/>
          </p:nvSpPr>
          <p:spPr>
            <a:xfrm>
              <a:off x="0" y="-57150"/>
              <a:ext cx="3683158" cy="647692"/>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0" i="0" lang="en-US" sz="2400" u="none" cap="none" strike="noStrike">
                  <a:solidFill>
                    <a:srgbClr val="FFFFFF"/>
                  </a:solidFill>
                  <a:latin typeface="Arial"/>
                  <a:ea typeface="Arial"/>
                  <a:cs typeface="Arial"/>
                  <a:sym typeface="Arial"/>
                </a:rPr>
                <a:t>DIFÍCILES DE ESCALAR SI NO SE DISEÑAN CON UNA ESTRATEGIA CLARA.</a:t>
              </a:r>
              <a:endParaRPr/>
            </a:p>
          </p:txBody>
        </p:sp>
      </p:grpSp>
      <p:sp>
        <p:nvSpPr>
          <p:cNvPr id="227" name="Google Shape;227;p7"/>
          <p:cNvSpPr/>
          <p:nvPr/>
        </p:nvSpPr>
        <p:spPr>
          <a:xfrm flipH="1" rot="10800000">
            <a:off x="8178697" y="7624861"/>
            <a:ext cx="985394" cy="955832"/>
          </a:xfrm>
          <a:custGeom>
            <a:rect b="b" l="l" r="r" t="t"/>
            <a:pathLst>
              <a:path extrusionOk="0" h="955832" w="985394">
                <a:moveTo>
                  <a:pt x="0" y="955832"/>
                </a:moveTo>
                <a:lnTo>
                  <a:pt x="985394" y="955832"/>
                </a:lnTo>
                <a:lnTo>
                  <a:pt x="985394" y="0"/>
                </a:lnTo>
                <a:lnTo>
                  <a:pt x="0" y="0"/>
                </a:lnTo>
                <a:lnTo>
                  <a:pt x="0" y="955832"/>
                </a:lnTo>
                <a:close/>
              </a:path>
            </a:pathLst>
          </a:custGeom>
          <a:blipFill rotWithShape="1">
            <a:blip r:embed="rId4">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919"/>
        </a:solidFill>
      </p:bgPr>
    </p:bg>
    <p:spTree>
      <p:nvGrpSpPr>
        <p:cNvPr id="231" name="Shape 231"/>
        <p:cNvGrpSpPr/>
        <p:nvPr/>
      </p:nvGrpSpPr>
      <p:grpSpPr>
        <a:xfrm>
          <a:off x="0" y="0"/>
          <a:ext cx="0" cy="0"/>
          <a:chOff x="0" y="0"/>
          <a:chExt cx="0" cy="0"/>
        </a:xfrm>
      </p:grpSpPr>
      <p:grpSp>
        <p:nvGrpSpPr>
          <p:cNvPr id="232" name="Google Shape;232;p8"/>
          <p:cNvGrpSpPr/>
          <p:nvPr/>
        </p:nvGrpSpPr>
        <p:grpSpPr>
          <a:xfrm>
            <a:off x="1935509" y="-216991"/>
            <a:ext cx="4705029" cy="10503991"/>
            <a:chOff x="0" y="-57150"/>
            <a:chExt cx="1239185" cy="2766483"/>
          </a:xfrm>
        </p:grpSpPr>
        <p:sp>
          <p:nvSpPr>
            <p:cNvPr id="233" name="Google Shape;233;p8"/>
            <p:cNvSpPr/>
            <p:nvPr/>
          </p:nvSpPr>
          <p:spPr>
            <a:xfrm>
              <a:off x="0" y="0"/>
              <a:ext cx="1239185" cy="2709333"/>
            </a:xfrm>
            <a:custGeom>
              <a:rect b="b" l="l" r="r" t="t"/>
              <a:pathLst>
                <a:path extrusionOk="0" h="2709333" w="1239185">
                  <a:moveTo>
                    <a:pt x="0" y="0"/>
                  </a:moveTo>
                  <a:lnTo>
                    <a:pt x="1239185" y="0"/>
                  </a:lnTo>
                  <a:lnTo>
                    <a:pt x="1239185" y="2709333"/>
                  </a:lnTo>
                  <a:lnTo>
                    <a:pt x="0" y="2709333"/>
                  </a:lnTo>
                  <a:close/>
                </a:path>
              </a:pathLst>
            </a:custGeom>
            <a:solidFill>
              <a:srgbClr val="1E1E1E"/>
            </a:solidFill>
            <a:ln>
              <a:noFill/>
            </a:ln>
          </p:spPr>
        </p:sp>
        <p:sp>
          <p:nvSpPr>
            <p:cNvPr id="234" name="Google Shape;234;p8"/>
            <p:cNvSpPr txBox="1"/>
            <p:nvPr/>
          </p:nvSpPr>
          <p:spPr>
            <a:xfrm>
              <a:off x="0" y="-57150"/>
              <a:ext cx="1239185" cy="276648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35" name="Google Shape;235;p8"/>
          <p:cNvCxnSpPr/>
          <p:nvPr/>
        </p:nvCxnSpPr>
        <p:spPr>
          <a:xfrm>
            <a:off x="10007623" y="3674043"/>
            <a:ext cx="7251677" cy="0"/>
          </a:xfrm>
          <a:prstGeom prst="straightConnector1">
            <a:avLst/>
          </a:prstGeom>
          <a:noFill/>
          <a:ln cap="flat" cmpd="sng" w="19050">
            <a:solidFill>
              <a:srgbClr val="FFFFFF"/>
            </a:solidFill>
            <a:prstDash val="solid"/>
            <a:round/>
            <a:headEnd len="sm" w="sm" type="none"/>
            <a:tailEnd len="sm" w="sm" type="none"/>
          </a:ln>
        </p:spPr>
      </p:cxnSp>
      <p:pic>
        <p:nvPicPr>
          <p:cNvPr id="236" name="Google Shape;236;p8"/>
          <p:cNvPicPr preferRelativeResize="0"/>
          <p:nvPr/>
        </p:nvPicPr>
        <p:blipFill rotWithShape="1">
          <a:blip r:embed="rId3">
            <a:alphaModFix/>
          </a:blip>
          <a:srcRect b="0" l="3143" r="6247" t="15158"/>
          <a:stretch/>
        </p:blipFill>
        <p:spPr>
          <a:xfrm>
            <a:off x="772677" y="2980825"/>
            <a:ext cx="8371323" cy="4899131"/>
          </a:xfrm>
          <a:prstGeom prst="rect">
            <a:avLst/>
          </a:prstGeom>
          <a:noFill/>
          <a:ln>
            <a:noFill/>
          </a:ln>
        </p:spPr>
      </p:pic>
      <p:cxnSp>
        <p:nvCxnSpPr>
          <p:cNvPr id="237" name="Google Shape;237;p8"/>
          <p:cNvCxnSpPr/>
          <p:nvPr/>
        </p:nvCxnSpPr>
        <p:spPr>
          <a:xfrm>
            <a:off x="10007623" y="7186738"/>
            <a:ext cx="7251677" cy="0"/>
          </a:xfrm>
          <a:prstGeom prst="straightConnector1">
            <a:avLst/>
          </a:prstGeom>
          <a:noFill/>
          <a:ln cap="flat" cmpd="sng" w="19050">
            <a:solidFill>
              <a:srgbClr val="FFFFFF"/>
            </a:solidFill>
            <a:prstDash val="solid"/>
            <a:round/>
            <a:headEnd len="sm" w="sm" type="none"/>
            <a:tailEnd len="sm" w="sm" type="none"/>
          </a:ln>
        </p:spPr>
      </p:cxnSp>
      <p:sp>
        <p:nvSpPr>
          <p:cNvPr id="238" name="Google Shape;238;p8"/>
          <p:cNvSpPr txBox="1"/>
          <p:nvPr/>
        </p:nvSpPr>
        <p:spPr>
          <a:xfrm>
            <a:off x="10007623" y="3934472"/>
            <a:ext cx="7251677" cy="2925162"/>
          </a:xfrm>
          <a:prstGeom prst="rect">
            <a:avLst/>
          </a:prstGeom>
          <a:noFill/>
          <a:ln>
            <a:noFill/>
          </a:ln>
        </p:spPr>
        <p:txBody>
          <a:bodyPr anchorCtr="0" anchor="t" bIns="0" lIns="0" spcFirstLastPara="1" rIns="0" wrap="square" tIns="0">
            <a:spAutoFit/>
          </a:bodyPr>
          <a:lstStyle/>
          <a:p>
            <a:pPr indent="0" lvl="0" marL="0" marR="0" rtl="0" algn="just">
              <a:lnSpc>
                <a:spcPct val="140006"/>
              </a:lnSpc>
              <a:spcBef>
                <a:spcPts val="0"/>
              </a:spcBef>
              <a:spcAft>
                <a:spcPts val="0"/>
              </a:spcAft>
              <a:buNone/>
            </a:pPr>
            <a:r>
              <a:rPr b="0" i="0" lang="en-US" sz="3327" u="none" cap="none" strike="noStrike">
                <a:solidFill>
                  <a:srgbClr val="FFFFFF"/>
                </a:solidFill>
                <a:latin typeface="Arial"/>
                <a:ea typeface="Arial"/>
                <a:cs typeface="Arial"/>
                <a:sym typeface="Arial"/>
              </a:rPr>
              <a:t>La Pirámide de Pruebas es un modelo conceptual que guía la estrategia de automatización de pruebas en el desarrollo de software.</a:t>
            </a:r>
            <a:endParaRPr/>
          </a:p>
        </p:txBody>
      </p:sp>
      <p:sp>
        <p:nvSpPr>
          <p:cNvPr id="239" name="Google Shape;239;p8"/>
          <p:cNvSpPr txBox="1"/>
          <p:nvPr/>
        </p:nvSpPr>
        <p:spPr>
          <a:xfrm>
            <a:off x="5538051" y="792099"/>
            <a:ext cx="7211898" cy="616077"/>
          </a:xfrm>
          <a:prstGeom prst="rect">
            <a:avLst/>
          </a:prstGeom>
          <a:noFill/>
          <a:ln>
            <a:noFill/>
          </a:ln>
        </p:spPr>
        <p:txBody>
          <a:bodyPr anchorCtr="0" anchor="t" bIns="0" lIns="0" spcFirstLastPara="1" rIns="0" wrap="square" tIns="0">
            <a:spAutoFit/>
          </a:bodyPr>
          <a:lstStyle/>
          <a:p>
            <a:pPr indent="0" lvl="0" marL="0" marR="0" rtl="0" algn="l">
              <a:lnSpc>
                <a:spcPct val="89998"/>
              </a:lnSpc>
              <a:spcBef>
                <a:spcPts val="0"/>
              </a:spcBef>
              <a:spcAft>
                <a:spcPts val="0"/>
              </a:spcAft>
              <a:buNone/>
            </a:pPr>
            <a:r>
              <a:rPr b="0" i="0" lang="en-US" sz="5019" u="none" cap="none" strike="noStrike">
                <a:solidFill>
                  <a:srgbClr val="FFFFFF"/>
                </a:solidFill>
                <a:latin typeface="Arial"/>
                <a:ea typeface="Arial"/>
                <a:cs typeface="Arial"/>
                <a:sym typeface="Arial"/>
              </a:rPr>
              <a:t>PIRÁMIDE DE PRUEBAS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919"/>
        </a:solidFill>
      </p:bgPr>
    </p:bg>
    <p:spTree>
      <p:nvGrpSpPr>
        <p:cNvPr id="243" name="Shape 243"/>
        <p:cNvGrpSpPr/>
        <p:nvPr/>
      </p:nvGrpSpPr>
      <p:grpSpPr>
        <a:xfrm>
          <a:off x="0" y="0"/>
          <a:ext cx="0" cy="0"/>
          <a:chOff x="0" y="0"/>
          <a:chExt cx="0" cy="0"/>
        </a:xfrm>
      </p:grpSpPr>
      <p:grpSp>
        <p:nvGrpSpPr>
          <p:cNvPr id="244" name="Google Shape;244;p9"/>
          <p:cNvGrpSpPr/>
          <p:nvPr/>
        </p:nvGrpSpPr>
        <p:grpSpPr>
          <a:xfrm>
            <a:off x="1935509" y="-216991"/>
            <a:ext cx="4705029" cy="10503991"/>
            <a:chOff x="0" y="-57150"/>
            <a:chExt cx="1239185" cy="2766483"/>
          </a:xfrm>
        </p:grpSpPr>
        <p:sp>
          <p:nvSpPr>
            <p:cNvPr id="245" name="Google Shape;245;p9"/>
            <p:cNvSpPr/>
            <p:nvPr/>
          </p:nvSpPr>
          <p:spPr>
            <a:xfrm>
              <a:off x="0" y="0"/>
              <a:ext cx="1239185" cy="2709333"/>
            </a:xfrm>
            <a:custGeom>
              <a:rect b="b" l="l" r="r" t="t"/>
              <a:pathLst>
                <a:path extrusionOk="0" h="2709333" w="1239185">
                  <a:moveTo>
                    <a:pt x="0" y="0"/>
                  </a:moveTo>
                  <a:lnTo>
                    <a:pt x="1239185" y="0"/>
                  </a:lnTo>
                  <a:lnTo>
                    <a:pt x="1239185" y="2709333"/>
                  </a:lnTo>
                  <a:lnTo>
                    <a:pt x="0" y="2709333"/>
                  </a:lnTo>
                  <a:close/>
                </a:path>
              </a:pathLst>
            </a:custGeom>
            <a:solidFill>
              <a:srgbClr val="1E1E1E"/>
            </a:solidFill>
            <a:ln>
              <a:noFill/>
            </a:ln>
          </p:spPr>
        </p:sp>
        <p:sp>
          <p:nvSpPr>
            <p:cNvPr id="246" name="Google Shape;246;p9"/>
            <p:cNvSpPr txBox="1"/>
            <p:nvPr/>
          </p:nvSpPr>
          <p:spPr>
            <a:xfrm>
              <a:off x="0" y="-57150"/>
              <a:ext cx="1239185" cy="276648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47" name="Google Shape;247;p9"/>
          <p:cNvCxnSpPr/>
          <p:nvPr/>
        </p:nvCxnSpPr>
        <p:spPr>
          <a:xfrm>
            <a:off x="10007623" y="3674043"/>
            <a:ext cx="7251677" cy="0"/>
          </a:xfrm>
          <a:prstGeom prst="straightConnector1">
            <a:avLst/>
          </a:prstGeom>
          <a:noFill/>
          <a:ln cap="flat" cmpd="sng" w="19050">
            <a:solidFill>
              <a:srgbClr val="FFFFFF"/>
            </a:solidFill>
            <a:prstDash val="solid"/>
            <a:round/>
            <a:headEnd len="sm" w="sm" type="none"/>
            <a:tailEnd len="sm" w="sm" type="none"/>
          </a:ln>
        </p:spPr>
      </p:cxnSp>
      <p:cxnSp>
        <p:nvCxnSpPr>
          <p:cNvPr id="248" name="Google Shape;248;p9"/>
          <p:cNvCxnSpPr/>
          <p:nvPr/>
        </p:nvCxnSpPr>
        <p:spPr>
          <a:xfrm>
            <a:off x="10007623" y="8416269"/>
            <a:ext cx="7251677" cy="0"/>
          </a:xfrm>
          <a:prstGeom prst="straightConnector1">
            <a:avLst/>
          </a:prstGeom>
          <a:noFill/>
          <a:ln cap="flat" cmpd="sng" w="19050">
            <a:solidFill>
              <a:srgbClr val="FFFFFF"/>
            </a:solidFill>
            <a:prstDash val="solid"/>
            <a:round/>
            <a:headEnd len="sm" w="sm" type="none"/>
            <a:tailEnd len="sm" w="sm" type="none"/>
          </a:ln>
        </p:spPr>
      </p:cxnSp>
      <p:sp>
        <p:nvSpPr>
          <p:cNvPr id="249" name="Google Shape;249;p9"/>
          <p:cNvSpPr txBox="1"/>
          <p:nvPr/>
        </p:nvSpPr>
        <p:spPr>
          <a:xfrm>
            <a:off x="9823193" y="3867220"/>
            <a:ext cx="7251677" cy="4102364"/>
          </a:xfrm>
          <a:prstGeom prst="rect">
            <a:avLst/>
          </a:prstGeom>
          <a:noFill/>
          <a:ln>
            <a:noFill/>
          </a:ln>
        </p:spPr>
        <p:txBody>
          <a:bodyPr anchorCtr="0" anchor="t" bIns="0" lIns="0" spcFirstLastPara="1" rIns="0" wrap="square" tIns="0">
            <a:spAutoFit/>
          </a:bodyPr>
          <a:lstStyle/>
          <a:p>
            <a:pPr indent="0" lvl="0" marL="0" marR="0" rtl="0" algn="just">
              <a:lnSpc>
                <a:spcPct val="140006"/>
              </a:lnSpc>
              <a:spcBef>
                <a:spcPts val="0"/>
              </a:spcBef>
              <a:spcAft>
                <a:spcPts val="0"/>
              </a:spcAft>
              <a:buNone/>
            </a:pPr>
            <a:r>
              <a:rPr b="0" i="0" lang="en-US" sz="3327" u="none" cap="none" strike="noStrike">
                <a:solidFill>
                  <a:srgbClr val="FFFFFF"/>
                </a:solidFill>
                <a:latin typeface="Arial"/>
                <a:ea typeface="Arial"/>
                <a:cs typeface="Arial"/>
                <a:sym typeface="Arial"/>
              </a:rPr>
              <a:t>Las pruebas end-to-end son el resultado de la cooperación entre equipos, ya que validan que todos los componentes del sistema trabajen juntos como una sola unidad para brindar valor al usuario final.</a:t>
            </a:r>
            <a:endParaRPr/>
          </a:p>
        </p:txBody>
      </p:sp>
      <p:sp>
        <p:nvSpPr>
          <p:cNvPr id="250" name="Google Shape;250;p9"/>
          <p:cNvSpPr txBox="1"/>
          <p:nvPr/>
        </p:nvSpPr>
        <p:spPr>
          <a:xfrm>
            <a:off x="4748425" y="1238250"/>
            <a:ext cx="7976700" cy="1052100"/>
          </a:xfrm>
          <a:prstGeom prst="rect">
            <a:avLst/>
          </a:prstGeom>
          <a:noFill/>
          <a:ln>
            <a:noFill/>
          </a:ln>
        </p:spPr>
        <p:txBody>
          <a:bodyPr anchorCtr="0" anchor="t" bIns="0" lIns="0" spcFirstLastPara="1" rIns="0" wrap="square" tIns="0">
            <a:spAutoFit/>
          </a:bodyPr>
          <a:lstStyle/>
          <a:p>
            <a:pPr indent="0" lvl="0" marL="0" marR="0" rtl="0" algn="l">
              <a:lnSpc>
                <a:spcPct val="89994"/>
              </a:lnSpc>
              <a:spcBef>
                <a:spcPts val="0"/>
              </a:spcBef>
              <a:spcAft>
                <a:spcPts val="0"/>
              </a:spcAft>
              <a:buNone/>
            </a:pPr>
            <a:r>
              <a:rPr b="0" i="0" lang="en-US" sz="7596" u="none" cap="none" strike="noStrike">
                <a:solidFill>
                  <a:srgbClr val="FFFFFF"/>
                </a:solidFill>
                <a:latin typeface="Arial"/>
                <a:ea typeface="Arial"/>
                <a:cs typeface="Arial"/>
                <a:sym typeface="Arial"/>
              </a:rPr>
              <a:t>COOPERACIÓN</a:t>
            </a:r>
            <a:endParaRPr/>
          </a:p>
        </p:txBody>
      </p:sp>
      <p:pic>
        <p:nvPicPr>
          <p:cNvPr id="251" name="Google Shape;251;p9"/>
          <p:cNvPicPr preferRelativeResize="0"/>
          <p:nvPr/>
        </p:nvPicPr>
        <p:blipFill>
          <a:blip r:embed="rId3">
            <a:alphaModFix/>
          </a:blip>
          <a:stretch>
            <a:fillRect/>
          </a:stretch>
        </p:blipFill>
        <p:spPr>
          <a:xfrm>
            <a:off x="1817325" y="3867225"/>
            <a:ext cx="4941420" cy="356241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919"/>
        </a:solidFill>
      </p:bgPr>
    </p:bg>
    <p:spTree>
      <p:nvGrpSpPr>
        <p:cNvPr id="255" name="Shape 255"/>
        <p:cNvGrpSpPr/>
        <p:nvPr/>
      </p:nvGrpSpPr>
      <p:grpSpPr>
        <a:xfrm>
          <a:off x="0" y="0"/>
          <a:ext cx="0" cy="0"/>
          <a:chOff x="0" y="0"/>
          <a:chExt cx="0" cy="0"/>
        </a:xfrm>
      </p:grpSpPr>
      <p:cxnSp>
        <p:nvCxnSpPr>
          <p:cNvPr id="256" name="Google Shape;256;p10"/>
          <p:cNvCxnSpPr/>
          <p:nvPr/>
        </p:nvCxnSpPr>
        <p:spPr>
          <a:xfrm>
            <a:off x="1482105" y="1686301"/>
            <a:ext cx="15323791" cy="0"/>
          </a:xfrm>
          <a:prstGeom prst="straightConnector1">
            <a:avLst/>
          </a:prstGeom>
          <a:noFill/>
          <a:ln cap="flat" cmpd="sng" w="19050">
            <a:solidFill>
              <a:srgbClr val="FFFFFF"/>
            </a:solidFill>
            <a:prstDash val="solid"/>
            <a:round/>
            <a:headEnd len="sm" w="sm" type="none"/>
            <a:tailEnd len="sm" w="sm" type="none"/>
          </a:ln>
        </p:spPr>
      </p:cxnSp>
      <p:cxnSp>
        <p:nvCxnSpPr>
          <p:cNvPr id="257" name="Google Shape;257;p10"/>
          <p:cNvCxnSpPr/>
          <p:nvPr/>
        </p:nvCxnSpPr>
        <p:spPr>
          <a:xfrm>
            <a:off x="1482105" y="7617074"/>
            <a:ext cx="15323791" cy="0"/>
          </a:xfrm>
          <a:prstGeom prst="straightConnector1">
            <a:avLst/>
          </a:prstGeom>
          <a:noFill/>
          <a:ln cap="flat" cmpd="sng" w="19050">
            <a:solidFill>
              <a:srgbClr val="FFFFFF"/>
            </a:solidFill>
            <a:prstDash val="solid"/>
            <a:round/>
            <a:headEnd len="sm" w="sm" type="none"/>
            <a:tailEnd len="sm" w="sm" type="none"/>
          </a:ln>
        </p:spPr>
      </p:cxnSp>
      <p:sp>
        <p:nvSpPr>
          <p:cNvPr id="258" name="Google Shape;258;p10"/>
          <p:cNvSpPr txBox="1"/>
          <p:nvPr/>
        </p:nvSpPr>
        <p:spPr>
          <a:xfrm>
            <a:off x="5887390" y="2605458"/>
            <a:ext cx="6513221" cy="1264444"/>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10251" u="none" cap="none" strike="noStrike">
                <a:solidFill>
                  <a:srgbClr val="FFFFFF"/>
                </a:solidFill>
                <a:latin typeface="Arial"/>
                <a:ea typeface="Arial"/>
                <a:cs typeface="Arial"/>
                <a:sym typeface="Arial"/>
              </a:rPr>
              <a:t>GRACIAS!</a:t>
            </a:r>
            <a:endParaRPr/>
          </a:p>
        </p:txBody>
      </p:sp>
      <p:sp>
        <p:nvSpPr>
          <p:cNvPr id="259" name="Google Shape;259;p10"/>
          <p:cNvSpPr txBox="1"/>
          <p:nvPr/>
        </p:nvSpPr>
        <p:spPr>
          <a:xfrm>
            <a:off x="7764744" y="6802797"/>
            <a:ext cx="2758512" cy="619164"/>
          </a:xfrm>
          <a:prstGeom prst="rect">
            <a:avLst/>
          </a:prstGeom>
          <a:noFill/>
          <a:ln>
            <a:noFill/>
          </a:ln>
        </p:spPr>
        <p:txBody>
          <a:bodyPr anchorCtr="0" anchor="t" bIns="0" lIns="0" spcFirstLastPara="1" rIns="0" wrap="square" tIns="0">
            <a:spAutoFit/>
          </a:bodyPr>
          <a:lstStyle/>
          <a:p>
            <a:pPr indent="0" lvl="0" marL="0" marR="0" rtl="0" algn="l">
              <a:lnSpc>
                <a:spcPct val="89998"/>
              </a:lnSpc>
              <a:spcBef>
                <a:spcPts val="0"/>
              </a:spcBef>
              <a:spcAft>
                <a:spcPts val="0"/>
              </a:spcAft>
              <a:buNone/>
            </a:pPr>
            <a:r>
              <a:rPr b="0" i="0" lang="en-US" sz="5039" u="none" cap="none" strike="noStrike">
                <a:solidFill>
                  <a:srgbClr val="FFFFFF"/>
                </a:solidFill>
                <a:latin typeface="Arial"/>
                <a:ea typeface="Arial"/>
                <a:cs typeface="Arial"/>
                <a:sym typeface="Arial"/>
              </a:rPr>
              <a:t>DUDAS?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