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Contrail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F0zVLmyLeofZgAF4uReYrId7V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trail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de9fa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5cede9fa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63503" y="-57607"/>
            <a:ext cx="18414997" cy="10402243"/>
          </a:xfrm>
          <a:custGeom>
            <a:rect b="b" l="l" r="r" t="t"/>
            <a:pathLst>
              <a:path extrusionOk="0" h="10402243" w="18414997">
                <a:moveTo>
                  <a:pt x="0" y="0"/>
                </a:moveTo>
                <a:lnTo>
                  <a:pt x="18414997" y="0"/>
                </a:lnTo>
                <a:lnTo>
                  <a:pt x="18414997" y="10402243"/>
                </a:lnTo>
                <a:lnTo>
                  <a:pt x="0" y="1040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8717975" y="6093743"/>
            <a:ext cx="868937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START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6214262" y="4034980"/>
            <a:ext cx="6415754" cy="1680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6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DE SISTEMAS 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298967" y="2837640"/>
            <a:ext cx="8282988" cy="1680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6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ANALISIS Y DISEÑO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2706217" y="9002650"/>
            <a:ext cx="56226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3"/>
          <p:cNvSpPr txBox="1"/>
          <p:nvPr/>
        </p:nvSpPr>
        <p:spPr>
          <a:xfrm>
            <a:off x="2209892" y="1339147"/>
            <a:ext cx="136566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4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AGENDA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4823996" y="3429011"/>
            <a:ext cx="864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461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ontrail One"/>
              <a:buChar char="●"/>
            </a:pPr>
            <a:r>
              <a:rPr lang="en-US" sz="5000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Video: https://youtu.be/t6gtPdxC24M</a:t>
            </a:r>
            <a:endParaRPr sz="5000">
              <a:solidFill>
                <a:srgbClr val="FFFFFF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cede9fa5f_0_0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g35cede9fa5f_0_0"/>
          <p:cNvSpPr txBox="1"/>
          <p:nvPr/>
        </p:nvSpPr>
        <p:spPr>
          <a:xfrm>
            <a:off x="2209892" y="1339147"/>
            <a:ext cx="13656600" cy="3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4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COMPENTENCIAS QUE DESARROLLAREMOS</a:t>
            </a:r>
            <a:endParaRPr/>
          </a:p>
        </p:txBody>
      </p:sp>
      <p:sp>
        <p:nvSpPr>
          <p:cNvPr id="102" name="Google Shape;102;g35cede9fa5f_0_0"/>
          <p:cNvSpPr txBox="1"/>
          <p:nvPr/>
        </p:nvSpPr>
        <p:spPr>
          <a:xfrm>
            <a:off x="4823971" y="5231011"/>
            <a:ext cx="86400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Introducir al manejo de las herramientas de CI/CD en un Proyecto.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7512968" y="2968981"/>
            <a:ext cx="3327216" cy="1637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24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4823971" y="4871178"/>
            <a:ext cx="8640049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Automatizacion de ciclos de vida del software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 txBox="1"/>
          <p:nvPr/>
        </p:nvSpPr>
        <p:spPr>
          <a:xfrm>
            <a:off x="4518870" y="4340866"/>
            <a:ext cx="9820513" cy="20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INSTRUCTION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para desarrollar, empaquetar y desplegar aplicaciones en contenedores.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8123892" y="1866443"/>
            <a:ext cx="2466137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QUE ES DOCKER?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4328970" y="3908460"/>
            <a:ext cx="10207895" cy="765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 es una plataforma de código abierto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5"/>
          <p:cNvSpPr txBox="1"/>
          <p:nvPr/>
        </p:nvSpPr>
        <p:spPr>
          <a:xfrm>
            <a:off x="8296332" y="1519942"/>
            <a:ext cx="1729149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BENEFICIOS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8242621" y="4534853"/>
            <a:ext cx="1942243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INSTRUCTION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7910436" y="5145300"/>
            <a:ext cx="2229726" cy="75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Velocidad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7910436" y="4059450"/>
            <a:ext cx="2711739" cy="75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Aislamiento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7910436" y="3516525"/>
            <a:ext cx="2899905" cy="75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Portabilidad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7910436" y="4602375"/>
            <a:ext cx="3052639" cy="75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Escalabilidad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6"/>
          <p:cNvSpPr txBox="1"/>
          <p:nvPr/>
        </p:nvSpPr>
        <p:spPr>
          <a:xfrm>
            <a:off x="7689428" y="1798377"/>
            <a:ext cx="2966971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CONCEPTOS BASICOS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7386399" y="4730277"/>
            <a:ext cx="2411520" cy="75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DockerFile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7357824" y="4150043"/>
            <a:ext cx="3146984" cy="7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Contenedores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7357824" y="3475996"/>
            <a:ext cx="4607423" cy="75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Imágenes de Docker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7"/>
          <p:cNvSpPr txBox="1"/>
          <p:nvPr/>
        </p:nvSpPr>
        <p:spPr>
          <a:xfrm>
            <a:off x="8113481" y="1898104"/>
            <a:ext cx="2102101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DESARROLLO?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7214111" y="1336129"/>
            <a:ext cx="3936673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POR QUE USAR DOCKER EN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3106756" y="3006323"/>
            <a:ext cx="12151384" cy="420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86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 simplifica el proceso de despliegue al proporcionar una plataforma unificada para empaquetar y distribuir aplicaciones en contenedores. Esto garantiza la consistencia y la portabilidad de las aplicaciones en cualquier entorno, desde servidores locales hasta infraestructuras en la nube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8"/>
          <p:cNvSpPr txBox="1"/>
          <p:nvPr/>
        </p:nvSpPr>
        <p:spPr>
          <a:xfrm>
            <a:off x="8217189" y="4495638"/>
            <a:ext cx="1942243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INSTRUCTION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8183308" y="1540354"/>
            <a:ext cx="2011442" cy="537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CASOS DE USO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3436353" y="2798769"/>
            <a:ext cx="12521865" cy="460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 se utiliza en casos de uso como el despliegue de aplicaciones web, la implementación de microservicios, la creación de entornos de desarrollo y pruebas, y la adopción de arquitecturas distribuidas. Estos ejemplos ilustran la versatilidad y la utilidad de Docker en diferentes contextos.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9"/>
          <p:cNvSpPr txBox="1"/>
          <p:nvPr/>
        </p:nvSpPr>
        <p:spPr>
          <a:xfrm>
            <a:off x="8217189" y="4495638"/>
            <a:ext cx="1942243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INSTRUCTION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8183308" y="1540354"/>
            <a:ext cx="2011442" cy="537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Dockerhub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3395693" y="2493815"/>
            <a:ext cx="12521865" cy="547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Es un servicio de registro en la nube proporcionado por Docker que permite a los usuarios almacenar, gestionar y distribuir imágenes de contenedores Docker. Sirve como repositorio central tanto para imágenes oficiales de Docker como para imágenes creadas por usuarios. Docker Hub ofrece una amplia gama de funciones e integraciones, como compilaciones automatizadas, análisis de vulnerabilidades de imágenes y gestión del control de acceso.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0"/>
          <p:cNvSpPr txBox="1"/>
          <p:nvPr/>
        </p:nvSpPr>
        <p:spPr>
          <a:xfrm>
            <a:off x="8217189" y="4495638"/>
            <a:ext cx="1942243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INSTRUCTION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7075311" y="1520024"/>
            <a:ext cx="4288428" cy="537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Google Container Registry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3395693" y="2512865"/>
            <a:ext cx="12521865" cy="5154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75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Es un servicio privado administrado de almacenamiento de imágenes Docker, ofrecido por Google Cloud Platform. Está diseñado para almacenar, administrar y proteger imágenes de contenedores Docker de forma segura. Google Container Registry se integra a la perfección con otros servicios de Google Cloud, como Kubernetes Engine, Cloud Run y ​​Cloud Build. GCR ofrece análisis de vulnerabilidades de imágenes integrado, control de acceso y compatibilidad con imágenes privadas y públicas.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1"/>
          <p:cNvSpPr txBox="1"/>
          <p:nvPr/>
        </p:nvSpPr>
        <p:spPr>
          <a:xfrm>
            <a:off x="6790096" y="1479708"/>
            <a:ext cx="4796428" cy="1099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CONCEPTOS CLAVE APRENDIDOS 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0000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1935202" y="3082251"/>
            <a:ext cx="61554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 es una plataforma diseñada para desarrollar, enviar y ejecutar aplicaciones mediante contenedores.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4432048" y="5209499"/>
            <a:ext cx="4993711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Las imágenes son la base de los contenedores en Docker.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10785470" y="3082249"/>
            <a:ext cx="4993711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Cuando una aplicación depende de múltiples contenedores, como una API, una base de datos y un servicio de caché, Docker Compose simplifica su orquestación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838948" y="6716565"/>
            <a:ext cx="4993711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Docker Hub es el registro público por defecto, pero también existen soluciones privadas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2"/>
          <p:cNvSpPr txBox="1"/>
          <p:nvPr/>
        </p:nvSpPr>
        <p:spPr>
          <a:xfrm>
            <a:off x="8142781" y="1522041"/>
            <a:ext cx="2002428" cy="537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AMABILIDAD</a:t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2908850" y="3068724"/>
            <a:ext cx="4993800" cy="4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Cuando un contenedor no arranca o la imagen no se construye, no te frustres: tómalo por el lado amable. Cada fallo es una oportunidad para entender mejor el sistema, para escribir mejor código y, sobre todo, para crecer como equipo.</a:t>
            </a:r>
            <a:endParaRPr/>
          </a:p>
        </p:txBody>
      </p:sp>
      <p:pic>
        <p:nvPicPr>
          <p:cNvPr id="187" name="Google Shape;18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0025" y="3182975"/>
            <a:ext cx="5780400" cy="43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D1F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-63503" y="-57607"/>
            <a:ext cx="18414997" cy="10408110"/>
          </a:xfrm>
          <a:custGeom>
            <a:rect b="b" l="l" r="r" t="t"/>
            <a:pathLst>
              <a:path extrusionOk="0" h="10408110" w="18414997">
                <a:moveTo>
                  <a:pt x="0" y="0"/>
                </a:moveTo>
                <a:lnTo>
                  <a:pt x="18414997" y="0"/>
                </a:lnTo>
                <a:lnTo>
                  <a:pt x="18414997" y="10408110"/>
                </a:lnTo>
                <a:lnTo>
                  <a:pt x="0" y="1040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3"/>
          <p:cNvSpPr txBox="1"/>
          <p:nvPr/>
        </p:nvSpPr>
        <p:spPr>
          <a:xfrm>
            <a:off x="8841467" y="6388694"/>
            <a:ext cx="616801" cy="5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END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7313895" y="3819763"/>
            <a:ext cx="3969420" cy="1764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56" u="none" cap="none" strike="noStrike">
                <a:solidFill>
                  <a:srgbClr val="FFFFFF"/>
                </a:solidFill>
                <a:latin typeface="Contrail One"/>
                <a:ea typeface="Contrail One"/>
                <a:cs typeface="Contrail One"/>
                <a:sym typeface="Contrail One"/>
              </a:rPr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