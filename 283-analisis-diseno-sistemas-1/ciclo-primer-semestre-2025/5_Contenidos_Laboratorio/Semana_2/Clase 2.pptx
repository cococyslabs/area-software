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10287000" cx="18288000"/>
  <p:notesSz cx="6858000" cy="9144000"/>
  <p:embeddedFontLst>
    <p:embeddedFont>
      <p:font typeface="Play"/>
      <p:regular r:id="rId39"/>
      <p:bold r:id="rId40"/>
    </p:embeddedFont>
    <p:embeddedFont>
      <p:font typeface="Poppins"/>
      <p:bold r:id="rId41"/>
      <p:boldItalic r:id="rId42"/>
    </p:embeddedFont>
    <p:embeddedFont>
      <p:font typeface="Courier Prime"/>
      <p:regular r:id="rId43"/>
      <p:bold r:id="rId44"/>
      <p:italic r:id="rId45"/>
      <p:boldItalic r:id="rId46"/>
    </p:embeddedFont>
    <p:embeddedFont>
      <p:font typeface="Open Sans"/>
      <p:bold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9" roundtripDataSignature="AMtx7mhrTWeQSPTBGjuktU2CXFCG1UcB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lay-bold.fntdata"/><Relationship Id="rId42" Type="http://schemas.openxmlformats.org/officeDocument/2006/relationships/font" Target="fonts/Poppins-boldItalic.fntdata"/><Relationship Id="rId41" Type="http://schemas.openxmlformats.org/officeDocument/2006/relationships/font" Target="fonts/Poppins-bold.fntdata"/><Relationship Id="rId44" Type="http://schemas.openxmlformats.org/officeDocument/2006/relationships/font" Target="fonts/CourierPrime-bold.fntdata"/><Relationship Id="rId43" Type="http://schemas.openxmlformats.org/officeDocument/2006/relationships/font" Target="fonts/CourierPrime-regular.fntdata"/><Relationship Id="rId46" Type="http://schemas.openxmlformats.org/officeDocument/2006/relationships/font" Target="fonts/CourierPrime-boldItalic.fntdata"/><Relationship Id="rId45" Type="http://schemas.openxmlformats.org/officeDocument/2006/relationships/font" Target="fonts/CourierPrime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boldItalic.fntdata"/><Relationship Id="rId47" Type="http://schemas.openxmlformats.org/officeDocument/2006/relationships/font" Target="fonts/OpenSans-bold.fntdata"/><Relationship Id="rId4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font" Target="fonts/Play-regular.fntdata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4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4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4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4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4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7.png"/><Relationship Id="rId5" Type="http://schemas.openxmlformats.org/officeDocument/2006/relationships/hyperlink" Target="https://youtu.be/nKGTQK3F-4U?si=fsP0J-4vA_dfRRsv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2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Relationship Id="rId4" Type="http://schemas.openxmlformats.org/officeDocument/2006/relationships/image" Target="../media/image9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Relationship Id="rId5" Type="http://schemas.openxmlformats.org/officeDocument/2006/relationships/hyperlink" Target="https://gist.github.com/dasdo/9ff71c5c0efa037441b6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Relationship Id="rId4" Type="http://schemas.openxmlformats.org/officeDocument/2006/relationships/image" Target="../media/image3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gist.github.com/dasdo/9ff71c5c0efa037441b6" TargetMode="Externa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028700" y="7834026"/>
            <a:ext cx="10871541" cy="8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Analisis y Diseño de Sistemas 1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839730" y="3915649"/>
            <a:ext cx="12070259" cy="15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2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Control de Versiones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oogle Shape;94;p2"/>
          <p:cNvGrpSpPr/>
          <p:nvPr/>
        </p:nvGrpSpPr>
        <p:grpSpPr>
          <a:xfrm>
            <a:off x="1634329" y="5193287"/>
            <a:ext cx="6311698" cy="845387"/>
            <a:chOff x="0" y="-76200"/>
            <a:chExt cx="2687201" cy="359923"/>
          </a:xfrm>
        </p:grpSpPr>
        <p:sp>
          <p:nvSpPr>
            <p:cNvPr id="95" name="Google Shape;95;p2"/>
            <p:cNvSpPr/>
            <p:nvPr/>
          </p:nvSpPr>
          <p:spPr>
            <a:xfrm>
              <a:off x="0" y="0"/>
              <a:ext cx="2687201" cy="283723"/>
            </a:xfrm>
            <a:custGeom>
              <a:rect b="b" l="l" r="r" t="t"/>
              <a:pathLst>
                <a:path extrusionOk="0" h="283723" w="2687201">
                  <a:moveTo>
                    <a:pt x="24840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84001" y="283723"/>
                  </a:lnTo>
                  <a:lnTo>
                    <a:pt x="2687201" y="141862"/>
                  </a:lnTo>
                  <a:lnTo>
                    <a:pt x="24840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6" name="Google Shape;96;p2"/>
            <p:cNvSpPr txBox="1"/>
            <p:nvPr/>
          </p:nvSpPr>
          <p:spPr>
            <a:xfrm>
              <a:off x="0" y="-76200"/>
              <a:ext cx="25729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Revisar Registro en DTT</a:t>
              </a:r>
              <a:endParaRPr/>
            </a:p>
          </p:txBody>
        </p:sp>
      </p:grpSp>
      <p:sp>
        <p:nvSpPr>
          <p:cNvPr id="97" name="Google Shape;97;p2"/>
          <p:cNvSpPr/>
          <p:nvPr/>
        </p:nvSpPr>
        <p:spPr>
          <a:xfrm>
            <a:off x="878654" y="5372266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8" name="Google Shape;98;p2"/>
          <p:cNvGrpSpPr/>
          <p:nvPr/>
        </p:nvGrpSpPr>
        <p:grpSpPr>
          <a:xfrm>
            <a:off x="1634316" y="3158645"/>
            <a:ext cx="4347863" cy="1555960"/>
            <a:chOff x="-61280" y="-38100"/>
            <a:chExt cx="1145116" cy="409800"/>
          </a:xfrm>
        </p:grpSpPr>
        <p:sp>
          <p:nvSpPr>
            <p:cNvPr id="99" name="Google Shape;99;p2"/>
            <p:cNvSpPr/>
            <p:nvPr/>
          </p:nvSpPr>
          <p:spPr>
            <a:xfrm>
              <a:off x="0" y="0"/>
              <a:ext cx="1083836" cy="333738"/>
            </a:xfrm>
            <a:custGeom>
              <a:rect b="b" l="l" r="r" t="t"/>
              <a:pathLst>
                <a:path extrusionOk="0" h="333738" w="1083836">
                  <a:moveTo>
                    <a:pt x="880636" y="0"/>
                  </a:moveTo>
                  <a:lnTo>
                    <a:pt x="0" y="0"/>
                  </a:lnTo>
                  <a:lnTo>
                    <a:pt x="0" y="333738"/>
                  </a:lnTo>
                  <a:lnTo>
                    <a:pt x="880636" y="333738"/>
                  </a:lnTo>
                  <a:lnTo>
                    <a:pt x="1083836" y="166869"/>
                  </a:lnTo>
                  <a:lnTo>
                    <a:pt x="8806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0" name="Google Shape;100;p2"/>
            <p:cNvSpPr txBox="1"/>
            <p:nvPr/>
          </p:nvSpPr>
          <p:spPr>
            <a:xfrm>
              <a:off x="-61280" y="-38100"/>
              <a:ext cx="969600" cy="4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RECORDATORIOS</a:t>
              </a:r>
              <a:endParaRPr/>
            </a:p>
          </p:txBody>
        </p:sp>
      </p:grpSp>
      <p:sp>
        <p:nvSpPr>
          <p:cNvPr id="101" name="Google Shape;101;p2"/>
          <p:cNvSpPr/>
          <p:nvPr/>
        </p:nvSpPr>
        <p:spPr>
          <a:xfrm>
            <a:off x="651754" y="3429735"/>
            <a:ext cx="753892" cy="872928"/>
          </a:xfrm>
          <a:custGeom>
            <a:rect b="b" l="l" r="r" t="t"/>
            <a:pathLst>
              <a:path extrusionOk="0" h="872928" w="753892">
                <a:moveTo>
                  <a:pt x="0" y="0"/>
                </a:moveTo>
                <a:lnTo>
                  <a:pt x="753892" y="0"/>
                </a:lnTo>
                <a:lnTo>
                  <a:pt x="753892" y="872927"/>
                </a:lnTo>
                <a:lnTo>
                  <a:pt x="0" y="8729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2" name="Google Shape;102;p2"/>
          <p:cNvGrpSpPr/>
          <p:nvPr/>
        </p:nvGrpSpPr>
        <p:grpSpPr>
          <a:xfrm>
            <a:off x="651749" y="-320617"/>
            <a:ext cx="6930226" cy="3120467"/>
            <a:chOff x="-6" y="-95250"/>
            <a:chExt cx="9240300" cy="4160623"/>
          </a:xfrm>
        </p:grpSpPr>
        <p:sp>
          <p:nvSpPr>
            <p:cNvPr id="103" name="Google Shape;103;p2"/>
            <p:cNvSpPr txBox="1"/>
            <p:nvPr/>
          </p:nvSpPr>
          <p:spPr>
            <a:xfrm>
              <a:off x="-6" y="986773"/>
              <a:ext cx="92403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</a:t>
              </a:r>
              <a:r>
                <a:rPr lang="en-US" sz="15000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</a:t>
              </a:r>
              <a:endParaRPr/>
            </a:p>
          </p:txBody>
        </p:sp>
        <p:sp>
          <p:nvSpPr>
            <p:cNvPr id="104" name="Google Shape;104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2"/>
          <p:cNvGrpSpPr/>
          <p:nvPr/>
        </p:nvGrpSpPr>
        <p:grpSpPr>
          <a:xfrm>
            <a:off x="11131715" y="97566"/>
            <a:ext cx="8416862" cy="2901857"/>
            <a:chOff x="0" y="-76200"/>
            <a:chExt cx="11222483" cy="3869143"/>
          </a:xfrm>
        </p:grpSpPr>
        <p:sp>
          <p:nvSpPr>
            <p:cNvPr id="106" name="Google Shape;106;p2"/>
            <p:cNvSpPr txBox="1"/>
            <p:nvPr/>
          </p:nvSpPr>
          <p:spPr>
            <a:xfrm>
              <a:off x="0" y="805268"/>
              <a:ext cx="11222483" cy="298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Recursos</a:t>
              </a:r>
              <a:endParaRPr/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0" y="-76200"/>
              <a:ext cx="11222483" cy="7475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25694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8" name="Google Shape;108;p2"/>
          <p:cNvGrpSpPr/>
          <p:nvPr/>
        </p:nvGrpSpPr>
        <p:grpSpPr>
          <a:xfrm>
            <a:off x="11739805" y="2798634"/>
            <a:ext cx="5353646" cy="2283736"/>
            <a:chOff x="0" y="-114300"/>
            <a:chExt cx="1410014" cy="601478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1410014" cy="487178"/>
            </a:xfrm>
            <a:custGeom>
              <a:rect b="b" l="l" r="r" t="t"/>
              <a:pathLst>
                <a:path extrusionOk="0" h="487178" w="1410014">
                  <a:moveTo>
                    <a:pt x="1206814" y="0"/>
                  </a:moveTo>
                  <a:lnTo>
                    <a:pt x="0" y="0"/>
                  </a:lnTo>
                  <a:lnTo>
                    <a:pt x="0" y="487178"/>
                  </a:lnTo>
                  <a:lnTo>
                    <a:pt x="1206814" y="487178"/>
                  </a:lnTo>
                  <a:lnTo>
                    <a:pt x="1410014" y="243589"/>
                  </a:lnTo>
                  <a:lnTo>
                    <a:pt x="120681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0" name="Google Shape;110;p2"/>
            <p:cNvSpPr txBox="1"/>
            <p:nvPr/>
          </p:nvSpPr>
          <p:spPr>
            <a:xfrm>
              <a:off x="0" y="-114300"/>
              <a:ext cx="1295714" cy="6014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4499" u="sng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  <a:hlinkClick r:id="rId5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Conceptos Basicos Git</a:t>
              </a:r>
              <a:endParaRPr/>
            </a:p>
          </p:txBody>
        </p:sp>
      </p:grpSp>
      <p:grpSp>
        <p:nvGrpSpPr>
          <p:cNvPr id="111" name="Google Shape;111;p2"/>
          <p:cNvGrpSpPr/>
          <p:nvPr/>
        </p:nvGrpSpPr>
        <p:grpSpPr>
          <a:xfrm>
            <a:off x="1634329" y="6076126"/>
            <a:ext cx="4613562" cy="845387"/>
            <a:chOff x="0" y="-76200"/>
            <a:chExt cx="1964221" cy="359923"/>
          </a:xfrm>
        </p:grpSpPr>
        <p:sp>
          <p:nvSpPr>
            <p:cNvPr id="112" name="Google Shape;112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3" name="Google Shape;113;p2"/>
            <p:cNvSpPr txBox="1"/>
            <p:nvPr/>
          </p:nvSpPr>
          <p:spPr>
            <a:xfrm>
              <a:off x="0" y="-76200"/>
              <a:ext cx="184992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Foro de la semana</a:t>
              </a:r>
              <a:endParaRPr/>
            </a:p>
          </p:txBody>
        </p:sp>
      </p:grpSp>
      <p:sp>
        <p:nvSpPr>
          <p:cNvPr id="114" name="Google Shape;114;p2"/>
          <p:cNvSpPr/>
          <p:nvPr/>
        </p:nvSpPr>
        <p:spPr>
          <a:xfrm>
            <a:off x="176619" y="8160260"/>
            <a:ext cx="4615919" cy="666749"/>
          </a:xfrm>
          <a:custGeom>
            <a:rect b="b" l="l" r="r" t="t"/>
            <a:pathLst>
              <a:path extrusionOk="0" h="283723" w="1964221">
                <a:moveTo>
                  <a:pt x="1761021" y="0"/>
                </a:moveTo>
                <a:lnTo>
                  <a:pt x="0" y="0"/>
                </a:lnTo>
                <a:lnTo>
                  <a:pt x="0" y="283723"/>
                </a:lnTo>
                <a:lnTo>
                  <a:pt x="1761021" y="283723"/>
                </a:lnTo>
                <a:lnTo>
                  <a:pt x="1964221" y="141862"/>
                </a:lnTo>
                <a:lnTo>
                  <a:pt x="17610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176619" y="8591893"/>
            <a:ext cx="4613551" cy="666407"/>
          </a:xfrm>
          <a:custGeom>
            <a:rect b="b" l="l" r="r" t="t"/>
            <a:pathLst>
              <a:path extrusionOk="0" h="283723" w="1964221">
                <a:moveTo>
                  <a:pt x="1761021" y="0"/>
                </a:moveTo>
                <a:lnTo>
                  <a:pt x="0" y="0"/>
                </a:lnTo>
                <a:lnTo>
                  <a:pt x="0" y="283723"/>
                </a:lnTo>
                <a:lnTo>
                  <a:pt x="1761021" y="283723"/>
                </a:lnTo>
                <a:lnTo>
                  <a:pt x="1964221" y="141862"/>
                </a:lnTo>
                <a:lnTo>
                  <a:pt x="176102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grpSp>
        <p:nvGrpSpPr>
          <p:cNvPr id="116" name="Google Shape;116;p2"/>
          <p:cNvGrpSpPr/>
          <p:nvPr/>
        </p:nvGrpSpPr>
        <p:grpSpPr>
          <a:xfrm>
            <a:off x="1634329" y="6961608"/>
            <a:ext cx="4613562" cy="845568"/>
            <a:chOff x="0" y="-76200"/>
            <a:chExt cx="1964221" cy="360000"/>
          </a:xfrm>
        </p:grpSpPr>
        <p:sp>
          <p:nvSpPr>
            <p:cNvPr id="117" name="Google Shape;117;p2"/>
            <p:cNvSpPr/>
            <p:nvPr/>
          </p:nvSpPr>
          <p:spPr>
            <a:xfrm>
              <a:off x="0" y="0"/>
              <a:ext cx="1964221" cy="283723"/>
            </a:xfrm>
            <a:custGeom>
              <a:rect b="b" l="l" r="r" t="t"/>
              <a:pathLst>
                <a:path extrusionOk="0" h="283723" w="1964221">
                  <a:moveTo>
                    <a:pt x="176102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1761021" y="283723"/>
                  </a:lnTo>
                  <a:lnTo>
                    <a:pt x="1964221" y="141862"/>
                  </a:lnTo>
                  <a:lnTo>
                    <a:pt x="176102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8" name="Google Shape;118;p2"/>
            <p:cNvSpPr txBox="1"/>
            <p:nvPr/>
          </p:nvSpPr>
          <p:spPr>
            <a:xfrm>
              <a:off x="0" y="-76200"/>
              <a:ext cx="18498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Actividad Practica</a:t>
              </a:r>
              <a:endParaRPr/>
            </a:p>
          </p:txBody>
        </p:sp>
      </p:grpSp>
      <p:sp>
        <p:nvSpPr>
          <p:cNvPr id="119" name="Google Shape;119;p2"/>
          <p:cNvSpPr/>
          <p:nvPr/>
        </p:nvSpPr>
        <p:spPr>
          <a:xfrm>
            <a:off x="878654" y="625510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p2"/>
          <p:cNvSpPr/>
          <p:nvPr/>
        </p:nvSpPr>
        <p:spPr>
          <a:xfrm>
            <a:off x="878654" y="723667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"/>
          <p:cNvSpPr txBox="1"/>
          <p:nvPr/>
        </p:nvSpPr>
        <p:spPr>
          <a:xfrm>
            <a:off x="1374889" y="654364"/>
            <a:ext cx="13991174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COMPETENCIA(S) QUE DESARROLLAREMOS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1374889" y="2891490"/>
            <a:ext cx="14828108" cy="5506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Coordina el desarrollo de soluciones grupales empleando metodologias agiles y plataformas colaborativas para organizar y ejecutar reuniones que favorezcan la toma de decisiones y el cumplimiento de objetivos en entornos de trabajo en equipo.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1" name="Google Shape;131;p4"/>
          <p:cNvCxnSpPr/>
          <p:nvPr/>
        </p:nvCxnSpPr>
        <p:spPr>
          <a:xfrm>
            <a:off x="1321183" y="10287000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1827213" y="8382000"/>
            <a:ext cx="92966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33" name="Google Shape;133;p4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35" name="Google Shape;135;p4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13023806" y="319666"/>
            <a:ext cx="6873963" cy="9647668"/>
          </a:xfrm>
          <a:custGeom>
            <a:rect b="b" l="l" r="r" t="t"/>
            <a:pathLst>
              <a:path extrusionOk="0" h="9647668" w="6873963">
                <a:moveTo>
                  <a:pt x="0" y="0"/>
                </a:moveTo>
                <a:lnTo>
                  <a:pt x="6873963" y="0"/>
                </a:lnTo>
                <a:lnTo>
                  <a:pt x="6873963" y="9647668"/>
                </a:lnTo>
                <a:lnTo>
                  <a:pt x="0" y="9647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4"/>
          <p:cNvSpPr txBox="1"/>
          <p:nvPr/>
        </p:nvSpPr>
        <p:spPr>
          <a:xfrm>
            <a:off x="1827212" y="4746136"/>
            <a:ext cx="9296600" cy="31834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Git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5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43" name="Google Shape;143;p5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44" name="Google Shape;144;p5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5" name="Google Shape;145;p5"/>
          <p:cNvSpPr txBox="1"/>
          <p:nvPr/>
        </p:nvSpPr>
        <p:spPr>
          <a:xfrm>
            <a:off x="1827212" y="3169920"/>
            <a:ext cx="9068658" cy="3899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 es el sistema de control de versiones moderno más utilizado del mundo, Fue creado por Linus Torvalds en 2005 como un proyecto de código abierto.</a:t>
            </a:r>
            <a:endParaRPr/>
          </a:p>
          <a:p>
            <a:pPr indent="0" lvl="0" marL="0" marR="0" rtl="0"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marR="0" rtl="0" algn="just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Presenta una arquitectura distribuida, siendo un ejemplo de DVCS (sistema de control de versiones distribuido).</a:t>
            </a:r>
            <a:endParaRPr/>
          </a:p>
        </p:txBody>
      </p:sp>
      <p:pic>
        <p:nvPicPr>
          <p:cNvPr id="146" name="Google Shape;14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00670" y="1599838"/>
            <a:ext cx="7087329" cy="70873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6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52" name="Google Shape;152;p6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53" name="Google Shape;153;p6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6"/>
          <p:cNvSpPr/>
          <p:nvPr/>
        </p:nvSpPr>
        <p:spPr>
          <a:xfrm>
            <a:off x="13023806" y="319666"/>
            <a:ext cx="6873963" cy="9647668"/>
          </a:xfrm>
          <a:custGeom>
            <a:rect b="b" l="l" r="r" t="t"/>
            <a:pathLst>
              <a:path extrusionOk="0" h="9647668" w="6873963">
                <a:moveTo>
                  <a:pt x="0" y="0"/>
                </a:moveTo>
                <a:lnTo>
                  <a:pt x="6873963" y="0"/>
                </a:lnTo>
                <a:lnTo>
                  <a:pt x="6873963" y="9647668"/>
                </a:lnTo>
                <a:lnTo>
                  <a:pt x="0" y="964766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7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6"/>
          <p:cNvSpPr txBox="1"/>
          <p:nvPr/>
        </p:nvSpPr>
        <p:spPr>
          <a:xfrm>
            <a:off x="1246214" y="952500"/>
            <a:ext cx="10456862" cy="1375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Características</a:t>
            </a:r>
            <a:endParaRPr/>
          </a:p>
        </p:txBody>
      </p:sp>
      <p:sp>
        <p:nvSpPr>
          <p:cNvPr id="156" name="Google Shape;156;p6"/>
          <p:cNvSpPr txBox="1"/>
          <p:nvPr/>
        </p:nvSpPr>
        <p:spPr>
          <a:xfrm>
            <a:off x="2667741" y="3329802"/>
            <a:ext cx="7613809" cy="47777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21008" lvl="1" marL="842016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Char char="•"/>
            </a:pPr>
            <a:r>
              <a:rPr b="0" i="0" lang="en-US" sz="3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Distribuido y Descentralizado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1008" lvl="1" marL="842016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Char char="•"/>
            </a:pPr>
            <a:r>
              <a:rPr b="0" i="0" lang="en-US" sz="3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Rastreo preciso de cambios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1008" lvl="1" marL="842016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Char char="•"/>
            </a:pPr>
            <a:r>
              <a:rPr b="0" i="0" lang="en-US" sz="3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Ramificación Eficiente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9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1008" lvl="1" marL="842016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900"/>
              <a:buFont typeface="Arial"/>
              <a:buChar char="•"/>
            </a:pPr>
            <a:r>
              <a:rPr b="0" i="0" lang="en-US" sz="39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Fusiones Simplificadas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"/>
          <p:cNvSpPr/>
          <p:nvPr/>
        </p:nvSpPr>
        <p:spPr>
          <a:xfrm>
            <a:off x="0" y="0"/>
            <a:ext cx="18207080" cy="10287000"/>
          </a:xfrm>
          <a:custGeom>
            <a:rect b="b" l="l" r="r" t="t"/>
            <a:pathLst>
              <a:path extrusionOk="0" h="10287000" w="18207080">
                <a:moveTo>
                  <a:pt x="0" y="0"/>
                </a:moveTo>
                <a:lnTo>
                  <a:pt x="18207080" y="0"/>
                </a:lnTo>
                <a:lnTo>
                  <a:pt x="182070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8"/>
          <p:cNvSpPr/>
          <p:nvPr/>
        </p:nvSpPr>
        <p:spPr>
          <a:xfrm>
            <a:off x="0" y="228600"/>
            <a:ext cx="18288000" cy="9807558"/>
          </a:xfrm>
          <a:custGeom>
            <a:rect b="b" l="l" r="r" t="t"/>
            <a:pathLst>
              <a:path extrusionOk="0" h="9807558" w="18288000">
                <a:moveTo>
                  <a:pt x="0" y="0"/>
                </a:moveTo>
                <a:lnTo>
                  <a:pt x="18288000" y="0"/>
                </a:lnTo>
                <a:lnTo>
                  <a:pt x="18288000" y="9807558"/>
                </a:lnTo>
                <a:lnTo>
                  <a:pt x="0" y="98075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3359" r="-3359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10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77" name="Google Shape;177;p10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78" name="Google Shape;178;p10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10"/>
          <p:cNvGrpSpPr/>
          <p:nvPr/>
        </p:nvGrpSpPr>
        <p:grpSpPr>
          <a:xfrm>
            <a:off x="2315144" y="-470148"/>
            <a:ext cx="14145643" cy="10555359"/>
            <a:chOff x="0" y="-123825"/>
            <a:chExt cx="3725602" cy="2780012"/>
          </a:xfrm>
        </p:grpSpPr>
        <p:sp>
          <p:nvSpPr>
            <p:cNvPr id="180" name="Google Shape;180;p10"/>
            <p:cNvSpPr/>
            <p:nvPr/>
          </p:nvSpPr>
          <p:spPr>
            <a:xfrm>
              <a:off x="0" y="0"/>
              <a:ext cx="3725602" cy="2656187"/>
            </a:xfrm>
            <a:custGeom>
              <a:rect b="b" l="l" r="r" t="t"/>
              <a:pathLst>
                <a:path extrusionOk="0" h="2656187" w="3725602">
                  <a:moveTo>
                    <a:pt x="27912" y="0"/>
                  </a:moveTo>
                  <a:lnTo>
                    <a:pt x="3697689" y="0"/>
                  </a:lnTo>
                  <a:cubicBezTo>
                    <a:pt x="3705092" y="0"/>
                    <a:pt x="3712192" y="2941"/>
                    <a:pt x="3717426" y="8175"/>
                  </a:cubicBezTo>
                  <a:cubicBezTo>
                    <a:pt x="3722661" y="13410"/>
                    <a:pt x="3725602" y="20510"/>
                    <a:pt x="3725602" y="27912"/>
                  </a:cubicBezTo>
                  <a:lnTo>
                    <a:pt x="3725602" y="2628275"/>
                  </a:lnTo>
                  <a:cubicBezTo>
                    <a:pt x="3725602" y="2635677"/>
                    <a:pt x="3722661" y="2642777"/>
                    <a:pt x="3717426" y="2648012"/>
                  </a:cubicBezTo>
                  <a:cubicBezTo>
                    <a:pt x="3712192" y="2653246"/>
                    <a:pt x="3705092" y="2656187"/>
                    <a:pt x="3697689" y="2656187"/>
                  </a:cubicBezTo>
                  <a:lnTo>
                    <a:pt x="27912" y="2656187"/>
                  </a:lnTo>
                  <a:cubicBezTo>
                    <a:pt x="20510" y="2656187"/>
                    <a:pt x="13410" y="2653246"/>
                    <a:pt x="8175" y="2648012"/>
                  </a:cubicBezTo>
                  <a:cubicBezTo>
                    <a:pt x="2941" y="2642777"/>
                    <a:pt x="0" y="2635677"/>
                    <a:pt x="0" y="2628275"/>
                  </a:cubicBezTo>
                  <a:lnTo>
                    <a:pt x="0" y="27912"/>
                  </a:lnTo>
                  <a:cubicBezTo>
                    <a:pt x="0" y="20510"/>
                    <a:pt x="2941" y="13410"/>
                    <a:pt x="8175" y="8175"/>
                  </a:cubicBezTo>
                  <a:cubicBezTo>
                    <a:pt x="13410" y="2941"/>
                    <a:pt x="20510" y="0"/>
                    <a:pt x="2791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0"/>
            <p:cNvSpPr txBox="1"/>
            <p:nvPr/>
          </p:nvSpPr>
          <p:spPr>
            <a:xfrm>
              <a:off x="0" y="-123825"/>
              <a:ext cx="3725602" cy="27800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10"/>
          <p:cNvSpPr/>
          <p:nvPr/>
        </p:nvSpPr>
        <p:spPr>
          <a:xfrm>
            <a:off x="2468563" y="198431"/>
            <a:ext cx="13669180" cy="10088569"/>
          </a:xfrm>
          <a:custGeom>
            <a:rect b="b" l="l" r="r" t="t"/>
            <a:pathLst>
              <a:path extrusionOk="0" h="10088569" w="13669180">
                <a:moveTo>
                  <a:pt x="0" y="0"/>
                </a:moveTo>
                <a:lnTo>
                  <a:pt x="13669179" y="0"/>
                </a:lnTo>
                <a:lnTo>
                  <a:pt x="13669179" y="10088569"/>
                </a:lnTo>
                <a:lnTo>
                  <a:pt x="0" y="100885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07" l="0" r="0" t="-808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11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88" name="Google Shape;188;p11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89" name="Google Shape;189;p11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0" name="Google Shape;190;p11"/>
          <p:cNvSpPr/>
          <p:nvPr/>
        </p:nvSpPr>
        <p:spPr>
          <a:xfrm>
            <a:off x="14324299" y="2213836"/>
            <a:ext cx="5870001" cy="5859328"/>
          </a:xfrm>
          <a:custGeom>
            <a:rect b="b" l="l" r="r" t="t"/>
            <a:pathLst>
              <a:path extrusionOk="0" h="5859328" w="5870001">
                <a:moveTo>
                  <a:pt x="0" y="0"/>
                </a:moveTo>
                <a:lnTo>
                  <a:pt x="5870002" y="0"/>
                </a:lnTo>
                <a:lnTo>
                  <a:pt x="5870002" y="5859328"/>
                </a:lnTo>
                <a:lnTo>
                  <a:pt x="0" y="5859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1" name="Google Shape;191;p11"/>
          <p:cNvSpPr txBox="1"/>
          <p:nvPr/>
        </p:nvSpPr>
        <p:spPr>
          <a:xfrm>
            <a:off x="10139523" y="2758341"/>
            <a:ext cx="7815102" cy="4725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700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52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Buenas prácticas en git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1440066" y="1982867"/>
            <a:ext cx="9737317" cy="62545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Verificar estado del repositorio.</a:t>
            </a:r>
            <a:endParaRPr/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4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Actualizar repositorio antes de hacer cambios.</a:t>
            </a:r>
            <a:endParaRPr/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4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Desarrollar buenos commits.</a:t>
            </a:r>
            <a:endParaRPr/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4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Evitar cambios directos en la rama main.</a:t>
            </a:r>
            <a:endParaRPr/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4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Realizar un buen .gitignore.</a:t>
            </a:r>
            <a:endParaRPr/>
          </a:p>
          <a:p>
            <a:pPr indent="0" lvl="0" marL="0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41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349934" lvl="1" marL="699867" marR="0" rtl="0" algn="just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41"/>
              <a:buFont typeface="Arial"/>
              <a:buChar char="•"/>
            </a:pPr>
            <a:r>
              <a:rPr b="0" i="0" lang="en-US" sz="3241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No colocar información sensible.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12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198" name="Google Shape;198;p12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199" name="Google Shape;199;p12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2"/>
          <p:cNvSpPr/>
          <p:nvPr/>
        </p:nvSpPr>
        <p:spPr>
          <a:xfrm>
            <a:off x="3945401" y="2879216"/>
            <a:ext cx="2321756" cy="3252898"/>
          </a:xfrm>
          <a:custGeom>
            <a:rect b="b" l="l" r="r" t="t"/>
            <a:pathLst>
              <a:path extrusionOk="0" h="3252898" w="2321756">
                <a:moveTo>
                  <a:pt x="0" y="0"/>
                </a:moveTo>
                <a:lnTo>
                  <a:pt x="2321756" y="0"/>
                </a:lnTo>
                <a:lnTo>
                  <a:pt x="2321756" y="3252898"/>
                </a:lnTo>
                <a:lnTo>
                  <a:pt x="0" y="3252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1" name="Google Shape;201;p12"/>
          <p:cNvSpPr txBox="1"/>
          <p:nvPr/>
        </p:nvSpPr>
        <p:spPr>
          <a:xfrm>
            <a:off x="7960690" y="3152133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sp>
        <p:nvSpPr>
          <p:cNvPr id="202" name="Google Shape;202;p12"/>
          <p:cNvSpPr/>
          <p:nvPr/>
        </p:nvSpPr>
        <p:spPr>
          <a:xfrm>
            <a:off x="7729154" y="2879216"/>
            <a:ext cx="2321756" cy="3252898"/>
          </a:xfrm>
          <a:custGeom>
            <a:rect b="b" l="l" r="r" t="t"/>
            <a:pathLst>
              <a:path extrusionOk="0" h="3252898" w="2321756">
                <a:moveTo>
                  <a:pt x="0" y="0"/>
                </a:moveTo>
                <a:lnTo>
                  <a:pt x="2321756" y="0"/>
                </a:lnTo>
                <a:lnTo>
                  <a:pt x="2321756" y="3252898"/>
                </a:lnTo>
                <a:lnTo>
                  <a:pt x="0" y="3252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3" name="Google Shape;203;p12"/>
          <p:cNvSpPr txBox="1"/>
          <p:nvPr/>
        </p:nvSpPr>
        <p:spPr>
          <a:xfrm>
            <a:off x="8081168" y="3272611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grpSp>
        <p:nvGrpSpPr>
          <p:cNvPr id="204" name="Google Shape;204;p12"/>
          <p:cNvGrpSpPr/>
          <p:nvPr/>
        </p:nvGrpSpPr>
        <p:grpSpPr>
          <a:xfrm>
            <a:off x="11662249" y="2879216"/>
            <a:ext cx="7085596" cy="3252898"/>
            <a:chOff x="0" y="0"/>
            <a:chExt cx="9447461" cy="4337197"/>
          </a:xfrm>
        </p:grpSpPr>
        <p:sp>
          <p:nvSpPr>
            <p:cNvPr id="205" name="Google Shape;205;p12"/>
            <p:cNvSpPr txBox="1"/>
            <p:nvPr/>
          </p:nvSpPr>
          <p:spPr>
            <a:xfrm>
              <a:off x="308716" y="370240"/>
              <a:ext cx="8978108" cy="65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2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206" name="Google Shape;206;p12"/>
            <p:cNvSpPr/>
            <p:nvPr/>
          </p:nvSpPr>
          <p:spPr>
            <a:xfrm>
              <a:off x="0" y="0"/>
              <a:ext cx="3095675" cy="4337197"/>
            </a:xfrm>
            <a:custGeom>
              <a:rect b="b" l="l" r="r" t="t"/>
              <a:pathLst>
                <a:path extrusionOk="0" h="4337197" w="3095675">
                  <a:moveTo>
                    <a:pt x="0" y="0"/>
                  </a:moveTo>
                  <a:lnTo>
                    <a:pt x="3095675" y="0"/>
                  </a:lnTo>
                  <a:lnTo>
                    <a:pt x="3095675" y="4337197"/>
                  </a:lnTo>
                  <a:lnTo>
                    <a:pt x="0" y="4337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07" name="Google Shape;207;p12"/>
            <p:cNvSpPr txBox="1"/>
            <p:nvPr/>
          </p:nvSpPr>
          <p:spPr>
            <a:xfrm>
              <a:off x="469353" y="530877"/>
              <a:ext cx="8978108" cy="65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2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208" name="Google Shape;208;p12"/>
            <p:cNvSpPr txBox="1"/>
            <p:nvPr/>
          </p:nvSpPr>
          <p:spPr>
            <a:xfrm>
              <a:off x="584010" y="1083684"/>
              <a:ext cx="1981133" cy="2988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7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28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09" name="Google Shape;209;p12"/>
          <p:cNvGrpSpPr/>
          <p:nvPr/>
        </p:nvGrpSpPr>
        <p:grpSpPr>
          <a:xfrm>
            <a:off x="3321050" y="2058576"/>
            <a:ext cx="11883996" cy="4645310"/>
            <a:chOff x="0" y="-123825"/>
            <a:chExt cx="3959264" cy="1547628"/>
          </a:xfrm>
        </p:grpSpPr>
        <p:sp>
          <p:nvSpPr>
            <p:cNvPr id="210" name="Google Shape;210;p12"/>
            <p:cNvSpPr/>
            <p:nvPr/>
          </p:nvSpPr>
          <p:spPr>
            <a:xfrm>
              <a:off x="0" y="0"/>
              <a:ext cx="3959264" cy="1423803"/>
            </a:xfrm>
            <a:custGeom>
              <a:rect b="b" l="l" r="r" t="t"/>
              <a:pathLst>
                <a:path extrusionOk="0" h="1423803" w="3959264">
                  <a:moveTo>
                    <a:pt x="33224" y="0"/>
                  </a:moveTo>
                  <a:lnTo>
                    <a:pt x="3926040" y="0"/>
                  </a:lnTo>
                  <a:cubicBezTo>
                    <a:pt x="3934851" y="0"/>
                    <a:pt x="3943302" y="3500"/>
                    <a:pt x="3949533" y="9731"/>
                  </a:cubicBezTo>
                  <a:cubicBezTo>
                    <a:pt x="3955764" y="15962"/>
                    <a:pt x="3959264" y="24413"/>
                    <a:pt x="3959264" y="33224"/>
                  </a:cubicBezTo>
                  <a:lnTo>
                    <a:pt x="3959264" y="1390579"/>
                  </a:lnTo>
                  <a:cubicBezTo>
                    <a:pt x="3959264" y="1399391"/>
                    <a:pt x="3955764" y="1407841"/>
                    <a:pt x="3949533" y="1414072"/>
                  </a:cubicBezTo>
                  <a:cubicBezTo>
                    <a:pt x="3943302" y="1420303"/>
                    <a:pt x="3934851" y="1423803"/>
                    <a:pt x="3926040" y="1423803"/>
                  </a:cubicBezTo>
                  <a:lnTo>
                    <a:pt x="33224" y="1423803"/>
                  </a:lnTo>
                  <a:cubicBezTo>
                    <a:pt x="24413" y="1423803"/>
                    <a:pt x="15962" y="1420303"/>
                    <a:pt x="9731" y="1414072"/>
                  </a:cubicBezTo>
                  <a:cubicBezTo>
                    <a:pt x="3500" y="1407841"/>
                    <a:pt x="0" y="1399391"/>
                    <a:pt x="0" y="1390579"/>
                  </a:cubicBezTo>
                  <a:lnTo>
                    <a:pt x="0" y="33224"/>
                  </a:lnTo>
                  <a:cubicBezTo>
                    <a:pt x="0" y="24413"/>
                    <a:pt x="3500" y="15962"/>
                    <a:pt x="9731" y="9731"/>
                  </a:cubicBezTo>
                  <a:cubicBezTo>
                    <a:pt x="15962" y="3500"/>
                    <a:pt x="24413" y="0"/>
                    <a:pt x="332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7150">
              <a:solidFill>
                <a:srgbClr val="D86F3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12"/>
            <p:cNvSpPr txBox="1"/>
            <p:nvPr/>
          </p:nvSpPr>
          <p:spPr>
            <a:xfrm>
              <a:off x="0" y="-123825"/>
              <a:ext cx="3959264" cy="1547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2" name="Google Shape;212;p12"/>
          <p:cNvGrpSpPr/>
          <p:nvPr/>
        </p:nvGrpSpPr>
        <p:grpSpPr>
          <a:xfrm>
            <a:off x="8366025" y="8697449"/>
            <a:ext cx="1048014" cy="1084858"/>
            <a:chOff x="0" y="-28575"/>
            <a:chExt cx="812800" cy="841375"/>
          </a:xfrm>
        </p:grpSpPr>
        <p:sp>
          <p:nvSpPr>
            <p:cNvPr id="213" name="Google Shape;213;p12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" name="Google Shape;214;p12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C1</a:t>
              </a:r>
              <a:endParaRPr/>
            </a:p>
          </p:txBody>
        </p:sp>
      </p:grpSp>
      <p:sp>
        <p:nvSpPr>
          <p:cNvPr id="215" name="Google Shape;215;p12"/>
          <p:cNvSpPr/>
          <p:nvPr/>
        </p:nvSpPr>
        <p:spPr>
          <a:xfrm flipH="1" rot="5400000">
            <a:off x="8252292" y="7668857"/>
            <a:ext cx="1315589" cy="277470"/>
          </a:xfrm>
          <a:custGeom>
            <a:rect b="b" l="l" r="r" t="t"/>
            <a:pathLst>
              <a:path extrusionOk="0" h="277470" w="1315589">
                <a:moveTo>
                  <a:pt x="0" y="277470"/>
                </a:moveTo>
                <a:lnTo>
                  <a:pt x="1315588" y="277470"/>
                </a:lnTo>
                <a:lnTo>
                  <a:pt x="1315588" y="0"/>
                </a:lnTo>
                <a:lnTo>
                  <a:pt x="0" y="0"/>
                </a:lnTo>
                <a:lnTo>
                  <a:pt x="0" y="27747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6" name="Google Shape;216;p12"/>
          <p:cNvSpPr txBox="1"/>
          <p:nvPr/>
        </p:nvSpPr>
        <p:spPr>
          <a:xfrm>
            <a:off x="4383408" y="3665785"/>
            <a:ext cx="1485850" cy="226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28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17" name="Google Shape;217;p12"/>
          <p:cNvSpPr txBox="1"/>
          <p:nvPr/>
        </p:nvSpPr>
        <p:spPr>
          <a:xfrm>
            <a:off x="8167161" y="3665785"/>
            <a:ext cx="1485850" cy="226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28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18" name="Google Shape;218;p12"/>
          <p:cNvSpPr txBox="1"/>
          <p:nvPr/>
        </p:nvSpPr>
        <p:spPr>
          <a:xfrm>
            <a:off x="4362363" y="3272611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14458269" y="1462912"/>
            <a:ext cx="2518354" cy="2068198"/>
          </a:xfrm>
          <a:custGeom>
            <a:rect b="b" l="l" r="r" t="t"/>
            <a:pathLst>
              <a:path extrusionOk="0" h="2068198" w="2518354">
                <a:moveTo>
                  <a:pt x="0" y="0"/>
                </a:moveTo>
                <a:lnTo>
                  <a:pt x="2518354" y="0"/>
                </a:lnTo>
                <a:lnTo>
                  <a:pt x="2518354" y="2068198"/>
                </a:lnTo>
                <a:lnTo>
                  <a:pt x="0" y="206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0" name="Google Shape;220;p12"/>
          <p:cNvSpPr txBox="1"/>
          <p:nvPr/>
        </p:nvSpPr>
        <p:spPr>
          <a:xfrm>
            <a:off x="1189038" y="562354"/>
            <a:ext cx="16765588" cy="231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 debe evitar meter muchos cambios no relacionados en un mismo commit</a:t>
            </a:r>
            <a:endParaRPr/>
          </a:p>
          <a:p>
            <a:pPr indent="0" lvl="0" marL="0" marR="0" rtl="0" algn="l">
              <a:lnSpc>
                <a:spcPct val="1987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" name="Google Shape;225;p13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226" name="Google Shape;226;p13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27" name="Google Shape;227;p13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13"/>
          <p:cNvSpPr/>
          <p:nvPr/>
        </p:nvSpPr>
        <p:spPr>
          <a:xfrm>
            <a:off x="3945401" y="2879216"/>
            <a:ext cx="2321756" cy="3252898"/>
          </a:xfrm>
          <a:custGeom>
            <a:rect b="b" l="l" r="r" t="t"/>
            <a:pathLst>
              <a:path extrusionOk="0" h="3252898" w="2321756">
                <a:moveTo>
                  <a:pt x="0" y="0"/>
                </a:moveTo>
                <a:lnTo>
                  <a:pt x="2321756" y="0"/>
                </a:lnTo>
                <a:lnTo>
                  <a:pt x="2321756" y="3252898"/>
                </a:lnTo>
                <a:lnTo>
                  <a:pt x="0" y="3252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3"/>
          <p:cNvSpPr txBox="1"/>
          <p:nvPr/>
        </p:nvSpPr>
        <p:spPr>
          <a:xfrm>
            <a:off x="7960690" y="3152133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sp>
        <p:nvSpPr>
          <p:cNvPr id="230" name="Google Shape;230;p13"/>
          <p:cNvSpPr/>
          <p:nvPr/>
        </p:nvSpPr>
        <p:spPr>
          <a:xfrm>
            <a:off x="7729154" y="2879216"/>
            <a:ext cx="2321756" cy="3252898"/>
          </a:xfrm>
          <a:custGeom>
            <a:rect b="b" l="l" r="r" t="t"/>
            <a:pathLst>
              <a:path extrusionOk="0" h="3252898" w="2321756">
                <a:moveTo>
                  <a:pt x="0" y="0"/>
                </a:moveTo>
                <a:lnTo>
                  <a:pt x="2321756" y="0"/>
                </a:lnTo>
                <a:lnTo>
                  <a:pt x="2321756" y="3252898"/>
                </a:lnTo>
                <a:lnTo>
                  <a:pt x="0" y="32528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1" name="Google Shape;231;p13"/>
          <p:cNvSpPr txBox="1"/>
          <p:nvPr/>
        </p:nvSpPr>
        <p:spPr>
          <a:xfrm>
            <a:off x="8081168" y="3272611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grpSp>
        <p:nvGrpSpPr>
          <p:cNvPr id="232" name="Google Shape;232;p13"/>
          <p:cNvGrpSpPr/>
          <p:nvPr/>
        </p:nvGrpSpPr>
        <p:grpSpPr>
          <a:xfrm>
            <a:off x="11662249" y="2879216"/>
            <a:ext cx="7085596" cy="3252898"/>
            <a:chOff x="0" y="0"/>
            <a:chExt cx="9447461" cy="4337197"/>
          </a:xfrm>
        </p:grpSpPr>
        <p:sp>
          <p:nvSpPr>
            <p:cNvPr id="233" name="Google Shape;233;p13"/>
            <p:cNvSpPr txBox="1"/>
            <p:nvPr/>
          </p:nvSpPr>
          <p:spPr>
            <a:xfrm>
              <a:off x="308716" y="370240"/>
              <a:ext cx="8978108" cy="65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2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0" y="0"/>
              <a:ext cx="3095675" cy="4337197"/>
            </a:xfrm>
            <a:custGeom>
              <a:rect b="b" l="l" r="r" t="t"/>
              <a:pathLst>
                <a:path extrusionOk="0" h="4337197" w="3095675">
                  <a:moveTo>
                    <a:pt x="0" y="0"/>
                  </a:moveTo>
                  <a:lnTo>
                    <a:pt x="3095675" y="0"/>
                  </a:lnTo>
                  <a:lnTo>
                    <a:pt x="3095675" y="4337197"/>
                  </a:lnTo>
                  <a:lnTo>
                    <a:pt x="0" y="433719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5" name="Google Shape;235;p13"/>
            <p:cNvSpPr txBox="1"/>
            <p:nvPr/>
          </p:nvSpPr>
          <p:spPr>
            <a:xfrm>
              <a:off x="469353" y="530877"/>
              <a:ext cx="8978108" cy="6575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698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162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File</a:t>
              </a:r>
              <a:endParaRPr/>
            </a:p>
          </p:txBody>
        </p:sp>
        <p:sp>
          <p:nvSpPr>
            <p:cNvPr id="236" name="Google Shape;236;p13"/>
            <p:cNvSpPr txBox="1"/>
            <p:nvPr/>
          </p:nvSpPr>
          <p:spPr>
            <a:xfrm>
              <a:off x="584010" y="1083684"/>
              <a:ext cx="1981133" cy="2988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700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228" u="none" cap="none" strike="noStrike">
                  <a:solidFill>
                    <a:srgbClr val="40404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/>
            </a:p>
          </p:txBody>
        </p:sp>
      </p:grpSp>
      <p:grpSp>
        <p:nvGrpSpPr>
          <p:cNvPr id="237" name="Google Shape;237;p13"/>
          <p:cNvGrpSpPr/>
          <p:nvPr/>
        </p:nvGrpSpPr>
        <p:grpSpPr>
          <a:xfrm>
            <a:off x="3321050" y="2058576"/>
            <a:ext cx="7318253" cy="4645310"/>
            <a:chOff x="0" y="-123825"/>
            <a:chExt cx="2438144" cy="1547628"/>
          </a:xfrm>
        </p:grpSpPr>
        <p:sp>
          <p:nvSpPr>
            <p:cNvPr id="238" name="Google Shape;238;p13"/>
            <p:cNvSpPr/>
            <p:nvPr/>
          </p:nvSpPr>
          <p:spPr>
            <a:xfrm>
              <a:off x="0" y="0"/>
              <a:ext cx="2438144" cy="1423803"/>
            </a:xfrm>
            <a:custGeom>
              <a:rect b="b" l="l" r="r" t="t"/>
              <a:pathLst>
                <a:path extrusionOk="0" h="1423803" w="2438144">
                  <a:moveTo>
                    <a:pt x="53952" y="0"/>
                  </a:moveTo>
                  <a:lnTo>
                    <a:pt x="2384192" y="0"/>
                  </a:lnTo>
                  <a:cubicBezTo>
                    <a:pt x="2398501" y="0"/>
                    <a:pt x="2412224" y="5684"/>
                    <a:pt x="2422342" y="15802"/>
                  </a:cubicBezTo>
                  <a:cubicBezTo>
                    <a:pt x="2432460" y="25920"/>
                    <a:pt x="2438144" y="39643"/>
                    <a:pt x="2438144" y="53952"/>
                  </a:cubicBezTo>
                  <a:lnTo>
                    <a:pt x="2438144" y="1369851"/>
                  </a:lnTo>
                  <a:cubicBezTo>
                    <a:pt x="2438144" y="1399648"/>
                    <a:pt x="2413989" y="1423803"/>
                    <a:pt x="2384192" y="1423803"/>
                  </a:cubicBezTo>
                  <a:lnTo>
                    <a:pt x="53952" y="1423803"/>
                  </a:lnTo>
                  <a:cubicBezTo>
                    <a:pt x="24155" y="1423803"/>
                    <a:pt x="0" y="1399648"/>
                    <a:pt x="0" y="1369851"/>
                  </a:cubicBezTo>
                  <a:lnTo>
                    <a:pt x="0" y="53952"/>
                  </a:lnTo>
                  <a:cubicBezTo>
                    <a:pt x="0" y="24155"/>
                    <a:pt x="24155" y="0"/>
                    <a:pt x="53952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7150">
              <a:solidFill>
                <a:srgbClr val="D86F3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3"/>
            <p:cNvSpPr txBox="1"/>
            <p:nvPr/>
          </p:nvSpPr>
          <p:spPr>
            <a:xfrm>
              <a:off x="0" y="-123825"/>
              <a:ext cx="2438144" cy="1547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0" name="Google Shape;240;p13"/>
          <p:cNvGrpSpPr/>
          <p:nvPr/>
        </p:nvGrpSpPr>
        <p:grpSpPr>
          <a:xfrm>
            <a:off x="6456170" y="8696118"/>
            <a:ext cx="1048014" cy="1084858"/>
            <a:chOff x="0" y="-28575"/>
            <a:chExt cx="812800" cy="841375"/>
          </a:xfrm>
        </p:grpSpPr>
        <p:sp>
          <p:nvSpPr>
            <p:cNvPr id="241" name="Google Shape;241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C1</a:t>
              </a:r>
              <a:endParaRPr/>
            </a:p>
          </p:txBody>
        </p:sp>
      </p:grpSp>
      <p:sp>
        <p:nvSpPr>
          <p:cNvPr id="243" name="Google Shape;243;p13"/>
          <p:cNvSpPr/>
          <p:nvPr/>
        </p:nvSpPr>
        <p:spPr>
          <a:xfrm flipH="1" rot="5400000">
            <a:off x="6342437" y="7667526"/>
            <a:ext cx="1315589" cy="277470"/>
          </a:xfrm>
          <a:custGeom>
            <a:rect b="b" l="l" r="r" t="t"/>
            <a:pathLst>
              <a:path extrusionOk="0" h="277470" w="1315589">
                <a:moveTo>
                  <a:pt x="0" y="277469"/>
                </a:moveTo>
                <a:lnTo>
                  <a:pt x="1315588" y="277469"/>
                </a:lnTo>
                <a:lnTo>
                  <a:pt x="1315588" y="0"/>
                </a:lnTo>
                <a:lnTo>
                  <a:pt x="0" y="0"/>
                </a:lnTo>
                <a:lnTo>
                  <a:pt x="0" y="277469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4" name="Google Shape;244;p13"/>
          <p:cNvGrpSpPr/>
          <p:nvPr/>
        </p:nvGrpSpPr>
        <p:grpSpPr>
          <a:xfrm>
            <a:off x="11095944" y="2058576"/>
            <a:ext cx="3466442" cy="4645310"/>
            <a:chOff x="0" y="-123825"/>
            <a:chExt cx="1154878" cy="1547628"/>
          </a:xfrm>
        </p:grpSpPr>
        <p:sp>
          <p:nvSpPr>
            <p:cNvPr id="245" name="Google Shape;245;p13"/>
            <p:cNvSpPr/>
            <p:nvPr/>
          </p:nvSpPr>
          <p:spPr>
            <a:xfrm>
              <a:off x="0" y="0"/>
              <a:ext cx="1154878" cy="1423803"/>
            </a:xfrm>
            <a:custGeom>
              <a:rect b="b" l="l" r="r" t="t"/>
              <a:pathLst>
                <a:path extrusionOk="0" h="1423803" w="1154878">
                  <a:moveTo>
                    <a:pt x="113903" y="0"/>
                  </a:moveTo>
                  <a:lnTo>
                    <a:pt x="1040975" y="0"/>
                  </a:lnTo>
                  <a:cubicBezTo>
                    <a:pt x="1071184" y="0"/>
                    <a:pt x="1100155" y="12000"/>
                    <a:pt x="1121516" y="33361"/>
                  </a:cubicBezTo>
                  <a:cubicBezTo>
                    <a:pt x="1142877" y="54722"/>
                    <a:pt x="1154878" y="83694"/>
                    <a:pt x="1154878" y="113903"/>
                  </a:cubicBezTo>
                  <a:lnTo>
                    <a:pt x="1154878" y="1309900"/>
                  </a:lnTo>
                  <a:cubicBezTo>
                    <a:pt x="1154878" y="1372807"/>
                    <a:pt x="1103882" y="1423803"/>
                    <a:pt x="1040975" y="1423803"/>
                  </a:cubicBezTo>
                  <a:lnTo>
                    <a:pt x="113903" y="1423803"/>
                  </a:lnTo>
                  <a:cubicBezTo>
                    <a:pt x="83694" y="1423803"/>
                    <a:pt x="54722" y="1411803"/>
                    <a:pt x="33361" y="1390442"/>
                  </a:cubicBezTo>
                  <a:cubicBezTo>
                    <a:pt x="12000" y="1369081"/>
                    <a:pt x="0" y="1340109"/>
                    <a:pt x="0" y="1309900"/>
                  </a:cubicBezTo>
                  <a:lnTo>
                    <a:pt x="0" y="113903"/>
                  </a:lnTo>
                  <a:cubicBezTo>
                    <a:pt x="0" y="83694"/>
                    <a:pt x="12000" y="54722"/>
                    <a:pt x="33361" y="33361"/>
                  </a:cubicBezTo>
                  <a:cubicBezTo>
                    <a:pt x="54722" y="12000"/>
                    <a:pt x="83694" y="0"/>
                    <a:pt x="113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cap="rnd" cmpd="sng" w="57150">
              <a:solidFill>
                <a:srgbClr val="6699FF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3"/>
            <p:cNvSpPr txBox="1"/>
            <p:nvPr/>
          </p:nvSpPr>
          <p:spPr>
            <a:xfrm>
              <a:off x="0" y="-123825"/>
              <a:ext cx="1154878" cy="1547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13"/>
          <p:cNvGrpSpPr/>
          <p:nvPr/>
        </p:nvGrpSpPr>
        <p:grpSpPr>
          <a:xfrm>
            <a:off x="12305158" y="8696783"/>
            <a:ext cx="1048014" cy="1084858"/>
            <a:chOff x="0" y="-28575"/>
            <a:chExt cx="812800" cy="841375"/>
          </a:xfrm>
        </p:grpSpPr>
        <p:sp>
          <p:nvSpPr>
            <p:cNvPr id="248" name="Google Shape;248;p13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99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3"/>
            <p:cNvSpPr txBox="1"/>
            <p:nvPr/>
          </p:nvSpPr>
          <p:spPr>
            <a:xfrm>
              <a:off x="76200" y="-28575"/>
              <a:ext cx="660400" cy="765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499" u="none" cap="none" strike="noStrike">
                  <a:solidFill>
                    <a:srgbClr val="000000"/>
                  </a:solidFill>
                  <a:latin typeface="Poppins"/>
                  <a:ea typeface="Poppins"/>
                  <a:cs typeface="Poppins"/>
                  <a:sym typeface="Poppins"/>
                </a:rPr>
                <a:t>C2</a:t>
              </a:r>
              <a:endParaRPr/>
            </a:p>
          </p:txBody>
        </p:sp>
      </p:grpSp>
      <p:sp>
        <p:nvSpPr>
          <p:cNvPr id="250" name="Google Shape;250;p13"/>
          <p:cNvSpPr/>
          <p:nvPr/>
        </p:nvSpPr>
        <p:spPr>
          <a:xfrm flipH="1" rot="5400000">
            <a:off x="12191425" y="7668192"/>
            <a:ext cx="1315589" cy="277470"/>
          </a:xfrm>
          <a:custGeom>
            <a:rect b="b" l="l" r="r" t="t"/>
            <a:pathLst>
              <a:path extrusionOk="0" h="277470" w="1315589">
                <a:moveTo>
                  <a:pt x="0" y="277469"/>
                </a:moveTo>
                <a:lnTo>
                  <a:pt x="1315589" y="277469"/>
                </a:lnTo>
                <a:lnTo>
                  <a:pt x="1315589" y="0"/>
                </a:lnTo>
                <a:lnTo>
                  <a:pt x="0" y="0"/>
                </a:lnTo>
                <a:lnTo>
                  <a:pt x="0" y="277469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1" name="Google Shape;251;p13"/>
          <p:cNvSpPr/>
          <p:nvPr/>
        </p:nvSpPr>
        <p:spPr>
          <a:xfrm>
            <a:off x="13777912" y="1386090"/>
            <a:ext cx="2245149" cy="1905571"/>
          </a:xfrm>
          <a:custGeom>
            <a:rect b="b" l="l" r="r" t="t"/>
            <a:pathLst>
              <a:path extrusionOk="0" h="1905571" w="2245149">
                <a:moveTo>
                  <a:pt x="0" y="0"/>
                </a:moveTo>
                <a:lnTo>
                  <a:pt x="2245150" y="0"/>
                </a:lnTo>
                <a:lnTo>
                  <a:pt x="2245150" y="1905571"/>
                </a:lnTo>
                <a:lnTo>
                  <a:pt x="0" y="19055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2" name="Google Shape;252;p13"/>
          <p:cNvSpPr txBox="1"/>
          <p:nvPr/>
        </p:nvSpPr>
        <p:spPr>
          <a:xfrm>
            <a:off x="4383408" y="3665785"/>
            <a:ext cx="1485850" cy="226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28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A</a:t>
            </a:r>
            <a:endParaRPr/>
          </a:p>
        </p:txBody>
      </p:sp>
      <p:sp>
        <p:nvSpPr>
          <p:cNvPr id="253" name="Google Shape;253;p13"/>
          <p:cNvSpPr txBox="1"/>
          <p:nvPr/>
        </p:nvSpPr>
        <p:spPr>
          <a:xfrm>
            <a:off x="8167161" y="3665785"/>
            <a:ext cx="1485850" cy="2267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28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4362363" y="3272611"/>
            <a:ext cx="6733581" cy="49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62" u="none" cap="none" strike="noStrik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endParaRPr/>
          </a:p>
        </p:txBody>
      </p:sp>
      <p:sp>
        <p:nvSpPr>
          <p:cNvPr id="255" name="Google Shape;255;p13"/>
          <p:cNvSpPr txBox="1"/>
          <p:nvPr/>
        </p:nvSpPr>
        <p:spPr>
          <a:xfrm>
            <a:off x="913606" y="587622"/>
            <a:ext cx="16765588" cy="2316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Cuando los commits están bien organizados, es más sencillo revisar el código.</a:t>
            </a:r>
            <a:endParaRPr/>
          </a:p>
          <a:p>
            <a:pPr indent="0" lvl="0" marL="0" marR="0" rtl="0" algn="l">
              <a:lnSpc>
                <a:spcPct val="19874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4"/>
          <p:cNvSpPr/>
          <p:nvPr/>
        </p:nvSpPr>
        <p:spPr>
          <a:xfrm>
            <a:off x="0" y="422913"/>
            <a:ext cx="18288000" cy="9441180"/>
          </a:xfrm>
          <a:custGeom>
            <a:rect b="b" l="l" r="r" t="t"/>
            <a:pathLst>
              <a:path extrusionOk="0" h="9441180" w="18288000">
                <a:moveTo>
                  <a:pt x="0" y="0"/>
                </a:moveTo>
                <a:lnTo>
                  <a:pt x="18288000" y="0"/>
                </a:lnTo>
                <a:lnTo>
                  <a:pt x="18288000" y="9441180"/>
                </a:lnTo>
                <a:lnTo>
                  <a:pt x="0" y="94411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" name="Google Shape;265;p15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266" name="Google Shape;266;p15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67" name="Google Shape;267;p15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5"/>
          <p:cNvSpPr/>
          <p:nvPr/>
        </p:nvSpPr>
        <p:spPr>
          <a:xfrm>
            <a:off x="1627761" y="2213836"/>
            <a:ext cx="5870001" cy="5859328"/>
          </a:xfrm>
          <a:custGeom>
            <a:rect b="b" l="l" r="r" t="t"/>
            <a:pathLst>
              <a:path extrusionOk="0" h="5859328" w="5870001">
                <a:moveTo>
                  <a:pt x="0" y="0"/>
                </a:moveTo>
                <a:lnTo>
                  <a:pt x="5870002" y="0"/>
                </a:lnTo>
                <a:lnTo>
                  <a:pt x="5870002" y="5859328"/>
                </a:lnTo>
                <a:lnTo>
                  <a:pt x="0" y="5859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9" name="Google Shape;269;p15"/>
          <p:cNvSpPr txBox="1"/>
          <p:nvPr/>
        </p:nvSpPr>
        <p:spPr>
          <a:xfrm>
            <a:off x="5037530" y="3880390"/>
            <a:ext cx="8517739" cy="246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Estructura de un buen commit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6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275" name="Google Shape;275;p16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76" name="Google Shape;276;p16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7" name="Google Shape;277;p16"/>
          <p:cNvSpPr txBox="1"/>
          <p:nvPr/>
        </p:nvSpPr>
        <p:spPr>
          <a:xfrm>
            <a:off x="2726531" y="3934658"/>
            <a:ext cx="13139737" cy="4442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Son un estándar de mensajes de commit que mejoran el control de versiones en el desarrollo de software. Con tipos de commit específicos y mensajes bien estructurados, proporcionan claridad, organización y automatización en la gestión de versiones, simplificando la colaboración entre los desarrolladores. 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8" name="Google Shape;278;p16"/>
          <p:cNvSpPr txBox="1"/>
          <p:nvPr/>
        </p:nvSpPr>
        <p:spPr>
          <a:xfrm>
            <a:off x="2939821" y="1658935"/>
            <a:ext cx="12713159" cy="12784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Conventional Commits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oogle Shape;283;p17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284" name="Google Shape;284;p17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85" name="Google Shape;285;p17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7"/>
          <p:cNvSpPr/>
          <p:nvPr/>
        </p:nvSpPr>
        <p:spPr>
          <a:xfrm>
            <a:off x="5365126" y="2899178"/>
            <a:ext cx="8660017" cy="6165360"/>
          </a:xfrm>
          <a:custGeom>
            <a:rect b="b" l="l" r="r" t="t"/>
            <a:pathLst>
              <a:path extrusionOk="0" h="6165360" w="8660017">
                <a:moveTo>
                  <a:pt x="0" y="0"/>
                </a:moveTo>
                <a:lnTo>
                  <a:pt x="8660017" y="0"/>
                </a:lnTo>
                <a:lnTo>
                  <a:pt x="8660017" y="6165359"/>
                </a:lnTo>
                <a:lnTo>
                  <a:pt x="0" y="61653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-10762"/>
            </a:stretch>
          </a:blipFill>
          <a:ln>
            <a:noFill/>
          </a:ln>
        </p:spPr>
      </p:sp>
      <p:sp>
        <p:nvSpPr>
          <p:cNvPr id="287" name="Google Shape;287;p17"/>
          <p:cNvSpPr txBox="1"/>
          <p:nvPr/>
        </p:nvSpPr>
        <p:spPr>
          <a:xfrm>
            <a:off x="1189038" y="990600"/>
            <a:ext cx="16765588" cy="2777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6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 estructura de un conventional commit se divide en 3 partes: </a:t>
            </a:r>
            <a:r>
              <a:rPr b="1" i="0" lang="en-US" sz="51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el título, el cuerpo y pie </a:t>
            </a:r>
            <a:endParaRPr/>
          </a:p>
          <a:p>
            <a:pPr indent="0" lvl="0" marL="0" marR="0" rtl="0" algn="l">
              <a:lnSpc>
                <a:spcPct val="18287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51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8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 txBox="1"/>
          <p:nvPr/>
        </p:nvSpPr>
        <p:spPr>
          <a:xfrm>
            <a:off x="-5241217" y="933450"/>
            <a:ext cx="152717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Type:  </a:t>
            </a:r>
            <a:endParaRPr/>
          </a:p>
        </p:txBody>
      </p:sp>
      <p:sp>
        <p:nvSpPr>
          <p:cNvPr id="296" name="Google Shape;296;p18"/>
          <p:cNvSpPr txBox="1"/>
          <p:nvPr/>
        </p:nvSpPr>
        <p:spPr>
          <a:xfrm>
            <a:off x="3321050" y="1161415"/>
            <a:ext cx="12283599" cy="12515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Está contenido en el título y puede ser uno de estos tipos: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3356577" y="2939202"/>
            <a:ext cx="11574846" cy="54085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feat: 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Una nueva característica.</a:t>
            </a:r>
            <a:endParaRPr/>
          </a:p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fix: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Una corrección de errores.</a:t>
            </a:r>
            <a:endParaRPr/>
          </a:p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docs: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Cambios en la documentación.</a:t>
            </a:r>
            <a:endParaRPr/>
          </a:p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style: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Formato, faltan puntos y comas, etc.; sin cambio de código</a:t>
            </a:r>
            <a:endParaRPr/>
          </a:p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refactor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 Refactorización del código de producción.</a:t>
            </a:r>
            <a:endParaRPr/>
          </a:p>
          <a:p>
            <a:pPr indent="-415970" lvl="1" marL="831939" marR="0" rtl="0" algn="just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3"/>
              <a:buFont typeface="Arial"/>
              <a:buChar char="•"/>
            </a:pPr>
            <a:r>
              <a:rPr b="1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test:</a:t>
            </a:r>
            <a:r>
              <a:rPr b="0" i="0" lang="en-US" sz="3853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Todo lo relacionado a pruebas.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oogle Shape;302;p19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03" name="Google Shape;303;p19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04" name="Google Shape;304;p19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9"/>
          <p:cNvSpPr txBox="1"/>
          <p:nvPr/>
        </p:nvSpPr>
        <p:spPr>
          <a:xfrm>
            <a:off x="-45830" y="5575996"/>
            <a:ext cx="152717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Subject:  </a:t>
            </a:r>
            <a:endParaRPr/>
          </a:p>
        </p:txBody>
      </p:sp>
      <p:sp>
        <p:nvSpPr>
          <p:cNvPr id="306" name="Google Shape;306;p19"/>
          <p:cNvSpPr txBox="1"/>
          <p:nvPr/>
        </p:nvSpPr>
        <p:spPr>
          <a:xfrm>
            <a:off x="9595322" y="5748406"/>
            <a:ext cx="6865465" cy="252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Aquí se debe explicar de manera clara y concisa qué hace el commit.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-1468007" y="2707701"/>
            <a:ext cx="152717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Scope (opcional):  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9595322" y="2948513"/>
            <a:ext cx="6865465" cy="2527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Se refiere a la parte del código o del proyecto a la que se aplica un cambio específico.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20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14" name="Google Shape;314;p20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15" name="Google Shape;315;p20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6" name="Google Shape;316;p20"/>
          <p:cNvSpPr txBox="1"/>
          <p:nvPr/>
        </p:nvSpPr>
        <p:spPr>
          <a:xfrm>
            <a:off x="-1548606" y="6063615"/>
            <a:ext cx="152717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Footer(opcional): </a:t>
            </a:r>
            <a:endParaRPr/>
          </a:p>
        </p:txBody>
      </p:sp>
      <p:sp>
        <p:nvSpPr>
          <p:cNvPr id="317" name="Google Shape;317;p20"/>
          <p:cNvSpPr txBox="1"/>
          <p:nvPr/>
        </p:nvSpPr>
        <p:spPr>
          <a:xfrm>
            <a:off x="9678666" y="6092190"/>
            <a:ext cx="6865465" cy="3166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Proporciona información adicional, como referencias a problemas, enlaces a documentación, etc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20"/>
          <p:cNvSpPr txBox="1"/>
          <p:nvPr/>
        </p:nvSpPr>
        <p:spPr>
          <a:xfrm>
            <a:off x="-1384663" y="1518589"/>
            <a:ext cx="15271750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Body(opcional): </a:t>
            </a:r>
            <a:endParaRPr/>
          </a:p>
        </p:txBody>
      </p:sp>
      <p:sp>
        <p:nvSpPr>
          <p:cNvPr id="319" name="Google Shape;319;p20"/>
          <p:cNvSpPr txBox="1"/>
          <p:nvPr/>
        </p:nvSpPr>
        <p:spPr>
          <a:xfrm>
            <a:off x="9678666" y="1759402"/>
            <a:ext cx="6865465" cy="3804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Proporciona detalles en el cuerpo del commit si es necesario, se explica por qué se realizó el cambio y cómo afecta al código.</a:t>
            </a:r>
            <a:endParaRPr/>
          </a:p>
          <a:p>
            <a:pPr indent="0" lvl="0" marL="0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99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21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25" name="Google Shape;325;p21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26" name="Google Shape;326;p21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7" name="Google Shape;327;p21"/>
          <p:cNvGrpSpPr/>
          <p:nvPr/>
        </p:nvGrpSpPr>
        <p:grpSpPr>
          <a:xfrm>
            <a:off x="4871648" y="1159493"/>
            <a:ext cx="7376331" cy="8273132"/>
            <a:chOff x="0" y="-123825"/>
            <a:chExt cx="1942737" cy="2178932"/>
          </a:xfrm>
        </p:grpSpPr>
        <p:sp>
          <p:nvSpPr>
            <p:cNvPr id="328" name="Google Shape;328;p21"/>
            <p:cNvSpPr/>
            <p:nvPr/>
          </p:nvSpPr>
          <p:spPr>
            <a:xfrm>
              <a:off x="0" y="0"/>
              <a:ext cx="1942737" cy="2055107"/>
            </a:xfrm>
            <a:custGeom>
              <a:rect b="b" l="l" r="r" t="t"/>
              <a:pathLst>
                <a:path extrusionOk="0" h="2055107" w="1942737">
                  <a:moveTo>
                    <a:pt x="0" y="0"/>
                  </a:moveTo>
                  <a:lnTo>
                    <a:pt x="1942737" y="0"/>
                  </a:lnTo>
                  <a:lnTo>
                    <a:pt x="1942737" y="2055107"/>
                  </a:lnTo>
                  <a:lnTo>
                    <a:pt x="0" y="2055107"/>
                  </a:lnTo>
                  <a:close/>
                </a:path>
              </a:pathLst>
            </a:custGeom>
            <a:solidFill>
              <a:srgbClr val="1F2734"/>
            </a:solidFill>
            <a:ln>
              <a:noFill/>
            </a:ln>
          </p:spPr>
        </p:sp>
        <p:sp>
          <p:nvSpPr>
            <p:cNvPr id="329" name="Google Shape;329;p21"/>
            <p:cNvSpPr txBox="1"/>
            <p:nvPr/>
          </p:nvSpPr>
          <p:spPr>
            <a:xfrm>
              <a:off x="0" y="-123825"/>
              <a:ext cx="1942737" cy="21789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21"/>
          <p:cNvSpPr txBox="1"/>
          <p:nvPr/>
        </p:nvSpPr>
        <p:spPr>
          <a:xfrm>
            <a:off x="5194498" y="2120588"/>
            <a:ext cx="6730632" cy="8916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4" u="none" cap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feat(auth): Implement user authentication</a:t>
            </a:r>
            <a:endParaRPr/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4" u="none" cap="none" strike="noStrike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4" u="none" cap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This update adds a user authentication system, allowing users to securely register and log in. </a:t>
            </a:r>
            <a:endParaRPr/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4" u="none" cap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JWT is implemented to handle user sessions, and new backend routes are created to manage authentication operations.</a:t>
            </a:r>
            <a:endParaRPr/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4" u="none" cap="none" strike="noStrike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4" u="none" cap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Fixes #32, #45</a:t>
            </a:r>
            <a:endParaRPr/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4" u="none" cap="none" strike="noStrike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4" u="none" cap="none" strike="noStrike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114" u="none" cap="none" strike="noStrike">
              <a:solidFill>
                <a:srgbClr val="FFFFFF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marR="0" rtl="0" algn="l">
              <a:lnSpc>
                <a:spcPct val="127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114" u="none" cap="none" strike="noStrike">
                <a:solidFill>
                  <a:srgbClr val="FFFFFF"/>
                </a:solidFill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endParaRPr/>
          </a:p>
        </p:txBody>
      </p:sp>
      <p:sp>
        <p:nvSpPr>
          <p:cNvPr id="331" name="Google Shape;331;p21"/>
          <p:cNvSpPr/>
          <p:nvPr/>
        </p:nvSpPr>
        <p:spPr>
          <a:xfrm>
            <a:off x="11428264" y="2240487"/>
            <a:ext cx="2927437" cy="618421"/>
          </a:xfrm>
          <a:custGeom>
            <a:rect b="b" l="l" r="r" t="t"/>
            <a:pathLst>
              <a:path extrusionOk="0" h="618421" w="2927437">
                <a:moveTo>
                  <a:pt x="0" y="0"/>
                </a:moveTo>
                <a:lnTo>
                  <a:pt x="2927436" y="0"/>
                </a:lnTo>
                <a:lnTo>
                  <a:pt x="2927436" y="618421"/>
                </a:lnTo>
                <a:lnTo>
                  <a:pt x="0" y="618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2" name="Google Shape;332;p21"/>
          <p:cNvSpPr/>
          <p:nvPr/>
        </p:nvSpPr>
        <p:spPr>
          <a:xfrm>
            <a:off x="11593266" y="6405375"/>
            <a:ext cx="2762434" cy="583564"/>
          </a:xfrm>
          <a:custGeom>
            <a:rect b="b" l="l" r="r" t="t"/>
            <a:pathLst>
              <a:path extrusionOk="0" h="583564" w="2762434">
                <a:moveTo>
                  <a:pt x="0" y="0"/>
                </a:moveTo>
                <a:lnTo>
                  <a:pt x="2762434" y="0"/>
                </a:lnTo>
                <a:lnTo>
                  <a:pt x="2762434" y="583565"/>
                </a:lnTo>
                <a:lnTo>
                  <a:pt x="0" y="583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3" name="Google Shape;333;p21"/>
          <p:cNvSpPr txBox="1"/>
          <p:nvPr/>
        </p:nvSpPr>
        <p:spPr>
          <a:xfrm>
            <a:off x="14493782" y="6101844"/>
            <a:ext cx="164639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Body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14493782" y="2058525"/>
            <a:ext cx="243379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Subject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2055542" y="4056985"/>
            <a:ext cx="1566386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Type</a:t>
            </a:r>
            <a:endParaRPr/>
          </a:p>
        </p:txBody>
      </p:sp>
      <p:sp>
        <p:nvSpPr>
          <p:cNvPr id="336" name="Google Shape;336;p21"/>
          <p:cNvSpPr/>
          <p:nvPr/>
        </p:nvSpPr>
        <p:spPr>
          <a:xfrm rot="8317612">
            <a:off x="2677797" y="3039450"/>
            <a:ext cx="2927437" cy="618421"/>
          </a:xfrm>
          <a:custGeom>
            <a:rect b="b" l="l" r="r" t="t"/>
            <a:pathLst>
              <a:path extrusionOk="0" h="618421" w="2927437">
                <a:moveTo>
                  <a:pt x="0" y="0"/>
                </a:moveTo>
                <a:lnTo>
                  <a:pt x="2927437" y="0"/>
                </a:lnTo>
                <a:lnTo>
                  <a:pt x="2927437" y="618421"/>
                </a:lnTo>
                <a:lnTo>
                  <a:pt x="0" y="6184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7" name="Google Shape;337;p21"/>
          <p:cNvSpPr txBox="1"/>
          <p:nvPr/>
        </p:nvSpPr>
        <p:spPr>
          <a:xfrm>
            <a:off x="8736899" y="537527"/>
            <a:ext cx="1920399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Scope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 rot="-1881405">
            <a:off x="6801951" y="1327918"/>
            <a:ext cx="2001224" cy="422759"/>
          </a:xfrm>
          <a:custGeom>
            <a:rect b="b" l="l" r="r" t="t"/>
            <a:pathLst>
              <a:path extrusionOk="0" h="422759" w="2001224">
                <a:moveTo>
                  <a:pt x="0" y="0"/>
                </a:moveTo>
                <a:lnTo>
                  <a:pt x="2001223" y="0"/>
                </a:lnTo>
                <a:lnTo>
                  <a:pt x="2001223" y="422759"/>
                </a:lnTo>
                <a:lnTo>
                  <a:pt x="0" y="42275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39" name="Google Shape;339;p21"/>
          <p:cNvSpPr/>
          <p:nvPr/>
        </p:nvSpPr>
        <p:spPr>
          <a:xfrm>
            <a:off x="11593266" y="8407557"/>
            <a:ext cx="2762434" cy="583564"/>
          </a:xfrm>
          <a:custGeom>
            <a:rect b="b" l="l" r="r" t="t"/>
            <a:pathLst>
              <a:path extrusionOk="0" h="583564" w="2762434">
                <a:moveTo>
                  <a:pt x="0" y="0"/>
                </a:moveTo>
                <a:lnTo>
                  <a:pt x="2762434" y="0"/>
                </a:lnTo>
                <a:lnTo>
                  <a:pt x="2762434" y="583565"/>
                </a:lnTo>
                <a:lnTo>
                  <a:pt x="0" y="5835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40" name="Google Shape;340;p21"/>
          <p:cNvSpPr txBox="1"/>
          <p:nvPr/>
        </p:nvSpPr>
        <p:spPr>
          <a:xfrm>
            <a:off x="14493782" y="8208167"/>
            <a:ext cx="215709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Footer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5" name="Google Shape;345;p22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46" name="Google Shape;346;p22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47" name="Google Shape;347;p22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8" name="Google Shape;348;p22"/>
          <p:cNvSpPr/>
          <p:nvPr/>
        </p:nvSpPr>
        <p:spPr>
          <a:xfrm>
            <a:off x="1417941" y="1323326"/>
            <a:ext cx="6893932" cy="4253440"/>
          </a:xfrm>
          <a:custGeom>
            <a:rect b="b" l="l" r="r" t="t"/>
            <a:pathLst>
              <a:path extrusionOk="0" h="4253440" w="6893932">
                <a:moveTo>
                  <a:pt x="0" y="0"/>
                </a:moveTo>
                <a:lnTo>
                  <a:pt x="6893932" y="0"/>
                </a:lnTo>
                <a:lnTo>
                  <a:pt x="6893932" y="4253440"/>
                </a:lnTo>
                <a:lnTo>
                  <a:pt x="0" y="4253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-20276" t="0"/>
            </a:stretch>
          </a:blipFill>
          <a:ln>
            <a:noFill/>
          </a:ln>
        </p:spPr>
      </p:sp>
      <p:sp>
        <p:nvSpPr>
          <p:cNvPr id="349" name="Google Shape;349;p22"/>
          <p:cNvSpPr/>
          <p:nvPr/>
        </p:nvSpPr>
        <p:spPr>
          <a:xfrm>
            <a:off x="9144000" y="4906191"/>
            <a:ext cx="8420146" cy="4078685"/>
          </a:xfrm>
          <a:custGeom>
            <a:rect b="b" l="l" r="r" t="t"/>
            <a:pathLst>
              <a:path extrusionOk="0" h="4078685" w="8420146">
                <a:moveTo>
                  <a:pt x="0" y="0"/>
                </a:moveTo>
                <a:lnTo>
                  <a:pt x="8420146" y="0"/>
                </a:lnTo>
                <a:lnTo>
                  <a:pt x="8420146" y="4078686"/>
                </a:lnTo>
                <a:lnTo>
                  <a:pt x="0" y="40786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8941" l="-7660" r="-7569" t="0"/>
            </a:stretch>
          </a:blipFill>
          <a:ln>
            <a:noFill/>
          </a:ln>
        </p:spPr>
      </p:sp>
      <p:sp>
        <p:nvSpPr>
          <p:cNvPr id="350" name="Google Shape;350;p22"/>
          <p:cNvSpPr/>
          <p:nvPr/>
        </p:nvSpPr>
        <p:spPr>
          <a:xfrm>
            <a:off x="6778046" y="712177"/>
            <a:ext cx="2518354" cy="2068198"/>
          </a:xfrm>
          <a:custGeom>
            <a:rect b="b" l="l" r="r" t="t"/>
            <a:pathLst>
              <a:path extrusionOk="0" h="2068198" w="2518354">
                <a:moveTo>
                  <a:pt x="0" y="0"/>
                </a:moveTo>
                <a:lnTo>
                  <a:pt x="2518354" y="0"/>
                </a:lnTo>
                <a:lnTo>
                  <a:pt x="2518354" y="2068198"/>
                </a:lnTo>
                <a:lnTo>
                  <a:pt x="0" y="206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1" name="Google Shape;351;p22"/>
          <p:cNvSpPr/>
          <p:nvPr/>
        </p:nvSpPr>
        <p:spPr>
          <a:xfrm>
            <a:off x="15769646" y="3722077"/>
            <a:ext cx="2518354" cy="2068198"/>
          </a:xfrm>
          <a:custGeom>
            <a:rect b="b" l="l" r="r" t="t"/>
            <a:pathLst>
              <a:path extrusionOk="0" h="2068198" w="2518354">
                <a:moveTo>
                  <a:pt x="0" y="0"/>
                </a:moveTo>
                <a:lnTo>
                  <a:pt x="2518354" y="0"/>
                </a:lnTo>
                <a:lnTo>
                  <a:pt x="2518354" y="2068198"/>
                </a:lnTo>
                <a:lnTo>
                  <a:pt x="0" y="2068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6" name="Google Shape;356;p23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57" name="Google Shape;357;p23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58" name="Google Shape;358;p23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3"/>
          <p:cNvSpPr/>
          <p:nvPr/>
        </p:nvSpPr>
        <p:spPr>
          <a:xfrm>
            <a:off x="1627761" y="2213836"/>
            <a:ext cx="5870001" cy="5859328"/>
          </a:xfrm>
          <a:custGeom>
            <a:rect b="b" l="l" r="r" t="t"/>
            <a:pathLst>
              <a:path extrusionOk="0" h="5859328" w="5870001">
                <a:moveTo>
                  <a:pt x="0" y="0"/>
                </a:moveTo>
                <a:lnTo>
                  <a:pt x="5870002" y="0"/>
                </a:lnTo>
                <a:lnTo>
                  <a:pt x="5870002" y="5859328"/>
                </a:lnTo>
                <a:lnTo>
                  <a:pt x="0" y="5859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0" name="Google Shape;360;p23"/>
          <p:cNvSpPr txBox="1"/>
          <p:nvPr/>
        </p:nvSpPr>
        <p:spPr>
          <a:xfrm>
            <a:off x="5037530" y="3880390"/>
            <a:ext cx="8517739" cy="24690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700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4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Comandos esenciales de git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5" name="Google Shape;365;p24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66" name="Google Shape;366;p24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67" name="Google Shape;367;p24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24"/>
          <p:cNvGrpSpPr/>
          <p:nvPr/>
        </p:nvGrpSpPr>
        <p:grpSpPr>
          <a:xfrm>
            <a:off x="1251939" y="930141"/>
            <a:ext cx="1201483" cy="1300042"/>
            <a:chOff x="0" y="-66675"/>
            <a:chExt cx="812800" cy="879475"/>
          </a:xfrm>
        </p:grpSpPr>
        <p:sp>
          <p:nvSpPr>
            <p:cNvPr id="369" name="Google Shape;369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4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</a:t>
              </a:r>
              <a:endParaRPr/>
            </a:p>
          </p:txBody>
        </p:sp>
      </p:grpSp>
      <p:sp>
        <p:nvSpPr>
          <p:cNvPr id="371" name="Google Shape;371;p24"/>
          <p:cNvSpPr txBox="1"/>
          <p:nvPr/>
        </p:nvSpPr>
        <p:spPr>
          <a:xfrm>
            <a:off x="2871392" y="1204413"/>
            <a:ext cx="5877741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init:</a:t>
            </a:r>
            <a:endParaRPr/>
          </a:p>
        </p:txBody>
      </p:sp>
      <p:sp>
        <p:nvSpPr>
          <p:cNvPr id="372" name="Google Shape;372;p24"/>
          <p:cNvSpPr txBox="1"/>
          <p:nvPr/>
        </p:nvSpPr>
        <p:spPr>
          <a:xfrm>
            <a:off x="5517821" y="1297307"/>
            <a:ext cx="11972580" cy="125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Inicializa un nuevo repositorio Git en el directorio actual. </a:t>
            </a:r>
            <a:endParaRPr/>
          </a:p>
        </p:txBody>
      </p:sp>
      <p:grpSp>
        <p:nvGrpSpPr>
          <p:cNvPr id="373" name="Google Shape;373;p24"/>
          <p:cNvGrpSpPr/>
          <p:nvPr/>
        </p:nvGrpSpPr>
        <p:grpSpPr>
          <a:xfrm>
            <a:off x="1251939" y="3646219"/>
            <a:ext cx="1201483" cy="1300042"/>
            <a:chOff x="0" y="-66675"/>
            <a:chExt cx="812800" cy="879475"/>
          </a:xfrm>
        </p:grpSpPr>
        <p:sp>
          <p:nvSpPr>
            <p:cNvPr id="374" name="Google Shape;374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4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2</a:t>
              </a:r>
              <a:endParaRPr/>
            </a:p>
          </p:txBody>
        </p:sp>
      </p:grpSp>
      <p:sp>
        <p:nvSpPr>
          <p:cNvPr id="376" name="Google Shape;376;p24"/>
          <p:cNvSpPr txBox="1"/>
          <p:nvPr/>
        </p:nvSpPr>
        <p:spPr>
          <a:xfrm>
            <a:off x="2871392" y="3920491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clone [repository]:</a:t>
            </a:r>
            <a:endParaRPr/>
          </a:p>
        </p:txBody>
      </p:sp>
      <p:sp>
        <p:nvSpPr>
          <p:cNvPr id="377" name="Google Shape;377;p24"/>
          <p:cNvSpPr txBox="1"/>
          <p:nvPr/>
        </p:nvSpPr>
        <p:spPr>
          <a:xfrm>
            <a:off x="10188957" y="4165283"/>
            <a:ext cx="6568311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copia local de un repositorio remoto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378" name="Google Shape;378;p24"/>
          <p:cNvGrpSpPr/>
          <p:nvPr/>
        </p:nvGrpSpPr>
        <p:grpSpPr>
          <a:xfrm>
            <a:off x="1251939" y="6768966"/>
            <a:ext cx="1201483" cy="1300042"/>
            <a:chOff x="0" y="-66675"/>
            <a:chExt cx="812800" cy="879475"/>
          </a:xfrm>
        </p:grpSpPr>
        <p:sp>
          <p:nvSpPr>
            <p:cNvPr id="379" name="Google Shape;379;p24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4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3</a:t>
              </a:r>
              <a:endParaRPr/>
            </a:p>
          </p:txBody>
        </p:sp>
      </p:grpSp>
      <p:sp>
        <p:nvSpPr>
          <p:cNvPr id="381" name="Google Shape;381;p24"/>
          <p:cNvSpPr txBox="1"/>
          <p:nvPr/>
        </p:nvSpPr>
        <p:spPr>
          <a:xfrm>
            <a:off x="2871392" y="7043238"/>
            <a:ext cx="5877741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status:</a:t>
            </a:r>
            <a:endParaRPr/>
          </a:p>
        </p:txBody>
      </p:sp>
      <p:sp>
        <p:nvSpPr>
          <p:cNvPr id="382" name="Google Shape;382;p24"/>
          <p:cNvSpPr txBox="1"/>
          <p:nvPr/>
        </p:nvSpPr>
        <p:spPr>
          <a:xfrm>
            <a:off x="6599764" y="7196066"/>
            <a:ext cx="10659536" cy="125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Proporciona información sobre el estado actual del repositorio.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7" name="Google Shape;387;p25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388" name="Google Shape;388;p25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389" name="Google Shape;389;p25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0" name="Google Shape;390;p25"/>
          <p:cNvGrpSpPr/>
          <p:nvPr/>
        </p:nvGrpSpPr>
        <p:grpSpPr>
          <a:xfrm>
            <a:off x="1251939" y="3912931"/>
            <a:ext cx="1201483" cy="1300042"/>
            <a:chOff x="0" y="-66675"/>
            <a:chExt cx="812800" cy="879475"/>
          </a:xfrm>
        </p:grpSpPr>
        <p:sp>
          <p:nvSpPr>
            <p:cNvPr id="391" name="Google Shape;391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5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5</a:t>
              </a:r>
              <a:endParaRPr/>
            </a:p>
          </p:txBody>
        </p:sp>
      </p:grpSp>
      <p:sp>
        <p:nvSpPr>
          <p:cNvPr id="393" name="Google Shape;393;p25"/>
          <p:cNvSpPr txBox="1"/>
          <p:nvPr/>
        </p:nvSpPr>
        <p:spPr>
          <a:xfrm>
            <a:off x="2871392" y="4187203"/>
            <a:ext cx="9107883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commit -m [message]:</a:t>
            </a:r>
            <a:endParaRPr/>
          </a:p>
        </p:txBody>
      </p:sp>
      <p:sp>
        <p:nvSpPr>
          <p:cNvPr id="394" name="Google Shape;394;p25"/>
          <p:cNvSpPr txBox="1"/>
          <p:nvPr/>
        </p:nvSpPr>
        <p:spPr>
          <a:xfrm>
            <a:off x="11247842" y="4385751"/>
            <a:ext cx="6337316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 nuevo commit, describiendo en el mensaje los cambios realizados.</a:t>
            </a:r>
            <a:endParaRPr/>
          </a:p>
        </p:txBody>
      </p:sp>
      <p:grpSp>
        <p:nvGrpSpPr>
          <p:cNvPr id="395" name="Google Shape;395;p25"/>
          <p:cNvGrpSpPr/>
          <p:nvPr/>
        </p:nvGrpSpPr>
        <p:grpSpPr>
          <a:xfrm>
            <a:off x="1251939" y="930141"/>
            <a:ext cx="1201483" cy="1300042"/>
            <a:chOff x="0" y="-66675"/>
            <a:chExt cx="812800" cy="879475"/>
          </a:xfrm>
        </p:grpSpPr>
        <p:sp>
          <p:nvSpPr>
            <p:cNvPr id="396" name="Google Shape;396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5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4</a:t>
              </a:r>
              <a:endParaRPr/>
            </a:p>
          </p:txBody>
        </p:sp>
      </p:grpSp>
      <p:sp>
        <p:nvSpPr>
          <p:cNvPr id="398" name="Google Shape;398;p25"/>
          <p:cNvSpPr txBox="1"/>
          <p:nvPr/>
        </p:nvSpPr>
        <p:spPr>
          <a:xfrm>
            <a:off x="2871392" y="1204413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add [file(s)]:</a:t>
            </a:r>
            <a:endParaRPr/>
          </a:p>
        </p:txBody>
      </p:sp>
      <p:sp>
        <p:nvSpPr>
          <p:cNvPr id="399" name="Google Shape;399;p25"/>
          <p:cNvSpPr txBox="1"/>
          <p:nvPr/>
        </p:nvSpPr>
        <p:spPr>
          <a:xfrm>
            <a:off x="7802562" y="1349440"/>
            <a:ext cx="9286546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Permite agregar cambios al área de preparación,  antes de realizar un commit.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00" name="Google Shape;400;p25"/>
          <p:cNvGrpSpPr/>
          <p:nvPr/>
        </p:nvGrpSpPr>
        <p:grpSpPr>
          <a:xfrm>
            <a:off x="1251939" y="7167551"/>
            <a:ext cx="1201483" cy="1300042"/>
            <a:chOff x="0" y="-66675"/>
            <a:chExt cx="812800" cy="879475"/>
          </a:xfrm>
        </p:grpSpPr>
        <p:sp>
          <p:nvSpPr>
            <p:cNvPr id="401" name="Google Shape;401;p2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" name="Google Shape;402;p25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6</a:t>
              </a:r>
              <a:endParaRPr/>
            </a:p>
          </p:txBody>
        </p:sp>
      </p:grpSp>
      <p:sp>
        <p:nvSpPr>
          <p:cNvPr id="403" name="Google Shape;403;p25"/>
          <p:cNvSpPr txBox="1"/>
          <p:nvPr/>
        </p:nvSpPr>
        <p:spPr>
          <a:xfrm>
            <a:off x="2871392" y="7441823"/>
            <a:ext cx="5877741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pull:</a:t>
            </a:r>
            <a:endParaRPr/>
          </a:p>
        </p:txBody>
      </p:sp>
      <p:sp>
        <p:nvSpPr>
          <p:cNvPr id="404" name="Google Shape;404;p25"/>
          <p:cNvSpPr txBox="1"/>
          <p:nvPr/>
        </p:nvSpPr>
        <p:spPr>
          <a:xfrm>
            <a:off x="5517821" y="7534717"/>
            <a:ext cx="11972580" cy="125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Busca y fusiona los últimos cambios del repositorio remoto en la rama actual.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" name="Google Shape;409;p26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410" name="Google Shape;410;p26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11" name="Google Shape;411;p26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2" name="Google Shape;412;p26"/>
          <p:cNvGrpSpPr/>
          <p:nvPr/>
        </p:nvGrpSpPr>
        <p:grpSpPr>
          <a:xfrm>
            <a:off x="1292719" y="930141"/>
            <a:ext cx="1201483" cy="1300042"/>
            <a:chOff x="0" y="-66675"/>
            <a:chExt cx="812800" cy="879475"/>
          </a:xfrm>
        </p:grpSpPr>
        <p:sp>
          <p:nvSpPr>
            <p:cNvPr id="413" name="Google Shape;413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6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7</a:t>
              </a:r>
              <a:endParaRPr/>
            </a:p>
          </p:txBody>
        </p:sp>
      </p:grpSp>
      <p:sp>
        <p:nvSpPr>
          <p:cNvPr id="415" name="Google Shape;415;p26"/>
          <p:cNvSpPr txBox="1"/>
          <p:nvPr/>
        </p:nvSpPr>
        <p:spPr>
          <a:xfrm>
            <a:off x="2912173" y="1204413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push:</a:t>
            </a:r>
            <a:endParaRPr/>
          </a:p>
        </p:txBody>
      </p:sp>
      <p:sp>
        <p:nvSpPr>
          <p:cNvPr id="416" name="Google Shape;416;p26"/>
          <p:cNvSpPr txBox="1"/>
          <p:nvPr/>
        </p:nvSpPr>
        <p:spPr>
          <a:xfrm>
            <a:off x="5851043" y="1349440"/>
            <a:ext cx="11278846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Envía los commits locales al repositorio remoto, haciéndolas accesibles para otros colaboradores.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600" u="none" cap="none" strike="noStrike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417" name="Google Shape;417;p26"/>
          <p:cNvGrpSpPr/>
          <p:nvPr/>
        </p:nvGrpSpPr>
        <p:grpSpPr>
          <a:xfrm>
            <a:off x="1292719" y="3761138"/>
            <a:ext cx="1201483" cy="1300042"/>
            <a:chOff x="0" y="-66675"/>
            <a:chExt cx="812800" cy="879475"/>
          </a:xfrm>
        </p:grpSpPr>
        <p:sp>
          <p:nvSpPr>
            <p:cNvPr id="418" name="Google Shape;418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6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8</a:t>
              </a:r>
              <a:endParaRPr/>
            </a:p>
          </p:txBody>
        </p:sp>
      </p:grpSp>
      <p:sp>
        <p:nvSpPr>
          <p:cNvPr id="420" name="Google Shape;420;p26"/>
          <p:cNvSpPr txBox="1"/>
          <p:nvPr/>
        </p:nvSpPr>
        <p:spPr>
          <a:xfrm>
            <a:off x="2912173" y="4035409"/>
            <a:ext cx="7614045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checkout [branch]:</a:t>
            </a:r>
            <a:endParaRPr/>
          </a:p>
        </p:txBody>
      </p:sp>
      <p:sp>
        <p:nvSpPr>
          <p:cNvPr id="421" name="Google Shape;421;p26"/>
          <p:cNvSpPr txBox="1"/>
          <p:nvPr/>
        </p:nvSpPr>
        <p:spPr>
          <a:xfrm>
            <a:off x="10143633" y="4188237"/>
            <a:ext cx="7156448" cy="12515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Cambio hacia alguna rama del repositorio.</a:t>
            </a:r>
            <a:endParaRPr/>
          </a:p>
        </p:txBody>
      </p:sp>
      <p:grpSp>
        <p:nvGrpSpPr>
          <p:cNvPr id="422" name="Google Shape;422;p26"/>
          <p:cNvGrpSpPr/>
          <p:nvPr/>
        </p:nvGrpSpPr>
        <p:grpSpPr>
          <a:xfrm>
            <a:off x="1292725" y="6648625"/>
            <a:ext cx="1146292" cy="1146211"/>
            <a:chOff x="0" y="0"/>
            <a:chExt cx="812800" cy="812800"/>
          </a:xfrm>
        </p:grpSpPr>
        <p:sp>
          <p:nvSpPr>
            <p:cNvPr id="423" name="Google Shape;423;p26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87225" lIns="87225" spcFirstLastPara="1" rIns="87225" wrap="square" tIns="872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26"/>
            <p:cNvSpPr txBox="1"/>
            <p:nvPr/>
          </p:nvSpPr>
          <p:spPr>
            <a:xfrm>
              <a:off x="76208" y="4772"/>
              <a:ext cx="660300" cy="80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475" lIns="48475" spcFirstLastPara="1" rIns="48475" wrap="square" tIns="48475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101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9</a:t>
              </a:r>
              <a:endParaRPr sz="1335"/>
            </a:p>
          </p:txBody>
        </p:sp>
      </p:grpSp>
      <p:sp>
        <p:nvSpPr>
          <p:cNvPr id="425" name="Google Shape;425;p26"/>
          <p:cNvSpPr txBox="1"/>
          <p:nvPr/>
        </p:nvSpPr>
        <p:spPr>
          <a:xfrm>
            <a:off x="2837744" y="6816253"/>
            <a:ext cx="6244800" cy="7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5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merge </a:t>
            </a:r>
            <a:r>
              <a:rPr b="1" lang="en-US" sz="4859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[branch]</a:t>
            </a:r>
            <a:r>
              <a:rPr b="1" i="0" lang="en-US" sz="4859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335"/>
          </a:p>
        </p:txBody>
      </p:sp>
      <p:sp>
        <p:nvSpPr>
          <p:cNvPr id="426" name="Google Shape;426;p26"/>
          <p:cNvSpPr txBox="1"/>
          <p:nvPr/>
        </p:nvSpPr>
        <p:spPr>
          <a:xfrm>
            <a:off x="8904875" y="6866400"/>
            <a:ext cx="9383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Combina cambios de una rama en otra, asegurando que todos los cambios se incorporen mientras se mantiene la integridad de la base de código.</a:t>
            </a:r>
            <a:endParaRPr sz="13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1" name="Google Shape;431;p27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432" name="Google Shape;432;p27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33" name="Google Shape;433;p27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4" name="Google Shape;434;p27"/>
          <p:cNvGrpSpPr/>
          <p:nvPr/>
        </p:nvGrpSpPr>
        <p:grpSpPr>
          <a:xfrm>
            <a:off x="1292719" y="930141"/>
            <a:ext cx="1201483" cy="1300042"/>
            <a:chOff x="0" y="-66675"/>
            <a:chExt cx="812800" cy="879475"/>
          </a:xfrm>
        </p:grpSpPr>
        <p:sp>
          <p:nvSpPr>
            <p:cNvPr id="435" name="Google Shape;435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10</a:t>
              </a:r>
              <a:endParaRPr/>
            </a:p>
          </p:txBody>
        </p:sp>
      </p:grpSp>
      <p:sp>
        <p:nvSpPr>
          <p:cNvPr id="437" name="Google Shape;437;p27"/>
          <p:cNvSpPr txBox="1"/>
          <p:nvPr/>
        </p:nvSpPr>
        <p:spPr>
          <a:xfrm>
            <a:off x="2912173" y="1204413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log:</a:t>
            </a:r>
            <a:endParaRPr/>
          </a:p>
        </p:txBody>
      </p:sp>
      <p:sp>
        <p:nvSpPr>
          <p:cNvPr id="438" name="Google Shape;438;p27"/>
          <p:cNvSpPr txBox="1"/>
          <p:nvPr/>
        </p:nvSpPr>
        <p:spPr>
          <a:xfrm>
            <a:off x="5851043" y="1349440"/>
            <a:ext cx="11278846" cy="6134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Muestra el historial de commits del repositorio</a:t>
            </a:r>
            <a:endParaRPr/>
          </a:p>
        </p:txBody>
      </p:sp>
      <p:grpSp>
        <p:nvGrpSpPr>
          <p:cNvPr id="439" name="Google Shape;439;p27"/>
          <p:cNvGrpSpPr/>
          <p:nvPr/>
        </p:nvGrpSpPr>
        <p:grpSpPr>
          <a:xfrm>
            <a:off x="1292719" y="3761138"/>
            <a:ext cx="1201483" cy="1300042"/>
            <a:chOff x="0" y="-66675"/>
            <a:chExt cx="812800" cy="879475"/>
          </a:xfrm>
        </p:grpSpPr>
        <p:sp>
          <p:nvSpPr>
            <p:cNvPr id="440" name="Google Shape;440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27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11</a:t>
              </a:r>
              <a:endParaRPr/>
            </a:p>
          </p:txBody>
        </p:sp>
      </p:grpSp>
      <p:sp>
        <p:nvSpPr>
          <p:cNvPr id="442" name="Google Shape;442;p27"/>
          <p:cNvSpPr txBox="1"/>
          <p:nvPr/>
        </p:nvSpPr>
        <p:spPr>
          <a:xfrm>
            <a:off x="2912173" y="4035409"/>
            <a:ext cx="391221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branch:</a:t>
            </a:r>
            <a:endParaRPr/>
          </a:p>
        </p:txBody>
      </p:sp>
      <p:sp>
        <p:nvSpPr>
          <p:cNvPr id="443" name="Google Shape;443;p27"/>
          <p:cNvSpPr txBox="1"/>
          <p:nvPr/>
        </p:nvSpPr>
        <p:spPr>
          <a:xfrm>
            <a:off x="6640545" y="4188237"/>
            <a:ext cx="9820243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 todas las ramas del repositorio, tambien se puede usar para crear, renombrar o eliminar ramas.</a:t>
            </a:r>
            <a:endParaRPr/>
          </a:p>
        </p:txBody>
      </p:sp>
      <p:grpSp>
        <p:nvGrpSpPr>
          <p:cNvPr id="444" name="Google Shape;444;p27"/>
          <p:cNvGrpSpPr/>
          <p:nvPr/>
        </p:nvGrpSpPr>
        <p:grpSpPr>
          <a:xfrm>
            <a:off x="1292719" y="6550061"/>
            <a:ext cx="1201483" cy="1300042"/>
            <a:chOff x="0" y="-66675"/>
            <a:chExt cx="812800" cy="879475"/>
          </a:xfrm>
        </p:grpSpPr>
        <p:sp>
          <p:nvSpPr>
            <p:cNvPr id="445" name="Google Shape;445;p27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86F3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27"/>
            <p:cNvSpPr txBox="1"/>
            <p:nvPr/>
          </p:nvSpPr>
          <p:spPr>
            <a:xfrm>
              <a:off x="76200" y="-66675"/>
              <a:ext cx="660400" cy="803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54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4299" u="none" cap="none" strike="noStrike">
                  <a:solidFill>
                    <a:srgbClr val="FFFFFF"/>
                  </a:solidFill>
                  <a:latin typeface="Open Sans"/>
                  <a:ea typeface="Open Sans"/>
                  <a:cs typeface="Open Sans"/>
                  <a:sym typeface="Open Sans"/>
                </a:rPr>
                <a:t>12</a:t>
              </a:r>
              <a:endParaRPr/>
            </a:p>
          </p:txBody>
        </p:sp>
      </p:grpSp>
      <p:sp>
        <p:nvSpPr>
          <p:cNvPr id="447" name="Google Shape;447;p27"/>
          <p:cNvSpPr txBox="1"/>
          <p:nvPr/>
        </p:nvSpPr>
        <p:spPr>
          <a:xfrm>
            <a:off x="2912173" y="6824333"/>
            <a:ext cx="5877741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git tag [nombre] :</a:t>
            </a:r>
            <a:endParaRPr/>
          </a:p>
        </p:txBody>
      </p:sp>
      <p:sp>
        <p:nvSpPr>
          <p:cNvPr id="448" name="Google Shape;448;p27"/>
          <p:cNvSpPr txBox="1"/>
          <p:nvPr/>
        </p:nvSpPr>
        <p:spPr>
          <a:xfrm>
            <a:off x="8533240" y="6871886"/>
            <a:ext cx="9421385" cy="18897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Crea una etiqueta (tag) apuntando a un commit específico, útil para marcar versiones de lanzamiento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3" name="Google Shape;453;p28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454" name="Google Shape;454;p28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55" name="Google Shape;455;p28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6" name="Google Shape;456;p28"/>
          <p:cNvSpPr/>
          <p:nvPr/>
        </p:nvSpPr>
        <p:spPr>
          <a:xfrm>
            <a:off x="12726194" y="3948547"/>
            <a:ext cx="4481512" cy="2045199"/>
          </a:xfrm>
          <a:custGeom>
            <a:rect b="b" l="l" r="r" t="t"/>
            <a:pathLst>
              <a:path extrusionOk="0" h="2045199" w="4481512">
                <a:moveTo>
                  <a:pt x="0" y="0"/>
                </a:moveTo>
                <a:lnTo>
                  <a:pt x="4481512" y="0"/>
                </a:lnTo>
                <a:lnTo>
                  <a:pt x="4481512" y="2045199"/>
                </a:lnTo>
                <a:lnTo>
                  <a:pt x="0" y="2045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7" name="Google Shape;457;p28"/>
          <p:cNvSpPr/>
          <p:nvPr/>
        </p:nvSpPr>
        <p:spPr>
          <a:xfrm>
            <a:off x="12284075" y="5143500"/>
            <a:ext cx="1215127" cy="1215127"/>
          </a:xfrm>
          <a:custGeom>
            <a:rect b="b" l="l" r="r" t="t"/>
            <a:pathLst>
              <a:path extrusionOk="0" h="1215127" w="1215127">
                <a:moveTo>
                  <a:pt x="0" y="0"/>
                </a:moveTo>
                <a:lnTo>
                  <a:pt x="1215127" y="0"/>
                </a:lnTo>
                <a:lnTo>
                  <a:pt x="1215127" y="1215127"/>
                </a:lnTo>
                <a:lnTo>
                  <a:pt x="0" y="1215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58" name="Google Shape;458;p28"/>
          <p:cNvSpPr txBox="1"/>
          <p:nvPr/>
        </p:nvSpPr>
        <p:spPr>
          <a:xfrm>
            <a:off x="1687256" y="1232388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Lista de comandos git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1333404" y="3723638"/>
            <a:ext cx="10314244" cy="1419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2587" lvl="1" marL="885174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4099"/>
              <a:buFont typeface="Arial"/>
              <a:buChar char="•"/>
            </a:pPr>
            <a:r>
              <a:rPr b="0" i="0" lang="en-US" sz="4099" u="sng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https://gist.github.com/dasdo/9ff71c5c0efa037441b6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4" name="Google Shape;464;p29"/>
          <p:cNvGrpSpPr/>
          <p:nvPr/>
        </p:nvGrpSpPr>
        <p:grpSpPr>
          <a:xfrm rot="-5400000">
            <a:off x="-5331838" y="4499228"/>
            <a:ext cx="10546761" cy="1288545"/>
            <a:chOff x="0" y="-123825"/>
            <a:chExt cx="3779721" cy="461785"/>
          </a:xfrm>
        </p:grpSpPr>
        <p:sp>
          <p:nvSpPr>
            <p:cNvPr id="465" name="Google Shape;465;p29"/>
            <p:cNvSpPr/>
            <p:nvPr/>
          </p:nvSpPr>
          <p:spPr>
            <a:xfrm>
              <a:off x="0" y="0"/>
              <a:ext cx="3779721" cy="337960"/>
            </a:xfrm>
            <a:custGeom>
              <a:rect b="b" l="l" r="r" t="t"/>
              <a:pathLst>
                <a:path extrusionOk="0" h="337960" w="3779721">
                  <a:moveTo>
                    <a:pt x="0" y="0"/>
                  </a:moveTo>
                  <a:lnTo>
                    <a:pt x="3779721" y="0"/>
                  </a:lnTo>
                  <a:lnTo>
                    <a:pt x="3779721" y="337960"/>
                  </a:lnTo>
                  <a:lnTo>
                    <a:pt x="0" y="337960"/>
                  </a:lnTo>
                  <a:close/>
                </a:path>
              </a:pathLst>
            </a:custGeom>
            <a:gradFill>
              <a:gsLst>
                <a:gs pos="0">
                  <a:srgbClr val="226DD1"/>
                </a:gs>
                <a:gs pos="100000">
                  <a:srgbClr val="E67110"/>
                </a:gs>
              </a:gsLst>
              <a:lin ang="0" scaled="0"/>
            </a:gradFill>
            <a:ln>
              <a:noFill/>
            </a:ln>
          </p:spPr>
        </p:sp>
        <p:sp>
          <p:nvSpPr>
            <p:cNvPr id="466" name="Google Shape;466;p29"/>
            <p:cNvSpPr txBox="1"/>
            <p:nvPr/>
          </p:nvSpPr>
          <p:spPr>
            <a:xfrm>
              <a:off x="0" y="-123825"/>
              <a:ext cx="3779721" cy="461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138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67" name="Google Shape;467;p29"/>
          <p:cNvSpPr/>
          <p:nvPr/>
        </p:nvSpPr>
        <p:spPr>
          <a:xfrm>
            <a:off x="12726194" y="3948547"/>
            <a:ext cx="4481512" cy="2045199"/>
          </a:xfrm>
          <a:custGeom>
            <a:rect b="b" l="l" r="r" t="t"/>
            <a:pathLst>
              <a:path extrusionOk="0" h="2045199" w="4481512">
                <a:moveTo>
                  <a:pt x="0" y="0"/>
                </a:moveTo>
                <a:lnTo>
                  <a:pt x="4481512" y="0"/>
                </a:lnTo>
                <a:lnTo>
                  <a:pt x="4481512" y="2045199"/>
                </a:lnTo>
                <a:lnTo>
                  <a:pt x="0" y="20451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8" name="Google Shape;468;p29"/>
          <p:cNvSpPr/>
          <p:nvPr/>
        </p:nvSpPr>
        <p:spPr>
          <a:xfrm>
            <a:off x="12284075" y="5143500"/>
            <a:ext cx="1215127" cy="1215127"/>
          </a:xfrm>
          <a:custGeom>
            <a:rect b="b" l="l" r="r" t="t"/>
            <a:pathLst>
              <a:path extrusionOk="0" h="1215127" w="1215127">
                <a:moveTo>
                  <a:pt x="0" y="0"/>
                </a:moveTo>
                <a:lnTo>
                  <a:pt x="1215127" y="0"/>
                </a:lnTo>
                <a:lnTo>
                  <a:pt x="1215127" y="1215127"/>
                </a:lnTo>
                <a:lnTo>
                  <a:pt x="0" y="12151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69" name="Google Shape;469;p29"/>
          <p:cNvSpPr txBox="1"/>
          <p:nvPr/>
        </p:nvSpPr>
        <p:spPr>
          <a:xfrm>
            <a:off x="1687256" y="1232388"/>
            <a:ext cx="7456744" cy="811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7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94" u="none" cap="none" strike="noStrik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Instalación de Git</a:t>
            </a:r>
            <a:endParaRPr/>
          </a:p>
        </p:txBody>
      </p:sp>
      <p:sp>
        <p:nvSpPr>
          <p:cNvPr id="470" name="Google Shape;470;p29"/>
          <p:cNvSpPr txBox="1"/>
          <p:nvPr/>
        </p:nvSpPr>
        <p:spPr>
          <a:xfrm>
            <a:off x="1687256" y="4585066"/>
            <a:ext cx="10314244" cy="695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42587" lvl="1" marL="885174" marR="0" rtl="0" algn="ctr">
              <a:lnSpc>
                <a:spcPct val="140009"/>
              </a:lnSpc>
              <a:spcBef>
                <a:spcPts val="0"/>
              </a:spcBef>
              <a:spcAft>
                <a:spcPts val="0"/>
              </a:spcAft>
              <a:buClr>
                <a:srgbClr val="EEEEEE"/>
              </a:buClr>
              <a:buSzPts val="4099"/>
              <a:buFont typeface="Arial"/>
              <a:buChar char="•"/>
            </a:pPr>
            <a:r>
              <a:rPr b="0" i="0" lang="en-US" sz="4099" u="sng" cap="none" strike="noStrike">
                <a:solidFill>
                  <a:srgbClr val="EEEEEE"/>
                </a:solidFill>
                <a:latin typeface="Open Sans"/>
                <a:ea typeface="Open Sans"/>
                <a:cs typeface="Open Sans"/>
                <a:sym typeface="Open Sans"/>
              </a:rPr>
              <a:t>Documentación Oficial de Git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0"/>
          <p:cNvSpPr txBox="1"/>
          <p:nvPr/>
        </p:nvSpPr>
        <p:spPr>
          <a:xfrm>
            <a:off x="2600066" y="196936"/>
            <a:ext cx="13503315" cy="2052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CONCEPTOS CLAVE APRENDIDOS </a:t>
            </a:r>
            <a:endParaRPr/>
          </a:p>
        </p:txBody>
      </p:sp>
      <p:sp>
        <p:nvSpPr>
          <p:cNvPr id="476" name="Google Shape;476;p30"/>
          <p:cNvSpPr txBox="1"/>
          <p:nvPr/>
        </p:nvSpPr>
        <p:spPr>
          <a:xfrm>
            <a:off x="4717231" y="2621301"/>
            <a:ext cx="9268985" cy="66369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6274" lvl="1" marL="91255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226"/>
              <a:buFont typeface="Arial"/>
              <a:buChar char="•"/>
            </a:pPr>
            <a:r>
              <a:rPr b="0" i="0" lang="en-US" sz="42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Un commit pasa por 3 fases llamadas: Working directory, stage area y git repository.</a:t>
            </a:r>
            <a:endParaRPr/>
          </a:p>
          <a:p>
            <a:pPr indent="-456274" lvl="1" marL="91255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226"/>
              <a:buFont typeface="Arial"/>
              <a:buChar char="•"/>
            </a:pPr>
            <a:r>
              <a:rPr b="0" i="0" lang="en-US" sz="42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Revisar siempre antes de modificar cualquier codigo</a:t>
            </a:r>
            <a:endParaRPr/>
          </a:p>
          <a:p>
            <a:pPr indent="-456274" lvl="1" marL="91255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4226"/>
              <a:buFont typeface="Arial"/>
              <a:buChar char="•"/>
            </a:pPr>
            <a:r>
              <a:rPr b="0" i="0" lang="en-US" sz="4226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Usar conveciones de commit ayudan a entender mejor el codigo.</a:t>
            </a:r>
            <a:endParaRPr/>
          </a:p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4226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1"/>
          <p:cNvSpPr/>
          <p:nvPr/>
        </p:nvSpPr>
        <p:spPr>
          <a:xfrm>
            <a:off x="4992071" y="1532179"/>
            <a:ext cx="8427425" cy="8427425"/>
          </a:xfrm>
          <a:custGeom>
            <a:rect b="b" l="l" r="r" t="t"/>
            <a:pathLst>
              <a:path extrusionOk="0" h="8427425" w="8427425">
                <a:moveTo>
                  <a:pt x="0" y="0"/>
                </a:moveTo>
                <a:lnTo>
                  <a:pt x="8427425" y="0"/>
                </a:lnTo>
                <a:lnTo>
                  <a:pt x="8427425" y="8427425"/>
                </a:lnTo>
                <a:lnTo>
                  <a:pt x="0" y="8427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82" name="Google Shape;482;p31"/>
          <p:cNvSpPr txBox="1"/>
          <p:nvPr/>
        </p:nvSpPr>
        <p:spPr>
          <a:xfrm>
            <a:off x="2829639" y="166044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HONESTIDAD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2"/>
          <p:cNvSpPr txBox="1"/>
          <p:nvPr/>
        </p:nvSpPr>
        <p:spPr>
          <a:xfrm>
            <a:off x="2507390" y="1000125"/>
            <a:ext cx="13503315" cy="10709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REFERENCIAS </a:t>
            </a:r>
            <a:endParaRPr/>
          </a:p>
        </p:txBody>
      </p:sp>
      <p:sp>
        <p:nvSpPr>
          <p:cNvPr id="488" name="Google Shape;488;p32"/>
          <p:cNvSpPr txBox="1"/>
          <p:nvPr/>
        </p:nvSpPr>
        <p:spPr>
          <a:xfrm>
            <a:off x="2507390" y="2705118"/>
            <a:ext cx="14441432" cy="500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89" u="sng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https://gist.github.com/dasdo/9ff71c5c0efa037441b6</a:t>
            </a:r>
            <a:r>
              <a:rPr b="0" i="0" lang="en-US" sz="358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8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8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https://git-scm.com/book/es/v2/Inicio---Sobre-el-Control-de-Versiones-Instalaci%C3%B3n-de-Git</a:t>
            </a:r>
            <a:endParaRPr/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8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8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https://www.conventionalcommits.org/en/v1.0.0/</a:t>
            </a:r>
            <a:endParaRPr/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8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8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58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33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3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495" name="Google Shape;495;p33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496" name="Google Shape;496;p33"/>
          <p:cNvSpPr txBox="1"/>
          <p:nvPr/>
        </p:nvSpPr>
        <p:spPr>
          <a:xfrm>
            <a:off x="2411098" y="7899735"/>
            <a:ext cx="13465804" cy="719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