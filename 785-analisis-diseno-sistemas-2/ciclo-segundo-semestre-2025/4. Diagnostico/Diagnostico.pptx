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10287000" cx="18288000"/>
  <p:notesSz cx="6858000" cy="9144000"/>
  <p:embeddedFontLst>
    <p:embeddedFont>
      <p:font typeface="Play"/>
      <p:regular r:id="rId21"/>
      <p:bold r:id="rId22"/>
    </p:embeddedFont>
    <p:embeddedFont>
      <p:font typeface="Gill Sans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bhNqjpm9qUwVuezAbPepAtrKr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7d3ae16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e7d3ae165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7d3ae165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e7d3ae1656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7d3ae165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e7d3ae1656_0_3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7d3ae1656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e7d3ae1656_0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7d3ae1656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e7d3ae1656_0_5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7d3ae1656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e7d3ae1656_0_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 title="scalloped circle"/>
          <p:cNvSpPr/>
          <p:nvPr/>
        </p:nvSpPr>
        <p:spPr>
          <a:xfrm>
            <a:off x="5335525" y="946405"/>
            <a:ext cx="7853363" cy="7843838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9" name="Google Shape;19;p14"/>
          <p:cNvSpPr txBox="1"/>
          <p:nvPr>
            <p:ph type="ctrTitle"/>
          </p:nvPr>
        </p:nvSpPr>
        <p:spPr>
          <a:xfrm>
            <a:off x="1617785" y="1647582"/>
            <a:ext cx="15477627" cy="6592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0"/>
              <a:buFont typeface="Impact"/>
              <a:buNone/>
              <a:defRPr sz="1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3322568" y="8968795"/>
            <a:ext cx="12068060" cy="1113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b="1" i="0" sz="300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617785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6270498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3600828" y="9563519"/>
            <a:ext cx="3494585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4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4864394" y="1610833"/>
            <a:ext cx="12280607" cy="60969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0"/>
              <a:buFont typeface="Impact"/>
              <a:buNone/>
              <a:defRPr sz="12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4864395" y="7739672"/>
            <a:ext cx="10526232" cy="14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b="1" i="0" sz="30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854820" y="9563519"/>
            <a:ext cx="2240921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7918596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4913651" y="9563519"/>
            <a:ext cx="223134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" name="Google Shape;37;p16" title="left scallop shape"/>
          <p:cNvGrpSpPr/>
          <p:nvPr/>
        </p:nvGrpSpPr>
        <p:grpSpPr>
          <a:xfrm>
            <a:off x="0" y="0"/>
            <a:ext cx="4221957" cy="10287000"/>
            <a:chOff x="0" y="0"/>
            <a:chExt cx="2814638" cy="6858000"/>
          </a:xfrm>
        </p:grpSpPr>
        <p:sp>
          <p:nvSpPr>
            <p:cNvPr id="38" name="Google Shape;38;p16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9" name="Google Shape;39;p16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885950" y="3429000"/>
            <a:ext cx="7200900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9971694" y="3429000"/>
            <a:ext cx="7200900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1879092" y="571500"/>
            <a:ext cx="15259050" cy="2240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1877517" y="3299450"/>
            <a:ext cx="7200900" cy="948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" name="Google Shape;50;p18"/>
          <p:cNvSpPr txBox="1"/>
          <p:nvPr>
            <p:ph idx="2" type="body"/>
          </p:nvPr>
        </p:nvSpPr>
        <p:spPr>
          <a:xfrm>
            <a:off x="1885950" y="4363653"/>
            <a:ext cx="7200900" cy="4494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3" type="body"/>
          </p:nvPr>
        </p:nvSpPr>
        <p:spPr>
          <a:xfrm>
            <a:off x="9950796" y="3299450"/>
            <a:ext cx="7200900" cy="948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" name="Google Shape;52;p18"/>
          <p:cNvSpPr txBox="1"/>
          <p:nvPr>
            <p:ph idx="4" type="body"/>
          </p:nvPr>
        </p:nvSpPr>
        <p:spPr>
          <a:xfrm>
            <a:off x="9950796" y="4363653"/>
            <a:ext cx="7200900" cy="4494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 title="right scallop background shape"/>
          <p:cNvSpPr/>
          <p:nvPr/>
        </p:nvSpPr>
        <p:spPr>
          <a:xfrm>
            <a:off x="11084718" y="0"/>
            <a:ext cx="7203282" cy="102870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63" name="Google Shape;63;p20"/>
          <p:cNvSpPr txBox="1"/>
          <p:nvPr>
            <p:ph type="title"/>
          </p:nvPr>
        </p:nvSpPr>
        <p:spPr>
          <a:xfrm>
            <a:off x="12506827" y="685799"/>
            <a:ext cx="4638173" cy="1795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50"/>
              <a:buFont typeface="Gill Sans"/>
              <a:buNone/>
              <a:defRPr b="1" i="0" sz="2850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147577" y="1380566"/>
            <a:ext cx="9237627" cy="747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4800"/>
              <a:buChar char="•"/>
              <a:defRPr sz="4800"/>
            </a:lvl1pPr>
            <a:lvl2pPr indent="-4953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4200"/>
              <a:buChar char="–"/>
              <a:defRPr sz="4200"/>
            </a:lvl2pPr>
            <a:lvl3pPr indent="-4572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600"/>
              <a:buChar char="•"/>
              <a:defRPr sz="3600"/>
            </a:lvl3pPr>
            <a:lvl4pPr indent="-4191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–"/>
              <a:defRPr sz="3000"/>
            </a:lvl4pPr>
            <a:lvl5pPr indent="-4191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•"/>
              <a:defRPr sz="3000"/>
            </a:lvl5pPr>
            <a:lvl6pPr indent="-4191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–"/>
              <a:defRPr sz="3000"/>
            </a:lvl6pPr>
            <a:lvl7pPr indent="-4191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•"/>
              <a:defRPr sz="3000"/>
            </a:lvl7pPr>
            <a:lvl8pPr indent="-4191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–"/>
              <a:defRPr sz="3000"/>
            </a:lvl8pPr>
            <a:lvl9pPr indent="-4191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•"/>
              <a:defRPr sz="3000"/>
            </a:lvl9pPr>
          </a:lstStyle>
          <a:p/>
        </p:txBody>
      </p:sp>
      <p:sp>
        <p:nvSpPr>
          <p:cNvPr id="65" name="Google Shape;65;p20"/>
          <p:cNvSpPr txBox="1"/>
          <p:nvPr>
            <p:ph idx="2" type="body"/>
          </p:nvPr>
        </p:nvSpPr>
        <p:spPr>
          <a:xfrm>
            <a:off x="12506828" y="2612004"/>
            <a:ext cx="4638173" cy="62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100"/>
              <a:buNone/>
              <a:defRPr sz="210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1147577" y="9563519"/>
            <a:ext cx="185003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155431" y="9563519"/>
            <a:ext cx="522326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536521" y="9563519"/>
            <a:ext cx="1848684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/>
          <p:nvPr>
            <p:ph idx="2" type="pic"/>
          </p:nvPr>
        </p:nvSpPr>
        <p:spPr>
          <a:xfrm>
            <a:off x="425197" y="1"/>
            <a:ext cx="11033378" cy="10286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 title="right scallop background shape"/>
          <p:cNvSpPr/>
          <p:nvPr/>
        </p:nvSpPr>
        <p:spPr>
          <a:xfrm>
            <a:off x="11084718" y="0"/>
            <a:ext cx="7203282" cy="102870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" name="Google Shape;73;p21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1"/>
          <p:cNvSpPr txBox="1"/>
          <p:nvPr>
            <p:ph type="title"/>
          </p:nvPr>
        </p:nvSpPr>
        <p:spPr>
          <a:xfrm>
            <a:off x="12506825" y="685800"/>
            <a:ext cx="4638176" cy="1795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50"/>
              <a:buFont typeface="Gill Sans"/>
              <a:buNone/>
              <a:defRPr b="1" i="0" sz="285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12506825" y="2612004"/>
            <a:ext cx="4638176" cy="62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100"/>
              <a:buNone/>
              <a:defRPr sz="210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148925" y="9563519"/>
            <a:ext cx="1848684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155432" y="9563519"/>
            <a:ext cx="5223267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531352" y="9563519"/>
            <a:ext cx="185166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 rot="5400000">
            <a:off x="6816065" y="-1509546"/>
            <a:ext cx="5390387" cy="1526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 rot="5400000">
            <a:off x="12018278" y="3654783"/>
            <a:ext cx="8400606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 rot="5400000">
            <a:off x="3980086" y="-1520557"/>
            <a:ext cx="8400608" cy="12588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d3ae1656_0_5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e7d3ae1656_0_5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e7d3ae1656_0_5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d3ae1656_0_58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e7d3ae1656_0_58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g3e7d3ae1656_0_58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e7d3ae1656_0_58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e7d3ae1656_0_58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7d3ae1656_0_5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e7d3ae1656_0_59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3e7d3ae1656_0_59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e7d3ae1656_0_59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e7d3ae1656_0_59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d3ae1656_0_60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7d3ae1656_0_60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g3e7d3ae1656_0_60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e7d3ae1656_0_60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e7d3ae1656_0_60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d3ae1656_0_6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e7d3ae1656_0_60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4" name="Google Shape;134;g3e7d3ae1656_0_60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5" name="Google Shape;135;g3e7d3ae1656_0_6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e7d3ae1656_0_6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e7d3ae1656_0_6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7d3ae1656_0_6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e7d3ae1656_0_614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g3e7d3ae1656_0_614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2" name="Google Shape;142;g3e7d3ae1656_0_614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g3e7d3ae1656_0_614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4" name="Google Shape;144;g3e7d3ae1656_0_6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e7d3ae1656_0_6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7d3ae1656_0_6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7d3ae1656_0_6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e7d3ae1656_0_6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e7d3ae1656_0_6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e7d3ae1656_0_6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7d3ae1656_0_628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e7d3ae1656_0_628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5" name="Google Shape;155;g3e7d3ae1656_0_628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6" name="Google Shape;156;g3e7d3ae1656_0_6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e7d3ae1656_0_6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e7d3ae1656_0_6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7d3ae1656_0_635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e7d3ae1656_0_6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g3e7d3ae1656_0_635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3" name="Google Shape;163;g3e7d3ae1656_0_6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e7d3ae1656_0_6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e7d3ae1656_0_6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7d3ae1656_0_6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7d3ae1656_0_642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g3e7d3ae1656_0_6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e7d3ae1656_0_6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e7d3ae1656_0_6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7d3ae1656_0_648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e7d3ae1656_0_648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g3e7d3ae1656_0_64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e7d3ae1656_0_64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e7d3ae1656_0_64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650"/>
              <a:buFont typeface="Impact"/>
              <a:buNone/>
              <a:defRPr b="0" i="0" sz="765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0050" lvl="1" marL="914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Gill Sans"/>
              <a:buChar char="–"/>
              <a:defRPr b="0" i="0" sz="27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0" title="Left scallop edge"/>
          <p:cNvSpPr/>
          <p:nvPr/>
        </p:nvSpPr>
        <p:spPr>
          <a:xfrm>
            <a:off x="1" y="0"/>
            <a:ext cx="1328738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2" name="Google Shape;12;p10" title="right edge border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650"/>
              <a:buFont typeface="Impact"/>
              <a:buNone/>
              <a:defRPr b="0" i="0" sz="765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0050" lvl="1" marL="914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Gill Sans"/>
              <a:buChar char="–"/>
              <a:defRPr b="0" i="0" sz="27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2" title="Left scallop edge"/>
          <p:cNvSpPr/>
          <p:nvPr/>
        </p:nvSpPr>
        <p:spPr>
          <a:xfrm>
            <a:off x="1" y="0"/>
            <a:ext cx="1328738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98" name="Google Shape;98;p12" title="right edge border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7d3ae1656_0_5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e7d3ae1656_0_57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g3e7d3ae1656_0_5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g3e7d3ae1656_0_5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g3e7d3ae1656_0_5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7d3ae1656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g3e7d3ae1656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g3e7d3ae165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0025" y="1766775"/>
            <a:ext cx="9524676" cy="18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e7d3ae1656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g3e7d3ae1656_0_0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g3e7d3ae1656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Análisis y diseño de sistemas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d3ae1656_0_164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e7d3ae1656_0_164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02" name="Google Shape;202;p2"/>
          <p:cNvGrpSpPr/>
          <p:nvPr/>
        </p:nvGrpSpPr>
        <p:grpSpPr>
          <a:xfrm>
            <a:off x="651747" y="-320625"/>
            <a:ext cx="11983315" cy="3115046"/>
            <a:chOff x="0" y="-95250"/>
            <a:chExt cx="9591256" cy="4153394"/>
          </a:xfrm>
        </p:grpSpPr>
        <p:sp>
          <p:nvSpPr>
            <p:cNvPr id="203" name="Google Shape;203;p2"/>
            <p:cNvSpPr txBox="1"/>
            <p:nvPr/>
          </p:nvSpPr>
          <p:spPr>
            <a:xfrm>
              <a:off x="1404256" y="979544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05" name="Google Shape;205;p2"/>
          <p:cNvGrpSpPr/>
          <p:nvPr/>
        </p:nvGrpSpPr>
        <p:grpSpPr>
          <a:xfrm>
            <a:off x="1866989" y="5480994"/>
            <a:ext cx="8707627" cy="845385"/>
            <a:chOff x="0" y="-76200"/>
            <a:chExt cx="3707276" cy="359923"/>
          </a:xfrm>
        </p:grpSpPr>
        <p:sp>
          <p:nvSpPr>
            <p:cNvPr id="206" name="Google Shape;206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7" name="Google Shape;207;p2"/>
            <p:cNvSpPr txBox="1"/>
            <p:nvPr/>
          </p:nvSpPr>
          <p:spPr>
            <a:xfrm>
              <a:off x="0" y="-76200"/>
              <a:ext cx="3592976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209" name="Google Shape;209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0" name="Google Shape;210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212" name="Google Shape;212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3" name="Google Shape;213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"/>
          <p:cNvGrpSpPr/>
          <p:nvPr/>
        </p:nvGrpSpPr>
        <p:grpSpPr>
          <a:xfrm>
            <a:off x="1866989" y="7481682"/>
            <a:ext cx="2514689" cy="845385"/>
            <a:chOff x="0" y="-76200"/>
            <a:chExt cx="1070630" cy="359923"/>
          </a:xfrm>
        </p:grpSpPr>
        <p:sp>
          <p:nvSpPr>
            <p:cNvPr id="215" name="Google Shape;215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6" name="Google Shape;216;p2"/>
            <p:cNvSpPr txBox="1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"/>
          <p:cNvSpPr/>
          <p:nvPr/>
        </p:nvSpPr>
        <p:spPr>
          <a:xfrm>
            <a:off x="0" y="0"/>
            <a:ext cx="1328737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12076180" y="723481"/>
            <a:ext cx="5484872" cy="8357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BIENVENIDA Y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0" y="0"/>
            <a:ext cx="11353800" cy="10287000"/>
          </a:xfrm>
          <a:custGeom>
            <a:rect b="b" l="l" r="r" t="t"/>
            <a:pathLst>
              <a:path extrusionOk="0" h="6858000" w="75692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BDB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31" name="Google Shape;231;p3"/>
          <p:cNvGrpSpPr/>
          <p:nvPr/>
        </p:nvGrpSpPr>
        <p:grpSpPr>
          <a:xfrm>
            <a:off x="1147762" y="724988"/>
            <a:ext cx="9458325" cy="8352986"/>
            <a:chOff x="0" y="3469"/>
            <a:chExt cx="9458325" cy="8352986"/>
          </a:xfrm>
        </p:grpSpPr>
        <p:sp>
          <p:nvSpPr>
            <p:cNvPr id="232" name="Google Shape;232;p3"/>
            <p:cNvSpPr/>
            <p:nvPr/>
          </p:nvSpPr>
          <p:spPr>
            <a:xfrm>
              <a:off x="0" y="3469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31953" y="399137"/>
              <a:ext cx="967187" cy="967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2031094" y="3469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"/>
            <p:cNvSpPr txBox="1"/>
            <p:nvPr/>
          </p:nvSpPr>
          <p:spPr>
            <a:xfrm>
              <a:off x="2031094" y="3469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Experiencia:</a:t>
              </a:r>
              <a:endPara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0" y="2201624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531953" y="2597291"/>
              <a:ext cx="967187" cy="967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031094" y="2201624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"/>
            <p:cNvSpPr txBox="1"/>
            <p:nvPr/>
          </p:nvSpPr>
          <p:spPr>
            <a:xfrm>
              <a:off x="2031094" y="2201624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1. Implementación en metodologías para Desarrollo de software.</a:t>
              </a:r>
              <a:endPara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0" y="4399778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531953" y="4795446"/>
              <a:ext cx="967187" cy="967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2031094" y="4399778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"/>
            <p:cNvSpPr txBox="1"/>
            <p:nvPr/>
          </p:nvSpPr>
          <p:spPr>
            <a:xfrm>
              <a:off x="2031094" y="4399778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2. Desarrollo en el sector público.</a:t>
              </a:r>
              <a:endPara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0" y="6597932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531953" y="6993600"/>
              <a:ext cx="967187" cy="96718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2031094" y="6597932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 txBox="1"/>
            <p:nvPr/>
          </p:nvSpPr>
          <p:spPr>
            <a:xfrm>
              <a:off x="2031094" y="6597932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3. Análisis y diseño</a:t>
              </a:r>
              <a:endPara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/>
          <p:nvPr/>
        </p:nvSpPr>
        <p:spPr>
          <a:xfrm>
            <a:off x="0" y="0"/>
            <a:ext cx="1328737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1877517" y="4000500"/>
            <a:ext cx="7446097" cy="481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MYNOR FRANCISCO MORÁN GARCÍA</a:t>
            </a:r>
            <a:b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2992105610101@ingenieria.usac.edu.gt</a:t>
            </a:r>
            <a:endParaRPr b="0" i="0" sz="1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[AYD2] Asunto</a:t>
            </a:r>
            <a:endParaRPr b="0" i="0" sz="1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b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b="0" i="0" lang="en-US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b="0" i="0" sz="1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9585210" y="920169"/>
            <a:ext cx="7853362" cy="7843837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8" name="Google Shape;2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891" y="2846040"/>
            <a:ext cx="4826000" cy="399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/>
          <p:nvPr/>
        </p:nvSpPr>
        <p:spPr>
          <a:xfrm>
            <a:off x="5335524" y="946404"/>
            <a:ext cx="7853362" cy="7843837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1" y="0"/>
            <a:ext cx="18287994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967273" y="1432384"/>
            <a:ext cx="8813541" cy="6756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</a:pPr>
            <a:r>
              <a:rPr b="0" i="0" lang="en-US" sz="112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964735" y="8358996"/>
            <a:ext cx="8816078" cy="126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KAHOOT.IT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0149261" y="0"/>
            <a:ext cx="7923778" cy="10287000"/>
          </a:xfrm>
          <a:custGeom>
            <a:rect b="b" l="l" r="r" t="t"/>
            <a:pathLst>
              <a:path extrusionOk="0" h="6858000" w="5282519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ersona escribiendo en un bloc de notas" id="269" name="Google Shape;269;p6"/>
          <p:cNvPicPr preferRelativeResize="0"/>
          <p:nvPr/>
        </p:nvPicPr>
        <p:blipFill rotWithShape="1">
          <a:blip r:embed="rId3">
            <a:alphaModFix/>
          </a:blip>
          <a:srcRect b="0" l="23170" r="15785" t="0"/>
          <a:stretch/>
        </p:blipFill>
        <p:spPr>
          <a:xfrm>
            <a:off x="10364221" y="10"/>
            <a:ext cx="7923779" cy="10286990"/>
          </a:xfrm>
          <a:custGeom>
            <a:rect b="b" l="l" r="r" t="t"/>
            <a:pathLst>
              <a:path extrusionOk="0" h="6858000" w="5282519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"/>
          <p:cNvSpPr txBox="1"/>
          <p:nvPr/>
        </p:nvSpPr>
        <p:spPr>
          <a:xfrm>
            <a:off x="1066800" y="317778"/>
            <a:ext cx="15773400" cy="178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857500"/>
            <a:ext cx="7089276" cy="520150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"/>
          <p:cNvSpPr txBox="1"/>
          <p:nvPr/>
        </p:nvSpPr>
        <p:spPr>
          <a:xfrm>
            <a:off x="10428514" y="8254361"/>
            <a:ext cx="6934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https://docs.google.com/spreadsheets/d/1Xe_O4BUEVAfiZfEbGxdC5qodBwpiZlAl1wEcgLQPbh8/edit?usp=sharing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1524000" y="3848100"/>
            <a:ext cx="91440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Intereses y expectativas sobre 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Experiencia previa relacionada con el tema (si aplica).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dato curioso sobre sí mismo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7d3ae1656_0_328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g3e7d3ae1656_0_328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4" name="Google Shape;284;g3e7d3ae1656_0_328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285" name="Google Shape;285;g3e7d3ae1656_0_328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286" name="Google Shape;286;g3e7d3ae1656_0_328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e7d3ae1656_0_328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"/>
          <p:cNvSpPr/>
          <p:nvPr/>
        </p:nvSpPr>
        <p:spPr>
          <a:xfrm>
            <a:off x="0" y="0"/>
            <a:ext cx="1328737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0" y="0"/>
            <a:ext cx="18287998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1142994" y="1729930"/>
            <a:ext cx="5355849" cy="6827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7"/>
          <p:cNvCxnSpPr/>
          <p:nvPr/>
        </p:nvCxnSpPr>
        <p:spPr>
          <a:xfrm>
            <a:off x="6995694" y="2943595"/>
            <a:ext cx="0" cy="4399809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7" name="Google Shape;297;p7"/>
          <p:cNvSpPr/>
          <p:nvPr/>
        </p:nvSpPr>
        <p:spPr>
          <a:xfrm rot="5400000">
            <a:off x="8661395" y="660401"/>
            <a:ext cx="965201" cy="1828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98" name="Google Shape;298;p7"/>
          <p:cNvGrpSpPr/>
          <p:nvPr/>
        </p:nvGrpSpPr>
        <p:grpSpPr>
          <a:xfrm>
            <a:off x="7464046" y="2657645"/>
            <a:ext cx="9680953" cy="4971707"/>
            <a:chOff x="0" y="927715"/>
            <a:chExt cx="9680953" cy="4971707"/>
          </a:xfrm>
        </p:grpSpPr>
        <p:sp>
          <p:nvSpPr>
            <p:cNvPr id="299" name="Google Shape;299;p7"/>
            <p:cNvSpPr/>
            <p:nvPr/>
          </p:nvSpPr>
          <p:spPr>
            <a:xfrm rot="5400000">
              <a:off x="4094505" y="1102510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7"/>
            <p:cNvSpPr txBox="1"/>
            <p:nvPr/>
          </p:nvSpPr>
          <p:spPr>
            <a:xfrm>
              <a:off x="4633882" y="1346775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Competencias y objetivos del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6679858" y="1465546"/>
              <a:ext cx="3001095" cy="161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 rot="5400000">
              <a:off x="1567776" y="1102510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7"/>
            <p:cNvSpPr txBox="1"/>
            <p:nvPr/>
          </p:nvSpPr>
          <p:spPr>
            <a:xfrm>
              <a:off x="2107153" y="1346775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 rot="5400000">
              <a:off x="2826300" y="3385064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7"/>
            <p:cNvSpPr txBox="1"/>
            <p:nvPr/>
          </p:nvSpPr>
          <p:spPr>
            <a:xfrm>
              <a:off x="3365677" y="3629329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Temarios y Contenidos Principales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3748100"/>
              <a:ext cx="2904286" cy="161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 rot="5400000">
              <a:off x="5353029" y="3385064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7"/>
            <p:cNvSpPr txBox="1"/>
            <p:nvPr/>
          </p:nvSpPr>
          <p:spPr>
            <a:xfrm>
              <a:off x="5892406" y="3629329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"/>
          <p:cNvSpPr/>
          <p:nvPr/>
        </p:nvSpPr>
        <p:spPr>
          <a:xfrm>
            <a:off x="5335524" y="946404"/>
            <a:ext cx="7853362" cy="7843837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5" name="Google Shape;3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10"/>
            <a:ext cx="18287980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"/>
          <p:cNvSpPr/>
          <p:nvPr/>
        </p:nvSpPr>
        <p:spPr>
          <a:xfrm>
            <a:off x="2121696" y="0"/>
            <a:ext cx="16166305" cy="10287000"/>
          </a:xfrm>
          <a:custGeom>
            <a:rect b="b" l="l" r="r" t="t"/>
            <a:pathLst>
              <a:path extrusionOk="0" h="6858000" w="10777537">
                <a:moveTo>
                  <a:pt x="0" y="0"/>
                </a:moveTo>
                <a:lnTo>
                  <a:pt x="10777537" y="0"/>
                </a:lnTo>
                <a:lnTo>
                  <a:pt x="10777537" y="6858000"/>
                </a:lnTo>
                <a:lnTo>
                  <a:pt x="0" y="6858000"/>
                </a:lnTo>
                <a:lnTo>
                  <a:pt x="23812" y="6769100"/>
                </a:lnTo>
                <a:lnTo>
                  <a:pt x="47625" y="6681788"/>
                </a:lnTo>
                <a:lnTo>
                  <a:pt x="74612" y="6596063"/>
                </a:lnTo>
                <a:lnTo>
                  <a:pt x="104775" y="6513513"/>
                </a:lnTo>
                <a:lnTo>
                  <a:pt x="141287" y="6435725"/>
                </a:lnTo>
                <a:lnTo>
                  <a:pt x="184150" y="6362700"/>
                </a:lnTo>
                <a:lnTo>
                  <a:pt x="230188" y="6300788"/>
                </a:lnTo>
                <a:lnTo>
                  <a:pt x="282575" y="6243638"/>
                </a:lnTo>
                <a:lnTo>
                  <a:pt x="339725" y="6188075"/>
                </a:lnTo>
                <a:lnTo>
                  <a:pt x="403225" y="6134100"/>
                </a:lnTo>
                <a:lnTo>
                  <a:pt x="466725" y="6084888"/>
                </a:lnTo>
                <a:lnTo>
                  <a:pt x="533400" y="6032500"/>
                </a:lnTo>
                <a:lnTo>
                  <a:pt x="601663" y="5983288"/>
                </a:lnTo>
                <a:lnTo>
                  <a:pt x="666750" y="5930900"/>
                </a:lnTo>
                <a:lnTo>
                  <a:pt x="731838" y="5878513"/>
                </a:lnTo>
                <a:lnTo>
                  <a:pt x="792163" y="5824538"/>
                </a:lnTo>
                <a:lnTo>
                  <a:pt x="847725" y="5767388"/>
                </a:lnTo>
                <a:lnTo>
                  <a:pt x="896938" y="5707063"/>
                </a:lnTo>
                <a:lnTo>
                  <a:pt x="941388" y="5643563"/>
                </a:lnTo>
                <a:lnTo>
                  <a:pt x="974725" y="5575300"/>
                </a:lnTo>
                <a:lnTo>
                  <a:pt x="1000125" y="5499100"/>
                </a:lnTo>
                <a:lnTo>
                  <a:pt x="1014413" y="5418138"/>
                </a:lnTo>
                <a:lnTo>
                  <a:pt x="1020763" y="5334000"/>
                </a:lnTo>
                <a:lnTo>
                  <a:pt x="1020763" y="5249863"/>
                </a:lnTo>
                <a:lnTo>
                  <a:pt x="1014413" y="5162550"/>
                </a:lnTo>
                <a:lnTo>
                  <a:pt x="1003300" y="5072063"/>
                </a:lnTo>
                <a:lnTo>
                  <a:pt x="990600" y="4983163"/>
                </a:lnTo>
                <a:lnTo>
                  <a:pt x="979488" y="4894263"/>
                </a:lnTo>
                <a:lnTo>
                  <a:pt x="968375" y="4805363"/>
                </a:lnTo>
                <a:lnTo>
                  <a:pt x="960438" y="4714875"/>
                </a:lnTo>
                <a:lnTo>
                  <a:pt x="957263" y="4627563"/>
                </a:lnTo>
                <a:lnTo>
                  <a:pt x="962025" y="4543425"/>
                </a:lnTo>
                <a:lnTo>
                  <a:pt x="973138" y="4459288"/>
                </a:lnTo>
                <a:lnTo>
                  <a:pt x="993775" y="4381500"/>
                </a:lnTo>
                <a:lnTo>
                  <a:pt x="1022350" y="4302125"/>
                </a:lnTo>
                <a:lnTo>
                  <a:pt x="1057275" y="4224338"/>
                </a:lnTo>
                <a:lnTo>
                  <a:pt x="1098550" y="4146550"/>
                </a:lnTo>
                <a:lnTo>
                  <a:pt x="1143000" y="4068763"/>
                </a:lnTo>
                <a:lnTo>
                  <a:pt x="1189038" y="3989388"/>
                </a:lnTo>
                <a:lnTo>
                  <a:pt x="1235075" y="3913188"/>
                </a:lnTo>
                <a:lnTo>
                  <a:pt x="1277938" y="3833813"/>
                </a:lnTo>
                <a:lnTo>
                  <a:pt x="1317625" y="3756025"/>
                </a:lnTo>
                <a:lnTo>
                  <a:pt x="1350963" y="3673475"/>
                </a:lnTo>
                <a:lnTo>
                  <a:pt x="1377950" y="3592513"/>
                </a:lnTo>
                <a:lnTo>
                  <a:pt x="1393825" y="3511550"/>
                </a:lnTo>
                <a:lnTo>
                  <a:pt x="1400175" y="3429000"/>
                </a:lnTo>
                <a:lnTo>
                  <a:pt x="1393825" y="3346450"/>
                </a:lnTo>
                <a:lnTo>
                  <a:pt x="1377950" y="3265488"/>
                </a:lnTo>
                <a:lnTo>
                  <a:pt x="1350963" y="3184525"/>
                </a:lnTo>
                <a:lnTo>
                  <a:pt x="1317625" y="3101975"/>
                </a:lnTo>
                <a:lnTo>
                  <a:pt x="1277938" y="3024188"/>
                </a:lnTo>
                <a:lnTo>
                  <a:pt x="1235075" y="2944813"/>
                </a:lnTo>
                <a:lnTo>
                  <a:pt x="1189038" y="2868613"/>
                </a:lnTo>
                <a:lnTo>
                  <a:pt x="1143000" y="2789238"/>
                </a:lnTo>
                <a:lnTo>
                  <a:pt x="1098550" y="2711450"/>
                </a:lnTo>
                <a:lnTo>
                  <a:pt x="1057275" y="2633663"/>
                </a:lnTo>
                <a:lnTo>
                  <a:pt x="1022350" y="2555875"/>
                </a:lnTo>
                <a:lnTo>
                  <a:pt x="993775" y="2476500"/>
                </a:lnTo>
                <a:lnTo>
                  <a:pt x="973138" y="2398713"/>
                </a:lnTo>
                <a:lnTo>
                  <a:pt x="962025" y="2314575"/>
                </a:lnTo>
                <a:lnTo>
                  <a:pt x="957263" y="2230438"/>
                </a:lnTo>
                <a:lnTo>
                  <a:pt x="960438" y="2143125"/>
                </a:lnTo>
                <a:lnTo>
                  <a:pt x="968375" y="2052638"/>
                </a:lnTo>
                <a:lnTo>
                  <a:pt x="979488" y="1963738"/>
                </a:lnTo>
                <a:lnTo>
                  <a:pt x="990600" y="1874838"/>
                </a:lnTo>
                <a:lnTo>
                  <a:pt x="1003300" y="1785938"/>
                </a:lnTo>
                <a:lnTo>
                  <a:pt x="1014413" y="1695450"/>
                </a:lnTo>
                <a:lnTo>
                  <a:pt x="1020763" y="1608138"/>
                </a:lnTo>
                <a:lnTo>
                  <a:pt x="1020763" y="1524000"/>
                </a:lnTo>
                <a:lnTo>
                  <a:pt x="1014413" y="1439863"/>
                </a:lnTo>
                <a:lnTo>
                  <a:pt x="1000125" y="1358900"/>
                </a:lnTo>
                <a:lnTo>
                  <a:pt x="974725" y="1282700"/>
                </a:lnTo>
                <a:lnTo>
                  <a:pt x="941388" y="1214438"/>
                </a:lnTo>
                <a:lnTo>
                  <a:pt x="896938" y="1150938"/>
                </a:lnTo>
                <a:lnTo>
                  <a:pt x="847725" y="1090613"/>
                </a:lnTo>
                <a:lnTo>
                  <a:pt x="792163" y="1033463"/>
                </a:lnTo>
                <a:lnTo>
                  <a:pt x="731838" y="979488"/>
                </a:lnTo>
                <a:lnTo>
                  <a:pt x="666750" y="927100"/>
                </a:lnTo>
                <a:lnTo>
                  <a:pt x="601663" y="874713"/>
                </a:lnTo>
                <a:lnTo>
                  <a:pt x="533400" y="825500"/>
                </a:lnTo>
                <a:lnTo>
                  <a:pt x="466725" y="773113"/>
                </a:lnTo>
                <a:lnTo>
                  <a:pt x="403225" y="723900"/>
                </a:lnTo>
                <a:lnTo>
                  <a:pt x="339725" y="669925"/>
                </a:lnTo>
                <a:lnTo>
                  <a:pt x="282575" y="614363"/>
                </a:lnTo>
                <a:lnTo>
                  <a:pt x="230188" y="557213"/>
                </a:lnTo>
                <a:lnTo>
                  <a:pt x="184150" y="495300"/>
                </a:lnTo>
                <a:lnTo>
                  <a:pt x="141287" y="422275"/>
                </a:lnTo>
                <a:lnTo>
                  <a:pt x="104775" y="344488"/>
                </a:lnTo>
                <a:lnTo>
                  <a:pt x="74612" y="261938"/>
                </a:lnTo>
                <a:lnTo>
                  <a:pt x="47625" y="176213"/>
                </a:lnTo>
                <a:lnTo>
                  <a:pt x="23812" y="88900"/>
                </a:lnTo>
                <a:close/>
              </a:path>
            </a:pathLst>
          </a:custGeom>
          <a:solidFill>
            <a:schemeClr val="dk1">
              <a:alpha val="6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5027350" y="1442308"/>
            <a:ext cx="12068060" cy="6592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0"/>
              <a:buFont typeface="Arial"/>
              <a:buNone/>
            </a:pPr>
            <a:r>
              <a:rPr b="0" i="0" lang="en-US" sz="117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EVALUACIÓN DE CONOCIMIENTO DEL NUEVO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5027350" y="8363680"/>
            <a:ext cx="10363277" cy="1113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KAHOOT.IT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1311573" y="0"/>
            <a:ext cx="2469357" cy="10287000"/>
          </a:xfrm>
          <a:custGeom>
            <a:rect b="b" l="l" r="r" t="t"/>
            <a:pathLst>
              <a:path extrusionOk="0" h="4320" w="1037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7d3ae1656_0_412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g3e7d3ae1656_0_412"/>
          <p:cNvSpPr txBox="1"/>
          <p:nvPr/>
        </p:nvSpPr>
        <p:spPr>
          <a:xfrm>
            <a:off x="1407021" y="2522705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6" name="Google Shape;326;g3e7d3ae1656_0_412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327" name="Google Shape;327;g3e7d3ae1656_0_412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28" name="Google Shape;328;g3e7d3ae1656_0_412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e7d3ae1656_0_412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7d3ae1656_0_575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7d3ae1656_0_654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