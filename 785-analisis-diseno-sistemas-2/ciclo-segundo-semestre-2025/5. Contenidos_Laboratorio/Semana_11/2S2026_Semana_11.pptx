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  <p:sldMasterId id="214748369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Bebas Neue"/>
      <p:regular r:id="rId36"/>
    </p:embeddedFont>
    <p:embeddedFont>
      <p:font typeface="Tiro Tamil"/>
      <p:regular r:id="rId37"/>
      <p:italic r:id="rId38"/>
    </p:embeddedFont>
    <p:embeddedFont>
      <p:font typeface="Albert Sans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74AA43-E674-49B1-BFB5-F7282F004127}">
  <a:tblStyle styleId="{0A74AA43-E674-49B1-BFB5-F7282F0041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8474616-1CC5-430A-A60B-85CBA742403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-bold.fntdata"/><Relationship Id="rId20" Type="http://schemas.openxmlformats.org/officeDocument/2006/relationships/slide" Target="slides/slide14.xml"/><Relationship Id="rId42" Type="http://schemas.openxmlformats.org/officeDocument/2006/relationships/font" Target="fonts/AlbertSans-boldItalic.fntdata"/><Relationship Id="rId41" Type="http://schemas.openxmlformats.org/officeDocument/2006/relationships/font" Target="fonts/AlbertSans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bold.fntdata"/><Relationship Id="rId21" Type="http://schemas.openxmlformats.org/officeDocument/2006/relationships/slide" Target="slides/slide15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TiroTamil-regular.fntdata"/><Relationship Id="rId14" Type="http://schemas.openxmlformats.org/officeDocument/2006/relationships/slide" Target="slides/slide8.xml"/><Relationship Id="rId36" Type="http://schemas.openxmlformats.org/officeDocument/2006/relationships/font" Target="fonts/BebasNeue-regular.fntdata"/><Relationship Id="rId17" Type="http://schemas.openxmlformats.org/officeDocument/2006/relationships/slide" Target="slides/slide11.xml"/><Relationship Id="rId39" Type="http://schemas.openxmlformats.org/officeDocument/2006/relationships/font" Target="fonts/AlbertSans-regular.fntdata"/><Relationship Id="rId16" Type="http://schemas.openxmlformats.org/officeDocument/2006/relationships/slide" Target="slides/slide10.xml"/><Relationship Id="rId38" Type="http://schemas.openxmlformats.org/officeDocument/2006/relationships/font" Target="fonts/TiroTamil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fd376b0e2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9" name="Google Shape;549;g3dfd376b0e2_0_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3" name="Google Shape;7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dfd376b0e2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3dfd376b0e2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dfd376b0e2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g3dfd376b0e2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dfd376b0e2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g3dfd376b0e2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dfd376b0e2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g3dfd376b0e2_0_5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715050" y="1013200"/>
            <a:ext cx="77139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715050" y="535000"/>
            <a:ext cx="7713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3"/>
          <p:cNvGrpSpPr/>
          <p:nvPr/>
        </p:nvGrpSpPr>
        <p:grpSpPr>
          <a:xfrm>
            <a:off x="228598" y="3541365"/>
            <a:ext cx="1394821" cy="1602629"/>
            <a:chOff x="2787272" y="3659659"/>
            <a:chExt cx="825777" cy="948750"/>
          </a:xfrm>
        </p:grpSpPr>
        <p:sp>
          <p:nvSpPr>
            <p:cNvPr id="13" name="Google Shape;13;p3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grpSp>
        <p:nvGrpSpPr>
          <p:cNvPr id="24" name="Google Shape;24;p4"/>
          <p:cNvGrpSpPr/>
          <p:nvPr/>
        </p:nvGrpSpPr>
        <p:grpSpPr>
          <a:xfrm flipH="1">
            <a:off x="8123091" y="4375722"/>
            <a:ext cx="792287" cy="768274"/>
            <a:chOff x="131676" y="4375717"/>
            <a:chExt cx="792287" cy="768274"/>
          </a:xfrm>
        </p:grpSpPr>
        <p:grpSp>
          <p:nvGrpSpPr>
            <p:cNvPr id="25" name="Google Shape;25;p4"/>
            <p:cNvGrpSpPr/>
            <p:nvPr/>
          </p:nvGrpSpPr>
          <p:grpSpPr>
            <a:xfrm>
              <a:off x="131676" y="4608317"/>
              <a:ext cx="461196" cy="535560"/>
              <a:chOff x="234725" y="3970575"/>
              <a:chExt cx="284075" cy="329900"/>
            </a:xfrm>
          </p:grpSpPr>
          <p:sp>
            <p:nvSpPr>
              <p:cNvPr id="26" name="Google Shape;26;p4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oogle Shape;30;p4"/>
            <p:cNvGrpSpPr/>
            <p:nvPr/>
          </p:nvGrpSpPr>
          <p:grpSpPr>
            <a:xfrm>
              <a:off x="396184" y="4375717"/>
              <a:ext cx="527779" cy="768274"/>
              <a:chOff x="2335600" y="3972475"/>
              <a:chExt cx="225325" cy="328000"/>
            </a:xfrm>
          </p:grpSpPr>
          <p:sp>
            <p:nvSpPr>
              <p:cNvPr id="31" name="Google Shape;31;p4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715100" y="12514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1407800" y="12514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3" type="title"/>
          </p:nvPr>
        </p:nvSpPr>
        <p:spPr>
          <a:xfrm>
            <a:off x="715100" y="17668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5"/>
          <p:cNvSpPr txBox="1"/>
          <p:nvPr>
            <p:ph idx="4" type="subTitle"/>
          </p:nvPr>
        </p:nvSpPr>
        <p:spPr>
          <a:xfrm>
            <a:off x="1407800" y="17668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5" type="title"/>
          </p:nvPr>
        </p:nvSpPr>
        <p:spPr>
          <a:xfrm>
            <a:off x="715100" y="22822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5"/>
          <p:cNvSpPr txBox="1"/>
          <p:nvPr>
            <p:ph idx="6" type="subTitle"/>
          </p:nvPr>
        </p:nvSpPr>
        <p:spPr>
          <a:xfrm>
            <a:off x="1407800" y="22822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7" type="title"/>
          </p:nvPr>
        </p:nvSpPr>
        <p:spPr>
          <a:xfrm>
            <a:off x="715100" y="27976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" name="Google Shape;44;p5"/>
          <p:cNvSpPr txBox="1"/>
          <p:nvPr>
            <p:ph idx="8" type="subTitle"/>
          </p:nvPr>
        </p:nvSpPr>
        <p:spPr>
          <a:xfrm>
            <a:off x="1407800" y="27976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9" type="title"/>
          </p:nvPr>
        </p:nvSpPr>
        <p:spPr>
          <a:xfrm>
            <a:off x="715100" y="33130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" name="Google Shape;46;p5"/>
          <p:cNvSpPr txBox="1"/>
          <p:nvPr>
            <p:ph idx="13" type="subTitle"/>
          </p:nvPr>
        </p:nvSpPr>
        <p:spPr>
          <a:xfrm>
            <a:off x="1407800" y="33130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14" type="title"/>
          </p:nvPr>
        </p:nvSpPr>
        <p:spPr>
          <a:xfrm>
            <a:off x="715100" y="38284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" name="Google Shape;48;p5"/>
          <p:cNvSpPr txBox="1"/>
          <p:nvPr>
            <p:ph idx="15" type="subTitle"/>
          </p:nvPr>
        </p:nvSpPr>
        <p:spPr>
          <a:xfrm>
            <a:off x="1407800" y="38284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715100" y="1641875"/>
            <a:ext cx="40566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2" type="title"/>
          </p:nvPr>
        </p:nvSpPr>
        <p:spPr>
          <a:xfrm>
            <a:off x="715100" y="535000"/>
            <a:ext cx="40566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715100" y="2455700"/>
            <a:ext cx="24174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2" type="subTitle"/>
          </p:nvPr>
        </p:nvSpPr>
        <p:spPr>
          <a:xfrm>
            <a:off x="715100" y="1683475"/>
            <a:ext cx="24174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3" type="subTitle"/>
          </p:nvPr>
        </p:nvSpPr>
        <p:spPr>
          <a:xfrm>
            <a:off x="3363300" y="2455700"/>
            <a:ext cx="24174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4" type="subTitle"/>
          </p:nvPr>
        </p:nvSpPr>
        <p:spPr>
          <a:xfrm>
            <a:off x="3363300" y="1683475"/>
            <a:ext cx="24174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5" type="subTitle"/>
          </p:nvPr>
        </p:nvSpPr>
        <p:spPr>
          <a:xfrm>
            <a:off x="6011499" y="2455700"/>
            <a:ext cx="24174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6" type="subTitle"/>
          </p:nvPr>
        </p:nvSpPr>
        <p:spPr>
          <a:xfrm>
            <a:off x="6011500" y="1683475"/>
            <a:ext cx="24174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grpSp>
        <p:nvGrpSpPr>
          <p:cNvPr id="60" name="Google Shape;60;p7"/>
          <p:cNvGrpSpPr/>
          <p:nvPr/>
        </p:nvGrpSpPr>
        <p:grpSpPr>
          <a:xfrm>
            <a:off x="228601" y="4375717"/>
            <a:ext cx="792287" cy="768274"/>
            <a:chOff x="131676" y="4375717"/>
            <a:chExt cx="792287" cy="768274"/>
          </a:xfrm>
        </p:grpSpPr>
        <p:grpSp>
          <p:nvGrpSpPr>
            <p:cNvPr id="61" name="Google Shape;61;p7"/>
            <p:cNvGrpSpPr/>
            <p:nvPr/>
          </p:nvGrpSpPr>
          <p:grpSpPr>
            <a:xfrm>
              <a:off x="131676" y="4608317"/>
              <a:ext cx="461196" cy="535560"/>
              <a:chOff x="234725" y="3970575"/>
              <a:chExt cx="284075" cy="329900"/>
            </a:xfrm>
          </p:grpSpPr>
          <p:sp>
            <p:nvSpPr>
              <p:cNvPr id="62" name="Google Shape;62;p7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7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7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7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66;p7"/>
            <p:cNvGrpSpPr/>
            <p:nvPr/>
          </p:nvGrpSpPr>
          <p:grpSpPr>
            <a:xfrm>
              <a:off x="396184" y="4375717"/>
              <a:ext cx="527779" cy="768274"/>
              <a:chOff x="2335600" y="3972475"/>
              <a:chExt cx="225325" cy="328000"/>
            </a:xfrm>
          </p:grpSpPr>
          <p:sp>
            <p:nvSpPr>
              <p:cNvPr id="67" name="Google Shape;67;p7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7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7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7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74" name="Google Shape;74;p8"/>
          <p:cNvGrpSpPr/>
          <p:nvPr/>
        </p:nvGrpSpPr>
        <p:grpSpPr>
          <a:xfrm>
            <a:off x="228601" y="4375717"/>
            <a:ext cx="792287" cy="768274"/>
            <a:chOff x="131676" y="4375717"/>
            <a:chExt cx="792287" cy="768274"/>
          </a:xfrm>
        </p:grpSpPr>
        <p:grpSp>
          <p:nvGrpSpPr>
            <p:cNvPr id="75" name="Google Shape;75;p8"/>
            <p:cNvGrpSpPr/>
            <p:nvPr/>
          </p:nvGrpSpPr>
          <p:grpSpPr>
            <a:xfrm>
              <a:off x="131676" y="4608317"/>
              <a:ext cx="461196" cy="535560"/>
              <a:chOff x="234725" y="3970575"/>
              <a:chExt cx="284075" cy="329900"/>
            </a:xfrm>
          </p:grpSpPr>
          <p:sp>
            <p:nvSpPr>
              <p:cNvPr id="76" name="Google Shape;76;p8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8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8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8"/>
            <p:cNvGrpSpPr/>
            <p:nvPr/>
          </p:nvGrpSpPr>
          <p:grpSpPr>
            <a:xfrm>
              <a:off x="396184" y="4375717"/>
              <a:ext cx="527779" cy="768274"/>
              <a:chOff x="2335600" y="3972475"/>
              <a:chExt cx="225325" cy="328000"/>
            </a:xfrm>
          </p:grpSpPr>
          <p:sp>
            <p:nvSpPr>
              <p:cNvPr id="81" name="Google Shape;81;p8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8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8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8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>
            <p:ph type="title"/>
          </p:nvPr>
        </p:nvSpPr>
        <p:spPr>
          <a:xfrm>
            <a:off x="3159650" y="731625"/>
            <a:ext cx="37044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87" name="Google Shape;87;p9"/>
          <p:cNvSpPr txBox="1"/>
          <p:nvPr>
            <p:ph idx="1" type="body"/>
          </p:nvPr>
        </p:nvSpPr>
        <p:spPr>
          <a:xfrm>
            <a:off x="3159650" y="1909425"/>
            <a:ext cx="3704400" cy="24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AutoNum type="arabicPeriod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/>
          <p:nvPr>
            <p:ph idx="1" type="subTitle"/>
          </p:nvPr>
        </p:nvSpPr>
        <p:spPr>
          <a:xfrm>
            <a:off x="1732200" y="2121325"/>
            <a:ext cx="2458800" cy="14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1732200" y="1682125"/>
            <a:ext cx="245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3" type="subTitle"/>
          </p:nvPr>
        </p:nvSpPr>
        <p:spPr>
          <a:xfrm>
            <a:off x="4953000" y="2121325"/>
            <a:ext cx="2458800" cy="14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4" type="subTitle"/>
          </p:nvPr>
        </p:nvSpPr>
        <p:spPr>
          <a:xfrm>
            <a:off x="4953000" y="1682125"/>
            <a:ext cx="245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grpSp>
        <p:nvGrpSpPr>
          <p:cNvPr id="94" name="Google Shape;94;p10"/>
          <p:cNvGrpSpPr/>
          <p:nvPr/>
        </p:nvGrpSpPr>
        <p:grpSpPr>
          <a:xfrm flipH="1">
            <a:off x="7520570" y="3540865"/>
            <a:ext cx="1394821" cy="1602629"/>
            <a:chOff x="2787272" y="3659659"/>
            <a:chExt cx="825777" cy="948750"/>
          </a:xfrm>
        </p:grpSpPr>
        <p:sp>
          <p:nvSpPr>
            <p:cNvPr id="95" name="Google Shape;95;p10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0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>
            <p:ph type="title"/>
          </p:nvPr>
        </p:nvSpPr>
        <p:spPr>
          <a:xfrm>
            <a:off x="715100" y="535000"/>
            <a:ext cx="40092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" type="body"/>
          </p:nvPr>
        </p:nvSpPr>
        <p:spPr>
          <a:xfrm>
            <a:off x="715100" y="1711600"/>
            <a:ext cx="4009200" cy="23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07" name="Google Shape;107;p11"/>
          <p:cNvSpPr/>
          <p:nvPr>
            <p:ph idx="2" type="pic"/>
          </p:nvPr>
        </p:nvSpPr>
        <p:spPr>
          <a:xfrm>
            <a:off x="5711600" y="0"/>
            <a:ext cx="34323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8" name="Google Shape;108;p11"/>
          <p:cNvGrpSpPr/>
          <p:nvPr/>
        </p:nvGrpSpPr>
        <p:grpSpPr>
          <a:xfrm>
            <a:off x="228601" y="4375717"/>
            <a:ext cx="792287" cy="768274"/>
            <a:chOff x="131676" y="4375717"/>
            <a:chExt cx="792287" cy="768274"/>
          </a:xfrm>
        </p:grpSpPr>
        <p:grpSp>
          <p:nvGrpSpPr>
            <p:cNvPr id="109" name="Google Shape;109;p11"/>
            <p:cNvGrpSpPr/>
            <p:nvPr/>
          </p:nvGrpSpPr>
          <p:grpSpPr>
            <a:xfrm>
              <a:off x="131676" y="4608317"/>
              <a:ext cx="461196" cy="535560"/>
              <a:chOff x="234725" y="3970575"/>
              <a:chExt cx="284075" cy="3299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1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1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1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" name="Google Shape;114;p11"/>
            <p:cNvGrpSpPr/>
            <p:nvPr/>
          </p:nvGrpSpPr>
          <p:grpSpPr>
            <a:xfrm>
              <a:off x="396184" y="4375717"/>
              <a:ext cx="527779" cy="768274"/>
              <a:chOff x="2335600" y="3972475"/>
              <a:chExt cx="225325" cy="328000"/>
            </a:xfrm>
          </p:grpSpPr>
          <p:sp>
            <p:nvSpPr>
              <p:cNvPr id="115" name="Google Shape;115;p11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1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1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1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21" name="Google Shape;121;p12"/>
          <p:cNvGrpSpPr/>
          <p:nvPr/>
        </p:nvGrpSpPr>
        <p:grpSpPr>
          <a:xfrm>
            <a:off x="7644967" y="3005293"/>
            <a:ext cx="1232258" cy="2138552"/>
            <a:chOff x="7756644" y="2736275"/>
            <a:chExt cx="1387366" cy="2407737"/>
          </a:xfrm>
        </p:grpSpPr>
        <p:sp>
          <p:nvSpPr>
            <p:cNvPr id="122" name="Google Shape;122;p12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2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2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2"/>
          <p:cNvGrpSpPr/>
          <p:nvPr/>
        </p:nvGrpSpPr>
        <p:grpSpPr>
          <a:xfrm flipH="1">
            <a:off x="267228" y="3005302"/>
            <a:ext cx="1232258" cy="2138552"/>
            <a:chOff x="7756644" y="2736275"/>
            <a:chExt cx="1387366" cy="2407737"/>
          </a:xfrm>
        </p:grpSpPr>
        <p:sp>
          <p:nvSpPr>
            <p:cNvPr id="132" name="Google Shape;132;p12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2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2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2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>
            <p:ph idx="2" type="pic"/>
          </p:nvPr>
        </p:nvSpPr>
        <p:spPr>
          <a:xfrm>
            <a:off x="0" y="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13"/>
          <p:cNvSpPr txBox="1"/>
          <p:nvPr>
            <p:ph type="title"/>
          </p:nvPr>
        </p:nvSpPr>
        <p:spPr>
          <a:xfrm>
            <a:off x="720000" y="3968300"/>
            <a:ext cx="7708800" cy="640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hasCustomPrompt="1" type="title"/>
          </p:nvPr>
        </p:nvSpPr>
        <p:spPr>
          <a:xfrm>
            <a:off x="715100" y="535000"/>
            <a:ext cx="65760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6" name="Google Shape;146;p14"/>
          <p:cNvSpPr txBox="1"/>
          <p:nvPr>
            <p:ph idx="1" type="subTitle"/>
          </p:nvPr>
        </p:nvSpPr>
        <p:spPr>
          <a:xfrm>
            <a:off x="715100" y="2107900"/>
            <a:ext cx="65760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228598" y="3541365"/>
            <a:ext cx="1394821" cy="1602629"/>
            <a:chOff x="2787272" y="3659659"/>
            <a:chExt cx="825777" cy="948750"/>
          </a:xfrm>
        </p:grpSpPr>
        <p:sp>
          <p:nvSpPr>
            <p:cNvPr id="148" name="Google Shape;148;p14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2279400" y="535000"/>
            <a:ext cx="309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2279400" y="1251400"/>
            <a:ext cx="30996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160" name="Google Shape;160;p15"/>
          <p:cNvSpPr/>
          <p:nvPr>
            <p:ph idx="2" type="pic"/>
          </p:nvPr>
        </p:nvSpPr>
        <p:spPr>
          <a:xfrm>
            <a:off x="5711700" y="0"/>
            <a:ext cx="34323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5"/>
          <p:cNvSpPr/>
          <p:nvPr>
            <p:ph idx="3" type="pic"/>
          </p:nvPr>
        </p:nvSpPr>
        <p:spPr>
          <a:xfrm>
            <a:off x="5711700" y="2571900"/>
            <a:ext cx="34323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15"/>
          <p:cNvSpPr/>
          <p:nvPr>
            <p:ph idx="4" type="pic"/>
          </p:nvPr>
        </p:nvSpPr>
        <p:spPr>
          <a:xfrm>
            <a:off x="2279400" y="2571900"/>
            <a:ext cx="3432300" cy="2571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3" name="Google Shape;163;p15"/>
          <p:cNvGrpSpPr/>
          <p:nvPr/>
        </p:nvGrpSpPr>
        <p:grpSpPr>
          <a:xfrm flipH="1">
            <a:off x="233691" y="3005302"/>
            <a:ext cx="1232258" cy="2138552"/>
            <a:chOff x="7756644" y="2736275"/>
            <a:chExt cx="1387366" cy="2407737"/>
          </a:xfrm>
        </p:grpSpPr>
        <p:sp>
          <p:nvSpPr>
            <p:cNvPr id="164" name="Google Shape;164;p15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175" name="Google Shape;175;p16"/>
          <p:cNvSpPr txBox="1"/>
          <p:nvPr>
            <p:ph idx="1" type="subTitle"/>
          </p:nvPr>
        </p:nvSpPr>
        <p:spPr>
          <a:xfrm>
            <a:off x="715100" y="1766800"/>
            <a:ext cx="38571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16"/>
          <p:cNvSpPr txBox="1"/>
          <p:nvPr>
            <p:ph idx="2" type="subTitle"/>
          </p:nvPr>
        </p:nvSpPr>
        <p:spPr>
          <a:xfrm>
            <a:off x="715100" y="1327600"/>
            <a:ext cx="3857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" name="Google Shape;177;p16"/>
          <p:cNvSpPr txBox="1"/>
          <p:nvPr>
            <p:ph idx="3" type="subTitle"/>
          </p:nvPr>
        </p:nvSpPr>
        <p:spPr>
          <a:xfrm>
            <a:off x="4572000" y="1766800"/>
            <a:ext cx="38571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16"/>
          <p:cNvSpPr txBox="1"/>
          <p:nvPr>
            <p:ph idx="4" type="subTitle"/>
          </p:nvPr>
        </p:nvSpPr>
        <p:spPr>
          <a:xfrm>
            <a:off x="4572000" y="1327600"/>
            <a:ext cx="3857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" name="Google Shape;179;p16"/>
          <p:cNvSpPr txBox="1"/>
          <p:nvPr>
            <p:ph idx="5" type="subTitle"/>
          </p:nvPr>
        </p:nvSpPr>
        <p:spPr>
          <a:xfrm>
            <a:off x="715100" y="3292900"/>
            <a:ext cx="38571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0" name="Google Shape;180;p16"/>
          <p:cNvSpPr txBox="1"/>
          <p:nvPr>
            <p:ph idx="6" type="subTitle"/>
          </p:nvPr>
        </p:nvSpPr>
        <p:spPr>
          <a:xfrm>
            <a:off x="715100" y="2853700"/>
            <a:ext cx="3857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" name="Google Shape;181;p16"/>
          <p:cNvSpPr txBox="1"/>
          <p:nvPr>
            <p:ph idx="7" type="subTitle"/>
          </p:nvPr>
        </p:nvSpPr>
        <p:spPr>
          <a:xfrm>
            <a:off x="4572000" y="3292900"/>
            <a:ext cx="38571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16"/>
          <p:cNvSpPr txBox="1"/>
          <p:nvPr>
            <p:ph idx="8" type="subTitle"/>
          </p:nvPr>
        </p:nvSpPr>
        <p:spPr>
          <a:xfrm>
            <a:off x="4572000" y="2853700"/>
            <a:ext cx="3857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83" name="Google Shape;183;p16"/>
          <p:cNvGrpSpPr/>
          <p:nvPr/>
        </p:nvGrpSpPr>
        <p:grpSpPr>
          <a:xfrm flipH="1">
            <a:off x="8123091" y="4375722"/>
            <a:ext cx="792287" cy="768274"/>
            <a:chOff x="131676" y="4375717"/>
            <a:chExt cx="792287" cy="768274"/>
          </a:xfrm>
        </p:grpSpPr>
        <p:grpSp>
          <p:nvGrpSpPr>
            <p:cNvPr id="184" name="Google Shape;184;p16"/>
            <p:cNvGrpSpPr/>
            <p:nvPr/>
          </p:nvGrpSpPr>
          <p:grpSpPr>
            <a:xfrm>
              <a:off x="131676" y="4608317"/>
              <a:ext cx="461196" cy="535560"/>
              <a:chOff x="234725" y="3970575"/>
              <a:chExt cx="284075" cy="329900"/>
            </a:xfrm>
          </p:grpSpPr>
          <p:sp>
            <p:nvSpPr>
              <p:cNvPr id="185" name="Google Shape;185;p16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6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6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6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16"/>
            <p:cNvGrpSpPr/>
            <p:nvPr/>
          </p:nvGrpSpPr>
          <p:grpSpPr>
            <a:xfrm>
              <a:off x="396184" y="4375717"/>
              <a:ext cx="527779" cy="768274"/>
              <a:chOff x="2335600" y="3972475"/>
              <a:chExt cx="225325" cy="328000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6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6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196" name="Google Shape;196;p17"/>
          <p:cNvSpPr txBox="1"/>
          <p:nvPr>
            <p:ph idx="1" type="subTitle"/>
          </p:nvPr>
        </p:nvSpPr>
        <p:spPr>
          <a:xfrm>
            <a:off x="715100" y="17668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2" type="subTitle"/>
          </p:nvPr>
        </p:nvSpPr>
        <p:spPr>
          <a:xfrm>
            <a:off x="715100" y="13276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17"/>
          <p:cNvSpPr txBox="1"/>
          <p:nvPr>
            <p:ph idx="3" type="subTitle"/>
          </p:nvPr>
        </p:nvSpPr>
        <p:spPr>
          <a:xfrm>
            <a:off x="3363300" y="17668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17"/>
          <p:cNvSpPr txBox="1"/>
          <p:nvPr>
            <p:ph idx="4" type="subTitle"/>
          </p:nvPr>
        </p:nvSpPr>
        <p:spPr>
          <a:xfrm>
            <a:off x="3363300" y="13276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17"/>
          <p:cNvSpPr txBox="1"/>
          <p:nvPr>
            <p:ph idx="5" type="subTitle"/>
          </p:nvPr>
        </p:nvSpPr>
        <p:spPr>
          <a:xfrm>
            <a:off x="715100" y="32929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6" type="subTitle"/>
          </p:nvPr>
        </p:nvSpPr>
        <p:spPr>
          <a:xfrm>
            <a:off x="715100" y="28537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2" name="Google Shape;202;p17"/>
          <p:cNvSpPr txBox="1"/>
          <p:nvPr>
            <p:ph idx="7" type="subTitle"/>
          </p:nvPr>
        </p:nvSpPr>
        <p:spPr>
          <a:xfrm>
            <a:off x="3363300" y="32929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8" type="subTitle"/>
          </p:nvPr>
        </p:nvSpPr>
        <p:spPr>
          <a:xfrm>
            <a:off x="3363300" y="28537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4" name="Google Shape;204;p17"/>
          <p:cNvSpPr txBox="1"/>
          <p:nvPr>
            <p:ph idx="9" type="subTitle"/>
          </p:nvPr>
        </p:nvSpPr>
        <p:spPr>
          <a:xfrm>
            <a:off x="6011500" y="17668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3" type="subTitle"/>
          </p:nvPr>
        </p:nvSpPr>
        <p:spPr>
          <a:xfrm>
            <a:off x="6011500" y="13276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6" name="Google Shape;206;p17"/>
          <p:cNvSpPr txBox="1"/>
          <p:nvPr>
            <p:ph idx="14" type="subTitle"/>
          </p:nvPr>
        </p:nvSpPr>
        <p:spPr>
          <a:xfrm>
            <a:off x="6011500" y="32929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17"/>
          <p:cNvSpPr txBox="1"/>
          <p:nvPr>
            <p:ph idx="15" type="subTitle"/>
          </p:nvPr>
        </p:nvSpPr>
        <p:spPr>
          <a:xfrm>
            <a:off x="6011500" y="28537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715100" y="535000"/>
            <a:ext cx="3856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210" name="Google Shape;210;p18"/>
          <p:cNvSpPr txBox="1"/>
          <p:nvPr>
            <p:ph idx="1" type="subTitle"/>
          </p:nvPr>
        </p:nvSpPr>
        <p:spPr>
          <a:xfrm>
            <a:off x="715100" y="1314775"/>
            <a:ext cx="38568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2" type="title"/>
          </p:nvPr>
        </p:nvSpPr>
        <p:spPr>
          <a:xfrm>
            <a:off x="715100" y="3439625"/>
            <a:ext cx="3856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212" name="Google Shape;212;p18"/>
          <p:cNvSpPr txBox="1"/>
          <p:nvPr>
            <p:ph idx="3" type="subTitle"/>
          </p:nvPr>
        </p:nvSpPr>
        <p:spPr>
          <a:xfrm>
            <a:off x="715100" y="4219400"/>
            <a:ext cx="38568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8"/>
          <p:cNvSpPr txBox="1"/>
          <p:nvPr>
            <p:ph idx="4" type="title"/>
          </p:nvPr>
        </p:nvSpPr>
        <p:spPr>
          <a:xfrm>
            <a:off x="715100" y="1987313"/>
            <a:ext cx="3856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214" name="Google Shape;214;p18"/>
          <p:cNvSpPr txBox="1"/>
          <p:nvPr>
            <p:ph idx="5" type="subTitle"/>
          </p:nvPr>
        </p:nvSpPr>
        <p:spPr>
          <a:xfrm>
            <a:off x="715100" y="2767088"/>
            <a:ext cx="38568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ctrTitle"/>
          </p:nvPr>
        </p:nvSpPr>
        <p:spPr>
          <a:xfrm>
            <a:off x="715100" y="535000"/>
            <a:ext cx="29802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9" name="Google Shape;219;p20"/>
          <p:cNvSpPr txBox="1"/>
          <p:nvPr>
            <p:ph idx="1" type="subTitle"/>
          </p:nvPr>
        </p:nvSpPr>
        <p:spPr>
          <a:xfrm>
            <a:off x="715100" y="1412500"/>
            <a:ext cx="29802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0" name="Google Shape;220;p20"/>
          <p:cNvSpPr txBox="1"/>
          <p:nvPr/>
        </p:nvSpPr>
        <p:spPr>
          <a:xfrm>
            <a:off x="715100" y="3044175"/>
            <a:ext cx="298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2"/>
              </a:rPr>
              <a:t>Slidesgo</a:t>
            </a:r>
            <a:r>
              <a:rPr b="0" i="0" lang="en" sz="1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Flaticon</a:t>
            </a:r>
            <a:r>
              <a:rPr b="1" i="0" lang="en" sz="1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0" i="0" lang="en" sz="1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4"/>
              </a:rPr>
              <a:t>Freepik</a:t>
            </a:r>
            <a:endParaRPr b="1" i="0" sz="1000" u="sng" cap="none" strike="noStrike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21" name="Google Shape;221;p20"/>
          <p:cNvGrpSpPr/>
          <p:nvPr/>
        </p:nvGrpSpPr>
        <p:grpSpPr>
          <a:xfrm>
            <a:off x="228601" y="4375717"/>
            <a:ext cx="792287" cy="768274"/>
            <a:chOff x="131676" y="4375717"/>
            <a:chExt cx="792287" cy="768274"/>
          </a:xfrm>
        </p:grpSpPr>
        <p:grpSp>
          <p:nvGrpSpPr>
            <p:cNvPr id="222" name="Google Shape;222;p20"/>
            <p:cNvGrpSpPr/>
            <p:nvPr/>
          </p:nvGrpSpPr>
          <p:grpSpPr>
            <a:xfrm>
              <a:off x="131676" y="4608317"/>
              <a:ext cx="461196" cy="535560"/>
              <a:chOff x="234725" y="3970575"/>
              <a:chExt cx="284075" cy="329900"/>
            </a:xfrm>
          </p:grpSpPr>
          <p:sp>
            <p:nvSpPr>
              <p:cNvPr id="223" name="Google Shape;223;p20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20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20"/>
            <p:cNvGrpSpPr/>
            <p:nvPr/>
          </p:nvGrpSpPr>
          <p:grpSpPr>
            <a:xfrm>
              <a:off x="396184" y="4375717"/>
              <a:ext cx="527779" cy="768274"/>
              <a:chOff x="2335600" y="3972475"/>
              <a:chExt cx="225325" cy="328000"/>
            </a:xfrm>
          </p:grpSpPr>
          <p:sp>
            <p:nvSpPr>
              <p:cNvPr id="228" name="Google Shape;228;p20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20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0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0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1"/>
          <p:cNvGrpSpPr/>
          <p:nvPr/>
        </p:nvGrpSpPr>
        <p:grpSpPr>
          <a:xfrm>
            <a:off x="7644967" y="3005293"/>
            <a:ext cx="1232258" cy="2138552"/>
            <a:chOff x="7756644" y="2736275"/>
            <a:chExt cx="1387366" cy="2407737"/>
          </a:xfrm>
        </p:grpSpPr>
        <p:sp>
          <p:nvSpPr>
            <p:cNvPr id="234" name="Google Shape;234;p21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228598" y="3541365"/>
            <a:ext cx="1394821" cy="1602629"/>
            <a:chOff x="2787272" y="3659659"/>
            <a:chExt cx="825777" cy="948750"/>
          </a:xfrm>
        </p:grpSpPr>
        <p:sp>
          <p:nvSpPr>
            <p:cNvPr id="244" name="Google Shape;244;p21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2"/>
          <p:cNvGrpSpPr/>
          <p:nvPr/>
        </p:nvGrpSpPr>
        <p:grpSpPr>
          <a:xfrm>
            <a:off x="228601" y="4375717"/>
            <a:ext cx="792287" cy="768274"/>
            <a:chOff x="131676" y="4375717"/>
            <a:chExt cx="792287" cy="768274"/>
          </a:xfrm>
        </p:grpSpPr>
        <p:grpSp>
          <p:nvGrpSpPr>
            <p:cNvPr id="255" name="Google Shape;255;p22"/>
            <p:cNvGrpSpPr/>
            <p:nvPr/>
          </p:nvGrpSpPr>
          <p:grpSpPr>
            <a:xfrm>
              <a:off x="131676" y="4608317"/>
              <a:ext cx="461196" cy="535560"/>
              <a:chOff x="234725" y="3970575"/>
              <a:chExt cx="284075" cy="329900"/>
            </a:xfrm>
          </p:grpSpPr>
          <p:sp>
            <p:nvSpPr>
              <p:cNvPr id="256" name="Google Shape;256;p22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2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2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2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" name="Google Shape;260;p22"/>
            <p:cNvGrpSpPr/>
            <p:nvPr/>
          </p:nvGrpSpPr>
          <p:grpSpPr>
            <a:xfrm>
              <a:off x="396184" y="4375717"/>
              <a:ext cx="527779" cy="768274"/>
              <a:chOff x="2335600" y="3972475"/>
              <a:chExt cx="225325" cy="328000"/>
            </a:xfrm>
          </p:grpSpPr>
          <p:sp>
            <p:nvSpPr>
              <p:cNvPr id="261" name="Google Shape;261;p22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2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2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2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5" name="Google Shape;265;p22"/>
          <p:cNvGrpSpPr/>
          <p:nvPr/>
        </p:nvGrpSpPr>
        <p:grpSpPr>
          <a:xfrm flipH="1">
            <a:off x="8123116" y="4375722"/>
            <a:ext cx="792287" cy="768274"/>
            <a:chOff x="131676" y="4375717"/>
            <a:chExt cx="792287" cy="768274"/>
          </a:xfrm>
        </p:grpSpPr>
        <p:grpSp>
          <p:nvGrpSpPr>
            <p:cNvPr id="266" name="Google Shape;266;p22"/>
            <p:cNvGrpSpPr/>
            <p:nvPr/>
          </p:nvGrpSpPr>
          <p:grpSpPr>
            <a:xfrm>
              <a:off x="131676" y="4608317"/>
              <a:ext cx="461196" cy="535560"/>
              <a:chOff x="234725" y="3970575"/>
              <a:chExt cx="284075" cy="329900"/>
            </a:xfrm>
          </p:grpSpPr>
          <p:sp>
            <p:nvSpPr>
              <p:cNvPr id="267" name="Google Shape;267;p22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2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22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" name="Google Shape;271;p22"/>
            <p:cNvGrpSpPr/>
            <p:nvPr/>
          </p:nvGrpSpPr>
          <p:grpSpPr>
            <a:xfrm>
              <a:off x="396184" y="4375717"/>
              <a:ext cx="527779" cy="768274"/>
              <a:chOff x="2335600" y="3972475"/>
              <a:chExt cx="225325" cy="328000"/>
            </a:xfrm>
          </p:grpSpPr>
          <p:sp>
            <p:nvSpPr>
              <p:cNvPr id="272" name="Google Shape;272;p22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ctrTitle"/>
          </p:nvPr>
        </p:nvSpPr>
        <p:spPr>
          <a:xfrm>
            <a:off x="715050" y="1013200"/>
            <a:ext cx="77139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1" name="Google Shape;281;p24"/>
          <p:cNvSpPr txBox="1"/>
          <p:nvPr>
            <p:ph idx="1" type="subTitle"/>
          </p:nvPr>
        </p:nvSpPr>
        <p:spPr>
          <a:xfrm>
            <a:off x="715050" y="535000"/>
            <a:ext cx="7713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82" name="Google Shape;282;p24"/>
          <p:cNvGrpSpPr/>
          <p:nvPr/>
        </p:nvGrpSpPr>
        <p:grpSpPr>
          <a:xfrm>
            <a:off x="228594" y="3541363"/>
            <a:ext cx="1394820" cy="1602629"/>
            <a:chOff x="2787272" y="3659659"/>
            <a:chExt cx="825777" cy="948750"/>
          </a:xfrm>
        </p:grpSpPr>
        <p:sp>
          <p:nvSpPr>
            <p:cNvPr id="283" name="Google Shape;283;p24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type="title"/>
          </p:nvPr>
        </p:nvSpPr>
        <p:spPr>
          <a:xfrm>
            <a:off x="715100" y="12514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4" name="Google Shape;294;p25"/>
          <p:cNvSpPr txBox="1"/>
          <p:nvPr>
            <p:ph idx="1" type="subTitle"/>
          </p:nvPr>
        </p:nvSpPr>
        <p:spPr>
          <a:xfrm>
            <a:off x="1407800" y="12514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295" name="Google Shape;295;p25"/>
          <p:cNvSpPr txBox="1"/>
          <p:nvPr>
            <p:ph idx="2"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5"/>
          <p:cNvSpPr txBox="1"/>
          <p:nvPr>
            <p:ph idx="3" type="title"/>
          </p:nvPr>
        </p:nvSpPr>
        <p:spPr>
          <a:xfrm>
            <a:off x="715100" y="17668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7" name="Google Shape;297;p25"/>
          <p:cNvSpPr txBox="1"/>
          <p:nvPr>
            <p:ph idx="4" type="subTitle"/>
          </p:nvPr>
        </p:nvSpPr>
        <p:spPr>
          <a:xfrm>
            <a:off x="1407800" y="17668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298" name="Google Shape;298;p25"/>
          <p:cNvSpPr txBox="1"/>
          <p:nvPr>
            <p:ph idx="5" type="title"/>
          </p:nvPr>
        </p:nvSpPr>
        <p:spPr>
          <a:xfrm>
            <a:off x="715100" y="22822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9" name="Google Shape;299;p25"/>
          <p:cNvSpPr txBox="1"/>
          <p:nvPr>
            <p:ph idx="6" type="subTitle"/>
          </p:nvPr>
        </p:nvSpPr>
        <p:spPr>
          <a:xfrm>
            <a:off x="1407800" y="22822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00" name="Google Shape;300;p25"/>
          <p:cNvSpPr txBox="1"/>
          <p:nvPr>
            <p:ph idx="7" type="title"/>
          </p:nvPr>
        </p:nvSpPr>
        <p:spPr>
          <a:xfrm>
            <a:off x="715100" y="27976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1" name="Google Shape;301;p25"/>
          <p:cNvSpPr txBox="1"/>
          <p:nvPr>
            <p:ph idx="8" type="subTitle"/>
          </p:nvPr>
        </p:nvSpPr>
        <p:spPr>
          <a:xfrm>
            <a:off x="1407800" y="27976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02" name="Google Shape;302;p25"/>
          <p:cNvSpPr txBox="1"/>
          <p:nvPr>
            <p:ph idx="9" type="title"/>
          </p:nvPr>
        </p:nvSpPr>
        <p:spPr>
          <a:xfrm>
            <a:off x="715100" y="33130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3" name="Google Shape;303;p25"/>
          <p:cNvSpPr txBox="1"/>
          <p:nvPr>
            <p:ph idx="13" type="subTitle"/>
          </p:nvPr>
        </p:nvSpPr>
        <p:spPr>
          <a:xfrm>
            <a:off x="1407800" y="33130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04" name="Google Shape;304;p25"/>
          <p:cNvSpPr txBox="1"/>
          <p:nvPr>
            <p:ph idx="14" type="title"/>
          </p:nvPr>
        </p:nvSpPr>
        <p:spPr>
          <a:xfrm>
            <a:off x="715100" y="3828400"/>
            <a:ext cx="692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5" name="Google Shape;305;p25"/>
          <p:cNvSpPr txBox="1"/>
          <p:nvPr>
            <p:ph idx="15" type="subTitle"/>
          </p:nvPr>
        </p:nvSpPr>
        <p:spPr>
          <a:xfrm>
            <a:off x="1407800" y="3828400"/>
            <a:ext cx="70212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>
            <p:ph idx="1" type="subTitle"/>
          </p:nvPr>
        </p:nvSpPr>
        <p:spPr>
          <a:xfrm>
            <a:off x="1732200" y="2121325"/>
            <a:ext cx="2458800" cy="14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09" name="Google Shape;309;p26"/>
          <p:cNvSpPr txBox="1"/>
          <p:nvPr>
            <p:ph idx="2" type="subTitle"/>
          </p:nvPr>
        </p:nvSpPr>
        <p:spPr>
          <a:xfrm>
            <a:off x="1732200" y="1682125"/>
            <a:ext cx="245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10" name="Google Shape;310;p26"/>
          <p:cNvSpPr txBox="1"/>
          <p:nvPr>
            <p:ph idx="3" type="subTitle"/>
          </p:nvPr>
        </p:nvSpPr>
        <p:spPr>
          <a:xfrm>
            <a:off x="4953000" y="2121325"/>
            <a:ext cx="2458800" cy="14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4" type="subTitle"/>
          </p:nvPr>
        </p:nvSpPr>
        <p:spPr>
          <a:xfrm>
            <a:off x="4953000" y="1682125"/>
            <a:ext cx="24588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grpSp>
        <p:nvGrpSpPr>
          <p:cNvPr id="312" name="Google Shape;312;p26"/>
          <p:cNvGrpSpPr/>
          <p:nvPr/>
        </p:nvGrpSpPr>
        <p:grpSpPr>
          <a:xfrm flipH="1">
            <a:off x="7520574" y="3540863"/>
            <a:ext cx="1394820" cy="1602629"/>
            <a:chOff x="2787272" y="3659659"/>
            <a:chExt cx="825777" cy="948750"/>
          </a:xfrm>
        </p:grpSpPr>
        <p:sp>
          <p:nvSpPr>
            <p:cNvPr id="313" name="Google Shape;313;p26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"/>
          <p:cNvSpPr txBox="1"/>
          <p:nvPr>
            <p:ph type="title"/>
          </p:nvPr>
        </p:nvSpPr>
        <p:spPr>
          <a:xfrm>
            <a:off x="715100" y="1641875"/>
            <a:ext cx="40566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4" name="Google Shape;324;p27"/>
          <p:cNvSpPr txBox="1"/>
          <p:nvPr>
            <p:ph idx="2" type="title"/>
          </p:nvPr>
        </p:nvSpPr>
        <p:spPr>
          <a:xfrm>
            <a:off x="715100" y="535000"/>
            <a:ext cx="40566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27" name="Google Shape;327;p28"/>
          <p:cNvSpPr txBox="1"/>
          <p:nvPr>
            <p:ph idx="1" type="subTitle"/>
          </p:nvPr>
        </p:nvSpPr>
        <p:spPr>
          <a:xfrm>
            <a:off x="715100" y="1766800"/>
            <a:ext cx="38571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8" name="Google Shape;328;p28"/>
          <p:cNvSpPr txBox="1"/>
          <p:nvPr>
            <p:ph idx="2" type="subTitle"/>
          </p:nvPr>
        </p:nvSpPr>
        <p:spPr>
          <a:xfrm>
            <a:off x="715100" y="1327600"/>
            <a:ext cx="3857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9" name="Google Shape;329;p28"/>
          <p:cNvSpPr txBox="1"/>
          <p:nvPr>
            <p:ph idx="3" type="subTitle"/>
          </p:nvPr>
        </p:nvSpPr>
        <p:spPr>
          <a:xfrm>
            <a:off x="4572000" y="1766800"/>
            <a:ext cx="38571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0" name="Google Shape;330;p28"/>
          <p:cNvSpPr txBox="1"/>
          <p:nvPr>
            <p:ph idx="4" type="subTitle"/>
          </p:nvPr>
        </p:nvSpPr>
        <p:spPr>
          <a:xfrm>
            <a:off x="4572000" y="1327600"/>
            <a:ext cx="3857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1" name="Google Shape;331;p28"/>
          <p:cNvSpPr txBox="1"/>
          <p:nvPr>
            <p:ph idx="5" type="subTitle"/>
          </p:nvPr>
        </p:nvSpPr>
        <p:spPr>
          <a:xfrm>
            <a:off x="715100" y="3292900"/>
            <a:ext cx="38571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2" name="Google Shape;332;p28"/>
          <p:cNvSpPr txBox="1"/>
          <p:nvPr>
            <p:ph idx="6" type="subTitle"/>
          </p:nvPr>
        </p:nvSpPr>
        <p:spPr>
          <a:xfrm>
            <a:off x="715100" y="2853700"/>
            <a:ext cx="3857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3" name="Google Shape;333;p28"/>
          <p:cNvSpPr txBox="1"/>
          <p:nvPr>
            <p:ph idx="7" type="subTitle"/>
          </p:nvPr>
        </p:nvSpPr>
        <p:spPr>
          <a:xfrm>
            <a:off x="4572000" y="3292900"/>
            <a:ext cx="38571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8" type="subTitle"/>
          </p:nvPr>
        </p:nvSpPr>
        <p:spPr>
          <a:xfrm>
            <a:off x="4572000" y="2853700"/>
            <a:ext cx="3857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35" name="Google Shape;335;p28"/>
          <p:cNvGrpSpPr/>
          <p:nvPr/>
        </p:nvGrpSpPr>
        <p:grpSpPr>
          <a:xfrm flipH="1">
            <a:off x="8123094" y="4375727"/>
            <a:ext cx="792284" cy="768274"/>
            <a:chOff x="131676" y="4375722"/>
            <a:chExt cx="792284" cy="768274"/>
          </a:xfrm>
        </p:grpSpPr>
        <p:grpSp>
          <p:nvGrpSpPr>
            <p:cNvPr id="336" name="Google Shape;336;p28"/>
            <p:cNvGrpSpPr/>
            <p:nvPr/>
          </p:nvGrpSpPr>
          <p:grpSpPr>
            <a:xfrm>
              <a:off x="131676" y="4608313"/>
              <a:ext cx="461196" cy="535560"/>
              <a:chOff x="234725" y="3970575"/>
              <a:chExt cx="284075" cy="329900"/>
            </a:xfrm>
          </p:grpSpPr>
          <p:sp>
            <p:nvSpPr>
              <p:cNvPr id="337" name="Google Shape;337;p28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8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8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8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" name="Google Shape;341;p28"/>
            <p:cNvGrpSpPr/>
            <p:nvPr/>
          </p:nvGrpSpPr>
          <p:grpSpPr>
            <a:xfrm>
              <a:off x="396181" y="4375722"/>
              <a:ext cx="527779" cy="768274"/>
              <a:chOff x="2335600" y="3972475"/>
              <a:chExt cx="225325" cy="328000"/>
            </a:xfrm>
          </p:grpSpPr>
          <p:sp>
            <p:nvSpPr>
              <p:cNvPr id="342" name="Google Shape;342;p28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8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8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8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" type="subTitle"/>
          </p:nvPr>
        </p:nvSpPr>
        <p:spPr>
          <a:xfrm>
            <a:off x="715100" y="17668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9" name="Google Shape;349;p29"/>
          <p:cNvSpPr txBox="1"/>
          <p:nvPr>
            <p:ph idx="2" type="subTitle"/>
          </p:nvPr>
        </p:nvSpPr>
        <p:spPr>
          <a:xfrm>
            <a:off x="715100" y="13276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0" name="Google Shape;350;p29"/>
          <p:cNvSpPr txBox="1"/>
          <p:nvPr>
            <p:ph idx="3" type="subTitle"/>
          </p:nvPr>
        </p:nvSpPr>
        <p:spPr>
          <a:xfrm>
            <a:off x="3363300" y="17668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1" name="Google Shape;351;p29"/>
          <p:cNvSpPr txBox="1"/>
          <p:nvPr>
            <p:ph idx="4" type="subTitle"/>
          </p:nvPr>
        </p:nvSpPr>
        <p:spPr>
          <a:xfrm>
            <a:off x="3363300" y="13276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2" name="Google Shape;352;p29"/>
          <p:cNvSpPr txBox="1"/>
          <p:nvPr>
            <p:ph idx="5" type="subTitle"/>
          </p:nvPr>
        </p:nvSpPr>
        <p:spPr>
          <a:xfrm>
            <a:off x="715100" y="32929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3" name="Google Shape;353;p29"/>
          <p:cNvSpPr txBox="1"/>
          <p:nvPr>
            <p:ph idx="6" type="subTitle"/>
          </p:nvPr>
        </p:nvSpPr>
        <p:spPr>
          <a:xfrm>
            <a:off x="715100" y="28537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4" name="Google Shape;354;p29"/>
          <p:cNvSpPr txBox="1"/>
          <p:nvPr>
            <p:ph idx="7" type="subTitle"/>
          </p:nvPr>
        </p:nvSpPr>
        <p:spPr>
          <a:xfrm>
            <a:off x="3363300" y="32929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5" name="Google Shape;355;p29"/>
          <p:cNvSpPr txBox="1"/>
          <p:nvPr>
            <p:ph idx="8" type="subTitle"/>
          </p:nvPr>
        </p:nvSpPr>
        <p:spPr>
          <a:xfrm>
            <a:off x="3363300" y="28537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6" name="Google Shape;356;p29"/>
          <p:cNvSpPr txBox="1"/>
          <p:nvPr>
            <p:ph idx="9" type="subTitle"/>
          </p:nvPr>
        </p:nvSpPr>
        <p:spPr>
          <a:xfrm>
            <a:off x="6011500" y="17668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7" name="Google Shape;357;p29"/>
          <p:cNvSpPr txBox="1"/>
          <p:nvPr>
            <p:ph idx="13" type="subTitle"/>
          </p:nvPr>
        </p:nvSpPr>
        <p:spPr>
          <a:xfrm>
            <a:off x="6011500" y="13276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58" name="Google Shape;358;p29"/>
          <p:cNvSpPr txBox="1"/>
          <p:nvPr>
            <p:ph idx="14" type="subTitle"/>
          </p:nvPr>
        </p:nvSpPr>
        <p:spPr>
          <a:xfrm>
            <a:off x="6011500" y="3292900"/>
            <a:ext cx="2417400" cy="10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9" name="Google Shape;359;p29"/>
          <p:cNvSpPr txBox="1"/>
          <p:nvPr>
            <p:ph idx="15" type="subTitle"/>
          </p:nvPr>
        </p:nvSpPr>
        <p:spPr>
          <a:xfrm>
            <a:off x="6011500" y="2853700"/>
            <a:ext cx="2417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idx="1" type="subTitle"/>
          </p:nvPr>
        </p:nvSpPr>
        <p:spPr>
          <a:xfrm>
            <a:off x="715100" y="2455700"/>
            <a:ext cx="24174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715100" y="1683475"/>
            <a:ext cx="24174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3363300" y="2455700"/>
            <a:ext cx="24174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3363300" y="1683475"/>
            <a:ext cx="24174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6011499" y="2455700"/>
            <a:ext cx="24174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6011500" y="1683475"/>
            <a:ext cx="24174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2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ro Tamil"/>
              <a:buNone/>
              <a:defRPr sz="24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grpSp>
        <p:nvGrpSpPr>
          <p:cNvPr id="370" name="Google Shape;370;p31"/>
          <p:cNvGrpSpPr/>
          <p:nvPr/>
        </p:nvGrpSpPr>
        <p:grpSpPr>
          <a:xfrm>
            <a:off x="228601" y="4375722"/>
            <a:ext cx="792284" cy="768274"/>
            <a:chOff x="131676" y="4375722"/>
            <a:chExt cx="792284" cy="768274"/>
          </a:xfrm>
        </p:grpSpPr>
        <p:grpSp>
          <p:nvGrpSpPr>
            <p:cNvPr id="371" name="Google Shape;371;p31"/>
            <p:cNvGrpSpPr/>
            <p:nvPr/>
          </p:nvGrpSpPr>
          <p:grpSpPr>
            <a:xfrm>
              <a:off x="131676" y="4608313"/>
              <a:ext cx="461196" cy="535560"/>
              <a:chOff x="234725" y="3970575"/>
              <a:chExt cx="284075" cy="329900"/>
            </a:xfrm>
          </p:grpSpPr>
          <p:sp>
            <p:nvSpPr>
              <p:cNvPr id="372" name="Google Shape;372;p31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1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1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1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6" name="Google Shape;376;p31"/>
            <p:cNvGrpSpPr/>
            <p:nvPr/>
          </p:nvGrpSpPr>
          <p:grpSpPr>
            <a:xfrm>
              <a:off x="396181" y="4375722"/>
              <a:ext cx="527779" cy="768274"/>
              <a:chOff x="2335600" y="3972475"/>
              <a:chExt cx="225325" cy="328000"/>
            </a:xfrm>
          </p:grpSpPr>
          <p:sp>
            <p:nvSpPr>
              <p:cNvPr id="377" name="Google Shape;377;p31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1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1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1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grpSp>
        <p:nvGrpSpPr>
          <p:cNvPr id="383" name="Google Shape;383;p32"/>
          <p:cNvGrpSpPr/>
          <p:nvPr/>
        </p:nvGrpSpPr>
        <p:grpSpPr>
          <a:xfrm flipH="1">
            <a:off x="8123094" y="4375727"/>
            <a:ext cx="792284" cy="768274"/>
            <a:chOff x="131676" y="4375722"/>
            <a:chExt cx="792284" cy="768274"/>
          </a:xfrm>
        </p:grpSpPr>
        <p:grpSp>
          <p:nvGrpSpPr>
            <p:cNvPr id="384" name="Google Shape;384;p32"/>
            <p:cNvGrpSpPr/>
            <p:nvPr/>
          </p:nvGrpSpPr>
          <p:grpSpPr>
            <a:xfrm>
              <a:off x="131676" y="4608313"/>
              <a:ext cx="461196" cy="535560"/>
              <a:chOff x="234725" y="3970575"/>
              <a:chExt cx="284075" cy="329900"/>
            </a:xfrm>
          </p:grpSpPr>
          <p:sp>
            <p:nvSpPr>
              <p:cNvPr id="385" name="Google Shape;385;p32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32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2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2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9" name="Google Shape;389;p32"/>
            <p:cNvGrpSpPr/>
            <p:nvPr/>
          </p:nvGrpSpPr>
          <p:grpSpPr>
            <a:xfrm>
              <a:off x="396181" y="4375722"/>
              <a:ext cx="527779" cy="768274"/>
              <a:chOff x="2335600" y="3972475"/>
              <a:chExt cx="225325" cy="328000"/>
            </a:xfrm>
          </p:grpSpPr>
          <p:sp>
            <p:nvSpPr>
              <p:cNvPr id="390" name="Google Shape;390;p32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32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2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2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/>
          <p:nvPr>
            <p:ph type="title"/>
          </p:nvPr>
        </p:nvSpPr>
        <p:spPr>
          <a:xfrm>
            <a:off x="715100" y="535000"/>
            <a:ext cx="40092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ro Tamil"/>
              <a:buNone/>
              <a:defRPr sz="3000">
                <a:solidFill>
                  <a:schemeClr val="dk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396" name="Google Shape;396;p33"/>
          <p:cNvSpPr txBox="1"/>
          <p:nvPr>
            <p:ph idx="1" type="body"/>
          </p:nvPr>
        </p:nvSpPr>
        <p:spPr>
          <a:xfrm>
            <a:off x="715100" y="1711600"/>
            <a:ext cx="4009200" cy="23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97" name="Google Shape;397;p33"/>
          <p:cNvSpPr/>
          <p:nvPr>
            <p:ph idx="2" type="pic"/>
          </p:nvPr>
        </p:nvSpPr>
        <p:spPr>
          <a:xfrm>
            <a:off x="5711600" y="0"/>
            <a:ext cx="34323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98" name="Google Shape;398;p33"/>
          <p:cNvGrpSpPr/>
          <p:nvPr/>
        </p:nvGrpSpPr>
        <p:grpSpPr>
          <a:xfrm>
            <a:off x="228601" y="4375722"/>
            <a:ext cx="792284" cy="768274"/>
            <a:chOff x="131676" y="4375722"/>
            <a:chExt cx="792284" cy="768274"/>
          </a:xfrm>
        </p:grpSpPr>
        <p:grpSp>
          <p:nvGrpSpPr>
            <p:cNvPr id="399" name="Google Shape;399;p33"/>
            <p:cNvGrpSpPr/>
            <p:nvPr/>
          </p:nvGrpSpPr>
          <p:grpSpPr>
            <a:xfrm>
              <a:off x="131676" y="4608313"/>
              <a:ext cx="461196" cy="535560"/>
              <a:chOff x="234725" y="3970575"/>
              <a:chExt cx="284075" cy="329900"/>
            </a:xfrm>
          </p:grpSpPr>
          <p:sp>
            <p:nvSpPr>
              <p:cNvPr id="400" name="Google Shape;400;p33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33"/>
            <p:cNvGrpSpPr/>
            <p:nvPr/>
          </p:nvGrpSpPr>
          <p:grpSpPr>
            <a:xfrm>
              <a:off x="396181" y="4375722"/>
              <a:ext cx="527779" cy="768274"/>
              <a:chOff x="2335600" y="3972475"/>
              <a:chExt cx="225325" cy="328000"/>
            </a:xfrm>
          </p:grpSpPr>
          <p:sp>
            <p:nvSpPr>
              <p:cNvPr id="405" name="Google Shape;405;p33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/>
          <p:nvPr>
            <p:ph type="title"/>
          </p:nvPr>
        </p:nvSpPr>
        <p:spPr>
          <a:xfrm>
            <a:off x="3159650" y="731625"/>
            <a:ext cx="37044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411" name="Google Shape;411;p34"/>
          <p:cNvSpPr txBox="1"/>
          <p:nvPr>
            <p:ph idx="1" type="body"/>
          </p:nvPr>
        </p:nvSpPr>
        <p:spPr>
          <a:xfrm>
            <a:off x="3159650" y="1909425"/>
            <a:ext cx="3704400" cy="24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AutoNum type="arabicPeriod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414" name="Google Shape;414;p35"/>
          <p:cNvGrpSpPr/>
          <p:nvPr/>
        </p:nvGrpSpPr>
        <p:grpSpPr>
          <a:xfrm>
            <a:off x="7644970" y="3005293"/>
            <a:ext cx="1232259" cy="2138552"/>
            <a:chOff x="7756644" y="2736275"/>
            <a:chExt cx="1387366" cy="2407737"/>
          </a:xfrm>
        </p:grpSpPr>
        <p:sp>
          <p:nvSpPr>
            <p:cNvPr id="415" name="Google Shape;415;p35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5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5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4" name="Google Shape;424;p35"/>
          <p:cNvGrpSpPr/>
          <p:nvPr/>
        </p:nvGrpSpPr>
        <p:grpSpPr>
          <a:xfrm flipH="1">
            <a:off x="267225" y="3005302"/>
            <a:ext cx="1232259" cy="2138552"/>
            <a:chOff x="7756644" y="2736275"/>
            <a:chExt cx="1387366" cy="2407737"/>
          </a:xfrm>
        </p:grpSpPr>
        <p:sp>
          <p:nvSpPr>
            <p:cNvPr id="425" name="Google Shape;425;p35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5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5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5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5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5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5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5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6" name="Google Shape;436;p36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37" name="Google Shape;437;p36"/>
          <p:cNvGrpSpPr/>
          <p:nvPr/>
        </p:nvGrpSpPr>
        <p:grpSpPr>
          <a:xfrm>
            <a:off x="228601" y="4375722"/>
            <a:ext cx="792284" cy="768274"/>
            <a:chOff x="131676" y="4375722"/>
            <a:chExt cx="792284" cy="768274"/>
          </a:xfrm>
        </p:grpSpPr>
        <p:grpSp>
          <p:nvGrpSpPr>
            <p:cNvPr id="438" name="Google Shape;438;p36"/>
            <p:cNvGrpSpPr/>
            <p:nvPr/>
          </p:nvGrpSpPr>
          <p:grpSpPr>
            <a:xfrm>
              <a:off x="131676" y="4608313"/>
              <a:ext cx="461196" cy="535560"/>
              <a:chOff x="234725" y="3970575"/>
              <a:chExt cx="284075" cy="329900"/>
            </a:xfrm>
          </p:grpSpPr>
          <p:sp>
            <p:nvSpPr>
              <p:cNvPr id="439" name="Google Shape;439;p36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6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36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36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3" name="Google Shape;443;p36"/>
            <p:cNvGrpSpPr/>
            <p:nvPr/>
          </p:nvGrpSpPr>
          <p:grpSpPr>
            <a:xfrm>
              <a:off x="396181" y="4375722"/>
              <a:ext cx="527779" cy="768274"/>
              <a:chOff x="2335600" y="3972475"/>
              <a:chExt cx="225325" cy="328000"/>
            </a:xfrm>
          </p:grpSpPr>
          <p:sp>
            <p:nvSpPr>
              <p:cNvPr id="444" name="Google Shape;444;p36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6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36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6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7"/>
          <p:cNvSpPr/>
          <p:nvPr>
            <p:ph idx="2" type="pic"/>
          </p:nvPr>
        </p:nvSpPr>
        <p:spPr>
          <a:xfrm>
            <a:off x="0" y="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37"/>
          <p:cNvSpPr txBox="1"/>
          <p:nvPr>
            <p:ph type="title"/>
          </p:nvPr>
        </p:nvSpPr>
        <p:spPr>
          <a:xfrm>
            <a:off x="720000" y="3968300"/>
            <a:ext cx="7708800" cy="640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"/>
          <p:cNvSpPr txBox="1"/>
          <p:nvPr>
            <p:ph hasCustomPrompt="1" type="title"/>
          </p:nvPr>
        </p:nvSpPr>
        <p:spPr>
          <a:xfrm>
            <a:off x="715100" y="535000"/>
            <a:ext cx="6576000" cy="164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3" name="Google Shape;453;p38"/>
          <p:cNvSpPr txBox="1"/>
          <p:nvPr>
            <p:ph idx="1" type="subTitle"/>
          </p:nvPr>
        </p:nvSpPr>
        <p:spPr>
          <a:xfrm>
            <a:off x="715100" y="2107900"/>
            <a:ext cx="65760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54" name="Google Shape;454;p38"/>
          <p:cNvGrpSpPr/>
          <p:nvPr/>
        </p:nvGrpSpPr>
        <p:grpSpPr>
          <a:xfrm>
            <a:off x="228594" y="3541363"/>
            <a:ext cx="1394820" cy="1602629"/>
            <a:chOff x="2787272" y="3659659"/>
            <a:chExt cx="825777" cy="948750"/>
          </a:xfrm>
        </p:grpSpPr>
        <p:sp>
          <p:nvSpPr>
            <p:cNvPr id="455" name="Google Shape;455;p38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8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8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8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8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8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8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0"/>
          <p:cNvSpPr txBox="1"/>
          <p:nvPr>
            <p:ph type="title"/>
          </p:nvPr>
        </p:nvSpPr>
        <p:spPr>
          <a:xfrm>
            <a:off x="2279400" y="535000"/>
            <a:ext cx="309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sz="3000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467" name="Google Shape;467;p40"/>
          <p:cNvSpPr txBox="1"/>
          <p:nvPr>
            <p:ph idx="1" type="body"/>
          </p:nvPr>
        </p:nvSpPr>
        <p:spPr>
          <a:xfrm>
            <a:off x="2279400" y="1251400"/>
            <a:ext cx="30996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sz="12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468" name="Google Shape;468;p40"/>
          <p:cNvSpPr/>
          <p:nvPr>
            <p:ph idx="2" type="pic"/>
          </p:nvPr>
        </p:nvSpPr>
        <p:spPr>
          <a:xfrm>
            <a:off x="5711700" y="0"/>
            <a:ext cx="34323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0"/>
          <p:cNvSpPr/>
          <p:nvPr>
            <p:ph idx="3" type="pic"/>
          </p:nvPr>
        </p:nvSpPr>
        <p:spPr>
          <a:xfrm>
            <a:off x="5711700" y="2571900"/>
            <a:ext cx="34323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40"/>
          <p:cNvSpPr/>
          <p:nvPr>
            <p:ph idx="4" type="pic"/>
          </p:nvPr>
        </p:nvSpPr>
        <p:spPr>
          <a:xfrm>
            <a:off x="2279400" y="2571900"/>
            <a:ext cx="3432300" cy="2571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71" name="Google Shape;471;p40"/>
          <p:cNvGrpSpPr/>
          <p:nvPr/>
        </p:nvGrpSpPr>
        <p:grpSpPr>
          <a:xfrm flipH="1">
            <a:off x="233688" y="3005302"/>
            <a:ext cx="1232259" cy="2138552"/>
            <a:chOff x="7756644" y="2736275"/>
            <a:chExt cx="1387366" cy="2407737"/>
          </a:xfrm>
        </p:grpSpPr>
        <p:sp>
          <p:nvSpPr>
            <p:cNvPr id="472" name="Google Shape;472;p40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0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0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0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0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0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0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1"/>
          <p:cNvSpPr txBox="1"/>
          <p:nvPr>
            <p:ph type="title"/>
          </p:nvPr>
        </p:nvSpPr>
        <p:spPr>
          <a:xfrm>
            <a:off x="715100" y="535000"/>
            <a:ext cx="3856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83" name="Google Shape;483;p41"/>
          <p:cNvSpPr txBox="1"/>
          <p:nvPr>
            <p:ph idx="1" type="subTitle"/>
          </p:nvPr>
        </p:nvSpPr>
        <p:spPr>
          <a:xfrm>
            <a:off x="715100" y="1314775"/>
            <a:ext cx="38568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4" name="Google Shape;484;p41"/>
          <p:cNvSpPr txBox="1"/>
          <p:nvPr>
            <p:ph idx="2" type="title"/>
          </p:nvPr>
        </p:nvSpPr>
        <p:spPr>
          <a:xfrm>
            <a:off x="715100" y="3439625"/>
            <a:ext cx="3856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85" name="Google Shape;485;p41"/>
          <p:cNvSpPr txBox="1"/>
          <p:nvPr>
            <p:ph idx="3" type="subTitle"/>
          </p:nvPr>
        </p:nvSpPr>
        <p:spPr>
          <a:xfrm>
            <a:off x="715100" y="4219400"/>
            <a:ext cx="38568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41"/>
          <p:cNvSpPr txBox="1"/>
          <p:nvPr>
            <p:ph idx="4" type="title"/>
          </p:nvPr>
        </p:nvSpPr>
        <p:spPr>
          <a:xfrm>
            <a:off x="715100" y="1987313"/>
            <a:ext cx="38568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87" name="Google Shape;487;p41"/>
          <p:cNvSpPr txBox="1"/>
          <p:nvPr>
            <p:ph idx="5" type="subTitle"/>
          </p:nvPr>
        </p:nvSpPr>
        <p:spPr>
          <a:xfrm>
            <a:off x="715100" y="2767088"/>
            <a:ext cx="38568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"/>
          <p:cNvSpPr txBox="1"/>
          <p:nvPr>
            <p:ph type="ctrTitle"/>
          </p:nvPr>
        </p:nvSpPr>
        <p:spPr>
          <a:xfrm>
            <a:off x="715100" y="535000"/>
            <a:ext cx="29802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0" name="Google Shape;490;p42"/>
          <p:cNvSpPr txBox="1"/>
          <p:nvPr>
            <p:ph idx="1" type="subTitle"/>
          </p:nvPr>
        </p:nvSpPr>
        <p:spPr>
          <a:xfrm>
            <a:off x="715100" y="1412500"/>
            <a:ext cx="29802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1" name="Google Shape;491;p42"/>
          <p:cNvSpPr txBox="1"/>
          <p:nvPr/>
        </p:nvSpPr>
        <p:spPr>
          <a:xfrm>
            <a:off x="715100" y="3044175"/>
            <a:ext cx="298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2"/>
              </a:rPr>
              <a:t>Slidesgo</a:t>
            </a:r>
            <a:r>
              <a:rPr b="0" i="0" lang="en" sz="1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Flaticon</a:t>
            </a:r>
            <a:r>
              <a:rPr b="1" i="0" lang="en" sz="1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b="0" i="0" lang="en" sz="1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4"/>
              </a:rPr>
              <a:t>Freepik</a:t>
            </a:r>
            <a:endParaRPr b="1" i="0" sz="1000" u="sng" cap="none" strike="noStrike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492" name="Google Shape;492;p42"/>
          <p:cNvGrpSpPr/>
          <p:nvPr/>
        </p:nvGrpSpPr>
        <p:grpSpPr>
          <a:xfrm>
            <a:off x="228601" y="4375722"/>
            <a:ext cx="792284" cy="768274"/>
            <a:chOff x="131676" y="4375722"/>
            <a:chExt cx="792284" cy="768274"/>
          </a:xfrm>
        </p:grpSpPr>
        <p:grpSp>
          <p:nvGrpSpPr>
            <p:cNvPr id="493" name="Google Shape;493;p42"/>
            <p:cNvGrpSpPr/>
            <p:nvPr/>
          </p:nvGrpSpPr>
          <p:grpSpPr>
            <a:xfrm>
              <a:off x="131676" y="4608313"/>
              <a:ext cx="461196" cy="535560"/>
              <a:chOff x="234725" y="3970575"/>
              <a:chExt cx="284075" cy="329900"/>
            </a:xfrm>
          </p:grpSpPr>
          <p:sp>
            <p:nvSpPr>
              <p:cNvPr id="494" name="Google Shape;494;p42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42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42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42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" name="Google Shape;498;p42"/>
            <p:cNvGrpSpPr/>
            <p:nvPr/>
          </p:nvGrpSpPr>
          <p:grpSpPr>
            <a:xfrm>
              <a:off x="396181" y="4375722"/>
              <a:ext cx="527779" cy="768274"/>
              <a:chOff x="2335600" y="3972475"/>
              <a:chExt cx="225325" cy="328000"/>
            </a:xfrm>
          </p:grpSpPr>
          <p:sp>
            <p:nvSpPr>
              <p:cNvPr id="499" name="Google Shape;499;p42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42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42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42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43"/>
          <p:cNvGrpSpPr/>
          <p:nvPr/>
        </p:nvGrpSpPr>
        <p:grpSpPr>
          <a:xfrm>
            <a:off x="7644970" y="3005293"/>
            <a:ext cx="1232259" cy="2138552"/>
            <a:chOff x="7756644" y="2736275"/>
            <a:chExt cx="1387366" cy="2407737"/>
          </a:xfrm>
        </p:grpSpPr>
        <p:sp>
          <p:nvSpPr>
            <p:cNvPr id="505" name="Google Shape;505;p43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3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3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43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43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3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3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3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3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43"/>
          <p:cNvGrpSpPr/>
          <p:nvPr/>
        </p:nvGrpSpPr>
        <p:grpSpPr>
          <a:xfrm>
            <a:off x="228594" y="3541363"/>
            <a:ext cx="1394820" cy="1602629"/>
            <a:chOff x="2787272" y="3659659"/>
            <a:chExt cx="825777" cy="948750"/>
          </a:xfrm>
        </p:grpSpPr>
        <p:sp>
          <p:nvSpPr>
            <p:cNvPr id="515" name="Google Shape;515;p43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3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3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3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3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3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3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3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44"/>
          <p:cNvGrpSpPr/>
          <p:nvPr/>
        </p:nvGrpSpPr>
        <p:grpSpPr>
          <a:xfrm>
            <a:off x="228601" y="4375722"/>
            <a:ext cx="792284" cy="768274"/>
            <a:chOff x="131676" y="4375722"/>
            <a:chExt cx="792284" cy="768274"/>
          </a:xfrm>
        </p:grpSpPr>
        <p:grpSp>
          <p:nvGrpSpPr>
            <p:cNvPr id="526" name="Google Shape;526;p44"/>
            <p:cNvGrpSpPr/>
            <p:nvPr/>
          </p:nvGrpSpPr>
          <p:grpSpPr>
            <a:xfrm>
              <a:off x="131676" y="4608313"/>
              <a:ext cx="461196" cy="535560"/>
              <a:chOff x="234725" y="3970575"/>
              <a:chExt cx="284075" cy="329900"/>
            </a:xfrm>
          </p:grpSpPr>
          <p:sp>
            <p:nvSpPr>
              <p:cNvPr id="527" name="Google Shape;527;p44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44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44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44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1" name="Google Shape;531;p44"/>
            <p:cNvGrpSpPr/>
            <p:nvPr/>
          </p:nvGrpSpPr>
          <p:grpSpPr>
            <a:xfrm>
              <a:off x="396181" y="4375722"/>
              <a:ext cx="527779" cy="768274"/>
              <a:chOff x="2335600" y="3972475"/>
              <a:chExt cx="225325" cy="328000"/>
            </a:xfrm>
          </p:grpSpPr>
          <p:sp>
            <p:nvSpPr>
              <p:cNvPr id="532" name="Google Shape;532;p44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44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44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44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6" name="Google Shape;536;p44"/>
          <p:cNvGrpSpPr/>
          <p:nvPr/>
        </p:nvGrpSpPr>
        <p:grpSpPr>
          <a:xfrm flipH="1">
            <a:off x="8123119" y="4375727"/>
            <a:ext cx="792284" cy="768274"/>
            <a:chOff x="131676" y="4375722"/>
            <a:chExt cx="792284" cy="768274"/>
          </a:xfrm>
        </p:grpSpPr>
        <p:grpSp>
          <p:nvGrpSpPr>
            <p:cNvPr id="537" name="Google Shape;537;p44"/>
            <p:cNvGrpSpPr/>
            <p:nvPr/>
          </p:nvGrpSpPr>
          <p:grpSpPr>
            <a:xfrm>
              <a:off x="131676" y="4608313"/>
              <a:ext cx="461196" cy="535560"/>
              <a:chOff x="234725" y="3970575"/>
              <a:chExt cx="284075" cy="329900"/>
            </a:xfrm>
          </p:grpSpPr>
          <p:sp>
            <p:nvSpPr>
              <p:cNvPr id="538" name="Google Shape;538;p44"/>
              <p:cNvSpPr/>
              <p:nvPr/>
            </p:nvSpPr>
            <p:spPr>
              <a:xfrm>
                <a:off x="234725" y="3970575"/>
                <a:ext cx="284075" cy="329900"/>
              </a:xfrm>
              <a:custGeom>
                <a:rect b="b" l="l" r="r" t="t"/>
                <a:pathLst>
                  <a:path extrusionOk="0" h="13196" w="11363">
                    <a:moveTo>
                      <a:pt x="1643" y="1"/>
                    </a:moveTo>
                    <a:cubicBezTo>
                      <a:pt x="1352" y="1"/>
                      <a:pt x="1064" y="82"/>
                      <a:pt x="800" y="287"/>
                    </a:cubicBezTo>
                    <a:cubicBezTo>
                      <a:pt x="90" y="840"/>
                      <a:pt x="0" y="1998"/>
                      <a:pt x="293" y="2801"/>
                    </a:cubicBezTo>
                    <a:cubicBezTo>
                      <a:pt x="585" y="3605"/>
                      <a:pt x="585" y="4444"/>
                      <a:pt x="926" y="5219"/>
                    </a:cubicBezTo>
                    <a:cubicBezTo>
                      <a:pt x="1272" y="6006"/>
                      <a:pt x="1936" y="6700"/>
                      <a:pt x="2032" y="7603"/>
                    </a:cubicBezTo>
                    <a:cubicBezTo>
                      <a:pt x="2224" y="9424"/>
                      <a:pt x="670" y="10854"/>
                      <a:pt x="2593" y="13196"/>
                    </a:cubicBezTo>
                    <a:lnTo>
                      <a:pt x="11243" y="13196"/>
                    </a:lnTo>
                    <a:cubicBezTo>
                      <a:pt x="11362" y="12361"/>
                      <a:pt x="11019" y="11436"/>
                      <a:pt x="10540" y="10879"/>
                    </a:cubicBezTo>
                    <a:cubicBezTo>
                      <a:pt x="10061" y="10322"/>
                      <a:pt x="9462" y="9907"/>
                      <a:pt x="8974" y="9361"/>
                    </a:cubicBezTo>
                    <a:cubicBezTo>
                      <a:pt x="7814" y="8059"/>
                      <a:pt x="7371" y="6132"/>
                      <a:pt x="6574" y="4501"/>
                    </a:cubicBezTo>
                    <a:cubicBezTo>
                      <a:pt x="5736" y="2790"/>
                      <a:pt x="4484" y="1383"/>
                      <a:pt x="2963" y="446"/>
                    </a:cubicBezTo>
                    <a:cubicBezTo>
                      <a:pt x="2572" y="204"/>
                      <a:pt x="2103" y="1"/>
                      <a:pt x="16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44"/>
              <p:cNvSpPr/>
              <p:nvPr/>
            </p:nvSpPr>
            <p:spPr>
              <a:xfrm>
                <a:off x="302850" y="4072075"/>
                <a:ext cx="103625" cy="227050"/>
              </a:xfrm>
              <a:custGeom>
                <a:rect b="b" l="l" r="r" t="t"/>
                <a:pathLst>
                  <a:path extrusionOk="0" h="9082" w="4145">
                    <a:moveTo>
                      <a:pt x="291" y="0"/>
                    </a:moveTo>
                    <a:cubicBezTo>
                      <a:pt x="192" y="0"/>
                      <a:pt x="99" y="58"/>
                      <a:pt x="57" y="153"/>
                    </a:cubicBezTo>
                    <a:cubicBezTo>
                      <a:pt x="1" y="283"/>
                      <a:pt x="60" y="432"/>
                      <a:pt x="190" y="489"/>
                    </a:cubicBezTo>
                    <a:cubicBezTo>
                      <a:pt x="1162" y="910"/>
                      <a:pt x="1613" y="2087"/>
                      <a:pt x="1795" y="2752"/>
                    </a:cubicBezTo>
                    <a:cubicBezTo>
                      <a:pt x="1973" y="3402"/>
                      <a:pt x="2067" y="4110"/>
                      <a:pt x="2156" y="4794"/>
                    </a:cubicBezTo>
                    <a:cubicBezTo>
                      <a:pt x="2210" y="5195"/>
                      <a:pt x="2265" y="5609"/>
                      <a:pt x="2337" y="6013"/>
                    </a:cubicBezTo>
                    <a:cubicBezTo>
                      <a:pt x="2585" y="7418"/>
                      <a:pt x="3028" y="8400"/>
                      <a:pt x="3688" y="9013"/>
                    </a:cubicBezTo>
                    <a:cubicBezTo>
                      <a:pt x="3737" y="9060"/>
                      <a:pt x="3800" y="9082"/>
                      <a:pt x="3861" y="9082"/>
                    </a:cubicBezTo>
                    <a:lnTo>
                      <a:pt x="3862" y="9082"/>
                    </a:lnTo>
                    <a:cubicBezTo>
                      <a:pt x="3929" y="9082"/>
                      <a:pt x="3998" y="9055"/>
                      <a:pt x="4049" y="9001"/>
                    </a:cubicBezTo>
                    <a:cubicBezTo>
                      <a:pt x="4144" y="8898"/>
                      <a:pt x="4138" y="8736"/>
                      <a:pt x="4035" y="8640"/>
                    </a:cubicBezTo>
                    <a:cubicBezTo>
                      <a:pt x="3459" y="8104"/>
                      <a:pt x="3067" y="7215"/>
                      <a:pt x="2838" y="5924"/>
                    </a:cubicBezTo>
                    <a:cubicBezTo>
                      <a:pt x="2768" y="5531"/>
                      <a:pt x="2714" y="5122"/>
                      <a:pt x="2662" y="4726"/>
                    </a:cubicBezTo>
                    <a:cubicBezTo>
                      <a:pt x="2570" y="4026"/>
                      <a:pt x="2474" y="3301"/>
                      <a:pt x="2286" y="2617"/>
                    </a:cubicBezTo>
                    <a:cubicBezTo>
                      <a:pt x="1931" y="1319"/>
                      <a:pt x="1258" y="396"/>
                      <a:pt x="393" y="22"/>
                    </a:cubicBezTo>
                    <a:cubicBezTo>
                      <a:pt x="360" y="7"/>
                      <a:pt x="325" y="0"/>
                      <a:pt x="2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44"/>
              <p:cNvSpPr/>
              <p:nvPr/>
            </p:nvSpPr>
            <p:spPr>
              <a:xfrm>
                <a:off x="324325" y="4040750"/>
                <a:ext cx="24875" cy="58000"/>
              </a:xfrm>
              <a:custGeom>
                <a:rect b="b" l="l" r="r" t="t"/>
                <a:pathLst>
                  <a:path extrusionOk="0" h="2320" w="995">
                    <a:moveTo>
                      <a:pt x="291" y="1"/>
                    </a:moveTo>
                    <a:cubicBezTo>
                      <a:pt x="243" y="1"/>
                      <a:pt x="195" y="14"/>
                      <a:pt x="152" y="42"/>
                    </a:cubicBezTo>
                    <a:cubicBezTo>
                      <a:pt x="34" y="119"/>
                      <a:pt x="0" y="278"/>
                      <a:pt x="78" y="395"/>
                    </a:cubicBezTo>
                    <a:cubicBezTo>
                      <a:pt x="364" y="836"/>
                      <a:pt x="472" y="1428"/>
                      <a:pt x="372" y="2022"/>
                    </a:cubicBezTo>
                    <a:cubicBezTo>
                      <a:pt x="348" y="2161"/>
                      <a:pt x="442" y="2293"/>
                      <a:pt x="581" y="2315"/>
                    </a:cubicBezTo>
                    <a:cubicBezTo>
                      <a:pt x="596" y="2318"/>
                      <a:pt x="609" y="2319"/>
                      <a:pt x="624" y="2319"/>
                    </a:cubicBezTo>
                    <a:cubicBezTo>
                      <a:pt x="745" y="2319"/>
                      <a:pt x="854" y="2231"/>
                      <a:pt x="875" y="2106"/>
                    </a:cubicBezTo>
                    <a:cubicBezTo>
                      <a:pt x="994" y="1388"/>
                      <a:pt x="860" y="663"/>
                      <a:pt x="505" y="116"/>
                    </a:cubicBezTo>
                    <a:cubicBezTo>
                      <a:pt x="455" y="41"/>
                      <a:pt x="374" y="1"/>
                      <a:pt x="2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44"/>
              <p:cNvSpPr/>
              <p:nvPr/>
            </p:nvSpPr>
            <p:spPr>
              <a:xfrm>
                <a:off x="321475" y="4190350"/>
                <a:ext cx="51750" cy="58000"/>
              </a:xfrm>
              <a:custGeom>
                <a:rect b="b" l="l" r="r" t="t"/>
                <a:pathLst>
                  <a:path extrusionOk="0" h="2320" w="2070">
                    <a:moveTo>
                      <a:pt x="286" y="0"/>
                    </a:moveTo>
                    <a:cubicBezTo>
                      <a:pt x="260" y="0"/>
                      <a:pt x="235" y="4"/>
                      <a:pt x="210" y="12"/>
                    </a:cubicBezTo>
                    <a:cubicBezTo>
                      <a:pt x="75" y="55"/>
                      <a:pt x="1" y="198"/>
                      <a:pt x="42" y="333"/>
                    </a:cubicBezTo>
                    <a:cubicBezTo>
                      <a:pt x="319" y="1207"/>
                      <a:pt x="911" y="1922"/>
                      <a:pt x="1666" y="2294"/>
                    </a:cubicBezTo>
                    <a:cubicBezTo>
                      <a:pt x="1702" y="2311"/>
                      <a:pt x="1741" y="2319"/>
                      <a:pt x="1778" y="2319"/>
                    </a:cubicBezTo>
                    <a:cubicBezTo>
                      <a:pt x="1872" y="2319"/>
                      <a:pt x="1963" y="2267"/>
                      <a:pt x="2008" y="2176"/>
                    </a:cubicBezTo>
                    <a:cubicBezTo>
                      <a:pt x="2069" y="2051"/>
                      <a:pt x="2017" y="1897"/>
                      <a:pt x="1892" y="1836"/>
                    </a:cubicBezTo>
                    <a:cubicBezTo>
                      <a:pt x="1260" y="1525"/>
                      <a:pt x="763" y="922"/>
                      <a:pt x="529" y="179"/>
                    </a:cubicBezTo>
                    <a:cubicBezTo>
                      <a:pt x="495" y="70"/>
                      <a:pt x="394" y="0"/>
                      <a:pt x="28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2" name="Google Shape;542;p44"/>
            <p:cNvGrpSpPr/>
            <p:nvPr/>
          </p:nvGrpSpPr>
          <p:grpSpPr>
            <a:xfrm>
              <a:off x="396181" y="4375722"/>
              <a:ext cx="527779" cy="768274"/>
              <a:chOff x="2335600" y="3972475"/>
              <a:chExt cx="225325" cy="328000"/>
            </a:xfrm>
          </p:grpSpPr>
          <p:sp>
            <p:nvSpPr>
              <p:cNvPr id="543" name="Google Shape;543;p44"/>
              <p:cNvSpPr/>
              <p:nvPr/>
            </p:nvSpPr>
            <p:spPr>
              <a:xfrm>
                <a:off x="2335600" y="3972475"/>
                <a:ext cx="225325" cy="328000"/>
              </a:xfrm>
              <a:custGeom>
                <a:rect b="b" l="l" r="r" t="t"/>
                <a:pathLst>
                  <a:path extrusionOk="0" h="13120" w="9013">
                    <a:moveTo>
                      <a:pt x="3717" y="1"/>
                    </a:moveTo>
                    <a:cubicBezTo>
                      <a:pt x="3461" y="1"/>
                      <a:pt x="3187" y="82"/>
                      <a:pt x="2902" y="284"/>
                    </a:cubicBezTo>
                    <a:cubicBezTo>
                      <a:pt x="2129" y="835"/>
                      <a:pt x="1745" y="1986"/>
                      <a:pt x="1792" y="2785"/>
                    </a:cubicBezTo>
                    <a:cubicBezTo>
                      <a:pt x="1838" y="3585"/>
                      <a:pt x="1617" y="4419"/>
                      <a:pt x="1711" y="5189"/>
                    </a:cubicBezTo>
                    <a:cubicBezTo>
                      <a:pt x="1808" y="5971"/>
                      <a:pt x="2211" y="6661"/>
                      <a:pt x="2056" y="7560"/>
                    </a:cubicBezTo>
                    <a:cubicBezTo>
                      <a:pt x="1745" y="9370"/>
                      <a:pt x="0" y="10791"/>
                      <a:pt x="1075" y="13120"/>
                    </a:cubicBezTo>
                    <a:lnTo>
                      <a:pt x="8688" y="13120"/>
                    </a:lnTo>
                    <a:cubicBezTo>
                      <a:pt x="9013" y="12290"/>
                      <a:pt x="8955" y="11370"/>
                      <a:pt x="8680" y="10817"/>
                    </a:cubicBezTo>
                    <a:cubicBezTo>
                      <a:pt x="8405" y="10263"/>
                      <a:pt x="7989" y="9851"/>
                      <a:pt x="7704" y="9306"/>
                    </a:cubicBezTo>
                    <a:cubicBezTo>
                      <a:pt x="7025" y="8013"/>
                      <a:pt x="7143" y="6097"/>
                      <a:pt x="6871" y="4476"/>
                    </a:cubicBezTo>
                    <a:cubicBezTo>
                      <a:pt x="6586" y="2774"/>
                      <a:pt x="5855" y="1374"/>
                      <a:pt x="4763" y="443"/>
                    </a:cubicBezTo>
                    <a:cubicBezTo>
                      <a:pt x="4482" y="203"/>
                      <a:pt x="4123" y="1"/>
                      <a:pt x="3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44"/>
              <p:cNvSpPr/>
              <p:nvPr/>
            </p:nvSpPr>
            <p:spPr>
              <a:xfrm>
                <a:off x="2425125" y="4075150"/>
                <a:ext cx="32975" cy="222225"/>
              </a:xfrm>
              <a:custGeom>
                <a:rect b="b" l="l" r="r" t="t"/>
                <a:pathLst>
                  <a:path extrusionOk="0" h="8889" w="1319">
                    <a:moveTo>
                      <a:pt x="208" y="1"/>
                    </a:moveTo>
                    <a:cubicBezTo>
                      <a:pt x="145" y="1"/>
                      <a:pt x="83" y="34"/>
                      <a:pt x="49" y="94"/>
                    </a:cubicBezTo>
                    <a:cubicBezTo>
                      <a:pt x="0" y="181"/>
                      <a:pt x="32" y="293"/>
                      <a:pt x="118" y="342"/>
                    </a:cubicBezTo>
                    <a:cubicBezTo>
                      <a:pt x="856" y="757"/>
                      <a:pt x="941" y="1932"/>
                      <a:pt x="926" y="2594"/>
                    </a:cubicBezTo>
                    <a:cubicBezTo>
                      <a:pt x="911" y="3247"/>
                      <a:pt x="806" y="3953"/>
                      <a:pt x="705" y="4636"/>
                    </a:cubicBezTo>
                    <a:cubicBezTo>
                      <a:pt x="645" y="5033"/>
                      <a:pt x="584" y="5445"/>
                      <a:pt x="541" y="5844"/>
                    </a:cubicBezTo>
                    <a:cubicBezTo>
                      <a:pt x="388" y="7248"/>
                      <a:pt x="515" y="8190"/>
                      <a:pt x="939" y="8810"/>
                    </a:cubicBezTo>
                    <a:cubicBezTo>
                      <a:pt x="975" y="8860"/>
                      <a:pt x="1032" y="8889"/>
                      <a:pt x="1090" y="8889"/>
                    </a:cubicBezTo>
                    <a:lnTo>
                      <a:pt x="1090" y="8887"/>
                    </a:lnTo>
                    <a:cubicBezTo>
                      <a:pt x="1126" y="8887"/>
                      <a:pt x="1162" y="8878"/>
                      <a:pt x="1193" y="8856"/>
                    </a:cubicBezTo>
                    <a:cubicBezTo>
                      <a:pt x="1276" y="8799"/>
                      <a:pt x="1297" y="8686"/>
                      <a:pt x="1241" y="8602"/>
                    </a:cubicBezTo>
                    <a:cubicBezTo>
                      <a:pt x="873" y="8068"/>
                      <a:pt x="763" y="7178"/>
                      <a:pt x="903" y="5883"/>
                    </a:cubicBezTo>
                    <a:cubicBezTo>
                      <a:pt x="945" y="5490"/>
                      <a:pt x="1006" y="5083"/>
                      <a:pt x="1064" y="4690"/>
                    </a:cubicBezTo>
                    <a:cubicBezTo>
                      <a:pt x="1167" y="3996"/>
                      <a:pt x="1273" y="3278"/>
                      <a:pt x="1288" y="2603"/>
                    </a:cubicBezTo>
                    <a:cubicBezTo>
                      <a:pt x="1318" y="1317"/>
                      <a:pt x="966" y="400"/>
                      <a:pt x="297" y="24"/>
                    </a:cubicBezTo>
                    <a:cubicBezTo>
                      <a:pt x="269" y="8"/>
                      <a:pt x="238" y="1"/>
                      <a:pt x="2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44"/>
              <p:cNvSpPr/>
              <p:nvPr/>
            </p:nvSpPr>
            <p:spPr>
              <a:xfrm>
                <a:off x="2447700" y="4044025"/>
                <a:ext cx="18275" cy="54100"/>
              </a:xfrm>
              <a:custGeom>
                <a:rect b="b" l="l" r="r" t="t"/>
                <a:pathLst>
                  <a:path extrusionOk="0" h="2164" w="731">
                    <a:moveTo>
                      <a:pt x="391" y="1"/>
                    </a:moveTo>
                    <a:cubicBezTo>
                      <a:pt x="374" y="1"/>
                      <a:pt x="356" y="4"/>
                      <a:pt x="338" y="9"/>
                    </a:cubicBezTo>
                    <a:cubicBezTo>
                      <a:pt x="241" y="39"/>
                      <a:pt x="187" y="141"/>
                      <a:pt x="217" y="238"/>
                    </a:cubicBezTo>
                    <a:cubicBezTo>
                      <a:pt x="356" y="681"/>
                      <a:pt x="288" y="1306"/>
                      <a:pt x="39" y="1911"/>
                    </a:cubicBezTo>
                    <a:cubicBezTo>
                      <a:pt x="0" y="2005"/>
                      <a:pt x="44" y="2111"/>
                      <a:pt x="138" y="2150"/>
                    </a:cubicBezTo>
                    <a:cubicBezTo>
                      <a:pt x="160" y="2159"/>
                      <a:pt x="184" y="2163"/>
                      <a:pt x="206" y="2163"/>
                    </a:cubicBezTo>
                    <a:cubicBezTo>
                      <a:pt x="278" y="2163"/>
                      <a:pt x="347" y="2121"/>
                      <a:pt x="375" y="2051"/>
                    </a:cubicBezTo>
                    <a:cubicBezTo>
                      <a:pt x="662" y="1360"/>
                      <a:pt x="730" y="660"/>
                      <a:pt x="565" y="129"/>
                    </a:cubicBezTo>
                    <a:cubicBezTo>
                      <a:pt x="540" y="51"/>
                      <a:pt x="469" y="1"/>
                      <a:pt x="39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44"/>
              <p:cNvSpPr/>
              <p:nvPr/>
            </p:nvSpPr>
            <p:spPr>
              <a:xfrm>
                <a:off x="2410825" y="4192750"/>
                <a:ext cx="30700" cy="54100"/>
              </a:xfrm>
              <a:custGeom>
                <a:rect b="b" l="l" r="r" t="t"/>
                <a:pathLst>
                  <a:path extrusionOk="0" h="2164" w="1228">
                    <a:moveTo>
                      <a:pt x="181" y="1"/>
                    </a:moveTo>
                    <a:cubicBezTo>
                      <a:pt x="80" y="2"/>
                      <a:pt x="1" y="86"/>
                      <a:pt x="2" y="186"/>
                    </a:cubicBezTo>
                    <a:cubicBezTo>
                      <a:pt x="14" y="1052"/>
                      <a:pt x="348" y="1762"/>
                      <a:pt x="922" y="2135"/>
                    </a:cubicBezTo>
                    <a:cubicBezTo>
                      <a:pt x="953" y="2155"/>
                      <a:pt x="987" y="2164"/>
                      <a:pt x="1020" y="2164"/>
                    </a:cubicBezTo>
                    <a:cubicBezTo>
                      <a:pt x="1080" y="2164"/>
                      <a:pt x="1138" y="2135"/>
                      <a:pt x="1174" y="2082"/>
                    </a:cubicBezTo>
                    <a:cubicBezTo>
                      <a:pt x="1227" y="1997"/>
                      <a:pt x="1204" y="1885"/>
                      <a:pt x="1120" y="1829"/>
                    </a:cubicBezTo>
                    <a:cubicBezTo>
                      <a:pt x="651" y="1525"/>
                      <a:pt x="375" y="923"/>
                      <a:pt x="365" y="182"/>
                    </a:cubicBezTo>
                    <a:cubicBezTo>
                      <a:pt x="365" y="82"/>
                      <a:pt x="283" y="1"/>
                      <a:pt x="18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32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40.xml"/><Relationship Id="rId6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75200"/>
            <a:ext cx="7713900" cy="3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iro Tamil"/>
              <a:buNone/>
              <a:defRPr b="0" i="0" sz="3000" u="none" cap="none" strike="noStrike">
                <a:solidFill>
                  <a:schemeClr val="accent1"/>
                </a:solidFill>
                <a:latin typeface="Tiro Tamil"/>
                <a:ea typeface="Tiro Tamil"/>
                <a:cs typeface="Tiro Tamil"/>
                <a:sym typeface="Tiro Tamil"/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1" type="body"/>
          </p:nvPr>
        </p:nvSpPr>
        <p:spPr>
          <a:xfrm>
            <a:off x="715100" y="1175200"/>
            <a:ext cx="7713900" cy="3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51894"/>
          </a:xfrm>
          <a:prstGeom prst="rect">
            <a:avLst/>
          </a:prstGeom>
          <a:noFill/>
          <a:ln cap="flat" cmpd="sng" w="477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52" name="Google Shape;552;p45"/>
          <p:cNvGraphicFramePr/>
          <p:nvPr/>
        </p:nvGraphicFramePr>
        <p:xfrm>
          <a:off x="6318675" y="94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{0A74AA43-E674-49B1-BFB5-F7282F004127}</a:tableStyleId>
              </a:tblPr>
              <a:tblGrid>
                <a:gridCol w="1008650"/>
                <a:gridCol w="1437300"/>
              </a:tblGrid>
              <a:tr h="38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1100" u="none" cap="none" strike="noStrike"/>
                        <a:t>Día, Fecha:</a:t>
                      </a:r>
                      <a:endParaRPr b="1" sz="1100" u="none" cap="none" strike="noStrike"/>
                    </a:p>
                  </a:txBody>
                  <a:tcPr marT="45725" marB="45725" marR="45725" marL="457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1000" u="none" cap="none" strike="noStrike"/>
                        <a:t>JUEVES, </a:t>
                      </a:r>
                      <a:r>
                        <a:rPr lang="en" sz="1000"/>
                        <a:t> 07/05/2026</a:t>
                      </a:r>
                      <a:endParaRPr sz="1000" u="none" cap="none" strike="noStrike"/>
                    </a:p>
                  </a:txBody>
                  <a:tcPr marT="45725" marB="45725" marR="45725" marL="457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Hora de inicio:</a:t>
                      </a:r>
                      <a:endParaRPr b="1" sz="1200" u="none" cap="none" strike="noStrike"/>
                    </a:p>
                  </a:txBody>
                  <a:tcPr marT="45725" marB="45725" marR="45725" marL="457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1200" u="none" cap="none" strike="noStrike"/>
                        <a:t>17:20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3" name="Google Shape;553;p45"/>
          <p:cNvSpPr txBox="1"/>
          <p:nvPr/>
        </p:nvSpPr>
        <p:spPr>
          <a:xfrm>
            <a:off x="2040825" y="2110750"/>
            <a:ext cx="46968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ANÁLISIS Y DISEÑO DE SISTEMAS 2</a:t>
            </a:r>
            <a:endParaRPr b="1" sz="190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SECCIÓN B</a:t>
            </a:r>
            <a:endParaRPr b="1" sz="190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4" name="Google Shape;554;p45"/>
          <p:cNvSpPr txBox="1"/>
          <p:nvPr/>
        </p:nvSpPr>
        <p:spPr>
          <a:xfrm>
            <a:off x="580475" y="4641900"/>
            <a:ext cx="40809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NOMBRE DEL TUTOR</a:t>
            </a:r>
            <a:endParaRPr b="1" sz="180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5" name="Google Shape;555;p45"/>
          <p:cNvSpPr txBox="1"/>
          <p:nvPr/>
        </p:nvSpPr>
        <p:spPr>
          <a:xfrm>
            <a:off x="1213350" y="2636925"/>
            <a:ext cx="6717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1900"/>
              <a:t>Escuela de Ingeniería en Ciencias y Sistemas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6"/>
          <p:cNvSpPr txBox="1"/>
          <p:nvPr>
            <p:ph type="ctrTitle"/>
          </p:nvPr>
        </p:nvSpPr>
        <p:spPr>
          <a:xfrm>
            <a:off x="715050" y="1817575"/>
            <a:ext cx="77139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Introducción a la computación en la nube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700"/>
              <a:t>Análisis y Diseño de Sistemas 2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400">
                <a:latin typeface="Albert Sans"/>
                <a:ea typeface="Albert Sans"/>
                <a:cs typeface="Albert Sans"/>
                <a:sym typeface="Albert Sans"/>
              </a:rPr>
              <a:t>Inicio 17:20</a:t>
            </a:r>
            <a:endParaRPr sz="3000"/>
          </a:p>
        </p:txBody>
      </p:sp>
      <p:cxnSp>
        <p:nvCxnSpPr>
          <p:cNvPr id="561" name="Google Shape;561;p46"/>
          <p:cNvCxnSpPr/>
          <p:nvPr/>
        </p:nvCxnSpPr>
        <p:spPr>
          <a:xfrm>
            <a:off x="6756050" y="4775150"/>
            <a:ext cx="1917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46"/>
          <p:cNvSpPr txBox="1"/>
          <p:nvPr>
            <p:ph idx="1" type="subTitle"/>
          </p:nvPr>
        </p:nvSpPr>
        <p:spPr>
          <a:xfrm>
            <a:off x="6714800" y="4395250"/>
            <a:ext cx="1999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Jueves dd/MM/YYYY</a:t>
            </a:r>
            <a:endParaRPr/>
          </a:p>
        </p:txBody>
      </p:sp>
      <p:pic>
        <p:nvPicPr>
          <p:cNvPr id="563" name="Google Shape;56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0" y="107650"/>
            <a:ext cx="760050" cy="76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6"/>
          <p:cNvSpPr txBox="1"/>
          <p:nvPr>
            <p:ph idx="1" type="subTitle"/>
          </p:nvPr>
        </p:nvSpPr>
        <p:spPr>
          <a:xfrm>
            <a:off x="969375" y="107650"/>
            <a:ext cx="40587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Universidad de San Carlos de Guatemala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Facultad de Ingeniería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Escuela de Ingeniería de Ciencias y Sistemas</a:t>
            </a:r>
            <a:endParaRPr sz="1300"/>
          </a:p>
        </p:txBody>
      </p:sp>
      <p:pic>
        <p:nvPicPr>
          <p:cNvPr id="565" name="Google Shape;56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5900" y="107650"/>
            <a:ext cx="1999800" cy="530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7"/>
          <p:cNvSpPr txBox="1"/>
          <p:nvPr>
            <p:ph idx="4294967295" type="subTitle"/>
          </p:nvPr>
        </p:nvSpPr>
        <p:spPr>
          <a:xfrm>
            <a:off x="715100" y="1733400"/>
            <a:ext cx="7184700" cy="3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None/>
            </a:pPr>
            <a:r>
              <a:rPr b="0" i="0" lang="en" sz="2000" u="none" cap="none" strike="noStrik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Implementa y gestiona soluciones tecnológicas mediante el uso de la computación en la nube, garantizando la disponibilidad, escalabilidad y eficiencia en la administración de infraestructuras y servicios. Aplica buenas prácticas en el diseño, despliegue y gestión de entornos cloud, asegurando la seguridad, flexibilidad y control centralizado de los sistemas, así como la reproducibilidad y sostenibilidad de las operaciones tecnológicas en organizaciones modernas.</a:t>
            </a:r>
            <a:endParaRPr b="0" i="0" sz="2000" u="none" cap="none" strike="noStrike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None/>
            </a:pPr>
            <a:r>
              <a:t/>
            </a:r>
            <a:endParaRPr b="0" i="0" sz="2200" u="none" cap="none" strike="noStrike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lbert Sans"/>
              <a:buNone/>
            </a:pPr>
            <a:r>
              <a:t/>
            </a:r>
            <a:endParaRPr b="0" i="0" sz="1900" u="none" cap="none" strike="noStrike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71" name="Google Shape;571;p47"/>
          <p:cNvSpPr txBox="1"/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COMPETENCIA(S) QUE DESARROLLAREMOS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"/>
          <p:cNvSpPr txBox="1"/>
          <p:nvPr>
            <p:ph type="title"/>
          </p:nvPr>
        </p:nvSpPr>
        <p:spPr>
          <a:xfrm>
            <a:off x="720000" y="276448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000"/>
              <a:t>Determinación</a:t>
            </a:r>
            <a:endParaRPr sz="4000"/>
          </a:p>
        </p:txBody>
      </p:sp>
      <p:sp>
        <p:nvSpPr>
          <p:cNvPr id="577" name="Google Shape;577;p48"/>
          <p:cNvSpPr txBox="1"/>
          <p:nvPr>
            <p:ph idx="1" type="subTitle"/>
          </p:nvPr>
        </p:nvSpPr>
        <p:spPr>
          <a:xfrm>
            <a:off x="930800" y="1118250"/>
            <a:ext cx="7493100" cy="37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900"/>
              <a:t>Manteniendo la firmeza y la perseverancia ante los retos académicos, enfrentando las dificultades con una actitud decidida y orientada a los objetivos. Se demuestra constancia en el esfuerzo, superando los obstáculos con disciplina y convicción, sin rendirse ante los fracasos o las complicaciones del camino. Cada desafío se asume como una oportunidad para crecer y alcanzar las metas trazadas con enfoque y compromiso.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9"/>
          <p:cNvSpPr txBox="1"/>
          <p:nvPr>
            <p:ph type="title"/>
          </p:nvPr>
        </p:nvSpPr>
        <p:spPr>
          <a:xfrm>
            <a:off x="435456" y="940125"/>
            <a:ext cx="7428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050" lIns="98050" spcFirstLastPara="1" rIns="98050" wrap="square" tIns="98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38"/>
              <a:t>01</a:t>
            </a:r>
            <a:endParaRPr sz="2038"/>
          </a:p>
        </p:txBody>
      </p:sp>
      <p:sp>
        <p:nvSpPr>
          <p:cNvPr id="583" name="Google Shape;583;p49"/>
          <p:cNvSpPr txBox="1"/>
          <p:nvPr>
            <p:ph idx="1" type="subTitle"/>
          </p:nvPr>
        </p:nvSpPr>
        <p:spPr>
          <a:xfrm>
            <a:off x="1178375" y="940125"/>
            <a:ext cx="4633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050" lIns="98050" spcFirstLastPara="1" rIns="98050" wrap="square" tIns="9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38"/>
              <a:t>Asistencia</a:t>
            </a:r>
            <a:endParaRPr sz="2038"/>
          </a:p>
        </p:txBody>
      </p:sp>
      <p:sp>
        <p:nvSpPr>
          <p:cNvPr id="584" name="Google Shape;584;p49"/>
          <p:cNvSpPr txBox="1"/>
          <p:nvPr>
            <p:ph idx="2" type="title"/>
          </p:nvPr>
        </p:nvSpPr>
        <p:spPr>
          <a:xfrm>
            <a:off x="715050" y="2336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5" name="Google Shape;585;p49"/>
          <p:cNvSpPr txBox="1"/>
          <p:nvPr>
            <p:ph idx="3" type="title"/>
          </p:nvPr>
        </p:nvSpPr>
        <p:spPr>
          <a:xfrm>
            <a:off x="435403" y="1289505"/>
            <a:ext cx="7428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050" lIns="98050" spcFirstLastPara="1" rIns="98050" wrap="square" tIns="98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38"/>
              <a:t>02</a:t>
            </a:r>
            <a:endParaRPr sz="2038"/>
          </a:p>
        </p:txBody>
      </p:sp>
      <p:sp>
        <p:nvSpPr>
          <p:cNvPr id="586" name="Google Shape;586;p49"/>
          <p:cNvSpPr txBox="1"/>
          <p:nvPr>
            <p:ph idx="4" type="subTitle"/>
          </p:nvPr>
        </p:nvSpPr>
        <p:spPr>
          <a:xfrm>
            <a:off x="1178325" y="1289500"/>
            <a:ext cx="5294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050" lIns="98050" spcFirstLastPara="1" rIns="98050" wrap="square" tIns="9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38"/>
              <a:t>I</a:t>
            </a:r>
            <a:r>
              <a:rPr lang="en" sz="2038"/>
              <a:t>ntroducción a computación en la nube</a:t>
            </a:r>
            <a:endParaRPr sz="2038"/>
          </a:p>
        </p:txBody>
      </p:sp>
      <p:sp>
        <p:nvSpPr>
          <p:cNvPr id="587" name="Google Shape;587;p49"/>
          <p:cNvSpPr txBox="1"/>
          <p:nvPr>
            <p:ph idx="5" type="title"/>
          </p:nvPr>
        </p:nvSpPr>
        <p:spPr>
          <a:xfrm>
            <a:off x="435403" y="1651419"/>
            <a:ext cx="7428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050" lIns="98050" spcFirstLastPara="1" rIns="98050" wrap="square" tIns="98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38"/>
              <a:t>03</a:t>
            </a:r>
            <a:endParaRPr sz="2038"/>
          </a:p>
        </p:txBody>
      </p:sp>
      <p:sp>
        <p:nvSpPr>
          <p:cNvPr id="588" name="Google Shape;588;p49"/>
          <p:cNvSpPr txBox="1"/>
          <p:nvPr>
            <p:ph idx="6" type="subTitle"/>
          </p:nvPr>
        </p:nvSpPr>
        <p:spPr>
          <a:xfrm>
            <a:off x="1178324" y="1651425"/>
            <a:ext cx="48405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050" lIns="98050" spcFirstLastPara="1" rIns="98050" wrap="square" tIns="9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38"/>
              <a:t>Dudas o Comentarios</a:t>
            </a:r>
            <a:endParaRPr sz="2038"/>
          </a:p>
        </p:txBody>
      </p:sp>
      <p:sp>
        <p:nvSpPr>
          <p:cNvPr id="589" name="Google Shape;589;p49"/>
          <p:cNvSpPr txBox="1"/>
          <p:nvPr>
            <p:ph idx="7" type="title"/>
          </p:nvPr>
        </p:nvSpPr>
        <p:spPr>
          <a:xfrm>
            <a:off x="435403" y="2045656"/>
            <a:ext cx="7428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050" lIns="98050" spcFirstLastPara="1" rIns="98050" wrap="square" tIns="980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38"/>
              <a:t>04</a:t>
            </a:r>
            <a:endParaRPr sz="2038"/>
          </a:p>
        </p:txBody>
      </p:sp>
      <p:sp>
        <p:nvSpPr>
          <p:cNvPr id="590" name="Google Shape;590;p49"/>
          <p:cNvSpPr txBox="1"/>
          <p:nvPr>
            <p:ph idx="8" type="subTitle"/>
          </p:nvPr>
        </p:nvSpPr>
        <p:spPr>
          <a:xfrm>
            <a:off x="1178325" y="2045650"/>
            <a:ext cx="48405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8050" lIns="98050" spcFirstLastPara="1" rIns="98050" wrap="square" tIns="9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38"/>
              <a:t>Foro de la semana</a:t>
            </a:r>
            <a:endParaRPr sz="2038"/>
          </a:p>
        </p:txBody>
      </p:sp>
      <p:grpSp>
        <p:nvGrpSpPr>
          <p:cNvPr id="591" name="Google Shape;591;p49"/>
          <p:cNvGrpSpPr/>
          <p:nvPr/>
        </p:nvGrpSpPr>
        <p:grpSpPr>
          <a:xfrm flipH="1">
            <a:off x="6187027" y="2064107"/>
            <a:ext cx="1487812" cy="2574928"/>
            <a:chOff x="5148575" y="3105950"/>
            <a:chExt cx="664825" cy="1150600"/>
          </a:xfrm>
        </p:grpSpPr>
        <p:sp>
          <p:nvSpPr>
            <p:cNvPr id="592" name="Google Shape;592;p49"/>
            <p:cNvSpPr/>
            <p:nvPr/>
          </p:nvSpPr>
          <p:spPr>
            <a:xfrm>
              <a:off x="5665200" y="4138725"/>
              <a:ext cx="77600" cy="85900"/>
            </a:xfrm>
            <a:custGeom>
              <a:rect b="b" l="l" r="r" t="t"/>
              <a:pathLst>
                <a:path extrusionOk="0" h="3436" w="3104">
                  <a:moveTo>
                    <a:pt x="2024" y="1"/>
                  </a:moveTo>
                  <a:lnTo>
                    <a:pt x="0" y="1019"/>
                  </a:lnTo>
                  <a:cubicBezTo>
                    <a:pt x="411" y="1911"/>
                    <a:pt x="1953" y="3435"/>
                    <a:pt x="1953" y="3435"/>
                  </a:cubicBezTo>
                  <a:lnTo>
                    <a:pt x="3103" y="2834"/>
                  </a:lnTo>
                  <a:cubicBezTo>
                    <a:pt x="2490" y="1878"/>
                    <a:pt x="2024" y="1"/>
                    <a:pt x="2024" y="1"/>
                  </a:cubicBezTo>
                  <a:close/>
                </a:path>
              </a:pathLst>
            </a:custGeom>
            <a:solidFill>
              <a:srgbClr val="F1AE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9"/>
            <p:cNvSpPr/>
            <p:nvPr/>
          </p:nvSpPr>
          <p:spPr>
            <a:xfrm>
              <a:off x="5503100" y="3838775"/>
              <a:ext cx="226750" cy="346475"/>
            </a:xfrm>
            <a:custGeom>
              <a:rect b="b" l="l" r="r" t="t"/>
              <a:pathLst>
                <a:path extrusionOk="0" h="13859" w="9070">
                  <a:moveTo>
                    <a:pt x="0" y="1"/>
                  </a:moveTo>
                  <a:cubicBezTo>
                    <a:pt x="0" y="1"/>
                    <a:pt x="2087" y="8019"/>
                    <a:pt x="6511" y="13858"/>
                  </a:cubicBezTo>
                  <a:cubicBezTo>
                    <a:pt x="6511" y="13858"/>
                    <a:pt x="8104" y="13537"/>
                    <a:pt x="9070" y="12300"/>
                  </a:cubicBezTo>
                  <a:cubicBezTo>
                    <a:pt x="9070" y="12300"/>
                    <a:pt x="6669" y="5237"/>
                    <a:pt x="5780" y="105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9"/>
            <p:cNvSpPr/>
            <p:nvPr/>
          </p:nvSpPr>
          <p:spPr>
            <a:xfrm>
              <a:off x="5703525" y="4198875"/>
              <a:ext cx="109875" cy="54250"/>
            </a:xfrm>
            <a:custGeom>
              <a:rect b="b" l="l" r="r" t="t"/>
              <a:pathLst>
                <a:path extrusionOk="0" h="2170" w="4395">
                  <a:moveTo>
                    <a:pt x="1143" y="1"/>
                  </a:moveTo>
                  <a:cubicBezTo>
                    <a:pt x="793" y="1"/>
                    <a:pt x="224" y="174"/>
                    <a:pt x="85" y="662"/>
                  </a:cubicBezTo>
                  <a:cubicBezTo>
                    <a:pt x="0" y="960"/>
                    <a:pt x="475" y="2032"/>
                    <a:pt x="861" y="2092"/>
                  </a:cubicBezTo>
                  <a:cubicBezTo>
                    <a:pt x="1139" y="2136"/>
                    <a:pt x="1682" y="2169"/>
                    <a:pt x="2267" y="2169"/>
                  </a:cubicBezTo>
                  <a:cubicBezTo>
                    <a:pt x="2494" y="2169"/>
                    <a:pt x="2726" y="2164"/>
                    <a:pt x="2953" y="2153"/>
                  </a:cubicBezTo>
                  <a:cubicBezTo>
                    <a:pt x="3765" y="2113"/>
                    <a:pt x="4395" y="2052"/>
                    <a:pt x="4354" y="1726"/>
                  </a:cubicBezTo>
                  <a:cubicBezTo>
                    <a:pt x="4329" y="1525"/>
                    <a:pt x="3339" y="1208"/>
                    <a:pt x="2771" y="1016"/>
                  </a:cubicBezTo>
                  <a:cubicBezTo>
                    <a:pt x="1959" y="743"/>
                    <a:pt x="1512" y="105"/>
                    <a:pt x="1372" y="38"/>
                  </a:cubicBezTo>
                  <a:cubicBezTo>
                    <a:pt x="1322" y="14"/>
                    <a:pt x="1241" y="1"/>
                    <a:pt x="1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9"/>
            <p:cNvSpPr/>
            <p:nvPr/>
          </p:nvSpPr>
          <p:spPr>
            <a:xfrm>
              <a:off x="5493825" y="4118575"/>
              <a:ext cx="83725" cy="78275"/>
            </a:xfrm>
            <a:custGeom>
              <a:rect b="b" l="l" r="r" t="t"/>
              <a:pathLst>
                <a:path extrusionOk="0" h="3131" w="3349">
                  <a:moveTo>
                    <a:pt x="1176" y="1"/>
                  </a:moveTo>
                  <a:cubicBezTo>
                    <a:pt x="1176" y="1"/>
                    <a:pt x="394" y="1478"/>
                    <a:pt x="1" y="2392"/>
                  </a:cubicBezTo>
                  <a:lnTo>
                    <a:pt x="1306" y="3131"/>
                  </a:lnTo>
                  <a:cubicBezTo>
                    <a:pt x="1306" y="3131"/>
                    <a:pt x="2479" y="1653"/>
                    <a:pt x="3349" y="653"/>
                  </a:cubicBezTo>
                  <a:lnTo>
                    <a:pt x="1176" y="1"/>
                  </a:lnTo>
                  <a:close/>
                </a:path>
              </a:pathLst>
            </a:custGeom>
            <a:solidFill>
              <a:srgbClr val="F1AE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9"/>
            <p:cNvSpPr/>
            <p:nvPr/>
          </p:nvSpPr>
          <p:spPr>
            <a:xfrm>
              <a:off x="5292825" y="3662200"/>
              <a:ext cx="486875" cy="499875"/>
            </a:xfrm>
            <a:custGeom>
              <a:rect b="b" l="l" r="r" t="t"/>
              <a:pathLst>
                <a:path extrusionOk="0" h="19995" w="19475">
                  <a:moveTo>
                    <a:pt x="1087" y="0"/>
                  </a:moveTo>
                  <a:cubicBezTo>
                    <a:pt x="957" y="1304"/>
                    <a:pt x="0" y="5650"/>
                    <a:pt x="1131" y="7041"/>
                  </a:cubicBezTo>
                  <a:cubicBezTo>
                    <a:pt x="1906" y="7995"/>
                    <a:pt x="3994" y="8262"/>
                    <a:pt x="7129" y="8303"/>
                  </a:cubicBezTo>
                  <a:cubicBezTo>
                    <a:pt x="7231" y="8304"/>
                    <a:pt x="7332" y="8304"/>
                    <a:pt x="7433" y="8304"/>
                  </a:cubicBezTo>
                  <a:cubicBezTo>
                    <a:pt x="10680" y="8304"/>
                    <a:pt x="13238" y="7647"/>
                    <a:pt x="13238" y="7647"/>
                  </a:cubicBezTo>
                  <a:lnTo>
                    <a:pt x="13238" y="7647"/>
                  </a:lnTo>
                  <a:cubicBezTo>
                    <a:pt x="10693" y="12213"/>
                    <a:pt x="8268" y="18515"/>
                    <a:pt x="8268" y="18515"/>
                  </a:cubicBezTo>
                  <a:cubicBezTo>
                    <a:pt x="9244" y="19912"/>
                    <a:pt x="11214" y="19994"/>
                    <a:pt x="11214" y="19994"/>
                  </a:cubicBezTo>
                  <a:cubicBezTo>
                    <a:pt x="18648" y="9258"/>
                    <a:pt x="19475" y="7061"/>
                    <a:pt x="18560" y="4911"/>
                  </a:cubicBezTo>
                  <a:cubicBezTo>
                    <a:pt x="17691" y="2869"/>
                    <a:pt x="10214" y="609"/>
                    <a:pt x="9920" y="323"/>
                  </a:cubicBezTo>
                  <a:lnTo>
                    <a:pt x="9922" y="323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9"/>
            <p:cNvSpPr/>
            <p:nvPr/>
          </p:nvSpPr>
          <p:spPr>
            <a:xfrm>
              <a:off x="5474775" y="4176150"/>
              <a:ext cx="106025" cy="80400"/>
            </a:xfrm>
            <a:custGeom>
              <a:rect b="b" l="l" r="r" t="t"/>
              <a:pathLst>
                <a:path extrusionOk="0" h="3216" w="4241">
                  <a:moveTo>
                    <a:pt x="763" y="1"/>
                  </a:moveTo>
                  <a:cubicBezTo>
                    <a:pt x="763" y="1"/>
                    <a:pt x="764" y="1"/>
                    <a:pt x="764" y="1"/>
                  </a:cubicBezTo>
                  <a:lnTo>
                    <a:pt x="764" y="1"/>
                  </a:lnTo>
                  <a:cubicBezTo>
                    <a:pt x="764" y="1"/>
                    <a:pt x="764" y="1"/>
                    <a:pt x="764" y="1"/>
                  </a:cubicBezTo>
                  <a:close/>
                  <a:moveTo>
                    <a:pt x="764" y="1"/>
                  </a:moveTo>
                  <a:cubicBezTo>
                    <a:pt x="384" y="458"/>
                    <a:pt x="0" y="1370"/>
                    <a:pt x="676" y="2131"/>
                  </a:cubicBezTo>
                  <a:cubicBezTo>
                    <a:pt x="1362" y="2902"/>
                    <a:pt x="2048" y="3214"/>
                    <a:pt x="2874" y="3214"/>
                  </a:cubicBezTo>
                  <a:cubicBezTo>
                    <a:pt x="2990" y="3214"/>
                    <a:pt x="3101" y="3215"/>
                    <a:pt x="3205" y="3215"/>
                  </a:cubicBezTo>
                  <a:cubicBezTo>
                    <a:pt x="3841" y="3215"/>
                    <a:pt x="4241" y="3181"/>
                    <a:pt x="4241" y="2696"/>
                  </a:cubicBezTo>
                  <a:cubicBezTo>
                    <a:pt x="4241" y="2305"/>
                    <a:pt x="3415" y="2349"/>
                    <a:pt x="2981" y="1958"/>
                  </a:cubicBezTo>
                  <a:cubicBezTo>
                    <a:pt x="2545" y="1566"/>
                    <a:pt x="2068" y="828"/>
                    <a:pt x="2068" y="828"/>
                  </a:cubicBezTo>
                  <a:cubicBezTo>
                    <a:pt x="2068" y="828"/>
                    <a:pt x="1720" y="89"/>
                    <a:pt x="7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9"/>
            <p:cNvSpPr/>
            <p:nvPr/>
          </p:nvSpPr>
          <p:spPr>
            <a:xfrm>
              <a:off x="5497125" y="3668000"/>
              <a:ext cx="285000" cy="496350"/>
            </a:xfrm>
            <a:custGeom>
              <a:rect b="b" l="l" r="r" t="t"/>
              <a:pathLst>
                <a:path extrusionOk="0" h="19854" w="11400">
                  <a:moveTo>
                    <a:pt x="1749" y="1"/>
                  </a:moveTo>
                  <a:cubicBezTo>
                    <a:pt x="1725" y="1"/>
                    <a:pt x="1702" y="10"/>
                    <a:pt x="1684" y="28"/>
                  </a:cubicBezTo>
                  <a:cubicBezTo>
                    <a:pt x="1650" y="64"/>
                    <a:pt x="1650" y="121"/>
                    <a:pt x="1686" y="155"/>
                  </a:cubicBezTo>
                  <a:cubicBezTo>
                    <a:pt x="1768" y="234"/>
                    <a:pt x="2148" y="380"/>
                    <a:pt x="3001" y="701"/>
                  </a:cubicBezTo>
                  <a:cubicBezTo>
                    <a:pt x="5163" y="1513"/>
                    <a:pt x="9662" y="3203"/>
                    <a:pt x="10306" y="4715"/>
                  </a:cubicBezTo>
                  <a:cubicBezTo>
                    <a:pt x="11201" y="6823"/>
                    <a:pt x="10350" y="9045"/>
                    <a:pt x="2998" y="19668"/>
                  </a:cubicBezTo>
                  <a:cubicBezTo>
                    <a:pt x="2695" y="19645"/>
                    <a:pt x="1059" y="19459"/>
                    <a:pt x="197" y="18270"/>
                  </a:cubicBezTo>
                  <a:cubicBezTo>
                    <a:pt x="406" y="17694"/>
                    <a:pt x="2627" y="11684"/>
                    <a:pt x="5034" y="8694"/>
                  </a:cubicBezTo>
                  <a:cubicBezTo>
                    <a:pt x="5065" y="8656"/>
                    <a:pt x="5059" y="8599"/>
                    <a:pt x="5020" y="8568"/>
                  </a:cubicBezTo>
                  <a:cubicBezTo>
                    <a:pt x="5003" y="8554"/>
                    <a:pt x="4983" y="8548"/>
                    <a:pt x="4963" y="8548"/>
                  </a:cubicBezTo>
                  <a:cubicBezTo>
                    <a:pt x="4937" y="8548"/>
                    <a:pt x="4911" y="8559"/>
                    <a:pt x="4893" y="8581"/>
                  </a:cubicBezTo>
                  <a:cubicBezTo>
                    <a:pt x="2357" y="11731"/>
                    <a:pt x="35" y="18189"/>
                    <a:pt x="11" y="18253"/>
                  </a:cubicBezTo>
                  <a:cubicBezTo>
                    <a:pt x="0" y="18282"/>
                    <a:pt x="5" y="18312"/>
                    <a:pt x="21" y="18335"/>
                  </a:cubicBezTo>
                  <a:cubicBezTo>
                    <a:pt x="1012" y="19754"/>
                    <a:pt x="2957" y="19849"/>
                    <a:pt x="3039" y="19852"/>
                  </a:cubicBezTo>
                  <a:lnTo>
                    <a:pt x="3042" y="19852"/>
                  </a:lnTo>
                  <a:lnTo>
                    <a:pt x="3042" y="19854"/>
                  </a:lnTo>
                  <a:cubicBezTo>
                    <a:pt x="3072" y="19854"/>
                    <a:pt x="3101" y="19839"/>
                    <a:pt x="3117" y="19815"/>
                  </a:cubicBezTo>
                  <a:cubicBezTo>
                    <a:pt x="10547" y="9081"/>
                    <a:pt x="11400" y="6826"/>
                    <a:pt x="10471" y="4645"/>
                  </a:cubicBezTo>
                  <a:cubicBezTo>
                    <a:pt x="9798" y="3061"/>
                    <a:pt x="5417" y="1416"/>
                    <a:pt x="3065" y="531"/>
                  </a:cubicBezTo>
                  <a:cubicBezTo>
                    <a:pt x="2456" y="303"/>
                    <a:pt x="1880" y="86"/>
                    <a:pt x="1812" y="27"/>
                  </a:cubicBezTo>
                  <a:cubicBezTo>
                    <a:pt x="1795" y="9"/>
                    <a:pt x="1772" y="1"/>
                    <a:pt x="17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9"/>
            <p:cNvSpPr/>
            <p:nvPr/>
          </p:nvSpPr>
          <p:spPr>
            <a:xfrm>
              <a:off x="5228925" y="3528350"/>
              <a:ext cx="89575" cy="135300"/>
            </a:xfrm>
            <a:custGeom>
              <a:rect b="b" l="l" r="r" t="t"/>
              <a:pathLst>
                <a:path extrusionOk="0" h="5412" w="3583">
                  <a:moveTo>
                    <a:pt x="489" y="0"/>
                  </a:moveTo>
                  <a:cubicBezTo>
                    <a:pt x="489" y="0"/>
                    <a:pt x="1" y="2953"/>
                    <a:pt x="211" y="5411"/>
                  </a:cubicBezTo>
                  <a:lnTo>
                    <a:pt x="2826" y="5244"/>
                  </a:lnTo>
                  <a:lnTo>
                    <a:pt x="3583" y="224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1AE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9"/>
            <p:cNvSpPr/>
            <p:nvPr/>
          </p:nvSpPr>
          <p:spPr>
            <a:xfrm>
              <a:off x="5520075" y="3197800"/>
              <a:ext cx="273475" cy="367825"/>
            </a:xfrm>
            <a:custGeom>
              <a:rect b="b" l="l" r="r" t="t"/>
              <a:pathLst>
                <a:path extrusionOk="0" h="14713" w="10939">
                  <a:moveTo>
                    <a:pt x="8499" y="1"/>
                  </a:moveTo>
                  <a:cubicBezTo>
                    <a:pt x="8119" y="1"/>
                    <a:pt x="8354" y="2442"/>
                    <a:pt x="8385" y="3337"/>
                  </a:cubicBezTo>
                  <a:cubicBezTo>
                    <a:pt x="8411" y="4172"/>
                    <a:pt x="8592" y="8029"/>
                    <a:pt x="7241" y="10965"/>
                  </a:cubicBezTo>
                  <a:cubicBezTo>
                    <a:pt x="7241" y="10965"/>
                    <a:pt x="3923" y="10246"/>
                    <a:pt x="2144" y="9231"/>
                  </a:cubicBezTo>
                  <a:lnTo>
                    <a:pt x="0" y="12104"/>
                  </a:lnTo>
                  <a:cubicBezTo>
                    <a:pt x="0" y="12104"/>
                    <a:pt x="3785" y="14713"/>
                    <a:pt x="7006" y="14713"/>
                  </a:cubicBezTo>
                  <a:cubicBezTo>
                    <a:pt x="7445" y="14713"/>
                    <a:pt x="7874" y="14664"/>
                    <a:pt x="8282" y="14554"/>
                  </a:cubicBezTo>
                  <a:cubicBezTo>
                    <a:pt x="10939" y="13833"/>
                    <a:pt x="10440" y="4966"/>
                    <a:pt x="10440" y="4966"/>
                  </a:cubicBezTo>
                  <a:cubicBezTo>
                    <a:pt x="10440" y="4966"/>
                    <a:pt x="10868" y="3307"/>
                    <a:pt x="10509" y="2711"/>
                  </a:cubicBezTo>
                  <a:cubicBezTo>
                    <a:pt x="10381" y="2501"/>
                    <a:pt x="10227" y="2320"/>
                    <a:pt x="10044" y="2320"/>
                  </a:cubicBezTo>
                  <a:cubicBezTo>
                    <a:pt x="9975" y="2320"/>
                    <a:pt x="9903" y="2345"/>
                    <a:pt x="9826" y="2402"/>
                  </a:cubicBezTo>
                  <a:cubicBezTo>
                    <a:pt x="9826" y="2402"/>
                    <a:pt x="9608" y="2129"/>
                    <a:pt x="9369" y="2129"/>
                  </a:cubicBezTo>
                  <a:cubicBezTo>
                    <a:pt x="9358" y="2129"/>
                    <a:pt x="9348" y="2129"/>
                    <a:pt x="9337" y="2130"/>
                  </a:cubicBezTo>
                  <a:cubicBezTo>
                    <a:pt x="9088" y="2157"/>
                    <a:pt x="9001" y="2398"/>
                    <a:pt x="9001" y="2398"/>
                  </a:cubicBezTo>
                  <a:cubicBezTo>
                    <a:pt x="8900" y="2038"/>
                    <a:pt x="8910" y="96"/>
                    <a:pt x="8522" y="3"/>
                  </a:cubicBezTo>
                  <a:cubicBezTo>
                    <a:pt x="8514" y="2"/>
                    <a:pt x="8506" y="1"/>
                    <a:pt x="8499" y="1"/>
                  </a:cubicBezTo>
                  <a:close/>
                </a:path>
              </a:pathLst>
            </a:custGeom>
            <a:solidFill>
              <a:srgbClr val="F1AE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9"/>
            <p:cNvSpPr/>
            <p:nvPr/>
          </p:nvSpPr>
          <p:spPr>
            <a:xfrm>
              <a:off x="5709600" y="3537350"/>
              <a:ext cx="29650" cy="13925"/>
            </a:xfrm>
            <a:custGeom>
              <a:rect b="b" l="l" r="r" t="t"/>
              <a:pathLst>
                <a:path extrusionOk="0" h="557" w="1186">
                  <a:moveTo>
                    <a:pt x="1079" y="0"/>
                  </a:moveTo>
                  <a:cubicBezTo>
                    <a:pt x="1051" y="0"/>
                    <a:pt x="1023" y="13"/>
                    <a:pt x="1004" y="37"/>
                  </a:cubicBezTo>
                  <a:cubicBezTo>
                    <a:pt x="1001" y="41"/>
                    <a:pt x="741" y="367"/>
                    <a:pt x="280" y="367"/>
                  </a:cubicBezTo>
                  <a:cubicBezTo>
                    <a:pt x="229" y="367"/>
                    <a:pt x="175" y="363"/>
                    <a:pt x="118" y="354"/>
                  </a:cubicBezTo>
                  <a:cubicBezTo>
                    <a:pt x="114" y="353"/>
                    <a:pt x="109" y="353"/>
                    <a:pt x="104" y="353"/>
                  </a:cubicBezTo>
                  <a:cubicBezTo>
                    <a:pt x="58" y="353"/>
                    <a:pt x="18" y="385"/>
                    <a:pt x="9" y="431"/>
                  </a:cubicBezTo>
                  <a:cubicBezTo>
                    <a:pt x="1" y="484"/>
                    <a:pt x="36" y="533"/>
                    <a:pt x="89" y="540"/>
                  </a:cubicBezTo>
                  <a:cubicBezTo>
                    <a:pt x="157" y="552"/>
                    <a:pt x="223" y="557"/>
                    <a:pt x="284" y="557"/>
                  </a:cubicBezTo>
                  <a:cubicBezTo>
                    <a:pt x="833" y="557"/>
                    <a:pt x="1139" y="172"/>
                    <a:pt x="1154" y="154"/>
                  </a:cubicBezTo>
                  <a:cubicBezTo>
                    <a:pt x="1186" y="112"/>
                    <a:pt x="1178" y="52"/>
                    <a:pt x="1136" y="21"/>
                  </a:cubicBezTo>
                  <a:cubicBezTo>
                    <a:pt x="1119" y="7"/>
                    <a:pt x="1099" y="0"/>
                    <a:pt x="1079" y="0"/>
                  </a:cubicBezTo>
                  <a:close/>
                </a:path>
              </a:pathLst>
            </a:custGeom>
            <a:solidFill>
              <a:srgbClr val="D181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9"/>
            <p:cNvSpPr/>
            <p:nvPr/>
          </p:nvSpPr>
          <p:spPr>
            <a:xfrm>
              <a:off x="5352225" y="3377250"/>
              <a:ext cx="130850" cy="26975"/>
            </a:xfrm>
            <a:custGeom>
              <a:rect b="b" l="l" r="r" t="t"/>
              <a:pathLst>
                <a:path extrusionOk="0" h="1079" w="5234">
                  <a:moveTo>
                    <a:pt x="3628" y="0"/>
                  </a:moveTo>
                  <a:cubicBezTo>
                    <a:pt x="3350" y="0"/>
                    <a:pt x="3037" y="6"/>
                    <a:pt x="2687" y="20"/>
                  </a:cubicBezTo>
                  <a:cubicBezTo>
                    <a:pt x="985" y="90"/>
                    <a:pt x="0" y="299"/>
                    <a:pt x="0" y="299"/>
                  </a:cubicBezTo>
                  <a:cubicBezTo>
                    <a:pt x="0" y="299"/>
                    <a:pt x="647" y="1078"/>
                    <a:pt x="2160" y="1078"/>
                  </a:cubicBezTo>
                  <a:cubicBezTo>
                    <a:pt x="2227" y="1078"/>
                    <a:pt x="2295" y="1077"/>
                    <a:pt x="2365" y="1074"/>
                  </a:cubicBezTo>
                  <a:cubicBezTo>
                    <a:pt x="4026" y="1001"/>
                    <a:pt x="5234" y="84"/>
                    <a:pt x="5234" y="84"/>
                  </a:cubicBezTo>
                  <a:cubicBezTo>
                    <a:pt x="5234" y="84"/>
                    <a:pt x="4701" y="0"/>
                    <a:pt x="3628" y="0"/>
                  </a:cubicBezTo>
                  <a:close/>
                </a:path>
              </a:pathLst>
            </a:custGeom>
            <a:solidFill>
              <a:srgbClr val="D181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9"/>
            <p:cNvSpPr/>
            <p:nvPr/>
          </p:nvSpPr>
          <p:spPr>
            <a:xfrm>
              <a:off x="5368225" y="3298900"/>
              <a:ext cx="98125" cy="92550"/>
            </a:xfrm>
            <a:custGeom>
              <a:rect b="b" l="l" r="r" t="t"/>
              <a:pathLst>
                <a:path extrusionOk="0" h="3702" w="3925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444" y="1942"/>
                    <a:pt x="14" y="3397"/>
                  </a:cubicBezTo>
                  <a:cubicBezTo>
                    <a:pt x="14" y="3397"/>
                    <a:pt x="674" y="3678"/>
                    <a:pt x="1904" y="3700"/>
                  </a:cubicBezTo>
                  <a:cubicBezTo>
                    <a:pt x="1966" y="3701"/>
                    <a:pt x="2026" y="3702"/>
                    <a:pt x="2084" y="3702"/>
                  </a:cubicBezTo>
                  <a:cubicBezTo>
                    <a:pt x="3796" y="3702"/>
                    <a:pt x="3925" y="3229"/>
                    <a:pt x="3925" y="3229"/>
                  </a:cubicBezTo>
                  <a:cubicBezTo>
                    <a:pt x="3608" y="2832"/>
                    <a:pt x="3429" y="1891"/>
                    <a:pt x="3461" y="127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181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9"/>
            <p:cNvSpPr/>
            <p:nvPr/>
          </p:nvSpPr>
          <p:spPr>
            <a:xfrm>
              <a:off x="5387450" y="3263675"/>
              <a:ext cx="112275" cy="78950"/>
            </a:xfrm>
            <a:custGeom>
              <a:rect b="b" l="l" r="r" t="t"/>
              <a:pathLst>
                <a:path extrusionOk="0" h="3158" w="4491">
                  <a:moveTo>
                    <a:pt x="2410" y="0"/>
                  </a:moveTo>
                  <a:cubicBezTo>
                    <a:pt x="2402" y="0"/>
                    <a:pt x="2394" y="2"/>
                    <a:pt x="2387" y="4"/>
                  </a:cubicBezTo>
                  <a:cubicBezTo>
                    <a:pt x="2157" y="96"/>
                    <a:pt x="0" y="2111"/>
                    <a:pt x="0" y="2111"/>
                  </a:cubicBezTo>
                  <a:lnTo>
                    <a:pt x="2980" y="3058"/>
                  </a:lnTo>
                  <a:cubicBezTo>
                    <a:pt x="2980" y="3058"/>
                    <a:pt x="3347" y="3158"/>
                    <a:pt x="3735" y="3158"/>
                  </a:cubicBezTo>
                  <a:cubicBezTo>
                    <a:pt x="4023" y="3158"/>
                    <a:pt x="4322" y="3103"/>
                    <a:pt x="4490" y="2912"/>
                  </a:cubicBezTo>
                  <a:cubicBezTo>
                    <a:pt x="4490" y="2912"/>
                    <a:pt x="2792" y="0"/>
                    <a:pt x="2410" y="0"/>
                  </a:cubicBezTo>
                  <a:close/>
                </a:path>
              </a:pathLst>
            </a:custGeom>
            <a:solidFill>
              <a:srgbClr val="D181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9"/>
            <p:cNvSpPr/>
            <p:nvPr/>
          </p:nvSpPr>
          <p:spPr>
            <a:xfrm>
              <a:off x="5460325" y="3181825"/>
              <a:ext cx="53725" cy="155000"/>
            </a:xfrm>
            <a:custGeom>
              <a:rect b="b" l="l" r="r" t="t"/>
              <a:pathLst>
                <a:path extrusionOk="0" h="6200" w="2149">
                  <a:moveTo>
                    <a:pt x="1132" y="1"/>
                  </a:moveTo>
                  <a:cubicBezTo>
                    <a:pt x="1132" y="1"/>
                    <a:pt x="1" y="729"/>
                    <a:pt x="177" y="2017"/>
                  </a:cubicBezTo>
                  <a:cubicBezTo>
                    <a:pt x="177" y="2017"/>
                    <a:pt x="395" y="2908"/>
                    <a:pt x="18" y="3001"/>
                  </a:cubicBezTo>
                  <a:lnTo>
                    <a:pt x="123" y="4025"/>
                  </a:lnTo>
                  <a:cubicBezTo>
                    <a:pt x="693" y="5507"/>
                    <a:pt x="1236" y="6200"/>
                    <a:pt x="1513" y="6200"/>
                  </a:cubicBezTo>
                  <a:cubicBezTo>
                    <a:pt x="1536" y="6200"/>
                    <a:pt x="1556" y="6195"/>
                    <a:pt x="1575" y="6186"/>
                  </a:cubicBezTo>
                  <a:cubicBezTo>
                    <a:pt x="1771" y="6092"/>
                    <a:pt x="2148" y="3911"/>
                    <a:pt x="1795" y="2483"/>
                  </a:cubicBezTo>
                  <a:cubicBezTo>
                    <a:pt x="1551" y="1053"/>
                    <a:pt x="1498" y="423"/>
                    <a:pt x="1132" y="1"/>
                  </a:cubicBezTo>
                  <a:close/>
                </a:path>
              </a:pathLst>
            </a:custGeom>
            <a:solidFill>
              <a:srgbClr val="F3B0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9"/>
            <p:cNvSpPr/>
            <p:nvPr/>
          </p:nvSpPr>
          <p:spPr>
            <a:xfrm>
              <a:off x="5493550" y="3211025"/>
              <a:ext cx="10525" cy="10175"/>
            </a:xfrm>
            <a:custGeom>
              <a:rect b="b" l="l" r="r" t="t"/>
              <a:pathLst>
                <a:path extrusionOk="0" h="407" w="421">
                  <a:moveTo>
                    <a:pt x="253" y="0"/>
                  </a:moveTo>
                  <a:cubicBezTo>
                    <a:pt x="135" y="0"/>
                    <a:pt x="1" y="228"/>
                    <a:pt x="81" y="349"/>
                  </a:cubicBezTo>
                  <a:cubicBezTo>
                    <a:pt x="107" y="388"/>
                    <a:pt x="151" y="407"/>
                    <a:pt x="198" y="407"/>
                  </a:cubicBezTo>
                  <a:cubicBezTo>
                    <a:pt x="303" y="407"/>
                    <a:pt x="421" y="314"/>
                    <a:pt x="378" y="148"/>
                  </a:cubicBezTo>
                  <a:cubicBezTo>
                    <a:pt x="351" y="41"/>
                    <a:pt x="303" y="0"/>
                    <a:pt x="253" y="0"/>
                  </a:cubicBezTo>
                  <a:close/>
                </a:path>
              </a:pathLst>
            </a:custGeom>
            <a:solidFill>
              <a:srgbClr val="9D64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9"/>
            <p:cNvSpPr/>
            <p:nvPr/>
          </p:nvSpPr>
          <p:spPr>
            <a:xfrm>
              <a:off x="5297600" y="3128775"/>
              <a:ext cx="204800" cy="237200"/>
            </a:xfrm>
            <a:custGeom>
              <a:rect b="b" l="l" r="r" t="t"/>
              <a:pathLst>
                <a:path extrusionOk="0" h="9488" w="8192">
                  <a:moveTo>
                    <a:pt x="4842" y="0"/>
                  </a:moveTo>
                  <a:cubicBezTo>
                    <a:pt x="4460" y="0"/>
                    <a:pt x="4060" y="39"/>
                    <a:pt x="3650" y="122"/>
                  </a:cubicBezTo>
                  <a:cubicBezTo>
                    <a:pt x="2502" y="425"/>
                    <a:pt x="2151" y="1260"/>
                    <a:pt x="2151" y="1260"/>
                  </a:cubicBezTo>
                  <a:cubicBezTo>
                    <a:pt x="2151" y="1260"/>
                    <a:pt x="2039" y="1228"/>
                    <a:pt x="1880" y="1228"/>
                  </a:cubicBezTo>
                  <a:cubicBezTo>
                    <a:pt x="1671" y="1228"/>
                    <a:pt x="1378" y="1283"/>
                    <a:pt x="1151" y="1536"/>
                  </a:cubicBezTo>
                  <a:cubicBezTo>
                    <a:pt x="752" y="1981"/>
                    <a:pt x="455" y="2651"/>
                    <a:pt x="563" y="4123"/>
                  </a:cubicBezTo>
                  <a:cubicBezTo>
                    <a:pt x="626" y="4983"/>
                    <a:pt x="1236" y="6075"/>
                    <a:pt x="663" y="6712"/>
                  </a:cubicBezTo>
                  <a:cubicBezTo>
                    <a:pt x="0" y="7450"/>
                    <a:pt x="355" y="8651"/>
                    <a:pt x="355" y="8651"/>
                  </a:cubicBezTo>
                  <a:cubicBezTo>
                    <a:pt x="1092" y="8866"/>
                    <a:pt x="2364" y="9488"/>
                    <a:pt x="3318" y="9488"/>
                  </a:cubicBezTo>
                  <a:cubicBezTo>
                    <a:pt x="3348" y="9488"/>
                    <a:pt x="3378" y="9487"/>
                    <a:pt x="3408" y="9486"/>
                  </a:cubicBezTo>
                  <a:cubicBezTo>
                    <a:pt x="4371" y="9444"/>
                    <a:pt x="5120" y="9113"/>
                    <a:pt x="5881" y="9038"/>
                  </a:cubicBezTo>
                  <a:cubicBezTo>
                    <a:pt x="6642" y="8962"/>
                    <a:pt x="7136" y="8644"/>
                    <a:pt x="7136" y="8644"/>
                  </a:cubicBezTo>
                  <a:cubicBezTo>
                    <a:pt x="7136" y="8644"/>
                    <a:pt x="7095" y="7838"/>
                    <a:pt x="6719" y="7193"/>
                  </a:cubicBezTo>
                  <a:cubicBezTo>
                    <a:pt x="6341" y="6550"/>
                    <a:pt x="6229" y="6129"/>
                    <a:pt x="6223" y="5615"/>
                  </a:cubicBezTo>
                  <a:lnTo>
                    <a:pt x="6224" y="5615"/>
                  </a:lnTo>
                  <a:cubicBezTo>
                    <a:pt x="6224" y="5615"/>
                    <a:pt x="6048" y="5347"/>
                    <a:pt x="6577" y="5162"/>
                  </a:cubicBezTo>
                  <a:cubicBezTo>
                    <a:pt x="7010" y="5009"/>
                    <a:pt x="6935" y="4299"/>
                    <a:pt x="6977" y="4029"/>
                  </a:cubicBezTo>
                  <a:cubicBezTo>
                    <a:pt x="7101" y="3226"/>
                    <a:pt x="7528" y="2573"/>
                    <a:pt x="7754" y="2200"/>
                  </a:cubicBezTo>
                  <a:cubicBezTo>
                    <a:pt x="8192" y="1478"/>
                    <a:pt x="7907" y="966"/>
                    <a:pt x="7020" y="499"/>
                  </a:cubicBezTo>
                  <a:cubicBezTo>
                    <a:pt x="6428" y="186"/>
                    <a:pt x="5678" y="0"/>
                    <a:pt x="4842" y="0"/>
                  </a:cubicBezTo>
                  <a:close/>
                </a:path>
              </a:pathLst>
            </a:custGeom>
            <a:solidFill>
              <a:srgbClr val="9D64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9"/>
            <p:cNvSpPr/>
            <p:nvPr/>
          </p:nvSpPr>
          <p:spPr>
            <a:xfrm>
              <a:off x="5438875" y="3245550"/>
              <a:ext cx="36375" cy="37900"/>
            </a:xfrm>
            <a:custGeom>
              <a:rect b="b" l="l" r="r" t="t"/>
              <a:pathLst>
                <a:path extrusionOk="0" h="1516" w="1455">
                  <a:moveTo>
                    <a:pt x="444" y="1"/>
                  </a:moveTo>
                  <a:cubicBezTo>
                    <a:pt x="411" y="1"/>
                    <a:pt x="378" y="6"/>
                    <a:pt x="345" y="17"/>
                  </a:cubicBezTo>
                  <a:cubicBezTo>
                    <a:pt x="102" y="94"/>
                    <a:pt x="0" y="482"/>
                    <a:pt x="176" y="935"/>
                  </a:cubicBezTo>
                  <a:cubicBezTo>
                    <a:pt x="313" y="1288"/>
                    <a:pt x="618" y="1515"/>
                    <a:pt x="840" y="1515"/>
                  </a:cubicBezTo>
                  <a:cubicBezTo>
                    <a:pt x="893" y="1515"/>
                    <a:pt x="941" y="1503"/>
                    <a:pt x="981" y="1476"/>
                  </a:cubicBezTo>
                  <a:cubicBezTo>
                    <a:pt x="1455" y="1413"/>
                    <a:pt x="979" y="1"/>
                    <a:pt x="444" y="1"/>
                  </a:cubicBezTo>
                  <a:close/>
                </a:path>
              </a:pathLst>
            </a:custGeom>
            <a:solidFill>
              <a:srgbClr val="F3B0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9"/>
            <p:cNvSpPr/>
            <p:nvPr/>
          </p:nvSpPr>
          <p:spPr>
            <a:xfrm>
              <a:off x="5446775" y="3252375"/>
              <a:ext cx="15700" cy="23700"/>
            </a:xfrm>
            <a:custGeom>
              <a:rect b="b" l="l" r="r" t="t"/>
              <a:pathLst>
                <a:path extrusionOk="0" h="948" w="628">
                  <a:moveTo>
                    <a:pt x="186" y="0"/>
                  </a:moveTo>
                  <a:cubicBezTo>
                    <a:pt x="151" y="0"/>
                    <a:pt x="119" y="15"/>
                    <a:pt x="93" y="47"/>
                  </a:cubicBezTo>
                  <a:cubicBezTo>
                    <a:pt x="2" y="161"/>
                    <a:pt x="1" y="388"/>
                    <a:pt x="123" y="627"/>
                  </a:cubicBezTo>
                  <a:cubicBezTo>
                    <a:pt x="218" y="810"/>
                    <a:pt x="360" y="948"/>
                    <a:pt x="461" y="948"/>
                  </a:cubicBezTo>
                  <a:cubicBezTo>
                    <a:pt x="490" y="948"/>
                    <a:pt x="516" y="936"/>
                    <a:pt x="537" y="910"/>
                  </a:cubicBezTo>
                  <a:cubicBezTo>
                    <a:pt x="628" y="797"/>
                    <a:pt x="602" y="510"/>
                    <a:pt x="480" y="273"/>
                  </a:cubicBezTo>
                  <a:cubicBezTo>
                    <a:pt x="392" y="101"/>
                    <a:pt x="277" y="0"/>
                    <a:pt x="186" y="0"/>
                  </a:cubicBezTo>
                  <a:close/>
                </a:path>
              </a:pathLst>
            </a:custGeom>
            <a:solidFill>
              <a:srgbClr val="D181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9"/>
            <p:cNvSpPr/>
            <p:nvPr/>
          </p:nvSpPr>
          <p:spPr>
            <a:xfrm>
              <a:off x="5249975" y="3377775"/>
              <a:ext cx="317700" cy="321750"/>
            </a:xfrm>
            <a:custGeom>
              <a:rect b="b" l="l" r="r" t="t"/>
              <a:pathLst>
                <a:path extrusionOk="0" h="12870" w="12708">
                  <a:moveTo>
                    <a:pt x="9219" y="0"/>
                  </a:moveTo>
                  <a:cubicBezTo>
                    <a:pt x="9219" y="0"/>
                    <a:pt x="8501" y="581"/>
                    <a:pt x="6592" y="727"/>
                  </a:cubicBezTo>
                  <a:cubicBezTo>
                    <a:pt x="6426" y="740"/>
                    <a:pt x="6272" y="746"/>
                    <a:pt x="6130" y="746"/>
                  </a:cubicBezTo>
                  <a:cubicBezTo>
                    <a:pt x="4645" y="746"/>
                    <a:pt x="4455" y="114"/>
                    <a:pt x="4455" y="114"/>
                  </a:cubicBezTo>
                  <a:cubicBezTo>
                    <a:pt x="4455" y="114"/>
                    <a:pt x="1372" y="978"/>
                    <a:pt x="1048" y="1771"/>
                  </a:cubicBezTo>
                  <a:cubicBezTo>
                    <a:pt x="0" y="4340"/>
                    <a:pt x="2004" y="6911"/>
                    <a:pt x="2004" y="6911"/>
                  </a:cubicBezTo>
                  <a:cubicBezTo>
                    <a:pt x="2478" y="8988"/>
                    <a:pt x="2038" y="11476"/>
                    <a:pt x="2957" y="12118"/>
                  </a:cubicBezTo>
                  <a:cubicBezTo>
                    <a:pt x="2957" y="12118"/>
                    <a:pt x="3220" y="12870"/>
                    <a:pt x="6281" y="12870"/>
                  </a:cubicBezTo>
                  <a:cubicBezTo>
                    <a:pt x="6384" y="12870"/>
                    <a:pt x="6489" y="12869"/>
                    <a:pt x="6598" y="12867"/>
                  </a:cubicBezTo>
                  <a:cubicBezTo>
                    <a:pt x="9958" y="12813"/>
                    <a:pt x="11427" y="12194"/>
                    <a:pt x="11857" y="11772"/>
                  </a:cubicBezTo>
                  <a:cubicBezTo>
                    <a:pt x="12287" y="11349"/>
                    <a:pt x="12076" y="10507"/>
                    <a:pt x="12000" y="9704"/>
                  </a:cubicBezTo>
                  <a:cubicBezTo>
                    <a:pt x="11922" y="8900"/>
                    <a:pt x="11804" y="7701"/>
                    <a:pt x="11804" y="7701"/>
                  </a:cubicBezTo>
                  <a:cubicBezTo>
                    <a:pt x="11739" y="4961"/>
                    <a:pt x="12707" y="1477"/>
                    <a:pt x="11722" y="847"/>
                  </a:cubicBezTo>
                  <a:cubicBezTo>
                    <a:pt x="10739" y="217"/>
                    <a:pt x="9219" y="0"/>
                    <a:pt x="9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9"/>
            <p:cNvSpPr/>
            <p:nvPr/>
          </p:nvSpPr>
          <p:spPr>
            <a:xfrm>
              <a:off x="5306050" y="3105950"/>
              <a:ext cx="88450" cy="68350"/>
            </a:xfrm>
            <a:custGeom>
              <a:rect b="b" l="l" r="r" t="t"/>
              <a:pathLst>
                <a:path extrusionOk="0" h="2734" w="3538">
                  <a:moveTo>
                    <a:pt x="2081" y="0"/>
                  </a:moveTo>
                  <a:cubicBezTo>
                    <a:pt x="1807" y="0"/>
                    <a:pt x="1673" y="217"/>
                    <a:pt x="1673" y="217"/>
                  </a:cubicBezTo>
                  <a:cubicBezTo>
                    <a:pt x="1673" y="217"/>
                    <a:pt x="1595" y="202"/>
                    <a:pt x="1474" y="202"/>
                  </a:cubicBezTo>
                  <a:cubicBezTo>
                    <a:pt x="1169" y="202"/>
                    <a:pt x="591" y="304"/>
                    <a:pt x="317" y="1025"/>
                  </a:cubicBezTo>
                  <a:cubicBezTo>
                    <a:pt x="1" y="1856"/>
                    <a:pt x="827" y="2733"/>
                    <a:pt x="1774" y="2733"/>
                  </a:cubicBezTo>
                  <a:cubicBezTo>
                    <a:pt x="1975" y="2733"/>
                    <a:pt x="2181" y="2694"/>
                    <a:pt x="2383" y="2606"/>
                  </a:cubicBezTo>
                  <a:cubicBezTo>
                    <a:pt x="3537" y="2104"/>
                    <a:pt x="3128" y="595"/>
                    <a:pt x="2541" y="176"/>
                  </a:cubicBezTo>
                  <a:cubicBezTo>
                    <a:pt x="2359" y="45"/>
                    <a:pt x="2205" y="0"/>
                    <a:pt x="2081" y="0"/>
                  </a:cubicBezTo>
                  <a:close/>
                </a:path>
              </a:pathLst>
            </a:custGeom>
            <a:solidFill>
              <a:srgbClr val="9D64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9"/>
            <p:cNvSpPr/>
            <p:nvPr/>
          </p:nvSpPr>
          <p:spPr>
            <a:xfrm>
              <a:off x="5428450" y="3238000"/>
              <a:ext cx="35775" cy="104375"/>
            </a:xfrm>
            <a:custGeom>
              <a:rect b="b" l="l" r="r" t="t"/>
              <a:pathLst>
                <a:path extrusionOk="0" h="4175" w="1431">
                  <a:moveTo>
                    <a:pt x="278" y="0"/>
                  </a:moveTo>
                  <a:cubicBezTo>
                    <a:pt x="245" y="0"/>
                    <a:pt x="213" y="19"/>
                    <a:pt x="198" y="51"/>
                  </a:cubicBezTo>
                  <a:cubicBezTo>
                    <a:pt x="5" y="452"/>
                    <a:pt x="1" y="969"/>
                    <a:pt x="184" y="1505"/>
                  </a:cubicBezTo>
                  <a:cubicBezTo>
                    <a:pt x="304" y="1855"/>
                    <a:pt x="486" y="2181"/>
                    <a:pt x="661" y="2496"/>
                  </a:cubicBezTo>
                  <a:cubicBezTo>
                    <a:pt x="716" y="2594"/>
                    <a:pt x="770" y="2691"/>
                    <a:pt x="822" y="2790"/>
                  </a:cubicBezTo>
                  <a:cubicBezTo>
                    <a:pt x="1023" y="3166"/>
                    <a:pt x="1231" y="3614"/>
                    <a:pt x="1250" y="4090"/>
                  </a:cubicBezTo>
                  <a:cubicBezTo>
                    <a:pt x="1252" y="4138"/>
                    <a:pt x="1292" y="4175"/>
                    <a:pt x="1340" y="4175"/>
                  </a:cubicBezTo>
                  <a:lnTo>
                    <a:pt x="1343" y="4175"/>
                  </a:lnTo>
                  <a:cubicBezTo>
                    <a:pt x="1392" y="4173"/>
                    <a:pt x="1431" y="4132"/>
                    <a:pt x="1429" y="4082"/>
                  </a:cubicBezTo>
                  <a:cubicBezTo>
                    <a:pt x="1408" y="3570"/>
                    <a:pt x="1190" y="3099"/>
                    <a:pt x="980" y="2705"/>
                  </a:cubicBezTo>
                  <a:cubicBezTo>
                    <a:pt x="928" y="2606"/>
                    <a:pt x="873" y="2508"/>
                    <a:pt x="817" y="2409"/>
                  </a:cubicBezTo>
                  <a:cubicBezTo>
                    <a:pt x="646" y="2100"/>
                    <a:pt x="468" y="1782"/>
                    <a:pt x="355" y="1446"/>
                  </a:cubicBezTo>
                  <a:cubicBezTo>
                    <a:pt x="186" y="955"/>
                    <a:pt x="189" y="487"/>
                    <a:pt x="359" y="128"/>
                  </a:cubicBezTo>
                  <a:cubicBezTo>
                    <a:pt x="381" y="84"/>
                    <a:pt x="362" y="30"/>
                    <a:pt x="317" y="9"/>
                  </a:cubicBezTo>
                  <a:cubicBezTo>
                    <a:pt x="305" y="3"/>
                    <a:pt x="291" y="0"/>
                    <a:pt x="278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9"/>
            <p:cNvSpPr/>
            <p:nvPr/>
          </p:nvSpPr>
          <p:spPr>
            <a:xfrm>
              <a:off x="5456900" y="3152300"/>
              <a:ext cx="31950" cy="91725"/>
            </a:xfrm>
            <a:custGeom>
              <a:rect b="b" l="l" r="r" t="t"/>
              <a:pathLst>
                <a:path extrusionOk="0" h="3669" w="1278">
                  <a:moveTo>
                    <a:pt x="880" y="1"/>
                  </a:moveTo>
                  <a:cubicBezTo>
                    <a:pt x="850" y="1"/>
                    <a:pt x="820" y="17"/>
                    <a:pt x="803" y="44"/>
                  </a:cubicBezTo>
                  <a:cubicBezTo>
                    <a:pt x="778" y="87"/>
                    <a:pt x="790" y="143"/>
                    <a:pt x="833" y="168"/>
                  </a:cubicBezTo>
                  <a:cubicBezTo>
                    <a:pt x="1047" y="296"/>
                    <a:pt x="1085" y="604"/>
                    <a:pt x="1014" y="841"/>
                  </a:cubicBezTo>
                  <a:cubicBezTo>
                    <a:pt x="954" y="1041"/>
                    <a:pt x="833" y="1216"/>
                    <a:pt x="706" y="1401"/>
                  </a:cubicBezTo>
                  <a:cubicBezTo>
                    <a:pt x="669" y="1456"/>
                    <a:pt x="630" y="1513"/>
                    <a:pt x="593" y="1570"/>
                  </a:cubicBezTo>
                  <a:cubicBezTo>
                    <a:pt x="211" y="2161"/>
                    <a:pt x="0" y="2874"/>
                    <a:pt x="0" y="3579"/>
                  </a:cubicBezTo>
                  <a:cubicBezTo>
                    <a:pt x="0" y="3628"/>
                    <a:pt x="41" y="3668"/>
                    <a:pt x="90" y="3668"/>
                  </a:cubicBezTo>
                  <a:cubicBezTo>
                    <a:pt x="139" y="3668"/>
                    <a:pt x="179" y="3628"/>
                    <a:pt x="179" y="3577"/>
                  </a:cubicBezTo>
                  <a:cubicBezTo>
                    <a:pt x="179" y="2907"/>
                    <a:pt x="381" y="2229"/>
                    <a:pt x="745" y="1667"/>
                  </a:cubicBezTo>
                  <a:cubicBezTo>
                    <a:pt x="781" y="1611"/>
                    <a:pt x="818" y="1556"/>
                    <a:pt x="856" y="1503"/>
                  </a:cubicBezTo>
                  <a:cubicBezTo>
                    <a:pt x="984" y="1314"/>
                    <a:pt x="1117" y="1120"/>
                    <a:pt x="1185" y="894"/>
                  </a:cubicBezTo>
                  <a:cubicBezTo>
                    <a:pt x="1278" y="591"/>
                    <a:pt x="1218" y="190"/>
                    <a:pt x="926" y="14"/>
                  </a:cubicBezTo>
                  <a:cubicBezTo>
                    <a:pt x="911" y="5"/>
                    <a:pt x="895" y="1"/>
                    <a:pt x="880" y="1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9"/>
            <p:cNvSpPr/>
            <p:nvPr/>
          </p:nvSpPr>
          <p:spPr>
            <a:xfrm>
              <a:off x="5429050" y="3294700"/>
              <a:ext cx="23350" cy="54550"/>
            </a:xfrm>
            <a:custGeom>
              <a:rect b="b" l="l" r="r" t="t"/>
              <a:pathLst>
                <a:path extrusionOk="0" h="2182" w="934">
                  <a:moveTo>
                    <a:pt x="97" y="1"/>
                  </a:moveTo>
                  <a:cubicBezTo>
                    <a:pt x="91" y="1"/>
                    <a:pt x="85" y="1"/>
                    <a:pt x="80" y="2"/>
                  </a:cubicBezTo>
                  <a:cubicBezTo>
                    <a:pt x="32" y="13"/>
                    <a:pt x="1" y="61"/>
                    <a:pt x="10" y="108"/>
                  </a:cubicBezTo>
                  <a:cubicBezTo>
                    <a:pt x="68" y="393"/>
                    <a:pt x="214" y="643"/>
                    <a:pt x="354" y="886"/>
                  </a:cubicBezTo>
                  <a:cubicBezTo>
                    <a:pt x="396" y="958"/>
                    <a:pt x="440" y="1031"/>
                    <a:pt x="478" y="1104"/>
                  </a:cubicBezTo>
                  <a:cubicBezTo>
                    <a:pt x="689" y="1491"/>
                    <a:pt x="747" y="1804"/>
                    <a:pt x="659" y="2062"/>
                  </a:cubicBezTo>
                  <a:cubicBezTo>
                    <a:pt x="643" y="2108"/>
                    <a:pt x="668" y="2161"/>
                    <a:pt x="714" y="2176"/>
                  </a:cubicBezTo>
                  <a:cubicBezTo>
                    <a:pt x="725" y="2180"/>
                    <a:pt x="734" y="2182"/>
                    <a:pt x="744" y="2182"/>
                  </a:cubicBezTo>
                  <a:cubicBezTo>
                    <a:pt x="781" y="2182"/>
                    <a:pt x="816" y="2158"/>
                    <a:pt x="829" y="2120"/>
                  </a:cubicBezTo>
                  <a:cubicBezTo>
                    <a:pt x="934" y="1811"/>
                    <a:pt x="871" y="1452"/>
                    <a:pt x="637" y="1019"/>
                  </a:cubicBezTo>
                  <a:cubicBezTo>
                    <a:pt x="596" y="943"/>
                    <a:pt x="553" y="870"/>
                    <a:pt x="510" y="795"/>
                  </a:cubicBezTo>
                  <a:cubicBezTo>
                    <a:pt x="369" y="555"/>
                    <a:pt x="238" y="328"/>
                    <a:pt x="186" y="73"/>
                  </a:cubicBezTo>
                  <a:cubicBezTo>
                    <a:pt x="178" y="30"/>
                    <a:pt x="140" y="1"/>
                    <a:pt x="97" y="1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9"/>
            <p:cNvSpPr/>
            <p:nvPr/>
          </p:nvSpPr>
          <p:spPr>
            <a:xfrm>
              <a:off x="5312475" y="3164450"/>
              <a:ext cx="36375" cy="171375"/>
            </a:xfrm>
            <a:custGeom>
              <a:rect b="b" l="l" r="r" t="t"/>
              <a:pathLst>
                <a:path extrusionOk="0" h="6855" w="1455">
                  <a:moveTo>
                    <a:pt x="1355" y="0"/>
                  </a:moveTo>
                  <a:cubicBezTo>
                    <a:pt x="1348" y="0"/>
                    <a:pt x="1341" y="1"/>
                    <a:pt x="1334" y="3"/>
                  </a:cubicBezTo>
                  <a:cubicBezTo>
                    <a:pt x="635" y="179"/>
                    <a:pt x="266" y="928"/>
                    <a:pt x="220" y="1552"/>
                  </a:cubicBezTo>
                  <a:cubicBezTo>
                    <a:pt x="180" y="2096"/>
                    <a:pt x="314" y="2632"/>
                    <a:pt x="444" y="3148"/>
                  </a:cubicBezTo>
                  <a:cubicBezTo>
                    <a:pt x="471" y="3257"/>
                    <a:pt x="499" y="3366"/>
                    <a:pt x="525" y="3473"/>
                  </a:cubicBezTo>
                  <a:cubicBezTo>
                    <a:pt x="653" y="4020"/>
                    <a:pt x="768" y="4720"/>
                    <a:pt x="513" y="5311"/>
                  </a:cubicBezTo>
                  <a:cubicBezTo>
                    <a:pt x="462" y="5427"/>
                    <a:pt x="399" y="5535"/>
                    <a:pt x="334" y="5650"/>
                  </a:cubicBezTo>
                  <a:cubicBezTo>
                    <a:pt x="271" y="5759"/>
                    <a:pt x="207" y="5869"/>
                    <a:pt x="154" y="5987"/>
                  </a:cubicBezTo>
                  <a:cubicBezTo>
                    <a:pt x="20" y="6289"/>
                    <a:pt x="1" y="6578"/>
                    <a:pt x="104" y="6802"/>
                  </a:cubicBezTo>
                  <a:cubicBezTo>
                    <a:pt x="118" y="6835"/>
                    <a:pt x="151" y="6854"/>
                    <a:pt x="185" y="6854"/>
                  </a:cubicBezTo>
                  <a:lnTo>
                    <a:pt x="185" y="6854"/>
                  </a:lnTo>
                  <a:cubicBezTo>
                    <a:pt x="198" y="6854"/>
                    <a:pt x="210" y="6853"/>
                    <a:pt x="222" y="6847"/>
                  </a:cubicBezTo>
                  <a:cubicBezTo>
                    <a:pt x="268" y="6826"/>
                    <a:pt x="287" y="6772"/>
                    <a:pt x="266" y="6727"/>
                  </a:cubicBezTo>
                  <a:cubicBezTo>
                    <a:pt x="159" y="6490"/>
                    <a:pt x="253" y="6208"/>
                    <a:pt x="319" y="6060"/>
                  </a:cubicBezTo>
                  <a:cubicBezTo>
                    <a:pt x="368" y="5951"/>
                    <a:pt x="426" y="5848"/>
                    <a:pt x="489" y="5739"/>
                  </a:cubicBezTo>
                  <a:cubicBezTo>
                    <a:pt x="554" y="5626"/>
                    <a:pt x="623" y="5508"/>
                    <a:pt x="677" y="5383"/>
                  </a:cubicBezTo>
                  <a:cubicBezTo>
                    <a:pt x="953" y="4744"/>
                    <a:pt x="834" y="4005"/>
                    <a:pt x="699" y="3433"/>
                  </a:cubicBezTo>
                  <a:cubicBezTo>
                    <a:pt x="674" y="3324"/>
                    <a:pt x="645" y="3215"/>
                    <a:pt x="619" y="3105"/>
                  </a:cubicBezTo>
                  <a:cubicBezTo>
                    <a:pt x="492" y="2602"/>
                    <a:pt x="362" y="2081"/>
                    <a:pt x="399" y="1566"/>
                  </a:cubicBezTo>
                  <a:cubicBezTo>
                    <a:pt x="441" y="1005"/>
                    <a:pt x="765" y="331"/>
                    <a:pt x="1377" y="178"/>
                  </a:cubicBezTo>
                  <a:cubicBezTo>
                    <a:pt x="1425" y="166"/>
                    <a:pt x="1454" y="116"/>
                    <a:pt x="1443" y="69"/>
                  </a:cubicBezTo>
                  <a:cubicBezTo>
                    <a:pt x="1432" y="28"/>
                    <a:pt x="1395" y="0"/>
                    <a:pt x="1355" y="0"/>
                  </a:cubicBezTo>
                  <a:close/>
                  <a:moveTo>
                    <a:pt x="185" y="6854"/>
                  </a:moveTo>
                  <a:cubicBezTo>
                    <a:pt x="185" y="6854"/>
                    <a:pt x="185" y="6854"/>
                    <a:pt x="184" y="6854"/>
                  </a:cubicBezTo>
                  <a:lnTo>
                    <a:pt x="186" y="6854"/>
                  </a:lnTo>
                  <a:cubicBezTo>
                    <a:pt x="186" y="6854"/>
                    <a:pt x="185" y="6854"/>
                    <a:pt x="185" y="6854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9"/>
            <p:cNvSpPr/>
            <p:nvPr/>
          </p:nvSpPr>
          <p:spPr>
            <a:xfrm>
              <a:off x="5322600" y="3260600"/>
              <a:ext cx="24375" cy="89500"/>
            </a:xfrm>
            <a:custGeom>
              <a:rect b="b" l="l" r="r" t="t"/>
              <a:pathLst>
                <a:path extrusionOk="0" h="3580" w="975">
                  <a:moveTo>
                    <a:pt x="648" y="1"/>
                  </a:moveTo>
                  <a:cubicBezTo>
                    <a:pt x="636" y="1"/>
                    <a:pt x="624" y="3"/>
                    <a:pt x="612" y="8"/>
                  </a:cubicBezTo>
                  <a:cubicBezTo>
                    <a:pt x="567" y="27"/>
                    <a:pt x="546" y="81"/>
                    <a:pt x="567" y="126"/>
                  </a:cubicBezTo>
                  <a:cubicBezTo>
                    <a:pt x="785" y="620"/>
                    <a:pt x="630" y="1204"/>
                    <a:pt x="429" y="1760"/>
                  </a:cubicBezTo>
                  <a:lnTo>
                    <a:pt x="409" y="1814"/>
                  </a:lnTo>
                  <a:cubicBezTo>
                    <a:pt x="208" y="2366"/>
                    <a:pt x="0" y="2940"/>
                    <a:pt x="149" y="3513"/>
                  </a:cubicBezTo>
                  <a:cubicBezTo>
                    <a:pt x="160" y="3553"/>
                    <a:pt x="196" y="3580"/>
                    <a:pt x="236" y="3580"/>
                  </a:cubicBezTo>
                  <a:cubicBezTo>
                    <a:pt x="243" y="3580"/>
                    <a:pt x="251" y="3578"/>
                    <a:pt x="258" y="3577"/>
                  </a:cubicBezTo>
                  <a:cubicBezTo>
                    <a:pt x="306" y="3564"/>
                    <a:pt x="335" y="3516"/>
                    <a:pt x="323" y="3467"/>
                  </a:cubicBezTo>
                  <a:cubicBezTo>
                    <a:pt x="188" y="2949"/>
                    <a:pt x="387" y="2402"/>
                    <a:pt x="578" y="1875"/>
                  </a:cubicBezTo>
                  <a:lnTo>
                    <a:pt x="597" y="1820"/>
                  </a:lnTo>
                  <a:cubicBezTo>
                    <a:pt x="811" y="1229"/>
                    <a:pt x="975" y="605"/>
                    <a:pt x="732" y="54"/>
                  </a:cubicBezTo>
                  <a:cubicBezTo>
                    <a:pt x="716" y="20"/>
                    <a:pt x="683" y="1"/>
                    <a:pt x="648" y="1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9"/>
            <p:cNvSpPr/>
            <p:nvPr/>
          </p:nvSpPr>
          <p:spPr>
            <a:xfrm>
              <a:off x="5343300" y="3168575"/>
              <a:ext cx="22225" cy="187950"/>
            </a:xfrm>
            <a:custGeom>
              <a:rect b="b" l="l" r="r" t="t"/>
              <a:pathLst>
                <a:path extrusionOk="0" h="7518" w="889">
                  <a:moveTo>
                    <a:pt x="514" y="0"/>
                  </a:moveTo>
                  <a:cubicBezTo>
                    <a:pt x="488" y="0"/>
                    <a:pt x="462" y="11"/>
                    <a:pt x="444" y="34"/>
                  </a:cubicBezTo>
                  <a:cubicBezTo>
                    <a:pt x="1" y="581"/>
                    <a:pt x="83" y="1352"/>
                    <a:pt x="171" y="1761"/>
                  </a:cubicBezTo>
                  <a:cubicBezTo>
                    <a:pt x="224" y="2011"/>
                    <a:pt x="302" y="2258"/>
                    <a:pt x="377" y="2496"/>
                  </a:cubicBezTo>
                  <a:cubicBezTo>
                    <a:pt x="471" y="2798"/>
                    <a:pt x="568" y="3110"/>
                    <a:pt x="616" y="3425"/>
                  </a:cubicBezTo>
                  <a:cubicBezTo>
                    <a:pt x="707" y="4025"/>
                    <a:pt x="622" y="4653"/>
                    <a:pt x="539" y="5259"/>
                  </a:cubicBezTo>
                  <a:cubicBezTo>
                    <a:pt x="442" y="5983"/>
                    <a:pt x="341" y="6733"/>
                    <a:pt x="533" y="7451"/>
                  </a:cubicBezTo>
                  <a:cubicBezTo>
                    <a:pt x="544" y="7491"/>
                    <a:pt x="581" y="7518"/>
                    <a:pt x="620" y="7518"/>
                  </a:cubicBezTo>
                  <a:cubicBezTo>
                    <a:pt x="629" y="7518"/>
                    <a:pt x="636" y="7516"/>
                    <a:pt x="644" y="7515"/>
                  </a:cubicBezTo>
                  <a:cubicBezTo>
                    <a:pt x="692" y="7501"/>
                    <a:pt x="720" y="7452"/>
                    <a:pt x="708" y="7404"/>
                  </a:cubicBezTo>
                  <a:cubicBezTo>
                    <a:pt x="525" y="6721"/>
                    <a:pt x="619" y="6022"/>
                    <a:pt x="719" y="5283"/>
                  </a:cubicBezTo>
                  <a:cubicBezTo>
                    <a:pt x="802" y="4664"/>
                    <a:pt x="889" y="4023"/>
                    <a:pt x="793" y="3398"/>
                  </a:cubicBezTo>
                  <a:cubicBezTo>
                    <a:pt x="744" y="3070"/>
                    <a:pt x="644" y="2750"/>
                    <a:pt x="548" y="2443"/>
                  </a:cubicBezTo>
                  <a:cubicBezTo>
                    <a:pt x="474" y="2208"/>
                    <a:pt x="399" y="1965"/>
                    <a:pt x="347" y="1723"/>
                  </a:cubicBezTo>
                  <a:cubicBezTo>
                    <a:pt x="265" y="1344"/>
                    <a:pt x="187" y="637"/>
                    <a:pt x="584" y="147"/>
                  </a:cubicBezTo>
                  <a:cubicBezTo>
                    <a:pt x="616" y="108"/>
                    <a:pt x="610" y="51"/>
                    <a:pt x="571" y="20"/>
                  </a:cubicBezTo>
                  <a:cubicBezTo>
                    <a:pt x="554" y="7"/>
                    <a:pt x="534" y="0"/>
                    <a:pt x="514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9"/>
            <p:cNvSpPr/>
            <p:nvPr/>
          </p:nvSpPr>
          <p:spPr>
            <a:xfrm>
              <a:off x="5369525" y="3293475"/>
              <a:ext cx="10700" cy="67750"/>
            </a:xfrm>
            <a:custGeom>
              <a:rect b="b" l="l" r="r" t="t"/>
              <a:pathLst>
                <a:path extrusionOk="0" h="2710" w="428">
                  <a:moveTo>
                    <a:pt x="265" y="1"/>
                  </a:moveTo>
                  <a:cubicBezTo>
                    <a:pt x="223" y="1"/>
                    <a:pt x="185" y="30"/>
                    <a:pt x="176" y="72"/>
                  </a:cubicBezTo>
                  <a:cubicBezTo>
                    <a:pt x="1" y="919"/>
                    <a:pt x="23" y="1807"/>
                    <a:pt x="241" y="2643"/>
                  </a:cubicBezTo>
                  <a:cubicBezTo>
                    <a:pt x="252" y="2683"/>
                    <a:pt x="288" y="2710"/>
                    <a:pt x="328" y="2710"/>
                  </a:cubicBezTo>
                  <a:cubicBezTo>
                    <a:pt x="335" y="2710"/>
                    <a:pt x="343" y="2710"/>
                    <a:pt x="350" y="2707"/>
                  </a:cubicBezTo>
                  <a:cubicBezTo>
                    <a:pt x="398" y="2695"/>
                    <a:pt x="428" y="2646"/>
                    <a:pt x="414" y="2598"/>
                  </a:cubicBezTo>
                  <a:cubicBezTo>
                    <a:pt x="204" y="1789"/>
                    <a:pt x="183" y="928"/>
                    <a:pt x="352" y="110"/>
                  </a:cubicBezTo>
                  <a:cubicBezTo>
                    <a:pt x="362" y="60"/>
                    <a:pt x="331" y="13"/>
                    <a:pt x="282" y="2"/>
                  </a:cubicBezTo>
                  <a:cubicBezTo>
                    <a:pt x="276" y="1"/>
                    <a:pt x="271" y="1"/>
                    <a:pt x="265" y="1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9"/>
            <p:cNvSpPr/>
            <p:nvPr/>
          </p:nvSpPr>
          <p:spPr>
            <a:xfrm>
              <a:off x="5363275" y="3144100"/>
              <a:ext cx="23075" cy="104325"/>
            </a:xfrm>
            <a:custGeom>
              <a:rect b="b" l="l" r="r" t="t"/>
              <a:pathLst>
                <a:path extrusionOk="0" h="4173" w="923">
                  <a:moveTo>
                    <a:pt x="820" y="0"/>
                  </a:moveTo>
                  <a:cubicBezTo>
                    <a:pt x="809" y="0"/>
                    <a:pt x="798" y="2"/>
                    <a:pt x="787" y="7"/>
                  </a:cubicBezTo>
                  <a:cubicBezTo>
                    <a:pt x="479" y="127"/>
                    <a:pt x="224" y="423"/>
                    <a:pt x="108" y="798"/>
                  </a:cubicBezTo>
                  <a:cubicBezTo>
                    <a:pt x="0" y="1142"/>
                    <a:pt x="9" y="1508"/>
                    <a:pt x="33" y="1822"/>
                  </a:cubicBezTo>
                  <a:cubicBezTo>
                    <a:pt x="93" y="2607"/>
                    <a:pt x="263" y="3378"/>
                    <a:pt x="540" y="4114"/>
                  </a:cubicBezTo>
                  <a:cubicBezTo>
                    <a:pt x="554" y="4152"/>
                    <a:pt x="588" y="4172"/>
                    <a:pt x="626" y="4172"/>
                  </a:cubicBezTo>
                  <a:cubicBezTo>
                    <a:pt x="636" y="4172"/>
                    <a:pt x="646" y="4171"/>
                    <a:pt x="657" y="4167"/>
                  </a:cubicBezTo>
                  <a:cubicBezTo>
                    <a:pt x="703" y="4150"/>
                    <a:pt x="727" y="4098"/>
                    <a:pt x="709" y="4052"/>
                  </a:cubicBezTo>
                  <a:cubicBezTo>
                    <a:pt x="438" y="3331"/>
                    <a:pt x="270" y="2575"/>
                    <a:pt x="212" y="1808"/>
                  </a:cubicBezTo>
                  <a:cubicBezTo>
                    <a:pt x="190" y="1511"/>
                    <a:pt x="181" y="1166"/>
                    <a:pt x="279" y="851"/>
                  </a:cubicBezTo>
                  <a:cubicBezTo>
                    <a:pt x="379" y="529"/>
                    <a:pt x="594" y="275"/>
                    <a:pt x="852" y="174"/>
                  </a:cubicBezTo>
                  <a:cubicBezTo>
                    <a:pt x="899" y="156"/>
                    <a:pt x="923" y="104"/>
                    <a:pt x="903" y="57"/>
                  </a:cubicBezTo>
                  <a:cubicBezTo>
                    <a:pt x="889" y="22"/>
                    <a:pt x="856" y="0"/>
                    <a:pt x="820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9"/>
            <p:cNvSpPr/>
            <p:nvPr/>
          </p:nvSpPr>
          <p:spPr>
            <a:xfrm>
              <a:off x="5424275" y="3135600"/>
              <a:ext cx="44425" cy="55350"/>
            </a:xfrm>
            <a:custGeom>
              <a:rect b="b" l="l" r="r" t="t"/>
              <a:pathLst>
                <a:path extrusionOk="0" h="2214" w="1777">
                  <a:moveTo>
                    <a:pt x="97" y="0"/>
                  </a:moveTo>
                  <a:cubicBezTo>
                    <a:pt x="54" y="0"/>
                    <a:pt x="16" y="32"/>
                    <a:pt x="10" y="76"/>
                  </a:cubicBezTo>
                  <a:cubicBezTo>
                    <a:pt x="1" y="124"/>
                    <a:pt x="35" y="170"/>
                    <a:pt x="84" y="178"/>
                  </a:cubicBezTo>
                  <a:cubicBezTo>
                    <a:pt x="420" y="233"/>
                    <a:pt x="802" y="294"/>
                    <a:pt x="1099" y="491"/>
                  </a:cubicBezTo>
                  <a:cubicBezTo>
                    <a:pt x="1363" y="667"/>
                    <a:pt x="1580" y="1014"/>
                    <a:pt x="1481" y="1336"/>
                  </a:cubicBezTo>
                  <a:cubicBezTo>
                    <a:pt x="1453" y="1427"/>
                    <a:pt x="1402" y="1514"/>
                    <a:pt x="1349" y="1606"/>
                  </a:cubicBezTo>
                  <a:cubicBezTo>
                    <a:pt x="1253" y="1768"/>
                    <a:pt x="1156" y="1935"/>
                    <a:pt x="1180" y="2133"/>
                  </a:cubicBezTo>
                  <a:cubicBezTo>
                    <a:pt x="1184" y="2179"/>
                    <a:pt x="1223" y="2214"/>
                    <a:pt x="1268" y="2214"/>
                  </a:cubicBezTo>
                  <a:cubicBezTo>
                    <a:pt x="1272" y="2214"/>
                    <a:pt x="1275" y="2212"/>
                    <a:pt x="1278" y="2212"/>
                  </a:cubicBezTo>
                  <a:cubicBezTo>
                    <a:pt x="1328" y="2206"/>
                    <a:pt x="1363" y="2162"/>
                    <a:pt x="1357" y="2112"/>
                  </a:cubicBezTo>
                  <a:cubicBezTo>
                    <a:pt x="1341" y="1973"/>
                    <a:pt x="1420" y="1839"/>
                    <a:pt x="1502" y="1697"/>
                  </a:cubicBezTo>
                  <a:cubicBezTo>
                    <a:pt x="1560" y="1600"/>
                    <a:pt x="1619" y="1500"/>
                    <a:pt x="1653" y="1388"/>
                  </a:cubicBezTo>
                  <a:cubicBezTo>
                    <a:pt x="1777" y="982"/>
                    <a:pt x="1519" y="554"/>
                    <a:pt x="1198" y="342"/>
                  </a:cubicBezTo>
                  <a:cubicBezTo>
                    <a:pt x="868" y="123"/>
                    <a:pt x="466" y="58"/>
                    <a:pt x="113" y="2"/>
                  </a:cubicBezTo>
                  <a:cubicBezTo>
                    <a:pt x="107" y="1"/>
                    <a:pt x="102" y="0"/>
                    <a:pt x="97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9"/>
            <p:cNvSpPr/>
            <p:nvPr/>
          </p:nvSpPr>
          <p:spPr>
            <a:xfrm>
              <a:off x="5409325" y="3168875"/>
              <a:ext cx="24525" cy="108350"/>
            </a:xfrm>
            <a:custGeom>
              <a:rect b="b" l="l" r="r" t="t"/>
              <a:pathLst>
                <a:path extrusionOk="0" h="4334" w="981">
                  <a:moveTo>
                    <a:pt x="595" y="0"/>
                  </a:moveTo>
                  <a:cubicBezTo>
                    <a:pt x="573" y="0"/>
                    <a:pt x="551" y="8"/>
                    <a:pt x="534" y="25"/>
                  </a:cubicBezTo>
                  <a:cubicBezTo>
                    <a:pt x="499" y="59"/>
                    <a:pt x="496" y="116"/>
                    <a:pt x="530" y="151"/>
                  </a:cubicBezTo>
                  <a:cubicBezTo>
                    <a:pt x="726" y="362"/>
                    <a:pt x="793" y="713"/>
                    <a:pt x="711" y="1089"/>
                  </a:cubicBezTo>
                  <a:cubicBezTo>
                    <a:pt x="660" y="1317"/>
                    <a:pt x="567" y="1532"/>
                    <a:pt x="470" y="1759"/>
                  </a:cubicBezTo>
                  <a:cubicBezTo>
                    <a:pt x="426" y="1865"/>
                    <a:pt x="378" y="1974"/>
                    <a:pt x="336" y="2084"/>
                  </a:cubicBezTo>
                  <a:cubicBezTo>
                    <a:pt x="73" y="2777"/>
                    <a:pt x="0" y="3529"/>
                    <a:pt x="124" y="4259"/>
                  </a:cubicBezTo>
                  <a:cubicBezTo>
                    <a:pt x="131" y="4304"/>
                    <a:pt x="170" y="4334"/>
                    <a:pt x="214" y="4334"/>
                  </a:cubicBezTo>
                  <a:lnTo>
                    <a:pt x="228" y="4334"/>
                  </a:lnTo>
                  <a:cubicBezTo>
                    <a:pt x="278" y="4325"/>
                    <a:pt x="311" y="4279"/>
                    <a:pt x="302" y="4229"/>
                  </a:cubicBezTo>
                  <a:cubicBezTo>
                    <a:pt x="182" y="3531"/>
                    <a:pt x="252" y="2811"/>
                    <a:pt x="505" y="2149"/>
                  </a:cubicBezTo>
                  <a:cubicBezTo>
                    <a:pt x="545" y="2041"/>
                    <a:pt x="591" y="1934"/>
                    <a:pt x="636" y="1829"/>
                  </a:cubicBezTo>
                  <a:cubicBezTo>
                    <a:pt x="732" y="1605"/>
                    <a:pt x="832" y="1372"/>
                    <a:pt x="885" y="1128"/>
                  </a:cubicBezTo>
                  <a:cubicBezTo>
                    <a:pt x="981" y="693"/>
                    <a:pt x="897" y="283"/>
                    <a:pt x="661" y="29"/>
                  </a:cubicBezTo>
                  <a:cubicBezTo>
                    <a:pt x="643" y="10"/>
                    <a:pt x="619" y="0"/>
                    <a:pt x="595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9"/>
            <p:cNvSpPr/>
            <p:nvPr/>
          </p:nvSpPr>
          <p:spPr>
            <a:xfrm>
              <a:off x="5392700" y="3251575"/>
              <a:ext cx="24150" cy="97975"/>
            </a:xfrm>
            <a:custGeom>
              <a:rect b="b" l="l" r="r" t="t"/>
              <a:pathLst>
                <a:path extrusionOk="0" h="3919" w="966">
                  <a:moveTo>
                    <a:pt x="92" y="0"/>
                  </a:moveTo>
                  <a:cubicBezTo>
                    <a:pt x="91" y="0"/>
                    <a:pt x="90" y="0"/>
                    <a:pt x="89" y="0"/>
                  </a:cubicBezTo>
                  <a:cubicBezTo>
                    <a:pt x="38" y="2"/>
                    <a:pt x="1" y="45"/>
                    <a:pt x="2" y="94"/>
                  </a:cubicBezTo>
                  <a:cubicBezTo>
                    <a:pt x="67" y="1384"/>
                    <a:pt x="328" y="2650"/>
                    <a:pt x="780" y="3859"/>
                  </a:cubicBezTo>
                  <a:cubicBezTo>
                    <a:pt x="793" y="3896"/>
                    <a:pt x="828" y="3919"/>
                    <a:pt x="864" y="3919"/>
                  </a:cubicBezTo>
                  <a:cubicBezTo>
                    <a:pt x="874" y="3919"/>
                    <a:pt x="885" y="3916"/>
                    <a:pt x="895" y="3913"/>
                  </a:cubicBezTo>
                  <a:cubicBezTo>
                    <a:pt x="941" y="3895"/>
                    <a:pt x="965" y="3842"/>
                    <a:pt x="947" y="3796"/>
                  </a:cubicBezTo>
                  <a:cubicBezTo>
                    <a:pt x="502" y="2605"/>
                    <a:pt x="244" y="1356"/>
                    <a:pt x="183" y="85"/>
                  </a:cubicBezTo>
                  <a:cubicBezTo>
                    <a:pt x="180" y="37"/>
                    <a:pt x="138" y="0"/>
                    <a:pt x="92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9"/>
            <p:cNvSpPr/>
            <p:nvPr/>
          </p:nvSpPr>
          <p:spPr>
            <a:xfrm>
              <a:off x="5395175" y="3153225"/>
              <a:ext cx="23600" cy="53775"/>
            </a:xfrm>
            <a:custGeom>
              <a:rect b="b" l="l" r="r" t="t"/>
              <a:pathLst>
                <a:path extrusionOk="0" h="2151" w="944">
                  <a:moveTo>
                    <a:pt x="100" y="0"/>
                  </a:moveTo>
                  <a:cubicBezTo>
                    <a:pt x="76" y="0"/>
                    <a:pt x="52" y="10"/>
                    <a:pt x="35" y="28"/>
                  </a:cubicBezTo>
                  <a:cubicBezTo>
                    <a:pt x="0" y="64"/>
                    <a:pt x="2" y="121"/>
                    <a:pt x="39" y="155"/>
                  </a:cubicBezTo>
                  <a:cubicBezTo>
                    <a:pt x="538" y="630"/>
                    <a:pt x="754" y="1370"/>
                    <a:pt x="590" y="2039"/>
                  </a:cubicBezTo>
                  <a:cubicBezTo>
                    <a:pt x="578" y="2086"/>
                    <a:pt x="608" y="2136"/>
                    <a:pt x="656" y="2148"/>
                  </a:cubicBezTo>
                  <a:cubicBezTo>
                    <a:pt x="663" y="2149"/>
                    <a:pt x="671" y="2151"/>
                    <a:pt x="677" y="2151"/>
                  </a:cubicBezTo>
                  <a:cubicBezTo>
                    <a:pt x="717" y="2151"/>
                    <a:pt x="754" y="2122"/>
                    <a:pt x="765" y="2082"/>
                  </a:cubicBezTo>
                  <a:cubicBezTo>
                    <a:pt x="944" y="1351"/>
                    <a:pt x="708" y="543"/>
                    <a:pt x="162" y="25"/>
                  </a:cubicBezTo>
                  <a:cubicBezTo>
                    <a:pt x="144" y="8"/>
                    <a:pt x="122" y="0"/>
                    <a:pt x="100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9"/>
            <p:cNvSpPr/>
            <p:nvPr/>
          </p:nvSpPr>
          <p:spPr>
            <a:xfrm>
              <a:off x="5315500" y="3114775"/>
              <a:ext cx="28825" cy="48050"/>
            </a:xfrm>
            <a:custGeom>
              <a:rect b="b" l="l" r="r" t="t"/>
              <a:pathLst>
                <a:path extrusionOk="0" h="1922" w="1153">
                  <a:moveTo>
                    <a:pt x="1062" y="0"/>
                  </a:moveTo>
                  <a:cubicBezTo>
                    <a:pt x="1061" y="0"/>
                    <a:pt x="1060" y="0"/>
                    <a:pt x="1059" y="0"/>
                  </a:cubicBezTo>
                  <a:cubicBezTo>
                    <a:pt x="619" y="17"/>
                    <a:pt x="208" y="351"/>
                    <a:pt x="105" y="779"/>
                  </a:cubicBezTo>
                  <a:cubicBezTo>
                    <a:pt x="1" y="1208"/>
                    <a:pt x="213" y="1694"/>
                    <a:pt x="598" y="1909"/>
                  </a:cubicBezTo>
                  <a:cubicBezTo>
                    <a:pt x="613" y="1917"/>
                    <a:pt x="627" y="1921"/>
                    <a:pt x="642" y="1921"/>
                  </a:cubicBezTo>
                  <a:cubicBezTo>
                    <a:pt x="674" y="1921"/>
                    <a:pt x="704" y="1903"/>
                    <a:pt x="720" y="1875"/>
                  </a:cubicBezTo>
                  <a:cubicBezTo>
                    <a:pt x="744" y="1832"/>
                    <a:pt x="729" y="1777"/>
                    <a:pt x="686" y="1753"/>
                  </a:cubicBezTo>
                  <a:cubicBezTo>
                    <a:pt x="369" y="1575"/>
                    <a:pt x="195" y="1175"/>
                    <a:pt x="280" y="823"/>
                  </a:cubicBezTo>
                  <a:cubicBezTo>
                    <a:pt x="365" y="469"/>
                    <a:pt x="702" y="193"/>
                    <a:pt x="1065" y="179"/>
                  </a:cubicBezTo>
                  <a:cubicBezTo>
                    <a:pt x="1114" y="178"/>
                    <a:pt x="1153" y="136"/>
                    <a:pt x="1151" y="87"/>
                  </a:cubicBezTo>
                  <a:cubicBezTo>
                    <a:pt x="1150" y="39"/>
                    <a:pt x="1108" y="0"/>
                    <a:pt x="1062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9"/>
            <p:cNvSpPr/>
            <p:nvPr/>
          </p:nvSpPr>
          <p:spPr>
            <a:xfrm>
              <a:off x="5332550" y="3133450"/>
              <a:ext cx="12575" cy="26575"/>
            </a:xfrm>
            <a:custGeom>
              <a:rect b="b" l="l" r="r" t="t"/>
              <a:pathLst>
                <a:path extrusionOk="0" h="1063" w="503">
                  <a:moveTo>
                    <a:pt x="206" y="0"/>
                  </a:moveTo>
                  <a:cubicBezTo>
                    <a:pt x="176" y="0"/>
                    <a:pt x="146" y="16"/>
                    <a:pt x="129" y="44"/>
                  </a:cubicBezTo>
                  <a:cubicBezTo>
                    <a:pt x="32" y="206"/>
                    <a:pt x="1" y="404"/>
                    <a:pt x="41" y="589"/>
                  </a:cubicBezTo>
                  <a:cubicBezTo>
                    <a:pt x="81" y="773"/>
                    <a:pt x="195" y="940"/>
                    <a:pt x="350" y="1046"/>
                  </a:cubicBezTo>
                  <a:cubicBezTo>
                    <a:pt x="365" y="1056"/>
                    <a:pt x="383" y="1062"/>
                    <a:pt x="401" y="1062"/>
                  </a:cubicBezTo>
                  <a:cubicBezTo>
                    <a:pt x="429" y="1062"/>
                    <a:pt x="457" y="1047"/>
                    <a:pt x="475" y="1022"/>
                  </a:cubicBezTo>
                  <a:cubicBezTo>
                    <a:pt x="502" y="982"/>
                    <a:pt x="492" y="927"/>
                    <a:pt x="451" y="898"/>
                  </a:cubicBezTo>
                  <a:cubicBezTo>
                    <a:pt x="334" y="816"/>
                    <a:pt x="247" y="691"/>
                    <a:pt x="217" y="550"/>
                  </a:cubicBezTo>
                  <a:cubicBezTo>
                    <a:pt x="186" y="410"/>
                    <a:pt x="210" y="259"/>
                    <a:pt x="283" y="135"/>
                  </a:cubicBezTo>
                  <a:cubicBezTo>
                    <a:pt x="308" y="94"/>
                    <a:pt x="295" y="38"/>
                    <a:pt x="251" y="13"/>
                  </a:cubicBezTo>
                  <a:cubicBezTo>
                    <a:pt x="237" y="4"/>
                    <a:pt x="221" y="0"/>
                    <a:pt x="206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9"/>
            <p:cNvSpPr/>
            <p:nvPr/>
          </p:nvSpPr>
          <p:spPr>
            <a:xfrm>
              <a:off x="5349050" y="3111825"/>
              <a:ext cx="27275" cy="28350"/>
            </a:xfrm>
            <a:custGeom>
              <a:rect b="b" l="l" r="r" t="t"/>
              <a:pathLst>
                <a:path extrusionOk="0" h="1134" w="1091">
                  <a:moveTo>
                    <a:pt x="374" y="1"/>
                  </a:moveTo>
                  <a:cubicBezTo>
                    <a:pt x="239" y="1"/>
                    <a:pt x="100" y="57"/>
                    <a:pt x="26" y="181"/>
                  </a:cubicBezTo>
                  <a:cubicBezTo>
                    <a:pt x="0" y="224"/>
                    <a:pt x="15" y="280"/>
                    <a:pt x="57" y="305"/>
                  </a:cubicBezTo>
                  <a:cubicBezTo>
                    <a:pt x="71" y="314"/>
                    <a:pt x="87" y="318"/>
                    <a:pt x="103" y="318"/>
                  </a:cubicBezTo>
                  <a:cubicBezTo>
                    <a:pt x="133" y="318"/>
                    <a:pt x="163" y="302"/>
                    <a:pt x="181" y="274"/>
                  </a:cubicBezTo>
                  <a:cubicBezTo>
                    <a:pt x="219" y="209"/>
                    <a:pt x="297" y="180"/>
                    <a:pt x="374" y="180"/>
                  </a:cubicBezTo>
                  <a:cubicBezTo>
                    <a:pt x="411" y="180"/>
                    <a:pt x="447" y="186"/>
                    <a:pt x="480" y="199"/>
                  </a:cubicBezTo>
                  <a:cubicBezTo>
                    <a:pt x="583" y="241"/>
                    <a:pt x="675" y="335"/>
                    <a:pt x="754" y="478"/>
                  </a:cubicBezTo>
                  <a:cubicBezTo>
                    <a:pt x="848" y="651"/>
                    <a:pt x="902" y="848"/>
                    <a:pt x="909" y="1047"/>
                  </a:cubicBezTo>
                  <a:cubicBezTo>
                    <a:pt x="911" y="1095"/>
                    <a:pt x="951" y="1133"/>
                    <a:pt x="999" y="1133"/>
                  </a:cubicBezTo>
                  <a:lnTo>
                    <a:pt x="1002" y="1133"/>
                  </a:lnTo>
                  <a:cubicBezTo>
                    <a:pt x="1051" y="1132"/>
                    <a:pt x="1090" y="1090"/>
                    <a:pt x="1089" y="1041"/>
                  </a:cubicBezTo>
                  <a:cubicBezTo>
                    <a:pt x="1081" y="814"/>
                    <a:pt x="1020" y="590"/>
                    <a:pt x="911" y="391"/>
                  </a:cubicBezTo>
                  <a:cubicBezTo>
                    <a:pt x="812" y="209"/>
                    <a:pt x="689" y="90"/>
                    <a:pt x="545" y="33"/>
                  </a:cubicBezTo>
                  <a:cubicBezTo>
                    <a:pt x="493" y="12"/>
                    <a:pt x="434" y="1"/>
                    <a:pt x="374" y="1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9"/>
            <p:cNvSpPr/>
            <p:nvPr/>
          </p:nvSpPr>
          <p:spPr>
            <a:xfrm>
              <a:off x="5353500" y="3131150"/>
              <a:ext cx="12900" cy="20800"/>
            </a:xfrm>
            <a:custGeom>
              <a:rect b="b" l="l" r="r" t="t"/>
              <a:pathLst>
                <a:path extrusionOk="0" h="832" w="516">
                  <a:moveTo>
                    <a:pt x="102" y="0"/>
                  </a:moveTo>
                  <a:cubicBezTo>
                    <a:pt x="74" y="0"/>
                    <a:pt x="47" y="13"/>
                    <a:pt x="30" y="38"/>
                  </a:cubicBezTo>
                  <a:cubicBezTo>
                    <a:pt x="0" y="78"/>
                    <a:pt x="9" y="135"/>
                    <a:pt x="49" y="163"/>
                  </a:cubicBezTo>
                  <a:cubicBezTo>
                    <a:pt x="227" y="292"/>
                    <a:pt x="330" y="516"/>
                    <a:pt x="309" y="733"/>
                  </a:cubicBezTo>
                  <a:cubicBezTo>
                    <a:pt x="305" y="783"/>
                    <a:pt x="340" y="828"/>
                    <a:pt x="391" y="832"/>
                  </a:cubicBezTo>
                  <a:lnTo>
                    <a:pt x="399" y="832"/>
                  </a:lnTo>
                  <a:cubicBezTo>
                    <a:pt x="445" y="832"/>
                    <a:pt x="484" y="798"/>
                    <a:pt x="488" y="750"/>
                  </a:cubicBezTo>
                  <a:cubicBezTo>
                    <a:pt x="515" y="469"/>
                    <a:pt x="384" y="183"/>
                    <a:pt x="154" y="17"/>
                  </a:cubicBezTo>
                  <a:cubicBezTo>
                    <a:pt x="138" y="6"/>
                    <a:pt x="120" y="0"/>
                    <a:pt x="102" y="0"/>
                  </a:cubicBezTo>
                  <a:close/>
                </a:path>
              </a:pathLst>
            </a:custGeom>
            <a:solidFill>
              <a:srgbClr val="8B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9"/>
            <p:cNvSpPr/>
            <p:nvPr/>
          </p:nvSpPr>
          <p:spPr>
            <a:xfrm>
              <a:off x="5534850" y="3398925"/>
              <a:ext cx="120825" cy="165675"/>
            </a:xfrm>
            <a:custGeom>
              <a:rect b="b" l="l" r="r" t="t"/>
              <a:pathLst>
                <a:path extrusionOk="0" h="6627" w="4833">
                  <a:moveTo>
                    <a:pt x="327" y="1"/>
                  </a:moveTo>
                  <a:lnTo>
                    <a:pt x="0" y="5665"/>
                  </a:lnTo>
                  <a:cubicBezTo>
                    <a:pt x="1384" y="6264"/>
                    <a:pt x="3416" y="6627"/>
                    <a:pt x="3416" y="6627"/>
                  </a:cubicBezTo>
                  <a:cubicBezTo>
                    <a:pt x="4832" y="5125"/>
                    <a:pt x="4608" y="1885"/>
                    <a:pt x="4608" y="1885"/>
                  </a:cubicBezTo>
                  <a:cubicBezTo>
                    <a:pt x="3022" y="1377"/>
                    <a:pt x="1883" y="728"/>
                    <a:pt x="3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9"/>
            <p:cNvSpPr/>
            <p:nvPr/>
          </p:nvSpPr>
          <p:spPr>
            <a:xfrm>
              <a:off x="5230150" y="3409300"/>
              <a:ext cx="94550" cy="141625"/>
            </a:xfrm>
            <a:custGeom>
              <a:rect b="b" l="l" r="r" t="t"/>
              <a:pathLst>
                <a:path extrusionOk="0" h="5665" w="3782">
                  <a:moveTo>
                    <a:pt x="2338" y="1"/>
                  </a:moveTo>
                  <a:cubicBezTo>
                    <a:pt x="828" y="735"/>
                    <a:pt x="1" y="5295"/>
                    <a:pt x="1" y="5295"/>
                  </a:cubicBezTo>
                  <a:cubicBezTo>
                    <a:pt x="594" y="5611"/>
                    <a:pt x="1630" y="5664"/>
                    <a:pt x="2261" y="5664"/>
                  </a:cubicBezTo>
                  <a:cubicBezTo>
                    <a:pt x="2581" y="5664"/>
                    <a:pt x="2797" y="5650"/>
                    <a:pt x="2797" y="5650"/>
                  </a:cubicBezTo>
                  <a:lnTo>
                    <a:pt x="3782" y="358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9"/>
            <p:cNvSpPr/>
            <p:nvPr/>
          </p:nvSpPr>
          <p:spPr>
            <a:xfrm>
              <a:off x="5366725" y="3545675"/>
              <a:ext cx="84850" cy="81575"/>
            </a:xfrm>
            <a:custGeom>
              <a:rect b="b" l="l" r="r" t="t"/>
              <a:pathLst>
                <a:path extrusionOk="0" h="3263" w="3394">
                  <a:moveTo>
                    <a:pt x="89" y="0"/>
                  </a:moveTo>
                  <a:cubicBezTo>
                    <a:pt x="74" y="0"/>
                    <a:pt x="59" y="4"/>
                    <a:pt x="46" y="13"/>
                  </a:cubicBezTo>
                  <a:cubicBezTo>
                    <a:pt x="11" y="37"/>
                    <a:pt x="1" y="86"/>
                    <a:pt x="26" y="121"/>
                  </a:cubicBezTo>
                  <a:cubicBezTo>
                    <a:pt x="873" y="1364"/>
                    <a:pt x="1994" y="2446"/>
                    <a:pt x="3265" y="3251"/>
                  </a:cubicBezTo>
                  <a:cubicBezTo>
                    <a:pt x="3277" y="3260"/>
                    <a:pt x="3292" y="3263"/>
                    <a:pt x="3306" y="3263"/>
                  </a:cubicBezTo>
                  <a:cubicBezTo>
                    <a:pt x="3331" y="3263"/>
                    <a:pt x="3356" y="3251"/>
                    <a:pt x="3371" y="3227"/>
                  </a:cubicBezTo>
                  <a:cubicBezTo>
                    <a:pt x="3394" y="3191"/>
                    <a:pt x="3383" y="3143"/>
                    <a:pt x="3348" y="3121"/>
                  </a:cubicBezTo>
                  <a:cubicBezTo>
                    <a:pt x="2094" y="2328"/>
                    <a:pt x="989" y="1260"/>
                    <a:pt x="153" y="34"/>
                  </a:cubicBezTo>
                  <a:cubicBezTo>
                    <a:pt x="138" y="12"/>
                    <a:pt x="114" y="0"/>
                    <a:pt x="89" y="0"/>
                  </a:cubicBez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9"/>
            <p:cNvSpPr/>
            <p:nvPr/>
          </p:nvSpPr>
          <p:spPr>
            <a:xfrm>
              <a:off x="5371450" y="3585300"/>
              <a:ext cx="44750" cy="38825"/>
            </a:xfrm>
            <a:custGeom>
              <a:rect b="b" l="l" r="r" t="t"/>
              <a:pathLst>
                <a:path extrusionOk="0" h="1553" w="1790">
                  <a:moveTo>
                    <a:pt x="87" y="0"/>
                  </a:moveTo>
                  <a:cubicBezTo>
                    <a:pt x="69" y="0"/>
                    <a:pt x="51" y="7"/>
                    <a:pt x="36" y="20"/>
                  </a:cubicBezTo>
                  <a:cubicBezTo>
                    <a:pt x="5" y="46"/>
                    <a:pt x="0" y="96"/>
                    <a:pt x="28" y="127"/>
                  </a:cubicBezTo>
                  <a:cubicBezTo>
                    <a:pt x="506" y="676"/>
                    <a:pt x="1026" y="1126"/>
                    <a:pt x="1660" y="1541"/>
                  </a:cubicBezTo>
                  <a:cubicBezTo>
                    <a:pt x="1672" y="1548"/>
                    <a:pt x="1687" y="1552"/>
                    <a:pt x="1702" y="1552"/>
                  </a:cubicBezTo>
                  <a:cubicBezTo>
                    <a:pt x="1727" y="1552"/>
                    <a:pt x="1751" y="1541"/>
                    <a:pt x="1766" y="1518"/>
                  </a:cubicBezTo>
                  <a:cubicBezTo>
                    <a:pt x="1790" y="1482"/>
                    <a:pt x="1779" y="1435"/>
                    <a:pt x="1743" y="1411"/>
                  </a:cubicBezTo>
                  <a:cubicBezTo>
                    <a:pt x="1121" y="1005"/>
                    <a:pt x="614" y="564"/>
                    <a:pt x="145" y="27"/>
                  </a:cubicBezTo>
                  <a:cubicBezTo>
                    <a:pt x="129" y="9"/>
                    <a:pt x="108" y="0"/>
                    <a:pt x="87" y="0"/>
                  </a:cubicBez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9"/>
            <p:cNvSpPr/>
            <p:nvPr/>
          </p:nvSpPr>
          <p:spPr>
            <a:xfrm>
              <a:off x="5356725" y="3395550"/>
              <a:ext cx="114075" cy="16775"/>
            </a:xfrm>
            <a:custGeom>
              <a:rect b="b" l="l" r="r" t="t"/>
              <a:pathLst>
                <a:path extrusionOk="0" h="671" w="4563">
                  <a:moveTo>
                    <a:pt x="4475" y="0"/>
                  </a:moveTo>
                  <a:cubicBezTo>
                    <a:pt x="4458" y="0"/>
                    <a:pt x="4441" y="6"/>
                    <a:pt x="4427" y="18"/>
                  </a:cubicBezTo>
                  <a:cubicBezTo>
                    <a:pt x="4421" y="22"/>
                    <a:pt x="3864" y="463"/>
                    <a:pt x="2253" y="513"/>
                  </a:cubicBezTo>
                  <a:cubicBezTo>
                    <a:pt x="2198" y="515"/>
                    <a:pt x="2143" y="516"/>
                    <a:pt x="2089" y="516"/>
                  </a:cubicBezTo>
                  <a:cubicBezTo>
                    <a:pt x="853" y="516"/>
                    <a:pt x="139" y="43"/>
                    <a:pt x="132" y="39"/>
                  </a:cubicBezTo>
                  <a:cubicBezTo>
                    <a:pt x="119" y="30"/>
                    <a:pt x="104" y="25"/>
                    <a:pt x="89" y="25"/>
                  </a:cubicBezTo>
                  <a:cubicBezTo>
                    <a:pt x="64" y="25"/>
                    <a:pt x="40" y="37"/>
                    <a:pt x="25" y="60"/>
                  </a:cubicBezTo>
                  <a:cubicBezTo>
                    <a:pt x="1" y="94"/>
                    <a:pt x="10" y="142"/>
                    <a:pt x="46" y="166"/>
                  </a:cubicBezTo>
                  <a:cubicBezTo>
                    <a:pt x="77" y="188"/>
                    <a:pt x="802" y="670"/>
                    <a:pt x="2091" y="670"/>
                  </a:cubicBezTo>
                  <a:cubicBezTo>
                    <a:pt x="2144" y="670"/>
                    <a:pt x="2201" y="669"/>
                    <a:pt x="2258" y="667"/>
                  </a:cubicBezTo>
                  <a:cubicBezTo>
                    <a:pt x="3921" y="615"/>
                    <a:pt x="4500" y="157"/>
                    <a:pt x="4524" y="137"/>
                  </a:cubicBezTo>
                  <a:cubicBezTo>
                    <a:pt x="4557" y="110"/>
                    <a:pt x="4563" y="63"/>
                    <a:pt x="4534" y="28"/>
                  </a:cubicBezTo>
                  <a:cubicBezTo>
                    <a:pt x="4519" y="10"/>
                    <a:pt x="4497" y="0"/>
                    <a:pt x="44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9"/>
            <p:cNvSpPr/>
            <p:nvPr/>
          </p:nvSpPr>
          <p:spPr>
            <a:xfrm>
              <a:off x="5368725" y="3416550"/>
              <a:ext cx="50425" cy="9450"/>
            </a:xfrm>
            <a:custGeom>
              <a:rect b="b" l="l" r="r" t="t"/>
              <a:pathLst>
                <a:path extrusionOk="0" h="378" w="2017">
                  <a:moveTo>
                    <a:pt x="87" y="1"/>
                  </a:moveTo>
                  <a:cubicBezTo>
                    <a:pt x="54" y="1"/>
                    <a:pt x="24" y="22"/>
                    <a:pt x="14" y="54"/>
                  </a:cubicBezTo>
                  <a:cubicBezTo>
                    <a:pt x="0" y="94"/>
                    <a:pt x="22" y="138"/>
                    <a:pt x="63" y="151"/>
                  </a:cubicBezTo>
                  <a:cubicBezTo>
                    <a:pt x="97" y="162"/>
                    <a:pt x="782" y="378"/>
                    <a:pt x="1549" y="378"/>
                  </a:cubicBezTo>
                  <a:cubicBezTo>
                    <a:pt x="1679" y="378"/>
                    <a:pt x="1812" y="372"/>
                    <a:pt x="1944" y="359"/>
                  </a:cubicBezTo>
                  <a:cubicBezTo>
                    <a:pt x="1987" y="353"/>
                    <a:pt x="2017" y="315"/>
                    <a:pt x="2012" y="274"/>
                  </a:cubicBezTo>
                  <a:cubicBezTo>
                    <a:pt x="2008" y="233"/>
                    <a:pt x="1975" y="204"/>
                    <a:pt x="1936" y="204"/>
                  </a:cubicBezTo>
                  <a:cubicBezTo>
                    <a:pt x="1933" y="204"/>
                    <a:pt x="1930" y="205"/>
                    <a:pt x="1927" y="205"/>
                  </a:cubicBezTo>
                  <a:cubicBezTo>
                    <a:pt x="1803" y="219"/>
                    <a:pt x="1678" y="224"/>
                    <a:pt x="1554" y="224"/>
                  </a:cubicBezTo>
                  <a:cubicBezTo>
                    <a:pt x="805" y="224"/>
                    <a:pt x="118" y="7"/>
                    <a:pt x="111" y="5"/>
                  </a:cubicBezTo>
                  <a:cubicBezTo>
                    <a:pt x="103" y="2"/>
                    <a:pt x="95" y="1"/>
                    <a:pt x="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9"/>
            <p:cNvSpPr/>
            <p:nvPr/>
          </p:nvSpPr>
          <p:spPr>
            <a:xfrm>
              <a:off x="5291650" y="3488900"/>
              <a:ext cx="11750" cy="65100"/>
            </a:xfrm>
            <a:custGeom>
              <a:rect b="b" l="l" r="r" t="t"/>
              <a:pathLst>
                <a:path extrusionOk="0" h="2604" w="470">
                  <a:moveTo>
                    <a:pt x="80" y="1"/>
                  </a:moveTo>
                  <a:cubicBezTo>
                    <a:pt x="79" y="1"/>
                    <a:pt x="78" y="1"/>
                    <a:pt x="77" y="1"/>
                  </a:cubicBezTo>
                  <a:cubicBezTo>
                    <a:pt x="34" y="2"/>
                    <a:pt x="1" y="38"/>
                    <a:pt x="2" y="81"/>
                  </a:cubicBezTo>
                  <a:cubicBezTo>
                    <a:pt x="43" y="1147"/>
                    <a:pt x="308" y="2528"/>
                    <a:pt x="310" y="2541"/>
                  </a:cubicBezTo>
                  <a:cubicBezTo>
                    <a:pt x="317" y="2578"/>
                    <a:pt x="350" y="2604"/>
                    <a:pt x="386" y="2604"/>
                  </a:cubicBezTo>
                  <a:cubicBezTo>
                    <a:pt x="390" y="2604"/>
                    <a:pt x="396" y="2604"/>
                    <a:pt x="401" y="2602"/>
                  </a:cubicBezTo>
                  <a:cubicBezTo>
                    <a:pt x="443" y="2595"/>
                    <a:pt x="469" y="2555"/>
                    <a:pt x="462" y="2513"/>
                  </a:cubicBezTo>
                  <a:cubicBezTo>
                    <a:pt x="459" y="2499"/>
                    <a:pt x="196" y="1129"/>
                    <a:pt x="156" y="75"/>
                  </a:cubicBezTo>
                  <a:cubicBezTo>
                    <a:pt x="155" y="33"/>
                    <a:pt x="122" y="1"/>
                    <a:pt x="80" y="1"/>
                  </a:cubicBezTo>
                  <a:close/>
                </a:path>
              </a:pathLst>
            </a:custGeom>
            <a:solidFill>
              <a:srgbClr val="BEBE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9"/>
            <p:cNvSpPr/>
            <p:nvPr/>
          </p:nvSpPr>
          <p:spPr>
            <a:xfrm>
              <a:off x="5490525" y="3444075"/>
              <a:ext cx="166700" cy="122475"/>
            </a:xfrm>
            <a:custGeom>
              <a:rect b="b" l="l" r="r" t="t"/>
              <a:pathLst>
                <a:path extrusionOk="0" h="4899" w="6668">
                  <a:moveTo>
                    <a:pt x="6378" y="1"/>
                  </a:moveTo>
                  <a:cubicBezTo>
                    <a:pt x="6377" y="1"/>
                    <a:pt x="6376" y="1"/>
                    <a:pt x="6375" y="1"/>
                  </a:cubicBezTo>
                  <a:cubicBezTo>
                    <a:pt x="6333" y="4"/>
                    <a:pt x="6301" y="41"/>
                    <a:pt x="6304" y="83"/>
                  </a:cubicBezTo>
                  <a:cubicBezTo>
                    <a:pt x="6307" y="114"/>
                    <a:pt x="6507" y="3261"/>
                    <a:pt x="5165" y="4736"/>
                  </a:cubicBezTo>
                  <a:cubicBezTo>
                    <a:pt x="4769" y="4634"/>
                    <a:pt x="1842" y="3864"/>
                    <a:pt x="123" y="3016"/>
                  </a:cubicBezTo>
                  <a:cubicBezTo>
                    <a:pt x="111" y="3010"/>
                    <a:pt x="100" y="3008"/>
                    <a:pt x="88" y="3008"/>
                  </a:cubicBezTo>
                  <a:cubicBezTo>
                    <a:pt x="59" y="3008"/>
                    <a:pt x="32" y="3024"/>
                    <a:pt x="20" y="3050"/>
                  </a:cubicBezTo>
                  <a:cubicBezTo>
                    <a:pt x="0" y="3089"/>
                    <a:pt x="17" y="3134"/>
                    <a:pt x="54" y="3153"/>
                  </a:cubicBezTo>
                  <a:cubicBezTo>
                    <a:pt x="1905" y="4067"/>
                    <a:pt x="5138" y="4888"/>
                    <a:pt x="5171" y="4895"/>
                  </a:cubicBezTo>
                  <a:cubicBezTo>
                    <a:pt x="5177" y="4898"/>
                    <a:pt x="5183" y="4898"/>
                    <a:pt x="5190" y="4898"/>
                  </a:cubicBezTo>
                  <a:cubicBezTo>
                    <a:pt x="5211" y="4898"/>
                    <a:pt x="5230" y="4889"/>
                    <a:pt x="5245" y="4874"/>
                  </a:cubicBezTo>
                  <a:cubicBezTo>
                    <a:pt x="6668" y="3365"/>
                    <a:pt x="6466" y="207"/>
                    <a:pt x="6457" y="73"/>
                  </a:cubicBezTo>
                  <a:cubicBezTo>
                    <a:pt x="6454" y="32"/>
                    <a:pt x="6419" y="1"/>
                    <a:pt x="63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9"/>
            <p:cNvSpPr/>
            <p:nvPr/>
          </p:nvSpPr>
          <p:spPr>
            <a:xfrm>
              <a:off x="5495025" y="3532725"/>
              <a:ext cx="30075" cy="7025"/>
            </a:xfrm>
            <a:custGeom>
              <a:rect b="b" l="l" r="r" t="t"/>
              <a:pathLst>
                <a:path extrusionOk="0" h="281" w="1203">
                  <a:moveTo>
                    <a:pt x="1114" y="0"/>
                  </a:moveTo>
                  <a:cubicBezTo>
                    <a:pt x="1103" y="0"/>
                    <a:pt x="1092" y="3"/>
                    <a:pt x="1081" y="7"/>
                  </a:cubicBezTo>
                  <a:cubicBezTo>
                    <a:pt x="885" y="98"/>
                    <a:pt x="699" y="126"/>
                    <a:pt x="544" y="126"/>
                  </a:cubicBezTo>
                  <a:cubicBezTo>
                    <a:pt x="293" y="126"/>
                    <a:pt x="122" y="53"/>
                    <a:pt x="119" y="51"/>
                  </a:cubicBezTo>
                  <a:cubicBezTo>
                    <a:pt x="109" y="47"/>
                    <a:pt x="99" y="45"/>
                    <a:pt x="89" y="45"/>
                  </a:cubicBezTo>
                  <a:cubicBezTo>
                    <a:pt x="59" y="45"/>
                    <a:pt x="31" y="62"/>
                    <a:pt x="17" y="91"/>
                  </a:cubicBezTo>
                  <a:cubicBezTo>
                    <a:pt x="1" y="130"/>
                    <a:pt x="17" y="175"/>
                    <a:pt x="56" y="193"/>
                  </a:cubicBezTo>
                  <a:cubicBezTo>
                    <a:pt x="69" y="198"/>
                    <a:pt x="260" y="281"/>
                    <a:pt x="541" y="281"/>
                  </a:cubicBezTo>
                  <a:cubicBezTo>
                    <a:pt x="716" y="281"/>
                    <a:pt x="925" y="249"/>
                    <a:pt x="1146" y="146"/>
                  </a:cubicBezTo>
                  <a:cubicBezTo>
                    <a:pt x="1184" y="128"/>
                    <a:pt x="1202" y="84"/>
                    <a:pt x="1184" y="45"/>
                  </a:cubicBezTo>
                  <a:cubicBezTo>
                    <a:pt x="1171" y="17"/>
                    <a:pt x="1143" y="0"/>
                    <a:pt x="11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9"/>
            <p:cNvSpPr/>
            <p:nvPr/>
          </p:nvSpPr>
          <p:spPr>
            <a:xfrm>
              <a:off x="5698550" y="3469575"/>
              <a:ext cx="36900" cy="17150"/>
            </a:xfrm>
            <a:custGeom>
              <a:rect b="b" l="l" r="r" t="t"/>
              <a:pathLst>
                <a:path extrusionOk="0" h="686" w="1476">
                  <a:moveTo>
                    <a:pt x="100" y="0"/>
                  </a:moveTo>
                  <a:cubicBezTo>
                    <a:pt x="57" y="0"/>
                    <a:pt x="18" y="32"/>
                    <a:pt x="10" y="78"/>
                  </a:cubicBezTo>
                  <a:cubicBezTo>
                    <a:pt x="1" y="130"/>
                    <a:pt x="35" y="180"/>
                    <a:pt x="86" y="188"/>
                  </a:cubicBezTo>
                  <a:cubicBezTo>
                    <a:pt x="822" y="318"/>
                    <a:pt x="1307" y="663"/>
                    <a:pt x="1311" y="668"/>
                  </a:cubicBezTo>
                  <a:cubicBezTo>
                    <a:pt x="1329" y="680"/>
                    <a:pt x="1347" y="686"/>
                    <a:pt x="1366" y="686"/>
                  </a:cubicBezTo>
                  <a:lnTo>
                    <a:pt x="1366" y="684"/>
                  </a:lnTo>
                  <a:cubicBezTo>
                    <a:pt x="1396" y="684"/>
                    <a:pt x="1426" y="671"/>
                    <a:pt x="1444" y="645"/>
                  </a:cubicBezTo>
                  <a:cubicBezTo>
                    <a:pt x="1475" y="603"/>
                    <a:pt x="1465" y="544"/>
                    <a:pt x="1423" y="512"/>
                  </a:cubicBezTo>
                  <a:cubicBezTo>
                    <a:pt x="1402" y="497"/>
                    <a:pt x="899" y="139"/>
                    <a:pt x="119" y="2"/>
                  </a:cubicBezTo>
                  <a:cubicBezTo>
                    <a:pt x="112" y="1"/>
                    <a:pt x="106" y="0"/>
                    <a:pt x="100" y="0"/>
                  </a:cubicBezTo>
                  <a:close/>
                </a:path>
              </a:pathLst>
            </a:custGeom>
            <a:solidFill>
              <a:srgbClr val="D181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9"/>
            <p:cNvSpPr/>
            <p:nvPr/>
          </p:nvSpPr>
          <p:spPr>
            <a:xfrm>
              <a:off x="5355250" y="3853375"/>
              <a:ext cx="74025" cy="403150"/>
            </a:xfrm>
            <a:custGeom>
              <a:rect b="b" l="l" r="r" t="t"/>
              <a:pathLst>
                <a:path extrusionOk="0" h="16126" w="2961">
                  <a:moveTo>
                    <a:pt x="1538" y="0"/>
                  </a:moveTo>
                  <a:lnTo>
                    <a:pt x="0" y="16125"/>
                  </a:lnTo>
                  <a:lnTo>
                    <a:pt x="927" y="16125"/>
                  </a:lnTo>
                  <a:lnTo>
                    <a:pt x="29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9"/>
            <p:cNvSpPr/>
            <p:nvPr/>
          </p:nvSpPr>
          <p:spPr>
            <a:xfrm>
              <a:off x="5218475" y="3853375"/>
              <a:ext cx="118350" cy="403150"/>
            </a:xfrm>
            <a:custGeom>
              <a:rect b="b" l="l" r="r" t="t"/>
              <a:pathLst>
                <a:path extrusionOk="0" h="16126" w="4734">
                  <a:moveTo>
                    <a:pt x="3311" y="0"/>
                  </a:moveTo>
                  <a:lnTo>
                    <a:pt x="1" y="16125"/>
                  </a:lnTo>
                  <a:lnTo>
                    <a:pt x="929" y="16125"/>
                  </a:lnTo>
                  <a:lnTo>
                    <a:pt x="47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9"/>
            <p:cNvSpPr/>
            <p:nvPr/>
          </p:nvSpPr>
          <p:spPr>
            <a:xfrm>
              <a:off x="5478675" y="3853375"/>
              <a:ext cx="74025" cy="403150"/>
            </a:xfrm>
            <a:custGeom>
              <a:rect b="b" l="l" r="r" t="t"/>
              <a:pathLst>
                <a:path extrusionOk="0" h="16126" w="2961">
                  <a:moveTo>
                    <a:pt x="1" y="0"/>
                  </a:moveTo>
                  <a:lnTo>
                    <a:pt x="2034" y="16125"/>
                  </a:lnTo>
                  <a:lnTo>
                    <a:pt x="2961" y="16125"/>
                  </a:lnTo>
                  <a:lnTo>
                    <a:pt x="14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9"/>
            <p:cNvSpPr/>
            <p:nvPr/>
          </p:nvSpPr>
          <p:spPr>
            <a:xfrm>
              <a:off x="5571125" y="3853375"/>
              <a:ext cx="118300" cy="403150"/>
            </a:xfrm>
            <a:custGeom>
              <a:rect b="b" l="l" r="r" t="t"/>
              <a:pathLst>
                <a:path extrusionOk="0" h="16126" w="4732">
                  <a:moveTo>
                    <a:pt x="0" y="0"/>
                  </a:moveTo>
                  <a:lnTo>
                    <a:pt x="3805" y="16125"/>
                  </a:lnTo>
                  <a:lnTo>
                    <a:pt x="4732" y="16125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9"/>
            <p:cNvSpPr/>
            <p:nvPr/>
          </p:nvSpPr>
          <p:spPr>
            <a:xfrm>
              <a:off x="5280900" y="3853375"/>
              <a:ext cx="55925" cy="110000"/>
            </a:xfrm>
            <a:custGeom>
              <a:rect b="b" l="l" r="r" t="t"/>
              <a:pathLst>
                <a:path extrusionOk="0" h="4400" w="2237">
                  <a:moveTo>
                    <a:pt x="814" y="0"/>
                  </a:moveTo>
                  <a:lnTo>
                    <a:pt x="1" y="3965"/>
                  </a:lnTo>
                  <a:cubicBezTo>
                    <a:pt x="337" y="4129"/>
                    <a:pt x="734" y="4274"/>
                    <a:pt x="1199" y="4399"/>
                  </a:cubicBezTo>
                  <a:lnTo>
                    <a:pt x="2237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9"/>
            <p:cNvSpPr/>
            <p:nvPr/>
          </p:nvSpPr>
          <p:spPr>
            <a:xfrm>
              <a:off x="5382150" y="3853375"/>
              <a:ext cx="47125" cy="122675"/>
            </a:xfrm>
            <a:custGeom>
              <a:rect b="b" l="l" r="r" t="t"/>
              <a:pathLst>
                <a:path extrusionOk="0" h="4907" w="1885">
                  <a:moveTo>
                    <a:pt x="462" y="0"/>
                  </a:moveTo>
                  <a:lnTo>
                    <a:pt x="0" y="4838"/>
                  </a:lnTo>
                  <a:cubicBezTo>
                    <a:pt x="396" y="4868"/>
                    <a:pt x="818" y="4890"/>
                    <a:pt x="1266" y="4907"/>
                  </a:cubicBezTo>
                  <a:lnTo>
                    <a:pt x="1884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9"/>
            <p:cNvSpPr/>
            <p:nvPr/>
          </p:nvSpPr>
          <p:spPr>
            <a:xfrm>
              <a:off x="5478675" y="3853375"/>
              <a:ext cx="47100" cy="122650"/>
            </a:xfrm>
            <a:custGeom>
              <a:rect b="b" l="l" r="r" t="t"/>
              <a:pathLst>
                <a:path extrusionOk="0" h="4906" w="1884">
                  <a:moveTo>
                    <a:pt x="1" y="0"/>
                  </a:moveTo>
                  <a:lnTo>
                    <a:pt x="619" y="4905"/>
                  </a:lnTo>
                  <a:cubicBezTo>
                    <a:pt x="1059" y="4889"/>
                    <a:pt x="1480" y="4865"/>
                    <a:pt x="1883" y="4835"/>
                  </a:cubicBezTo>
                  <a:lnTo>
                    <a:pt x="1422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9"/>
            <p:cNvSpPr/>
            <p:nvPr/>
          </p:nvSpPr>
          <p:spPr>
            <a:xfrm>
              <a:off x="5575475" y="3871850"/>
              <a:ext cx="52625" cy="93125"/>
            </a:xfrm>
            <a:custGeom>
              <a:rect b="b" l="l" r="r" t="t"/>
              <a:pathLst>
                <a:path extrusionOk="0" h="3725" w="2105">
                  <a:moveTo>
                    <a:pt x="1" y="0"/>
                  </a:moveTo>
                  <a:lnTo>
                    <a:pt x="879" y="3724"/>
                  </a:lnTo>
                  <a:cubicBezTo>
                    <a:pt x="1329" y="3635"/>
                    <a:pt x="1738" y="3536"/>
                    <a:pt x="2104" y="3429"/>
                  </a:cubicBezTo>
                  <a:lnTo>
                    <a:pt x="1517" y="569"/>
                  </a:lnTo>
                  <a:cubicBezTo>
                    <a:pt x="1394" y="540"/>
                    <a:pt x="1270" y="512"/>
                    <a:pt x="1146" y="484"/>
                  </a:cubicBezTo>
                  <a:cubicBezTo>
                    <a:pt x="708" y="382"/>
                    <a:pt x="328" y="209"/>
                    <a:pt x="1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9"/>
            <p:cNvSpPr/>
            <p:nvPr/>
          </p:nvSpPr>
          <p:spPr>
            <a:xfrm>
              <a:off x="5148575" y="3444950"/>
              <a:ext cx="573950" cy="473850"/>
            </a:xfrm>
            <a:custGeom>
              <a:rect b="b" l="l" r="r" t="t"/>
              <a:pathLst>
                <a:path extrusionOk="0" h="18954" w="22958">
                  <a:moveTo>
                    <a:pt x="7787" y="0"/>
                  </a:moveTo>
                  <a:cubicBezTo>
                    <a:pt x="7630" y="0"/>
                    <a:pt x="7468" y="6"/>
                    <a:pt x="7303" y="17"/>
                  </a:cubicBezTo>
                  <a:cubicBezTo>
                    <a:pt x="1" y="17"/>
                    <a:pt x="1240" y="14124"/>
                    <a:pt x="2246" y="16067"/>
                  </a:cubicBezTo>
                  <a:cubicBezTo>
                    <a:pt x="3195" y="17902"/>
                    <a:pt x="5613" y="18954"/>
                    <a:pt x="12253" y="18954"/>
                  </a:cubicBezTo>
                  <a:cubicBezTo>
                    <a:pt x="19526" y="18954"/>
                    <a:pt x="22958" y="17667"/>
                    <a:pt x="22559" y="16340"/>
                  </a:cubicBezTo>
                  <a:cubicBezTo>
                    <a:pt x="22364" y="15688"/>
                    <a:pt x="20237" y="15086"/>
                    <a:pt x="18332" y="14624"/>
                  </a:cubicBezTo>
                  <a:cubicBezTo>
                    <a:pt x="16657" y="14221"/>
                    <a:pt x="15734" y="12892"/>
                    <a:pt x="15387" y="11968"/>
                  </a:cubicBezTo>
                  <a:cubicBezTo>
                    <a:pt x="13736" y="8031"/>
                    <a:pt x="13880" y="0"/>
                    <a:pt x="77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9"/>
            <p:cNvSpPr/>
            <p:nvPr/>
          </p:nvSpPr>
          <p:spPr>
            <a:xfrm>
              <a:off x="5270425" y="3560875"/>
              <a:ext cx="121425" cy="168700"/>
            </a:xfrm>
            <a:custGeom>
              <a:rect b="b" l="l" r="r" t="t"/>
              <a:pathLst>
                <a:path extrusionOk="0" h="6748" w="4857">
                  <a:moveTo>
                    <a:pt x="4739" y="1"/>
                  </a:moveTo>
                  <a:cubicBezTo>
                    <a:pt x="4702" y="1"/>
                    <a:pt x="4667" y="21"/>
                    <a:pt x="4649" y="55"/>
                  </a:cubicBezTo>
                  <a:cubicBezTo>
                    <a:pt x="3399" y="2416"/>
                    <a:pt x="1848" y="4610"/>
                    <a:pt x="39" y="6575"/>
                  </a:cubicBezTo>
                  <a:cubicBezTo>
                    <a:pt x="0" y="6616"/>
                    <a:pt x="3" y="6682"/>
                    <a:pt x="45" y="6721"/>
                  </a:cubicBezTo>
                  <a:cubicBezTo>
                    <a:pt x="65" y="6739"/>
                    <a:pt x="90" y="6748"/>
                    <a:pt x="115" y="6748"/>
                  </a:cubicBezTo>
                  <a:cubicBezTo>
                    <a:pt x="142" y="6748"/>
                    <a:pt x="171" y="6736"/>
                    <a:pt x="190" y="6715"/>
                  </a:cubicBezTo>
                  <a:cubicBezTo>
                    <a:pt x="2013" y="4737"/>
                    <a:pt x="3572" y="2528"/>
                    <a:pt x="4829" y="152"/>
                  </a:cubicBezTo>
                  <a:cubicBezTo>
                    <a:pt x="4856" y="101"/>
                    <a:pt x="4837" y="38"/>
                    <a:pt x="4787" y="13"/>
                  </a:cubicBezTo>
                  <a:cubicBezTo>
                    <a:pt x="4772" y="5"/>
                    <a:pt x="4755" y="1"/>
                    <a:pt x="4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9"/>
            <p:cNvSpPr/>
            <p:nvPr/>
          </p:nvSpPr>
          <p:spPr>
            <a:xfrm>
              <a:off x="5319500" y="3640450"/>
              <a:ext cx="53300" cy="69325"/>
            </a:xfrm>
            <a:custGeom>
              <a:rect b="b" l="l" r="r" t="t"/>
              <a:pathLst>
                <a:path extrusionOk="0" h="2773" w="2132">
                  <a:moveTo>
                    <a:pt x="2015" y="0"/>
                  </a:moveTo>
                  <a:cubicBezTo>
                    <a:pt x="1981" y="0"/>
                    <a:pt x="1948" y="17"/>
                    <a:pt x="1929" y="48"/>
                  </a:cubicBezTo>
                  <a:cubicBezTo>
                    <a:pt x="1359" y="939"/>
                    <a:pt x="723" y="1799"/>
                    <a:pt x="38" y="2603"/>
                  </a:cubicBezTo>
                  <a:cubicBezTo>
                    <a:pt x="0" y="2647"/>
                    <a:pt x="6" y="2711"/>
                    <a:pt x="50" y="2748"/>
                  </a:cubicBezTo>
                  <a:cubicBezTo>
                    <a:pt x="69" y="2765"/>
                    <a:pt x="93" y="2772"/>
                    <a:pt x="115" y="2772"/>
                  </a:cubicBezTo>
                  <a:cubicBezTo>
                    <a:pt x="145" y="2772"/>
                    <a:pt x="173" y="2760"/>
                    <a:pt x="194" y="2736"/>
                  </a:cubicBezTo>
                  <a:cubicBezTo>
                    <a:pt x="885" y="1924"/>
                    <a:pt x="1527" y="1057"/>
                    <a:pt x="2102" y="158"/>
                  </a:cubicBezTo>
                  <a:cubicBezTo>
                    <a:pt x="2132" y="111"/>
                    <a:pt x="2118" y="47"/>
                    <a:pt x="2071" y="17"/>
                  </a:cubicBezTo>
                  <a:cubicBezTo>
                    <a:pt x="2054" y="5"/>
                    <a:pt x="2034" y="0"/>
                    <a:pt x="20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9"/>
            <p:cNvSpPr/>
            <p:nvPr/>
          </p:nvSpPr>
          <p:spPr>
            <a:xfrm>
              <a:off x="5199675" y="3444950"/>
              <a:ext cx="522850" cy="473850"/>
            </a:xfrm>
            <a:custGeom>
              <a:rect b="b" l="l" r="r" t="t"/>
              <a:pathLst>
                <a:path extrusionOk="0" h="18954" w="20914">
                  <a:moveTo>
                    <a:pt x="5743" y="0"/>
                  </a:moveTo>
                  <a:cubicBezTo>
                    <a:pt x="5586" y="0"/>
                    <a:pt x="5424" y="6"/>
                    <a:pt x="5259" y="17"/>
                  </a:cubicBezTo>
                  <a:cubicBezTo>
                    <a:pt x="4911" y="17"/>
                    <a:pt x="4584" y="48"/>
                    <a:pt x="4274" y="109"/>
                  </a:cubicBezTo>
                  <a:cubicBezTo>
                    <a:pt x="8950" y="190"/>
                    <a:pt x="10801" y="3848"/>
                    <a:pt x="10801" y="8353"/>
                  </a:cubicBezTo>
                  <a:cubicBezTo>
                    <a:pt x="10801" y="12858"/>
                    <a:pt x="9367" y="17188"/>
                    <a:pt x="4119" y="17188"/>
                  </a:cubicBezTo>
                  <a:cubicBezTo>
                    <a:pt x="2430" y="17188"/>
                    <a:pt x="1056" y="16557"/>
                    <a:pt x="0" y="15524"/>
                  </a:cubicBezTo>
                  <a:lnTo>
                    <a:pt x="0" y="15524"/>
                  </a:lnTo>
                  <a:cubicBezTo>
                    <a:pt x="66" y="15754"/>
                    <a:pt x="135" y="15937"/>
                    <a:pt x="202" y="16067"/>
                  </a:cubicBezTo>
                  <a:cubicBezTo>
                    <a:pt x="1151" y="17902"/>
                    <a:pt x="3569" y="18954"/>
                    <a:pt x="10209" y="18954"/>
                  </a:cubicBezTo>
                  <a:cubicBezTo>
                    <a:pt x="17482" y="18954"/>
                    <a:pt x="20914" y="17667"/>
                    <a:pt x="20515" y="16340"/>
                  </a:cubicBezTo>
                  <a:cubicBezTo>
                    <a:pt x="20320" y="15688"/>
                    <a:pt x="18193" y="15086"/>
                    <a:pt x="16288" y="14624"/>
                  </a:cubicBezTo>
                  <a:cubicBezTo>
                    <a:pt x="14613" y="14219"/>
                    <a:pt x="13690" y="12892"/>
                    <a:pt x="13343" y="11968"/>
                  </a:cubicBezTo>
                  <a:cubicBezTo>
                    <a:pt x="11692" y="8031"/>
                    <a:pt x="11836" y="0"/>
                    <a:pt x="5743" y="0"/>
                  </a:cubicBezTo>
                  <a:close/>
                </a:path>
              </a:pathLst>
            </a:custGeom>
            <a:solidFill>
              <a:srgbClr val="2A2A2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9"/>
            <p:cNvSpPr/>
            <p:nvPr/>
          </p:nvSpPr>
          <p:spPr>
            <a:xfrm>
              <a:off x="5347850" y="3468500"/>
              <a:ext cx="47075" cy="25700"/>
            </a:xfrm>
            <a:custGeom>
              <a:rect b="b" l="l" r="r" t="t"/>
              <a:pathLst>
                <a:path extrusionOk="0" h="1028" w="1883">
                  <a:moveTo>
                    <a:pt x="114" y="1"/>
                  </a:moveTo>
                  <a:cubicBezTo>
                    <a:pt x="69" y="1"/>
                    <a:pt x="28" y="31"/>
                    <a:pt x="16" y="76"/>
                  </a:cubicBezTo>
                  <a:cubicBezTo>
                    <a:pt x="1" y="131"/>
                    <a:pt x="34" y="188"/>
                    <a:pt x="87" y="202"/>
                  </a:cubicBezTo>
                  <a:cubicBezTo>
                    <a:pt x="623" y="346"/>
                    <a:pt x="1168" y="617"/>
                    <a:pt x="1705" y="1008"/>
                  </a:cubicBezTo>
                  <a:cubicBezTo>
                    <a:pt x="1725" y="1020"/>
                    <a:pt x="1746" y="1027"/>
                    <a:pt x="1767" y="1027"/>
                  </a:cubicBezTo>
                  <a:cubicBezTo>
                    <a:pt x="1798" y="1027"/>
                    <a:pt x="1829" y="1012"/>
                    <a:pt x="1849" y="984"/>
                  </a:cubicBezTo>
                  <a:cubicBezTo>
                    <a:pt x="1883" y="939"/>
                    <a:pt x="1872" y="873"/>
                    <a:pt x="1826" y="840"/>
                  </a:cubicBezTo>
                  <a:cubicBezTo>
                    <a:pt x="1268" y="436"/>
                    <a:pt x="701" y="154"/>
                    <a:pt x="141" y="5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9"/>
            <p:cNvSpPr/>
            <p:nvPr/>
          </p:nvSpPr>
          <p:spPr>
            <a:xfrm>
              <a:off x="5219675" y="3465250"/>
              <a:ext cx="108625" cy="102825"/>
            </a:xfrm>
            <a:custGeom>
              <a:rect b="b" l="l" r="r" t="t"/>
              <a:pathLst>
                <a:path extrusionOk="0" h="4113" w="4345">
                  <a:moveTo>
                    <a:pt x="4241" y="0"/>
                  </a:moveTo>
                  <a:cubicBezTo>
                    <a:pt x="3710" y="3"/>
                    <a:pt x="3145" y="26"/>
                    <a:pt x="2593" y="264"/>
                  </a:cubicBezTo>
                  <a:cubicBezTo>
                    <a:pt x="1124" y="899"/>
                    <a:pt x="297" y="2605"/>
                    <a:pt x="12" y="3989"/>
                  </a:cubicBezTo>
                  <a:cubicBezTo>
                    <a:pt x="0" y="4045"/>
                    <a:pt x="36" y="4099"/>
                    <a:pt x="91" y="4111"/>
                  </a:cubicBezTo>
                  <a:cubicBezTo>
                    <a:pt x="99" y="4113"/>
                    <a:pt x="106" y="4113"/>
                    <a:pt x="112" y="4113"/>
                  </a:cubicBezTo>
                  <a:cubicBezTo>
                    <a:pt x="160" y="4113"/>
                    <a:pt x="203" y="4080"/>
                    <a:pt x="212" y="4030"/>
                  </a:cubicBezTo>
                  <a:cubicBezTo>
                    <a:pt x="487" y="2697"/>
                    <a:pt x="1278" y="1057"/>
                    <a:pt x="2674" y="454"/>
                  </a:cubicBezTo>
                  <a:cubicBezTo>
                    <a:pt x="3190" y="230"/>
                    <a:pt x="3732" y="208"/>
                    <a:pt x="4243" y="205"/>
                  </a:cubicBezTo>
                  <a:cubicBezTo>
                    <a:pt x="4299" y="205"/>
                    <a:pt x="4344" y="158"/>
                    <a:pt x="4344" y="102"/>
                  </a:cubicBezTo>
                  <a:cubicBezTo>
                    <a:pt x="4344" y="45"/>
                    <a:pt x="4298" y="0"/>
                    <a:pt x="4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2" name="Google Shape;652;p49"/>
          <p:cNvCxnSpPr/>
          <p:nvPr/>
        </p:nvCxnSpPr>
        <p:spPr>
          <a:xfrm>
            <a:off x="5811350" y="4261425"/>
            <a:ext cx="286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53" name="Google Shape;653;p49"/>
          <p:cNvGrpSpPr/>
          <p:nvPr/>
        </p:nvGrpSpPr>
        <p:grpSpPr>
          <a:xfrm>
            <a:off x="7644967" y="3005293"/>
            <a:ext cx="1232258" cy="2138552"/>
            <a:chOff x="7756644" y="2736275"/>
            <a:chExt cx="1387366" cy="2407737"/>
          </a:xfrm>
        </p:grpSpPr>
        <p:sp>
          <p:nvSpPr>
            <p:cNvPr id="654" name="Google Shape;654;p49"/>
            <p:cNvSpPr/>
            <p:nvPr/>
          </p:nvSpPr>
          <p:spPr>
            <a:xfrm>
              <a:off x="8321198" y="2922625"/>
              <a:ext cx="504514" cy="1440763"/>
            </a:xfrm>
            <a:custGeom>
              <a:rect b="b" l="l" r="r" t="t"/>
              <a:pathLst>
                <a:path extrusionOk="0" h="21957" w="7689">
                  <a:moveTo>
                    <a:pt x="5812" y="1"/>
                  </a:moveTo>
                  <a:cubicBezTo>
                    <a:pt x="5772" y="1"/>
                    <a:pt x="5732" y="10"/>
                    <a:pt x="5695" y="30"/>
                  </a:cubicBezTo>
                  <a:cubicBezTo>
                    <a:pt x="5574" y="94"/>
                    <a:pt x="5529" y="245"/>
                    <a:pt x="5593" y="366"/>
                  </a:cubicBezTo>
                  <a:cubicBezTo>
                    <a:pt x="7156" y="3285"/>
                    <a:pt x="7174" y="7150"/>
                    <a:pt x="5644" y="11246"/>
                  </a:cubicBezTo>
                  <a:cubicBezTo>
                    <a:pt x="4614" y="14007"/>
                    <a:pt x="3029" y="16639"/>
                    <a:pt x="1496" y="19184"/>
                  </a:cubicBezTo>
                  <a:cubicBezTo>
                    <a:pt x="1024" y="19969"/>
                    <a:pt x="535" y="20781"/>
                    <a:pt x="69" y="21585"/>
                  </a:cubicBezTo>
                  <a:cubicBezTo>
                    <a:pt x="0" y="21703"/>
                    <a:pt x="40" y="21855"/>
                    <a:pt x="158" y="21924"/>
                  </a:cubicBezTo>
                  <a:cubicBezTo>
                    <a:pt x="199" y="21946"/>
                    <a:pt x="240" y="21957"/>
                    <a:pt x="282" y="21957"/>
                  </a:cubicBezTo>
                  <a:cubicBezTo>
                    <a:pt x="369" y="21957"/>
                    <a:pt x="451" y="21914"/>
                    <a:pt x="497" y="21833"/>
                  </a:cubicBezTo>
                  <a:cubicBezTo>
                    <a:pt x="961" y="21033"/>
                    <a:pt x="1450" y="20222"/>
                    <a:pt x="1921" y="19440"/>
                  </a:cubicBezTo>
                  <a:cubicBezTo>
                    <a:pt x="3465" y="16874"/>
                    <a:pt x="5062" y="14223"/>
                    <a:pt x="6108" y="11419"/>
                  </a:cubicBezTo>
                  <a:cubicBezTo>
                    <a:pt x="7689" y="7187"/>
                    <a:pt x="7660" y="3178"/>
                    <a:pt x="6031" y="131"/>
                  </a:cubicBezTo>
                  <a:cubicBezTo>
                    <a:pt x="5985" y="48"/>
                    <a:pt x="5900" y="1"/>
                    <a:pt x="58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9"/>
            <p:cNvSpPr/>
            <p:nvPr/>
          </p:nvSpPr>
          <p:spPr>
            <a:xfrm>
              <a:off x="8494947" y="2736275"/>
              <a:ext cx="313312" cy="270147"/>
            </a:xfrm>
            <a:custGeom>
              <a:rect b="b" l="l" r="r" t="t"/>
              <a:pathLst>
                <a:path extrusionOk="0" h="4117" w="4775">
                  <a:moveTo>
                    <a:pt x="2187" y="0"/>
                  </a:moveTo>
                  <a:cubicBezTo>
                    <a:pt x="2048" y="0"/>
                    <a:pt x="1905" y="28"/>
                    <a:pt x="1759" y="88"/>
                  </a:cubicBezTo>
                  <a:cubicBezTo>
                    <a:pt x="1" y="801"/>
                    <a:pt x="2267" y="4116"/>
                    <a:pt x="3504" y="4116"/>
                  </a:cubicBezTo>
                  <a:cubicBezTo>
                    <a:pt x="3571" y="4116"/>
                    <a:pt x="3635" y="4106"/>
                    <a:pt x="3694" y="4086"/>
                  </a:cubicBezTo>
                  <a:cubicBezTo>
                    <a:pt x="4775" y="3722"/>
                    <a:pt x="3796" y="0"/>
                    <a:pt x="21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9"/>
            <p:cNvSpPr/>
            <p:nvPr/>
          </p:nvSpPr>
          <p:spPr>
            <a:xfrm>
              <a:off x="8532676" y="3265667"/>
              <a:ext cx="273877" cy="216866"/>
            </a:xfrm>
            <a:custGeom>
              <a:rect b="b" l="l" r="r" t="t"/>
              <a:pathLst>
                <a:path extrusionOk="0" h="3305" w="4174">
                  <a:moveTo>
                    <a:pt x="1434" y="1"/>
                  </a:moveTo>
                  <a:cubicBezTo>
                    <a:pt x="1311" y="1"/>
                    <a:pt x="1192" y="27"/>
                    <a:pt x="1079" y="84"/>
                  </a:cubicBezTo>
                  <a:cubicBezTo>
                    <a:pt x="1" y="630"/>
                    <a:pt x="1729" y="3304"/>
                    <a:pt x="2949" y="3304"/>
                  </a:cubicBezTo>
                  <a:cubicBezTo>
                    <a:pt x="3114" y="3304"/>
                    <a:pt x="3269" y="3255"/>
                    <a:pt x="3408" y="3146"/>
                  </a:cubicBezTo>
                  <a:cubicBezTo>
                    <a:pt x="4173" y="2537"/>
                    <a:pt x="2639" y="1"/>
                    <a:pt x="1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9"/>
            <p:cNvSpPr/>
            <p:nvPr/>
          </p:nvSpPr>
          <p:spPr>
            <a:xfrm>
              <a:off x="8643041" y="3616583"/>
              <a:ext cx="357339" cy="188125"/>
            </a:xfrm>
            <a:custGeom>
              <a:rect b="b" l="l" r="r" t="t"/>
              <a:pathLst>
                <a:path extrusionOk="0" h="2867" w="5446">
                  <a:moveTo>
                    <a:pt x="3562" y="0"/>
                  </a:moveTo>
                  <a:cubicBezTo>
                    <a:pt x="2098" y="0"/>
                    <a:pt x="1" y="1761"/>
                    <a:pt x="185" y="2550"/>
                  </a:cubicBezTo>
                  <a:cubicBezTo>
                    <a:pt x="237" y="2772"/>
                    <a:pt x="480" y="2866"/>
                    <a:pt x="827" y="2866"/>
                  </a:cubicBezTo>
                  <a:cubicBezTo>
                    <a:pt x="2254" y="2866"/>
                    <a:pt x="5445" y="1272"/>
                    <a:pt x="4441" y="317"/>
                  </a:cubicBezTo>
                  <a:cubicBezTo>
                    <a:pt x="4206" y="95"/>
                    <a:pt x="3901" y="0"/>
                    <a:pt x="3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9"/>
            <p:cNvSpPr/>
            <p:nvPr/>
          </p:nvSpPr>
          <p:spPr>
            <a:xfrm>
              <a:off x="8745926" y="3046246"/>
              <a:ext cx="277158" cy="209582"/>
            </a:xfrm>
            <a:custGeom>
              <a:rect b="b" l="l" r="r" t="t"/>
              <a:pathLst>
                <a:path extrusionOk="0" h="3194" w="4224">
                  <a:moveTo>
                    <a:pt x="2593" y="0"/>
                  </a:moveTo>
                  <a:cubicBezTo>
                    <a:pt x="1263" y="0"/>
                    <a:pt x="0" y="2478"/>
                    <a:pt x="519" y="3081"/>
                  </a:cubicBezTo>
                  <a:cubicBezTo>
                    <a:pt x="586" y="3158"/>
                    <a:pt x="680" y="3194"/>
                    <a:pt x="793" y="3194"/>
                  </a:cubicBezTo>
                  <a:cubicBezTo>
                    <a:pt x="1780" y="3194"/>
                    <a:pt x="4224" y="494"/>
                    <a:pt x="2931" y="56"/>
                  </a:cubicBezTo>
                  <a:cubicBezTo>
                    <a:pt x="2818" y="18"/>
                    <a:pt x="2705" y="0"/>
                    <a:pt x="2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9"/>
            <p:cNvSpPr/>
            <p:nvPr/>
          </p:nvSpPr>
          <p:spPr>
            <a:xfrm>
              <a:off x="8231371" y="4303650"/>
              <a:ext cx="912639" cy="834458"/>
            </a:xfrm>
            <a:custGeom>
              <a:rect b="b" l="l" r="r" t="t"/>
              <a:pathLst>
                <a:path extrusionOk="0" h="12717" w="13909">
                  <a:moveTo>
                    <a:pt x="9140" y="0"/>
                  </a:moveTo>
                  <a:cubicBezTo>
                    <a:pt x="8740" y="0"/>
                    <a:pt x="8318" y="50"/>
                    <a:pt x="7874" y="161"/>
                  </a:cubicBezTo>
                  <a:lnTo>
                    <a:pt x="7873" y="161"/>
                  </a:lnTo>
                  <a:cubicBezTo>
                    <a:pt x="5641" y="573"/>
                    <a:pt x="4196" y="2297"/>
                    <a:pt x="3484" y="4076"/>
                  </a:cubicBezTo>
                  <a:cubicBezTo>
                    <a:pt x="2132" y="7457"/>
                    <a:pt x="0" y="9075"/>
                    <a:pt x="68" y="12717"/>
                  </a:cubicBezTo>
                  <a:lnTo>
                    <a:pt x="4063" y="12717"/>
                  </a:lnTo>
                  <a:cubicBezTo>
                    <a:pt x="4805" y="11835"/>
                    <a:pt x="5034" y="10840"/>
                    <a:pt x="5128" y="9682"/>
                  </a:cubicBezTo>
                  <a:cubicBezTo>
                    <a:pt x="5225" y="8473"/>
                    <a:pt x="5219" y="7225"/>
                    <a:pt x="5677" y="6101"/>
                  </a:cubicBezTo>
                  <a:cubicBezTo>
                    <a:pt x="6366" y="4409"/>
                    <a:pt x="8159" y="3248"/>
                    <a:pt x="9976" y="3248"/>
                  </a:cubicBezTo>
                  <a:cubicBezTo>
                    <a:pt x="10156" y="3248"/>
                    <a:pt x="10337" y="3260"/>
                    <a:pt x="10516" y="3283"/>
                  </a:cubicBezTo>
                  <a:cubicBezTo>
                    <a:pt x="11107" y="3359"/>
                    <a:pt x="12022" y="3463"/>
                    <a:pt x="12736" y="3463"/>
                  </a:cubicBezTo>
                  <a:cubicBezTo>
                    <a:pt x="13298" y="3463"/>
                    <a:pt x="13735" y="3399"/>
                    <a:pt x="13793" y="3207"/>
                  </a:cubicBezTo>
                  <a:cubicBezTo>
                    <a:pt x="13909" y="2822"/>
                    <a:pt x="12164" y="0"/>
                    <a:pt x="9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9"/>
            <p:cNvSpPr/>
            <p:nvPr/>
          </p:nvSpPr>
          <p:spPr>
            <a:xfrm>
              <a:off x="8328547" y="4369135"/>
              <a:ext cx="675310" cy="774877"/>
            </a:xfrm>
            <a:custGeom>
              <a:rect b="b" l="l" r="r" t="t"/>
              <a:pathLst>
                <a:path extrusionOk="0" h="11809" w="10292">
                  <a:moveTo>
                    <a:pt x="8148" y="0"/>
                  </a:moveTo>
                  <a:cubicBezTo>
                    <a:pt x="6918" y="0"/>
                    <a:pt x="5672" y="583"/>
                    <a:pt x="4798" y="1415"/>
                  </a:cubicBezTo>
                  <a:cubicBezTo>
                    <a:pt x="3535" y="2618"/>
                    <a:pt x="2167" y="4702"/>
                    <a:pt x="1960" y="6648"/>
                  </a:cubicBezTo>
                  <a:cubicBezTo>
                    <a:pt x="1700" y="9093"/>
                    <a:pt x="1272" y="9663"/>
                    <a:pt x="776" y="10325"/>
                  </a:cubicBezTo>
                  <a:cubicBezTo>
                    <a:pt x="557" y="10617"/>
                    <a:pt x="308" y="10947"/>
                    <a:pt x="60" y="11452"/>
                  </a:cubicBezTo>
                  <a:cubicBezTo>
                    <a:pt x="0" y="11574"/>
                    <a:pt x="51" y="11722"/>
                    <a:pt x="173" y="11783"/>
                  </a:cubicBezTo>
                  <a:cubicBezTo>
                    <a:pt x="208" y="11799"/>
                    <a:pt x="245" y="11808"/>
                    <a:pt x="282" y="11808"/>
                  </a:cubicBezTo>
                  <a:cubicBezTo>
                    <a:pt x="373" y="11808"/>
                    <a:pt x="461" y="11758"/>
                    <a:pt x="505" y="11669"/>
                  </a:cubicBezTo>
                  <a:cubicBezTo>
                    <a:pt x="733" y="11208"/>
                    <a:pt x="955" y="10910"/>
                    <a:pt x="1172" y="10622"/>
                  </a:cubicBezTo>
                  <a:cubicBezTo>
                    <a:pt x="1712" y="9902"/>
                    <a:pt x="2178" y="9281"/>
                    <a:pt x="2453" y="6700"/>
                  </a:cubicBezTo>
                  <a:cubicBezTo>
                    <a:pt x="2647" y="4888"/>
                    <a:pt x="3981" y="2878"/>
                    <a:pt x="5139" y="1775"/>
                  </a:cubicBezTo>
                  <a:cubicBezTo>
                    <a:pt x="5929" y="1024"/>
                    <a:pt x="7048" y="495"/>
                    <a:pt x="8142" y="495"/>
                  </a:cubicBezTo>
                  <a:cubicBezTo>
                    <a:pt x="8745" y="495"/>
                    <a:pt x="9340" y="655"/>
                    <a:pt x="9868" y="1027"/>
                  </a:cubicBezTo>
                  <a:cubicBezTo>
                    <a:pt x="9911" y="1057"/>
                    <a:pt x="9961" y="1071"/>
                    <a:pt x="10010" y="1071"/>
                  </a:cubicBezTo>
                  <a:cubicBezTo>
                    <a:pt x="10088" y="1071"/>
                    <a:pt x="10165" y="1034"/>
                    <a:pt x="10213" y="966"/>
                  </a:cubicBezTo>
                  <a:cubicBezTo>
                    <a:pt x="10292" y="854"/>
                    <a:pt x="10265" y="700"/>
                    <a:pt x="10153" y="621"/>
                  </a:cubicBezTo>
                  <a:cubicBezTo>
                    <a:pt x="9536" y="187"/>
                    <a:pt x="8845" y="0"/>
                    <a:pt x="81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9"/>
            <p:cNvSpPr/>
            <p:nvPr/>
          </p:nvSpPr>
          <p:spPr>
            <a:xfrm>
              <a:off x="7756644" y="2970460"/>
              <a:ext cx="768220" cy="2162490"/>
            </a:xfrm>
            <a:custGeom>
              <a:rect b="b" l="l" r="r" t="t"/>
              <a:pathLst>
                <a:path extrusionOk="0" h="32956" w="11708">
                  <a:moveTo>
                    <a:pt x="9053" y="0"/>
                  </a:moveTo>
                  <a:cubicBezTo>
                    <a:pt x="7708" y="0"/>
                    <a:pt x="5330" y="2144"/>
                    <a:pt x="4826" y="4749"/>
                  </a:cubicBezTo>
                  <a:cubicBezTo>
                    <a:pt x="4123" y="8391"/>
                    <a:pt x="6232" y="13939"/>
                    <a:pt x="5868" y="17081"/>
                  </a:cubicBezTo>
                  <a:lnTo>
                    <a:pt x="5868" y="17083"/>
                  </a:lnTo>
                  <a:cubicBezTo>
                    <a:pt x="5149" y="23273"/>
                    <a:pt x="814" y="26824"/>
                    <a:pt x="0" y="32956"/>
                  </a:cubicBezTo>
                  <a:lnTo>
                    <a:pt x="5020" y="32956"/>
                  </a:lnTo>
                  <a:cubicBezTo>
                    <a:pt x="5237" y="28793"/>
                    <a:pt x="9686" y="30400"/>
                    <a:pt x="10791" y="25240"/>
                  </a:cubicBezTo>
                  <a:cubicBezTo>
                    <a:pt x="11707" y="20962"/>
                    <a:pt x="8667" y="13097"/>
                    <a:pt x="8713" y="7633"/>
                  </a:cubicBezTo>
                  <a:cubicBezTo>
                    <a:pt x="8743" y="4224"/>
                    <a:pt x="10695" y="955"/>
                    <a:pt x="9586" y="156"/>
                  </a:cubicBezTo>
                  <a:cubicBezTo>
                    <a:pt x="9440" y="50"/>
                    <a:pt x="9258" y="0"/>
                    <a:pt x="9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9"/>
            <p:cNvSpPr/>
            <p:nvPr/>
          </p:nvSpPr>
          <p:spPr>
            <a:xfrm>
              <a:off x="7920288" y="3158122"/>
              <a:ext cx="465210" cy="1971609"/>
            </a:xfrm>
            <a:custGeom>
              <a:rect b="b" l="l" r="r" t="t"/>
              <a:pathLst>
                <a:path extrusionOk="0" h="30047" w="7090">
                  <a:moveTo>
                    <a:pt x="5674" y="0"/>
                  </a:moveTo>
                  <a:cubicBezTo>
                    <a:pt x="5599" y="0"/>
                    <a:pt x="5525" y="34"/>
                    <a:pt x="5477" y="98"/>
                  </a:cubicBezTo>
                  <a:cubicBezTo>
                    <a:pt x="3755" y="2337"/>
                    <a:pt x="4277" y="6455"/>
                    <a:pt x="5015" y="10188"/>
                  </a:cubicBezTo>
                  <a:cubicBezTo>
                    <a:pt x="5061" y="10422"/>
                    <a:pt x="5109" y="10657"/>
                    <a:pt x="5155" y="10893"/>
                  </a:cubicBezTo>
                  <a:cubicBezTo>
                    <a:pt x="5853" y="14394"/>
                    <a:pt x="6576" y="18014"/>
                    <a:pt x="5638" y="20555"/>
                  </a:cubicBezTo>
                  <a:cubicBezTo>
                    <a:pt x="5141" y="21901"/>
                    <a:pt x="4216" y="22879"/>
                    <a:pt x="3235" y="23913"/>
                  </a:cubicBezTo>
                  <a:cubicBezTo>
                    <a:pt x="1817" y="25410"/>
                    <a:pt x="350" y="26958"/>
                    <a:pt x="17" y="29770"/>
                  </a:cubicBezTo>
                  <a:cubicBezTo>
                    <a:pt x="1" y="29906"/>
                    <a:pt x="98" y="30028"/>
                    <a:pt x="234" y="30045"/>
                  </a:cubicBezTo>
                  <a:cubicBezTo>
                    <a:pt x="244" y="30046"/>
                    <a:pt x="253" y="30046"/>
                    <a:pt x="263" y="30046"/>
                  </a:cubicBezTo>
                  <a:cubicBezTo>
                    <a:pt x="387" y="30046"/>
                    <a:pt x="493" y="29954"/>
                    <a:pt x="508" y="29828"/>
                  </a:cubicBezTo>
                  <a:cubicBezTo>
                    <a:pt x="823" y="27179"/>
                    <a:pt x="2232" y="25691"/>
                    <a:pt x="3595" y="24253"/>
                  </a:cubicBezTo>
                  <a:cubicBezTo>
                    <a:pt x="4567" y="23228"/>
                    <a:pt x="5571" y="22167"/>
                    <a:pt x="6103" y="20726"/>
                  </a:cubicBezTo>
                  <a:cubicBezTo>
                    <a:pt x="7089" y="18054"/>
                    <a:pt x="6353" y="14365"/>
                    <a:pt x="5640" y="10796"/>
                  </a:cubicBezTo>
                  <a:cubicBezTo>
                    <a:pt x="5594" y="10560"/>
                    <a:pt x="5547" y="10325"/>
                    <a:pt x="5501" y="10091"/>
                  </a:cubicBezTo>
                  <a:cubicBezTo>
                    <a:pt x="4785" y="6467"/>
                    <a:pt x="4268" y="2482"/>
                    <a:pt x="5870" y="399"/>
                  </a:cubicBezTo>
                  <a:cubicBezTo>
                    <a:pt x="5953" y="290"/>
                    <a:pt x="5933" y="135"/>
                    <a:pt x="5824" y="52"/>
                  </a:cubicBezTo>
                  <a:cubicBezTo>
                    <a:pt x="5779" y="17"/>
                    <a:pt x="5726" y="0"/>
                    <a:pt x="56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63" name="Google Shape;663;p49"/>
          <p:cNvCxnSpPr/>
          <p:nvPr/>
        </p:nvCxnSpPr>
        <p:spPr>
          <a:xfrm>
            <a:off x="5811400" y="5723575"/>
            <a:ext cx="286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0"/>
          <p:cNvSpPr txBox="1"/>
          <p:nvPr>
            <p:ph type="title"/>
          </p:nvPr>
        </p:nvSpPr>
        <p:spPr>
          <a:xfrm>
            <a:off x="715100" y="1641875"/>
            <a:ext cx="75744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Asistencia</a:t>
            </a:r>
            <a:endParaRPr/>
          </a:p>
        </p:txBody>
      </p:sp>
      <p:grpSp>
        <p:nvGrpSpPr>
          <p:cNvPr id="669" name="Google Shape;669;p50"/>
          <p:cNvGrpSpPr/>
          <p:nvPr/>
        </p:nvGrpSpPr>
        <p:grpSpPr>
          <a:xfrm>
            <a:off x="6257535" y="4215156"/>
            <a:ext cx="2171371" cy="280006"/>
            <a:chOff x="6257536" y="4048506"/>
            <a:chExt cx="2171371" cy="280006"/>
          </a:xfrm>
        </p:grpSpPr>
        <p:sp>
          <p:nvSpPr>
            <p:cNvPr id="670" name="Google Shape;670;p50"/>
            <p:cNvSpPr/>
            <p:nvPr/>
          </p:nvSpPr>
          <p:spPr>
            <a:xfrm>
              <a:off x="7085044" y="4048506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0"/>
            <p:cNvSpPr/>
            <p:nvPr/>
          </p:nvSpPr>
          <p:spPr>
            <a:xfrm>
              <a:off x="7549901" y="4048506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F3F3F3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0"/>
            <p:cNvSpPr/>
            <p:nvPr/>
          </p:nvSpPr>
          <p:spPr>
            <a:xfrm>
              <a:off x="6313742" y="4083756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0"/>
            <p:cNvSpPr/>
            <p:nvPr/>
          </p:nvSpPr>
          <p:spPr>
            <a:xfrm>
              <a:off x="6371531" y="4170925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0"/>
            <p:cNvSpPr/>
            <p:nvPr/>
          </p:nvSpPr>
          <p:spPr>
            <a:xfrm>
              <a:off x="6741516" y="4188509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0"/>
            <p:cNvSpPr/>
            <p:nvPr/>
          </p:nvSpPr>
          <p:spPr>
            <a:xfrm>
              <a:off x="6895177" y="4228593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0"/>
            <p:cNvSpPr/>
            <p:nvPr/>
          </p:nvSpPr>
          <p:spPr>
            <a:xfrm>
              <a:off x="6353907" y="4251801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0"/>
            <p:cNvSpPr/>
            <p:nvPr/>
          </p:nvSpPr>
          <p:spPr>
            <a:xfrm>
              <a:off x="6313742" y="4083756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0"/>
            <p:cNvSpPr/>
            <p:nvPr/>
          </p:nvSpPr>
          <p:spPr>
            <a:xfrm>
              <a:off x="6257536" y="4048506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9" name="Google Shape;679;p50"/>
          <p:cNvGrpSpPr/>
          <p:nvPr/>
        </p:nvGrpSpPr>
        <p:grpSpPr>
          <a:xfrm flipH="1">
            <a:off x="6257535" y="4495142"/>
            <a:ext cx="2171371" cy="280006"/>
            <a:chOff x="3089386" y="3331718"/>
            <a:chExt cx="2171371" cy="280006"/>
          </a:xfrm>
        </p:grpSpPr>
        <p:sp>
          <p:nvSpPr>
            <p:cNvPr id="680" name="Google Shape;680;p50"/>
            <p:cNvSpPr/>
            <p:nvPr/>
          </p:nvSpPr>
          <p:spPr>
            <a:xfrm>
              <a:off x="3916894" y="3331718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0"/>
            <p:cNvSpPr/>
            <p:nvPr/>
          </p:nvSpPr>
          <p:spPr>
            <a:xfrm>
              <a:off x="4381751" y="3331718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2A2A2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0"/>
            <p:cNvSpPr/>
            <p:nvPr/>
          </p:nvSpPr>
          <p:spPr>
            <a:xfrm>
              <a:off x="3145592" y="3366969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0"/>
            <p:cNvSpPr/>
            <p:nvPr/>
          </p:nvSpPr>
          <p:spPr>
            <a:xfrm>
              <a:off x="3203381" y="3454137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0"/>
            <p:cNvSpPr/>
            <p:nvPr/>
          </p:nvSpPr>
          <p:spPr>
            <a:xfrm>
              <a:off x="3573366" y="3471721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0"/>
            <p:cNvSpPr/>
            <p:nvPr/>
          </p:nvSpPr>
          <p:spPr>
            <a:xfrm>
              <a:off x="3727027" y="3511805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0"/>
            <p:cNvSpPr/>
            <p:nvPr/>
          </p:nvSpPr>
          <p:spPr>
            <a:xfrm>
              <a:off x="3185757" y="3535014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0"/>
            <p:cNvSpPr/>
            <p:nvPr/>
          </p:nvSpPr>
          <p:spPr>
            <a:xfrm>
              <a:off x="3145592" y="3366969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0"/>
            <p:cNvSpPr/>
            <p:nvPr/>
          </p:nvSpPr>
          <p:spPr>
            <a:xfrm>
              <a:off x="3089386" y="3331718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Google Shape;689;p50"/>
          <p:cNvGrpSpPr/>
          <p:nvPr/>
        </p:nvGrpSpPr>
        <p:grpSpPr>
          <a:xfrm>
            <a:off x="228598" y="3541365"/>
            <a:ext cx="1394821" cy="1602629"/>
            <a:chOff x="2787272" y="3659659"/>
            <a:chExt cx="825777" cy="948750"/>
          </a:xfrm>
        </p:grpSpPr>
        <p:sp>
          <p:nvSpPr>
            <p:cNvPr id="690" name="Google Shape;690;p50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0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0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0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0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0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0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0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0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9" name="Google Shape;699;p50"/>
          <p:cNvGrpSpPr/>
          <p:nvPr/>
        </p:nvGrpSpPr>
        <p:grpSpPr>
          <a:xfrm flipH="1">
            <a:off x="6397045" y="3726921"/>
            <a:ext cx="1892350" cy="244109"/>
            <a:chOff x="6257536" y="4048506"/>
            <a:chExt cx="2171371" cy="280006"/>
          </a:xfrm>
        </p:grpSpPr>
        <p:sp>
          <p:nvSpPr>
            <p:cNvPr id="700" name="Google Shape;700;p50"/>
            <p:cNvSpPr/>
            <p:nvPr/>
          </p:nvSpPr>
          <p:spPr>
            <a:xfrm>
              <a:off x="7085044" y="4048506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50"/>
            <p:cNvSpPr/>
            <p:nvPr/>
          </p:nvSpPr>
          <p:spPr>
            <a:xfrm>
              <a:off x="7549901" y="4048506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F3F3F3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50"/>
            <p:cNvSpPr/>
            <p:nvPr/>
          </p:nvSpPr>
          <p:spPr>
            <a:xfrm>
              <a:off x="6313742" y="4083756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0"/>
            <p:cNvSpPr/>
            <p:nvPr/>
          </p:nvSpPr>
          <p:spPr>
            <a:xfrm>
              <a:off x="6371531" y="4170925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0"/>
            <p:cNvSpPr/>
            <p:nvPr/>
          </p:nvSpPr>
          <p:spPr>
            <a:xfrm>
              <a:off x="6741516" y="4188509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0"/>
            <p:cNvSpPr/>
            <p:nvPr/>
          </p:nvSpPr>
          <p:spPr>
            <a:xfrm>
              <a:off x="6895177" y="4228593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0"/>
            <p:cNvSpPr/>
            <p:nvPr/>
          </p:nvSpPr>
          <p:spPr>
            <a:xfrm>
              <a:off x="6353907" y="4251801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0"/>
            <p:cNvSpPr/>
            <p:nvPr/>
          </p:nvSpPr>
          <p:spPr>
            <a:xfrm>
              <a:off x="6313742" y="4083756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6257536" y="4048506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9" name="Google Shape;709;p50"/>
          <p:cNvGrpSpPr/>
          <p:nvPr/>
        </p:nvGrpSpPr>
        <p:grpSpPr>
          <a:xfrm>
            <a:off x="6397045" y="3971047"/>
            <a:ext cx="1892350" cy="244109"/>
            <a:chOff x="3089386" y="3331718"/>
            <a:chExt cx="2171371" cy="280006"/>
          </a:xfrm>
        </p:grpSpPr>
        <p:sp>
          <p:nvSpPr>
            <p:cNvPr id="710" name="Google Shape;710;p50"/>
            <p:cNvSpPr/>
            <p:nvPr/>
          </p:nvSpPr>
          <p:spPr>
            <a:xfrm>
              <a:off x="3916894" y="3331718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0"/>
            <p:cNvSpPr/>
            <p:nvPr/>
          </p:nvSpPr>
          <p:spPr>
            <a:xfrm>
              <a:off x="4381751" y="3331718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2A2A2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3145592" y="3366969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50"/>
            <p:cNvSpPr/>
            <p:nvPr/>
          </p:nvSpPr>
          <p:spPr>
            <a:xfrm>
              <a:off x="3203381" y="3454137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50"/>
            <p:cNvSpPr/>
            <p:nvPr/>
          </p:nvSpPr>
          <p:spPr>
            <a:xfrm>
              <a:off x="3573366" y="3471721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0"/>
            <p:cNvSpPr/>
            <p:nvPr/>
          </p:nvSpPr>
          <p:spPr>
            <a:xfrm>
              <a:off x="3727027" y="3511805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3185757" y="3535014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50"/>
            <p:cNvSpPr/>
            <p:nvPr/>
          </p:nvSpPr>
          <p:spPr>
            <a:xfrm>
              <a:off x="3145592" y="3366969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0"/>
            <p:cNvSpPr/>
            <p:nvPr/>
          </p:nvSpPr>
          <p:spPr>
            <a:xfrm>
              <a:off x="3089386" y="3331718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9" name="Google Shape;719;p50"/>
          <p:cNvCxnSpPr/>
          <p:nvPr/>
        </p:nvCxnSpPr>
        <p:spPr>
          <a:xfrm>
            <a:off x="5811350" y="4775150"/>
            <a:ext cx="286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1"/>
          <p:cNvSpPr txBox="1"/>
          <p:nvPr>
            <p:ph type="title"/>
          </p:nvPr>
        </p:nvSpPr>
        <p:spPr>
          <a:xfrm>
            <a:off x="715000" y="868775"/>
            <a:ext cx="76848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Introducción a computación en la nube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grpSp>
        <p:nvGrpSpPr>
          <p:cNvPr id="725" name="Google Shape;725;p51"/>
          <p:cNvGrpSpPr/>
          <p:nvPr/>
        </p:nvGrpSpPr>
        <p:grpSpPr>
          <a:xfrm>
            <a:off x="228598" y="3541365"/>
            <a:ext cx="1394821" cy="1602629"/>
            <a:chOff x="2787272" y="3659659"/>
            <a:chExt cx="825777" cy="948750"/>
          </a:xfrm>
        </p:grpSpPr>
        <p:sp>
          <p:nvSpPr>
            <p:cNvPr id="726" name="Google Shape;726;p51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1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1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1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1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1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1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1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1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35" name="Google Shape;73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5075" y="3444925"/>
            <a:ext cx="1666351" cy="13288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2"/>
          <p:cNvSpPr txBox="1"/>
          <p:nvPr>
            <p:ph idx="1" type="subTitle"/>
          </p:nvPr>
        </p:nvSpPr>
        <p:spPr>
          <a:xfrm>
            <a:off x="715050" y="1127200"/>
            <a:ext cx="70944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Es un modelo de provisión y consumo de recursos informáticos, como servidores, almacenamiento, redes, bases de datos, software y servicios, a través de Internet, ofrecidos de forma escalable, bajo demanda y con pago según uso.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741" name="Google Shape;741;p52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Computación en la nube</a:t>
            </a:r>
            <a:endParaRPr/>
          </a:p>
        </p:txBody>
      </p:sp>
      <p:pic>
        <p:nvPicPr>
          <p:cNvPr id="742" name="Google Shape;74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100" y="2621175"/>
            <a:ext cx="2158848" cy="215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3"/>
          <p:cNvSpPr txBox="1"/>
          <p:nvPr>
            <p:ph idx="1" type="subTitle"/>
          </p:nvPr>
        </p:nvSpPr>
        <p:spPr>
          <a:xfrm>
            <a:off x="689675" y="667950"/>
            <a:ext cx="7933500" cy="12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900"/>
              <a:t>En lugar de poseer y mantener infraestructura física local, los usuarios consumen recursos y capacidades gestionadas por proveedores de nube mediante interfaces o paneles web.</a:t>
            </a:r>
            <a:endParaRPr sz="2000"/>
          </a:p>
        </p:txBody>
      </p:sp>
      <p:pic>
        <p:nvPicPr>
          <p:cNvPr id="748" name="Google Shape;74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7650" y="1946250"/>
            <a:ext cx="2748700" cy="274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4"/>
          <p:cNvSpPr txBox="1"/>
          <p:nvPr>
            <p:ph idx="1" type="subTitle"/>
          </p:nvPr>
        </p:nvSpPr>
        <p:spPr>
          <a:xfrm>
            <a:off x="715050" y="1127200"/>
            <a:ext cx="70944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Autoservicio bajo demanda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Escalabilidad y Elasticidad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Pago por uso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Acceso global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Multiusuario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Automatización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754" name="Google Shape;754;p54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Principios fundamentales</a:t>
            </a:r>
            <a:endParaRPr/>
          </a:p>
        </p:txBody>
      </p:sp>
      <p:pic>
        <p:nvPicPr>
          <p:cNvPr id="755" name="Google Shape;755;p54"/>
          <p:cNvPicPr preferRelativeResize="0"/>
          <p:nvPr/>
        </p:nvPicPr>
        <p:blipFill rotWithShape="1">
          <a:blip r:embed="rId3">
            <a:alphaModFix/>
          </a:blip>
          <a:srcRect b="0" l="20669" r="12548" t="0"/>
          <a:stretch/>
        </p:blipFill>
        <p:spPr>
          <a:xfrm>
            <a:off x="5362250" y="2256275"/>
            <a:ext cx="2850949" cy="2438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5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On-Premise vs. Cloud</a:t>
            </a:r>
            <a:endParaRPr/>
          </a:p>
        </p:txBody>
      </p:sp>
      <p:pic>
        <p:nvPicPr>
          <p:cNvPr id="761" name="Google Shape;76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8632" y="1299751"/>
            <a:ext cx="6586726" cy="2544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6"/>
          <p:cNvSpPr txBox="1"/>
          <p:nvPr>
            <p:ph idx="1" type="subTitle"/>
          </p:nvPr>
        </p:nvSpPr>
        <p:spPr>
          <a:xfrm>
            <a:off x="680400" y="680850"/>
            <a:ext cx="77832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La computación en la nube es uno de los pilares fundamentales de la transformación digital, ya que habilita a las organizaciones para adoptar nuevas formas de operar, innovar y ofrecer valor a clientes y usuarios con agilidad, escalabilidad y eficiencia.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300"/>
          </a:p>
        </p:txBody>
      </p:sp>
      <p:pic>
        <p:nvPicPr>
          <p:cNvPr id="767" name="Google Shape;76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038" y="2464450"/>
            <a:ext cx="4073926" cy="21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7"/>
          <p:cNvSpPr txBox="1"/>
          <p:nvPr>
            <p:ph type="title"/>
          </p:nvPr>
        </p:nvSpPr>
        <p:spPr>
          <a:xfrm>
            <a:off x="715050" y="293850"/>
            <a:ext cx="771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400"/>
              <a:t>Modelos de servicio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400"/>
          </a:p>
        </p:txBody>
      </p:sp>
      <p:pic>
        <p:nvPicPr>
          <p:cNvPr id="773" name="Google Shape;77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3938" y="1254250"/>
            <a:ext cx="4256125" cy="33628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8"/>
          <p:cNvSpPr txBox="1"/>
          <p:nvPr>
            <p:ph idx="1" type="subTitle"/>
          </p:nvPr>
        </p:nvSpPr>
        <p:spPr>
          <a:xfrm>
            <a:off x="715050" y="1127200"/>
            <a:ext cx="45021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Infrastructure as a Service: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IaaS (Infrastructure as a Service) es un modelo de computación en la nube que ofrece recursos de infraestructura de TI virtualizados como servidores, redes, almacenamiento y sistemas operativos a través de Internet.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779" name="Google Shape;779;p58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IaaS</a:t>
            </a:r>
            <a:endParaRPr/>
          </a:p>
        </p:txBody>
      </p:sp>
      <p:pic>
        <p:nvPicPr>
          <p:cNvPr id="780" name="Google Shape;78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7100" y="1289438"/>
            <a:ext cx="3522675" cy="2700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9"/>
          <p:cNvSpPr txBox="1"/>
          <p:nvPr>
            <p:ph idx="1" type="subTitle"/>
          </p:nvPr>
        </p:nvSpPr>
        <p:spPr>
          <a:xfrm>
            <a:off x="715050" y="1127200"/>
            <a:ext cx="45021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Platform as a Service: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PaaS (Platform as a Service) es un modelo de computación en la nube que proporciona una plataforma completa de desarrollo y despliegue lista para usar.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786" name="Google Shape;786;p59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PaaS</a:t>
            </a:r>
            <a:endParaRPr/>
          </a:p>
        </p:txBody>
      </p:sp>
      <p:pic>
        <p:nvPicPr>
          <p:cNvPr id="787" name="Google Shape;78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7150" y="1128175"/>
            <a:ext cx="3574250" cy="2887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0"/>
          <p:cNvSpPr txBox="1"/>
          <p:nvPr>
            <p:ph idx="1" type="subTitle"/>
          </p:nvPr>
        </p:nvSpPr>
        <p:spPr>
          <a:xfrm>
            <a:off x="715050" y="1127200"/>
            <a:ext cx="52314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Software as a Service: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SaaS (Software as a Service) es un modelo de computación en la nube en el cual las aplicaciones de software son ofrecidas como un servicio a través de Internet.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2000"/>
              <a:t>En este modelo, el usuario no necesita instalar, mantener ni administrar el software ni la infraestructura subyacente: todo es gestionado por el proveedor del servicio.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793" name="Google Shape;793;p60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SaaS</a:t>
            </a:r>
            <a:endParaRPr/>
          </a:p>
        </p:txBody>
      </p:sp>
      <p:pic>
        <p:nvPicPr>
          <p:cNvPr id="794" name="Google Shape;79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9325" y="1883719"/>
            <a:ext cx="2953050" cy="187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688" y="436888"/>
            <a:ext cx="7590624" cy="426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2"/>
          <p:cNvSpPr txBox="1"/>
          <p:nvPr>
            <p:ph type="title"/>
          </p:nvPr>
        </p:nvSpPr>
        <p:spPr>
          <a:xfrm>
            <a:off x="715050" y="293850"/>
            <a:ext cx="771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400"/>
              <a:t>Modelos de despliegue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400"/>
          </a:p>
        </p:txBody>
      </p:sp>
      <p:pic>
        <p:nvPicPr>
          <p:cNvPr id="805" name="Google Shape;80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3938" y="1254250"/>
            <a:ext cx="4256125" cy="33628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3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Modelos de despliegue</a:t>
            </a:r>
            <a:endParaRPr/>
          </a:p>
        </p:txBody>
      </p:sp>
      <p:graphicFrame>
        <p:nvGraphicFramePr>
          <p:cNvPr id="811" name="Google Shape;811;p63"/>
          <p:cNvGraphicFramePr/>
          <p:nvPr/>
        </p:nvGraphicFramePr>
        <p:xfrm>
          <a:off x="564325" y="1558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{D8474616-1CC5-430A-A60B-85CBA742403B}</a:tableStyleId>
              </a:tblPr>
              <a:tblGrid>
                <a:gridCol w="1643750"/>
                <a:gridCol w="63715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" sz="1700" u="none" cap="none" strike="noStrike"/>
                        <a:t>Nube Pública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" sz="1700" u="none" cap="none" strike="noStrike"/>
                        <a:t>Servicios compartidos por múltiples organizaciones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" sz="1700" u="none" cap="none" strike="noStrike"/>
                        <a:t>Nube Privada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" sz="1700" u="none" cap="none" strike="noStrike"/>
                        <a:t>Infraestructura dedicada a una sola organización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" sz="1700" u="none" cap="none" strike="noStrike"/>
                        <a:t>Nube Híbrida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" sz="1700" u="none" cap="none" strike="noStrike"/>
                        <a:t>Combinación de ambas, con integración flexible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" sz="1700" u="none" cap="none" strike="noStrike"/>
                        <a:t>Nube Multicloud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" sz="1700" u="none" cap="none" strike="noStrike"/>
                        <a:t>Uso simultáneo de varios proveedores cloud</a:t>
                      </a:r>
                      <a:endParaRPr sz="17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4"/>
          <p:cNvSpPr txBox="1"/>
          <p:nvPr>
            <p:ph idx="1" type="subTitle"/>
          </p:nvPr>
        </p:nvSpPr>
        <p:spPr>
          <a:xfrm>
            <a:off x="715050" y="1127200"/>
            <a:ext cx="45021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Escalabilidad y flexibilidad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Reducción de costos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Acceso global y movilidad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Seguridad y respaldo de datos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Innovación y agilidad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817" name="Google Shape;817;p64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Ventajas</a:t>
            </a:r>
            <a:endParaRPr/>
          </a:p>
        </p:txBody>
      </p:sp>
      <p:pic>
        <p:nvPicPr>
          <p:cNvPr id="818" name="Google Shape;81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7550" y="1233163"/>
            <a:ext cx="2663875" cy="2677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65"/>
          <p:cNvSpPr txBox="1"/>
          <p:nvPr>
            <p:ph idx="1" type="subTitle"/>
          </p:nvPr>
        </p:nvSpPr>
        <p:spPr>
          <a:xfrm>
            <a:off x="715050" y="1127200"/>
            <a:ext cx="49950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Dependencia de la conexión a Internet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Riesgos de seguridad y privacidad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Cumplimiento normativo y legal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Costos ocultos o difíciles de controlar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Dependencia del proveedor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824" name="Google Shape;824;p65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Desafíos</a:t>
            </a:r>
            <a:endParaRPr/>
          </a:p>
        </p:txBody>
      </p:sp>
      <p:pic>
        <p:nvPicPr>
          <p:cNvPr id="825" name="Google Shape;82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8575" y="1183150"/>
            <a:ext cx="2777201" cy="27772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6"/>
          <p:cNvSpPr txBox="1"/>
          <p:nvPr>
            <p:ph idx="1" type="subTitle"/>
          </p:nvPr>
        </p:nvSpPr>
        <p:spPr>
          <a:xfrm>
            <a:off x="715050" y="1296000"/>
            <a:ext cx="4995000" cy="30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AWS (Amazon Web Services)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Microsoft Azure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Google Cloud Platform (GCP)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</p:txBody>
      </p:sp>
      <p:sp>
        <p:nvSpPr>
          <p:cNvPr id="831" name="Google Shape;831;p66"/>
          <p:cNvSpPr txBox="1"/>
          <p:nvPr>
            <p:ph type="title"/>
          </p:nvPr>
        </p:nvSpPr>
        <p:spPr>
          <a:xfrm>
            <a:off x="715050" y="535000"/>
            <a:ext cx="77139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Principales proveedores de Nube</a:t>
            </a:r>
            <a:endParaRPr/>
          </a:p>
        </p:txBody>
      </p:sp>
      <p:pic>
        <p:nvPicPr>
          <p:cNvPr id="832" name="Google Shape;83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8589" y="1604486"/>
            <a:ext cx="1928013" cy="1084504"/>
          </a:xfrm>
          <a:prstGeom prst="rect">
            <a:avLst/>
          </a:prstGeom>
          <a:noFill/>
          <a:ln>
            <a:noFill/>
          </a:ln>
          <a:effectLst>
            <a:outerShdw blurRad="19571" rotWithShape="0" algn="bl" dir="5400000" dist="6524">
              <a:srgbClr val="000000">
                <a:alpha val="49803"/>
              </a:srgbClr>
            </a:outerShdw>
          </a:effectLst>
        </p:spPr>
      </p:pic>
      <p:pic>
        <p:nvPicPr>
          <p:cNvPr id="833" name="Google Shape;83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6695" y="2570392"/>
            <a:ext cx="1997157" cy="1251344"/>
          </a:xfrm>
          <a:prstGeom prst="rect">
            <a:avLst/>
          </a:prstGeom>
          <a:noFill/>
          <a:ln>
            <a:noFill/>
          </a:ln>
          <a:effectLst>
            <a:outerShdw blurRad="19571" rotWithShape="0" algn="bl" dir="5400000" dist="6524">
              <a:srgbClr val="000000">
                <a:alpha val="49803"/>
              </a:srgbClr>
            </a:outerShdw>
          </a:effectLst>
        </p:spPr>
      </p:pic>
      <p:pic>
        <p:nvPicPr>
          <p:cNvPr id="834" name="Google Shape;834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9076" y="2531435"/>
            <a:ext cx="2633361" cy="1481266"/>
          </a:xfrm>
          <a:prstGeom prst="rect">
            <a:avLst/>
          </a:prstGeom>
          <a:noFill/>
          <a:ln>
            <a:noFill/>
          </a:ln>
          <a:effectLst>
            <a:outerShdw blurRad="19571" rotWithShape="0" algn="bl" dir="5400000" dist="6524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" name="Google Shape;83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700" y="563363"/>
            <a:ext cx="7158600" cy="40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8"/>
          <p:cNvSpPr txBox="1"/>
          <p:nvPr>
            <p:ph idx="2" type="title"/>
          </p:nvPr>
        </p:nvSpPr>
        <p:spPr>
          <a:xfrm>
            <a:off x="1605413" y="498825"/>
            <a:ext cx="62442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Ejemplo Práctico</a:t>
            </a:r>
            <a:endParaRPr/>
          </a:p>
        </p:txBody>
      </p:sp>
      <p:pic>
        <p:nvPicPr>
          <p:cNvPr id="845" name="Google Shape;845;p68"/>
          <p:cNvPicPr preferRelativeResize="0"/>
          <p:nvPr/>
        </p:nvPicPr>
        <p:blipFill rotWithShape="1">
          <a:blip r:embed="rId3">
            <a:alphaModFix/>
          </a:blip>
          <a:srcRect b="16541" l="0" r="0" t="16547"/>
          <a:stretch/>
        </p:blipFill>
        <p:spPr>
          <a:xfrm>
            <a:off x="2809250" y="1977950"/>
            <a:ext cx="3836525" cy="25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9"/>
          <p:cNvSpPr txBox="1"/>
          <p:nvPr>
            <p:ph idx="2" type="title"/>
          </p:nvPr>
        </p:nvSpPr>
        <p:spPr>
          <a:xfrm>
            <a:off x="1288588" y="522950"/>
            <a:ext cx="67272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Actividad en Clase</a:t>
            </a:r>
            <a:endParaRPr/>
          </a:p>
        </p:txBody>
      </p:sp>
      <p:pic>
        <p:nvPicPr>
          <p:cNvPr id="851" name="Google Shape;851;p69"/>
          <p:cNvPicPr preferRelativeResize="0"/>
          <p:nvPr/>
        </p:nvPicPr>
        <p:blipFill rotWithShape="1">
          <a:blip r:embed="rId3">
            <a:alphaModFix/>
          </a:blip>
          <a:srcRect b="6378" l="0" r="0" t="6378"/>
          <a:stretch/>
        </p:blipFill>
        <p:spPr>
          <a:xfrm>
            <a:off x="3056443" y="1902900"/>
            <a:ext cx="3191475" cy="278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0"/>
          <p:cNvSpPr/>
          <p:nvPr/>
        </p:nvSpPr>
        <p:spPr>
          <a:xfrm>
            <a:off x="0" y="0"/>
            <a:ext cx="9144000" cy="513207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7" name="Google Shape;857;p70"/>
          <p:cNvSpPr txBox="1"/>
          <p:nvPr/>
        </p:nvSpPr>
        <p:spPr>
          <a:xfrm>
            <a:off x="2827535" y="833539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58" name="Google Shape;858;p70"/>
          <p:cNvSpPr txBox="1"/>
          <p:nvPr/>
        </p:nvSpPr>
        <p:spPr>
          <a:xfrm>
            <a:off x="2827535" y="123022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59" name="Google Shape;859;p70"/>
          <p:cNvSpPr txBox="1"/>
          <p:nvPr/>
        </p:nvSpPr>
        <p:spPr>
          <a:xfrm>
            <a:off x="2827535" y="1737654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0" name="Google Shape;860;p70"/>
          <p:cNvSpPr txBox="1"/>
          <p:nvPr/>
        </p:nvSpPr>
        <p:spPr>
          <a:xfrm>
            <a:off x="6976544" y="1045629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1" name="Google Shape;861;p70"/>
          <p:cNvSpPr txBox="1"/>
          <p:nvPr/>
        </p:nvSpPr>
        <p:spPr>
          <a:xfrm>
            <a:off x="6976544" y="144231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2" name="Google Shape;862;p70"/>
          <p:cNvSpPr txBox="1"/>
          <p:nvPr/>
        </p:nvSpPr>
        <p:spPr>
          <a:xfrm>
            <a:off x="6976544" y="184014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3" name="Google Shape;863;p70"/>
          <p:cNvSpPr txBox="1"/>
          <p:nvPr/>
        </p:nvSpPr>
        <p:spPr>
          <a:xfrm>
            <a:off x="138615" y="25431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4" name="Google Shape;864;p70"/>
          <p:cNvSpPr txBox="1"/>
          <p:nvPr/>
        </p:nvSpPr>
        <p:spPr>
          <a:xfrm>
            <a:off x="138615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5" name="Google Shape;865;p70"/>
          <p:cNvSpPr txBox="1"/>
          <p:nvPr/>
        </p:nvSpPr>
        <p:spPr>
          <a:xfrm>
            <a:off x="138615" y="331004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6" name="Google Shape;866;p70"/>
          <p:cNvSpPr txBox="1"/>
          <p:nvPr/>
        </p:nvSpPr>
        <p:spPr>
          <a:xfrm>
            <a:off x="138615" y="380020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7" name="Google Shape;867;p70"/>
          <p:cNvSpPr txBox="1"/>
          <p:nvPr/>
        </p:nvSpPr>
        <p:spPr>
          <a:xfrm>
            <a:off x="138615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8" name="Google Shape;868;p70"/>
          <p:cNvSpPr txBox="1"/>
          <p:nvPr/>
        </p:nvSpPr>
        <p:spPr>
          <a:xfrm>
            <a:off x="138615" y="46005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69" name="Google Shape;869;p70"/>
          <p:cNvSpPr txBox="1"/>
          <p:nvPr/>
        </p:nvSpPr>
        <p:spPr>
          <a:xfrm>
            <a:off x="3203269" y="25374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0" name="Google Shape;870;p70"/>
          <p:cNvSpPr txBox="1"/>
          <p:nvPr/>
        </p:nvSpPr>
        <p:spPr>
          <a:xfrm>
            <a:off x="3203269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1" name="Google Shape;871;p70"/>
          <p:cNvSpPr txBox="1"/>
          <p:nvPr/>
        </p:nvSpPr>
        <p:spPr>
          <a:xfrm>
            <a:off x="3203269" y="3324332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2" name="Google Shape;872;p70"/>
          <p:cNvSpPr txBox="1"/>
          <p:nvPr/>
        </p:nvSpPr>
        <p:spPr>
          <a:xfrm>
            <a:off x="3203269" y="37221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3" name="Google Shape;873;p70"/>
          <p:cNvSpPr txBox="1"/>
          <p:nvPr/>
        </p:nvSpPr>
        <p:spPr>
          <a:xfrm>
            <a:off x="3203269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4" name="Google Shape;874;p70"/>
          <p:cNvSpPr txBox="1"/>
          <p:nvPr/>
        </p:nvSpPr>
        <p:spPr>
          <a:xfrm>
            <a:off x="3203269" y="46005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5" name="Google Shape;875;p70"/>
          <p:cNvSpPr txBox="1"/>
          <p:nvPr/>
        </p:nvSpPr>
        <p:spPr>
          <a:xfrm>
            <a:off x="6269313" y="25374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6" name="Google Shape;876;p70"/>
          <p:cNvSpPr txBox="1"/>
          <p:nvPr/>
        </p:nvSpPr>
        <p:spPr>
          <a:xfrm>
            <a:off x="6269313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7" name="Google Shape;877;p70"/>
          <p:cNvSpPr txBox="1"/>
          <p:nvPr/>
        </p:nvSpPr>
        <p:spPr>
          <a:xfrm>
            <a:off x="6269313" y="3324332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8" name="Google Shape;878;p70"/>
          <p:cNvSpPr txBox="1"/>
          <p:nvPr/>
        </p:nvSpPr>
        <p:spPr>
          <a:xfrm>
            <a:off x="6269313" y="37221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79" name="Google Shape;879;p70"/>
          <p:cNvSpPr txBox="1"/>
          <p:nvPr/>
        </p:nvSpPr>
        <p:spPr>
          <a:xfrm>
            <a:off x="6269313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880" name="Google Shape;880;p70"/>
          <p:cNvSpPr txBox="1"/>
          <p:nvPr/>
        </p:nvSpPr>
        <p:spPr>
          <a:xfrm>
            <a:off x="6269313" y="458157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1"/>
          <p:cNvSpPr txBox="1"/>
          <p:nvPr>
            <p:ph type="title"/>
          </p:nvPr>
        </p:nvSpPr>
        <p:spPr>
          <a:xfrm>
            <a:off x="715100" y="1641875"/>
            <a:ext cx="75744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Dudas o comentarios</a:t>
            </a:r>
            <a:endParaRPr/>
          </a:p>
        </p:txBody>
      </p:sp>
      <p:grpSp>
        <p:nvGrpSpPr>
          <p:cNvPr id="886" name="Google Shape;886;p71"/>
          <p:cNvGrpSpPr/>
          <p:nvPr/>
        </p:nvGrpSpPr>
        <p:grpSpPr>
          <a:xfrm>
            <a:off x="6257535" y="4215156"/>
            <a:ext cx="2171371" cy="280006"/>
            <a:chOff x="6257536" y="4048506"/>
            <a:chExt cx="2171371" cy="280006"/>
          </a:xfrm>
        </p:grpSpPr>
        <p:sp>
          <p:nvSpPr>
            <p:cNvPr id="887" name="Google Shape;887;p71"/>
            <p:cNvSpPr/>
            <p:nvPr/>
          </p:nvSpPr>
          <p:spPr>
            <a:xfrm>
              <a:off x="7085044" y="4048506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71"/>
            <p:cNvSpPr/>
            <p:nvPr/>
          </p:nvSpPr>
          <p:spPr>
            <a:xfrm>
              <a:off x="7549901" y="4048506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F3F3F3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71"/>
            <p:cNvSpPr/>
            <p:nvPr/>
          </p:nvSpPr>
          <p:spPr>
            <a:xfrm>
              <a:off x="6313742" y="4083756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71"/>
            <p:cNvSpPr/>
            <p:nvPr/>
          </p:nvSpPr>
          <p:spPr>
            <a:xfrm>
              <a:off x="6371531" y="4170925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71"/>
            <p:cNvSpPr/>
            <p:nvPr/>
          </p:nvSpPr>
          <p:spPr>
            <a:xfrm>
              <a:off x="6741516" y="4188509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71"/>
            <p:cNvSpPr/>
            <p:nvPr/>
          </p:nvSpPr>
          <p:spPr>
            <a:xfrm>
              <a:off x="6895177" y="4228593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71"/>
            <p:cNvSpPr/>
            <p:nvPr/>
          </p:nvSpPr>
          <p:spPr>
            <a:xfrm>
              <a:off x="6353907" y="4251801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71"/>
            <p:cNvSpPr/>
            <p:nvPr/>
          </p:nvSpPr>
          <p:spPr>
            <a:xfrm>
              <a:off x="6313742" y="4083756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71"/>
            <p:cNvSpPr/>
            <p:nvPr/>
          </p:nvSpPr>
          <p:spPr>
            <a:xfrm>
              <a:off x="6257536" y="4048506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6" name="Google Shape;896;p71"/>
          <p:cNvGrpSpPr/>
          <p:nvPr/>
        </p:nvGrpSpPr>
        <p:grpSpPr>
          <a:xfrm flipH="1">
            <a:off x="6257535" y="4495142"/>
            <a:ext cx="2171371" cy="280006"/>
            <a:chOff x="3089386" y="3331718"/>
            <a:chExt cx="2171371" cy="280006"/>
          </a:xfrm>
        </p:grpSpPr>
        <p:sp>
          <p:nvSpPr>
            <p:cNvPr id="897" name="Google Shape;897;p71"/>
            <p:cNvSpPr/>
            <p:nvPr/>
          </p:nvSpPr>
          <p:spPr>
            <a:xfrm>
              <a:off x="3916894" y="3331718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71"/>
            <p:cNvSpPr/>
            <p:nvPr/>
          </p:nvSpPr>
          <p:spPr>
            <a:xfrm>
              <a:off x="4381751" y="3331718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2A2A2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71"/>
            <p:cNvSpPr/>
            <p:nvPr/>
          </p:nvSpPr>
          <p:spPr>
            <a:xfrm>
              <a:off x="3145592" y="3366969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71"/>
            <p:cNvSpPr/>
            <p:nvPr/>
          </p:nvSpPr>
          <p:spPr>
            <a:xfrm>
              <a:off x="3203381" y="3454137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71"/>
            <p:cNvSpPr/>
            <p:nvPr/>
          </p:nvSpPr>
          <p:spPr>
            <a:xfrm>
              <a:off x="3573366" y="3471721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71"/>
            <p:cNvSpPr/>
            <p:nvPr/>
          </p:nvSpPr>
          <p:spPr>
            <a:xfrm>
              <a:off x="3727027" y="3511805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71"/>
            <p:cNvSpPr/>
            <p:nvPr/>
          </p:nvSpPr>
          <p:spPr>
            <a:xfrm>
              <a:off x="3185757" y="3535014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71"/>
            <p:cNvSpPr/>
            <p:nvPr/>
          </p:nvSpPr>
          <p:spPr>
            <a:xfrm>
              <a:off x="3145592" y="3366969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71"/>
            <p:cNvSpPr/>
            <p:nvPr/>
          </p:nvSpPr>
          <p:spPr>
            <a:xfrm>
              <a:off x="3089386" y="3331718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6" name="Google Shape;906;p71"/>
          <p:cNvGrpSpPr/>
          <p:nvPr/>
        </p:nvGrpSpPr>
        <p:grpSpPr>
          <a:xfrm>
            <a:off x="228598" y="3541365"/>
            <a:ext cx="1394821" cy="1602629"/>
            <a:chOff x="2787272" y="3659659"/>
            <a:chExt cx="825777" cy="948750"/>
          </a:xfrm>
        </p:grpSpPr>
        <p:sp>
          <p:nvSpPr>
            <p:cNvPr id="907" name="Google Shape;907;p71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71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71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71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71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71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71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71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71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" name="Google Shape;916;p71"/>
          <p:cNvGrpSpPr/>
          <p:nvPr/>
        </p:nvGrpSpPr>
        <p:grpSpPr>
          <a:xfrm flipH="1">
            <a:off x="6397045" y="3726921"/>
            <a:ext cx="1892350" cy="244109"/>
            <a:chOff x="6257536" y="4048506"/>
            <a:chExt cx="2171371" cy="280006"/>
          </a:xfrm>
        </p:grpSpPr>
        <p:sp>
          <p:nvSpPr>
            <p:cNvPr id="917" name="Google Shape;917;p71"/>
            <p:cNvSpPr/>
            <p:nvPr/>
          </p:nvSpPr>
          <p:spPr>
            <a:xfrm>
              <a:off x="7085044" y="4048506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71"/>
            <p:cNvSpPr/>
            <p:nvPr/>
          </p:nvSpPr>
          <p:spPr>
            <a:xfrm>
              <a:off x="7549901" y="4048506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F3F3F3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71"/>
            <p:cNvSpPr/>
            <p:nvPr/>
          </p:nvSpPr>
          <p:spPr>
            <a:xfrm>
              <a:off x="6313742" y="4083756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71"/>
            <p:cNvSpPr/>
            <p:nvPr/>
          </p:nvSpPr>
          <p:spPr>
            <a:xfrm>
              <a:off x="6371531" y="4170925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71"/>
            <p:cNvSpPr/>
            <p:nvPr/>
          </p:nvSpPr>
          <p:spPr>
            <a:xfrm>
              <a:off x="6741516" y="4188509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71"/>
            <p:cNvSpPr/>
            <p:nvPr/>
          </p:nvSpPr>
          <p:spPr>
            <a:xfrm>
              <a:off x="6895177" y="4228593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71"/>
            <p:cNvSpPr/>
            <p:nvPr/>
          </p:nvSpPr>
          <p:spPr>
            <a:xfrm>
              <a:off x="6353907" y="4251801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71"/>
            <p:cNvSpPr/>
            <p:nvPr/>
          </p:nvSpPr>
          <p:spPr>
            <a:xfrm>
              <a:off x="6313742" y="4083756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71"/>
            <p:cNvSpPr/>
            <p:nvPr/>
          </p:nvSpPr>
          <p:spPr>
            <a:xfrm>
              <a:off x="6257536" y="4048506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71"/>
          <p:cNvGrpSpPr/>
          <p:nvPr/>
        </p:nvGrpSpPr>
        <p:grpSpPr>
          <a:xfrm>
            <a:off x="6397045" y="3971047"/>
            <a:ext cx="1892350" cy="244109"/>
            <a:chOff x="3089386" y="3331718"/>
            <a:chExt cx="2171371" cy="280006"/>
          </a:xfrm>
        </p:grpSpPr>
        <p:sp>
          <p:nvSpPr>
            <p:cNvPr id="927" name="Google Shape;927;p71"/>
            <p:cNvSpPr/>
            <p:nvPr/>
          </p:nvSpPr>
          <p:spPr>
            <a:xfrm>
              <a:off x="3916894" y="3331718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71"/>
            <p:cNvSpPr/>
            <p:nvPr/>
          </p:nvSpPr>
          <p:spPr>
            <a:xfrm>
              <a:off x="4381751" y="3331718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2A2A2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71"/>
            <p:cNvSpPr/>
            <p:nvPr/>
          </p:nvSpPr>
          <p:spPr>
            <a:xfrm>
              <a:off x="3145592" y="3366969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71"/>
            <p:cNvSpPr/>
            <p:nvPr/>
          </p:nvSpPr>
          <p:spPr>
            <a:xfrm>
              <a:off x="3203381" y="3454137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71"/>
            <p:cNvSpPr/>
            <p:nvPr/>
          </p:nvSpPr>
          <p:spPr>
            <a:xfrm>
              <a:off x="3573366" y="3471721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71"/>
            <p:cNvSpPr/>
            <p:nvPr/>
          </p:nvSpPr>
          <p:spPr>
            <a:xfrm>
              <a:off x="3727027" y="3511805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71"/>
            <p:cNvSpPr/>
            <p:nvPr/>
          </p:nvSpPr>
          <p:spPr>
            <a:xfrm>
              <a:off x="3185757" y="3535014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71"/>
            <p:cNvSpPr/>
            <p:nvPr/>
          </p:nvSpPr>
          <p:spPr>
            <a:xfrm>
              <a:off x="3145592" y="3366969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71"/>
            <p:cNvSpPr/>
            <p:nvPr/>
          </p:nvSpPr>
          <p:spPr>
            <a:xfrm>
              <a:off x="3089386" y="3331718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36" name="Google Shape;936;p71"/>
          <p:cNvCxnSpPr/>
          <p:nvPr/>
        </p:nvCxnSpPr>
        <p:spPr>
          <a:xfrm>
            <a:off x="5811350" y="4775150"/>
            <a:ext cx="286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2"/>
          <p:cNvSpPr txBox="1"/>
          <p:nvPr>
            <p:ph type="title"/>
          </p:nvPr>
        </p:nvSpPr>
        <p:spPr>
          <a:xfrm>
            <a:off x="715100" y="1641875"/>
            <a:ext cx="75744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Foro de la semana</a:t>
            </a:r>
            <a:endParaRPr/>
          </a:p>
        </p:txBody>
      </p:sp>
      <p:grpSp>
        <p:nvGrpSpPr>
          <p:cNvPr id="942" name="Google Shape;942;p72"/>
          <p:cNvGrpSpPr/>
          <p:nvPr/>
        </p:nvGrpSpPr>
        <p:grpSpPr>
          <a:xfrm>
            <a:off x="6257535" y="4215156"/>
            <a:ext cx="2171371" cy="280006"/>
            <a:chOff x="6257536" y="4048506"/>
            <a:chExt cx="2171371" cy="280006"/>
          </a:xfrm>
        </p:grpSpPr>
        <p:sp>
          <p:nvSpPr>
            <p:cNvPr id="943" name="Google Shape;943;p72"/>
            <p:cNvSpPr/>
            <p:nvPr/>
          </p:nvSpPr>
          <p:spPr>
            <a:xfrm>
              <a:off x="7085044" y="4048506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72"/>
            <p:cNvSpPr/>
            <p:nvPr/>
          </p:nvSpPr>
          <p:spPr>
            <a:xfrm>
              <a:off x="7549901" y="4048506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F3F3F3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72"/>
            <p:cNvSpPr/>
            <p:nvPr/>
          </p:nvSpPr>
          <p:spPr>
            <a:xfrm>
              <a:off x="6313742" y="4083756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72"/>
            <p:cNvSpPr/>
            <p:nvPr/>
          </p:nvSpPr>
          <p:spPr>
            <a:xfrm>
              <a:off x="6371531" y="4170925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72"/>
            <p:cNvSpPr/>
            <p:nvPr/>
          </p:nvSpPr>
          <p:spPr>
            <a:xfrm>
              <a:off x="6741516" y="4188509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72"/>
            <p:cNvSpPr/>
            <p:nvPr/>
          </p:nvSpPr>
          <p:spPr>
            <a:xfrm>
              <a:off x="6895177" y="4228593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72"/>
            <p:cNvSpPr/>
            <p:nvPr/>
          </p:nvSpPr>
          <p:spPr>
            <a:xfrm>
              <a:off x="6353907" y="4251801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72"/>
            <p:cNvSpPr/>
            <p:nvPr/>
          </p:nvSpPr>
          <p:spPr>
            <a:xfrm>
              <a:off x="6313742" y="4083756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72"/>
            <p:cNvSpPr/>
            <p:nvPr/>
          </p:nvSpPr>
          <p:spPr>
            <a:xfrm>
              <a:off x="6257536" y="4048506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2" name="Google Shape;952;p72"/>
          <p:cNvGrpSpPr/>
          <p:nvPr/>
        </p:nvGrpSpPr>
        <p:grpSpPr>
          <a:xfrm flipH="1">
            <a:off x="6257535" y="4495142"/>
            <a:ext cx="2171371" cy="280006"/>
            <a:chOff x="3089386" y="3331718"/>
            <a:chExt cx="2171371" cy="280006"/>
          </a:xfrm>
        </p:grpSpPr>
        <p:sp>
          <p:nvSpPr>
            <p:cNvPr id="953" name="Google Shape;953;p72"/>
            <p:cNvSpPr/>
            <p:nvPr/>
          </p:nvSpPr>
          <p:spPr>
            <a:xfrm>
              <a:off x="3916894" y="3331718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72"/>
            <p:cNvSpPr/>
            <p:nvPr/>
          </p:nvSpPr>
          <p:spPr>
            <a:xfrm>
              <a:off x="4381751" y="3331718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2A2A2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72"/>
            <p:cNvSpPr/>
            <p:nvPr/>
          </p:nvSpPr>
          <p:spPr>
            <a:xfrm>
              <a:off x="3145592" y="3366969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72"/>
            <p:cNvSpPr/>
            <p:nvPr/>
          </p:nvSpPr>
          <p:spPr>
            <a:xfrm>
              <a:off x="3203381" y="3454137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72"/>
            <p:cNvSpPr/>
            <p:nvPr/>
          </p:nvSpPr>
          <p:spPr>
            <a:xfrm>
              <a:off x="3573366" y="3471721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72"/>
            <p:cNvSpPr/>
            <p:nvPr/>
          </p:nvSpPr>
          <p:spPr>
            <a:xfrm>
              <a:off x="3727027" y="3511805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72"/>
            <p:cNvSpPr/>
            <p:nvPr/>
          </p:nvSpPr>
          <p:spPr>
            <a:xfrm>
              <a:off x="3185757" y="3535014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72"/>
            <p:cNvSpPr/>
            <p:nvPr/>
          </p:nvSpPr>
          <p:spPr>
            <a:xfrm>
              <a:off x="3145592" y="3366969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72"/>
            <p:cNvSpPr/>
            <p:nvPr/>
          </p:nvSpPr>
          <p:spPr>
            <a:xfrm>
              <a:off x="3089386" y="3331718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2" name="Google Shape;962;p72"/>
          <p:cNvGrpSpPr/>
          <p:nvPr/>
        </p:nvGrpSpPr>
        <p:grpSpPr>
          <a:xfrm>
            <a:off x="228598" y="3541365"/>
            <a:ext cx="1394821" cy="1602629"/>
            <a:chOff x="2787272" y="3659659"/>
            <a:chExt cx="825777" cy="948750"/>
          </a:xfrm>
        </p:grpSpPr>
        <p:sp>
          <p:nvSpPr>
            <p:cNvPr id="963" name="Google Shape;963;p72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72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72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72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72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72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72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72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72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2" name="Google Shape;972;p72"/>
          <p:cNvGrpSpPr/>
          <p:nvPr/>
        </p:nvGrpSpPr>
        <p:grpSpPr>
          <a:xfrm flipH="1">
            <a:off x="6397045" y="3726921"/>
            <a:ext cx="1892350" cy="244109"/>
            <a:chOff x="6257536" y="4048506"/>
            <a:chExt cx="2171371" cy="280006"/>
          </a:xfrm>
        </p:grpSpPr>
        <p:sp>
          <p:nvSpPr>
            <p:cNvPr id="973" name="Google Shape;973;p72"/>
            <p:cNvSpPr/>
            <p:nvPr/>
          </p:nvSpPr>
          <p:spPr>
            <a:xfrm>
              <a:off x="7085044" y="4048506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72"/>
            <p:cNvSpPr/>
            <p:nvPr/>
          </p:nvSpPr>
          <p:spPr>
            <a:xfrm>
              <a:off x="7549901" y="4048506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F3F3F3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72"/>
            <p:cNvSpPr/>
            <p:nvPr/>
          </p:nvSpPr>
          <p:spPr>
            <a:xfrm>
              <a:off x="6313742" y="4083756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72"/>
            <p:cNvSpPr/>
            <p:nvPr/>
          </p:nvSpPr>
          <p:spPr>
            <a:xfrm>
              <a:off x="6371531" y="4170925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72"/>
            <p:cNvSpPr/>
            <p:nvPr/>
          </p:nvSpPr>
          <p:spPr>
            <a:xfrm>
              <a:off x="6741516" y="4188509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72"/>
            <p:cNvSpPr/>
            <p:nvPr/>
          </p:nvSpPr>
          <p:spPr>
            <a:xfrm>
              <a:off x="6895177" y="4228593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72"/>
            <p:cNvSpPr/>
            <p:nvPr/>
          </p:nvSpPr>
          <p:spPr>
            <a:xfrm>
              <a:off x="6353907" y="4251801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72"/>
            <p:cNvSpPr/>
            <p:nvPr/>
          </p:nvSpPr>
          <p:spPr>
            <a:xfrm>
              <a:off x="6313742" y="4083756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72"/>
            <p:cNvSpPr/>
            <p:nvPr/>
          </p:nvSpPr>
          <p:spPr>
            <a:xfrm>
              <a:off x="6257536" y="4048506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2" name="Google Shape;982;p72"/>
          <p:cNvGrpSpPr/>
          <p:nvPr/>
        </p:nvGrpSpPr>
        <p:grpSpPr>
          <a:xfrm>
            <a:off x="6397045" y="3971047"/>
            <a:ext cx="1892350" cy="244109"/>
            <a:chOff x="3089386" y="3331718"/>
            <a:chExt cx="2171371" cy="280006"/>
          </a:xfrm>
        </p:grpSpPr>
        <p:sp>
          <p:nvSpPr>
            <p:cNvPr id="983" name="Google Shape;983;p72"/>
            <p:cNvSpPr/>
            <p:nvPr/>
          </p:nvSpPr>
          <p:spPr>
            <a:xfrm>
              <a:off x="3916894" y="3331718"/>
              <a:ext cx="1343863" cy="280006"/>
            </a:xfrm>
            <a:custGeom>
              <a:rect b="b" l="l" r="r" t="t"/>
              <a:pathLst>
                <a:path extrusionOk="0" h="6720" w="32254">
                  <a:moveTo>
                    <a:pt x="0" y="1"/>
                  </a:moveTo>
                  <a:lnTo>
                    <a:pt x="0" y="6720"/>
                  </a:lnTo>
                  <a:lnTo>
                    <a:pt x="31875" y="6720"/>
                  </a:lnTo>
                  <a:cubicBezTo>
                    <a:pt x="32084" y="6720"/>
                    <a:pt x="32253" y="6549"/>
                    <a:pt x="32253" y="6339"/>
                  </a:cubicBezTo>
                  <a:lnTo>
                    <a:pt x="32253" y="379"/>
                  </a:lnTo>
                  <a:cubicBezTo>
                    <a:pt x="32253" y="170"/>
                    <a:pt x="32084" y="1"/>
                    <a:pt x="31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72"/>
            <p:cNvSpPr/>
            <p:nvPr/>
          </p:nvSpPr>
          <p:spPr>
            <a:xfrm>
              <a:off x="4381751" y="3331718"/>
              <a:ext cx="631933" cy="280006"/>
            </a:xfrm>
            <a:custGeom>
              <a:rect b="b" l="l" r="r" t="t"/>
              <a:pathLst>
                <a:path extrusionOk="0" h="6720" w="15167">
                  <a:moveTo>
                    <a:pt x="1" y="1"/>
                  </a:moveTo>
                  <a:cubicBezTo>
                    <a:pt x="488" y="1"/>
                    <a:pt x="885" y="396"/>
                    <a:pt x="885" y="884"/>
                  </a:cubicBezTo>
                  <a:lnTo>
                    <a:pt x="885" y="5835"/>
                  </a:lnTo>
                  <a:cubicBezTo>
                    <a:pt x="885" y="6323"/>
                    <a:pt x="488" y="6720"/>
                    <a:pt x="1" y="6720"/>
                  </a:cubicBezTo>
                  <a:lnTo>
                    <a:pt x="14282" y="6720"/>
                  </a:lnTo>
                  <a:cubicBezTo>
                    <a:pt x="14770" y="6720"/>
                    <a:pt x="15166" y="6323"/>
                    <a:pt x="15166" y="5835"/>
                  </a:cubicBezTo>
                  <a:lnTo>
                    <a:pt x="15166" y="884"/>
                  </a:lnTo>
                  <a:cubicBezTo>
                    <a:pt x="15166" y="396"/>
                    <a:pt x="14770" y="1"/>
                    <a:pt x="14282" y="1"/>
                  </a:cubicBezTo>
                  <a:close/>
                </a:path>
              </a:pathLst>
            </a:custGeom>
            <a:solidFill>
              <a:srgbClr val="2A2A2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72"/>
            <p:cNvSpPr/>
            <p:nvPr/>
          </p:nvSpPr>
          <p:spPr>
            <a:xfrm>
              <a:off x="3145592" y="3366969"/>
              <a:ext cx="927963" cy="203587"/>
            </a:xfrm>
            <a:custGeom>
              <a:rect b="b" l="l" r="r" t="t"/>
              <a:pathLst>
                <a:path extrusionOk="0" h="4886" w="22272">
                  <a:moveTo>
                    <a:pt x="0" y="1"/>
                  </a:moveTo>
                  <a:lnTo>
                    <a:pt x="0" y="4886"/>
                  </a:lnTo>
                  <a:lnTo>
                    <a:pt x="21323" y="4886"/>
                  </a:lnTo>
                  <a:cubicBezTo>
                    <a:pt x="21846" y="4886"/>
                    <a:pt x="22271" y="4461"/>
                    <a:pt x="22271" y="3938"/>
                  </a:cubicBezTo>
                  <a:lnTo>
                    <a:pt x="22271" y="947"/>
                  </a:lnTo>
                  <a:cubicBezTo>
                    <a:pt x="22271" y="425"/>
                    <a:pt x="21846" y="1"/>
                    <a:pt x="213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72"/>
            <p:cNvSpPr/>
            <p:nvPr/>
          </p:nvSpPr>
          <p:spPr>
            <a:xfrm>
              <a:off x="3203381" y="3454137"/>
              <a:ext cx="446982" cy="7917"/>
            </a:xfrm>
            <a:custGeom>
              <a:rect b="b" l="l" r="r" t="t"/>
              <a:pathLst>
                <a:path extrusionOk="0" h="190" w="10728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6"/>
                    <a:pt x="43" y="189"/>
                    <a:pt x="95" y="189"/>
                  </a:cubicBezTo>
                  <a:lnTo>
                    <a:pt x="10635" y="189"/>
                  </a:lnTo>
                  <a:cubicBezTo>
                    <a:pt x="10686" y="189"/>
                    <a:pt x="10727" y="146"/>
                    <a:pt x="10727" y="95"/>
                  </a:cubicBezTo>
                  <a:cubicBezTo>
                    <a:pt x="10727" y="43"/>
                    <a:pt x="10686" y="0"/>
                    <a:pt x="10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72"/>
            <p:cNvSpPr/>
            <p:nvPr/>
          </p:nvSpPr>
          <p:spPr>
            <a:xfrm>
              <a:off x="3573366" y="3471721"/>
              <a:ext cx="203659" cy="7875"/>
            </a:xfrm>
            <a:custGeom>
              <a:rect b="b" l="l" r="r" t="t"/>
              <a:pathLst>
                <a:path extrusionOk="0" h="189" w="4888">
                  <a:moveTo>
                    <a:pt x="95" y="0"/>
                  </a:moveTo>
                  <a:cubicBezTo>
                    <a:pt x="43" y="0"/>
                    <a:pt x="0" y="43"/>
                    <a:pt x="0" y="94"/>
                  </a:cubicBezTo>
                  <a:cubicBezTo>
                    <a:pt x="0" y="146"/>
                    <a:pt x="42" y="189"/>
                    <a:pt x="95" y="189"/>
                  </a:cubicBezTo>
                  <a:lnTo>
                    <a:pt x="4794" y="189"/>
                  </a:lnTo>
                  <a:cubicBezTo>
                    <a:pt x="4846" y="189"/>
                    <a:pt x="4887" y="146"/>
                    <a:pt x="4887" y="94"/>
                  </a:cubicBezTo>
                  <a:cubicBezTo>
                    <a:pt x="4887" y="43"/>
                    <a:pt x="4846" y="0"/>
                    <a:pt x="4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72"/>
            <p:cNvSpPr/>
            <p:nvPr/>
          </p:nvSpPr>
          <p:spPr>
            <a:xfrm>
              <a:off x="3727027" y="3511805"/>
              <a:ext cx="234907" cy="7917"/>
            </a:xfrm>
            <a:custGeom>
              <a:rect b="b" l="l" r="r" t="t"/>
              <a:pathLst>
                <a:path extrusionOk="0" h="190" w="5638">
                  <a:moveTo>
                    <a:pt x="93" y="1"/>
                  </a:moveTo>
                  <a:cubicBezTo>
                    <a:pt x="42" y="1"/>
                    <a:pt x="1" y="43"/>
                    <a:pt x="1" y="95"/>
                  </a:cubicBezTo>
                  <a:cubicBezTo>
                    <a:pt x="1" y="147"/>
                    <a:pt x="42" y="189"/>
                    <a:pt x="93" y="189"/>
                  </a:cubicBezTo>
                  <a:lnTo>
                    <a:pt x="5545" y="189"/>
                  </a:lnTo>
                  <a:cubicBezTo>
                    <a:pt x="5596" y="189"/>
                    <a:pt x="5638" y="147"/>
                    <a:pt x="5638" y="95"/>
                  </a:cubicBezTo>
                  <a:cubicBezTo>
                    <a:pt x="5638" y="43"/>
                    <a:pt x="5596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72"/>
            <p:cNvSpPr/>
            <p:nvPr/>
          </p:nvSpPr>
          <p:spPr>
            <a:xfrm>
              <a:off x="3185757" y="3535014"/>
              <a:ext cx="384693" cy="7917"/>
            </a:xfrm>
            <a:custGeom>
              <a:rect b="b" l="l" r="r" t="t"/>
              <a:pathLst>
                <a:path extrusionOk="0" h="190" w="9233">
                  <a:moveTo>
                    <a:pt x="95" y="1"/>
                  </a:moveTo>
                  <a:cubicBezTo>
                    <a:pt x="43" y="1"/>
                    <a:pt x="0" y="44"/>
                    <a:pt x="0" y="95"/>
                  </a:cubicBezTo>
                  <a:cubicBezTo>
                    <a:pt x="0" y="147"/>
                    <a:pt x="43" y="190"/>
                    <a:pt x="95" y="190"/>
                  </a:cubicBezTo>
                  <a:lnTo>
                    <a:pt x="9138" y="190"/>
                  </a:lnTo>
                  <a:cubicBezTo>
                    <a:pt x="9191" y="190"/>
                    <a:pt x="9233" y="147"/>
                    <a:pt x="9233" y="95"/>
                  </a:cubicBezTo>
                  <a:cubicBezTo>
                    <a:pt x="9233" y="44"/>
                    <a:pt x="9191" y="1"/>
                    <a:pt x="9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72"/>
            <p:cNvSpPr/>
            <p:nvPr/>
          </p:nvSpPr>
          <p:spPr>
            <a:xfrm>
              <a:off x="3145592" y="3366969"/>
              <a:ext cx="927963" cy="180212"/>
            </a:xfrm>
            <a:custGeom>
              <a:rect b="b" l="l" r="r" t="t"/>
              <a:pathLst>
                <a:path extrusionOk="0" h="4325" w="22272">
                  <a:moveTo>
                    <a:pt x="0" y="1"/>
                  </a:moveTo>
                  <a:lnTo>
                    <a:pt x="0" y="1034"/>
                  </a:lnTo>
                  <a:lnTo>
                    <a:pt x="19475" y="1034"/>
                  </a:lnTo>
                  <a:cubicBezTo>
                    <a:pt x="20664" y="1034"/>
                    <a:pt x="21686" y="1964"/>
                    <a:pt x="21706" y="3154"/>
                  </a:cubicBezTo>
                  <a:cubicBezTo>
                    <a:pt x="21715" y="3584"/>
                    <a:pt x="21594" y="3985"/>
                    <a:pt x="21387" y="4324"/>
                  </a:cubicBezTo>
                  <a:cubicBezTo>
                    <a:pt x="21926" y="3876"/>
                    <a:pt x="22271" y="3200"/>
                    <a:pt x="22271" y="2443"/>
                  </a:cubicBezTo>
                  <a:cubicBezTo>
                    <a:pt x="22271" y="1095"/>
                    <a:pt x="21177" y="1"/>
                    <a:pt x="198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72"/>
            <p:cNvSpPr/>
            <p:nvPr/>
          </p:nvSpPr>
          <p:spPr>
            <a:xfrm>
              <a:off x="3089386" y="3331718"/>
              <a:ext cx="993960" cy="280006"/>
            </a:xfrm>
            <a:custGeom>
              <a:rect b="b" l="l" r="r" t="t"/>
              <a:pathLst>
                <a:path extrusionOk="0" h="6720" w="23856">
                  <a:moveTo>
                    <a:pt x="530" y="1"/>
                  </a:moveTo>
                  <a:cubicBezTo>
                    <a:pt x="238" y="1"/>
                    <a:pt x="1" y="236"/>
                    <a:pt x="1" y="528"/>
                  </a:cubicBezTo>
                  <a:lnTo>
                    <a:pt x="1" y="690"/>
                  </a:lnTo>
                  <a:cubicBezTo>
                    <a:pt x="1" y="981"/>
                    <a:pt x="238" y="1218"/>
                    <a:pt x="530" y="1218"/>
                  </a:cubicBezTo>
                  <a:lnTo>
                    <a:pt x="21676" y="1218"/>
                  </a:lnTo>
                  <a:cubicBezTo>
                    <a:pt x="22164" y="1218"/>
                    <a:pt x="22560" y="1613"/>
                    <a:pt x="22560" y="2101"/>
                  </a:cubicBezTo>
                  <a:lnTo>
                    <a:pt x="22560" y="4780"/>
                  </a:lnTo>
                  <a:cubicBezTo>
                    <a:pt x="22560" y="5268"/>
                    <a:pt x="22164" y="5663"/>
                    <a:pt x="21676" y="5663"/>
                  </a:cubicBezTo>
                  <a:lnTo>
                    <a:pt x="530" y="5663"/>
                  </a:lnTo>
                  <a:cubicBezTo>
                    <a:pt x="238" y="5663"/>
                    <a:pt x="1" y="5898"/>
                    <a:pt x="1" y="6190"/>
                  </a:cubicBezTo>
                  <a:cubicBezTo>
                    <a:pt x="1" y="6482"/>
                    <a:pt x="238" y="6720"/>
                    <a:pt x="530" y="6720"/>
                  </a:cubicBezTo>
                  <a:lnTo>
                    <a:pt x="22971" y="6720"/>
                  </a:lnTo>
                  <a:cubicBezTo>
                    <a:pt x="23459" y="6720"/>
                    <a:pt x="23856" y="6323"/>
                    <a:pt x="23856" y="5835"/>
                  </a:cubicBezTo>
                  <a:lnTo>
                    <a:pt x="23856" y="884"/>
                  </a:lnTo>
                  <a:cubicBezTo>
                    <a:pt x="23856" y="396"/>
                    <a:pt x="23459" y="1"/>
                    <a:pt x="229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92" name="Google Shape;992;p72"/>
          <p:cNvCxnSpPr/>
          <p:nvPr/>
        </p:nvCxnSpPr>
        <p:spPr>
          <a:xfrm>
            <a:off x="5811350" y="4775150"/>
            <a:ext cx="286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3"/>
          <p:cNvSpPr txBox="1"/>
          <p:nvPr>
            <p:ph type="title"/>
          </p:nvPr>
        </p:nvSpPr>
        <p:spPr>
          <a:xfrm>
            <a:off x="1038675" y="658300"/>
            <a:ext cx="75744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5200"/>
              <a:t>¡GRACIAS POR SU  ATENCIÓN!</a:t>
            </a:r>
            <a:endParaRPr sz="5200"/>
          </a:p>
        </p:txBody>
      </p:sp>
      <p:grpSp>
        <p:nvGrpSpPr>
          <p:cNvPr id="998" name="Google Shape;998;p73"/>
          <p:cNvGrpSpPr/>
          <p:nvPr/>
        </p:nvGrpSpPr>
        <p:grpSpPr>
          <a:xfrm>
            <a:off x="228598" y="3541365"/>
            <a:ext cx="1394821" cy="1602629"/>
            <a:chOff x="2787272" y="3659659"/>
            <a:chExt cx="825777" cy="948750"/>
          </a:xfrm>
        </p:grpSpPr>
        <p:sp>
          <p:nvSpPr>
            <p:cNvPr id="999" name="Google Shape;999;p73"/>
            <p:cNvSpPr/>
            <p:nvPr/>
          </p:nvSpPr>
          <p:spPr>
            <a:xfrm>
              <a:off x="2787272" y="3659659"/>
              <a:ext cx="553574" cy="948750"/>
            </a:xfrm>
            <a:custGeom>
              <a:rect b="b" l="l" r="r" t="t"/>
              <a:pathLst>
                <a:path extrusionOk="0" h="10979" w="6406">
                  <a:moveTo>
                    <a:pt x="2462" y="1"/>
                  </a:moveTo>
                  <a:cubicBezTo>
                    <a:pt x="2360" y="1"/>
                    <a:pt x="2257" y="10"/>
                    <a:pt x="2153" y="32"/>
                  </a:cubicBezTo>
                  <a:cubicBezTo>
                    <a:pt x="1780" y="107"/>
                    <a:pt x="1404" y="362"/>
                    <a:pt x="1292" y="685"/>
                  </a:cubicBezTo>
                  <a:cubicBezTo>
                    <a:pt x="1186" y="988"/>
                    <a:pt x="1323" y="1274"/>
                    <a:pt x="1448" y="1537"/>
                  </a:cubicBezTo>
                  <a:cubicBezTo>
                    <a:pt x="1572" y="1799"/>
                    <a:pt x="1684" y="2103"/>
                    <a:pt x="1534" y="2398"/>
                  </a:cubicBezTo>
                  <a:cubicBezTo>
                    <a:pt x="1468" y="2528"/>
                    <a:pt x="1424" y="2550"/>
                    <a:pt x="1340" y="2550"/>
                  </a:cubicBezTo>
                  <a:cubicBezTo>
                    <a:pt x="1297" y="2550"/>
                    <a:pt x="1244" y="2544"/>
                    <a:pt x="1172" y="2544"/>
                  </a:cubicBezTo>
                  <a:cubicBezTo>
                    <a:pt x="1065" y="2544"/>
                    <a:pt x="917" y="2557"/>
                    <a:pt x="699" y="2620"/>
                  </a:cubicBezTo>
                  <a:cubicBezTo>
                    <a:pt x="51" y="2809"/>
                    <a:pt x="1" y="3468"/>
                    <a:pt x="142" y="3901"/>
                  </a:cubicBezTo>
                  <a:cubicBezTo>
                    <a:pt x="284" y="4336"/>
                    <a:pt x="652" y="4651"/>
                    <a:pt x="950" y="5001"/>
                  </a:cubicBezTo>
                  <a:cubicBezTo>
                    <a:pt x="1249" y="5350"/>
                    <a:pt x="1493" y="5794"/>
                    <a:pt x="1341" y="6270"/>
                  </a:cubicBezTo>
                  <a:cubicBezTo>
                    <a:pt x="1257" y="6531"/>
                    <a:pt x="1064" y="6771"/>
                    <a:pt x="957" y="7029"/>
                  </a:cubicBezTo>
                  <a:cubicBezTo>
                    <a:pt x="704" y="7641"/>
                    <a:pt x="971" y="8235"/>
                    <a:pt x="1235" y="8764"/>
                  </a:cubicBezTo>
                  <a:cubicBezTo>
                    <a:pt x="1638" y="9569"/>
                    <a:pt x="2082" y="10173"/>
                    <a:pt x="2486" y="10978"/>
                  </a:cubicBezTo>
                  <a:lnTo>
                    <a:pt x="6050" y="10978"/>
                  </a:lnTo>
                  <a:cubicBezTo>
                    <a:pt x="6226" y="10421"/>
                    <a:pt x="6406" y="9837"/>
                    <a:pt x="6389" y="9289"/>
                  </a:cubicBezTo>
                  <a:cubicBezTo>
                    <a:pt x="6372" y="8741"/>
                    <a:pt x="6129" y="8204"/>
                    <a:pt x="5610" y="7959"/>
                  </a:cubicBezTo>
                  <a:cubicBezTo>
                    <a:pt x="5321" y="7822"/>
                    <a:pt x="4951" y="7775"/>
                    <a:pt x="4749" y="7552"/>
                  </a:cubicBezTo>
                  <a:cubicBezTo>
                    <a:pt x="4196" y="6944"/>
                    <a:pt x="5372" y="5764"/>
                    <a:pt x="4898" y="5103"/>
                  </a:cubicBezTo>
                  <a:cubicBezTo>
                    <a:pt x="4761" y="4912"/>
                    <a:pt x="4509" y="4811"/>
                    <a:pt x="4349" y="4635"/>
                  </a:cubicBezTo>
                  <a:cubicBezTo>
                    <a:pt x="3904" y="4138"/>
                    <a:pt x="4345" y="3329"/>
                    <a:pt x="4500" y="2636"/>
                  </a:cubicBezTo>
                  <a:cubicBezTo>
                    <a:pt x="4731" y="1594"/>
                    <a:pt x="4195" y="573"/>
                    <a:pt x="3200" y="158"/>
                  </a:cubicBezTo>
                  <a:cubicBezTo>
                    <a:pt x="2975" y="65"/>
                    <a:pt x="2724" y="1"/>
                    <a:pt x="2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73"/>
            <p:cNvSpPr/>
            <p:nvPr/>
          </p:nvSpPr>
          <p:spPr>
            <a:xfrm>
              <a:off x="3021282" y="3793082"/>
              <a:ext cx="150449" cy="813511"/>
            </a:xfrm>
            <a:custGeom>
              <a:rect b="b" l="l" r="r" t="t"/>
              <a:pathLst>
                <a:path extrusionOk="0" h="9414" w="1741">
                  <a:moveTo>
                    <a:pt x="292" y="1"/>
                  </a:moveTo>
                  <a:cubicBezTo>
                    <a:pt x="274" y="1"/>
                    <a:pt x="256" y="6"/>
                    <a:pt x="241" y="18"/>
                  </a:cubicBezTo>
                  <a:cubicBezTo>
                    <a:pt x="204" y="46"/>
                    <a:pt x="197" y="99"/>
                    <a:pt x="225" y="136"/>
                  </a:cubicBezTo>
                  <a:cubicBezTo>
                    <a:pt x="464" y="448"/>
                    <a:pt x="300" y="1087"/>
                    <a:pt x="170" y="1601"/>
                  </a:cubicBezTo>
                  <a:cubicBezTo>
                    <a:pt x="123" y="1790"/>
                    <a:pt x="77" y="1969"/>
                    <a:pt x="58" y="2111"/>
                  </a:cubicBezTo>
                  <a:cubicBezTo>
                    <a:pt x="1" y="2533"/>
                    <a:pt x="129" y="2799"/>
                    <a:pt x="254" y="3057"/>
                  </a:cubicBezTo>
                  <a:cubicBezTo>
                    <a:pt x="419" y="3398"/>
                    <a:pt x="592" y="3752"/>
                    <a:pt x="340" y="4537"/>
                  </a:cubicBezTo>
                  <a:cubicBezTo>
                    <a:pt x="48" y="5448"/>
                    <a:pt x="447" y="6342"/>
                    <a:pt x="870" y="7288"/>
                  </a:cubicBezTo>
                  <a:cubicBezTo>
                    <a:pt x="1161" y="7938"/>
                    <a:pt x="1460" y="8610"/>
                    <a:pt x="1568" y="9341"/>
                  </a:cubicBezTo>
                  <a:cubicBezTo>
                    <a:pt x="1574" y="9383"/>
                    <a:pt x="1610" y="9414"/>
                    <a:pt x="1650" y="9414"/>
                  </a:cubicBezTo>
                  <a:cubicBezTo>
                    <a:pt x="1655" y="9414"/>
                    <a:pt x="1659" y="9414"/>
                    <a:pt x="1663" y="9412"/>
                  </a:cubicBezTo>
                  <a:cubicBezTo>
                    <a:pt x="1709" y="9406"/>
                    <a:pt x="1740" y="9364"/>
                    <a:pt x="1734" y="9318"/>
                  </a:cubicBezTo>
                  <a:cubicBezTo>
                    <a:pt x="1624" y="8563"/>
                    <a:pt x="1318" y="7881"/>
                    <a:pt x="1024" y="7220"/>
                  </a:cubicBezTo>
                  <a:cubicBezTo>
                    <a:pt x="614" y="6305"/>
                    <a:pt x="228" y="5439"/>
                    <a:pt x="500" y="4589"/>
                  </a:cubicBezTo>
                  <a:cubicBezTo>
                    <a:pt x="772" y="3740"/>
                    <a:pt x="577" y="3337"/>
                    <a:pt x="405" y="2984"/>
                  </a:cubicBezTo>
                  <a:cubicBezTo>
                    <a:pt x="285" y="2737"/>
                    <a:pt x="173" y="2506"/>
                    <a:pt x="223" y="2133"/>
                  </a:cubicBezTo>
                  <a:cubicBezTo>
                    <a:pt x="242" y="2002"/>
                    <a:pt x="287" y="1826"/>
                    <a:pt x="334" y="1642"/>
                  </a:cubicBezTo>
                  <a:cubicBezTo>
                    <a:pt x="472" y="1094"/>
                    <a:pt x="646" y="411"/>
                    <a:pt x="359" y="34"/>
                  </a:cubicBezTo>
                  <a:cubicBezTo>
                    <a:pt x="342" y="12"/>
                    <a:pt x="317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73"/>
            <p:cNvSpPr/>
            <p:nvPr/>
          </p:nvSpPr>
          <p:spPr>
            <a:xfrm>
              <a:off x="2906005" y="3949059"/>
              <a:ext cx="133857" cy="84427"/>
            </a:xfrm>
            <a:custGeom>
              <a:rect b="b" l="l" r="r" t="t"/>
              <a:pathLst>
                <a:path extrusionOk="0" h="977" w="1549">
                  <a:moveTo>
                    <a:pt x="96" y="0"/>
                  </a:moveTo>
                  <a:cubicBezTo>
                    <a:pt x="63" y="0"/>
                    <a:pt x="33" y="19"/>
                    <a:pt x="18" y="51"/>
                  </a:cubicBezTo>
                  <a:cubicBezTo>
                    <a:pt x="1" y="94"/>
                    <a:pt x="21" y="144"/>
                    <a:pt x="64" y="162"/>
                  </a:cubicBezTo>
                  <a:cubicBezTo>
                    <a:pt x="555" y="371"/>
                    <a:pt x="1006" y="639"/>
                    <a:pt x="1401" y="958"/>
                  </a:cubicBezTo>
                  <a:cubicBezTo>
                    <a:pt x="1417" y="971"/>
                    <a:pt x="1435" y="977"/>
                    <a:pt x="1454" y="977"/>
                  </a:cubicBezTo>
                  <a:lnTo>
                    <a:pt x="1454" y="975"/>
                  </a:lnTo>
                  <a:cubicBezTo>
                    <a:pt x="1479" y="975"/>
                    <a:pt x="1503" y="965"/>
                    <a:pt x="1519" y="944"/>
                  </a:cubicBezTo>
                  <a:cubicBezTo>
                    <a:pt x="1548" y="909"/>
                    <a:pt x="1542" y="856"/>
                    <a:pt x="1507" y="826"/>
                  </a:cubicBezTo>
                  <a:cubicBezTo>
                    <a:pt x="1099" y="498"/>
                    <a:pt x="636" y="222"/>
                    <a:pt x="129" y="7"/>
                  </a:cubicBezTo>
                  <a:cubicBezTo>
                    <a:pt x="118" y="2"/>
                    <a:pt x="107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73"/>
            <p:cNvSpPr/>
            <p:nvPr/>
          </p:nvSpPr>
          <p:spPr>
            <a:xfrm>
              <a:off x="3070624" y="4229731"/>
              <a:ext cx="61095" cy="121240"/>
            </a:xfrm>
            <a:custGeom>
              <a:rect b="b" l="l" r="r" t="t"/>
              <a:pathLst>
                <a:path extrusionOk="0" h="1403" w="707">
                  <a:moveTo>
                    <a:pt x="610" y="1"/>
                  </a:moveTo>
                  <a:cubicBezTo>
                    <a:pt x="582" y="1"/>
                    <a:pt x="555" y="15"/>
                    <a:pt x="538" y="40"/>
                  </a:cubicBezTo>
                  <a:cubicBezTo>
                    <a:pt x="288" y="445"/>
                    <a:pt x="111" y="869"/>
                    <a:pt x="10" y="1300"/>
                  </a:cubicBezTo>
                  <a:cubicBezTo>
                    <a:pt x="0" y="1345"/>
                    <a:pt x="28" y="1390"/>
                    <a:pt x="74" y="1401"/>
                  </a:cubicBezTo>
                  <a:cubicBezTo>
                    <a:pt x="80" y="1402"/>
                    <a:pt x="87" y="1402"/>
                    <a:pt x="93" y="1402"/>
                  </a:cubicBezTo>
                  <a:cubicBezTo>
                    <a:pt x="131" y="1402"/>
                    <a:pt x="165" y="1377"/>
                    <a:pt x="174" y="1337"/>
                  </a:cubicBezTo>
                  <a:cubicBezTo>
                    <a:pt x="270" y="925"/>
                    <a:pt x="441" y="518"/>
                    <a:pt x="681" y="129"/>
                  </a:cubicBezTo>
                  <a:cubicBezTo>
                    <a:pt x="706" y="90"/>
                    <a:pt x="693" y="37"/>
                    <a:pt x="655" y="14"/>
                  </a:cubicBezTo>
                  <a:cubicBezTo>
                    <a:pt x="641" y="5"/>
                    <a:pt x="625" y="1"/>
                    <a:pt x="6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73"/>
            <p:cNvSpPr/>
            <p:nvPr/>
          </p:nvSpPr>
          <p:spPr>
            <a:xfrm>
              <a:off x="3001147" y="4443346"/>
              <a:ext cx="149757" cy="86674"/>
            </a:xfrm>
            <a:custGeom>
              <a:rect b="b" l="l" r="r" t="t"/>
              <a:pathLst>
                <a:path extrusionOk="0" h="1003" w="1733">
                  <a:moveTo>
                    <a:pt x="93" y="0"/>
                  </a:moveTo>
                  <a:cubicBezTo>
                    <a:pt x="56" y="0"/>
                    <a:pt x="22" y="25"/>
                    <a:pt x="13" y="64"/>
                  </a:cubicBezTo>
                  <a:cubicBezTo>
                    <a:pt x="1" y="108"/>
                    <a:pt x="27" y="154"/>
                    <a:pt x="71" y="165"/>
                  </a:cubicBezTo>
                  <a:cubicBezTo>
                    <a:pt x="658" y="320"/>
                    <a:pt x="1181" y="602"/>
                    <a:pt x="1581" y="979"/>
                  </a:cubicBezTo>
                  <a:cubicBezTo>
                    <a:pt x="1597" y="995"/>
                    <a:pt x="1619" y="1003"/>
                    <a:pt x="1640" y="1003"/>
                  </a:cubicBezTo>
                  <a:cubicBezTo>
                    <a:pt x="1662" y="1003"/>
                    <a:pt x="1684" y="994"/>
                    <a:pt x="1700" y="976"/>
                  </a:cubicBezTo>
                  <a:cubicBezTo>
                    <a:pt x="1733" y="942"/>
                    <a:pt x="1731" y="889"/>
                    <a:pt x="1697" y="857"/>
                  </a:cubicBezTo>
                  <a:cubicBezTo>
                    <a:pt x="1276" y="460"/>
                    <a:pt x="729" y="165"/>
                    <a:pt x="114" y="3"/>
                  </a:cubicBezTo>
                  <a:cubicBezTo>
                    <a:pt x="107" y="1"/>
                    <a:pt x="100" y="0"/>
                    <a:pt x="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73"/>
            <p:cNvSpPr/>
            <p:nvPr/>
          </p:nvSpPr>
          <p:spPr>
            <a:xfrm>
              <a:off x="3253390" y="4084901"/>
              <a:ext cx="359659" cy="523502"/>
            </a:xfrm>
            <a:custGeom>
              <a:rect b="b" l="l" r="r" t="t"/>
              <a:pathLst>
                <a:path extrusionOk="0" h="6058" w="4162">
                  <a:moveTo>
                    <a:pt x="1716" y="1"/>
                  </a:moveTo>
                  <a:cubicBezTo>
                    <a:pt x="1598" y="1"/>
                    <a:pt x="1472" y="38"/>
                    <a:pt x="1340" y="131"/>
                  </a:cubicBezTo>
                  <a:cubicBezTo>
                    <a:pt x="984" y="385"/>
                    <a:pt x="807" y="916"/>
                    <a:pt x="827" y="1286"/>
                  </a:cubicBezTo>
                  <a:cubicBezTo>
                    <a:pt x="848" y="1654"/>
                    <a:pt x="746" y="2040"/>
                    <a:pt x="791" y="2396"/>
                  </a:cubicBezTo>
                  <a:cubicBezTo>
                    <a:pt x="835" y="2757"/>
                    <a:pt x="1021" y="3075"/>
                    <a:pt x="950" y="3489"/>
                  </a:cubicBezTo>
                  <a:cubicBezTo>
                    <a:pt x="807" y="4327"/>
                    <a:pt x="0" y="4983"/>
                    <a:pt x="497" y="6057"/>
                  </a:cubicBezTo>
                  <a:lnTo>
                    <a:pt x="4011" y="6057"/>
                  </a:lnTo>
                  <a:cubicBezTo>
                    <a:pt x="4162" y="5674"/>
                    <a:pt x="4135" y="5249"/>
                    <a:pt x="4009" y="4994"/>
                  </a:cubicBezTo>
                  <a:cubicBezTo>
                    <a:pt x="3882" y="4738"/>
                    <a:pt x="3689" y="4548"/>
                    <a:pt x="3557" y="4297"/>
                  </a:cubicBezTo>
                  <a:cubicBezTo>
                    <a:pt x="3243" y="3700"/>
                    <a:pt x="3298" y="2814"/>
                    <a:pt x="3173" y="2067"/>
                  </a:cubicBezTo>
                  <a:cubicBezTo>
                    <a:pt x="3042" y="1281"/>
                    <a:pt x="2704" y="634"/>
                    <a:pt x="2200" y="205"/>
                  </a:cubicBezTo>
                  <a:cubicBezTo>
                    <a:pt x="2070" y="94"/>
                    <a:pt x="1904" y="1"/>
                    <a:pt x="17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73"/>
            <p:cNvSpPr/>
            <p:nvPr/>
          </p:nvSpPr>
          <p:spPr>
            <a:xfrm>
              <a:off x="3396319" y="4248742"/>
              <a:ext cx="52540" cy="354647"/>
            </a:xfrm>
            <a:custGeom>
              <a:rect b="b" l="l" r="r" t="t"/>
              <a:pathLst>
                <a:path extrusionOk="0" h="4104" w="608">
                  <a:moveTo>
                    <a:pt x="96" y="0"/>
                  </a:moveTo>
                  <a:cubicBezTo>
                    <a:pt x="67" y="0"/>
                    <a:pt x="38" y="16"/>
                    <a:pt x="23" y="44"/>
                  </a:cubicBezTo>
                  <a:cubicBezTo>
                    <a:pt x="0" y="84"/>
                    <a:pt x="14" y="136"/>
                    <a:pt x="55" y="158"/>
                  </a:cubicBezTo>
                  <a:cubicBezTo>
                    <a:pt x="394" y="349"/>
                    <a:pt x="434" y="892"/>
                    <a:pt x="426" y="1198"/>
                  </a:cubicBezTo>
                  <a:cubicBezTo>
                    <a:pt x="421" y="1499"/>
                    <a:pt x="372" y="1825"/>
                    <a:pt x="325" y="2140"/>
                  </a:cubicBezTo>
                  <a:cubicBezTo>
                    <a:pt x="298" y="2325"/>
                    <a:pt x="269" y="2515"/>
                    <a:pt x="250" y="2699"/>
                  </a:cubicBezTo>
                  <a:cubicBezTo>
                    <a:pt x="179" y="3348"/>
                    <a:pt x="238" y="3782"/>
                    <a:pt x="434" y="4068"/>
                  </a:cubicBezTo>
                  <a:cubicBezTo>
                    <a:pt x="450" y="4092"/>
                    <a:pt x="477" y="4104"/>
                    <a:pt x="503" y="4104"/>
                  </a:cubicBezTo>
                  <a:cubicBezTo>
                    <a:pt x="519" y="4104"/>
                    <a:pt x="535" y="4099"/>
                    <a:pt x="550" y="4089"/>
                  </a:cubicBezTo>
                  <a:cubicBezTo>
                    <a:pt x="589" y="4064"/>
                    <a:pt x="599" y="4011"/>
                    <a:pt x="572" y="3973"/>
                  </a:cubicBezTo>
                  <a:cubicBezTo>
                    <a:pt x="403" y="3725"/>
                    <a:pt x="353" y="3315"/>
                    <a:pt x="418" y="2717"/>
                  </a:cubicBezTo>
                  <a:cubicBezTo>
                    <a:pt x="437" y="2535"/>
                    <a:pt x="465" y="2348"/>
                    <a:pt x="491" y="2165"/>
                  </a:cubicBezTo>
                  <a:cubicBezTo>
                    <a:pt x="538" y="1845"/>
                    <a:pt x="589" y="1514"/>
                    <a:pt x="594" y="1203"/>
                  </a:cubicBezTo>
                  <a:cubicBezTo>
                    <a:pt x="608" y="609"/>
                    <a:pt x="446" y="186"/>
                    <a:pt x="137" y="12"/>
                  </a:cubicBezTo>
                  <a:cubicBezTo>
                    <a:pt x="124" y="4"/>
                    <a:pt x="110" y="0"/>
                    <a:pt x="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73"/>
            <p:cNvSpPr/>
            <p:nvPr/>
          </p:nvSpPr>
          <p:spPr>
            <a:xfrm>
              <a:off x="3432267" y="4199054"/>
              <a:ext cx="29208" cy="86415"/>
            </a:xfrm>
            <a:custGeom>
              <a:rect b="b" l="l" r="r" t="t"/>
              <a:pathLst>
                <a:path extrusionOk="0" h="1000" w="338">
                  <a:moveTo>
                    <a:pt x="180" y="1"/>
                  </a:moveTo>
                  <a:cubicBezTo>
                    <a:pt x="172" y="1"/>
                    <a:pt x="164" y="2"/>
                    <a:pt x="156" y="4"/>
                  </a:cubicBezTo>
                  <a:cubicBezTo>
                    <a:pt x="112" y="19"/>
                    <a:pt x="87" y="65"/>
                    <a:pt x="100" y="111"/>
                  </a:cubicBezTo>
                  <a:cubicBezTo>
                    <a:pt x="165" y="315"/>
                    <a:pt x="134" y="604"/>
                    <a:pt x="18" y="883"/>
                  </a:cubicBezTo>
                  <a:cubicBezTo>
                    <a:pt x="0" y="926"/>
                    <a:pt x="21" y="974"/>
                    <a:pt x="63" y="992"/>
                  </a:cubicBezTo>
                  <a:cubicBezTo>
                    <a:pt x="74" y="997"/>
                    <a:pt x="86" y="999"/>
                    <a:pt x="96" y="999"/>
                  </a:cubicBezTo>
                  <a:cubicBezTo>
                    <a:pt x="128" y="999"/>
                    <a:pt x="161" y="980"/>
                    <a:pt x="174" y="948"/>
                  </a:cubicBezTo>
                  <a:cubicBezTo>
                    <a:pt x="305" y="628"/>
                    <a:pt x="338" y="305"/>
                    <a:pt x="261" y="60"/>
                  </a:cubicBezTo>
                  <a:cubicBezTo>
                    <a:pt x="250" y="24"/>
                    <a:pt x="217" y="1"/>
                    <a:pt x="1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73"/>
            <p:cNvSpPr/>
            <p:nvPr/>
          </p:nvSpPr>
          <p:spPr>
            <a:xfrm>
              <a:off x="3373419" y="4436433"/>
              <a:ext cx="49084" cy="86501"/>
            </a:xfrm>
            <a:custGeom>
              <a:rect b="b" l="l" r="r" t="t"/>
              <a:pathLst>
                <a:path extrusionOk="0" h="1001" w="568">
                  <a:moveTo>
                    <a:pt x="84" y="1"/>
                  </a:moveTo>
                  <a:cubicBezTo>
                    <a:pt x="37" y="2"/>
                    <a:pt x="0" y="41"/>
                    <a:pt x="2" y="86"/>
                  </a:cubicBezTo>
                  <a:cubicBezTo>
                    <a:pt x="7" y="486"/>
                    <a:pt x="162" y="814"/>
                    <a:pt x="426" y="985"/>
                  </a:cubicBezTo>
                  <a:cubicBezTo>
                    <a:pt x="441" y="996"/>
                    <a:pt x="456" y="1000"/>
                    <a:pt x="472" y="1000"/>
                  </a:cubicBezTo>
                  <a:cubicBezTo>
                    <a:pt x="500" y="1000"/>
                    <a:pt x="526" y="987"/>
                    <a:pt x="543" y="962"/>
                  </a:cubicBezTo>
                  <a:cubicBezTo>
                    <a:pt x="568" y="922"/>
                    <a:pt x="556" y="870"/>
                    <a:pt x="517" y="845"/>
                  </a:cubicBezTo>
                  <a:cubicBezTo>
                    <a:pt x="301" y="704"/>
                    <a:pt x="174" y="427"/>
                    <a:pt x="170" y="85"/>
                  </a:cubicBezTo>
                  <a:cubicBezTo>
                    <a:pt x="168" y="38"/>
                    <a:pt x="130" y="2"/>
                    <a:pt x="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8" name="Google Shape;1008;p73"/>
          <p:cNvSpPr/>
          <p:nvPr/>
        </p:nvSpPr>
        <p:spPr>
          <a:xfrm>
            <a:off x="6319525" y="2325225"/>
            <a:ext cx="1778438" cy="2432276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7150" rotWithShape="0" algn="bl" dir="5400000" dist="19050">
              <a:srgbClr val="000000">
                <a:alpha val="48235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duction Program Project Proposal by Slidesgo">
  <a:themeElements>
    <a:clrScheme name="Simple Light">
      <a:dk1>
        <a:srgbClr val="F3F3F3"/>
      </a:dk1>
      <a:lt1>
        <a:srgbClr val="D9D9D9"/>
      </a:lt1>
      <a:dk2>
        <a:srgbClr val="BFC6DB"/>
      </a:dk2>
      <a:lt2>
        <a:srgbClr val="58A8FE"/>
      </a:lt2>
      <a:accent1>
        <a:srgbClr val="2A2A2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A2A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duction Program Project Proposal by Slidesgo">
  <a:themeElements>
    <a:clrScheme name="Simple Light">
      <a:dk1>
        <a:srgbClr val="F3F3F3"/>
      </a:dk1>
      <a:lt1>
        <a:srgbClr val="D9D9D9"/>
      </a:lt1>
      <a:dk2>
        <a:srgbClr val="BFC6DB"/>
      </a:dk2>
      <a:lt2>
        <a:srgbClr val="58A8FE"/>
      </a:lt2>
      <a:accent1>
        <a:srgbClr val="2A2A2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A2A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