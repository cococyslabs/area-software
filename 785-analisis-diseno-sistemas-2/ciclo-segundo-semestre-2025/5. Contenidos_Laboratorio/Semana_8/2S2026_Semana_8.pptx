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4"/>
    <p:sldMasterId id="2147483702" r:id="rId5"/>
    <p:sldMasterId id="214748370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y="5143500" cx="9144000"/>
  <p:notesSz cx="6858000" cy="9144000"/>
  <p:embeddedFontLst>
    <p:embeddedFont>
      <p:font typeface="Poppins"/>
      <p:regular r:id="rId37"/>
      <p:bold r:id="rId38"/>
      <p:italic r:id="rId39"/>
      <p:boldItalic r:id="rId40"/>
    </p:embeddedFont>
    <p:embeddedFont>
      <p:font typeface="Bebas Neue"/>
      <p:regular r:id="rId41"/>
    </p:embeddedFont>
    <p:embeddedFont>
      <p:font typeface="Tiro Tamil"/>
      <p:regular r:id="rId42"/>
      <p:italic r:id="rId43"/>
    </p:embeddedFont>
    <p:embeddedFont>
      <p:font typeface="Albert Sans"/>
      <p:regular r:id="rId44"/>
      <p:bold r:id="rId45"/>
      <p:italic r:id="rId46"/>
      <p:boldItalic r:id="rId47"/>
    </p:embeddedFont>
    <p:embeddedFont>
      <p:font typeface="Open Sans"/>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3990B7F-22F0-48F6-8370-00359CC69127}">
  <a:tblStyle styleId="{A3990B7F-22F0-48F6-8370-00359CC6912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Poppins-boldItalic.fntdata"/><Relationship Id="rId42" Type="http://schemas.openxmlformats.org/officeDocument/2006/relationships/font" Target="fonts/TiroTamil-regular.fntdata"/><Relationship Id="rId41" Type="http://schemas.openxmlformats.org/officeDocument/2006/relationships/font" Target="fonts/BebasNeue-regular.fntdata"/><Relationship Id="rId44" Type="http://schemas.openxmlformats.org/officeDocument/2006/relationships/font" Target="fonts/AlbertSans-regular.fntdata"/><Relationship Id="rId43" Type="http://schemas.openxmlformats.org/officeDocument/2006/relationships/font" Target="fonts/TiroTamil-italic.fntdata"/><Relationship Id="rId46" Type="http://schemas.openxmlformats.org/officeDocument/2006/relationships/font" Target="fonts/AlbertSans-italic.fntdata"/><Relationship Id="rId45" Type="http://schemas.openxmlformats.org/officeDocument/2006/relationships/font" Target="fonts/AlbertSans-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OpenSans-regular.fntdata"/><Relationship Id="rId47" Type="http://schemas.openxmlformats.org/officeDocument/2006/relationships/font" Target="fonts/AlbertSans-boldItalic.fntdata"/><Relationship Id="rId49" Type="http://schemas.openxmlformats.org/officeDocument/2006/relationships/font" Target="fonts/OpenSans-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font" Target="fonts/Poppins-regular.fntdata"/><Relationship Id="rId36" Type="http://schemas.openxmlformats.org/officeDocument/2006/relationships/slide" Target="slides/slide29.xml"/><Relationship Id="rId39" Type="http://schemas.openxmlformats.org/officeDocument/2006/relationships/font" Target="fonts/Poppins-italic.fntdata"/><Relationship Id="rId38" Type="http://schemas.openxmlformats.org/officeDocument/2006/relationships/font" Target="fonts/Poppins-bold.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OpenSans-boldItalic.fntdata"/><Relationship Id="rId50" Type="http://schemas.openxmlformats.org/officeDocument/2006/relationships/font" Target="fonts/OpenSans-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dfd2866835_0_2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4" name="Google Shape;624;g3dfd2866835_0_2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3" name="Google Shape;63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3" name="Google Shape;64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0" name="Google Shape;65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7" name="Google Shape;65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5" name="Google Shape;74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1" name="Google Shape;80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7" name="Google Shape;85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3" name="Google Shape;91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9" name="Google Shape;91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5" name="Google Shape;92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5" name="Google Shape;93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2" name="Google Shape;94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8" name="Google Shape;99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5" name="Google Shape;100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2" name="Google Shape;101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1" name="Google Shape;102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8" name="Google Shape;102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5" name="Google Shape;103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1" name="Google Shape;104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8" name="Google Shape;104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5" name="Google Shape;105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dfd2866835_0_9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1" name="Google Shape;1061;g3dfd2866835_0_9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dfd2866835_0_9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6" name="Google Shape;1066;g3dfd2866835_0_9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g3dfd2866835_0_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2" name="Google Shape;1072;g3dfd2866835_0_9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dfd2866835_0_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g3dfd2866835_0_9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7" name="Google Shape;110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3" name="Google Shape;116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9" name="Google Shape;121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
          <p:cNvSpPr txBox="1"/>
          <p:nvPr>
            <p:ph type="ctrTitle"/>
          </p:nvPr>
        </p:nvSpPr>
        <p:spPr>
          <a:xfrm>
            <a:off x="715050" y="1013200"/>
            <a:ext cx="7713900" cy="16986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5200"/>
              <a:buNone/>
              <a:defRPr sz="5500">
                <a:latin typeface="Tiro Tamil"/>
                <a:ea typeface="Tiro Tamil"/>
                <a:cs typeface="Tiro Tamil"/>
                <a:sym typeface="Tiro Tami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
          <p:cNvSpPr txBox="1"/>
          <p:nvPr>
            <p:ph idx="1" type="subTitle"/>
          </p:nvPr>
        </p:nvSpPr>
        <p:spPr>
          <a:xfrm>
            <a:off x="715050" y="535000"/>
            <a:ext cx="7713900" cy="40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atin typeface="Albert Sans"/>
                <a:ea typeface="Albert Sans"/>
                <a:cs typeface="Albert Sans"/>
                <a:sym typeface="Albert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 name="Google Shape;12;p3"/>
          <p:cNvGrpSpPr/>
          <p:nvPr/>
        </p:nvGrpSpPr>
        <p:grpSpPr>
          <a:xfrm>
            <a:off x="228598" y="3541365"/>
            <a:ext cx="1394821" cy="1602629"/>
            <a:chOff x="2787272" y="3659659"/>
            <a:chExt cx="825777" cy="948750"/>
          </a:xfrm>
        </p:grpSpPr>
        <p:sp>
          <p:nvSpPr>
            <p:cNvPr id="13" name="Google Shape;13;p3"/>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3"/>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3"/>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3"/>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3"/>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3"/>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3"/>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4"/>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grpSp>
        <p:nvGrpSpPr>
          <p:cNvPr id="24" name="Google Shape;24;p4"/>
          <p:cNvGrpSpPr/>
          <p:nvPr/>
        </p:nvGrpSpPr>
        <p:grpSpPr>
          <a:xfrm flipH="1">
            <a:off x="8123091" y="4375722"/>
            <a:ext cx="792287" cy="768274"/>
            <a:chOff x="131676" y="4375717"/>
            <a:chExt cx="792287" cy="768274"/>
          </a:xfrm>
        </p:grpSpPr>
        <p:grpSp>
          <p:nvGrpSpPr>
            <p:cNvPr id="25" name="Google Shape;25;p4"/>
            <p:cNvGrpSpPr/>
            <p:nvPr/>
          </p:nvGrpSpPr>
          <p:grpSpPr>
            <a:xfrm>
              <a:off x="131676" y="4608317"/>
              <a:ext cx="461196" cy="535560"/>
              <a:chOff x="234725" y="3970575"/>
              <a:chExt cx="284075" cy="329900"/>
            </a:xfrm>
          </p:grpSpPr>
          <p:sp>
            <p:nvSpPr>
              <p:cNvPr id="26" name="Google Shape;26;p4"/>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4"/>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4"/>
            <p:cNvGrpSpPr/>
            <p:nvPr/>
          </p:nvGrpSpPr>
          <p:grpSpPr>
            <a:xfrm>
              <a:off x="396184" y="4375717"/>
              <a:ext cx="527779" cy="768274"/>
              <a:chOff x="2335600" y="3972475"/>
              <a:chExt cx="225325" cy="328000"/>
            </a:xfrm>
          </p:grpSpPr>
          <p:sp>
            <p:nvSpPr>
              <p:cNvPr id="31" name="Google Shape;31;p4"/>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4"/>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4"/>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4"/>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35" name="Shape 35"/>
        <p:cNvGrpSpPr/>
        <p:nvPr/>
      </p:nvGrpSpPr>
      <p:grpSpPr>
        <a:xfrm>
          <a:off x="0" y="0"/>
          <a:ext cx="0" cy="0"/>
          <a:chOff x="0" y="0"/>
          <a:chExt cx="0" cy="0"/>
        </a:xfrm>
      </p:grpSpPr>
      <p:sp>
        <p:nvSpPr>
          <p:cNvPr id="36" name="Google Shape;36;p5"/>
          <p:cNvSpPr txBox="1"/>
          <p:nvPr>
            <p:ph type="title"/>
          </p:nvPr>
        </p:nvSpPr>
        <p:spPr>
          <a:xfrm>
            <a:off x="715100" y="12514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 name="Google Shape;37;p5"/>
          <p:cNvSpPr txBox="1"/>
          <p:nvPr>
            <p:ph idx="1" type="subTitle"/>
          </p:nvPr>
        </p:nvSpPr>
        <p:spPr>
          <a:xfrm>
            <a:off x="1407800" y="12514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38" name="Google Shape;38;p5"/>
          <p:cNvSpPr txBox="1"/>
          <p:nvPr>
            <p:ph idx="2"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000"/>
              <a:buNone/>
              <a:defRPr sz="3000"/>
            </a:lvl1pPr>
            <a:lvl2pPr lvl="1" algn="l">
              <a:lnSpc>
                <a:spcPct val="100000"/>
              </a:lnSpc>
              <a:spcBef>
                <a:spcPts val="0"/>
              </a:spcBef>
              <a:spcAft>
                <a:spcPts val="0"/>
              </a:spcAft>
              <a:buClr>
                <a:schemeClr val="dk1"/>
              </a:buClr>
              <a:buSzPts val="3000"/>
              <a:buNone/>
              <a:defRPr sz="3000">
                <a:solidFill>
                  <a:schemeClr val="dk1"/>
                </a:solidFill>
              </a:defRPr>
            </a:lvl2pPr>
            <a:lvl3pPr lvl="2" algn="l">
              <a:lnSpc>
                <a:spcPct val="100000"/>
              </a:lnSpc>
              <a:spcBef>
                <a:spcPts val="0"/>
              </a:spcBef>
              <a:spcAft>
                <a:spcPts val="0"/>
              </a:spcAft>
              <a:buClr>
                <a:schemeClr val="dk1"/>
              </a:buClr>
              <a:buSzPts val="3000"/>
              <a:buNone/>
              <a:defRPr sz="3000">
                <a:solidFill>
                  <a:schemeClr val="dk1"/>
                </a:solidFill>
              </a:defRPr>
            </a:lvl3pPr>
            <a:lvl4pPr lvl="3" algn="l">
              <a:lnSpc>
                <a:spcPct val="100000"/>
              </a:lnSpc>
              <a:spcBef>
                <a:spcPts val="0"/>
              </a:spcBef>
              <a:spcAft>
                <a:spcPts val="0"/>
              </a:spcAft>
              <a:buClr>
                <a:schemeClr val="dk1"/>
              </a:buClr>
              <a:buSzPts val="3000"/>
              <a:buNone/>
              <a:defRPr sz="3000">
                <a:solidFill>
                  <a:schemeClr val="dk1"/>
                </a:solidFill>
              </a:defRPr>
            </a:lvl4pPr>
            <a:lvl5pPr lvl="4" algn="l">
              <a:lnSpc>
                <a:spcPct val="100000"/>
              </a:lnSpc>
              <a:spcBef>
                <a:spcPts val="0"/>
              </a:spcBef>
              <a:spcAft>
                <a:spcPts val="0"/>
              </a:spcAft>
              <a:buClr>
                <a:schemeClr val="dk1"/>
              </a:buClr>
              <a:buSzPts val="3000"/>
              <a:buNone/>
              <a:defRPr sz="3000">
                <a:solidFill>
                  <a:schemeClr val="dk1"/>
                </a:solidFill>
              </a:defRPr>
            </a:lvl5pPr>
            <a:lvl6pPr lvl="5" algn="l">
              <a:lnSpc>
                <a:spcPct val="100000"/>
              </a:lnSpc>
              <a:spcBef>
                <a:spcPts val="0"/>
              </a:spcBef>
              <a:spcAft>
                <a:spcPts val="0"/>
              </a:spcAft>
              <a:buClr>
                <a:schemeClr val="dk1"/>
              </a:buClr>
              <a:buSzPts val="3000"/>
              <a:buNone/>
              <a:defRPr sz="3000">
                <a:solidFill>
                  <a:schemeClr val="dk1"/>
                </a:solidFill>
              </a:defRPr>
            </a:lvl6pPr>
            <a:lvl7pPr lvl="6" algn="l">
              <a:lnSpc>
                <a:spcPct val="100000"/>
              </a:lnSpc>
              <a:spcBef>
                <a:spcPts val="0"/>
              </a:spcBef>
              <a:spcAft>
                <a:spcPts val="0"/>
              </a:spcAft>
              <a:buClr>
                <a:schemeClr val="dk1"/>
              </a:buClr>
              <a:buSzPts val="3000"/>
              <a:buNone/>
              <a:defRPr sz="3000">
                <a:solidFill>
                  <a:schemeClr val="dk1"/>
                </a:solidFill>
              </a:defRPr>
            </a:lvl7pPr>
            <a:lvl8pPr lvl="7" algn="l">
              <a:lnSpc>
                <a:spcPct val="100000"/>
              </a:lnSpc>
              <a:spcBef>
                <a:spcPts val="0"/>
              </a:spcBef>
              <a:spcAft>
                <a:spcPts val="0"/>
              </a:spcAft>
              <a:buClr>
                <a:schemeClr val="dk1"/>
              </a:buClr>
              <a:buSzPts val="3000"/>
              <a:buNone/>
              <a:defRPr sz="3000">
                <a:solidFill>
                  <a:schemeClr val="dk1"/>
                </a:solidFill>
              </a:defRPr>
            </a:lvl8pPr>
            <a:lvl9pPr lvl="8" algn="l">
              <a:lnSpc>
                <a:spcPct val="100000"/>
              </a:lnSpc>
              <a:spcBef>
                <a:spcPts val="0"/>
              </a:spcBef>
              <a:spcAft>
                <a:spcPts val="0"/>
              </a:spcAft>
              <a:buClr>
                <a:schemeClr val="dk1"/>
              </a:buClr>
              <a:buSzPts val="3000"/>
              <a:buNone/>
              <a:defRPr sz="3000">
                <a:solidFill>
                  <a:schemeClr val="dk1"/>
                </a:solidFill>
              </a:defRPr>
            </a:lvl9pPr>
          </a:lstStyle>
          <a:p/>
        </p:txBody>
      </p:sp>
      <p:sp>
        <p:nvSpPr>
          <p:cNvPr id="39" name="Google Shape;39;p5"/>
          <p:cNvSpPr txBox="1"/>
          <p:nvPr>
            <p:ph idx="3" type="title"/>
          </p:nvPr>
        </p:nvSpPr>
        <p:spPr>
          <a:xfrm>
            <a:off x="715100" y="17668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0" name="Google Shape;40;p5"/>
          <p:cNvSpPr txBox="1"/>
          <p:nvPr>
            <p:ph idx="4" type="subTitle"/>
          </p:nvPr>
        </p:nvSpPr>
        <p:spPr>
          <a:xfrm>
            <a:off x="1407800" y="17668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41" name="Google Shape;41;p5"/>
          <p:cNvSpPr txBox="1"/>
          <p:nvPr>
            <p:ph idx="5" type="title"/>
          </p:nvPr>
        </p:nvSpPr>
        <p:spPr>
          <a:xfrm>
            <a:off x="715100" y="22822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2" name="Google Shape;42;p5"/>
          <p:cNvSpPr txBox="1"/>
          <p:nvPr>
            <p:ph idx="6" type="subTitle"/>
          </p:nvPr>
        </p:nvSpPr>
        <p:spPr>
          <a:xfrm>
            <a:off x="1407800" y="22822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43" name="Google Shape;43;p5"/>
          <p:cNvSpPr txBox="1"/>
          <p:nvPr>
            <p:ph idx="7" type="title"/>
          </p:nvPr>
        </p:nvSpPr>
        <p:spPr>
          <a:xfrm>
            <a:off x="715100" y="27976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4" name="Google Shape;44;p5"/>
          <p:cNvSpPr txBox="1"/>
          <p:nvPr>
            <p:ph idx="8" type="subTitle"/>
          </p:nvPr>
        </p:nvSpPr>
        <p:spPr>
          <a:xfrm>
            <a:off x="1407800" y="27976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45" name="Google Shape;45;p5"/>
          <p:cNvSpPr txBox="1"/>
          <p:nvPr>
            <p:ph idx="9" type="title"/>
          </p:nvPr>
        </p:nvSpPr>
        <p:spPr>
          <a:xfrm>
            <a:off x="715100" y="33130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6" name="Google Shape;46;p5"/>
          <p:cNvSpPr txBox="1"/>
          <p:nvPr>
            <p:ph idx="13" type="subTitle"/>
          </p:nvPr>
        </p:nvSpPr>
        <p:spPr>
          <a:xfrm>
            <a:off x="1407800" y="33130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47" name="Google Shape;47;p5"/>
          <p:cNvSpPr txBox="1"/>
          <p:nvPr>
            <p:ph idx="14" type="title"/>
          </p:nvPr>
        </p:nvSpPr>
        <p:spPr>
          <a:xfrm>
            <a:off x="715100" y="38284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8" name="Google Shape;48;p5"/>
          <p:cNvSpPr txBox="1"/>
          <p:nvPr>
            <p:ph idx="15" type="subTitle"/>
          </p:nvPr>
        </p:nvSpPr>
        <p:spPr>
          <a:xfrm>
            <a:off x="1407800" y="38284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sp>
        <p:nvSpPr>
          <p:cNvPr id="50" name="Google Shape;50;p6"/>
          <p:cNvSpPr txBox="1"/>
          <p:nvPr>
            <p:ph type="title"/>
          </p:nvPr>
        </p:nvSpPr>
        <p:spPr>
          <a:xfrm>
            <a:off x="715100" y="1641875"/>
            <a:ext cx="4056600" cy="1107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600"/>
              <a:buNone/>
              <a:defRPr sz="6000"/>
            </a:lvl1pPr>
            <a:lvl2pPr lvl="1" algn="ctr">
              <a:lnSpc>
                <a:spcPct val="100000"/>
              </a:lnSpc>
              <a:spcBef>
                <a:spcPts val="0"/>
              </a:spcBef>
              <a:spcAft>
                <a:spcPts val="0"/>
              </a:spcAft>
              <a:buClr>
                <a:schemeClr val="accent1"/>
              </a:buClr>
              <a:buSzPts val="3600"/>
              <a:buNone/>
              <a:defRPr sz="3600">
                <a:solidFill>
                  <a:schemeClr val="accent1"/>
                </a:solidFill>
              </a:defRPr>
            </a:lvl2pPr>
            <a:lvl3pPr lvl="2" algn="ctr">
              <a:lnSpc>
                <a:spcPct val="100000"/>
              </a:lnSpc>
              <a:spcBef>
                <a:spcPts val="0"/>
              </a:spcBef>
              <a:spcAft>
                <a:spcPts val="0"/>
              </a:spcAft>
              <a:buClr>
                <a:schemeClr val="accent1"/>
              </a:buClr>
              <a:buSzPts val="3600"/>
              <a:buNone/>
              <a:defRPr sz="3600">
                <a:solidFill>
                  <a:schemeClr val="accent1"/>
                </a:solidFill>
              </a:defRPr>
            </a:lvl3pPr>
            <a:lvl4pPr lvl="3" algn="ctr">
              <a:lnSpc>
                <a:spcPct val="100000"/>
              </a:lnSpc>
              <a:spcBef>
                <a:spcPts val="0"/>
              </a:spcBef>
              <a:spcAft>
                <a:spcPts val="0"/>
              </a:spcAft>
              <a:buClr>
                <a:schemeClr val="accent1"/>
              </a:buClr>
              <a:buSzPts val="3600"/>
              <a:buNone/>
              <a:defRPr sz="3600">
                <a:solidFill>
                  <a:schemeClr val="accent1"/>
                </a:solidFill>
              </a:defRPr>
            </a:lvl4pPr>
            <a:lvl5pPr lvl="4" algn="ctr">
              <a:lnSpc>
                <a:spcPct val="100000"/>
              </a:lnSpc>
              <a:spcBef>
                <a:spcPts val="0"/>
              </a:spcBef>
              <a:spcAft>
                <a:spcPts val="0"/>
              </a:spcAft>
              <a:buClr>
                <a:schemeClr val="accent1"/>
              </a:buClr>
              <a:buSzPts val="3600"/>
              <a:buNone/>
              <a:defRPr sz="3600">
                <a:solidFill>
                  <a:schemeClr val="accent1"/>
                </a:solidFill>
              </a:defRPr>
            </a:lvl5pPr>
            <a:lvl6pPr lvl="5" algn="ctr">
              <a:lnSpc>
                <a:spcPct val="100000"/>
              </a:lnSpc>
              <a:spcBef>
                <a:spcPts val="0"/>
              </a:spcBef>
              <a:spcAft>
                <a:spcPts val="0"/>
              </a:spcAft>
              <a:buClr>
                <a:schemeClr val="accent1"/>
              </a:buClr>
              <a:buSzPts val="3600"/>
              <a:buNone/>
              <a:defRPr sz="3600">
                <a:solidFill>
                  <a:schemeClr val="accent1"/>
                </a:solidFill>
              </a:defRPr>
            </a:lvl6pPr>
            <a:lvl7pPr lvl="6" algn="ctr">
              <a:lnSpc>
                <a:spcPct val="100000"/>
              </a:lnSpc>
              <a:spcBef>
                <a:spcPts val="0"/>
              </a:spcBef>
              <a:spcAft>
                <a:spcPts val="0"/>
              </a:spcAft>
              <a:buClr>
                <a:schemeClr val="accent1"/>
              </a:buClr>
              <a:buSzPts val="3600"/>
              <a:buNone/>
              <a:defRPr sz="3600">
                <a:solidFill>
                  <a:schemeClr val="accent1"/>
                </a:solidFill>
              </a:defRPr>
            </a:lvl7pPr>
            <a:lvl8pPr lvl="7" algn="ctr">
              <a:lnSpc>
                <a:spcPct val="100000"/>
              </a:lnSpc>
              <a:spcBef>
                <a:spcPts val="0"/>
              </a:spcBef>
              <a:spcAft>
                <a:spcPts val="0"/>
              </a:spcAft>
              <a:buClr>
                <a:schemeClr val="accent1"/>
              </a:buClr>
              <a:buSzPts val="3600"/>
              <a:buNone/>
              <a:defRPr sz="3600">
                <a:solidFill>
                  <a:schemeClr val="accent1"/>
                </a:solidFill>
              </a:defRPr>
            </a:lvl8pPr>
            <a:lvl9pPr lvl="8" algn="ctr">
              <a:lnSpc>
                <a:spcPct val="100000"/>
              </a:lnSpc>
              <a:spcBef>
                <a:spcPts val="0"/>
              </a:spcBef>
              <a:spcAft>
                <a:spcPts val="0"/>
              </a:spcAft>
              <a:buClr>
                <a:schemeClr val="accent1"/>
              </a:buClr>
              <a:buSzPts val="3600"/>
              <a:buNone/>
              <a:defRPr sz="3600">
                <a:solidFill>
                  <a:schemeClr val="accent1"/>
                </a:solidFill>
              </a:defRPr>
            </a:lvl9pPr>
          </a:lstStyle>
          <a:p/>
        </p:txBody>
      </p:sp>
      <p:sp>
        <p:nvSpPr>
          <p:cNvPr id="51" name="Google Shape;51;p6"/>
          <p:cNvSpPr txBox="1"/>
          <p:nvPr>
            <p:ph idx="2" type="title"/>
          </p:nvPr>
        </p:nvSpPr>
        <p:spPr>
          <a:xfrm>
            <a:off x="715100" y="535000"/>
            <a:ext cx="4056600" cy="1107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accent1"/>
              </a:buClr>
              <a:buSzPts val="6000"/>
              <a:buNone/>
              <a:defRPr sz="6000"/>
            </a:lvl1pPr>
            <a:lvl2pPr lvl="1" algn="ctr">
              <a:lnSpc>
                <a:spcPct val="100000"/>
              </a:lnSpc>
              <a:spcBef>
                <a:spcPts val="0"/>
              </a:spcBef>
              <a:spcAft>
                <a:spcPts val="0"/>
              </a:spcAft>
              <a:buClr>
                <a:schemeClr val="accent1"/>
              </a:buClr>
              <a:buSzPts val="6000"/>
              <a:buNone/>
              <a:defRPr sz="6000">
                <a:solidFill>
                  <a:schemeClr val="accent1"/>
                </a:solidFill>
              </a:defRPr>
            </a:lvl2pPr>
            <a:lvl3pPr lvl="2" algn="ctr">
              <a:lnSpc>
                <a:spcPct val="100000"/>
              </a:lnSpc>
              <a:spcBef>
                <a:spcPts val="0"/>
              </a:spcBef>
              <a:spcAft>
                <a:spcPts val="0"/>
              </a:spcAft>
              <a:buClr>
                <a:schemeClr val="accent1"/>
              </a:buClr>
              <a:buSzPts val="6000"/>
              <a:buNone/>
              <a:defRPr sz="6000">
                <a:solidFill>
                  <a:schemeClr val="accent1"/>
                </a:solidFill>
              </a:defRPr>
            </a:lvl3pPr>
            <a:lvl4pPr lvl="3" algn="ctr">
              <a:lnSpc>
                <a:spcPct val="100000"/>
              </a:lnSpc>
              <a:spcBef>
                <a:spcPts val="0"/>
              </a:spcBef>
              <a:spcAft>
                <a:spcPts val="0"/>
              </a:spcAft>
              <a:buClr>
                <a:schemeClr val="accent1"/>
              </a:buClr>
              <a:buSzPts val="6000"/>
              <a:buNone/>
              <a:defRPr sz="6000">
                <a:solidFill>
                  <a:schemeClr val="accent1"/>
                </a:solidFill>
              </a:defRPr>
            </a:lvl4pPr>
            <a:lvl5pPr lvl="4" algn="ctr">
              <a:lnSpc>
                <a:spcPct val="100000"/>
              </a:lnSpc>
              <a:spcBef>
                <a:spcPts val="0"/>
              </a:spcBef>
              <a:spcAft>
                <a:spcPts val="0"/>
              </a:spcAft>
              <a:buClr>
                <a:schemeClr val="accent1"/>
              </a:buClr>
              <a:buSzPts val="6000"/>
              <a:buNone/>
              <a:defRPr sz="6000">
                <a:solidFill>
                  <a:schemeClr val="accent1"/>
                </a:solidFill>
              </a:defRPr>
            </a:lvl5pPr>
            <a:lvl6pPr lvl="5" algn="ctr">
              <a:lnSpc>
                <a:spcPct val="100000"/>
              </a:lnSpc>
              <a:spcBef>
                <a:spcPts val="0"/>
              </a:spcBef>
              <a:spcAft>
                <a:spcPts val="0"/>
              </a:spcAft>
              <a:buClr>
                <a:schemeClr val="accent1"/>
              </a:buClr>
              <a:buSzPts val="6000"/>
              <a:buNone/>
              <a:defRPr sz="6000">
                <a:solidFill>
                  <a:schemeClr val="accent1"/>
                </a:solidFill>
              </a:defRPr>
            </a:lvl6pPr>
            <a:lvl7pPr lvl="6" algn="ctr">
              <a:lnSpc>
                <a:spcPct val="100000"/>
              </a:lnSpc>
              <a:spcBef>
                <a:spcPts val="0"/>
              </a:spcBef>
              <a:spcAft>
                <a:spcPts val="0"/>
              </a:spcAft>
              <a:buClr>
                <a:schemeClr val="accent1"/>
              </a:buClr>
              <a:buSzPts val="6000"/>
              <a:buNone/>
              <a:defRPr sz="6000">
                <a:solidFill>
                  <a:schemeClr val="accent1"/>
                </a:solidFill>
              </a:defRPr>
            </a:lvl7pPr>
            <a:lvl8pPr lvl="7" algn="ctr">
              <a:lnSpc>
                <a:spcPct val="100000"/>
              </a:lnSpc>
              <a:spcBef>
                <a:spcPts val="0"/>
              </a:spcBef>
              <a:spcAft>
                <a:spcPts val="0"/>
              </a:spcAft>
              <a:buClr>
                <a:schemeClr val="accent1"/>
              </a:buClr>
              <a:buSzPts val="6000"/>
              <a:buNone/>
              <a:defRPr sz="6000">
                <a:solidFill>
                  <a:schemeClr val="accent1"/>
                </a:solidFill>
              </a:defRPr>
            </a:lvl8pPr>
            <a:lvl9pPr lvl="8" algn="ctr">
              <a:lnSpc>
                <a:spcPct val="100000"/>
              </a:lnSpc>
              <a:spcBef>
                <a:spcPts val="0"/>
              </a:spcBef>
              <a:spcAft>
                <a:spcPts val="0"/>
              </a:spcAft>
              <a:buClr>
                <a:schemeClr val="accent1"/>
              </a:buClr>
              <a:buSzPts val="6000"/>
              <a:buNone/>
              <a:defRPr sz="6000">
                <a:solidFill>
                  <a:schemeClr val="accen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52" name="Shape 52"/>
        <p:cNvGrpSpPr/>
        <p:nvPr/>
      </p:nvGrpSpPr>
      <p:grpSpPr>
        <a:xfrm>
          <a:off x="0" y="0"/>
          <a:ext cx="0" cy="0"/>
          <a:chOff x="0" y="0"/>
          <a:chExt cx="0" cy="0"/>
        </a:xfrm>
      </p:grpSpPr>
      <p:sp>
        <p:nvSpPr>
          <p:cNvPr id="53" name="Google Shape;53;p7"/>
          <p:cNvSpPr txBox="1"/>
          <p:nvPr>
            <p:ph idx="1" type="subTitle"/>
          </p:nvPr>
        </p:nvSpPr>
        <p:spPr>
          <a:xfrm>
            <a:off x="715100" y="2455700"/>
            <a:ext cx="2417400" cy="1631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4" name="Google Shape;54;p7"/>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None/>
              <a:defRPr sz="3000">
                <a:solidFill>
                  <a:schemeClr val="accent1"/>
                </a:solidFill>
              </a:defRPr>
            </a:lvl1pPr>
            <a:lvl2pPr lvl="1" algn="l">
              <a:lnSpc>
                <a:spcPct val="100000"/>
              </a:lnSpc>
              <a:spcBef>
                <a:spcPts val="0"/>
              </a:spcBef>
              <a:spcAft>
                <a:spcPts val="0"/>
              </a:spcAft>
              <a:buClr>
                <a:schemeClr val="accent1"/>
              </a:buClr>
              <a:buSzPts val="3000"/>
              <a:buNone/>
              <a:defRPr sz="3000">
                <a:solidFill>
                  <a:schemeClr val="accent1"/>
                </a:solidFill>
              </a:defRPr>
            </a:lvl2pPr>
            <a:lvl3pPr lvl="2" algn="l">
              <a:lnSpc>
                <a:spcPct val="100000"/>
              </a:lnSpc>
              <a:spcBef>
                <a:spcPts val="0"/>
              </a:spcBef>
              <a:spcAft>
                <a:spcPts val="0"/>
              </a:spcAft>
              <a:buClr>
                <a:schemeClr val="accent1"/>
              </a:buClr>
              <a:buSzPts val="3000"/>
              <a:buNone/>
              <a:defRPr sz="3000">
                <a:solidFill>
                  <a:schemeClr val="accent1"/>
                </a:solidFill>
              </a:defRPr>
            </a:lvl3pPr>
            <a:lvl4pPr lvl="3" algn="l">
              <a:lnSpc>
                <a:spcPct val="100000"/>
              </a:lnSpc>
              <a:spcBef>
                <a:spcPts val="0"/>
              </a:spcBef>
              <a:spcAft>
                <a:spcPts val="0"/>
              </a:spcAft>
              <a:buClr>
                <a:schemeClr val="accent1"/>
              </a:buClr>
              <a:buSzPts val="3000"/>
              <a:buNone/>
              <a:defRPr sz="3000">
                <a:solidFill>
                  <a:schemeClr val="accent1"/>
                </a:solidFill>
              </a:defRPr>
            </a:lvl4pPr>
            <a:lvl5pPr lvl="4" algn="l">
              <a:lnSpc>
                <a:spcPct val="100000"/>
              </a:lnSpc>
              <a:spcBef>
                <a:spcPts val="0"/>
              </a:spcBef>
              <a:spcAft>
                <a:spcPts val="0"/>
              </a:spcAft>
              <a:buClr>
                <a:schemeClr val="accent1"/>
              </a:buClr>
              <a:buSzPts val="3000"/>
              <a:buNone/>
              <a:defRPr sz="3000">
                <a:solidFill>
                  <a:schemeClr val="accent1"/>
                </a:solidFill>
              </a:defRPr>
            </a:lvl5pPr>
            <a:lvl6pPr lvl="5" algn="l">
              <a:lnSpc>
                <a:spcPct val="100000"/>
              </a:lnSpc>
              <a:spcBef>
                <a:spcPts val="0"/>
              </a:spcBef>
              <a:spcAft>
                <a:spcPts val="0"/>
              </a:spcAft>
              <a:buClr>
                <a:schemeClr val="accent1"/>
              </a:buClr>
              <a:buSzPts val="3000"/>
              <a:buNone/>
              <a:defRPr sz="3000">
                <a:solidFill>
                  <a:schemeClr val="accent1"/>
                </a:solidFill>
              </a:defRPr>
            </a:lvl6pPr>
            <a:lvl7pPr lvl="6" algn="l">
              <a:lnSpc>
                <a:spcPct val="100000"/>
              </a:lnSpc>
              <a:spcBef>
                <a:spcPts val="0"/>
              </a:spcBef>
              <a:spcAft>
                <a:spcPts val="0"/>
              </a:spcAft>
              <a:buClr>
                <a:schemeClr val="accent1"/>
              </a:buClr>
              <a:buSzPts val="3000"/>
              <a:buNone/>
              <a:defRPr sz="3000">
                <a:solidFill>
                  <a:schemeClr val="accent1"/>
                </a:solidFill>
              </a:defRPr>
            </a:lvl7pPr>
            <a:lvl8pPr lvl="7" algn="l">
              <a:lnSpc>
                <a:spcPct val="100000"/>
              </a:lnSpc>
              <a:spcBef>
                <a:spcPts val="0"/>
              </a:spcBef>
              <a:spcAft>
                <a:spcPts val="0"/>
              </a:spcAft>
              <a:buClr>
                <a:schemeClr val="accent1"/>
              </a:buClr>
              <a:buSzPts val="3000"/>
              <a:buNone/>
              <a:defRPr sz="3000">
                <a:solidFill>
                  <a:schemeClr val="accent1"/>
                </a:solidFill>
              </a:defRPr>
            </a:lvl8pPr>
            <a:lvl9pPr lvl="8" algn="l">
              <a:lnSpc>
                <a:spcPct val="100000"/>
              </a:lnSpc>
              <a:spcBef>
                <a:spcPts val="0"/>
              </a:spcBef>
              <a:spcAft>
                <a:spcPts val="0"/>
              </a:spcAft>
              <a:buClr>
                <a:schemeClr val="accent1"/>
              </a:buClr>
              <a:buSzPts val="3000"/>
              <a:buNone/>
              <a:defRPr sz="3000">
                <a:solidFill>
                  <a:schemeClr val="accent1"/>
                </a:solidFill>
              </a:defRPr>
            </a:lvl9pPr>
          </a:lstStyle>
          <a:p/>
        </p:txBody>
      </p:sp>
      <p:sp>
        <p:nvSpPr>
          <p:cNvPr id="55" name="Google Shape;55;p7"/>
          <p:cNvSpPr txBox="1"/>
          <p:nvPr>
            <p:ph idx="2" type="subTitle"/>
          </p:nvPr>
        </p:nvSpPr>
        <p:spPr>
          <a:xfrm>
            <a:off x="715100" y="1683475"/>
            <a:ext cx="2417400" cy="848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56" name="Google Shape;56;p7"/>
          <p:cNvSpPr txBox="1"/>
          <p:nvPr>
            <p:ph idx="3" type="subTitle"/>
          </p:nvPr>
        </p:nvSpPr>
        <p:spPr>
          <a:xfrm>
            <a:off x="3363300" y="2455700"/>
            <a:ext cx="2417400" cy="1631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7" name="Google Shape;57;p7"/>
          <p:cNvSpPr txBox="1"/>
          <p:nvPr>
            <p:ph idx="4" type="subTitle"/>
          </p:nvPr>
        </p:nvSpPr>
        <p:spPr>
          <a:xfrm>
            <a:off x="3363300" y="1683475"/>
            <a:ext cx="2417400" cy="848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58" name="Google Shape;58;p7"/>
          <p:cNvSpPr txBox="1"/>
          <p:nvPr>
            <p:ph idx="5" type="subTitle"/>
          </p:nvPr>
        </p:nvSpPr>
        <p:spPr>
          <a:xfrm>
            <a:off x="6011499" y="2455700"/>
            <a:ext cx="2417400" cy="1631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9" name="Google Shape;59;p7"/>
          <p:cNvSpPr txBox="1"/>
          <p:nvPr>
            <p:ph idx="6" type="subTitle"/>
          </p:nvPr>
        </p:nvSpPr>
        <p:spPr>
          <a:xfrm>
            <a:off x="6011500" y="1683475"/>
            <a:ext cx="2417400" cy="848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grpSp>
        <p:nvGrpSpPr>
          <p:cNvPr id="60" name="Google Shape;60;p7"/>
          <p:cNvGrpSpPr/>
          <p:nvPr/>
        </p:nvGrpSpPr>
        <p:grpSpPr>
          <a:xfrm>
            <a:off x="228601" y="4375717"/>
            <a:ext cx="792287" cy="768274"/>
            <a:chOff x="131676" y="4375717"/>
            <a:chExt cx="792287" cy="768274"/>
          </a:xfrm>
        </p:grpSpPr>
        <p:grpSp>
          <p:nvGrpSpPr>
            <p:cNvPr id="61" name="Google Shape;61;p7"/>
            <p:cNvGrpSpPr/>
            <p:nvPr/>
          </p:nvGrpSpPr>
          <p:grpSpPr>
            <a:xfrm>
              <a:off x="131676" y="4608317"/>
              <a:ext cx="461196" cy="535560"/>
              <a:chOff x="234725" y="3970575"/>
              <a:chExt cx="284075" cy="329900"/>
            </a:xfrm>
          </p:grpSpPr>
          <p:sp>
            <p:nvSpPr>
              <p:cNvPr id="62" name="Google Shape;62;p7"/>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7"/>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7"/>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7"/>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6" name="Google Shape;66;p7"/>
            <p:cNvGrpSpPr/>
            <p:nvPr/>
          </p:nvGrpSpPr>
          <p:grpSpPr>
            <a:xfrm>
              <a:off x="396184" y="4375717"/>
              <a:ext cx="527779" cy="768274"/>
              <a:chOff x="2335600" y="3972475"/>
              <a:chExt cx="225325" cy="328000"/>
            </a:xfrm>
          </p:grpSpPr>
          <p:sp>
            <p:nvSpPr>
              <p:cNvPr id="67" name="Google Shape;67;p7"/>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7"/>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7"/>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7"/>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1" name="Shape 71"/>
        <p:cNvGrpSpPr/>
        <p:nvPr/>
      </p:nvGrpSpPr>
      <p:grpSpPr>
        <a:xfrm>
          <a:off x="0" y="0"/>
          <a:ext cx="0" cy="0"/>
          <a:chOff x="0" y="0"/>
          <a:chExt cx="0" cy="0"/>
        </a:xfrm>
      </p:grpSpPr>
      <p:sp>
        <p:nvSpPr>
          <p:cNvPr id="72" name="Google Shape;72;p8"/>
          <p:cNvSpPr txBox="1"/>
          <p:nvPr>
            <p:ph type="title"/>
          </p:nvPr>
        </p:nvSpPr>
        <p:spPr>
          <a:xfrm>
            <a:off x="720000" y="367423"/>
            <a:ext cx="7704000" cy="841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3" name="Google Shape;73;p8"/>
          <p:cNvSpPr txBox="1"/>
          <p:nvPr>
            <p:ph idx="1" type="subTitle"/>
          </p:nvPr>
        </p:nvSpPr>
        <p:spPr>
          <a:xfrm>
            <a:off x="2241550" y="1348750"/>
            <a:ext cx="4661100" cy="168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grpSp>
        <p:nvGrpSpPr>
          <p:cNvPr id="74" name="Google Shape;74;p8"/>
          <p:cNvGrpSpPr/>
          <p:nvPr/>
        </p:nvGrpSpPr>
        <p:grpSpPr>
          <a:xfrm>
            <a:off x="228601" y="4375717"/>
            <a:ext cx="792287" cy="768274"/>
            <a:chOff x="131676" y="4375717"/>
            <a:chExt cx="792287" cy="768274"/>
          </a:xfrm>
        </p:grpSpPr>
        <p:grpSp>
          <p:nvGrpSpPr>
            <p:cNvPr id="75" name="Google Shape;75;p8"/>
            <p:cNvGrpSpPr/>
            <p:nvPr/>
          </p:nvGrpSpPr>
          <p:grpSpPr>
            <a:xfrm>
              <a:off x="131676" y="4608317"/>
              <a:ext cx="461196" cy="535560"/>
              <a:chOff x="234725" y="3970575"/>
              <a:chExt cx="284075" cy="329900"/>
            </a:xfrm>
          </p:grpSpPr>
          <p:sp>
            <p:nvSpPr>
              <p:cNvPr id="76" name="Google Shape;76;p8"/>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8"/>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8"/>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8"/>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0" name="Google Shape;80;p8"/>
            <p:cNvGrpSpPr/>
            <p:nvPr/>
          </p:nvGrpSpPr>
          <p:grpSpPr>
            <a:xfrm>
              <a:off x="396184" y="4375717"/>
              <a:ext cx="527779" cy="768274"/>
              <a:chOff x="2335600" y="3972475"/>
              <a:chExt cx="225325" cy="328000"/>
            </a:xfrm>
          </p:grpSpPr>
          <p:sp>
            <p:nvSpPr>
              <p:cNvPr id="81" name="Google Shape;81;p8"/>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8"/>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8"/>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8"/>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5" name="Shape 85"/>
        <p:cNvGrpSpPr/>
        <p:nvPr/>
      </p:nvGrpSpPr>
      <p:grpSpPr>
        <a:xfrm>
          <a:off x="0" y="0"/>
          <a:ext cx="0" cy="0"/>
          <a:chOff x="0" y="0"/>
          <a:chExt cx="0" cy="0"/>
        </a:xfrm>
      </p:grpSpPr>
      <p:sp>
        <p:nvSpPr>
          <p:cNvPr id="86" name="Google Shape;86;p9"/>
          <p:cNvSpPr txBox="1"/>
          <p:nvPr>
            <p:ph type="title"/>
          </p:nvPr>
        </p:nvSpPr>
        <p:spPr>
          <a:xfrm>
            <a:off x="3159650" y="731625"/>
            <a:ext cx="3704400" cy="1101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87" name="Google Shape;87;p9"/>
          <p:cNvSpPr txBox="1"/>
          <p:nvPr>
            <p:ph idx="1" type="body"/>
          </p:nvPr>
        </p:nvSpPr>
        <p:spPr>
          <a:xfrm>
            <a:off x="3159650" y="1909425"/>
            <a:ext cx="3704400" cy="24540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accent1"/>
              </a:buClr>
              <a:buSzPts val="1200"/>
              <a:buFont typeface="Albert Sans"/>
              <a:buAutoNum type="arabicPeriod"/>
              <a:defRPr sz="1200">
                <a:solidFill>
                  <a:schemeClr val="accent1"/>
                </a:solidFill>
                <a:latin typeface="Albert Sans"/>
                <a:ea typeface="Albert Sans"/>
                <a:cs typeface="Albert Sans"/>
                <a:sym typeface="Albert Sans"/>
              </a:defRPr>
            </a:lvl1pPr>
            <a:lvl2pPr indent="-304800" lvl="1" marL="914400" algn="l">
              <a:lnSpc>
                <a:spcPct val="100000"/>
              </a:lnSpc>
              <a:spcBef>
                <a:spcPts val="100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2pPr>
            <a:lvl3pPr indent="-304800" lvl="2" marL="1371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3pPr>
            <a:lvl4pPr indent="-304800" lvl="3" marL="1828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4pPr>
            <a:lvl5pPr indent="-304800" lvl="4" marL="22860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5pPr>
            <a:lvl6pPr indent="-304800" lvl="5" marL="27432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6pPr>
            <a:lvl7pPr indent="-304800" lvl="6" marL="32004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7pPr>
            <a:lvl8pPr indent="-304800" lvl="7" marL="3657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8pPr>
            <a:lvl9pPr indent="-304800" lvl="8" marL="4114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8" name="Shape 88"/>
        <p:cNvGrpSpPr/>
        <p:nvPr/>
      </p:nvGrpSpPr>
      <p:grpSpPr>
        <a:xfrm>
          <a:off x="0" y="0"/>
          <a:ext cx="0" cy="0"/>
          <a:chOff x="0" y="0"/>
          <a:chExt cx="0" cy="0"/>
        </a:xfrm>
      </p:grpSpPr>
      <p:sp>
        <p:nvSpPr>
          <p:cNvPr id="89" name="Google Shape;89;p10"/>
          <p:cNvSpPr txBox="1"/>
          <p:nvPr>
            <p:ph idx="1" type="subTitle"/>
          </p:nvPr>
        </p:nvSpPr>
        <p:spPr>
          <a:xfrm>
            <a:off x="1732200" y="2121325"/>
            <a:ext cx="2458800" cy="145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0" name="Google Shape;90;p10"/>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91" name="Google Shape;91;p10"/>
          <p:cNvSpPr txBox="1"/>
          <p:nvPr>
            <p:ph idx="2" type="subTitle"/>
          </p:nvPr>
        </p:nvSpPr>
        <p:spPr>
          <a:xfrm>
            <a:off x="1732200" y="1682125"/>
            <a:ext cx="24588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92" name="Google Shape;92;p10"/>
          <p:cNvSpPr txBox="1"/>
          <p:nvPr>
            <p:ph idx="3" type="subTitle"/>
          </p:nvPr>
        </p:nvSpPr>
        <p:spPr>
          <a:xfrm>
            <a:off x="4953000" y="2121325"/>
            <a:ext cx="2458800" cy="145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3" name="Google Shape;93;p10"/>
          <p:cNvSpPr txBox="1"/>
          <p:nvPr>
            <p:ph idx="4" type="subTitle"/>
          </p:nvPr>
        </p:nvSpPr>
        <p:spPr>
          <a:xfrm>
            <a:off x="4953000" y="1682125"/>
            <a:ext cx="24588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grpSp>
        <p:nvGrpSpPr>
          <p:cNvPr id="94" name="Google Shape;94;p10"/>
          <p:cNvGrpSpPr/>
          <p:nvPr/>
        </p:nvGrpSpPr>
        <p:grpSpPr>
          <a:xfrm flipH="1">
            <a:off x="7520570" y="3540865"/>
            <a:ext cx="1394821" cy="1602629"/>
            <a:chOff x="2787272" y="3659659"/>
            <a:chExt cx="825777" cy="948750"/>
          </a:xfrm>
        </p:grpSpPr>
        <p:sp>
          <p:nvSpPr>
            <p:cNvPr id="95" name="Google Shape;95;p10"/>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0"/>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0"/>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0"/>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0"/>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0"/>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0"/>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0"/>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0"/>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4" name="Shape 104"/>
        <p:cNvGrpSpPr/>
        <p:nvPr/>
      </p:nvGrpSpPr>
      <p:grpSpPr>
        <a:xfrm>
          <a:off x="0" y="0"/>
          <a:ext cx="0" cy="0"/>
          <a:chOff x="0" y="0"/>
          <a:chExt cx="0" cy="0"/>
        </a:xfrm>
      </p:grpSpPr>
      <p:sp>
        <p:nvSpPr>
          <p:cNvPr id="105" name="Google Shape;105;p11"/>
          <p:cNvSpPr txBox="1"/>
          <p:nvPr>
            <p:ph type="title"/>
          </p:nvPr>
        </p:nvSpPr>
        <p:spPr>
          <a:xfrm>
            <a:off x="715100" y="535000"/>
            <a:ext cx="4009200" cy="1100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000"/>
              <a:buFont typeface="Tiro Tamil"/>
              <a:buNone/>
              <a:defRPr sz="3000">
                <a:latin typeface="Tiro Tamil"/>
                <a:ea typeface="Tiro Tamil"/>
                <a:cs typeface="Tiro Tamil"/>
                <a:sym typeface="Tiro Tamil"/>
              </a:defRPr>
            </a:lvl1pPr>
            <a:lvl2pPr lvl="1"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9pPr>
          </a:lstStyle>
          <a:p/>
        </p:txBody>
      </p:sp>
      <p:sp>
        <p:nvSpPr>
          <p:cNvPr id="106" name="Google Shape;106;p11"/>
          <p:cNvSpPr txBox="1"/>
          <p:nvPr>
            <p:ph idx="1" type="body"/>
          </p:nvPr>
        </p:nvSpPr>
        <p:spPr>
          <a:xfrm>
            <a:off x="715100" y="1711600"/>
            <a:ext cx="4009200" cy="2336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lt2"/>
              </a:buClr>
              <a:buSzPts val="1200"/>
              <a:buFont typeface="Open Sans"/>
              <a:buChar char="●"/>
              <a:defRPr sz="1200">
                <a:solidFill>
                  <a:schemeClr val="dk1"/>
                </a:solidFill>
                <a:latin typeface="Albert Sans"/>
                <a:ea typeface="Albert Sans"/>
                <a:cs typeface="Albert Sans"/>
                <a:sym typeface="Albert Sans"/>
              </a:defRPr>
            </a:lvl1pPr>
            <a:lvl2pPr indent="-304800" lvl="1" marL="9144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
        <p:nvSpPr>
          <p:cNvPr id="107" name="Google Shape;107;p11"/>
          <p:cNvSpPr/>
          <p:nvPr>
            <p:ph idx="2" type="pic"/>
          </p:nvPr>
        </p:nvSpPr>
        <p:spPr>
          <a:xfrm>
            <a:off x="5711600" y="0"/>
            <a:ext cx="3432300" cy="5143500"/>
          </a:xfrm>
          <a:prstGeom prst="rect">
            <a:avLst/>
          </a:prstGeom>
          <a:noFill/>
          <a:ln>
            <a:noFill/>
          </a:ln>
        </p:spPr>
      </p:sp>
      <p:grpSp>
        <p:nvGrpSpPr>
          <p:cNvPr id="108" name="Google Shape;108;p11"/>
          <p:cNvGrpSpPr/>
          <p:nvPr/>
        </p:nvGrpSpPr>
        <p:grpSpPr>
          <a:xfrm>
            <a:off x="228601" y="4375717"/>
            <a:ext cx="792287" cy="768274"/>
            <a:chOff x="131676" y="4375717"/>
            <a:chExt cx="792287" cy="768274"/>
          </a:xfrm>
        </p:grpSpPr>
        <p:grpSp>
          <p:nvGrpSpPr>
            <p:cNvPr id="109" name="Google Shape;109;p11"/>
            <p:cNvGrpSpPr/>
            <p:nvPr/>
          </p:nvGrpSpPr>
          <p:grpSpPr>
            <a:xfrm>
              <a:off x="131676" y="4608317"/>
              <a:ext cx="461196" cy="535560"/>
              <a:chOff x="234725" y="3970575"/>
              <a:chExt cx="284075" cy="329900"/>
            </a:xfrm>
          </p:grpSpPr>
          <p:sp>
            <p:nvSpPr>
              <p:cNvPr id="110" name="Google Shape;110;p11"/>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1"/>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1"/>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1"/>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 name="Google Shape;114;p11"/>
            <p:cNvGrpSpPr/>
            <p:nvPr/>
          </p:nvGrpSpPr>
          <p:grpSpPr>
            <a:xfrm>
              <a:off x="396184" y="4375717"/>
              <a:ext cx="527779" cy="768274"/>
              <a:chOff x="2335600" y="3972475"/>
              <a:chExt cx="225325" cy="328000"/>
            </a:xfrm>
          </p:grpSpPr>
          <p:sp>
            <p:nvSpPr>
              <p:cNvPr id="115" name="Google Shape;115;p11"/>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1"/>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1"/>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1"/>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9" name="Shape 119"/>
        <p:cNvGrpSpPr/>
        <p:nvPr/>
      </p:nvGrpSpPr>
      <p:grpSpPr>
        <a:xfrm>
          <a:off x="0" y="0"/>
          <a:ext cx="0" cy="0"/>
          <a:chOff x="0" y="0"/>
          <a:chExt cx="0" cy="0"/>
        </a:xfrm>
      </p:grpSpPr>
      <p:sp>
        <p:nvSpPr>
          <p:cNvPr id="120" name="Google Shape;120;p12"/>
          <p:cNvSpPr txBox="1"/>
          <p:nvPr>
            <p:ph type="title"/>
          </p:nvPr>
        </p:nvSpPr>
        <p:spPr>
          <a:xfrm>
            <a:off x="1388100" y="1307100"/>
            <a:ext cx="63678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grpSp>
        <p:nvGrpSpPr>
          <p:cNvPr id="121" name="Google Shape;121;p12"/>
          <p:cNvGrpSpPr/>
          <p:nvPr/>
        </p:nvGrpSpPr>
        <p:grpSpPr>
          <a:xfrm>
            <a:off x="7644967" y="3005293"/>
            <a:ext cx="1232258" cy="2138552"/>
            <a:chOff x="7756644" y="2736275"/>
            <a:chExt cx="1387366" cy="2407737"/>
          </a:xfrm>
        </p:grpSpPr>
        <p:sp>
          <p:nvSpPr>
            <p:cNvPr id="122" name="Google Shape;122;p12"/>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2"/>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2"/>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2"/>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2"/>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12"/>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2"/>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2"/>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2"/>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1" name="Google Shape;131;p12"/>
          <p:cNvGrpSpPr/>
          <p:nvPr/>
        </p:nvGrpSpPr>
        <p:grpSpPr>
          <a:xfrm flipH="1">
            <a:off x="267228" y="3005302"/>
            <a:ext cx="1232258" cy="2138552"/>
            <a:chOff x="7756644" y="2736275"/>
            <a:chExt cx="1387366" cy="2407737"/>
          </a:xfrm>
        </p:grpSpPr>
        <p:sp>
          <p:nvSpPr>
            <p:cNvPr id="132" name="Google Shape;132;p12"/>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2"/>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12"/>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2"/>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2"/>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2"/>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2"/>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2"/>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2"/>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1" name="Shape 141"/>
        <p:cNvGrpSpPr/>
        <p:nvPr/>
      </p:nvGrpSpPr>
      <p:grpSpPr>
        <a:xfrm>
          <a:off x="0" y="0"/>
          <a:ext cx="0" cy="0"/>
          <a:chOff x="0" y="0"/>
          <a:chExt cx="0" cy="0"/>
        </a:xfrm>
      </p:grpSpPr>
      <p:sp>
        <p:nvSpPr>
          <p:cNvPr id="142" name="Google Shape;142;p13"/>
          <p:cNvSpPr/>
          <p:nvPr>
            <p:ph idx="2" type="pic"/>
          </p:nvPr>
        </p:nvSpPr>
        <p:spPr>
          <a:xfrm>
            <a:off x="0" y="75"/>
            <a:ext cx="9144000" cy="5143500"/>
          </a:xfrm>
          <a:prstGeom prst="rect">
            <a:avLst/>
          </a:prstGeom>
          <a:noFill/>
          <a:ln>
            <a:noFill/>
          </a:ln>
        </p:spPr>
      </p:sp>
      <p:sp>
        <p:nvSpPr>
          <p:cNvPr id="143" name="Google Shape;143;p13"/>
          <p:cNvSpPr txBox="1"/>
          <p:nvPr>
            <p:ph type="title"/>
          </p:nvPr>
        </p:nvSpPr>
        <p:spPr>
          <a:xfrm>
            <a:off x="720000" y="3968300"/>
            <a:ext cx="7708800" cy="640200"/>
          </a:xfrm>
          <a:prstGeom prst="rect">
            <a:avLst/>
          </a:prstGeom>
          <a:solidFill>
            <a:schemeClr val="accent6"/>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4" name="Shape 144"/>
        <p:cNvGrpSpPr/>
        <p:nvPr/>
      </p:nvGrpSpPr>
      <p:grpSpPr>
        <a:xfrm>
          <a:off x="0" y="0"/>
          <a:ext cx="0" cy="0"/>
          <a:chOff x="0" y="0"/>
          <a:chExt cx="0" cy="0"/>
        </a:xfrm>
      </p:grpSpPr>
      <p:sp>
        <p:nvSpPr>
          <p:cNvPr id="145" name="Google Shape;145;p14"/>
          <p:cNvSpPr txBox="1"/>
          <p:nvPr>
            <p:ph hasCustomPrompt="1" type="title"/>
          </p:nvPr>
        </p:nvSpPr>
        <p:spPr>
          <a:xfrm>
            <a:off x="715100" y="535000"/>
            <a:ext cx="6576000" cy="1649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46" name="Google Shape;146;p14"/>
          <p:cNvSpPr txBox="1"/>
          <p:nvPr>
            <p:ph idx="1" type="subTitle"/>
          </p:nvPr>
        </p:nvSpPr>
        <p:spPr>
          <a:xfrm>
            <a:off x="715100" y="2107900"/>
            <a:ext cx="6576000" cy="40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47" name="Google Shape;147;p14"/>
          <p:cNvGrpSpPr/>
          <p:nvPr/>
        </p:nvGrpSpPr>
        <p:grpSpPr>
          <a:xfrm>
            <a:off x="228598" y="3541365"/>
            <a:ext cx="1394821" cy="1602629"/>
            <a:chOff x="2787272" y="3659659"/>
            <a:chExt cx="825777" cy="948750"/>
          </a:xfrm>
        </p:grpSpPr>
        <p:sp>
          <p:nvSpPr>
            <p:cNvPr id="148" name="Google Shape;148;p14"/>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4"/>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4"/>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4"/>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4"/>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4"/>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4"/>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4"/>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4"/>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57" name="Shape 157"/>
        <p:cNvGrpSpPr/>
        <p:nvPr/>
      </p:nvGrpSpPr>
      <p:grpSpPr>
        <a:xfrm>
          <a:off x="0" y="0"/>
          <a:ext cx="0" cy="0"/>
          <a:chOff x="0" y="0"/>
          <a:chExt cx="0" cy="0"/>
        </a:xfrm>
      </p:grpSpPr>
      <p:sp>
        <p:nvSpPr>
          <p:cNvPr id="158" name="Google Shape;158;p15"/>
          <p:cNvSpPr txBox="1"/>
          <p:nvPr>
            <p:ph type="title"/>
          </p:nvPr>
        </p:nvSpPr>
        <p:spPr>
          <a:xfrm>
            <a:off x="2279400" y="535000"/>
            <a:ext cx="30996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159" name="Google Shape;159;p15"/>
          <p:cNvSpPr txBox="1"/>
          <p:nvPr>
            <p:ph idx="1" type="body"/>
          </p:nvPr>
        </p:nvSpPr>
        <p:spPr>
          <a:xfrm>
            <a:off x="2279400" y="1251400"/>
            <a:ext cx="3099600" cy="8997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1pPr>
            <a:lvl2pPr indent="-304800" lvl="1" marL="9144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2pPr>
            <a:lvl3pPr indent="-304800" lvl="2" marL="1371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3pPr>
            <a:lvl4pPr indent="-304800" lvl="3" marL="1828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4pPr>
            <a:lvl5pPr indent="-304800" lvl="4" marL="22860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5pPr>
            <a:lvl6pPr indent="-304800" lvl="5" marL="27432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6pPr>
            <a:lvl7pPr indent="-304800" lvl="6" marL="32004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7pPr>
            <a:lvl8pPr indent="-304800" lvl="7" marL="3657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8pPr>
            <a:lvl9pPr indent="-304800" lvl="8" marL="4114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9pPr>
          </a:lstStyle>
          <a:p/>
        </p:txBody>
      </p:sp>
      <p:sp>
        <p:nvSpPr>
          <p:cNvPr id="160" name="Google Shape;160;p15"/>
          <p:cNvSpPr/>
          <p:nvPr>
            <p:ph idx="2" type="pic"/>
          </p:nvPr>
        </p:nvSpPr>
        <p:spPr>
          <a:xfrm>
            <a:off x="5711700" y="0"/>
            <a:ext cx="3432300" cy="2571900"/>
          </a:xfrm>
          <a:prstGeom prst="rect">
            <a:avLst/>
          </a:prstGeom>
          <a:noFill/>
          <a:ln>
            <a:noFill/>
          </a:ln>
        </p:spPr>
      </p:sp>
      <p:sp>
        <p:nvSpPr>
          <p:cNvPr id="161" name="Google Shape;161;p15"/>
          <p:cNvSpPr/>
          <p:nvPr>
            <p:ph idx="3" type="pic"/>
          </p:nvPr>
        </p:nvSpPr>
        <p:spPr>
          <a:xfrm>
            <a:off x="5711700" y="2571900"/>
            <a:ext cx="3432300" cy="2571900"/>
          </a:xfrm>
          <a:prstGeom prst="rect">
            <a:avLst/>
          </a:prstGeom>
          <a:noFill/>
          <a:ln>
            <a:noFill/>
          </a:ln>
        </p:spPr>
      </p:sp>
      <p:sp>
        <p:nvSpPr>
          <p:cNvPr id="162" name="Google Shape;162;p15"/>
          <p:cNvSpPr/>
          <p:nvPr>
            <p:ph idx="4" type="pic"/>
          </p:nvPr>
        </p:nvSpPr>
        <p:spPr>
          <a:xfrm>
            <a:off x="2279400" y="2571900"/>
            <a:ext cx="3432300" cy="2571900"/>
          </a:xfrm>
          <a:prstGeom prst="rect">
            <a:avLst/>
          </a:prstGeom>
          <a:noFill/>
          <a:ln>
            <a:noFill/>
          </a:ln>
        </p:spPr>
      </p:sp>
      <p:grpSp>
        <p:nvGrpSpPr>
          <p:cNvPr id="163" name="Google Shape;163;p15"/>
          <p:cNvGrpSpPr/>
          <p:nvPr/>
        </p:nvGrpSpPr>
        <p:grpSpPr>
          <a:xfrm flipH="1">
            <a:off x="233691" y="3005302"/>
            <a:ext cx="1232258" cy="2138552"/>
            <a:chOff x="7756644" y="2736275"/>
            <a:chExt cx="1387366" cy="2407737"/>
          </a:xfrm>
        </p:grpSpPr>
        <p:sp>
          <p:nvSpPr>
            <p:cNvPr id="164" name="Google Shape;164;p15"/>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5"/>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5"/>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5"/>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5"/>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5"/>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5"/>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5"/>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5"/>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73" name="Shape 173"/>
        <p:cNvGrpSpPr/>
        <p:nvPr/>
      </p:nvGrpSpPr>
      <p:grpSpPr>
        <a:xfrm>
          <a:off x="0" y="0"/>
          <a:ext cx="0" cy="0"/>
          <a:chOff x="0" y="0"/>
          <a:chExt cx="0" cy="0"/>
        </a:xfrm>
      </p:grpSpPr>
      <p:sp>
        <p:nvSpPr>
          <p:cNvPr id="174" name="Google Shape;174;p16"/>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175" name="Google Shape;175;p16"/>
          <p:cNvSpPr txBox="1"/>
          <p:nvPr>
            <p:ph idx="1" type="subTitle"/>
          </p:nvPr>
        </p:nvSpPr>
        <p:spPr>
          <a:xfrm>
            <a:off x="715100" y="1766800"/>
            <a:ext cx="3857100" cy="90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76" name="Google Shape;176;p16"/>
          <p:cNvSpPr txBox="1"/>
          <p:nvPr>
            <p:ph idx="2" type="subTitle"/>
          </p:nvPr>
        </p:nvSpPr>
        <p:spPr>
          <a:xfrm>
            <a:off x="715100" y="13276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77" name="Google Shape;177;p16"/>
          <p:cNvSpPr txBox="1"/>
          <p:nvPr>
            <p:ph idx="3" type="subTitle"/>
          </p:nvPr>
        </p:nvSpPr>
        <p:spPr>
          <a:xfrm>
            <a:off x="4572000" y="1766800"/>
            <a:ext cx="3857100" cy="90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78" name="Google Shape;178;p16"/>
          <p:cNvSpPr txBox="1"/>
          <p:nvPr>
            <p:ph idx="4" type="subTitle"/>
          </p:nvPr>
        </p:nvSpPr>
        <p:spPr>
          <a:xfrm>
            <a:off x="4572000" y="13276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79" name="Google Shape;179;p16"/>
          <p:cNvSpPr txBox="1"/>
          <p:nvPr>
            <p:ph idx="5" type="subTitle"/>
          </p:nvPr>
        </p:nvSpPr>
        <p:spPr>
          <a:xfrm>
            <a:off x="715100" y="3292900"/>
            <a:ext cx="38571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80" name="Google Shape;180;p16"/>
          <p:cNvSpPr txBox="1"/>
          <p:nvPr>
            <p:ph idx="6" type="subTitle"/>
          </p:nvPr>
        </p:nvSpPr>
        <p:spPr>
          <a:xfrm>
            <a:off x="715100" y="28537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81" name="Google Shape;181;p16"/>
          <p:cNvSpPr txBox="1"/>
          <p:nvPr>
            <p:ph idx="7" type="subTitle"/>
          </p:nvPr>
        </p:nvSpPr>
        <p:spPr>
          <a:xfrm>
            <a:off x="4572000" y="3292900"/>
            <a:ext cx="38571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82" name="Google Shape;182;p16"/>
          <p:cNvSpPr txBox="1"/>
          <p:nvPr>
            <p:ph idx="8" type="subTitle"/>
          </p:nvPr>
        </p:nvSpPr>
        <p:spPr>
          <a:xfrm>
            <a:off x="4572000" y="28537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183" name="Google Shape;183;p16"/>
          <p:cNvGrpSpPr/>
          <p:nvPr/>
        </p:nvGrpSpPr>
        <p:grpSpPr>
          <a:xfrm flipH="1">
            <a:off x="8123091" y="4375722"/>
            <a:ext cx="792287" cy="768274"/>
            <a:chOff x="131676" y="4375717"/>
            <a:chExt cx="792287" cy="768274"/>
          </a:xfrm>
        </p:grpSpPr>
        <p:grpSp>
          <p:nvGrpSpPr>
            <p:cNvPr id="184" name="Google Shape;184;p16"/>
            <p:cNvGrpSpPr/>
            <p:nvPr/>
          </p:nvGrpSpPr>
          <p:grpSpPr>
            <a:xfrm>
              <a:off x="131676" y="4608317"/>
              <a:ext cx="461196" cy="535560"/>
              <a:chOff x="234725" y="3970575"/>
              <a:chExt cx="284075" cy="329900"/>
            </a:xfrm>
          </p:grpSpPr>
          <p:sp>
            <p:nvSpPr>
              <p:cNvPr id="185" name="Google Shape;185;p16"/>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6"/>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6"/>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6"/>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9" name="Google Shape;189;p16"/>
            <p:cNvGrpSpPr/>
            <p:nvPr/>
          </p:nvGrpSpPr>
          <p:grpSpPr>
            <a:xfrm>
              <a:off x="396184" y="4375717"/>
              <a:ext cx="527779" cy="768274"/>
              <a:chOff x="2335600" y="3972475"/>
              <a:chExt cx="225325" cy="328000"/>
            </a:xfrm>
          </p:grpSpPr>
          <p:sp>
            <p:nvSpPr>
              <p:cNvPr id="190" name="Google Shape;190;p16"/>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6"/>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6"/>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6"/>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94" name="Shape 194"/>
        <p:cNvGrpSpPr/>
        <p:nvPr/>
      </p:nvGrpSpPr>
      <p:grpSpPr>
        <a:xfrm>
          <a:off x="0" y="0"/>
          <a:ext cx="0" cy="0"/>
          <a:chOff x="0" y="0"/>
          <a:chExt cx="0" cy="0"/>
        </a:xfrm>
      </p:grpSpPr>
      <p:sp>
        <p:nvSpPr>
          <p:cNvPr id="195" name="Google Shape;195;p17"/>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196" name="Google Shape;196;p17"/>
          <p:cNvSpPr txBox="1"/>
          <p:nvPr>
            <p:ph idx="1" type="subTitle"/>
          </p:nvPr>
        </p:nvSpPr>
        <p:spPr>
          <a:xfrm>
            <a:off x="715100" y="17668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97" name="Google Shape;197;p17"/>
          <p:cNvSpPr txBox="1"/>
          <p:nvPr>
            <p:ph idx="2" type="subTitle"/>
          </p:nvPr>
        </p:nvSpPr>
        <p:spPr>
          <a:xfrm>
            <a:off x="715100" y="13276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98" name="Google Shape;198;p17"/>
          <p:cNvSpPr txBox="1"/>
          <p:nvPr>
            <p:ph idx="3" type="subTitle"/>
          </p:nvPr>
        </p:nvSpPr>
        <p:spPr>
          <a:xfrm>
            <a:off x="3363300" y="17668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99" name="Google Shape;199;p17"/>
          <p:cNvSpPr txBox="1"/>
          <p:nvPr>
            <p:ph idx="4" type="subTitle"/>
          </p:nvPr>
        </p:nvSpPr>
        <p:spPr>
          <a:xfrm>
            <a:off x="3363300" y="13276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00" name="Google Shape;200;p17"/>
          <p:cNvSpPr txBox="1"/>
          <p:nvPr>
            <p:ph idx="5" type="subTitle"/>
          </p:nvPr>
        </p:nvSpPr>
        <p:spPr>
          <a:xfrm>
            <a:off x="715100" y="32929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1" name="Google Shape;201;p17"/>
          <p:cNvSpPr txBox="1"/>
          <p:nvPr>
            <p:ph idx="6" type="subTitle"/>
          </p:nvPr>
        </p:nvSpPr>
        <p:spPr>
          <a:xfrm>
            <a:off x="715100" y="28537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02" name="Google Shape;202;p17"/>
          <p:cNvSpPr txBox="1"/>
          <p:nvPr>
            <p:ph idx="7" type="subTitle"/>
          </p:nvPr>
        </p:nvSpPr>
        <p:spPr>
          <a:xfrm>
            <a:off x="3363300" y="32929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3" name="Google Shape;203;p17"/>
          <p:cNvSpPr txBox="1"/>
          <p:nvPr>
            <p:ph idx="8" type="subTitle"/>
          </p:nvPr>
        </p:nvSpPr>
        <p:spPr>
          <a:xfrm>
            <a:off x="3363300" y="28537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04" name="Google Shape;204;p17"/>
          <p:cNvSpPr txBox="1"/>
          <p:nvPr>
            <p:ph idx="9" type="subTitle"/>
          </p:nvPr>
        </p:nvSpPr>
        <p:spPr>
          <a:xfrm>
            <a:off x="6011500" y="17668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5" name="Google Shape;205;p17"/>
          <p:cNvSpPr txBox="1"/>
          <p:nvPr>
            <p:ph idx="13" type="subTitle"/>
          </p:nvPr>
        </p:nvSpPr>
        <p:spPr>
          <a:xfrm>
            <a:off x="6011500" y="13276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06" name="Google Shape;206;p17"/>
          <p:cNvSpPr txBox="1"/>
          <p:nvPr>
            <p:ph idx="14" type="subTitle"/>
          </p:nvPr>
        </p:nvSpPr>
        <p:spPr>
          <a:xfrm>
            <a:off x="6011500" y="32929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7" name="Google Shape;207;p17"/>
          <p:cNvSpPr txBox="1"/>
          <p:nvPr>
            <p:ph idx="15" type="subTitle"/>
          </p:nvPr>
        </p:nvSpPr>
        <p:spPr>
          <a:xfrm>
            <a:off x="6011500" y="28537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208" name="Shape 208"/>
        <p:cNvGrpSpPr/>
        <p:nvPr/>
      </p:nvGrpSpPr>
      <p:grpSpPr>
        <a:xfrm>
          <a:off x="0" y="0"/>
          <a:ext cx="0" cy="0"/>
          <a:chOff x="0" y="0"/>
          <a:chExt cx="0" cy="0"/>
        </a:xfrm>
      </p:grpSpPr>
      <p:sp>
        <p:nvSpPr>
          <p:cNvPr id="209" name="Google Shape;209;p18"/>
          <p:cNvSpPr txBox="1"/>
          <p:nvPr>
            <p:ph type="title"/>
          </p:nvPr>
        </p:nvSpPr>
        <p:spPr>
          <a:xfrm>
            <a:off x="715100" y="535000"/>
            <a:ext cx="3856800" cy="85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sz="45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10" name="Google Shape;210;p18"/>
          <p:cNvSpPr txBox="1"/>
          <p:nvPr>
            <p:ph idx="1" type="subTitle"/>
          </p:nvPr>
        </p:nvSpPr>
        <p:spPr>
          <a:xfrm>
            <a:off x="715100" y="1314775"/>
            <a:ext cx="3856800" cy="38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1" name="Google Shape;211;p18"/>
          <p:cNvSpPr txBox="1"/>
          <p:nvPr>
            <p:ph idx="2" type="title"/>
          </p:nvPr>
        </p:nvSpPr>
        <p:spPr>
          <a:xfrm>
            <a:off x="715100" y="3439625"/>
            <a:ext cx="3856800" cy="85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sz="45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12" name="Google Shape;212;p18"/>
          <p:cNvSpPr txBox="1"/>
          <p:nvPr>
            <p:ph idx="3" type="subTitle"/>
          </p:nvPr>
        </p:nvSpPr>
        <p:spPr>
          <a:xfrm>
            <a:off x="715100" y="4219400"/>
            <a:ext cx="3856800" cy="38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3" name="Google Shape;213;p18"/>
          <p:cNvSpPr txBox="1"/>
          <p:nvPr>
            <p:ph idx="4" type="title"/>
          </p:nvPr>
        </p:nvSpPr>
        <p:spPr>
          <a:xfrm>
            <a:off x="715100" y="1987313"/>
            <a:ext cx="3856800" cy="85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sz="45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14" name="Google Shape;214;p18"/>
          <p:cNvSpPr txBox="1"/>
          <p:nvPr>
            <p:ph idx="5" type="subTitle"/>
          </p:nvPr>
        </p:nvSpPr>
        <p:spPr>
          <a:xfrm>
            <a:off x="715100" y="2767088"/>
            <a:ext cx="3856800" cy="38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spTree>
      <p:nvGrpSpPr>
        <p:cNvPr id="215" name="Shape 215"/>
        <p:cNvGrpSpPr/>
        <p:nvPr/>
      </p:nvGrpSpPr>
      <p:grpSpPr>
        <a:xfrm>
          <a:off x="0" y="0"/>
          <a:ext cx="0" cy="0"/>
          <a:chOff x="0" y="0"/>
          <a:chExt cx="0" cy="0"/>
        </a:xfrm>
      </p:grpSpPr>
      <p:sp>
        <p:nvSpPr>
          <p:cNvPr id="216" name="Google Shape;216;p19"/>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17" name="Shape 217"/>
        <p:cNvGrpSpPr/>
        <p:nvPr/>
      </p:nvGrpSpPr>
      <p:grpSpPr>
        <a:xfrm>
          <a:off x="0" y="0"/>
          <a:ext cx="0" cy="0"/>
          <a:chOff x="0" y="0"/>
          <a:chExt cx="0" cy="0"/>
        </a:xfrm>
      </p:grpSpPr>
      <p:sp>
        <p:nvSpPr>
          <p:cNvPr id="218" name="Google Shape;218;p20"/>
          <p:cNvSpPr txBox="1"/>
          <p:nvPr>
            <p:ph type="ctrTitle"/>
          </p:nvPr>
        </p:nvSpPr>
        <p:spPr>
          <a:xfrm>
            <a:off x="715100" y="535000"/>
            <a:ext cx="2980200" cy="95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200"/>
              <a:buNone/>
              <a:defRPr sz="5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19" name="Google Shape;219;p20"/>
          <p:cNvSpPr txBox="1"/>
          <p:nvPr>
            <p:ph idx="1" type="subTitle"/>
          </p:nvPr>
        </p:nvSpPr>
        <p:spPr>
          <a:xfrm>
            <a:off x="715100" y="1412500"/>
            <a:ext cx="2980200" cy="116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20" name="Google Shape;220;p20"/>
          <p:cNvSpPr txBox="1"/>
          <p:nvPr/>
        </p:nvSpPr>
        <p:spPr>
          <a:xfrm>
            <a:off x="715100" y="3044175"/>
            <a:ext cx="2980200" cy="615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accent1"/>
                </a:solidFill>
                <a:latin typeface="Albert Sans"/>
                <a:ea typeface="Albert Sans"/>
                <a:cs typeface="Albert Sans"/>
                <a:sym typeface="Albert Sans"/>
              </a:rPr>
              <a:t>CREDITS: This presentation template was created by </a:t>
            </a:r>
            <a:r>
              <a:rPr b="1" i="0" lang="en" sz="1000" u="sng" cap="none" strike="noStrike">
                <a:solidFill>
                  <a:schemeClr val="hlink"/>
                </a:solidFill>
                <a:latin typeface="Albert Sans"/>
                <a:ea typeface="Albert Sans"/>
                <a:cs typeface="Albert Sans"/>
                <a:sym typeface="Albert Sans"/>
                <a:hlinkClick r:id="rId2"/>
              </a:rPr>
              <a:t>Slidesgo</a:t>
            </a:r>
            <a:r>
              <a:rPr b="0" i="0" lang="en" sz="1000" u="none" cap="none" strike="noStrike">
                <a:solidFill>
                  <a:schemeClr val="accent1"/>
                </a:solidFill>
                <a:latin typeface="Albert Sans"/>
                <a:ea typeface="Albert Sans"/>
                <a:cs typeface="Albert Sans"/>
                <a:sym typeface="Albert Sans"/>
              </a:rPr>
              <a:t>, and includes icons by </a:t>
            </a:r>
            <a:r>
              <a:rPr b="1" i="0" lang="en" sz="1000" u="sng" cap="none" strike="noStrike">
                <a:solidFill>
                  <a:schemeClr val="hlink"/>
                </a:solidFill>
                <a:latin typeface="Albert Sans"/>
                <a:ea typeface="Albert Sans"/>
                <a:cs typeface="Albert Sans"/>
                <a:sym typeface="Albert Sans"/>
                <a:hlinkClick r:id="rId3"/>
              </a:rPr>
              <a:t>Flaticon</a:t>
            </a:r>
            <a:r>
              <a:rPr b="1" i="0" lang="en" sz="1000" u="none" cap="none" strike="noStrike">
                <a:solidFill>
                  <a:schemeClr val="accent1"/>
                </a:solidFill>
                <a:latin typeface="Albert Sans"/>
                <a:ea typeface="Albert Sans"/>
                <a:cs typeface="Albert Sans"/>
                <a:sym typeface="Albert Sans"/>
              </a:rPr>
              <a:t> </a:t>
            </a:r>
            <a:r>
              <a:rPr b="0" i="0" lang="en" sz="1000" u="none" cap="none" strike="noStrike">
                <a:solidFill>
                  <a:schemeClr val="accent1"/>
                </a:solidFill>
                <a:latin typeface="Albert Sans"/>
                <a:ea typeface="Albert Sans"/>
                <a:cs typeface="Albert Sans"/>
                <a:sym typeface="Albert Sans"/>
              </a:rPr>
              <a:t>and infographics &amp; images by </a:t>
            </a:r>
            <a:r>
              <a:rPr b="1" i="0" lang="en" sz="1000" u="sng" cap="none" strike="noStrike">
                <a:solidFill>
                  <a:schemeClr val="hlink"/>
                </a:solidFill>
                <a:latin typeface="Albert Sans"/>
                <a:ea typeface="Albert Sans"/>
                <a:cs typeface="Albert Sans"/>
                <a:sym typeface="Albert Sans"/>
                <a:hlinkClick r:id="rId4"/>
              </a:rPr>
              <a:t>Freepik</a:t>
            </a:r>
            <a:endParaRPr b="1" i="0" sz="1000" u="sng" cap="none" strike="noStrike">
              <a:solidFill>
                <a:schemeClr val="accent1"/>
              </a:solidFill>
              <a:latin typeface="Albert Sans"/>
              <a:ea typeface="Albert Sans"/>
              <a:cs typeface="Albert Sans"/>
              <a:sym typeface="Albert Sans"/>
            </a:endParaRPr>
          </a:p>
        </p:txBody>
      </p:sp>
      <p:grpSp>
        <p:nvGrpSpPr>
          <p:cNvPr id="221" name="Google Shape;221;p20"/>
          <p:cNvGrpSpPr/>
          <p:nvPr/>
        </p:nvGrpSpPr>
        <p:grpSpPr>
          <a:xfrm>
            <a:off x="228601" y="4375717"/>
            <a:ext cx="792287" cy="768274"/>
            <a:chOff x="131676" y="4375717"/>
            <a:chExt cx="792287" cy="768274"/>
          </a:xfrm>
        </p:grpSpPr>
        <p:grpSp>
          <p:nvGrpSpPr>
            <p:cNvPr id="222" name="Google Shape;222;p20"/>
            <p:cNvGrpSpPr/>
            <p:nvPr/>
          </p:nvGrpSpPr>
          <p:grpSpPr>
            <a:xfrm>
              <a:off x="131676" y="4608317"/>
              <a:ext cx="461196" cy="535560"/>
              <a:chOff x="234725" y="3970575"/>
              <a:chExt cx="284075" cy="329900"/>
            </a:xfrm>
          </p:grpSpPr>
          <p:sp>
            <p:nvSpPr>
              <p:cNvPr id="223" name="Google Shape;223;p20"/>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20"/>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20"/>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20"/>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7" name="Google Shape;227;p20"/>
            <p:cNvGrpSpPr/>
            <p:nvPr/>
          </p:nvGrpSpPr>
          <p:grpSpPr>
            <a:xfrm>
              <a:off x="396184" y="4375717"/>
              <a:ext cx="527779" cy="768274"/>
              <a:chOff x="2335600" y="3972475"/>
              <a:chExt cx="225325" cy="328000"/>
            </a:xfrm>
          </p:grpSpPr>
          <p:sp>
            <p:nvSpPr>
              <p:cNvPr id="228" name="Google Shape;228;p20"/>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20"/>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20"/>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20"/>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32" name="Shape 232"/>
        <p:cNvGrpSpPr/>
        <p:nvPr/>
      </p:nvGrpSpPr>
      <p:grpSpPr>
        <a:xfrm>
          <a:off x="0" y="0"/>
          <a:ext cx="0" cy="0"/>
          <a:chOff x="0" y="0"/>
          <a:chExt cx="0" cy="0"/>
        </a:xfrm>
      </p:grpSpPr>
      <p:grpSp>
        <p:nvGrpSpPr>
          <p:cNvPr id="233" name="Google Shape;233;p21"/>
          <p:cNvGrpSpPr/>
          <p:nvPr/>
        </p:nvGrpSpPr>
        <p:grpSpPr>
          <a:xfrm>
            <a:off x="7644967" y="3005293"/>
            <a:ext cx="1232258" cy="2138552"/>
            <a:chOff x="7756644" y="2736275"/>
            <a:chExt cx="1387366" cy="2407737"/>
          </a:xfrm>
        </p:grpSpPr>
        <p:sp>
          <p:nvSpPr>
            <p:cNvPr id="234" name="Google Shape;234;p21"/>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21"/>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1"/>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1"/>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1"/>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1"/>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1"/>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21"/>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21"/>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3" name="Google Shape;243;p21"/>
          <p:cNvGrpSpPr/>
          <p:nvPr/>
        </p:nvGrpSpPr>
        <p:grpSpPr>
          <a:xfrm>
            <a:off x="228598" y="3541365"/>
            <a:ext cx="1394821" cy="1602629"/>
            <a:chOff x="2787272" y="3659659"/>
            <a:chExt cx="825777" cy="948750"/>
          </a:xfrm>
        </p:grpSpPr>
        <p:sp>
          <p:nvSpPr>
            <p:cNvPr id="244" name="Google Shape;244;p21"/>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1"/>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1"/>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1"/>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1"/>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1"/>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21"/>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1"/>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21"/>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53" name="Shape 253"/>
        <p:cNvGrpSpPr/>
        <p:nvPr/>
      </p:nvGrpSpPr>
      <p:grpSpPr>
        <a:xfrm>
          <a:off x="0" y="0"/>
          <a:ext cx="0" cy="0"/>
          <a:chOff x="0" y="0"/>
          <a:chExt cx="0" cy="0"/>
        </a:xfrm>
      </p:grpSpPr>
      <p:grpSp>
        <p:nvGrpSpPr>
          <p:cNvPr id="254" name="Google Shape;254;p22"/>
          <p:cNvGrpSpPr/>
          <p:nvPr/>
        </p:nvGrpSpPr>
        <p:grpSpPr>
          <a:xfrm>
            <a:off x="228601" y="4375717"/>
            <a:ext cx="792287" cy="768274"/>
            <a:chOff x="131676" y="4375717"/>
            <a:chExt cx="792287" cy="768274"/>
          </a:xfrm>
        </p:grpSpPr>
        <p:grpSp>
          <p:nvGrpSpPr>
            <p:cNvPr id="255" name="Google Shape;255;p22"/>
            <p:cNvGrpSpPr/>
            <p:nvPr/>
          </p:nvGrpSpPr>
          <p:grpSpPr>
            <a:xfrm>
              <a:off x="131676" y="4608317"/>
              <a:ext cx="461196" cy="535560"/>
              <a:chOff x="234725" y="3970575"/>
              <a:chExt cx="284075" cy="329900"/>
            </a:xfrm>
          </p:grpSpPr>
          <p:sp>
            <p:nvSpPr>
              <p:cNvPr id="256" name="Google Shape;256;p22"/>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2"/>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2"/>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2"/>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0" name="Google Shape;260;p22"/>
            <p:cNvGrpSpPr/>
            <p:nvPr/>
          </p:nvGrpSpPr>
          <p:grpSpPr>
            <a:xfrm>
              <a:off x="396184" y="4375717"/>
              <a:ext cx="527779" cy="768274"/>
              <a:chOff x="2335600" y="3972475"/>
              <a:chExt cx="225325" cy="328000"/>
            </a:xfrm>
          </p:grpSpPr>
          <p:sp>
            <p:nvSpPr>
              <p:cNvPr id="261" name="Google Shape;261;p22"/>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22"/>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2"/>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22"/>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65" name="Google Shape;265;p22"/>
          <p:cNvGrpSpPr/>
          <p:nvPr/>
        </p:nvGrpSpPr>
        <p:grpSpPr>
          <a:xfrm flipH="1">
            <a:off x="8123116" y="4375722"/>
            <a:ext cx="792287" cy="768274"/>
            <a:chOff x="131676" y="4375717"/>
            <a:chExt cx="792287" cy="768274"/>
          </a:xfrm>
        </p:grpSpPr>
        <p:grpSp>
          <p:nvGrpSpPr>
            <p:cNvPr id="266" name="Google Shape;266;p22"/>
            <p:cNvGrpSpPr/>
            <p:nvPr/>
          </p:nvGrpSpPr>
          <p:grpSpPr>
            <a:xfrm>
              <a:off x="131676" y="4608317"/>
              <a:ext cx="461196" cy="535560"/>
              <a:chOff x="234725" y="3970575"/>
              <a:chExt cx="284075" cy="329900"/>
            </a:xfrm>
          </p:grpSpPr>
          <p:sp>
            <p:nvSpPr>
              <p:cNvPr id="267" name="Google Shape;267;p22"/>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2"/>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2"/>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22"/>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1" name="Google Shape;271;p22"/>
            <p:cNvGrpSpPr/>
            <p:nvPr/>
          </p:nvGrpSpPr>
          <p:grpSpPr>
            <a:xfrm>
              <a:off x="396184" y="4375717"/>
              <a:ext cx="527779" cy="768274"/>
              <a:chOff x="2335600" y="3972475"/>
              <a:chExt cx="225325" cy="328000"/>
            </a:xfrm>
          </p:grpSpPr>
          <p:sp>
            <p:nvSpPr>
              <p:cNvPr id="272" name="Google Shape;272;p22"/>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2"/>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2"/>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2"/>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9" name="Shape 279"/>
        <p:cNvGrpSpPr/>
        <p:nvPr/>
      </p:nvGrpSpPr>
      <p:grpSpPr>
        <a:xfrm>
          <a:off x="0" y="0"/>
          <a:ext cx="0" cy="0"/>
          <a:chOff x="0" y="0"/>
          <a:chExt cx="0" cy="0"/>
        </a:xfrm>
      </p:grpSpPr>
      <p:sp>
        <p:nvSpPr>
          <p:cNvPr id="280" name="Google Shape;280;p24"/>
          <p:cNvSpPr txBox="1"/>
          <p:nvPr>
            <p:ph type="ctrTitle"/>
          </p:nvPr>
        </p:nvSpPr>
        <p:spPr>
          <a:xfrm>
            <a:off x="715050" y="1013200"/>
            <a:ext cx="7713900" cy="16986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5200"/>
              <a:buNone/>
              <a:defRPr sz="5500">
                <a:latin typeface="Tiro Tamil"/>
                <a:ea typeface="Tiro Tamil"/>
                <a:cs typeface="Tiro Tamil"/>
                <a:sym typeface="Tiro Tami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81" name="Google Shape;281;p24"/>
          <p:cNvSpPr txBox="1"/>
          <p:nvPr>
            <p:ph idx="1" type="subTitle"/>
          </p:nvPr>
        </p:nvSpPr>
        <p:spPr>
          <a:xfrm>
            <a:off x="715050" y="535000"/>
            <a:ext cx="7713900" cy="40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atin typeface="Albert Sans"/>
                <a:ea typeface="Albert Sans"/>
                <a:cs typeface="Albert Sans"/>
                <a:sym typeface="Albert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82" name="Google Shape;282;p24"/>
          <p:cNvGrpSpPr/>
          <p:nvPr/>
        </p:nvGrpSpPr>
        <p:grpSpPr>
          <a:xfrm>
            <a:off x="228594" y="3541363"/>
            <a:ext cx="1394820" cy="1602629"/>
            <a:chOff x="2787272" y="3659659"/>
            <a:chExt cx="825777" cy="948750"/>
          </a:xfrm>
        </p:grpSpPr>
        <p:sp>
          <p:nvSpPr>
            <p:cNvPr id="283" name="Google Shape;283;p24"/>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24"/>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4"/>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4"/>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4"/>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4"/>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4"/>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24"/>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4"/>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292" name="Shape 292"/>
        <p:cNvGrpSpPr/>
        <p:nvPr/>
      </p:nvGrpSpPr>
      <p:grpSpPr>
        <a:xfrm>
          <a:off x="0" y="0"/>
          <a:ext cx="0" cy="0"/>
          <a:chOff x="0" y="0"/>
          <a:chExt cx="0" cy="0"/>
        </a:xfrm>
      </p:grpSpPr>
      <p:sp>
        <p:nvSpPr>
          <p:cNvPr id="293" name="Google Shape;293;p25"/>
          <p:cNvSpPr txBox="1"/>
          <p:nvPr>
            <p:ph type="title"/>
          </p:nvPr>
        </p:nvSpPr>
        <p:spPr>
          <a:xfrm>
            <a:off x="715100" y="12514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94" name="Google Shape;294;p25"/>
          <p:cNvSpPr txBox="1"/>
          <p:nvPr>
            <p:ph idx="1" type="subTitle"/>
          </p:nvPr>
        </p:nvSpPr>
        <p:spPr>
          <a:xfrm>
            <a:off x="1407800" y="12514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295" name="Google Shape;295;p25"/>
          <p:cNvSpPr txBox="1"/>
          <p:nvPr>
            <p:ph idx="2"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000"/>
              <a:buNone/>
              <a:defRPr sz="3000"/>
            </a:lvl1pPr>
            <a:lvl2pPr lvl="1" algn="l">
              <a:lnSpc>
                <a:spcPct val="100000"/>
              </a:lnSpc>
              <a:spcBef>
                <a:spcPts val="0"/>
              </a:spcBef>
              <a:spcAft>
                <a:spcPts val="0"/>
              </a:spcAft>
              <a:buClr>
                <a:schemeClr val="dk1"/>
              </a:buClr>
              <a:buSzPts val="3000"/>
              <a:buNone/>
              <a:defRPr sz="3000">
                <a:solidFill>
                  <a:schemeClr val="dk1"/>
                </a:solidFill>
              </a:defRPr>
            </a:lvl2pPr>
            <a:lvl3pPr lvl="2" algn="l">
              <a:lnSpc>
                <a:spcPct val="100000"/>
              </a:lnSpc>
              <a:spcBef>
                <a:spcPts val="0"/>
              </a:spcBef>
              <a:spcAft>
                <a:spcPts val="0"/>
              </a:spcAft>
              <a:buClr>
                <a:schemeClr val="dk1"/>
              </a:buClr>
              <a:buSzPts val="3000"/>
              <a:buNone/>
              <a:defRPr sz="3000">
                <a:solidFill>
                  <a:schemeClr val="dk1"/>
                </a:solidFill>
              </a:defRPr>
            </a:lvl3pPr>
            <a:lvl4pPr lvl="3" algn="l">
              <a:lnSpc>
                <a:spcPct val="100000"/>
              </a:lnSpc>
              <a:spcBef>
                <a:spcPts val="0"/>
              </a:spcBef>
              <a:spcAft>
                <a:spcPts val="0"/>
              </a:spcAft>
              <a:buClr>
                <a:schemeClr val="dk1"/>
              </a:buClr>
              <a:buSzPts val="3000"/>
              <a:buNone/>
              <a:defRPr sz="3000">
                <a:solidFill>
                  <a:schemeClr val="dk1"/>
                </a:solidFill>
              </a:defRPr>
            </a:lvl4pPr>
            <a:lvl5pPr lvl="4" algn="l">
              <a:lnSpc>
                <a:spcPct val="100000"/>
              </a:lnSpc>
              <a:spcBef>
                <a:spcPts val="0"/>
              </a:spcBef>
              <a:spcAft>
                <a:spcPts val="0"/>
              </a:spcAft>
              <a:buClr>
                <a:schemeClr val="dk1"/>
              </a:buClr>
              <a:buSzPts val="3000"/>
              <a:buNone/>
              <a:defRPr sz="3000">
                <a:solidFill>
                  <a:schemeClr val="dk1"/>
                </a:solidFill>
              </a:defRPr>
            </a:lvl5pPr>
            <a:lvl6pPr lvl="5" algn="l">
              <a:lnSpc>
                <a:spcPct val="100000"/>
              </a:lnSpc>
              <a:spcBef>
                <a:spcPts val="0"/>
              </a:spcBef>
              <a:spcAft>
                <a:spcPts val="0"/>
              </a:spcAft>
              <a:buClr>
                <a:schemeClr val="dk1"/>
              </a:buClr>
              <a:buSzPts val="3000"/>
              <a:buNone/>
              <a:defRPr sz="3000">
                <a:solidFill>
                  <a:schemeClr val="dk1"/>
                </a:solidFill>
              </a:defRPr>
            </a:lvl6pPr>
            <a:lvl7pPr lvl="6" algn="l">
              <a:lnSpc>
                <a:spcPct val="100000"/>
              </a:lnSpc>
              <a:spcBef>
                <a:spcPts val="0"/>
              </a:spcBef>
              <a:spcAft>
                <a:spcPts val="0"/>
              </a:spcAft>
              <a:buClr>
                <a:schemeClr val="dk1"/>
              </a:buClr>
              <a:buSzPts val="3000"/>
              <a:buNone/>
              <a:defRPr sz="3000">
                <a:solidFill>
                  <a:schemeClr val="dk1"/>
                </a:solidFill>
              </a:defRPr>
            </a:lvl7pPr>
            <a:lvl8pPr lvl="7" algn="l">
              <a:lnSpc>
                <a:spcPct val="100000"/>
              </a:lnSpc>
              <a:spcBef>
                <a:spcPts val="0"/>
              </a:spcBef>
              <a:spcAft>
                <a:spcPts val="0"/>
              </a:spcAft>
              <a:buClr>
                <a:schemeClr val="dk1"/>
              </a:buClr>
              <a:buSzPts val="3000"/>
              <a:buNone/>
              <a:defRPr sz="3000">
                <a:solidFill>
                  <a:schemeClr val="dk1"/>
                </a:solidFill>
              </a:defRPr>
            </a:lvl8pPr>
            <a:lvl9pPr lvl="8" algn="l">
              <a:lnSpc>
                <a:spcPct val="100000"/>
              </a:lnSpc>
              <a:spcBef>
                <a:spcPts val="0"/>
              </a:spcBef>
              <a:spcAft>
                <a:spcPts val="0"/>
              </a:spcAft>
              <a:buClr>
                <a:schemeClr val="dk1"/>
              </a:buClr>
              <a:buSzPts val="3000"/>
              <a:buNone/>
              <a:defRPr sz="3000">
                <a:solidFill>
                  <a:schemeClr val="dk1"/>
                </a:solidFill>
              </a:defRPr>
            </a:lvl9pPr>
          </a:lstStyle>
          <a:p/>
        </p:txBody>
      </p:sp>
      <p:sp>
        <p:nvSpPr>
          <p:cNvPr id="296" name="Google Shape;296;p25"/>
          <p:cNvSpPr txBox="1"/>
          <p:nvPr>
            <p:ph idx="3" type="title"/>
          </p:nvPr>
        </p:nvSpPr>
        <p:spPr>
          <a:xfrm>
            <a:off x="715100" y="17668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97" name="Google Shape;297;p25"/>
          <p:cNvSpPr txBox="1"/>
          <p:nvPr>
            <p:ph idx="4" type="subTitle"/>
          </p:nvPr>
        </p:nvSpPr>
        <p:spPr>
          <a:xfrm>
            <a:off x="1407800" y="17668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298" name="Google Shape;298;p25"/>
          <p:cNvSpPr txBox="1"/>
          <p:nvPr>
            <p:ph idx="5" type="title"/>
          </p:nvPr>
        </p:nvSpPr>
        <p:spPr>
          <a:xfrm>
            <a:off x="715100" y="22822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99" name="Google Shape;299;p25"/>
          <p:cNvSpPr txBox="1"/>
          <p:nvPr>
            <p:ph idx="6" type="subTitle"/>
          </p:nvPr>
        </p:nvSpPr>
        <p:spPr>
          <a:xfrm>
            <a:off x="1407800" y="22822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300" name="Google Shape;300;p25"/>
          <p:cNvSpPr txBox="1"/>
          <p:nvPr>
            <p:ph idx="7" type="title"/>
          </p:nvPr>
        </p:nvSpPr>
        <p:spPr>
          <a:xfrm>
            <a:off x="715100" y="27976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01" name="Google Shape;301;p25"/>
          <p:cNvSpPr txBox="1"/>
          <p:nvPr>
            <p:ph idx="8" type="subTitle"/>
          </p:nvPr>
        </p:nvSpPr>
        <p:spPr>
          <a:xfrm>
            <a:off x="1407800" y="27976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302" name="Google Shape;302;p25"/>
          <p:cNvSpPr txBox="1"/>
          <p:nvPr>
            <p:ph idx="9" type="title"/>
          </p:nvPr>
        </p:nvSpPr>
        <p:spPr>
          <a:xfrm>
            <a:off x="715100" y="33130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03" name="Google Shape;303;p25"/>
          <p:cNvSpPr txBox="1"/>
          <p:nvPr>
            <p:ph idx="13" type="subTitle"/>
          </p:nvPr>
        </p:nvSpPr>
        <p:spPr>
          <a:xfrm>
            <a:off x="1407800" y="33130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304" name="Google Shape;304;p25"/>
          <p:cNvSpPr txBox="1"/>
          <p:nvPr>
            <p:ph idx="14" type="title"/>
          </p:nvPr>
        </p:nvSpPr>
        <p:spPr>
          <a:xfrm>
            <a:off x="715100" y="38284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05" name="Google Shape;305;p25"/>
          <p:cNvSpPr txBox="1"/>
          <p:nvPr>
            <p:ph idx="15" type="subTitle"/>
          </p:nvPr>
        </p:nvSpPr>
        <p:spPr>
          <a:xfrm>
            <a:off x="1407800" y="38284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6" name="Shape 306"/>
        <p:cNvGrpSpPr/>
        <p:nvPr/>
      </p:nvGrpSpPr>
      <p:grpSpPr>
        <a:xfrm>
          <a:off x="0" y="0"/>
          <a:ext cx="0" cy="0"/>
          <a:chOff x="0" y="0"/>
          <a:chExt cx="0" cy="0"/>
        </a:xfrm>
      </p:grpSpPr>
      <p:sp>
        <p:nvSpPr>
          <p:cNvPr id="307" name="Google Shape;307;p26"/>
          <p:cNvSpPr txBox="1"/>
          <p:nvPr>
            <p:ph idx="1" type="subTitle"/>
          </p:nvPr>
        </p:nvSpPr>
        <p:spPr>
          <a:xfrm>
            <a:off x="1732200" y="2121325"/>
            <a:ext cx="2458800" cy="145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08" name="Google Shape;308;p26"/>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309" name="Google Shape;309;p26"/>
          <p:cNvSpPr txBox="1"/>
          <p:nvPr>
            <p:ph idx="2" type="subTitle"/>
          </p:nvPr>
        </p:nvSpPr>
        <p:spPr>
          <a:xfrm>
            <a:off x="1732200" y="1682125"/>
            <a:ext cx="24588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310" name="Google Shape;310;p26"/>
          <p:cNvSpPr txBox="1"/>
          <p:nvPr>
            <p:ph idx="3" type="subTitle"/>
          </p:nvPr>
        </p:nvSpPr>
        <p:spPr>
          <a:xfrm>
            <a:off x="4953000" y="2121325"/>
            <a:ext cx="2458800" cy="145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11" name="Google Shape;311;p26"/>
          <p:cNvSpPr txBox="1"/>
          <p:nvPr>
            <p:ph idx="4" type="subTitle"/>
          </p:nvPr>
        </p:nvSpPr>
        <p:spPr>
          <a:xfrm>
            <a:off x="4953000" y="1682125"/>
            <a:ext cx="24588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grpSp>
        <p:nvGrpSpPr>
          <p:cNvPr id="312" name="Google Shape;312;p26"/>
          <p:cNvGrpSpPr/>
          <p:nvPr/>
        </p:nvGrpSpPr>
        <p:grpSpPr>
          <a:xfrm flipH="1">
            <a:off x="7520574" y="3540863"/>
            <a:ext cx="1394820" cy="1602629"/>
            <a:chOff x="2787272" y="3659659"/>
            <a:chExt cx="825777" cy="948750"/>
          </a:xfrm>
        </p:grpSpPr>
        <p:sp>
          <p:nvSpPr>
            <p:cNvPr id="313" name="Google Shape;313;p26"/>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26"/>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26"/>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26"/>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26"/>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26"/>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26"/>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26"/>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26"/>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2" name="Shape 322"/>
        <p:cNvGrpSpPr/>
        <p:nvPr/>
      </p:nvGrpSpPr>
      <p:grpSpPr>
        <a:xfrm>
          <a:off x="0" y="0"/>
          <a:ext cx="0" cy="0"/>
          <a:chOff x="0" y="0"/>
          <a:chExt cx="0" cy="0"/>
        </a:xfrm>
      </p:grpSpPr>
      <p:sp>
        <p:nvSpPr>
          <p:cNvPr id="323" name="Google Shape;323;p27"/>
          <p:cNvSpPr txBox="1"/>
          <p:nvPr>
            <p:ph type="title"/>
          </p:nvPr>
        </p:nvSpPr>
        <p:spPr>
          <a:xfrm>
            <a:off x="715100" y="1641875"/>
            <a:ext cx="4056600" cy="1107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600"/>
              <a:buNone/>
              <a:defRPr sz="6000"/>
            </a:lvl1pPr>
            <a:lvl2pPr lvl="1" algn="ctr">
              <a:lnSpc>
                <a:spcPct val="100000"/>
              </a:lnSpc>
              <a:spcBef>
                <a:spcPts val="0"/>
              </a:spcBef>
              <a:spcAft>
                <a:spcPts val="0"/>
              </a:spcAft>
              <a:buClr>
                <a:schemeClr val="accent1"/>
              </a:buClr>
              <a:buSzPts val="3600"/>
              <a:buNone/>
              <a:defRPr sz="3600">
                <a:solidFill>
                  <a:schemeClr val="accent1"/>
                </a:solidFill>
              </a:defRPr>
            </a:lvl2pPr>
            <a:lvl3pPr lvl="2" algn="ctr">
              <a:lnSpc>
                <a:spcPct val="100000"/>
              </a:lnSpc>
              <a:spcBef>
                <a:spcPts val="0"/>
              </a:spcBef>
              <a:spcAft>
                <a:spcPts val="0"/>
              </a:spcAft>
              <a:buClr>
                <a:schemeClr val="accent1"/>
              </a:buClr>
              <a:buSzPts val="3600"/>
              <a:buNone/>
              <a:defRPr sz="3600">
                <a:solidFill>
                  <a:schemeClr val="accent1"/>
                </a:solidFill>
              </a:defRPr>
            </a:lvl3pPr>
            <a:lvl4pPr lvl="3" algn="ctr">
              <a:lnSpc>
                <a:spcPct val="100000"/>
              </a:lnSpc>
              <a:spcBef>
                <a:spcPts val="0"/>
              </a:spcBef>
              <a:spcAft>
                <a:spcPts val="0"/>
              </a:spcAft>
              <a:buClr>
                <a:schemeClr val="accent1"/>
              </a:buClr>
              <a:buSzPts val="3600"/>
              <a:buNone/>
              <a:defRPr sz="3600">
                <a:solidFill>
                  <a:schemeClr val="accent1"/>
                </a:solidFill>
              </a:defRPr>
            </a:lvl4pPr>
            <a:lvl5pPr lvl="4" algn="ctr">
              <a:lnSpc>
                <a:spcPct val="100000"/>
              </a:lnSpc>
              <a:spcBef>
                <a:spcPts val="0"/>
              </a:spcBef>
              <a:spcAft>
                <a:spcPts val="0"/>
              </a:spcAft>
              <a:buClr>
                <a:schemeClr val="accent1"/>
              </a:buClr>
              <a:buSzPts val="3600"/>
              <a:buNone/>
              <a:defRPr sz="3600">
                <a:solidFill>
                  <a:schemeClr val="accent1"/>
                </a:solidFill>
              </a:defRPr>
            </a:lvl5pPr>
            <a:lvl6pPr lvl="5" algn="ctr">
              <a:lnSpc>
                <a:spcPct val="100000"/>
              </a:lnSpc>
              <a:spcBef>
                <a:spcPts val="0"/>
              </a:spcBef>
              <a:spcAft>
                <a:spcPts val="0"/>
              </a:spcAft>
              <a:buClr>
                <a:schemeClr val="accent1"/>
              </a:buClr>
              <a:buSzPts val="3600"/>
              <a:buNone/>
              <a:defRPr sz="3600">
                <a:solidFill>
                  <a:schemeClr val="accent1"/>
                </a:solidFill>
              </a:defRPr>
            </a:lvl6pPr>
            <a:lvl7pPr lvl="6" algn="ctr">
              <a:lnSpc>
                <a:spcPct val="100000"/>
              </a:lnSpc>
              <a:spcBef>
                <a:spcPts val="0"/>
              </a:spcBef>
              <a:spcAft>
                <a:spcPts val="0"/>
              </a:spcAft>
              <a:buClr>
                <a:schemeClr val="accent1"/>
              </a:buClr>
              <a:buSzPts val="3600"/>
              <a:buNone/>
              <a:defRPr sz="3600">
                <a:solidFill>
                  <a:schemeClr val="accent1"/>
                </a:solidFill>
              </a:defRPr>
            </a:lvl7pPr>
            <a:lvl8pPr lvl="7" algn="ctr">
              <a:lnSpc>
                <a:spcPct val="100000"/>
              </a:lnSpc>
              <a:spcBef>
                <a:spcPts val="0"/>
              </a:spcBef>
              <a:spcAft>
                <a:spcPts val="0"/>
              </a:spcAft>
              <a:buClr>
                <a:schemeClr val="accent1"/>
              </a:buClr>
              <a:buSzPts val="3600"/>
              <a:buNone/>
              <a:defRPr sz="3600">
                <a:solidFill>
                  <a:schemeClr val="accent1"/>
                </a:solidFill>
              </a:defRPr>
            </a:lvl8pPr>
            <a:lvl9pPr lvl="8" algn="ctr">
              <a:lnSpc>
                <a:spcPct val="100000"/>
              </a:lnSpc>
              <a:spcBef>
                <a:spcPts val="0"/>
              </a:spcBef>
              <a:spcAft>
                <a:spcPts val="0"/>
              </a:spcAft>
              <a:buClr>
                <a:schemeClr val="accent1"/>
              </a:buClr>
              <a:buSzPts val="3600"/>
              <a:buNone/>
              <a:defRPr sz="3600">
                <a:solidFill>
                  <a:schemeClr val="accent1"/>
                </a:solidFill>
              </a:defRPr>
            </a:lvl9pPr>
          </a:lstStyle>
          <a:p/>
        </p:txBody>
      </p:sp>
      <p:sp>
        <p:nvSpPr>
          <p:cNvPr id="324" name="Google Shape;324;p27"/>
          <p:cNvSpPr txBox="1"/>
          <p:nvPr>
            <p:ph idx="2" type="title"/>
          </p:nvPr>
        </p:nvSpPr>
        <p:spPr>
          <a:xfrm>
            <a:off x="715100" y="535000"/>
            <a:ext cx="4056600" cy="1107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accent1"/>
              </a:buClr>
              <a:buSzPts val="6000"/>
              <a:buNone/>
              <a:defRPr sz="6000"/>
            </a:lvl1pPr>
            <a:lvl2pPr lvl="1" algn="ctr">
              <a:lnSpc>
                <a:spcPct val="100000"/>
              </a:lnSpc>
              <a:spcBef>
                <a:spcPts val="0"/>
              </a:spcBef>
              <a:spcAft>
                <a:spcPts val="0"/>
              </a:spcAft>
              <a:buClr>
                <a:schemeClr val="accent1"/>
              </a:buClr>
              <a:buSzPts val="6000"/>
              <a:buNone/>
              <a:defRPr sz="6000">
                <a:solidFill>
                  <a:schemeClr val="accent1"/>
                </a:solidFill>
              </a:defRPr>
            </a:lvl2pPr>
            <a:lvl3pPr lvl="2" algn="ctr">
              <a:lnSpc>
                <a:spcPct val="100000"/>
              </a:lnSpc>
              <a:spcBef>
                <a:spcPts val="0"/>
              </a:spcBef>
              <a:spcAft>
                <a:spcPts val="0"/>
              </a:spcAft>
              <a:buClr>
                <a:schemeClr val="accent1"/>
              </a:buClr>
              <a:buSzPts val="6000"/>
              <a:buNone/>
              <a:defRPr sz="6000">
                <a:solidFill>
                  <a:schemeClr val="accent1"/>
                </a:solidFill>
              </a:defRPr>
            </a:lvl3pPr>
            <a:lvl4pPr lvl="3" algn="ctr">
              <a:lnSpc>
                <a:spcPct val="100000"/>
              </a:lnSpc>
              <a:spcBef>
                <a:spcPts val="0"/>
              </a:spcBef>
              <a:spcAft>
                <a:spcPts val="0"/>
              </a:spcAft>
              <a:buClr>
                <a:schemeClr val="accent1"/>
              </a:buClr>
              <a:buSzPts val="6000"/>
              <a:buNone/>
              <a:defRPr sz="6000">
                <a:solidFill>
                  <a:schemeClr val="accent1"/>
                </a:solidFill>
              </a:defRPr>
            </a:lvl4pPr>
            <a:lvl5pPr lvl="4" algn="ctr">
              <a:lnSpc>
                <a:spcPct val="100000"/>
              </a:lnSpc>
              <a:spcBef>
                <a:spcPts val="0"/>
              </a:spcBef>
              <a:spcAft>
                <a:spcPts val="0"/>
              </a:spcAft>
              <a:buClr>
                <a:schemeClr val="accent1"/>
              </a:buClr>
              <a:buSzPts val="6000"/>
              <a:buNone/>
              <a:defRPr sz="6000">
                <a:solidFill>
                  <a:schemeClr val="accent1"/>
                </a:solidFill>
              </a:defRPr>
            </a:lvl5pPr>
            <a:lvl6pPr lvl="5" algn="ctr">
              <a:lnSpc>
                <a:spcPct val="100000"/>
              </a:lnSpc>
              <a:spcBef>
                <a:spcPts val="0"/>
              </a:spcBef>
              <a:spcAft>
                <a:spcPts val="0"/>
              </a:spcAft>
              <a:buClr>
                <a:schemeClr val="accent1"/>
              </a:buClr>
              <a:buSzPts val="6000"/>
              <a:buNone/>
              <a:defRPr sz="6000">
                <a:solidFill>
                  <a:schemeClr val="accent1"/>
                </a:solidFill>
              </a:defRPr>
            </a:lvl6pPr>
            <a:lvl7pPr lvl="6" algn="ctr">
              <a:lnSpc>
                <a:spcPct val="100000"/>
              </a:lnSpc>
              <a:spcBef>
                <a:spcPts val="0"/>
              </a:spcBef>
              <a:spcAft>
                <a:spcPts val="0"/>
              </a:spcAft>
              <a:buClr>
                <a:schemeClr val="accent1"/>
              </a:buClr>
              <a:buSzPts val="6000"/>
              <a:buNone/>
              <a:defRPr sz="6000">
                <a:solidFill>
                  <a:schemeClr val="accent1"/>
                </a:solidFill>
              </a:defRPr>
            </a:lvl7pPr>
            <a:lvl8pPr lvl="7" algn="ctr">
              <a:lnSpc>
                <a:spcPct val="100000"/>
              </a:lnSpc>
              <a:spcBef>
                <a:spcPts val="0"/>
              </a:spcBef>
              <a:spcAft>
                <a:spcPts val="0"/>
              </a:spcAft>
              <a:buClr>
                <a:schemeClr val="accent1"/>
              </a:buClr>
              <a:buSzPts val="6000"/>
              <a:buNone/>
              <a:defRPr sz="6000">
                <a:solidFill>
                  <a:schemeClr val="accent1"/>
                </a:solidFill>
              </a:defRPr>
            </a:lvl8pPr>
            <a:lvl9pPr lvl="8" algn="ctr">
              <a:lnSpc>
                <a:spcPct val="100000"/>
              </a:lnSpc>
              <a:spcBef>
                <a:spcPts val="0"/>
              </a:spcBef>
              <a:spcAft>
                <a:spcPts val="0"/>
              </a:spcAft>
              <a:buClr>
                <a:schemeClr val="accent1"/>
              </a:buClr>
              <a:buSzPts val="6000"/>
              <a:buNone/>
              <a:defRPr sz="6000">
                <a:solidFill>
                  <a:schemeClr val="accent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325" name="Shape 325"/>
        <p:cNvGrpSpPr/>
        <p:nvPr/>
      </p:nvGrpSpPr>
      <p:grpSpPr>
        <a:xfrm>
          <a:off x="0" y="0"/>
          <a:ext cx="0" cy="0"/>
          <a:chOff x="0" y="0"/>
          <a:chExt cx="0" cy="0"/>
        </a:xfrm>
      </p:grpSpPr>
      <p:sp>
        <p:nvSpPr>
          <p:cNvPr id="326" name="Google Shape;326;p28"/>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327" name="Google Shape;327;p28"/>
          <p:cNvSpPr txBox="1"/>
          <p:nvPr>
            <p:ph idx="1" type="subTitle"/>
          </p:nvPr>
        </p:nvSpPr>
        <p:spPr>
          <a:xfrm>
            <a:off x="715100" y="1766800"/>
            <a:ext cx="3857100" cy="90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28" name="Google Shape;328;p28"/>
          <p:cNvSpPr txBox="1"/>
          <p:nvPr>
            <p:ph idx="2" type="subTitle"/>
          </p:nvPr>
        </p:nvSpPr>
        <p:spPr>
          <a:xfrm>
            <a:off x="715100" y="13276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29" name="Google Shape;329;p28"/>
          <p:cNvSpPr txBox="1"/>
          <p:nvPr>
            <p:ph idx="3" type="subTitle"/>
          </p:nvPr>
        </p:nvSpPr>
        <p:spPr>
          <a:xfrm>
            <a:off x="4572000" y="1766800"/>
            <a:ext cx="3857100" cy="90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30" name="Google Shape;330;p28"/>
          <p:cNvSpPr txBox="1"/>
          <p:nvPr>
            <p:ph idx="4" type="subTitle"/>
          </p:nvPr>
        </p:nvSpPr>
        <p:spPr>
          <a:xfrm>
            <a:off x="4572000" y="13276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31" name="Google Shape;331;p28"/>
          <p:cNvSpPr txBox="1"/>
          <p:nvPr>
            <p:ph idx="5" type="subTitle"/>
          </p:nvPr>
        </p:nvSpPr>
        <p:spPr>
          <a:xfrm>
            <a:off x="715100" y="3292900"/>
            <a:ext cx="38571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32" name="Google Shape;332;p28"/>
          <p:cNvSpPr txBox="1"/>
          <p:nvPr>
            <p:ph idx="6" type="subTitle"/>
          </p:nvPr>
        </p:nvSpPr>
        <p:spPr>
          <a:xfrm>
            <a:off x="715100" y="28537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33" name="Google Shape;333;p28"/>
          <p:cNvSpPr txBox="1"/>
          <p:nvPr>
            <p:ph idx="7" type="subTitle"/>
          </p:nvPr>
        </p:nvSpPr>
        <p:spPr>
          <a:xfrm>
            <a:off x="4572000" y="3292900"/>
            <a:ext cx="38571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34" name="Google Shape;334;p28"/>
          <p:cNvSpPr txBox="1"/>
          <p:nvPr>
            <p:ph idx="8" type="subTitle"/>
          </p:nvPr>
        </p:nvSpPr>
        <p:spPr>
          <a:xfrm>
            <a:off x="4572000" y="28537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335" name="Google Shape;335;p28"/>
          <p:cNvGrpSpPr/>
          <p:nvPr/>
        </p:nvGrpSpPr>
        <p:grpSpPr>
          <a:xfrm flipH="1">
            <a:off x="8123094" y="4375727"/>
            <a:ext cx="792284" cy="768274"/>
            <a:chOff x="131676" y="4375722"/>
            <a:chExt cx="792284" cy="768274"/>
          </a:xfrm>
        </p:grpSpPr>
        <p:grpSp>
          <p:nvGrpSpPr>
            <p:cNvPr id="336" name="Google Shape;336;p28"/>
            <p:cNvGrpSpPr/>
            <p:nvPr/>
          </p:nvGrpSpPr>
          <p:grpSpPr>
            <a:xfrm>
              <a:off x="131676" y="4608313"/>
              <a:ext cx="461196" cy="535560"/>
              <a:chOff x="234725" y="3970575"/>
              <a:chExt cx="284075" cy="329900"/>
            </a:xfrm>
          </p:grpSpPr>
          <p:sp>
            <p:nvSpPr>
              <p:cNvPr id="337" name="Google Shape;337;p28"/>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28"/>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28"/>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28"/>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1" name="Google Shape;341;p28"/>
            <p:cNvGrpSpPr/>
            <p:nvPr/>
          </p:nvGrpSpPr>
          <p:grpSpPr>
            <a:xfrm>
              <a:off x="396181" y="4375722"/>
              <a:ext cx="527779" cy="768274"/>
              <a:chOff x="2335600" y="3972475"/>
              <a:chExt cx="225325" cy="328000"/>
            </a:xfrm>
          </p:grpSpPr>
          <p:sp>
            <p:nvSpPr>
              <p:cNvPr id="342" name="Google Shape;342;p28"/>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28"/>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28"/>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28"/>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346" name="Shape 346"/>
        <p:cNvGrpSpPr/>
        <p:nvPr/>
      </p:nvGrpSpPr>
      <p:grpSpPr>
        <a:xfrm>
          <a:off x="0" y="0"/>
          <a:ext cx="0" cy="0"/>
          <a:chOff x="0" y="0"/>
          <a:chExt cx="0" cy="0"/>
        </a:xfrm>
      </p:grpSpPr>
      <p:sp>
        <p:nvSpPr>
          <p:cNvPr id="347" name="Google Shape;347;p29"/>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348" name="Google Shape;348;p29"/>
          <p:cNvSpPr txBox="1"/>
          <p:nvPr>
            <p:ph idx="1" type="subTitle"/>
          </p:nvPr>
        </p:nvSpPr>
        <p:spPr>
          <a:xfrm>
            <a:off x="715100" y="17668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49" name="Google Shape;349;p29"/>
          <p:cNvSpPr txBox="1"/>
          <p:nvPr>
            <p:ph idx="2" type="subTitle"/>
          </p:nvPr>
        </p:nvSpPr>
        <p:spPr>
          <a:xfrm>
            <a:off x="715100" y="13276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50" name="Google Shape;350;p29"/>
          <p:cNvSpPr txBox="1"/>
          <p:nvPr>
            <p:ph idx="3" type="subTitle"/>
          </p:nvPr>
        </p:nvSpPr>
        <p:spPr>
          <a:xfrm>
            <a:off x="3363300" y="17668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51" name="Google Shape;351;p29"/>
          <p:cNvSpPr txBox="1"/>
          <p:nvPr>
            <p:ph idx="4" type="subTitle"/>
          </p:nvPr>
        </p:nvSpPr>
        <p:spPr>
          <a:xfrm>
            <a:off x="3363300" y="13276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52" name="Google Shape;352;p29"/>
          <p:cNvSpPr txBox="1"/>
          <p:nvPr>
            <p:ph idx="5" type="subTitle"/>
          </p:nvPr>
        </p:nvSpPr>
        <p:spPr>
          <a:xfrm>
            <a:off x="715100" y="32929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53" name="Google Shape;353;p29"/>
          <p:cNvSpPr txBox="1"/>
          <p:nvPr>
            <p:ph idx="6" type="subTitle"/>
          </p:nvPr>
        </p:nvSpPr>
        <p:spPr>
          <a:xfrm>
            <a:off x="715100" y="28537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54" name="Google Shape;354;p29"/>
          <p:cNvSpPr txBox="1"/>
          <p:nvPr>
            <p:ph idx="7" type="subTitle"/>
          </p:nvPr>
        </p:nvSpPr>
        <p:spPr>
          <a:xfrm>
            <a:off x="3363300" y="32929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55" name="Google Shape;355;p29"/>
          <p:cNvSpPr txBox="1"/>
          <p:nvPr>
            <p:ph idx="8" type="subTitle"/>
          </p:nvPr>
        </p:nvSpPr>
        <p:spPr>
          <a:xfrm>
            <a:off x="3363300" y="28537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56" name="Google Shape;356;p29"/>
          <p:cNvSpPr txBox="1"/>
          <p:nvPr>
            <p:ph idx="9" type="subTitle"/>
          </p:nvPr>
        </p:nvSpPr>
        <p:spPr>
          <a:xfrm>
            <a:off x="6011500" y="17668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57" name="Google Shape;357;p29"/>
          <p:cNvSpPr txBox="1"/>
          <p:nvPr>
            <p:ph idx="13" type="subTitle"/>
          </p:nvPr>
        </p:nvSpPr>
        <p:spPr>
          <a:xfrm>
            <a:off x="6011500" y="13276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58" name="Google Shape;358;p29"/>
          <p:cNvSpPr txBox="1"/>
          <p:nvPr>
            <p:ph idx="14" type="subTitle"/>
          </p:nvPr>
        </p:nvSpPr>
        <p:spPr>
          <a:xfrm>
            <a:off x="6011500" y="32929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59" name="Google Shape;359;p29"/>
          <p:cNvSpPr txBox="1"/>
          <p:nvPr>
            <p:ph idx="15" type="subTitle"/>
          </p:nvPr>
        </p:nvSpPr>
        <p:spPr>
          <a:xfrm>
            <a:off x="6011500" y="28537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spTree>
      <p:nvGrpSpPr>
        <p:cNvPr id="360" name="Shape 360"/>
        <p:cNvGrpSpPr/>
        <p:nvPr/>
      </p:nvGrpSpPr>
      <p:grpSpPr>
        <a:xfrm>
          <a:off x="0" y="0"/>
          <a:ext cx="0" cy="0"/>
          <a:chOff x="0" y="0"/>
          <a:chExt cx="0" cy="0"/>
        </a:xfrm>
      </p:grpSpPr>
      <p:sp>
        <p:nvSpPr>
          <p:cNvPr id="361" name="Google Shape;361;p30"/>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362" name="Shape 362"/>
        <p:cNvGrpSpPr/>
        <p:nvPr/>
      </p:nvGrpSpPr>
      <p:grpSpPr>
        <a:xfrm>
          <a:off x="0" y="0"/>
          <a:ext cx="0" cy="0"/>
          <a:chOff x="0" y="0"/>
          <a:chExt cx="0" cy="0"/>
        </a:xfrm>
      </p:grpSpPr>
      <p:sp>
        <p:nvSpPr>
          <p:cNvPr id="363" name="Google Shape;363;p31"/>
          <p:cNvSpPr txBox="1"/>
          <p:nvPr>
            <p:ph idx="1" type="subTitle"/>
          </p:nvPr>
        </p:nvSpPr>
        <p:spPr>
          <a:xfrm>
            <a:off x="715100" y="2455700"/>
            <a:ext cx="2417400" cy="1631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64" name="Google Shape;364;p31"/>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None/>
              <a:defRPr sz="3000">
                <a:solidFill>
                  <a:schemeClr val="accent1"/>
                </a:solidFill>
              </a:defRPr>
            </a:lvl1pPr>
            <a:lvl2pPr lvl="1" algn="l">
              <a:lnSpc>
                <a:spcPct val="100000"/>
              </a:lnSpc>
              <a:spcBef>
                <a:spcPts val="0"/>
              </a:spcBef>
              <a:spcAft>
                <a:spcPts val="0"/>
              </a:spcAft>
              <a:buClr>
                <a:schemeClr val="accent1"/>
              </a:buClr>
              <a:buSzPts val="3000"/>
              <a:buNone/>
              <a:defRPr sz="3000">
                <a:solidFill>
                  <a:schemeClr val="accent1"/>
                </a:solidFill>
              </a:defRPr>
            </a:lvl2pPr>
            <a:lvl3pPr lvl="2" algn="l">
              <a:lnSpc>
                <a:spcPct val="100000"/>
              </a:lnSpc>
              <a:spcBef>
                <a:spcPts val="0"/>
              </a:spcBef>
              <a:spcAft>
                <a:spcPts val="0"/>
              </a:spcAft>
              <a:buClr>
                <a:schemeClr val="accent1"/>
              </a:buClr>
              <a:buSzPts val="3000"/>
              <a:buNone/>
              <a:defRPr sz="3000">
                <a:solidFill>
                  <a:schemeClr val="accent1"/>
                </a:solidFill>
              </a:defRPr>
            </a:lvl3pPr>
            <a:lvl4pPr lvl="3" algn="l">
              <a:lnSpc>
                <a:spcPct val="100000"/>
              </a:lnSpc>
              <a:spcBef>
                <a:spcPts val="0"/>
              </a:spcBef>
              <a:spcAft>
                <a:spcPts val="0"/>
              </a:spcAft>
              <a:buClr>
                <a:schemeClr val="accent1"/>
              </a:buClr>
              <a:buSzPts val="3000"/>
              <a:buNone/>
              <a:defRPr sz="3000">
                <a:solidFill>
                  <a:schemeClr val="accent1"/>
                </a:solidFill>
              </a:defRPr>
            </a:lvl4pPr>
            <a:lvl5pPr lvl="4" algn="l">
              <a:lnSpc>
                <a:spcPct val="100000"/>
              </a:lnSpc>
              <a:spcBef>
                <a:spcPts val="0"/>
              </a:spcBef>
              <a:spcAft>
                <a:spcPts val="0"/>
              </a:spcAft>
              <a:buClr>
                <a:schemeClr val="accent1"/>
              </a:buClr>
              <a:buSzPts val="3000"/>
              <a:buNone/>
              <a:defRPr sz="3000">
                <a:solidFill>
                  <a:schemeClr val="accent1"/>
                </a:solidFill>
              </a:defRPr>
            </a:lvl5pPr>
            <a:lvl6pPr lvl="5" algn="l">
              <a:lnSpc>
                <a:spcPct val="100000"/>
              </a:lnSpc>
              <a:spcBef>
                <a:spcPts val="0"/>
              </a:spcBef>
              <a:spcAft>
                <a:spcPts val="0"/>
              </a:spcAft>
              <a:buClr>
                <a:schemeClr val="accent1"/>
              </a:buClr>
              <a:buSzPts val="3000"/>
              <a:buNone/>
              <a:defRPr sz="3000">
                <a:solidFill>
                  <a:schemeClr val="accent1"/>
                </a:solidFill>
              </a:defRPr>
            </a:lvl6pPr>
            <a:lvl7pPr lvl="6" algn="l">
              <a:lnSpc>
                <a:spcPct val="100000"/>
              </a:lnSpc>
              <a:spcBef>
                <a:spcPts val="0"/>
              </a:spcBef>
              <a:spcAft>
                <a:spcPts val="0"/>
              </a:spcAft>
              <a:buClr>
                <a:schemeClr val="accent1"/>
              </a:buClr>
              <a:buSzPts val="3000"/>
              <a:buNone/>
              <a:defRPr sz="3000">
                <a:solidFill>
                  <a:schemeClr val="accent1"/>
                </a:solidFill>
              </a:defRPr>
            </a:lvl7pPr>
            <a:lvl8pPr lvl="7" algn="l">
              <a:lnSpc>
                <a:spcPct val="100000"/>
              </a:lnSpc>
              <a:spcBef>
                <a:spcPts val="0"/>
              </a:spcBef>
              <a:spcAft>
                <a:spcPts val="0"/>
              </a:spcAft>
              <a:buClr>
                <a:schemeClr val="accent1"/>
              </a:buClr>
              <a:buSzPts val="3000"/>
              <a:buNone/>
              <a:defRPr sz="3000">
                <a:solidFill>
                  <a:schemeClr val="accent1"/>
                </a:solidFill>
              </a:defRPr>
            </a:lvl8pPr>
            <a:lvl9pPr lvl="8" algn="l">
              <a:lnSpc>
                <a:spcPct val="100000"/>
              </a:lnSpc>
              <a:spcBef>
                <a:spcPts val="0"/>
              </a:spcBef>
              <a:spcAft>
                <a:spcPts val="0"/>
              </a:spcAft>
              <a:buClr>
                <a:schemeClr val="accent1"/>
              </a:buClr>
              <a:buSzPts val="3000"/>
              <a:buNone/>
              <a:defRPr sz="3000">
                <a:solidFill>
                  <a:schemeClr val="accent1"/>
                </a:solidFill>
              </a:defRPr>
            </a:lvl9pPr>
          </a:lstStyle>
          <a:p/>
        </p:txBody>
      </p:sp>
      <p:sp>
        <p:nvSpPr>
          <p:cNvPr id="365" name="Google Shape;365;p31"/>
          <p:cNvSpPr txBox="1"/>
          <p:nvPr>
            <p:ph idx="2" type="subTitle"/>
          </p:nvPr>
        </p:nvSpPr>
        <p:spPr>
          <a:xfrm>
            <a:off x="715100" y="1683475"/>
            <a:ext cx="2417400" cy="848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366" name="Google Shape;366;p31"/>
          <p:cNvSpPr txBox="1"/>
          <p:nvPr>
            <p:ph idx="3" type="subTitle"/>
          </p:nvPr>
        </p:nvSpPr>
        <p:spPr>
          <a:xfrm>
            <a:off x="3363300" y="2455700"/>
            <a:ext cx="2417400" cy="1631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67" name="Google Shape;367;p31"/>
          <p:cNvSpPr txBox="1"/>
          <p:nvPr>
            <p:ph idx="4" type="subTitle"/>
          </p:nvPr>
        </p:nvSpPr>
        <p:spPr>
          <a:xfrm>
            <a:off x="3363300" y="1683475"/>
            <a:ext cx="2417400" cy="848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368" name="Google Shape;368;p31"/>
          <p:cNvSpPr txBox="1"/>
          <p:nvPr>
            <p:ph idx="5" type="subTitle"/>
          </p:nvPr>
        </p:nvSpPr>
        <p:spPr>
          <a:xfrm>
            <a:off x="6011499" y="2455700"/>
            <a:ext cx="2417400" cy="1631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69" name="Google Shape;369;p31"/>
          <p:cNvSpPr txBox="1"/>
          <p:nvPr>
            <p:ph idx="6" type="subTitle"/>
          </p:nvPr>
        </p:nvSpPr>
        <p:spPr>
          <a:xfrm>
            <a:off x="6011500" y="1683475"/>
            <a:ext cx="2417400" cy="848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grpSp>
        <p:nvGrpSpPr>
          <p:cNvPr id="370" name="Google Shape;370;p31"/>
          <p:cNvGrpSpPr/>
          <p:nvPr/>
        </p:nvGrpSpPr>
        <p:grpSpPr>
          <a:xfrm>
            <a:off x="228601" y="4375722"/>
            <a:ext cx="792284" cy="768274"/>
            <a:chOff x="131676" y="4375722"/>
            <a:chExt cx="792284" cy="768274"/>
          </a:xfrm>
        </p:grpSpPr>
        <p:grpSp>
          <p:nvGrpSpPr>
            <p:cNvPr id="371" name="Google Shape;371;p31"/>
            <p:cNvGrpSpPr/>
            <p:nvPr/>
          </p:nvGrpSpPr>
          <p:grpSpPr>
            <a:xfrm>
              <a:off x="131676" y="4608313"/>
              <a:ext cx="461196" cy="535560"/>
              <a:chOff x="234725" y="3970575"/>
              <a:chExt cx="284075" cy="329900"/>
            </a:xfrm>
          </p:grpSpPr>
          <p:sp>
            <p:nvSpPr>
              <p:cNvPr id="372" name="Google Shape;372;p31"/>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31"/>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31"/>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31"/>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6" name="Google Shape;376;p31"/>
            <p:cNvGrpSpPr/>
            <p:nvPr/>
          </p:nvGrpSpPr>
          <p:grpSpPr>
            <a:xfrm>
              <a:off x="396181" y="4375722"/>
              <a:ext cx="527779" cy="768274"/>
              <a:chOff x="2335600" y="3972475"/>
              <a:chExt cx="225325" cy="328000"/>
            </a:xfrm>
          </p:grpSpPr>
          <p:sp>
            <p:nvSpPr>
              <p:cNvPr id="377" name="Google Shape;377;p31"/>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31"/>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31"/>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31"/>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1" name="Shape 381"/>
        <p:cNvGrpSpPr/>
        <p:nvPr/>
      </p:nvGrpSpPr>
      <p:grpSpPr>
        <a:xfrm>
          <a:off x="0" y="0"/>
          <a:ext cx="0" cy="0"/>
          <a:chOff x="0" y="0"/>
          <a:chExt cx="0" cy="0"/>
        </a:xfrm>
      </p:grpSpPr>
      <p:sp>
        <p:nvSpPr>
          <p:cNvPr id="382" name="Google Shape;382;p32"/>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grpSp>
        <p:nvGrpSpPr>
          <p:cNvPr id="383" name="Google Shape;383;p32"/>
          <p:cNvGrpSpPr/>
          <p:nvPr/>
        </p:nvGrpSpPr>
        <p:grpSpPr>
          <a:xfrm flipH="1">
            <a:off x="8123094" y="4375727"/>
            <a:ext cx="792284" cy="768274"/>
            <a:chOff x="131676" y="4375722"/>
            <a:chExt cx="792284" cy="768274"/>
          </a:xfrm>
        </p:grpSpPr>
        <p:grpSp>
          <p:nvGrpSpPr>
            <p:cNvPr id="384" name="Google Shape;384;p32"/>
            <p:cNvGrpSpPr/>
            <p:nvPr/>
          </p:nvGrpSpPr>
          <p:grpSpPr>
            <a:xfrm>
              <a:off x="131676" y="4608313"/>
              <a:ext cx="461196" cy="535560"/>
              <a:chOff x="234725" y="3970575"/>
              <a:chExt cx="284075" cy="329900"/>
            </a:xfrm>
          </p:grpSpPr>
          <p:sp>
            <p:nvSpPr>
              <p:cNvPr id="385" name="Google Shape;385;p32"/>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32"/>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32"/>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32"/>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9" name="Google Shape;389;p32"/>
            <p:cNvGrpSpPr/>
            <p:nvPr/>
          </p:nvGrpSpPr>
          <p:grpSpPr>
            <a:xfrm>
              <a:off x="396181" y="4375722"/>
              <a:ext cx="527779" cy="768274"/>
              <a:chOff x="2335600" y="3972475"/>
              <a:chExt cx="225325" cy="328000"/>
            </a:xfrm>
          </p:grpSpPr>
          <p:sp>
            <p:nvSpPr>
              <p:cNvPr id="390" name="Google Shape;390;p32"/>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32"/>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32"/>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32"/>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4" name="Shape 394"/>
        <p:cNvGrpSpPr/>
        <p:nvPr/>
      </p:nvGrpSpPr>
      <p:grpSpPr>
        <a:xfrm>
          <a:off x="0" y="0"/>
          <a:ext cx="0" cy="0"/>
          <a:chOff x="0" y="0"/>
          <a:chExt cx="0" cy="0"/>
        </a:xfrm>
      </p:grpSpPr>
      <p:sp>
        <p:nvSpPr>
          <p:cNvPr id="395" name="Google Shape;395;p33"/>
          <p:cNvSpPr txBox="1"/>
          <p:nvPr>
            <p:ph type="title"/>
          </p:nvPr>
        </p:nvSpPr>
        <p:spPr>
          <a:xfrm>
            <a:off x="715100" y="535000"/>
            <a:ext cx="4009200" cy="1100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000"/>
              <a:buFont typeface="Tiro Tamil"/>
              <a:buNone/>
              <a:defRPr sz="3000">
                <a:latin typeface="Tiro Tamil"/>
                <a:ea typeface="Tiro Tamil"/>
                <a:cs typeface="Tiro Tamil"/>
                <a:sym typeface="Tiro Tamil"/>
              </a:defRPr>
            </a:lvl1pPr>
            <a:lvl2pPr lvl="1"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9pPr>
          </a:lstStyle>
          <a:p/>
        </p:txBody>
      </p:sp>
      <p:sp>
        <p:nvSpPr>
          <p:cNvPr id="396" name="Google Shape;396;p33"/>
          <p:cNvSpPr txBox="1"/>
          <p:nvPr>
            <p:ph idx="1" type="body"/>
          </p:nvPr>
        </p:nvSpPr>
        <p:spPr>
          <a:xfrm>
            <a:off x="715100" y="1711600"/>
            <a:ext cx="4009200" cy="2336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lt2"/>
              </a:buClr>
              <a:buSzPts val="1200"/>
              <a:buFont typeface="Open Sans"/>
              <a:buChar char="●"/>
              <a:defRPr sz="1200">
                <a:solidFill>
                  <a:schemeClr val="dk1"/>
                </a:solidFill>
                <a:latin typeface="Albert Sans"/>
                <a:ea typeface="Albert Sans"/>
                <a:cs typeface="Albert Sans"/>
                <a:sym typeface="Albert Sans"/>
              </a:defRPr>
            </a:lvl1pPr>
            <a:lvl2pPr indent="-304800" lvl="1" marL="9144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
        <p:nvSpPr>
          <p:cNvPr id="397" name="Google Shape;397;p33"/>
          <p:cNvSpPr/>
          <p:nvPr>
            <p:ph idx="2" type="pic"/>
          </p:nvPr>
        </p:nvSpPr>
        <p:spPr>
          <a:xfrm>
            <a:off x="5711600" y="0"/>
            <a:ext cx="3432300" cy="5143500"/>
          </a:xfrm>
          <a:prstGeom prst="rect">
            <a:avLst/>
          </a:prstGeom>
          <a:noFill/>
          <a:ln>
            <a:noFill/>
          </a:ln>
        </p:spPr>
      </p:sp>
      <p:grpSp>
        <p:nvGrpSpPr>
          <p:cNvPr id="398" name="Google Shape;398;p33"/>
          <p:cNvGrpSpPr/>
          <p:nvPr/>
        </p:nvGrpSpPr>
        <p:grpSpPr>
          <a:xfrm>
            <a:off x="228601" y="4375722"/>
            <a:ext cx="792284" cy="768274"/>
            <a:chOff x="131676" y="4375722"/>
            <a:chExt cx="792284" cy="768274"/>
          </a:xfrm>
        </p:grpSpPr>
        <p:grpSp>
          <p:nvGrpSpPr>
            <p:cNvPr id="399" name="Google Shape;399;p33"/>
            <p:cNvGrpSpPr/>
            <p:nvPr/>
          </p:nvGrpSpPr>
          <p:grpSpPr>
            <a:xfrm>
              <a:off x="131676" y="4608313"/>
              <a:ext cx="461196" cy="535560"/>
              <a:chOff x="234725" y="3970575"/>
              <a:chExt cx="284075" cy="329900"/>
            </a:xfrm>
          </p:grpSpPr>
          <p:sp>
            <p:nvSpPr>
              <p:cNvPr id="400" name="Google Shape;400;p33"/>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33"/>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33"/>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33"/>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4" name="Google Shape;404;p33"/>
            <p:cNvGrpSpPr/>
            <p:nvPr/>
          </p:nvGrpSpPr>
          <p:grpSpPr>
            <a:xfrm>
              <a:off x="396181" y="4375722"/>
              <a:ext cx="527779" cy="768274"/>
              <a:chOff x="2335600" y="3972475"/>
              <a:chExt cx="225325" cy="328000"/>
            </a:xfrm>
          </p:grpSpPr>
          <p:sp>
            <p:nvSpPr>
              <p:cNvPr id="405" name="Google Shape;405;p33"/>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33"/>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33"/>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33"/>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09" name="Shape 409"/>
        <p:cNvGrpSpPr/>
        <p:nvPr/>
      </p:nvGrpSpPr>
      <p:grpSpPr>
        <a:xfrm>
          <a:off x="0" y="0"/>
          <a:ext cx="0" cy="0"/>
          <a:chOff x="0" y="0"/>
          <a:chExt cx="0" cy="0"/>
        </a:xfrm>
      </p:grpSpPr>
      <p:sp>
        <p:nvSpPr>
          <p:cNvPr id="410" name="Google Shape;410;p34"/>
          <p:cNvSpPr txBox="1"/>
          <p:nvPr>
            <p:ph type="title"/>
          </p:nvPr>
        </p:nvSpPr>
        <p:spPr>
          <a:xfrm>
            <a:off x="3159650" y="731625"/>
            <a:ext cx="3704400" cy="1101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411" name="Google Shape;411;p34"/>
          <p:cNvSpPr txBox="1"/>
          <p:nvPr>
            <p:ph idx="1" type="body"/>
          </p:nvPr>
        </p:nvSpPr>
        <p:spPr>
          <a:xfrm>
            <a:off x="3159650" y="1909425"/>
            <a:ext cx="3704400" cy="24540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accent1"/>
              </a:buClr>
              <a:buSzPts val="1200"/>
              <a:buFont typeface="Albert Sans"/>
              <a:buAutoNum type="arabicPeriod"/>
              <a:defRPr sz="1200">
                <a:solidFill>
                  <a:schemeClr val="accent1"/>
                </a:solidFill>
                <a:latin typeface="Albert Sans"/>
                <a:ea typeface="Albert Sans"/>
                <a:cs typeface="Albert Sans"/>
                <a:sym typeface="Albert Sans"/>
              </a:defRPr>
            </a:lvl1pPr>
            <a:lvl2pPr indent="-304800" lvl="1" marL="914400" algn="l">
              <a:lnSpc>
                <a:spcPct val="100000"/>
              </a:lnSpc>
              <a:spcBef>
                <a:spcPts val="100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2pPr>
            <a:lvl3pPr indent="-304800" lvl="2" marL="1371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3pPr>
            <a:lvl4pPr indent="-304800" lvl="3" marL="1828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4pPr>
            <a:lvl5pPr indent="-304800" lvl="4" marL="22860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5pPr>
            <a:lvl6pPr indent="-304800" lvl="5" marL="27432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6pPr>
            <a:lvl7pPr indent="-304800" lvl="6" marL="32004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7pPr>
            <a:lvl8pPr indent="-304800" lvl="7" marL="3657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8pPr>
            <a:lvl9pPr indent="-304800" lvl="8" marL="4114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2" name="Shape 412"/>
        <p:cNvGrpSpPr/>
        <p:nvPr/>
      </p:nvGrpSpPr>
      <p:grpSpPr>
        <a:xfrm>
          <a:off x="0" y="0"/>
          <a:ext cx="0" cy="0"/>
          <a:chOff x="0" y="0"/>
          <a:chExt cx="0" cy="0"/>
        </a:xfrm>
      </p:grpSpPr>
      <p:sp>
        <p:nvSpPr>
          <p:cNvPr id="413" name="Google Shape;413;p35"/>
          <p:cNvSpPr txBox="1"/>
          <p:nvPr>
            <p:ph type="title"/>
          </p:nvPr>
        </p:nvSpPr>
        <p:spPr>
          <a:xfrm>
            <a:off x="1388100" y="1307100"/>
            <a:ext cx="63678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grpSp>
        <p:nvGrpSpPr>
          <p:cNvPr id="414" name="Google Shape;414;p35"/>
          <p:cNvGrpSpPr/>
          <p:nvPr/>
        </p:nvGrpSpPr>
        <p:grpSpPr>
          <a:xfrm>
            <a:off x="7644970" y="3005293"/>
            <a:ext cx="1232259" cy="2138552"/>
            <a:chOff x="7756644" y="2736275"/>
            <a:chExt cx="1387366" cy="2407737"/>
          </a:xfrm>
        </p:grpSpPr>
        <p:sp>
          <p:nvSpPr>
            <p:cNvPr id="415" name="Google Shape;415;p35"/>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35"/>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35"/>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35"/>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35"/>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35"/>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35"/>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35"/>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35"/>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4" name="Google Shape;424;p35"/>
          <p:cNvGrpSpPr/>
          <p:nvPr/>
        </p:nvGrpSpPr>
        <p:grpSpPr>
          <a:xfrm flipH="1">
            <a:off x="267225" y="3005302"/>
            <a:ext cx="1232259" cy="2138552"/>
            <a:chOff x="7756644" y="2736275"/>
            <a:chExt cx="1387366" cy="2407737"/>
          </a:xfrm>
        </p:grpSpPr>
        <p:sp>
          <p:nvSpPr>
            <p:cNvPr id="425" name="Google Shape;425;p35"/>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35"/>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35"/>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35"/>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35"/>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35"/>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35"/>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35"/>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35"/>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4" name="Shape 434"/>
        <p:cNvGrpSpPr/>
        <p:nvPr/>
      </p:nvGrpSpPr>
      <p:grpSpPr>
        <a:xfrm>
          <a:off x="0" y="0"/>
          <a:ext cx="0" cy="0"/>
          <a:chOff x="0" y="0"/>
          <a:chExt cx="0" cy="0"/>
        </a:xfrm>
      </p:grpSpPr>
      <p:sp>
        <p:nvSpPr>
          <p:cNvPr id="435" name="Google Shape;435;p36"/>
          <p:cNvSpPr txBox="1"/>
          <p:nvPr>
            <p:ph type="title"/>
          </p:nvPr>
        </p:nvSpPr>
        <p:spPr>
          <a:xfrm>
            <a:off x="720000" y="367423"/>
            <a:ext cx="7704000" cy="841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36" name="Google Shape;436;p36"/>
          <p:cNvSpPr txBox="1"/>
          <p:nvPr>
            <p:ph idx="1" type="subTitle"/>
          </p:nvPr>
        </p:nvSpPr>
        <p:spPr>
          <a:xfrm>
            <a:off x="2241550" y="1348750"/>
            <a:ext cx="4661100" cy="168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grpSp>
        <p:nvGrpSpPr>
          <p:cNvPr id="437" name="Google Shape;437;p36"/>
          <p:cNvGrpSpPr/>
          <p:nvPr/>
        </p:nvGrpSpPr>
        <p:grpSpPr>
          <a:xfrm>
            <a:off x="228601" y="4375722"/>
            <a:ext cx="792284" cy="768274"/>
            <a:chOff x="131676" y="4375722"/>
            <a:chExt cx="792284" cy="768274"/>
          </a:xfrm>
        </p:grpSpPr>
        <p:grpSp>
          <p:nvGrpSpPr>
            <p:cNvPr id="438" name="Google Shape;438;p36"/>
            <p:cNvGrpSpPr/>
            <p:nvPr/>
          </p:nvGrpSpPr>
          <p:grpSpPr>
            <a:xfrm>
              <a:off x="131676" y="4608313"/>
              <a:ext cx="461196" cy="535560"/>
              <a:chOff x="234725" y="3970575"/>
              <a:chExt cx="284075" cy="329900"/>
            </a:xfrm>
          </p:grpSpPr>
          <p:sp>
            <p:nvSpPr>
              <p:cNvPr id="439" name="Google Shape;439;p36"/>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36"/>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36"/>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36"/>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3" name="Google Shape;443;p36"/>
            <p:cNvGrpSpPr/>
            <p:nvPr/>
          </p:nvGrpSpPr>
          <p:grpSpPr>
            <a:xfrm>
              <a:off x="396181" y="4375722"/>
              <a:ext cx="527779" cy="768274"/>
              <a:chOff x="2335600" y="3972475"/>
              <a:chExt cx="225325" cy="328000"/>
            </a:xfrm>
          </p:grpSpPr>
          <p:sp>
            <p:nvSpPr>
              <p:cNvPr id="444" name="Google Shape;444;p36"/>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36"/>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36"/>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36"/>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8" name="Shape 448"/>
        <p:cNvGrpSpPr/>
        <p:nvPr/>
      </p:nvGrpSpPr>
      <p:grpSpPr>
        <a:xfrm>
          <a:off x="0" y="0"/>
          <a:ext cx="0" cy="0"/>
          <a:chOff x="0" y="0"/>
          <a:chExt cx="0" cy="0"/>
        </a:xfrm>
      </p:grpSpPr>
      <p:sp>
        <p:nvSpPr>
          <p:cNvPr id="449" name="Google Shape;449;p37"/>
          <p:cNvSpPr/>
          <p:nvPr>
            <p:ph idx="2" type="pic"/>
          </p:nvPr>
        </p:nvSpPr>
        <p:spPr>
          <a:xfrm>
            <a:off x="0" y="75"/>
            <a:ext cx="9144000" cy="5143500"/>
          </a:xfrm>
          <a:prstGeom prst="rect">
            <a:avLst/>
          </a:prstGeom>
          <a:noFill/>
          <a:ln>
            <a:noFill/>
          </a:ln>
        </p:spPr>
      </p:sp>
      <p:sp>
        <p:nvSpPr>
          <p:cNvPr id="450" name="Google Shape;450;p37"/>
          <p:cNvSpPr txBox="1"/>
          <p:nvPr>
            <p:ph type="title"/>
          </p:nvPr>
        </p:nvSpPr>
        <p:spPr>
          <a:xfrm>
            <a:off x="720000" y="3968300"/>
            <a:ext cx="7708800" cy="640200"/>
          </a:xfrm>
          <a:prstGeom prst="rect">
            <a:avLst/>
          </a:prstGeom>
          <a:solidFill>
            <a:schemeClr val="accent6"/>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1" name="Shape 451"/>
        <p:cNvGrpSpPr/>
        <p:nvPr/>
      </p:nvGrpSpPr>
      <p:grpSpPr>
        <a:xfrm>
          <a:off x="0" y="0"/>
          <a:ext cx="0" cy="0"/>
          <a:chOff x="0" y="0"/>
          <a:chExt cx="0" cy="0"/>
        </a:xfrm>
      </p:grpSpPr>
      <p:sp>
        <p:nvSpPr>
          <p:cNvPr id="452" name="Google Shape;452;p38"/>
          <p:cNvSpPr txBox="1"/>
          <p:nvPr>
            <p:ph hasCustomPrompt="1" type="title"/>
          </p:nvPr>
        </p:nvSpPr>
        <p:spPr>
          <a:xfrm>
            <a:off x="715100" y="535000"/>
            <a:ext cx="6576000" cy="1649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453" name="Google Shape;453;p38"/>
          <p:cNvSpPr txBox="1"/>
          <p:nvPr>
            <p:ph idx="1" type="subTitle"/>
          </p:nvPr>
        </p:nvSpPr>
        <p:spPr>
          <a:xfrm>
            <a:off x="715100" y="2107900"/>
            <a:ext cx="6576000" cy="40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454" name="Google Shape;454;p38"/>
          <p:cNvGrpSpPr/>
          <p:nvPr/>
        </p:nvGrpSpPr>
        <p:grpSpPr>
          <a:xfrm>
            <a:off x="228594" y="3541363"/>
            <a:ext cx="1394820" cy="1602629"/>
            <a:chOff x="2787272" y="3659659"/>
            <a:chExt cx="825777" cy="948750"/>
          </a:xfrm>
        </p:grpSpPr>
        <p:sp>
          <p:nvSpPr>
            <p:cNvPr id="455" name="Google Shape;455;p38"/>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38"/>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38"/>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38"/>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38"/>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38"/>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38"/>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38"/>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38"/>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4" name="Shape 464"/>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465" name="Shape 465"/>
        <p:cNvGrpSpPr/>
        <p:nvPr/>
      </p:nvGrpSpPr>
      <p:grpSpPr>
        <a:xfrm>
          <a:off x="0" y="0"/>
          <a:ext cx="0" cy="0"/>
          <a:chOff x="0" y="0"/>
          <a:chExt cx="0" cy="0"/>
        </a:xfrm>
      </p:grpSpPr>
      <p:sp>
        <p:nvSpPr>
          <p:cNvPr id="466" name="Google Shape;466;p40"/>
          <p:cNvSpPr txBox="1"/>
          <p:nvPr>
            <p:ph type="title"/>
          </p:nvPr>
        </p:nvSpPr>
        <p:spPr>
          <a:xfrm>
            <a:off x="2279400" y="535000"/>
            <a:ext cx="30996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467" name="Google Shape;467;p40"/>
          <p:cNvSpPr txBox="1"/>
          <p:nvPr>
            <p:ph idx="1" type="body"/>
          </p:nvPr>
        </p:nvSpPr>
        <p:spPr>
          <a:xfrm>
            <a:off x="2279400" y="1251400"/>
            <a:ext cx="3099600" cy="8997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1pPr>
            <a:lvl2pPr indent="-304800" lvl="1" marL="9144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2pPr>
            <a:lvl3pPr indent="-304800" lvl="2" marL="1371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3pPr>
            <a:lvl4pPr indent="-304800" lvl="3" marL="1828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4pPr>
            <a:lvl5pPr indent="-304800" lvl="4" marL="22860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5pPr>
            <a:lvl6pPr indent="-304800" lvl="5" marL="27432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6pPr>
            <a:lvl7pPr indent="-304800" lvl="6" marL="32004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7pPr>
            <a:lvl8pPr indent="-304800" lvl="7" marL="3657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8pPr>
            <a:lvl9pPr indent="-304800" lvl="8" marL="4114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9pPr>
          </a:lstStyle>
          <a:p/>
        </p:txBody>
      </p:sp>
      <p:sp>
        <p:nvSpPr>
          <p:cNvPr id="468" name="Google Shape;468;p40"/>
          <p:cNvSpPr/>
          <p:nvPr>
            <p:ph idx="2" type="pic"/>
          </p:nvPr>
        </p:nvSpPr>
        <p:spPr>
          <a:xfrm>
            <a:off x="5711700" y="0"/>
            <a:ext cx="3432300" cy="2571900"/>
          </a:xfrm>
          <a:prstGeom prst="rect">
            <a:avLst/>
          </a:prstGeom>
          <a:noFill/>
          <a:ln>
            <a:noFill/>
          </a:ln>
        </p:spPr>
      </p:sp>
      <p:sp>
        <p:nvSpPr>
          <p:cNvPr id="469" name="Google Shape;469;p40"/>
          <p:cNvSpPr/>
          <p:nvPr>
            <p:ph idx="3" type="pic"/>
          </p:nvPr>
        </p:nvSpPr>
        <p:spPr>
          <a:xfrm>
            <a:off x="5711700" y="2571900"/>
            <a:ext cx="3432300" cy="2571900"/>
          </a:xfrm>
          <a:prstGeom prst="rect">
            <a:avLst/>
          </a:prstGeom>
          <a:noFill/>
          <a:ln>
            <a:noFill/>
          </a:ln>
        </p:spPr>
      </p:sp>
      <p:sp>
        <p:nvSpPr>
          <p:cNvPr id="470" name="Google Shape;470;p40"/>
          <p:cNvSpPr/>
          <p:nvPr>
            <p:ph idx="4" type="pic"/>
          </p:nvPr>
        </p:nvSpPr>
        <p:spPr>
          <a:xfrm>
            <a:off x="2279400" y="2571900"/>
            <a:ext cx="3432300" cy="2571900"/>
          </a:xfrm>
          <a:prstGeom prst="rect">
            <a:avLst/>
          </a:prstGeom>
          <a:noFill/>
          <a:ln>
            <a:noFill/>
          </a:ln>
        </p:spPr>
      </p:sp>
      <p:grpSp>
        <p:nvGrpSpPr>
          <p:cNvPr id="471" name="Google Shape;471;p40"/>
          <p:cNvGrpSpPr/>
          <p:nvPr/>
        </p:nvGrpSpPr>
        <p:grpSpPr>
          <a:xfrm flipH="1">
            <a:off x="233688" y="3005302"/>
            <a:ext cx="1232259" cy="2138552"/>
            <a:chOff x="7756644" y="2736275"/>
            <a:chExt cx="1387366" cy="2407737"/>
          </a:xfrm>
        </p:grpSpPr>
        <p:sp>
          <p:nvSpPr>
            <p:cNvPr id="472" name="Google Shape;472;p40"/>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40"/>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40"/>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40"/>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40"/>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40"/>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40"/>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40"/>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40"/>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481" name="Shape 481"/>
        <p:cNvGrpSpPr/>
        <p:nvPr/>
      </p:nvGrpSpPr>
      <p:grpSpPr>
        <a:xfrm>
          <a:off x="0" y="0"/>
          <a:ext cx="0" cy="0"/>
          <a:chOff x="0" y="0"/>
          <a:chExt cx="0" cy="0"/>
        </a:xfrm>
      </p:grpSpPr>
      <p:sp>
        <p:nvSpPr>
          <p:cNvPr id="482" name="Google Shape;482;p41"/>
          <p:cNvSpPr txBox="1"/>
          <p:nvPr>
            <p:ph type="title"/>
          </p:nvPr>
        </p:nvSpPr>
        <p:spPr>
          <a:xfrm>
            <a:off x="715100" y="535000"/>
            <a:ext cx="3856800" cy="85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sz="45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483" name="Google Shape;483;p41"/>
          <p:cNvSpPr txBox="1"/>
          <p:nvPr>
            <p:ph idx="1" type="subTitle"/>
          </p:nvPr>
        </p:nvSpPr>
        <p:spPr>
          <a:xfrm>
            <a:off x="715100" y="1314775"/>
            <a:ext cx="3856800" cy="38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84" name="Google Shape;484;p41"/>
          <p:cNvSpPr txBox="1"/>
          <p:nvPr>
            <p:ph idx="2" type="title"/>
          </p:nvPr>
        </p:nvSpPr>
        <p:spPr>
          <a:xfrm>
            <a:off x="715100" y="3439625"/>
            <a:ext cx="3856800" cy="85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sz="45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485" name="Google Shape;485;p41"/>
          <p:cNvSpPr txBox="1"/>
          <p:nvPr>
            <p:ph idx="3" type="subTitle"/>
          </p:nvPr>
        </p:nvSpPr>
        <p:spPr>
          <a:xfrm>
            <a:off x="715100" y="4219400"/>
            <a:ext cx="3856800" cy="38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86" name="Google Shape;486;p41"/>
          <p:cNvSpPr txBox="1"/>
          <p:nvPr>
            <p:ph idx="4" type="title"/>
          </p:nvPr>
        </p:nvSpPr>
        <p:spPr>
          <a:xfrm>
            <a:off x="715100" y="1987313"/>
            <a:ext cx="3856800" cy="85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sz="45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487" name="Google Shape;487;p41"/>
          <p:cNvSpPr txBox="1"/>
          <p:nvPr>
            <p:ph idx="5" type="subTitle"/>
          </p:nvPr>
        </p:nvSpPr>
        <p:spPr>
          <a:xfrm>
            <a:off x="715100" y="2767088"/>
            <a:ext cx="3856800" cy="38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488" name="Shape 488"/>
        <p:cNvGrpSpPr/>
        <p:nvPr/>
      </p:nvGrpSpPr>
      <p:grpSpPr>
        <a:xfrm>
          <a:off x="0" y="0"/>
          <a:ext cx="0" cy="0"/>
          <a:chOff x="0" y="0"/>
          <a:chExt cx="0" cy="0"/>
        </a:xfrm>
      </p:grpSpPr>
      <p:sp>
        <p:nvSpPr>
          <p:cNvPr id="489" name="Google Shape;489;p42"/>
          <p:cNvSpPr txBox="1"/>
          <p:nvPr>
            <p:ph type="ctrTitle"/>
          </p:nvPr>
        </p:nvSpPr>
        <p:spPr>
          <a:xfrm>
            <a:off x="715100" y="535000"/>
            <a:ext cx="2980200" cy="95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200"/>
              <a:buNone/>
              <a:defRPr sz="5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90" name="Google Shape;490;p42"/>
          <p:cNvSpPr txBox="1"/>
          <p:nvPr>
            <p:ph idx="1" type="subTitle"/>
          </p:nvPr>
        </p:nvSpPr>
        <p:spPr>
          <a:xfrm>
            <a:off x="715100" y="1412500"/>
            <a:ext cx="2980200" cy="116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91" name="Google Shape;491;p42"/>
          <p:cNvSpPr txBox="1"/>
          <p:nvPr/>
        </p:nvSpPr>
        <p:spPr>
          <a:xfrm>
            <a:off x="715100" y="3044175"/>
            <a:ext cx="2980200" cy="615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accent1"/>
                </a:solidFill>
                <a:latin typeface="Albert Sans"/>
                <a:ea typeface="Albert Sans"/>
                <a:cs typeface="Albert Sans"/>
                <a:sym typeface="Albert Sans"/>
              </a:rPr>
              <a:t>CREDITS: This presentation template was created by </a:t>
            </a:r>
            <a:r>
              <a:rPr b="1" i="0" lang="en" sz="1000" u="sng" cap="none" strike="noStrike">
                <a:solidFill>
                  <a:schemeClr val="hlink"/>
                </a:solidFill>
                <a:latin typeface="Albert Sans"/>
                <a:ea typeface="Albert Sans"/>
                <a:cs typeface="Albert Sans"/>
                <a:sym typeface="Albert Sans"/>
                <a:hlinkClick r:id="rId2"/>
              </a:rPr>
              <a:t>Slidesgo</a:t>
            </a:r>
            <a:r>
              <a:rPr b="0" i="0" lang="en" sz="1000" u="none" cap="none" strike="noStrike">
                <a:solidFill>
                  <a:schemeClr val="accent1"/>
                </a:solidFill>
                <a:latin typeface="Albert Sans"/>
                <a:ea typeface="Albert Sans"/>
                <a:cs typeface="Albert Sans"/>
                <a:sym typeface="Albert Sans"/>
              </a:rPr>
              <a:t>, and includes icons by </a:t>
            </a:r>
            <a:r>
              <a:rPr b="1" i="0" lang="en" sz="1000" u="sng" cap="none" strike="noStrike">
                <a:solidFill>
                  <a:schemeClr val="hlink"/>
                </a:solidFill>
                <a:latin typeface="Albert Sans"/>
                <a:ea typeface="Albert Sans"/>
                <a:cs typeface="Albert Sans"/>
                <a:sym typeface="Albert Sans"/>
                <a:hlinkClick r:id="rId3"/>
              </a:rPr>
              <a:t>Flaticon</a:t>
            </a:r>
            <a:r>
              <a:rPr b="1" i="0" lang="en" sz="1000" u="none" cap="none" strike="noStrike">
                <a:solidFill>
                  <a:schemeClr val="accent1"/>
                </a:solidFill>
                <a:latin typeface="Albert Sans"/>
                <a:ea typeface="Albert Sans"/>
                <a:cs typeface="Albert Sans"/>
                <a:sym typeface="Albert Sans"/>
              </a:rPr>
              <a:t> </a:t>
            </a:r>
            <a:r>
              <a:rPr b="0" i="0" lang="en" sz="1000" u="none" cap="none" strike="noStrike">
                <a:solidFill>
                  <a:schemeClr val="accent1"/>
                </a:solidFill>
                <a:latin typeface="Albert Sans"/>
                <a:ea typeface="Albert Sans"/>
                <a:cs typeface="Albert Sans"/>
                <a:sym typeface="Albert Sans"/>
              </a:rPr>
              <a:t>and infographics &amp; images by </a:t>
            </a:r>
            <a:r>
              <a:rPr b="1" i="0" lang="en" sz="1000" u="sng" cap="none" strike="noStrike">
                <a:solidFill>
                  <a:schemeClr val="hlink"/>
                </a:solidFill>
                <a:latin typeface="Albert Sans"/>
                <a:ea typeface="Albert Sans"/>
                <a:cs typeface="Albert Sans"/>
                <a:sym typeface="Albert Sans"/>
                <a:hlinkClick r:id="rId4"/>
              </a:rPr>
              <a:t>Freepik</a:t>
            </a:r>
            <a:endParaRPr b="1" i="0" sz="1000" u="sng" cap="none" strike="noStrike">
              <a:solidFill>
                <a:schemeClr val="accent1"/>
              </a:solidFill>
              <a:latin typeface="Albert Sans"/>
              <a:ea typeface="Albert Sans"/>
              <a:cs typeface="Albert Sans"/>
              <a:sym typeface="Albert Sans"/>
            </a:endParaRPr>
          </a:p>
        </p:txBody>
      </p:sp>
      <p:grpSp>
        <p:nvGrpSpPr>
          <p:cNvPr id="492" name="Google Shape;492;p42"/>
          <p:cNvGrpSpPr/>
          <p:nvPr/>
        </p:nvGrpSpPr>
        <p:grpSpPr>
          <a:xfrm>
            <a:off x="228601" y="4375722"/>
            <a:ext cx="792284" cy="768274"/>
            <a:chOff x="131676" y="4375722"/>
            <a:chExt cx="792284" cy="768274"/>
          </a:xfrm>
        </p:grpSpPr>
        <p:grpSp>
          <p:nvGrpSpPr>
            <p:cNvPr id="493" name="Google Shape;493;p42"/>
            <p:cNvGrpSpPr/>
            <p:nvPr/>
          </p:nvGrpSpPr>
          <p:grpSpPr>
            <a:xfrm>
              <a:off x="131676" y="4608313"/>
              <a:ext cx="461196" cy="535560"/>
              <a:chOff x="234725" y="3970575"/>
              <a:chExt cx="284075" cy="329900"/>
            </a:xfrm>
          </p:grpSpPr>
          <p:sp>
            <p:nvSpPr>
              <p:cNvPr id="494" name="Google Shape;494;p42"/>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42"/>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42"/>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42"/>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8" name="Google Shape;498;p42"/>
            <p:cNvGrpSpPr/>
            <p:nvPr/>
          </p:nvGrpSpPr>
          <p:grpSpPr>
            <a:xfrm>
              <a:off x="396181" y="4375722"/>
              <a:ext cx="527779" cy="768274"/>
              <a:chOff x="2335600" y="3972475"/>
              <a:chExt cx="225325" cy="328000"/>
            </a:xfrm>
          </p:grpSpPr>
          <p:sp>
            <p:nvSpPr>
              <p:cNvPr id="499" name="Google Shape;499;p42"/>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42"/>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42"/>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42"/>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503" name="Shape 503"/>
        <p:cNvGrpSpPr/>
        <p:nvPr/>
      </p:nvGrpSpPr>
      <p:grpSpPr>
        <a:xfrm>
          <a:off x="0" y="0"/>
          <a:ext cx="0" cy="0"/>
          <a:chOff x="0" y="0"/>
          <a:chExt cx="0" cy="0"/>
        </a:xfrm>
      </p:grpSpPr>
      <p:grpSp>
        <p:nvGrpSpPr>
          <p:cNvPr id="504" name="Google Shape;504;p43"/>
          <p:cNvGrpSpPr/>
          <p:nvPr/>
        </p:nvGrpSpPr>
        <p:grpSpPr>
          <a:xfrm>
            <a:off x="7644970" y="3005293"/>
            <a:ext cx="1232259" cy="2138552"/>
            <a:chOff x="7756644" y="2736275"/>
            <a:chExt cx="1387366" cy="2407737"/>
          </a:xfrm>
        </p:grpSpPr>
        <p:sp>
          <p:nvSpPr>
            <p:cNvPr id="505" name="Google Shape;505;p43"/>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43"/>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43"/>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43"/>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43"/>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43"/>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43"/>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43"/>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43"/>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4" name="Google Shape;514;p43"/>
          <p:cNvGrpSpPr/>
          <p:nvPr/>
        </p:nvGrpSpPr>
        <p:grpSpPr>
          <a:xfrm>
            <a:off x="228594" y="3541363"/>
            <a:ext cx="1394820" cy="1602629"/>
            <a:chOff x="2787272" y="3659659"/>
            <a:chExt cx="825777" cy="948750"/>
          </a:xfrm>
        </p:grpSpPr>
        <p:sp>
          <p:nvSpPr>
            <p:cNvPr id="515" name="Google Shape;515;p43"/>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43"/>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43"/>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43"/>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43"/>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43"/>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43"/>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43"/>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43"/>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524" name="Shape 524"/>
        <p:cNvGrpSpPr/>
        <p:nvPr/>
      </p:nvGrpSpPr>
      <p:grpSpPr>
        <a:xfrm>
          <a:off x="0" y="0"/>
          <a:ext cx="0" cy="0"/>
          <a:chOff x="0" y="0"/>
          <a:chExt cx="0" cy="0"/>
        </a:xfrm>
      </p:grpSpPr>
      <p:grpSp>
        <p:nvGrpSpPr>
          <p:cNvPr id="525" name="Google Shape;525;p44"/>
          <p:cNvGrpSpPr/>
          <p:nvPr/>
        </p:nvGrpSpPr>
        <p:grpSpPr>
          <a:xfrm>
            <a:off x="228601" y="4375722"/>
            <a:ext cx="792284" cy="768274"/>
            <a:chOff x="131676" y="4375722"/>
            <a:chExt cx="792284" cy="768274"/>
          </a:xfrm>
        </p:grpSpPr>
        <p:grpSp>
          <p:nvGrpSpPr>
            <p:cNvPr id="526" name="Google Shape;526;p44"/>
            <p:cNvGrpSpPr/>
            <p:nvPr/>
          </p:nvGrpSpPr>
          <p:grpSpPr>
            <a:xfrm>
              <a:off x="131676" y="4608313"/>
              <a:ext cx="461196" cy="535560"/>
              <a:chOff x="234725" y="3970575"/>
              <a:chExt cx="284075" cy="329900"/>
            </a:xfrm>
          </p:grpSpPr>
          <p:sp>
            <p:nvSpPr>
              <p:cNvPr id="527" name="Google Shape;527;p44"/>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44"/>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44"/>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44"/>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31" name="Google Shape;531;p44"/>
            <p:cNvGrpSpPr/>
            <p:nvPr/>
          </p:nvGrpSpPr>
          <p:grpSpPr>
            <a:xfrm>
              <a:off x="396181" y="4375722"/>
              <a:ext cx="527779" cy="768274"/>
              <a:chOff x="2335600" y="3972475"/>
              <a:chExt cx="225325" cy="328000"/>
            </a:xfrm>
          </p:grpSpPr>
          <p:sp>
            <p:nvSpPr>
              <p:cNvPr id="532" name="Google Shape;532;p44"/>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44"/>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44"/>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44"/>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536" name="Google Shape;536;p44"/>
          <p:cNvGrpSpPr/>
          <p:nvPr/>
        </p:nvGrpSpPr>
        <p:grpSpPr>
          <a:xfrm flipH="1">
            <a:off x="8123119" y="4375727"/>
            <a:ext cx="792284" cy="768274"/>
            <a:chOff x="131676" y="4375722"/>
            <a:chExt cx="792284" cy="768274"/>
          </a:xfrm>
        </p:grpSpPr>
        <p:grpSp>
          <p:nvGrpSpPr>
            <p:cNvPr id="537" name="Google Shape;537;p44"/>
            <p:cNvGrpSpPr/>
            <p:nvPr/>
          </p:nvGrpSpPr>
          <p:grpSpPr>
            <a:xfrm>
              <a:off x="131676" y="4608313"/>
              <a:ext cx="461196" cy="535560"/>
              <a:chOff x="234725" y="3970575"/>
              <a:chExt cx="284075" cy="329900"/>
            </a:xfrm>
          </p:grpSpPr>
          <p:sp>
            <p:nvSpPr>
              <p:cNvPr id="538" name="Google Shape;538;p44"/>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44"/>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44"/>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44"/>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2" name="Google Shape;542;p44"/>
            <p:cNvGrpSpPr/>
            <p:nvPr/>
          </p:nvGrpSpPr>
          <p:grpSpPr>
            <a:xfrm>
              <a:off x="396181" y="4375722"/>
              <a:ext cx="527779" cy="768274"/>
              <a:chOff x="2335600" y="3972475"/>
              <a:chExt cx="225325" cy="328000"/>
            </a:xfrm>
          </p:grpSpPr>
          <p:sp>
            <p:nvSpPr>
              <p:cNvPr id="543" name="Google Shape;543;p44"/>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44"/>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44"/>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44"/>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3" name="Shape 553"/>
        <p:cNvGrpSpPr/>
        <p:nvPr/>
      </p:nvGrpSpPr>
      <p:grpSpPr>
        <a:xfrm>
          <a:off x="0" y="0"/>
          <a:ext cx="0" cy="0"/>
          <a:chOff x="0" y="0"/>
          <a:chExt cx="0" cy="0"/>
        </a:xfrm>
      </p:grpSpPr>
      <p:sp>
        <p:nvSpPr>
          <p:cNvPr id="554" name="Google Shape;554;p46"/>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55" name="Google Shape;555;p46"/>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56" name="Google Shape;556;p4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57" name="Shape 557"/>
        <p:cNvGrpSpPr/>
        <p:nvPr/>
      </p:nvGrpSpPr>
      <p:grpSpPr>
        <a:xfrm>
          <a:off x="0" y="0"/>
          <a:ext cx="0" cy="0"/>
          <a:chOff x="0" y="0"/>
          <a:chExt cx="0" cy="0"/>
        </a:xfrm>
      </p:grpSpPr>
      <p:sp>
        <p:nvSpPr>
          <p:cNvPr id="558" name="Google Shape;558;p47"/>
          <p:cNvSpPr txBox="1"/>
          <p:nvPr>
            <p:ph type="ctrTitle"/>
          </p:nvPr>
        </p:nvSpPr>
        <p:spPr>
          <a:xfrm>
            <a:off x="342900" y="1065213"/>
            <a:ext cx="3886200" cy="7350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559" name="Google Shape;559;p47"/>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560" name="Google Shape;560;p47"/>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61" name="Google Shape;561;p47"/>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62" name="Google Shape;562;p47"/>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63" name="Shape 563"/>
        <p:cNvGrpSpPr/>
        <p:nvPr/>
      </p:nvGrpSpPr>
      <p:grpSpPr>
        <a:xfrm>
          <a:off x="0" y="0"/>
          <a:ext cx="0" cy="0"/>
          <a:chOff x="0" y="0"/>
          <a:chExt cx="0" cy="0"/>
        </a:xfrm>
      </p:grpSpPr>
      <p:sp>
        <p:nvSpPr>
          <p:cNvPr id="564" name="Google Shape;564;p4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565" name="Google Shape;565;p48"/>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566" name="Google Shape;566;p48"/>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67" name="Google Shape;567;p48"/>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68" name="Google Shape;568;p48"/>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69" name="Shape 569"/>
        <p:cNvGrpSpPr/>
        <p:nvPr/>
      </p:nvGrpSpPr>
      <p:grpSpPr>
        <a:xfrm>
          <a:off x="0" y="0"/>
          <a:ext cx="0" cy="0"/>
          <a:chOff x="0" y="0"/>
          <a:chExt cx="0" cy="0"/>
        </a:xfrm>
      </p:grpSpPr>
      <p:sp>
        <p:nvSpPr>
          <p:cNvPr id="570" name="Google Shape;570;p49"/>
          <p:cNvSpPr txBox="1"/>
          <p:nvPr>
            <p:ph type="title"/>
          </p:nvPr>
        </p:nvSpPr>
        <p:spPr>
          <a:xfrm>
            <a:off x="361156" y="2203450"/>
            <a:ext cx="3886200" cy="681000"/>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571" name="Google Shape;571;p49"/>
          <p:cNvSpPr txBox="1"/>
          <p:nvPr>
            <p:ph idx="1" type="body"/>
          </p:nvPr>
        </p:nvSpPr>
        <p:spPr>
          <a:xfrm>
            <a:off x="361156" y="1453357"/>
            <a:ext cx="3886200" cy="750300"/>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572" name="Google Shape;572;p49"/>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73" name="Google Shape;573;p49"/>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74" name="Google Shape;574;p49"/>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75" name="Shape 575"/>
        <p:cNvGrpSpPr/>
        <p:nvPr/>
      </p:nvGrpSpPr>
      <p:grpSpPr>
        <a:xfrm>
          <a:off x="0" y="0"/>
          <a:ext cx="0" cy="0"/>
          <a:chOff x="0" y="0"/>
          <a:chExt cx="0" cy="0"/>
        </a:xfrm>
      </p:grpSpPr>
      <p:sp>
        <p:nvSpPr>
          <p:cNvPr id="576" name="Google Shape;576;p5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577" name="Google Shape;577;p50"/>
          <p:cNvSpPr txBox="1"/>
          <p:nvPr>
            <p:ph idx="1" type="body"/>
          </p:nvPr>
        </p:nvSpPr>
        <p:spPr>
          <a:xfrm>
            <a:off x="228600" y="800100"/>
            <a:ext cx="2019300" cy="2263200"/>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578" name="Google Shape;578;p50"/>
          <p:cNvSpPr txBox="1"/>
          <p:nvPr>
            <p:ph idx="2" type="body"/>
          </p:nvPr>
        </p:nvSpPr>
        <p:spPr>
          <a:xfrm>
            <a:off x="2324100" y="800100"/>
            <a:ext cx="2019300" cy="2263200"/>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579" name="Google Shape;579;p50"/>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0" name="Google Shape;580;p50"/>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1" name="Google Shape;581;p50"/>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2" name="Shape 582"/>
        <p:cNvGrpSpPr/>
        <p:nvPr/>
      </p:nvGrpSpPr>
      <p:grpSpPr>
        <a:xfrm>
          <a:off x="0" y="0"/>
          <a:ext cx="0" cy="0"/>
          <a:chOff x="0" y="0"/>
          <a:chExt cx="0" cy="0"/>
        </a:xfrm>
      </p:grpSpPr>
      <p:sp>
        <p:nvSpPr>
          <p:cNvPr id="583" name="Google Shape;583;p51"/>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584" name="Google Shape;584;p51"/>
          <p:cNvSpPr txBox="1"/>
          <p:nvPr>
            <p:ph idx="1" type="body"/>
          </p:nvPr>
        </p:nvSpPr>
        <p:spPr>
          <a:xfrm>
            <a:off x="228600" y="767556"/>
            <a:ext cx="2020200" cy="320100"/>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585" name="Google Shape;585;p51"/>
          <p:cNvSpPr txBox="1"/>
          <p:nvPr>
            <p:ph idx="2" type="body"/>
          </p:nvPr>
        </p:nvSpPr>
        <p:spPr>
          <a:xfrm>
            <a:off x="228600" y="1087438"/>
            <a:ext cx="2020200" cy="1975800"/>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586" name="Google Shape;586;p51"/>
          <p:cNvSpPr txBox="1"/>
          <p:nvPr>
            <p:ph idx="3" type="body"/>
          </p:nvPr>
        </p:nvSpPr>
        <p:spPr>
          <a:xfrm>
            <a:off x="2322513" y="767556"/>
            <a:ext cx="2021100" cy="320100"/>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587" name="Google Shape;587;p51"/>
          <p:cNvSpPr txBox="1"/>
          <p:nvPr>
            <p:ph idx="4" type="body"/>
          </p:nvPr>
        </p:nvSpPr>
        <p:spPr>
          <a:xfrm>
            <a:off x="2322513" y="1087438"/>
            <a:ext cx="2021100" cy="1975800"/>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588" name="Google Shape;588;p51"/>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9" name="Google Shape;589;p51"/>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0" name="Google Shape;590;p51"/>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1" name="Shape 591"/>
        <p:cNvGrpSpPr/>
        <p:nvPr/>
      </p:nvGrpSpPr>
      <p:grpSpPr>
        <a:xfrm>
          <a:off x="0" y="0"/>
          <a:ext cx="0" cy="0"/>
          <a:chOff x="0" y="0"/>
          <a:chExt cx="0" cy="0"/>
        </a:xfrm>
      </p:grpSpPr>
      <p:sp>
        <p:nvSpPr>
          <p:cNvPr id="592" name="Google Shape;592;p52"/>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593" name="Google Shape;593;p52"/>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4" name="Google Shape;594;p52"/>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5" name="Google Shape;595;p52"/>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6" name="Shape 596"/>
        <p:cNvGrpSpPr/>
        <p:nvPr/>
      </p:nvGrpSpPr>
      <p:grpSpPr>
        <a:xfrm>
          <a:off x="0" y="0"/>
          <a:ext cx="0" cy="0"/>
          <a:chOff x="0" y="0"/>
          <a:chExt cx="0" cy="0"/>
        </a:xfrm>
      </p:grpSpPr>
      <p:sp>
        <p:nvSpPr>
          <p:cNvPr id="597" name="Google Shape;597;p53"/>
          <p:cNvSpPr txBox="1"/>
          <p:nvPr>
            <p:ph type="title"/>
          </p:nvPr>
        </p:nvSpPr>
        <p:spPr>
          <a:xfrm>
            <a:off x="228600" y="136525"/>
            <a:ext cx="1504200" cy="581100"/>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598" name="Google Shape;598;p53"/>
          <p:cNvSpPr txBox="1"/>
          <p:nvPr>
            <p:ph idx="1" type="body"/>
          </p:nvPr>
        </p:nvSpPr>
        <p:spPr>
          <a:xfrm>
            <a:off x="1787525" y="136525"/>
            <a:ext cx="2556000" cy="2926500"/>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599" name="Google Shape;599;p53"/>
          <p:cNvSpPr txBox="1"/>
          <p:nvPr>
            <p:ph idx="2" type="body"/>
          </p:nvPr>
        </p:nvSpPr>
        <p:spPr>
          <a:xfrm>
            <a:off x="228600" y="717550"/>
            <a:ext cx="1504200" cy="2345700"/>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600" name="Google Shape;600;p53"/>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01" name="Google Shape;601;p53"/>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02" name="Google Shape;602;p53"/>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03" name="Shape 603"/>
        <p:cNvGrpSpPr/>
        <p:nvPr/>
      </p:nvGrpSpPr>
      <p:grpSpPr>
        <a:xfrm>
          <a:off x="0" y="0"/>
          <a:ext cx="0" cy="0"/>
          <a:chOff x="0" y="0"/>
          <a:chExt cx="0" cy="0"/>
        </a:xfrm>
      </p:grpSpPr>
      <p:sp>
        <p:nvSpPr>
          <p:cNvPr id="604" name="Google Shape;604;p54"/>
          <p:cNvSpPr txBox="1"/>
          <p:nvPr>
            <p:ph type="title"/>
          </p:nvPr>
        </p:nvSpPr>
        <p:spPr>
          <a:xfrm>
            <a:off x="896144" y="2400300"/>
            <a:ext cx="2743200" cy="283500"/>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05" name="Google Shape;605;p54"/>
          <p:cNvSpPr/>
          <p:nvPr>
            <p:ph idx="2" type="pic"/>
          </p:nvPr>
        </p:nvSpPr>
        <p:spPr>
          <a:xfrm>
            <a:off x="896144" y="306388"/>
            <a:ext cx="2743200" cy="2057400"/>
          </a:xfrm>
          <a:prstGeom prst="rect">
            <a:avLst/>
          </a:prstGeom>
          <a:noFill/>
          <a:ln>
            <a:noFill/>
          </a:ln>
        </p:spPr>
      </p:sp>
      <p:sp>
        <p:nvSpPr>
          <p:cNvPr id="606" name="Google Shape;606;p54"/>
          <p:cNvSpPr txBox="1"/>
          <p:nvPr>
            <p:ph idx="1" type="body"/>
          </p:nvPr>
        </p:nvSpPr>
        <p:spPr>
          <a:xfrm>
            <a:off x="896144" y="2683669"/>
            <a:ext cx="2743200" cy="402600"/>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607" name="Google Shape;607;p54"/>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08" name="Google Shape;608;p54"/>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09" name="Google Shape;609;p54"/>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10" name="Shape 610"/>
        <p:cNvGrpSpPr/>
        <p:nvPr/>
      </p:nvGrpSpPr>
      <p:grpSpPr>
        <a:xfrm>
          <a:off x="0" y="0"/>
          <a:ext cx="0" cy="0"/>
          <a:chOff x="0" y="0"/>
          <a:chExt cx="0" cy="0"/>
        </a:xfrm>
      </p:grpSpPr>
      <p:sp>
        <p:nvSpPr>
          <p:cNvPr id="611" name="Google Shape;611;p55"/>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12" name="Google Shape;612;p55"/>
          <p:cNvSpPr txBox="1"/>
          <p:nvPr>
            <p:ph idx="1" type="body"/>
          </p:nvPr>
        </p:nvSpPr>
        <p:spPr>
          <a:xfrm rot="5400000">
            <a:off x="1154400" y="-125700"/>
            <a:ext cx="2263200"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13" name="Google Shape;613;p5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14" name="Google Shape;614;p5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15" name="Google Shape;615;p5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16" name="Shape 616"/>
        <p:cNvGrpSpPr/>
        <p:nvPr/>
      </p:nvGrpSpPr>
      <p:grpSpPr>
        <a:xfrm>
          <a:off x="0" y="0"/>
          <a:ext cx="0" cy="0"/>
          <a:chOff x="0" y="0"/>
          <a:chExt cx="0" cy="0"/>
        </a:xfrm>
      </p:grpSpPr>
      <p:sp>
        <p:nvSpPr>
          <p:cNvPr id="617" name="Google Shape;617;p56"/>
          <p:cNvSpPr txBox="1"/>
          <p:nvPr>
            <p:ph type="title"/>
          </p:nvPr>
        </p:nvSpPr>
        <p:spPr>
          <a:xfrm rot="5400000">
            <a:off x="2366100" y="1085919"/>
            <a:ext cx="2925900"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18" name="Google Shape;618;p56"/>
          <p:cNvSpPr txBox="1"/>
          <p:nvPr>
            <p:ph idx="1" type="body"/>
          </p:nvPr>
        </p:nvSpPr>
        <p:spPr>
          <a:xfrm rot="5400000">
            <a:off x="270600" y="95319"/>
            <a:ext cx="2925900"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19" name="Google Shape;619;p56"/>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20" name="Google Shape;620;p56"/>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21" name="Google Shape;621;p5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1.xml"/><Relationship Id="rId11" Type="http://schemas.openxmlformats.org/officeDocument/2006/relationships/slideLayout" Target="../slideLayouts/slideLayout32.xml"/><Relationship Id="rId22" Type="http://schemas.openxmlformats.org/officeDocument/2006/relationships/theme" Target="../theme/theme4.xml"/><Relationship Id="rId10" Type="http://schemas.openxmlformats.org/officeDocument/2006/relationships/slideLayout" Target="../slideLayouts/slideLayout31.xml"/><Relationship Id="rId21" Type="http://schemas.openxmlformats.org/officeDocument/2006/relationships/slideLayout" Target="../slideLayouts/slideLayout42.xml"/><Relationship Id="rId13" Type="http://schemas.openxmlformats.org/officeDocument/2006/relationships/slideLayout" Target="../slideLayouts/slideLayout34.xml"/><Relationship Id="rId12" Type="http://schemas.openxmlformats.org/officeDocument/2006/relationships/slideLayout" Target="../slideLayouts/slideLayout33.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5" Type="http://schemas.openxmlformats.org/officeDocument/2006/relationships/slideLayout" Target="../slideLayouts/slideLayout36.xml"/><Relationship Id="rId14" Type="http://schemas.openxmlformats.org/officeDocument/2006/relationships/slideLayout" Target="../slideLayouts/slideLayout35.xml"/><Relationship Id="rId17" Type="http://schemas.openxmlformats.org/officeDocument/2006/relationships/slideLayout" Target="../slideLayouts/slideLayout38.xml"/><Relationship Id="rId16" Type="http://schemas.openxmlformats.org/officeDocument/2006/relationships/slideLayout" Target="../slideLayouts/slideLayout37.xml"/><Relationship Id="rId5" Type="http://schemas.openxmlformats.org/officeDocument/2006/relationships/slideLayout" Target="../slideLayouts/slideLayout26.xml"/><Relationship Id="rId19" Type="http://schemas.openxmlformats.org/officeDocument/2006/relationships/slideLayout" Target="../slideLayouts/slideLayout40.xml"/><Relationship Id="rId6" Type="http://schemas.openxmlformats.org/officeDocument/2006/relationships/slideLayout" Target="../slideLayouts/slideLayout27.xml"/><Relationship Id="rId18" Type="http://schemas.openxmlformats.org/officeDocument/2006/relationships/slideLayout" Target="../slideLayouts/slideLayout39.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53.xml"/><Relationship Id="rId10" Type="http://schemas.openxmlformats.org/officeDocument/2006/relationships/slideLayout" Target="../slideLayouts/slideLayout52.xml"/><Relationship Id="rId12" Type="http://schemas.openxmlformats.org/officeDocument/2006/relationships/theme" Target="../theme/theme1.xml"/><Relationship Id="rId1" Type="http://schemas.openxmlformats.org/officeDocument/2006/relationships/slideLayout" Target="../slideLayouts/slideLayout43.xml"/><Relationship Id="rId2" Type="http://schemas.openxmlformats.org/officeDocument/2006/relationships/slideLayout" Target="../slideLayouts/slideLayout44.xml"/><Relationship Id="rId3" Type="http://schemas.openxmlformats.org/officeDocument/2006/relationships/slideLayout" Target="../slideLayouts/slideLayout45.xml"/><Relationship Id="rId4" Type="http://schemas.openxmlformats.org/officeDocument/2006/relationships/slideLayout" Target="../slideLayouts/slideLayout46.xml"/><Relationship Id="rId9" Type="http://schemas.openxmlformats.org/officeDocument/2006/relationships/slideLayout" Target="../slideLayouts/slideLayout51.xml"/><Relationship Id="rId5" Type="http://schemas.openxmlformats.org/officeDocument/2006/relationships/slideLayout" Target="../slideLayouts/slideLayout47.xml"/><Relationship Id="rId6" Type="http://schemas.openxmlformats.org/officeDocument/2006/relationships/slideLayout" Target="../slideLayouts/slideLayout48.xml"/><Relationship Id="rId7" Type="http://schemas.openxmlformats.org/officeDocument/2006/relationships/slideLayout" Target="../slideLayouts/slideLayout49.xml"/><Relationship Id="rId8"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1pPr>
            <a:lvl2pPr lvl="1"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2pPr>
            <a:lvl3pPr lvl="2"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3pPr>
            <a:lvl4pPr lvl="3"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4pPr>
            <a:lvl5pPr lvl="4"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5pPr>
            <a:lvl6pPr lvl="5"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6pPr>
            <a:lvl7pPr lvl="6"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7pPr>
            <a:lvl8pPr lvl="7"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8pPr>
            <a:lvl9pPr lvl="8"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9pPr>
          </a:lstStyle>
          <a:p/>
        </p:txBody>
      </p:sp>
      <p:sp>
        <p:nvSpPr>
          <p:cNvPr id="7" name="Google Shape;7;p1"/>
          <p:cNvSpPr txBox="1"/>
          <p:nvPr>
            <p:ph idx="1" type="body"/>
          </p:nvPr>
        </p:nvSpPr>
        <p:spPr>
          <a:xfrm>
            <a:off x="715100" y="1175200"/>
            <a:ext cx="7713900" cy="34332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1pPr>
            <a:lvl2pPr indent="-304800" lvl="1" marL="9144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2pPr>
            <a:lvl3pPr indent="-304800" lvl="2" marL="13716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3pPr>
            <a:lvl4pPr indent="-304800" lvl="3" marL="18288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4pPr>
            <a:lvl5pPr indent="-304800" lvl="4" marL="22860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5pPr>
            <a:lvl6pPr indent="-304800" lvl="5" marL="27432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6pPr>
            <a:lvl7pPr indent="-304800" lvl="6" marL="32004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7pPr>
            <a:lvl8pPr indent="-304800" lvl="7" marL="36576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8pPr>
            <a:lvl9pPr indent="-304800" lvl="8" marL="41148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276" name="Shape 276"/>
        <p:cNvGrpSpPr/>
        <p:nvPr/>
      </p:nvGrpSpPr>
      <p:grpSpPr>
        <a:xfrm>
          <a:off x="0" y="0"/>
          <a:ext cx="0" cy="0"/>
          <a:chOff x="0" y="0"/>
          <a:chExt cx="0" cy="0"/>
        </a:xfrm>
      </p:grpSpPr>
      <p:sp>
        <p:nvSpPr>
          <p:cNvPr id="277" name="Google Shape;277;p23"/>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1pPr>
            <a:lvl2pPr lvl="1" marR="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2pPr>
            <a:lvl3pPr lvl="2" marR="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3pPr>
            <a:lvl4pPr lvl="3" marR="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4pPr>
            <a:lvl5pPr lvl="4" marR="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5pPr>
            <a:lvl6pPr lvl="5" marR="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6pPr>
            <a:lvl7pPr lvl="6" marR="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7pPr>
            <a:lvl8pPr lvl="7" marR="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8pPr>
            <a:lvl9pPr lvl="8" marR="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9pPr>
          </a:lstStyle>
          <a:p/>
        </p:txBody>
      </p:sp>
      <p:sp>
        <p:nvSpPr>
          <p:cNvPr id="278" name="Google Shape;278;p23"/>
          <p:cNvSpPr txBox="1"/>
          <p:nvPr>
            <p:ph idx="1" type="body"/>
          </p:nvPr>
        </p:nvSpPr>
        <p:spPr>
          <a:xfrm>
            <a:off x="715100" y="1175200"/>
            <a:ext cx="7713900" cy="3433200"/>
          </a:xfrm>
          <a:prstGeom prst="rect">
            <a:avLst/>
          </a:prstGeom>
          <a:noFill/>
          <a:ln>
            <a:noFill/>
          </a:ln>
        </p:spPr>
        <p:txBody>
          <a:bodyPr anchorCtr="0" anchor="t" bIns="91425" lIns="91425" spcFirstLastPara="1" rIns="91425" wrap="square" tIns="91425">
            <a:noAutofit/>
          </a:bodyPr>
          <a:lstStyle>
            <a:lvl1pPr indent="-304800" lvl="0" marL="457200" marR="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1pPr>
            <a:lvl2pPr indent="-304800" lvl="1" marL="914400" marR="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2pPr>
            <a:lvl3pPr indent="-304800" lvl="2" marL="1371600" marR="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3pPr>
            <a:lvl4pPr indent="-304800" lvl="3" marL="1828800" marR="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4pPr>
            <a:lvl5pPr indent="-304800" lvl="4" marL="2286000" marR="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5pPr>
            <a:lvl6pPr indent="-304800" lvl="5" marL="2743200" marR="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6pPr>
            <a:lvl7pPr indent="-304800" lvl="6" marL="3200400" marR="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7pPr>
            <a:lvl8pPr indent="-304800" lvl="7" marL="3657600" marR="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8pPr>
            <a:lvl9pPr indent="-304800" lvl="8" marL="4114800" marR="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7" name="Shape 547"/>
        <p:cNvGrpSpPr/>
        <p:nvPr/>
      </p:nvGrpSpPr>
      <p:grpSpPr>
        <a:xfrm>
          <a:off x="0" y="0"/>
          <a:ext cx="0" cy="0"/>
          <a:chOff x="0" y="0"/>
          <a:chExt cx="0" cy="0"/>
        </a:xfrm>
      </p:grpSpPr>
      <p:sp>
        <p:nvSpPr>
          <p:cNvPr id="548" name="Google Shape;548;p45"/>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49" name="Google Shape;549;p45"/>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330200" lvl="0" marL="457200" marR="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50" name="Google Shape;550;p4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marR="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1" name="Google Shape;551;p4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marR="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2" name="Google Shape;552;p4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spcBef>
                <a:spcPts val="0"/>
              </a:spcBef>
              <a:buNone/>
              <a:defRPr b="0" i="0" sz="600" u="none" cap="none" strike="noStrike">
                <a:solidFill>
                  <a:srgbClr val="888888"/>
                </a:solidFill>
                <a:latin typeface="Calibri"/>
                <a:ea typeface="Calibri"/>
                <a:cs typeface="Calibri"/>
                <a:sym typeface="Calibri"/>
              </a:defRPr>
            </a:lvl1pPr>
            <a:lvl2pPr indent="0" lvl="1" marL="0" marR="0" algn="r">
              <a:spcBef>
                <a:spcPts val="0"/>
              </a:spcBef>
              <a:buNone/>
              <a:defRPr b="0" i="0" sz="600" u="none" cap="none" strike="noStrike">
                <a:solidFill>
                  <a:srgbClr val="888888"/>
                </a:solidFill>
                <a:latin typeface="Calibri"/>
                <a:ea typeface="Calibri"/>
                <a:cs typeface="Calibri"/>
                <a:sym typeface="Calibri"/>
              </a:defRPr>
            </a:lvl2pPr>
            <a:lvl3pPr indent="0" lvl="2" marL="0" marR="0" algn="r">
              <a:spcBef>
                <a:spcPts val="0"/>
              </a:spcBef>
              <a:buNone/>
              <a:defRPr b="0" i="0" sz="600" u="none" cap="none" strike="noStrike">
                <a:solidFill>
                  <a:srgbClr val="888888"/>
                </a:solidFill>
                <a:latin typeface="Calibri"/>
                <a:ea typeface="Calibri"/>
                <a:cs typeface="Calibri"/>
                <a:sym typeface="Calibri"/>
              </a:defRPr>
            </a:lvl3pPr>
            <a:lvl4pPr indent="0" lvl="3" marL="0" marR="0" algn="r">
              <a:spcBef>
                <a:spcPts val="0"/>
              </a:spcBef>
              <a:buNone/>
              <a:defRPr b="0" i="0" sz="600" u="none" cap="none" strike="noStrike">
                <a:solidFill>
                  <a:srgbClr val="888888"/>
                </a:solidFill>
                <a:latin typeface="Calibri"/>
                <a:ea typeface="Calibri"/>
                <a:cs typeface="Calibri"/>
                <a:sym typeface="Calibri"/>
              </a:defRPr>
            </a:lvl4pPr>
            <a:lvl5pPr indent="0" lvl="4" marL="0" marR="0" algn="r">
              <a:spcBef>
                <a:spcPts val="0"/>
              </a:spcBef>
              <a:buNone/>
              <a:defRPr b="0" i="0" sz="600" u="none" cap="none" strike="noStrike">
                <a:solidFill>
                  <a:srgbClr val="888888"/>
                </a:solidFill>
                <a:latin typeface="Calibri"/>
                <a:ea typeface="Calibri"/>
                <a:cs typeface="Calibri"/>
                <a:sym typeface="Calibri"/>
              </a:defRPr>
            </a:lvl5pPr>
            <a:lvl6pPr indent="0" lvl="5" marL="0" marR="0" algn="r">
              <a:spcBef>
                <a:spcPts val="0"/>
              </a:spcBef>
              <a:buNone/>
              <a:defRPr b="0" i="0" sz="600" u="none" cap="none" strike="noStrike">
                <a:solidFill>
                  <a:srgbClr val="888888"/>
                </a:solidFill>
                <a:latin typeface="Calibri"/>
                <a:ea typeface="Calibri"/>
                <a:cs typeface="Calibri"/>
                <a:sym typeface="Calibri"/>
              </a:defRPr>
            </a:lvl6pPr>
            <a:lvl7pPr indent="0" lvl="6" marL="0" marR="0" algn="r">
              <a:spcBef>
                <a:spcPts val="0"/>
              </a:spcBef>
              <a:buNone/>
              <a:defRPr b="0" i="0" sz="600" u="none" cap="none" strike="noStrike">
                <a:solidFill>
                  <a:srgbClr val="888888"/>
                </a:solidFill>
                <a:latin typeface="Calibri"/>
                <a:ea typeface="Calibri"/>
                <a:cs typeface="Calibri"/>
                <a:sym typeface="Calibri"/>
              </a:defRPr>
            </a:lvl7pPr>
            <a:lvl8pPr indent="0" lvl="7" marL="0" marR="0" algn="r">
              <a:spcBef>
                <a:spcPts val="0"/>
              </a:spcBef>
              <a:buNone/>
              <a:defRPr b="0" i="0" sz="600" u="none" cap="none" strike="noStrike">
                <a:solidFill>
                  <a:srgbClr val="888888"/>
                </a:solidFill>
                <a:latin typeface="Calibri"/>
                <a:ea typeface="Calibri"/>
                <a:cs typeface="Calibri"/>
                <a:sym typeface="Calibri"/>
              </a:defRPr>
            </a:lvl8pPr>
            <a:lvl9pPr indent="0" lvl="8" marL="0" marR="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5" name="Shape 625"/>
        <p:cNvGrpSpPr/>
        <p:nvPr/>
      </p:nvGrpSpPr>
      <p:grpSpPr>
        <a:xfrm>
          <a:off x="0" y="0"/>
          <a:ext cx="0" cy="0"/>
          <a:chOff x="0" y="0"/>
          <a:chExt cx="0" cy="0"/>
        </a:xfrm>
      </p:grpSpPr>
      <p:pic>
        <p:nvPicPr>
          <p:cNvPr id="626" name="Google Shape;626;p57"/>
          <p:cNvPicPr preferRelativeResize="0"/>
          <p:nvPr/>
        </p:nvPicPr>
        <p:blipFill rotWithShape="1">
          <a:blip r:embed="rId3">
            <a:alphaModFix/>
          </a:blip>
          <a:srcRect b="0" l="0" r="0" t="0"/>
          <a:stretch/>
        </p:blipFill>
        <p:spPr>
          <a:xfrm>
            <a:off x="0" y="0"/>
            <a:ext cx="9144002" cy="5151894"/>
          </a:xfrm>
          <a:prstGeom prst="rect">
            <a:avLst/>
          </a:prstGeom>
          <a:noFill/>
          <a:ln cap="flat" cmpd="sng" w="4775">
            <a:solidFill>
              <a:srgbClr val="888888"/>
            </a:solidFill>
            <a:prstDash val="solid"/>
            <a:round/>
            <a:headEnd len="sm" w="sm" type="none"/>
            <a:tailEnd len="sm" w="sm" type="none"/>
          </a:ln>
        </p:spPr>
      </p:pic>
      <p:graphicFrame>
        <p:nvGraphicFramePr>
          <p:cNvPr id="627" name="Google Shape;627;p57"/>
          <p:cNvGraphicFramePr/>
          <p:nvPr/>
        </p:nvGraphicFramePr>
        <p:xfrm>
          <a:off x="6318675" y="940100"/>
          <a:ext cx="3000000" cy="3000000"/>
        </p:xfrm>
        <a:graphic>
          <a:graphicData uri="http://schemas.openxmlformats.org/drawingml/2006/table">
            <a:tbl>
              <a:tblPr>
                <a:noFill/>
                <a:tableStyleId>{A3990B7F-22F0-48F6-8370-00359CC69127}</a:tableStyleId>
              </a:tblPr>
              <a:tblGrid>
                <a:gridCol w="1008650"/>
                <a:gridCol w="1437300"/>
              </a:tblGrid>
              <a:tr h="387200">
                <a:tc>
                  <a:txBody>
                    <a:bodyPr/>
                    <a:lstStyle/>
                    <a:p>
                      <a:pPr indent="0" lvl="0" marL="0" marR="0" rtl="0" algn="l">
                        <a:lnSpc>
                          <a:spcPct val="115000"/>
                        </a:lnSpc>
                        <a:spcBef>
                          <a:spcPts val="0"/>
                        </a:spcBef>
                        <a:spcAft>
                          <a:spcPts val="0"/>
                        </a:spcAft>
                        <a:buClr>
                          <a:srgbClr val="000000"/>
                        </a:buClr>
                        <a:buSzPts val="700"/>
                        <a:buFont typeface="Arial"/>
                        <a:buNone/>
                      </a:pPr>
                      <a:r>
                        <a:rPr b="1" lang="en" sz="1100" u="none" cap="none" strike="noStrike"/>
                        <a:t>Día, Fecha:</a:t>
                      </a:r>
                      <a:endParaRPr b="1" sz="1100" u="none" cap="none" strike="noStrike"/>
                    </a:p>
                  </a:txBody>
                  <a:tcPr marT="45725" marB="45725" marR="45725" marL="45725">
                    <a:lnL cap="flat" cmpd="sng" w="9525">
                      <a:solidFill>
                        <a:srgbClr val="888888"/>
                      </a:solidFill>
                      <a:prstDash val="solid"/>
                      <a:round/>
                      <a:headEnd len="sm" w="sm" type="none"/>
                      <a:tailEnd len="sm" w="sm" type="none"/>
                    </a:lnL>
                    <a:lnR cap="flat" cmpd="sng" w="9525">
                      <a:solidFill>
                        <a:srgbClr val="888888"/>
                      </a:solidFill>
                      <a:prstDash val="solid"/>
                      <a:round/>
                      <a:headEnd len="sm" w="sm" type="none"/>
                      <a:tailEnd len="sm" w="sm" type="none"/>
                    </a:lnR>
                    <a:lnT cap="flat" cmpd="sng" w="9525">
                      <a:solidFill>
                        <a:srgbClr val="888888"/>
                      </a:solidFill>
                      <a:prstDash val="solid"/>
                      <a:round/>
                      <a:headEnd len="sm" w="sm" type="none"/>
                      <a:tailEnd len="sm" w="sm" type="none"/>
                    </a:lnT>
                    <a:lnB cap="flat" cmpd="sng" w="9525">
                      <a:solidFill>
                        <a:srgbClr val="88888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700"/>
                        <a:buFont typeface="Arial"/>
                        <a:buNone/>
                      </a:pPr>
                      <a:r>
                        <a:rPr lang="en" sz="1000" u="none" cap="none" strike="noStrike"/>
                        <a:t>JUEVES, </a:t>
                      </a:r>
                      <a:r>
                        <a:rPr lang="en" sz="1000"/>
                        <a:t> 26/03/2026</a:t>
                      </a:r>
                      <a:endParaRPr sz="1000" u="none" cap="none" strike="noStrike"/>
                    </a:p>
                  </a:txBody>
                  <a:tcPr marT="45725" marB="45725" marR="45725" marL="45725">
                    <a:lnL cap="flat" cmpd="sng" w="9525">
                      <a:solidFill>
                        <a:srgbClr val="888888"/>
                      </a:solidFill>
                      <a:prstDash val="solid"/>
                      <a:round/>
                      <a:headEnd len="sm" w="sm" type="none"/>
                      <a:tailEnd len="sm" w="sm" type="none"/>
                    </a:lnL>
                    <a:lnR cap="flat" cmpd="sng" w="9525">
                      <a:solidFill>
                        <a:srgbClr val="888888"/>
                      </a:solidFill>
                      <a:prstDash val="solid"/>
                      <a:round/>
                      <a:headEnd len="sm" w="sm" type="none"/>
                      <a:tailEnd len="sm" w="sm" type="none"/>
                    </a:lnR>
                    <a:lnT cap="flat" cmpd="sng" w="9525">
                      <a:solidFill>
                        <a:srgbClr val="888888"/>
                      </a:solidFill>
                      <a:prstDash val="solid"/>
                      <a:round/>
                      <a:headEnd len="sm" w="sm" type="none"/>
                      <a:tailEnd len="sm" w="sm" type="none"/>
                    </a:lnT>
                    <a:lnB cap="flat" cmpd="sng" w="9525">
                      <a:solidFill>
                        <a:srgbClr val="888888"/>
                      </a:solidFill>
                      <a:prstDash val="solid"/>
                      <a:round/>
                      <a:headEnd len="sm" w="sm" type="none"/>
                      <a:tailEnd len="sm" w="sm" type="none"/>
                    </a:lnB>
                  </a:tcPr>
                </a:tc>
              </a:tr>
              <a:tr h="387200">
                <a:tc>
                  <a:txBody>
                    <a:bodyPr/>
                    <a:lstStyle/>
                    <a:p>
                      <a:pPr indent="0" lvl="0" marL="0" marR="0" rtl="0" algn="l">
                        <a:lnSpc>
                          <a:spcPct val="115000"/>
                        </a:lnSpc>
                        <a:spcBef>
                          <a:spcPts val="0"/>
                        </a:spcBef>
                        <a:spcAft>
                          <a:spcPts val="0"/>
                        </a:spcAft>
                        <a:buClr>
                          <a:srgbClr val="000000"/>
                        </a:buClr>
                        <a:buSzPts val="700"/>
                        <a:buFont typeface="Arial"/>
                        <a:buNone/>
                      </a:pPr>
                      <a:r>
                        <a:rPr b="1" lang="en" sz="1200" u="none" cap="none" strike="noStrike"/>
                        <a:t>Hora de inicio:</a:t>
                      </a:r>
                      <a:endParaRPr b="1" sz="1200" u="none" cap="none" strike="noStrike"/>
                    </a:p>
                  </a:txBody>
                  <a:tcPr marT="45725" marB="45725" marR="45725" marL="45725">
                    <a:lnL cap="flat" cmpd="sng" w="9525">
                      <a:solidFill>
                        <a:srgbClr val="888888"/>
                      </a:solidFill>
                      <a:prstDash val="solid"/>
                      <a:round/>
                      <a:headEnd len="sm" w="sm" type="none"/>
                      <a:tailEnd len="sm" w="sm" type="none"/>
                    </a:lnL>
                    <a:lnR cap="flat" cmpd="sng" w="9525">
                      <a:solidFill>
                        <a:srgbClr val="888888"/>
                      </a:solidFill>
                      <a:prstDash val="solid"/>
                      <a:round/>
                      <a:headEnd len="sm" w="sm" type="none"/>
                      <a:tailEnd len="sm" w="sm" type="none"/>
                    </a:lnR>
                    <a:lnT cap="flat" cmpd="sng" w="9525">
                      <a:solidFill>
                        <a:srgbClr val="888888"/>
                      </a:solidFill>
                      <a:prstDash val="solid"/>
                      <a:round/>
                      <a:headEnd len="sm" w="sm" type="none"/>
                      <a:tailEnd len="sm" w="sm" type="none"/>
                    </a:lnT>
                    <a:lnB cap="flat" cmpd="sng" w="9525">
                      <a:solidFill>
                        <a:srgbClr val="88888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700"/>
                        <a:buFont typeface="Arial"/>
                        <a:buNone/>
                      </a:pPr>
                      <a:r>
                        <a:rPr lang="en" sz="1200" u="none" cap="none" strike="noStrike"/>
                        <a:t>17:20</a:t>
                      </a:r>
                      <a:endParaRPr sz="1200" u="none" cap="none" strike="noStrike"/>
                    </a:p>
                  </a:txBody>
                  <a:tcPr marT="45725" marB="45725" marR="45725" marL="45725">
                    <a:lnL cap="flat" cmpd="sng" w="9525">
                      <a:solidFill>
                        <a:srgbClr val="888888"/>
                      </a:solidFill>
                      <a:prstDash val="solid"/>
                      <a:round/>
                      <a:headEnd len="sm" w="sm" type="none"/>
                      <a:tailEnd len="sm" w="sm" type="none"/>
                    </a:lnL>
                    <a:lnR cap="flat" cmpd="sng" w="9525">
                      <a:solidFill>
                        <a:srgbClr val="888888"/>
                      </a:solidFill>
                      <a:prstDash val="solid"/>
                      <a:round/>
                      <a:headEnd len="sm" w="sm" type="none"/>
                      <a:tailEnd len="sm" w="sm" type="none"/>
                    </a:lnR>
                    <a:lnT cap="flat" cmpd="sng" w="9525">
                      <a:solidFill>
                        <a:srgbClr val="888888"/>
                      </a:solidFill>
                      <a:prstDash val="solid"/>
                      <a:round/>
                      <a:headEnd len="sm" w="sm" type="none"/>
                      <a:tailEnd len="sm" w="sm" type="none"/>
                    </a:lnT>
                    <a:lnB cap="flat" cmpd="sng" w="9525">
                      <a:solidFill>
                        <a:srgbClr val="888888"/>
                      </a:solidFill>
                      <a:prstDash val="solid"/>
                      <a:round/>
                      <a:headEnd len="sm" w="sm" type="none"/>
                      <a:tailEnd len="sm" w="sm" type="none"/>
                    </a:lnB>
                  </a:tcPr>
                </a:tc>
              </a:tr>
            </a:tbl>
          </a:graphicData>
        </a:graphic>
      </p:graphicFrame>
      <p:sp>
        <p:nvSpPr>
          <p:cNvPr id="628" name="Google Shape;628;p57"/>
          <p:cNvSpPr txBox="1"/>
          <p:nvPr/>
        </p:nvSpPr>
        <p:spPr>
          <a:xfrm>
            <a:off x="2040825" y="2110750"/>
            <a:ext cx="4696800" cy="7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accent1"/>
                </a:solidFill>
                <a:latin typeface="Albert Sans"/>
                <a:ea typeface="Albert Sans"/>
                <a:cs typeface="Albert Sans"/>
                <a:sym typeface="Albert Sans"/>
              </a:rPr>
              <a:t>ANÁLISIS Y DISEÑO DE SISTEMAS 2</a:t>
            </a:r>
            <a:endParaRPr b="1" sz="1900">
              <a:solidFill>
                <a:schemeClr val="accent1"/>
              </a:solidFill>
              <a:latin typeface="Albert Sans"/>
              <a:ea typeface="Albert Sans"/>
              <a:cs typeface="Albert Sans"/>
              <a:sym typeface="Albert Sans"/>
            </a:endParaRPr>
          </a:p>
          <a:p>
            <a:pPr indent="0" lvl="0" marL="0" rtl="0" algn="l">
              <a:spcBef>
                <a:spcPts val="0"/>
              </a:spcBef>
              <a:spcAft>
                <a:spcPts val="0"/>
              </a:spcAft>
              <a:buNone/>
            </a:pPr>
            <a:r>
              <a:rPr b="1" lang="en" sz="1900">
                <a:solidFill>
                  <a:schemeClr val="accent1"/>
                </a:solidFill>
                <a:latin typeface="Albert Sans"/>
                <a:ea typeface="Albert Sans"/>
                <a:cs typeface="Albert Sans"/>
                <a:sym typeface="Albert Sans"/>
              </a:rPr>
              <a:t>SECCIÓN B</a:t>
            </a:r>
            <a:endParaRPr b="1" sz="1900">
              <a:solidFill>
                <a:schemeClr val="accent1"/>
              </a:solidFill>
              <a:latin typeface="Albert Sans"/>
              <a:ea typeface="Albert Sans"/>
              <a:cs typeface="Albert Sans"/>
              <a:sym typeface="Albert Sans"/>
            </a:endParaRPr>
          </a:p>
        </p:txBody>
      </p:sp>
      <p:sp>
        <p:nvSpPr>
          <p:cNvPr id="629" name="Google Shape;629;p57"/>
          <p:cNvSpPr txBox="1"/>
          <p:nvPr/>
        </p:nvSpPr>
        <p:spPr>
          <a:xfrm>
            <a:off x="580475" y="4641900"/>
            <a:ext cx="4080900" cy="50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accent1"/>
                </a:solidFill>
                <a:latin typeface="Albert Sans"/>
                <a:ea typeface="Albert Sans"/>
                <a:cs typeface="Albert Sans"/>
                <a:sym typeface="Albert Sans"/>
              </a:rPr>
              <a:t>NOMBRE DEL TUTOR</a:t>
            </a:r>
            <a:endParaRPr b="1" sz="1800">
              <a:solidFill>
                <a:schemeClr val="accent1"/>
              </a:solidFill>
              <a:latin typeface="Albert Sans"/>
              <a:ea typeface="Albert Sans"/>
              <a:cs typeface="Albert Sans"/>
              <a:sym typeface="Albert Sans"/>
            </a:endParaRPr>
          </a:p>
        </p:txBody>
      </p:sp>
      <p:sp>
        <p:nvSpPr>
          <p:cNvPr id="630" name="Google Shape;630;p57"/>
          <p:cNvSpPr txBox="1"/>
          <p:nvPr/>
        </p:nvSpPr>
        <p:spPr>
          <a:xfrm>
            <a:off x="1213350" y="2636925"/>
            <a:ext cx="6717300" cy="661800"/>
          </a:xfrm>
          <a:prstGeom prst="rect">
            <a:avLst/>
          </a:prstGeom>
          <a:noFill/>
          <a:ln>
            <a:noFill/>
          </a:ln>
        </p:spPr>
        <p:txBody>
          <a:bodyPr anchorCtr="0" anchor="t" bIns="182850" lIns="182850" spcFirstLastPara="1" rIns="182850" wrap="square" tIns="182850">
            <a:spAutoFit/>
          </a:bodyPr>
          <a:lstStyle/>
          <a:p>
            <a:pPr indent="0" lvl="0" marL="0" marR="0" rtl="0" algn="ctr">
              <a:lnSpc>
                <a:spcPct val="100000"/>
              </a:lnSpc>
              <a:spcBef>
                <a:spcPts val="0"/>
              </a:spcBef>
              <a:spcAft>
                <a:spcPts val="0"/>
              </a:spcAft>
              <a:buClr>
                <a:srgbClr val="000000"/>
              </a:buClr>
              <a:buSzPts val="5000"/>
              <a:buFont typeface="Arial"/>
              <a:buNone/>
            </a:pPr>
            <a:r>
              <a:rPr lang="en" sz="1900"/>
              <a:t>Escuela de Ingeniería en Ciencias y Sistemas</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58"/>
          <p:cNvSpPr txBox="1"/>
          <p:nvPr>
            <p:ph type="ctrTitle"/>
          </p:nvPr>
        </p:nvSpPr>
        <p:spPr>
          <a:xfrm>
            <a:off x="715050" y="1817575"/>
            <a:ext cx="7713900" cy="16278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SzPts val="5200"/>
              <a:buNone/>
            </a:pPr>
            <a:r>
              <a:rPr lang="en"/>
              <a:t>Pruebas de software</a:t>
            </a:r>
            <a:endParaRPr/>
          </a:p>
          <a:p>
            <a:pPr indent="0" lvl="0" marL="0" rtl="0" algn="ctr">
              <a:lnSpc>
                <a:spcPct val="90000"/>
              </a:lnSpc>
              <a:spcBef>
                <a:spcPts val="0"/>
              </a:spcBef>
              <a:spcAft>
                <a:spcPts val="0"/>
              </a:spcAft>
              <a:buSzPts val="5200"/>
              <a:buNone/>
            </a:pPr>
            <a:r>
              <a:rPr lang="en" sz="2700"/>
              <a:t>Análisis y Diseño de Sistemas 2</a:t>
            </a:r>
            <a:endParaRPr sz="2700"/>
          </a:p>
          <a:p>
            <a:pPr indent="0" lvl="0" marL="0" rtl="0" algn="ctr">
              <a:lnSpc>
                <a:spcPct val="100000"/>
              </a:lnSpc>
              <a:spcBef>
                <a:spcPts val="0"/>
              </a:spcBef>
              <a:spcAft>
                <a:spcPts val="0"/>
              </a:spcAft>
              <a:buSzPts val="5200"/>
              <a:buNone/>
            </a:pPr>
            <a:r>
              <a:rPr lang="en" sz="1400">
                <a:latin typeface="Albert Sans"/>
                <a:ea typeface="Albert Sans"/>
                <a:cs typeface="Albert Sans"/>
                <a:sym typeface="Albert Sans"/>
              </a:rPr>
              <a:t>Inicio 17:20</a:t>
            </a:r>
            <a:endParaRPr sz="3000"/>
          </a:p>
        </p:txBody>
      </p:sp>
      <p:cxnSp>
        <p:nvCxnSpPr>
          <p:cNvPr id="636" name="Google Shape;636;p58"/>
          <p:cNvCxnSpPr/>
          <p:nvPr/>
        </p:nvCxnSpPr>
        <p:spPr>
          <a:xfrm>
            <a:off x="6756050" y="4775150"/>
            <a:ext cx="1917300" cy="0"/>
          </a:xfrm>
          <a:prstGeom prst="straightConnector1">
            <a:avLst/>
          </a:prstGeom>
          <a:noFill/>
          <a:ln cap="flat" cmpd="sng" w="9525">
            <a:solidFill>
              <a:schemeClr val="accent1"/>
            </a:solidFill>
            <a:prstDash val="solid"/>
            <a:round/>
            <a:headEnd len="sm" w="sm" type="none"/>
            <a:tailEnd len="sm" w="sm" type="none"/>
          </a:ln>
        </p:spPr>
      </p:cxnSp>
      <p:sp>
        <p:nvSpPr>
          <p:cNvPr id="637" name="Google Shape;637;p58"/>
          <p:cNvSpPr txBox="1"/>
          <p:nvPr>
            <p:ph idx="1" type="subTitle"/>
          </p:nvPr>
        </p:nvSpPr>
        <p:spPr>
          <a:xfrm>
            <a:off x="6714800" y="4395250"/>
            <a:ext cx="1999800" cy="3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a:t>Jueves dd/MM/YYYY</a:t>
            </a:r>
            <a:endParaRPr/>
          </a:p>
        </p:txBody>
      </p:sp>
      <p:pic>
        <p:nvPicPr>
          <p:cNvPr id="638" name="Google Shape;638;p58"/>
          <p:cNvPicPr preferRelativeResize="0"/>
          <p:nvPr/>
        </p:nvPicPr>
        <p:blipFill rotWithShape="1">
          <a:blip r:embed="rId3">
            <a:alphaModFix/>
          </a:blip>
          <a:srcRect b="0" l="0" r="0" t="0"/>
          <a:stretch/>
        </p:blipFill>
        <p:spPr>
          <a:xfrm>
            <a:off x="97550" y="107650"/>
            <a:ext cx="760050" cy="760050"/>
          </a:xfrm>
          <a:prstGeom prst="rect">
            <a:avLst/>
          </a:prstGeom>
          <a:noFill/>
          <a:ln>
            <a:noFill/>
          </a:ln>
        </p:spPr>
      </p:pic>
      <p:sp>
        <p:nvSpPr>
          <p:cNvPr id="639" name="Google Shape;639;p58"/>
          <p:cNvSpPr txBox="1"/>
          <p:nvPr>
            <p:ph idx="1" type="subTitle"/>
          </p:nvPr>
        </p:nvSpPr>
        <p:spPr>
          <a:xfrm>
            <a:off x="969375" y="107650"/>
            <a:ext cx="4058700" cy="805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300"/>
              <a:t>Universidad de San Carlos de Guatemala</a:t>
            </a:r>
            <a:endParaRPr sz="1300"/>
          </a:p>
          <a:p>
            <a:pPr indent="0" lvl="0" marL="0" rtl="0" algn="l">
              <a:lnSpc>
                <a:spcPct val="100000"/>
              </a:lnSpc>
              <a:spcBef>
                <a:spcPts val="0"/>
              </a:spcBef>
              <a:spcAft>
                <a:spcPts val="0"/>
              </a:spcAft>
              <a:buSzPts val="1200"/>
              <a:buNone/>
            </a:pPr>
            <a:r>
              <a:rPr lang="en" sz="1300"/>
              <a:t>Facultad de Ingeniería</a:t>
            </a:r>
            <a:endParaRPr sz="1300"/>
          </a:p>
          <a:p>
            <a:pPr indent="0" lvl="0" marL="0" rtl="0" algn="l">
              <a:lnSpc>
                <a:spcPct val="100000"/>
              </a:lnSpc>
              <a:spcBef>
                <a:spcPts val="0"/>
              </a:spcBef>
              <a:spcAft>
                <a:spcPts val="0"/>
              </a:spcAft>
              <a:buSzPts val="1200"/>
              <a:buNone/>
            </a:pPr>
            <a:r>
              <a:rPr lang="en" sz="1300"/>
              <a:t>Escuela de Ingeniería de Ciencias y Sistemas</a:t>
            </a:r>
            <a:endParaRPr sz="1300"/>
          </a:p>
        </p:txBody>
      </p:sp>
      <p:pic>
        <p:nvPicPr>
          <p:cNvPr id="640" name="Google Shape;640;p58"/>
          <p:cNvPicPr preferRelativeResize="0"/>
          <p:nvPr/>
        </p:nvPicPr>
        <p:blipFill rotWithShape="1">
          <a:blip r:embed="rId4">
            <a:alphaModFix/>
          </a:blip>
          <a:srcRect b="0" l="0" r="0" t="0"/>
          <a:stretch/>
        </p:blipFill>
        <p:spPr>
          <a:xfrm>
            <a:off x="7015900" y="107650"/>
            <a:ext cx="1999800" cy="53000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59"/>
          <p:cNvSpPr txBox="1"/>
          <p:nvPr>
            <p:ph idx="4294967295" type="subTitle"/>
          </p:nvPr>
        </p:nvSpPr>
        <p:spPr>
          <a:xfrm>
            <a:off x="715100" y="1788475"/>
            <a:ext cx="7094400" cy="341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900" u="none" cap="none" strike="noStrike">
                <a:solidFill>
                  <a:schemeClr val="accent1"/>
                </a:solidFill>
                <a:latin typeface="Albert Sans"/>
                <a:ea typeface="Albert Sans"/>
                <a:cs typeface="Albert Sans"/>
                <a:sym typeface="Albert Sans"/>
              </a:rPr>
              <a:t>Comprende los conceptos, tipos y principios de las pruebas funcionales, valorando su rol dentro de una arquitectura de software para garantizar el cumplimiento de los requerimientos del sistema.</a:t>
            </a:r>
            <a:endParaRPr b="0" i="0" sz="1700" u="none" cap="none" strike="noStrike">
              <a:solidFill>
                <a:schemeClr val="accent1"/>
              </a:solidFill>
              <a:latin typeface="Albert Sans"/>
              <a:ea typeface="Albert Sans"/>
              <a:cs typeface="Albert Sans"/>
              <a:sym typeface="Albert Sans"/>
            </a:endParaRPr>
          </a:p>
        </p:txBody>
      </p:sp>
      <p:sp>
        <p:nvSpPr>
          <p:cNvPr id="646" name="Google Shape;646;p59"/>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COMPETENCIA(S) QUE DESARROLLAREMOS</a:t>
            </a:r>
            <a:endParaRPr/>
          </a:p>
        </p:txBody>
      </p:sp>
      <p:pic>
        <p:nvPicPr>
          <p:cNvPr id="647" name="Google Shape;647;p59"/>
          <p:cNvPicPr preferRelativeResize="0"/>
          <p:nvPr/>
        </p:nvPicPr>
        <p:blipFill rotWithShape="1">
          <a:blip r:embed="rId3">
            <a:alphaModFix/>
          </a:blip>
          <a:srcRect b="0" l="0" r="0" t="19355"/>
          <a:stretch/>
        </p:blipFill>
        <p:spPr>
          <a:xfrm>
            <a:off x="5212123" y="3103900"/>
            <a:ext cx="2467925" cy="1326875"/>
          </a:xfrm>
          <a:prstGeom prst="rect">
            <a:avLst/>
          </a:prstGeom>
          <a:noFill/>
          <a:ln>
            <a:noFill/>
          </a:ln>
          <a:effectLst>
            <a:outerShdw blurRad="57150" rotWithShape="0" algn="bl" dir="5400000" dist="19050">
              <a:srgbClr val="000000">
                <a:alpha val="49803"/>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60"/>
          <p:cNvSpPr txBox="1"/>
          <p:nvPr>
            <p:ph type="title"/>
          </p:nvPr>
        </p:nvSpPr>
        <p:spPr>
          <a:xfrm>
            <a:off x="720000" y="367423"/>
            <a:ext cx="7704000" cy="841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Puntualidad</a:t>
            </a:r>
            <a:endParaRPr/>
          </a:p>
        </p:txBody>
      </p:sp>
      <p:sp>
        <p:nvSpPr>
          <p:cNvPr id="653" name="Google Shape;653;p60"/>
          <p:cNvSpPr txBox="1"/>
          <p:nvPr>
            <p:ph idx="1" type="subTitle"/>
          </p:nvPr>
        </p:nvSpPr>
        <p:spPr>
          <a:xfrm>
            <a:off x="1114075" y="1496300"/>
            <a:ext cx="5505000" cy="3134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t/>
            </a:r>
            <a:endParaRPr sz="1500"/>
          </a:p>
          <a:p>
            <a:pPr indent="0" lvl="0" marL="0" rtl="0" algn="l">
              <a:lnSpc>
                <a:spcPct val="100000"/>
              </a:lnSpc>
              <a:spcBef>
                <a:spcPts val="0"/>
              </a:spcBef>
              <a:spcAft>
                <a:spcPts val="0"/>
              </a:spcAft>
              <a:buSzPts val="1200"/>
              <a:buNone/>
            </a:pPr>
            <a:r>
              <a:rPr lang="en" sz="1500"/>
              <a:t>Cumpliendo con responsabilidad y respeto por el tiempo:</a:t>
            </a:r>
            <a:endParaRPr sz="1500"/>
          </a:p>
          <a:p>
            <a:pPr indent="0" lvl="0" marL="0" rtl="0" algn="l">
              <a:lnSpc>
                <a:spcPct val="100000"/>
              </a:lnSpc>
              <a:spcBef>
                <a:spcPts val="0"/>
              </a:spcBef>
              <a:spcAft>
                <a:spcPts val="0"/>
              </a:spcAft>
              <a:buSzPts val="1200"/>
              <a:buNone/>
            </a:pPr>
            <a:r>
              <a:rPr lang="en" sz="1500"/>
              <a:t>Honrando los compromisos adquiridos y valorando el tiempo propio y el de los demás, asegurando la presencia y entrega de resultados en los plazos establecidos. La puntualidad refleja organización, compromiso y profesionalismo en cada acción realizada.</a:t>
            </a:r>
            <a:endParaRPr sz="1500"/>
          </a:p>
          <a:p>
            <a:pPr indent="0" lvl="0" marL="0" rtl="0" algn="l">
              <a:lnSpc>
                <a:spcPct val="100000"/>
              </a:lnSpc>
              <a:spcBef>
                <a:spcPts val="0"/>
              </a:spcBef>
              <a:spcAft>
                <a:spcPts val="0"/>
              </a:spcAft>
              <a:buSzPts val="1200"/>
              <a:buNone/>
            </a:pPr>
            <a:r>
              <a:t/>
            </a:r>
            <a:endParaRPr sz="1500"/>
          </a:p>
          <a:p>
            <a:pPr indent="0" lvl="0" marL="0" rtl="0" algn="l">
              <a:lnSpc>
                <a:spcPct val="100000"/>
              </a:lnSpc>
              <a:spcBef>
                <a:spcPts val="0"/>
              </a:spcBef>
              <a:spcAft>
                <a:spcPts val="0"/>
              </a:spcAft>
              <a:buSzPts val="1200"/>
              <a:buNone/>
            </a:pPr>
            <a:r>
              <a:rPr lang="en" sz="1500"/>
              <a:t>Fortaleciendo la confianza y la eficiencia colectiva:</a:t>
            </a:r>
            <a:endParaRPr sz="1500"/>
          </a:p>
          <a:p>
            <a:pPr indent="0" lvl="0" marL="0" rtl="0" algn="l">
              <a:lnSpc>
                <a:spcPct val="100000"/>
              </a:lnSpc>
              <a:spcBef>
                <a:spcPts val="0"/>
              </a:spcBef>
              <a:spcAft>
                <a:spcPts val="0"/>
              </a:spcAft>
              <a:buSzPts val="1200"/>
              <a:buNone/>
            </a:pPr>
            <a:r>
              <a:rPr lang="en" sz="1500"/>
              <a:t>Promoviendo un ambiente de respeto y orden, donde la disciplina en el cumplimiento de horarios contribuye a la coordinación de tareas y al logro de objetivos comunes. La puntualidad fomenta la confianza entre los integrantes del equipo y potencia la efectividad en los procesos compartidos.</a:t>
            </a:r>
            <a:endParaRPr sz="1500"/>
          </a:p>
          <a:p>
            <a:pPr indent="0" lvl="0" marL="0" rtl="0" algn="l">
              <a:lnSpc>
                <a:spcPct val="100000"/>
              </a:lnSpc>
              <a:spcBef>
                <a:spcPts val="0"/>
              </a:spcBef>
              <a:spcAft>
                <a:spcPts val="0"/>
              </a:spcAft>
              <a:buSzPts val="1200"/>
              <a:buNone/>
            </a:pPr>
            <a:r>
              <a:t/>
            </a:r>
            <a:endParaRPr/>
          </a:p>
          <a:p>
            <a:pPr indent="0" lvl="0" marL="0" rtl="0" algn="ctr">
              <a:lnSpc>
                <a:spcPct val="100000"/>
              </a:lnSpc>
              <a:spcBef>
                <a:spcPts val="0"/>
              </a:spcBef>
              <a:spcAft>
                <a:spcPts val="0"/>
              </a:spcAft>
              <a:buSzPts val="1200"/>
              <a:buNone/>
            </a:pPr>
            <a:r>
              <a:t/>
            </a:r>
            <a:endParaRPr b="1"/>
          </a:p>
          <a:p>
            <a:pPr indent="0" lvl="0" marL="0" rtl="0" algn="ctr">
              <a:lnSpc>
                <a:spcPct val="100000"/>
              </a:lnSpc>
              <a:spcBef>
                <a:spcPts val="0"/>
              </a:spcBef>
              <a:spcAft>
                <a:spcPts val="0"/>
              </a:spcAft>
              <a:buSzPts val="1200"/>
              <a:buNone/>
            </a:pPr>
            <a:r>
              <a:t/>
            </a:r>
            <a:endParaRPr/>
          </a:p>
        </p:txBody>
      </p:sp>
      <p:pic>
        <p:nvPicPr>
          <p:cNvPr id="654" name="Google Shape;654;p60"/>
          <p:cNvPicPr preferRelativeResize="0"/>
          <p:nvPr/>
        </p:nvPicPr>
        <p:blipFill rotWithShape="1">
          <a:blip r:embed="rId3">
            <a:alphaModFix/>
          </a:blip>
          <a:srcRect b="0" l="0" r="0" t="0"/>
          <a:stretch/>
        </p:blipFill>
        <p:spPr>
          <a:xfrm>
            <a:off x="6619075" y="1402175"/>
            <a:ext cx="2339150" cy="2339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61"/>
          <p:cNvSpPr txBox="1"/>
          <p:nvPr>
            <p:ph type="title"/>
          </p:nvPr>
        </p:nvSpPr>
        <p:spPr>
          <a:xfrm>
            <a:off x="715075" y="1009925"/>
            <a:ext cx="692700" cy="515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1900"/>
              <a:t>01</a:t>
            </a:r>
            <a:endParaRPr sz="1900"/>
          </a:p>
        </p:txBody>
      </p:sp>
      <p:sp>
        <p:nvSpPr>
          <p:cNvPr id="660" name="Google Shape;660;p61"/>
          <p:cNvSpPr txBox="1"/>
          <p:nvPr>
            <p:ph idx="1" type="subTitle"/>
          </p:nvPr>
        </p:nvSpPr>
        <p:spPr>
          <a:xfrm>
            <a:off x="1407775" y="1009925"/>
            <a:ext cx="7021200" cy="51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sz="1900"/>
              <a:t>Enunciado Fase 3</a:t>
            </a:r>
            <a:endParaRPr sz="1900"/>
          </a:p>
        </p:txBody>
      </p:sp>
      <p:sp>
        <p:nvSpPr>
          <p:cNvPr id="661" name="Google Shape;661;p61"/>
          <p:cNvSpPr txBox="1"/>
          <p:nvPr>
            <p:ph idx="2" type="title"/>
          </p:nvPr>
        </p:nvSpPr>
        <p:spPr>
          <a:xfrm>
            <a:off x="715050" y="2336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Agenda</a:t>
            </a:r>
            <a:endParaRPr/>
          </a:p>
        </p:txBody>
      </p:sp>
      <p:sp>
        <p:nvSpPr>
          <p:cNvPr id="662" name="Google Shape;662;p61"/>
          <p:cNvSpPr txBox="1"/>
          <p:nvPr>
            <p:ph idx="3" type="title"/>
          </p:nvPr>
        </p:nvSpPr>
        <p:spPr>
          <a:xfrm>
            <a:off x="715025" y="1335688"/>
            <a:ext cx="692700" cy="515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1900"/>
              <a:t>02</a:t>
            </a:r>
            <a:endParaRPr sz="1900"/>
          </a:p>
        </p:txBody>
      </p:sp>
      <p:sp>
        <p:nvSpPr>
          <p:cNvPr id="663" name="Google Shape;663;p61"/>
          <p:cNvSpPr txBox="1"/>
          <p:nvPr>
            <p:ph idx="4" type="subTitle"/>
          </p:nvPr>
        </p:nvSpPr>
        <p:spPr>
          <a:xfrm>
            <a:off x="1407725" y="1335688"/>
            <a:ext cx="7021200" cy="51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sz="1900"/>
              <a:t>Asistencia</a:t>
            </a:r>
            <a:endParaRPr sz="1900"/>
          </a:p>
        </p:txBody>
      </p:sp>
      <p:sp>
        <p:nvSpPr>
          <p:cNvPr id="664" name="Google Shape;664;p61"/>
          <p:cNvSpPr txBox="1"/>
          <p:nvPr>
            <p:ph idx="5" type="title"/>
          </p:nvPr>
        </p:nvSpPr>
        <p:spPr>
          <a:xfrm>
            <a:off x="715025" y="1673138"/>
            <a:ext cx="692700" cy="515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1900"/>
              <a:t>03</a:t>
            </a:r>
            <a:endParaRPr sz="1900"/>
          </a:p>
        </p:txBody>
      </p:sp>
      <p:sp>
        <p:nvSpPr>
          <p:cNvPr id="665" name="Google Shape;665;p61"/>
          <p:cNvSpPr txBox="1"/>
          <p:nvPr>
            <p:ph idx="6" type="subTitle"/>
          </p:nvPr>
        </p:nvSpPr>
        <p:spPr>
          <a:xfrm>
            <a:off x="1407725" y="1673138"/>
            <a:ext cx="7021200" cy="51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sz="1900"/>
              <a:t>Pruebas Funcionales</a:t>
            </a:r>
            <a:endParaRPr sz="1900"/>
          </a:p>
        </p:txBody>
      </p:sp>
      <p:sp>
        <p:nvSpPr>
          <p:cNvPr id="666" name="Google Shape;666;p61"/>
          <p:cNvSpPr txBox="1"/>
          <p:nvPr>
            <p:ph idx="7" type="title"/>
          </p:nvPr>
        </p:nvSpPr>
        <p:spPr>
          <a:xfrm>
            <a:off x="715025" y="2040725"/>
            <a:ext cx="692700" cy="515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1900"/>
              <a:t>04</a:t>
            </a:r>
            <a:endParaRPr sz="1900"/>
          </a:p>
        </p:txBody>
      </p:sp>
      <p:sp>
        <p:nvSpPr>
          <p:cNvPr id="667" name="Google Shape;667;p61"/>
          <p:cNvSpPr txBox="1"/>
          <p:nvPr>
            <p:ph idx="8" type="subTitle"/>
          </p:nvPr>
        </p:nvSpPr>
        <p:spPr>
          <a:xfrm>
            <a:off x="1407725" y="2040725"/>
            <a:ext cx="7021200" cy="51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sz="1900"/>
              <a:t>Dudas o comentarios</a:t>
            </a:r>
            <a:endParaRPr sz="1900"/>
          </a:p>
        </p:txBody>
      </p:sp>
      <p:grpSp>
        <p:nvGrpSpPr>
          <p:cNvPr id="668" name="Google Shape;668;p61"/>
          <p:cNvGrpSpPr/>
          <p:nvPr/>
        </p:nvGrpSpPr>
        <p:grpSpPr>
          <a:xfrm flipH="1">
            <a:off x="6187027" y="2064107"/>
            <a:ext cx="1487812" cy="2574928"/>
            <a:chOff x="5148575" y="3105950"/>
            <a:chExt cx="664825" cy="1150600"/>
          </a:xfrm>
        </p:grpSpPr>
        <p:sp>
          <p:nvSpPr>
            <p:cNvPr id="669" name="Google Shape;669;p61"/>
            <p:cNvSpPr/>
            <p:nvPr/>
          </p:nvSpPr>
          <p:spPr>
            <a:xfrm>
              <a:off x="5665200" y="4138725"/>
              <a:ext cx="77600" cy="85900"/>
            </a:xfrm>
            <a:custGeom>
              <a:rect b="b" l="l" r="r" t="t"/>
              <a:pathLst>
                <a:path extrusionOk="0" h="3436" w="3104">
                  <a:moveTo>
                    <a:pt x="2024" y="1"/>
                  </a:moveTo>
                  <a:lnTo>
                    <a:pt x="0" y="1019"/>
                  </a:lnTo>
                  <a:cubicBezTo>
                    <a:pt x="411" y="1911"/>
                    <a:pt x="1953" y="3435"/>
                    <a:pt x="1953" y="3435"/>
                  </a:cubicBezTo>
                  <a:lnTo>
                    <a:pt x="3103" y="2834"/>
                  </a:lnTo>
                  <a:cubicBezTo>
                    <a:pt x="2490" y="1878"/>
                    <a:pt x="2024" y="1"/>
                    <a:pt x="2024" y="1"/>
                  </a:cubicBezTo>
                  <a:close/>
                </a:path>
              </a:pathLst>
            </a:custGeom>
            <a:solidFill>
              <a:srgbClr val="F1AE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61"/>
            <p:cNvSpPr/>
            <p:nvPr/>
          </p:nvSpPr>
          <p:spPr>
            <a:xfrm>
              <a:off x="5503100" y="3838775"/>
              <a:ext cx="226750" cy="346475"/>
            </a:xfrm>
            <a:custGeom>
              <a:rect b="b" l="l" r="r" t="t"/>
              <a:pathLst>
                <a:path extrusionOk="0" h="13859" w="9070">
                  <a:moveTo>
                    <a:pt x="0" y="1"/>
                  </a:moveTo>
                  <a:cubicBezTo>
                    <a:pt x="0" y="1"/>
                    <a:pt x="2087" y="8019"/>
                    <a:pt x="6511" y="13858"/>
                  </a:cubicBezTo>
                  <a:cubicBezTo>
                    <a:pt x="6511" y="13858"/>
                    <a:pt x="8104" y="13537"/>
                    <a:pt x="9070" y="12300"/>
                  </a:cubicBezTo>
                  <a:cubicBezTo>
                    <a:pt x="9070" y="12300"/>
                    <a:pt x="6669" y="5237"/>
                    <a:pt x="5780" y="1059"/>
                  </a:cubicBez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61"/>
            <p:cNvSpPr/>
            <p:nvPr/>
          </p:nvSpPr>
          <p:spPr>
            <a:xfrm>
              <a:off x="5703525" y="4198875"/>
              <a:ext cx="109875" cy="54250"/>
            </a:xfrm>
            <a:custGeom>
              <a:rect b="b" l="l" r="r" t="t"/>
              <a:pathLst>
                <a:path extrusionOk="0" h="2170" w="4395">
                  <a:moveTo>
                    <a:pt x="1143" y="1"/>
                  </a:moveTo>
                  <a:cubicBezTo>
                    <a:pt x="793" y="1"/>
                    <a:pt x="224" y="174"/>
                    <a:pt x="85" y="662"/>
                  </a:cubicBezTo>
                  <a:cubicBezTo>
                    <a:pt x="0" y="960"/>
                    <a:pt x="475" y="2032"/>
                    <a:pt x="861" y="2092"/>
                  </a:cubicBezTo>
                  <a:cubicBezTo>
                    <a:pt x="1139" y="2136"/>
                    <a:pt x="1682" y="2169"/>
                    <a:pt x="2267" y="2169"/>
                  </a:cubicBezTo>
                  <a:cubicBezTo>
                    <a:pt x="2494" y="2169"/>
                    <a:pt x="2726" y="2164"/>
                    <a:pt x="2953" y="2153"/>
                  </a:cubicBezTo>
                  <a:cubicBezTo>
                    <a:pt x="3765" y="2113"/>
                    <a:pt x="4395" y="2052"/>
                    <a:pt x="4354" y="1726"/>
                  </a:cubicBezTo>
                  <a:cubicBezTo>
                    <a:pt x="4329" y="1525"/>
                    <a:pt x="3339" y="1208"/>
                    <a:pt x="2771" y="1016"/>
                  </a:cubicBezTo>
                  <a:cubicBezTo>
                    <a:pt x="1959" y="743"/>
                    <a:pt x="1512" y="105"/>
                    <a:pt x="1372" y="38"/>
                  </a:cubicBezTo>
                  <a:cubicBezTo>
                    <a:pt x="1322" y="14"/>
                    <a:pt x="1241" y="1"/>
                    <a:pt x="114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61"/>
            <p:cNvSpPr/>
            <p:nvPr/>
          </p:nvSpPr>
          <p:spPr>
            <a:xfrm>
              <a:off x="5493825" y="4118575"/>
              <a:ext cx="83725" cy="78275"/>
            </a:xfrm>
            <a:custGeom>
              <a:rect b="b" l="l" r="r" t="t"/>
              <a:pathLst>
                <a:path extrusionOk="0" h="3131" w="3349">
                  <a:moveTo>
                    <a:pt x="1176" y="1"/>
                  </a:moveTo>
                  <a:cubicBezTo>
                    <a:pt x="1176" y="1"/>
                    <a:pt x="394" y="1478"/>
                    <a:pt x="1" y="2392"/>
                  </a:cubicBezTo>
                  <a:lnTo>
                    <a:pt x="1306" y="3131"/>
                  </a:lnTo>
                  <a:cubicBezTo>
                    <a:pt x="1306" y="3131"/>
                    <a:pt x="2479" y="1653"/>
                    <a:pt x="3349" y="653"/>
                  </a:cubicBezTo>
                  <a:lnTo>
                    <a:pt x="1176" y="1"/>
                  </a:lnTo>
                  <a:close/>
                </a:path>
              </a:pathLst>
            </a:custGeom>
            <a:solidFill>
              <a:srgbClr val="F1AE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61"/>
            <p:cNvSpPr/>
            <p:nvPr/>
          </p:nvSpPr>
          <p:spPr>
            <a:xfrm>
              <a:off x="5292825" y="3662200"/>
              <a:ext cx="486875" cy="499875"/>
            </a:xfrm>
            <a:custGeom>
              <a:rect b="b" l="l" r="r" t="t"/>
              <a:pathLst>
                <a:path extrusionOk="0" h="19995" w="19475">
                  <a:moveTo>
                    <a:pt x="1087" y="0"/>
                  </a:moveTo>
                  <a:cubicBezTo>
                    <a:pt x="957" y="1304"/>
                    <a:pt x="0" y="5650"/>
                    <a:pt x="1131" y="7041"/>
                  </a:cubicBezTo>
                  <a:cubicBezTo>
                    <a:pt x="1906" y="7995"/>
                    <a:pt x="3994" y="8262"/>
                    <a:pt x="7129" y="8303"/>
                  </a:cubicBezTo>
                  <a:cubicBezTo>
                    <a:pt x="7231" y="8304"/>
                    <a:pt x="7332" y="8304"/>
                    <a:pt x="7433" y="8304"/>
                  </a:cubicBezTo>
                  <a:cubicBezTo>
                    <a:pt x="10680" y="8304"/>
                    <a:pt x="13238" y="7647"/>
                    <a:pt x="13238" y="7647"/>
                  </a:cubicBezTo>
                  <a:lnTo>
                    <a:pt x="13238" y="7647"/>
                  </a:lnTo>
                  <a:cubicBezTo>
                    <a:pt x="10693" y="12213"/>
                    <a:pt x="8268" y="18515"/>
                    <a:pt x="8268" y="18515"/>
                  </a:cubicBezTo>
                  <a:cubicBezTo>
                    <a:pt x="9244" y="19912"/>
                    <a:pt x="11214" y="19994"/>
                    <a:pt x="11214" y="19994"/>
                  </a:cubicBezTo>
                  <a:cubicBezTo>
                    <a:pt x="18648" y="9258"/>
                    <a:pt x="19475" y="7061"/>
                    <a:pt x="18560" y="4911"/>
                  </a:cubicBezTo>
                  <a:cubicBezTo>
                    <a:pt x="17691" y="2869"/>
                    <a:pt x="10214" y="609"/>
                    <a:pt x="9920" y="323"/>
                  </a:cubicBezTo>
                  <a:lnTo>
                    <a:pt x="9922" y="323"/>
                  </a:lnTo>
                  <a:lnTo>
                    <a:pt x="108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61"/>
            <p:cNvSpPr/>
            <p:nvPr/>
          </p:nvSpPr>
          <p:spPr>
            <a:xfrm>
              <a:off x="5474775" y="4176150"/>
              <a:ext cx="106025" cy="80400"/>
            </a:xfrm>
            <a:custGeom>
              <a:rect b="b" l="l" r="r" t="t"/>
              <a:pathLst>
                <a:path extrusionOk="0" h="3216" w="4241">
                  <a:moveTo>
                    <a:pt x="763" y="1"/>
                  </a:moveTo>
                  <a:cubicBezTo>
                    <a:pt x="763" y="1"/>
                    <a:pt x="764" y="1"/>
                    <a:pt x="764" y="1"/>
                  </a:cubicBezTo>
                  <a:lnTo>
                    <a:pt x="764" y="1"/>
                  </a:lnTo>
                  <a:cubicBezTo>
                    <a:pt x="764" y="1"/>
                    <a:pt x="764" y="1"/>
                    <a:pt x="764" y="1"/>
                  </a:cubicBezTo>
                  <a:close/>
                  <a:moveTo>
                    <a:pt x="764" y="1"/>
                  </a:moveTo>
                  <a:cubicBezTo>
                    <a:pt x="384" y="458"/>
                    <a:pt x="0" y="1370"/>
                    <a:pt x="676" y="2131"/>
                  </a:cubicBezTo>
                  <a:cubicBezTo>
                    <a:pt x="1362" y="2902"/>
                    <a:pt x="2048" y="3214"/>
                    <a:pt x="2874" y="3214"/>
                  </a:cubicBezTo>
                  <a:cubicBezTo>
                    <a:pt x="2990" y="3214"/>
                    <a:pt x="3101" y="3215"/>
                    <a:pt x="3205" y="3215"/>
                  </a:cubicBezTo>
                  <a:cubicBezTo>
                    <a:pt x="3841" y="3215"/>
                    <a:pt x="4241" y="3181"/>
                    <a:pt x="4241" y="2696"/>
                  </a:cubicBezTo>
                  <a:cubicBezTo>
                    <a:pt x="4241" y="2305"/>
                    <a:pt x="3415" y="2349"/>
                    <a:pt x="2981" y="1958"/>
                  </a:cubicBezTo>
                  <a:cubicBezTo>
                    <a:pt x="2545" y="1566"/>
                    <a:pt x="2068" y="828"/>
                    <a:pt x="2068" y="828"/>
                  </a:cubicBezTo>
                  <a:cubicBezTo>
                    <a:pt x="2068" y="828"/>
                    <a:pt x="1720" y="89"/>
                    <a:pt x="76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61"/>
            <p:cNvSpPr/>
            <p:nvPr/>
          </p:nvSpPr>
          <p:spPr>
            <a:xfrm>
              <a:off x="5497125" y="3668000"/>
              <a:ext cx="285000" cy="496350"/>
            </a:xfrm>
            <a:custGeom>
              <a:rect b="b" l="l" r="r" t="t"/>
              <a:pathLst>
                <a:path extrusionOk="0" h="19854" w="11400">
                  <a:moveTo>
                    <a:pt x="1749" y="1"/>
                  </a:moveTo>
                  <a:cubicBezTo>
                    <a:pt x="1725" y="1"/>
                    <a:pt x="1702" y="10"/>
                    <a:pt x="1684" y="28"/>
                  </a:cubicBezTo>
                  <a:cubicBezTo>
                    <a:pt x="1650" y="64"/>
                    <a:pt x="1650" y="121"/>
                    <a:pt x="1686" y="155"/>
                  </a:cubicBezTo>
                  <a:cubicBezTo>
                    <a:pt x="1768" y="234"/>
                    <a:pt x="2148" y="380"/>
                    <a:pt x="3001" y="701"/>
                  </a:cubicBezTo>
                  <a:cubicBezTo>
                    <a:pt x="5163" y="1513"/>
                    <a:pt x="9662" y="3203"/>
                    <a:pt x="10306" y="4715"/>
                  </a:cubicBezTo>
                  <a:cubicBezTo>
                    <a:pt x="11201" y="6823"/>
                    <a:pt x="10350" y="9045"/>
                    <a:pt x="2998" y="19668"/>
                  </a:cubicBezTo>
                  <a:cubicBezTo>
                    <a:pt x="2695" y="19645"/>
                    <a:pt x="1059" y="19459"/>
                    <a:pt x="197" y="18270"/>
                  </a:cubicBezTo>
                  <a:cubicBezTo>
                    <a:pt x="406" y="17694"/>
                    <a:pt x="2627" y="11684"/>
                    <a:pt x="5034" y="8694"/>
                  </a:cubicBezTo>
                  <a:cubicBezTo>
                    <a:pt x="5065" y="8656"/>
                    <a:pt x="5059" y="8599"/>
                    <a:pt x="5020" y="8568"/>
                  </a:cubicBezTo>
                  <a:cubicBezTo>
                    <a:pt x="5003" y="8554"/>
                    <a:pt x="4983" y="8548"/>
                    <a:pt x="4963" y="8548"/>
                  </a:cubicBezTo>
                  <a:cubicBezTo>
                    <a:pt x="4937" y="8548"/>
                    <a:pt x="4911" y="8559"/>
                    <a:pt x="4893" y="8581"/>
                  </a:cubicBezTo>
                  <a:cubicBezTo>
                    <a:pt x="2357" y="11731"/>
                    <a:pt x="35" y="18189"/>
                    <a:pt x="11" y="18253"/>
                  </a:cubicBezTo>
                  <a:cubicBezTo>
                    <a:pt x="0" y="18282"/>
                    <a:pt x="5" y="18312"/>
                    <a:pt x="21" y="18335"/>
                  </a:cubicBezTo>
                  <a:cubicBezTo>
                    <a:pt x="1012" y="19754"/>
                    <a:pt x="2957" y="19849"/>
                    <a:pt x="3039" y="19852"/>
                  </a:cubicBezTo>
                  <a:lnTo>
                    <a:pt x="3042" y="19852"/>
                  </a:lnTo>
                  <a:lnTo>
                    <a:pt x="3042" y="19854"/>
                  </a:lnTo>
                  <a:cubicBezTo>
                    <a:pt x="3072" y="19854"/>
                    <a:pt x="3101" y="19839"/>
                    <a:pt x="3117" y="19815"/>
                  </a:cubicBezTo>
                  <a:cubicBezTo>
                    <a:pt x="10547" y="9081"/>
                    <a:pt x="11400" y="6826"/>
                    <a:pt x="10471" y="4645"/>
                  </a:cubicBezTo>
                  <a:cubicBezTo>
                    <a:pt x="9798" y="3061"/>
                    <a:pt x="5417" y="1416"/>
                    <a:pt x="3065" y="531"/>
                  </a:cubicBezTo>
                  <a:cubicBezTo>
                    <a:pt x="2456" y="303"/>
                    <a:pt x="1880" y="86"/>
                    <a:pt x="1812" y="27"/>
                  </a:cubicBezTo>
                  <a:cubicBezTo>
                    <a:pt x="1795" y="9"/>
                    <a:pt x="1772" y="1"/>
                    <a:pt x="17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61"/>
            <p:cNvSpPr/>
            <p:nvPr/>
          </p:nvSpPr>
          <p:spPr>
            <a:xfrm>
              <a:off x="5228925" y="3528350"/>
              <a:ext cx="89575" cy="135300"/>
            </a:xfrm>
            <a:custGeom>
              <a:rect b="b" l="l" r="r" t="t"/>
              <a:pathLst>
                <a:path extrusionOk="0" h="5412" w="3583">
                  <a:moveTo>
                    <a:pt x="489" y="0"/>
                  </a:moveTo>
                  <a:cubicBezTo>
                    <a:pt x="489" y="0"/>
                    <a:pt x="1" y="2953"/>
                    <a:pt x="211" y="5411"/>
                  </a:cubicBezTo>
                  <a:lnTo>
                    <a:pt x="2826" y="5244"/>
                  </a:lnTo>
                  <a:lnTo>
                    <a:pt x="3583" y="224"/>
                  </a:lnTo>
                  <a:lnTo>
                    <a:pt x="489" y="0"/>
                  </a:lnTo>
                  <a:close/>
                </a:path>
              </a:pathLst>
            </a:custGeom>
            <a:solidFill>
              <a:srgbClr val="F1AE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61"/>
            <p:cNvSpPr/>
            <p:nvPr/>
          </p:nvSpPr>
          <p:spPr>
            <a:xfrm>
              <a:off x="5520075" y="3197800"/>
              <a:ext cx="273475" cy="367825"/>
            </a:xfrm>
            <a:custGeom>
              <a:rect b="b" l="l" r="r" t="t"/>
              <a:pathLst>
                <a:path extrusionOk="0" h="14713" w="10939">
                  <a:moveTo>
                    <a:pt x="8499" y="1"/>
                  </a:moveTo>
                  <a:cubicBezTo>
                    <a:pt x="8119" y="1"/>
                    <a:pt x="8354" y="2442"/>
                    <a:pt x="8385" y="3337"/>
                  </a:cubicBezTo>
                  <a:cubicBezTo>
                    <a:pt x="8411" y="4172"/>
                    <a:pt x="8592" y="8029"/>
                    <a:pt x="7241" y="10965"/>
                  </a:cubicBezTo>
                  <a:cubicBezTo>
                    <a:pt x="7241" y="10965"/>
                    <a:pt x="3923" y="10246"/>
                    <a:pt x="2144" y="9231"/>
                  </a:cubicBezTo>
                  <a:lnTo>
                    <a:pt x="0" y="12104"/>
                  </a:lnTo>
                  <a:cubicBezTo>
                    <a:pt x="0" y="12104"/>
                    <a:pt x="3785" y="14713"/>
                    <a:pt x="7006" y="14713"/>
                  </a:cubicBezTo>
                  <a:cubicBezTo>
                    <a:pt x="7445" y="14713"/>
                    <a:pt x="7874" y="14664"/>
                    <a:pt x="8282" y="14554"/>
                  </a:cubicBezTo>
                  <a:cubicBezTo>
                    <a:pt x="10939" y="13833"/>
                    <a:pt x="10440" y="4966"/>
                    <a:pt x="10440" y="4966"/>
                  </a:cubicBezTo>
                  <a:cubicBezTo>
                    <a:pt x="10440" y="4966"/>
                    <a:pt x="10868" y="3307"/>
                    <a:pt x="10509" y="2711"/>
                  </a:cubicBezTo>
                  <a:cubicBezTo>
                    <a:pt x="10381" y="2501"/>
                    <a:pt x="10227" y="2320"/>
                    <a:pt x="10044" y="2320"/>
                  </a:cubicBezTo>
                  <a:cubicBezTo>
                    <a:pt x="9975" y="2320"/>
                    <a:pt x="9903" y="2345"/>
                    <a:pt x="9826" y="2402"/>
                  </a:cubicBezTo>
                  <a:cubicBezTo>
                    <a:pt x="9826" y="2402"/>
                    <a:pt x="9608" y="2129"/>
                    <a:pt x="9369" y="2129"/>
                  </a:cubicBezTo>
                  <a:cubicBezTo>
                    <a:pt x="9358" y="2129"/>
                    <a:pt x="9348" y="2129"/>
                    <a:pt x="9337" y="2130"/>
                  </a:cubicBezTo>
                  <a:cubicBezTo>
                    <a:pt x="9088" y="2157"/>
                    <a:pt x="9001" y="2398"/>
                    <a:pt x="9001" y="2398"/>
                  </a:cubicBezTo>
                  <a:cubicBezTo>
                    <a:pt x="8900" y="2038"/>
                    <a:pt x="8910" y="96"/>
                    <a:pt x="8522" y="3"/>
                  </a:cubicBezTo>
                  <a:cubicBezTo>
                    <a:pt x="8514" y="2"/>
                    <a:pt x="8506" y="1"/>
                    <a:pt x="8499" y="1"/>
                  </a:cubicBezTo>
                  <a:close/>
                </a:path>
              </a:pathLst>
            </a:custGeom>
            <a:solidFill>
              <a:srgbClr val="F1AE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61"/>
            <p:cNvSpPr/>
            <p:nvPr/>
          </p:nvSpPr>
          <p:spPr>
            <a:xfrm>
              <a:off x="5709600" y="3537350"/>
              <a:ext cx="29650" cy="13925"/>
            </a:xfrm>
            <a:custGeom>
              <a:rect b="b" l="l" r="r" t="t"/>
              <a:pathLst>
                <a:path extrusionOk="0" h="557" w="1186">
                  <a:moveTo>
                    <a:pt x="1079" y="0"/>
                  </a:moveTo>
                  <a:cubicBezTo>
                    <a:pt x="1051" y="0"/>
                    <a:pt x="1023" y="13"/>
                    <a:pt x="1004" y="37"/>
                  </a:cubicBezTo>
                  <a:cubicBezTo>
                    <a:pt x="1001" y="41"/>
                    <a:pt x="741" y="367"/>
                    <a:pt x="280" y="367"/>
                  </a:cubicBezTo>
                  <a:cubicBezTo>
                    <a:pt x="229" y="367"/>
                    <a:pt x="175" y="363"/>
                    <a:pt x="118" y="354"/>
                  </a:cubicBezTo>
                  <a:cubicBezTo>
                    <a:pt x="114" y="353"/>
                    <a:pt x="109" y="353"/>
                    <a:pt x="104" y="353"/>
                  </a:cubicBezTo>
                  <a:cubicBezTo>
                    <a:pt x="58" y="353"/>
                    <a:pt x="18" y="385"/>
                    <a:pt x="9" y="431"/>
                  </a:cubicBezTo>
                  <a:cubicBezTo>
                    <a:pt x="1" y="484"/>
                    <a:pt x="36" y="533"/>
                    <a:pt x="89" y="540"/>
                  </a:cubicBezTo>
                  <a:cubicBezTo>
                    <a:pt x="157" y="552"/>
                    <a:pt x="223" y="557"/>
                    <a:pt x="284" y="557"/>
                  </a:cubicBezTo>
                  <a:cubicBezTo>
                    <a:pt x="833" y="557"/>
                    <a:pt x="1139" y="172"/>
                    <a:pt x="1154" y="154"/>
                  </a:cubicBezTo>
                  <a:cubicBezTo>
                    <a:pt x="1186" y="112"/>
                    <a:pt x="1178" y="52"/>
                    <a:pt x="1136" y="21"/>
                  </a:cubicBezTo>
                  <a:cubicBezTo>
                    <a:pt x="1119" y="7"/>
                    <a:pt x="1099" y="0"/>
                    <a:pt x="1079" y="0"/>
                  </a:cubicBezTo>
                  <a:close/>
                </a:path>
              </a:pathLst>
            </a:custGeom>
            <a:solidFill>
              <a:srgbClr val="D181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61"/>
            <p:cNvSpPr/>
            <p:nvPr/>
          </p:nvSpPr>
          <p:spPr>
            <a:xfrm>
              <a:off x="5352225" y="3377250"/>
              <a:ext cx="130850" cy="26975"/>
            </a:xfrm>
            <a:custGeom>
              <a:rect b="b" l="l" r="r" t="t"/>
              <a:pathLst>
                <a:path extrusionOk="0" h="1079" w="5234">
                  <a:moveTo>
                    <a:pt x="3628" y="0"/>
                  </a:moveTo>
                  <a:cubicBezTo>
                    <a:pt x="3350" y="0"/>
                    <a:pt x="3037" y="6"/>
                    <a:pt x="2687" y="20"/>
                  </a:cubicBezTo>
                  <a:cubicBezTo>
                    <a:pt x="985" y="90"/>
                    <a:pt x="0" y="299"/>
                    <a:pt x="0" y="299"/>
                  </a:cubicBezTo>
                  <a:cubicBezTo>
                    <a:pt x="0" y="299"/>
                    <a:pt x="647" y="1078"/>
                    <a:pt x="2160" y="1078"/>
                  </a:cubicBezTo>
                  <a:cubicBezTo>
                    <a:pt x="2227" y="1078"/>
                    <a:pt x="2295" y="1077"/>
                    <a:pt x="2365" y="1074"/>
                  </a:cubicBezTo>
                  <a:cubicBezTo>
                    <a:pt x="4026" y="1001"/>
                    <a:pt x="5234" y="84"/>
                    <a:pt x="5234" y="84"/>
                  </a:cubicBezTo>
                  <a:cubicBezTo>
                    <a:pt x="5234" y="84"/>
                    <a:pt x="4701" y="0"/>
                    <a:pt x="3628" y="0"/>
                  </a:cubicBezTo>
                  <a:close/>
                </a:path>
              </a:pathLst>
            </a:custGeom>
            <a:solidFill>
              <a:srgbClr val="D181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61"/>
            <p:cNvSpPr/>
            <p:nvPr/>
          </p:nvSpPr>
          <p:spPr>
            <a:xfrm>
              <a:off x="5368225" y="3298900"/>
              <a:ext cx="98125" cy="92550"/>
            </a:xfrm>
            <a:custGeom>
              <a:rect b="b" l="l" r="r" t="t"/>
              <a:pathLst>
                <a:path extrusionOk="0" h="3702" w="3925">
                  <a:moveTo>
                    <a:pt x="1" y="0"/>
                  </a:moveTo>
                  <a:lnTo>
                    <a:pt x="1" y="0"/>
                  </a:lnTo>
                  <a:cubicBezTo>
                    <a:pt x="1" y="0"/>
                    <a:pt x="444" y="1942"/>
                    <a:pt x="14" y="3397"/>
                  </a:cubicBezTo>
                  <a:cubicBezTo>
                    <a:pt x="14" y="3397"/>
                    <a:pt x="674" y="3678"/>
                    <a:pt x="1904" y="3700"/>
                  </a:cubicBezTo>
                  <a:cubicBezTo>
                    <a:pt x="1966" y="3701"/>
                    <a:pt x="2026" y="3702"/>
                    <a:pt x="2084" y="3702"/>
                  </a:cubicBezTo>
                  <a:cubicBezTo>
                    <a:pt x="3796" y="3702"/>
                    <a:pt x="3925" y="3229"/>
                    <a:pt x="3925" y="3229"/>
                  </a:cubicBezTo>
                  <a:cubicBezTo>
                    <a:pt x="3608" y="2832"/>
                    <a:pt x="3429" y="1891"/>
                    <a:pt x="3461" y="1272"/>
                  </a:cubicBezTo>
                  <a:lnTo>
                    <a:pt x="1" y="0"/>
                  </a:lnTo>
                  <a:close/>
                </a:path>
              </a:pathLst>
            </a:custGeom>
            <a:solidFill>
              <a:srgbClr val="D181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61"/>
            <p:cNvSpPr/>
            <p:nvPr/>
          </p:nvSpPr>
          <p:spPr>
            <a:xfrm>
              <a:off x="5387450" y="3263675"/>
              <a:ext cx="112275" cy="78950"/>
            </a:xfrm>
            <a:custGeom>
              <a:rect b="b" l="l" r="r" t="t"/>
              <a:pathLst>
                <a:path extrusionOk="0" h="3158" w="4491">
                  <a:moveTo>
                    <a:pt x="2410" y="0"/>
                  </a:moveTo>
                  <a:cubicBezTo>
                    <a:pt x="2402" y="0"/>
                    <a:pt x="2394" y="2"/>
                    <a:pt x="2387" y="4"/>
                  </a:cubicBezTo>
                  <a:cubicBezTo>
                    <a:pt x="2157" y="96"/>
                    <a:pt x="0" y="2111"/>
                    <a:pt x="0" y="2111"/>
                  </a:cubicBezTo>
                  <a:lnTo>
                    <a:pt x="2980" y="3058"/>
                  </a:lnTo>
                  <a:cubicBezTo>
                    <a:pt x="2980" y="3058"/>
                    <a:pt x="3347" y="3158"/>
                    <a:pt x="3735" y="3158"/>
                  </a:cubicBezTo>
                  <a:cubicBezTo>
                    <a:pt x="4023" y="3158"/>
                    <a:pt x="4322" y="3103"/>
                    <a:pt x="4490" y="2912"/>
                  </a:cubicBezTo>
                  <a:cubicBezTo>
                    <a:pt x="4490" y="2912"/>
                    <a:pt x="2792" y="0"/>
                    <a:pt x="2410" y="0"/>
                  </a:cubicBezTo>
                  <a:close/>
                </a:path>
              </a:pathLst>
            </a:custGeom>
            <a:solidFill>
              <a:srgbClr val="D181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61"/>
            <p:cNvSpPr/>
            <p:nvPr/>
          </p:nvSpPr>
          <p:spPr>
            <a:xfrm>
              <a:off x="5460325" y="3181825"/>
              <a:ext cx="53725" cy="155000"/>
            </a:xfrm>
            <a:custGeom>
              <a:rect b="b" l="l" r="r" t="t"/>
              <a:pathLst>
                <a:path extrusionOk="0" h="6200" w="2149">
                  <a:moveTo>
                    <a:pt x="1132" y="1"/>
                  </a:moveTo>
                  <a:cubicBezTo>
                    <a:pt x="1132" y="1"/>
                    <a:pt x="1" y="729"/>
                    <a:pt x="177" y="2017"/>
                  </a:cubicBezTo>
                  <a:cubicBezTo>
                    <a:pt x="177" y="2017"/>
                    <a:pt x="395" y="2908"/>
                    <a:pt x="18" y="3001"/>
                  </a:cubicBezTo>
                  <a:lnTo>
                    <a:pt x="123" y="4025"/>
                  </a:lnTo>
                  <a:cubicBezTo>
                    <a:pt x="693" y="5507"/>
                    <a:pt x="1236" y="6200"/>
                    <a:pt x="1513" y="6200"/>
                  </a:cubicBezTo>
                  <a:cubicBezTo>
                    <a:pt x="1536" y="6200"/>
                    <a:pt x="1556" y="6195"/>
                    <a:pt x="1575" y="6186"/>
                  </a:cubicBezTo>
                  <a:cubicBezTo>
                    <a:pt x="1771" y="6092"/>
                    <a:pt x="2148" y="3911"/>
                    <a:pt x="1795" y="2483"/>
                  </a:cubicBezTo>
                  <a:cubicBezTo>
                    <a:pt x="1551" y="1053"/>
                    <a:pt x="1498" y="423"/>
                    <a:pt x="1132" y="1"/>
                  </a:cubicBezTo>
                  <a:close/>
                </a:path>
              </a:pathLst>
            </a:custGeom>
            <a:solidFill>
              <a:srgbClr val="F3B0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61"/>
            <p:cNvSpPr/>
            <p:nvPr/>
          </p:nvSpPr>
          <p:spPr>
            <a:xfrm>
              <a:off x="5493550" y="3211025"/>
              <a:ext cx="10525" cy="10175"/>
            </a:xfrm>
            <a:custGeom>
              <a:rect b="b" l="l" r="r" t="t"/>
              <a:pathLst>
                <a:path extrusionOk="0" h="407" w="421">
                  <a:moveTo>
                    <a:pt x="253" y="0"/>
                  </a:moveTo>
                  <a:cubicBezTo>
                    <a:pt x="135" y="0"/>
                    <a:pt x="1" y="228"/>
                    <a:pt x="81" y="349"/>
                  </a:cubicBezTo>
                  <a:cubicBezTo>
                    <a:pt x="107" y="388"/>
                    <a:pt x="151" y="407"/>
                    <a:pt x="198" y="407"/>
                  </a:cubicBezTo>
                  <a:cubicBezTo>
                    <a:pt x="303" y="407"/>
                    <a:pt x="421" y="314"/>
                    <a:pt x="378" y="148"/>
                  </a:cubicBezTo>
                  <a:cubicBezTo>
                    <a:pt x="351" y="41"/>
                    <a:pt x="303" y="0"/>
                    <a:pt x="253" y="0"/>
                  </a:cubicBezTo>
                  <a:close/>
                </a:path>
              </a:pathLst>
            </a:custGeom>
            <a:solidFill>
              <a:srgbClr val="9D64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61"/>
            <p:cNvSpPr/>
            <p:nvPr/>
          </p:nvSpPr>
          <p:spPr>
            <a:xfrm>
              <a:off x="5297600" y="3128775"/>
              <a:ext cx="204800" cy="237200"/>
            </a:xfrm>
            <a:custGeom>
              <a:rect b="b" l="l" r="r" t="t"/>
              <a:pathLst>
                <a:path extrusionOk="0" h="9488" w="8192">
                  <a:moveTo>
                    <a:pt x="4842" y="0"/>
                  </a:moveTo>
                  <a:cubicBezTo>
                    <a:pt x="4460" y="0"/>
                    <a:pt x="4060" y="39"/>
                    <a:pt x="3650" y="122"/>
                  </a:cubicBezTo>
                  <a:cubicBezTo>
                    <a:pt x="2502" y="425"/>
                    <a:pt x="2151" y="1260"/>
                    <a:pt x="2151" y="1260"/>
                  </a:cubicBezTo>
                  <a:cubicBezTo>
                    <a:pt x="2151" y="1260"/>
                    <a:pt x="2039" y="1228"/>
                    <a:pt x="1880" y="1228"/>
                  </a:cubicBezTo>
                  <a:cubicBezTo>
                    <a:pt x="1671" y="1228"/>
                    <a:pt x="1378" y="1283"/>
                    <a:pt x="1151" y="1536"/>
                  </a:cubicBezTo>
                  <a:cubicBezTo>
                    <a:pt x="752" y="1981"/>
                    <a:pt x="455" y="2651"/>
                    <a:pt x="563" y="4123"/>
                  </a:cubicBezTo>
                  <a:cubicBezTo>
                    <a:pt x="626" y="4983"/>
                    <a:pt x="1236" y="6075"/>
                    <a:pt x="663" y="6712"/>
                  </a:cubicBezTo>
                  <a:cubicBezTo>
                    <a:pt x="0" y="7450"/>
                    <a:pt x="355" y="8651"/>
                    <a:pt x="355" y="8651"/>
                  </a:cubicBezTo>
                  <a:cubicBezTo>
                    <a:pt x="1092" y="8866"/>
                    <a:pt x="2364" y="9488"/>
                    <a:pt x="3318" y="9488"/>
                  </a:cubicBezTo>
                  <a:cubicBezTo>
                    <a:pt x="3348" y="9488"/>
                    <a:pt x="3378" y="9487"/>
                    <a:pt x="3408" y="9486"/>
                  </a:cubicBezTo>
                  <a:cubicBezTo>
                    <a:pt x="4371" y="9444"/>
                    <a:pt x="5120" y="9113"/>
                    <a:pt x="5881" y="9038"/>
                  </a:cubicBezTo>
                  <a:cubicBezTo>
                    <a:pt x="6642" y="8962"/>
                    <a:pt x="7136" y="8644"/>
                    <a:pt x="7136" y="8644"/>
                  </a:cubicBezTo>
                  <a:cubicBezTo>
                    <a:pt x="7136" y="8644"/>
                    <a:pt x="7095" y="7838"/>
                    <a:pt x="6719" y="7193"/>
                  </a:cubicBezTo>
                  <a:cubicBezTo>
                    <a:pt x="6341" y="6550"/>
                    <a:pt x="6229" y="6129"/>
                    <a:pt x="6223" y="5615"/>
                  </a:cubicBezTo>
                  <a:lnTo>
                    <a:pt x="6224" y="5615"/>
                  </a:lnTo>
                  <a:cubicBezTo>
                    <a:pt x="6224" y="5615"/>
                    <a:pt x="6048" y="5347"/>
                    <a:pt x="6577" y="5162"/>
                  </a:cubicBezTo>
                  <a:cubicBezTo>
                    <a:pt x="7010" y="5009"/>
                    <a:pt x="6935" y="4299"/>
                    <a:pt x="6977" y="4029"/>
                  </a:cubicBezTo>
                  <a:cubicBezTo>
                    <a:pt x="7101" y="3226"/>
                    <a:pt x="7528" y="2573"/>
                    <a:pt x="7754" y="2200"/>
                  </a:cubicBezTo>
                  <a:cubicBezTo>
                    <a:pt x="8192" y="1478"/>
                    <a:pt x="7907" y="966"/>
                    <a:pt x="7020" y="499"/>
                  </a:cubicBezTo>
                  <a:cubicBezTo>
                    <a:pt x="6428" y="186"/>
                    <a:pt x="5678" y="0"/>
                    <a:pt x="4842" y="0"/>
                  </a:cubicBezTo>
                  <a:close/>
                </a:path>
              </a:pathLst>
            </a:custGeom>
            <a:solidFill>
              <a:srgbClr val="9D64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61"/>
            <p:cNvSpPr/>
            <p:nvPr/>
          </p:nvSpPr>
          <p:spPr>
            <a:xfrm>
              <a:off x="5438875" y="3245550"/>
              <a:ext cx="36375" cy="37900"/>
            </a:xfrm>
            <a:custGeom>
              <a:rect b="b" l="l" r="r" t="t"/>
              <a:pathLst>
                <a:path extrusionOk="0" h="1516" w="1455">
                  <a:moveTo>
                    <a:pt x="444" y="1"/>
                  </a:moveTo>
                  <a:cubicBezTo>
                    <a:pt x="411" y="1"/>
                    <a:pt x="378" y="6"/>
                    <a:pt x="345" y="17"/>
                  </a:cubicBezTo>
                  <a:cubicBezTo>
                    <a:pt x="102" y="94"/>
                    <a:pt x="0" y="482"/>
                    <a:pt x="176" y="935"/>
                  </a:cubicBezTo>
                  <a:cubicBezTo>
                    <a:pt x="313" y="1288"/>
                    <a:pt x="618" y="1515"/>
                    <a:pt x="840" y="1515"/>
                  </a:cubicBezTo>
                  <a:cubicBezTo>
                    <a:pt x="893" y="1515"/>
                    <a:pt x="941" y="1503"/>
                    <a:pt x="981" y="1476"/>
                  </a:cubicBezTo>
                  <a:cubicBezTo>
                    <a:pt x="1455" y="1413"/>
                    <a:pt x="979" y="1"/>
                    <a:pt x="444" y="1"/>
                  </a:cubicBezTo>
                  <a:close/>
                </a:path>
              </a:pathLst>
            </a:custGeom>
            <a:solidFill>
              <a:srgbClr val="F3B0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61"/>
            <p:cNvSpPr/>
            <p:nvPr/>
          </p:nvSpPr>
          <p:spPr>
            <a:xfrm>
              <a:off x="5446775" y="3252375"/>
              <a:ext cx="15700" cy="23700"/>
            </a:xfrm>
            <a:custGeom>
              <a:rect b="b" l="l" r="r" t="t"/>
              <a:pathLst>
                <a:path extrusionOk="0" h="948" w="628">
                  <a:moveTo>
                    <a:pt x="186" y="0"/>
                  </a:moveTo>
                  <a:cubicBezTo>
                    <a:pt x="151" y="0"/>
                    <a:pt x="119" y="15"/>
                    <a:pt x="93" y="47"/>
                  </a:cubicBezTo>
                  <a:cubicBezTo>
                    <a:pt x="2" y="161"/>
                    <a:pt x="1" y="388"/>
                    <a:pt x="123" y="627"/>
                  </a:cubicBezTo>
                  <a:cubicBezTo>
                    <a:pt x="218" y="810"/>
                    <a:pt x="360" y="948"/>
                    <a:pt x="461" y="948"/>
                  </a:cubicBezTo>
                  <a:cubicBezTo>
                    <a:pt x="490" y="948"/>
                    <a:pt x="516" y="936"/>
                    <a:pt x="537" y="910"/>
                  </a:cubicBezTo>
                  <a:cubicBezTo>
                    <a:pt x="628" y="797"/>
                    <a:pt x="602" y="510"/>
                    <a:pt x="480" y="273"/>
                  </a:cubicBezTo>
                  <a:cubicBezTo>
                    <a:pt x="392" y="101"/>
                    <a:pt x="277" y="0"/>
                    <a:pt x="186" y="0"/>
                  </a:cubicBezTo>
                  <a:close/>
                </a:path>
              </a:pathLst>
            </a:custGeom>
            <a:solidFill>
              <a:srgbClr val="D181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61"/>
            <p:cNvSpPr/>
            <p:nvPr/>
          </p:nvSpPr>
          <p:spPr>
            <a:xfrm>
              <a:off x="5249975" y="3377775"/>
              <a:ext cx="317700" cy="321750"/>
            </a:xfrm>
            <a:custGeom>
              <a:rect b="b" l="l" r="r" t="t"/>
              <a:pathLst>
                <a:path extrusionOk="0" h="12870" w="12708">
                  <a:moveTo>
                    <a:pt x="9219" y="0"/>
                  </a:moveTo>
                  <a:cubicBezTo>
                    <a:pt x="9219" y="0"/>
                    <a:pt x="8501" y="581"/>
                    <a:pt x="6592" y="727"/>
                  </a:cubicBezTo>
                  <a:cubicBezTo>
                    <a:pt x="6426" y="740"/>
                    <a:pt x="6272" y="746"/>
                    <a:pt x="6130" y="746"/>
                  </a:cubicBezTo>
                  <a:cubicBezTo>
                    <a:pt x="4645" y="746"/>
                    <a:pt x="4455" y="114"/>
                    <a:pt x="4455" y="114"/>
                  </a:cubicBezTo>
                  <a:cubicBezTo>
                    <a:pt x="4455" y="114"/>
                    <a:pt x="1372" y="978"/>
                    <a:pt x="1048" y="1771"/>
                  </a:cubicBezTo>
                  <a:cubicBezTo>
                    <a:pt x="0" y="4340"/>
                    <a:pt x="2004" y="6911"/>
                    <a:pt x="2004" y="6911"/>
                  </a:cubicBezTo>
                  <a:cubicBezTo>
                    <a:pt x="2478" y="8988"/>
                    <a:pt x="2038" y="11476"/>
                    <a:pt x="2957" y="12118"/>
                  </a:cubicBezTo>
                  <a:cubicBezTo>
                    <a:pt x="2957" y="12118"/>
                    <a:pt x="3220" y="12870"/>
                    <a:pt x="6281" y="12870"/>
                  </a:cubicBezTo>
                  <a:cubicBezTo>
                    <a:pt x="6384" y="12870"/>
                    <a:pt x="6489" y="12869"/>
                    <a:pt x="6598" y="12867"/>
                  </a:cubicBezTo>
                  <a:cubicBezTo>
                    <a:pt x="9958" y="12813"/>
                    <a:pt x="11427" y="12194"/>
                    <a:pt x="11857" y="11772"/>
                  </a:cubicBezTo>
                  <a:cubicBezTo>
                    <a:pt x="12287" y="11349"/>
                    <a:pt x="12076" y="10507"/>
                    <a:pt x="12000" y="9704"/>
                  </a:cubicBezTo>
                  <a:cubicBezTo>
                    <a:pt x="11922" y="8900"/>
                    <a:pt x="11804" y="7701"/>
                    <a:pt x="11804" y="7701"/>
                  </a:cubicBezTo>
                  <a:cubicBezTo>
                    <a:pt x="11739" y="4961"/>
                    <a:pt x="12707" y="1477"/>
                    <a:pt x="11722" y="847"/>
                  </a:cubicBezTo>
                  <a:cubicBezTo>
                    <a:pt x="10739" y="217"/>
                    <a:pt x="9219" y="0"/>
                    <a:pt x="921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61"/>
            <p:cNvSpPr/>
            <p:nvPr/>
          </p:nvSpPr>
          <p:spPr>
            <a:xfrm>
              <a:off x="5306050" y="3105950"/>
              <a:ext cx="88450" cy="68350"/>
            </a:xfrm>
            <a:custGeom>
              <a:rect b="b" l="l" r="r" t="t"/>
              <a:pathLst>
                <a:path extrusionOk="0" h="2734" w="3538">
                  <a:moveTo>
                    <a:pt x="2081" y="0"/>
                  </a:moveTo>
                  <a:cubicBezTo>
                    <a:pt x="1807" y="0"/>
                    <a:pt x="1673" y="217"/>
                    <a:pt x="1673" y="217"/>
                  </a:cubicBezTo>
                  <a:cubicBezTo>
                    <a:pt x="1673" y="217"/>
                    <a:pt x="1595" y="202"/>
                    <a:pt x="1474" y="202"/>
                  </a:cubicBezTo>
                  <a:cubicBezTo>
                    <a:pt x="1169" y="202"/>
                    <a:pt x="591" y="304"/>
                    <a:pt x="317" y="1025"/>
                  </a:cubicBezTo>
                  <a:cubicBezTo>
                    <a:pt x="1" y="1856"/>
                    <a:pt x="827" y="2733"/>
                    <a:pt x="1774" y="2733"/>
                  </a:cubicBezTo>
                  <a:cubicBezTo>
                    <a:pt x="1975" y="2733"/>
                    <a:pt x="2181" y="2694"/>
                    <a:pt x="2383" y="2606"/>
                  </a:cubicBezTo>
                  <a:cubicBezTo>
                    <a:pt x="3537" y="2104"/>
                    <a:pt x="3128" y="595"/>
                    <a:pt x="2541" y="176"/>
                  </a:cubicBezTo>
                  <a:cubicBezTo>
                    <a:pt x="2359" y="45"/>
                    <a:pt x="2205" y="0"/>
                    <a:pt x="2081" y="0"/>
                  </a:cubicBezTo>
                  <a:close/>
                </a:path>
              </a:pathLst>
            </a:custGeom>
            <a:solidFill>
              <a:srgbClr val="9D64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61"/>
            <p:cNvSpPr/>
            <p:nvPr/>
          </p:nvSpPr>
          <p:spPr>
            <a:xfrm>
              <a:off x="5428450" y="3238000"/>
              <a:ext cx="35775" cy="104375"/>
            </a:xfrm>
            <a:custGeom>
              <a:rect b="b" l="l" r="r" t="t"/>
              <a:pathLst>
                <a:path extrusionOk="0" h="4175" w="1431">
                  <a:moveTo>
                    <a:pt x="278" y="0"/>
                  </a:moveTo>
                  <a:cubicBezTo>
                    <a:pt x="245" y="0"/>
                    <a:pt x="213" y="19"/>
                    <a:pt x="198" y="51"/>
                  </a:cubicBezTo>
                  <a:cubicBezTo>
                    <a:pt x="5" y="452"/>
                    <a:pt x="1" y="969"/>
                    <a:pt x="184" y="1505"/>
                  </a:cubicBezTo>
                  <a:cubicBezTo>
                    <a:pt x="304" y="1855"/>
                    <a:pt x="486" y="2181"/>
                    <a:pt x="661" y="2496"/>
                  </a:cubicBezTo>
                  <a:cubicBezTo>
                    <a:pt x="716" y="2594"/>
                    <a:pt x="770" y="2691"/>
                    <a:pt x="822" y="2790"/>
                  </a:cubicBezTo>
                  <a:cubicBezTo>
                    <a:pt x="1023" y="3166"/>
                    <a:pt x="1231" y="3614"/>
                    <a:pt x="1250" y="4090"/>
                  </a:cubicBezTo>
                  <a:cubicBezTo>
                    <a:pt x="1252" y="4138"/>
                    <a:pt x="1292" y="4175"/>
                    <a:pt x="1340" y="4175"/>
                  </a:cubicBezTo>
                  <a:lnTo>
                    <a:pt x="1343" y="4175"/>
                  </a:lnTo>
                  <a:cubicBezTo>
                    <a:pt x="1392" y="4173"/>
                    <a:pt x="1431" y="4132"/>
                    <a:pt x="1429" y="4082"/>
                  </a:cubicBezTo>
                  <a:cubicBezTo>
                    <a:pt x="1408" y="3570"/>
                    <a:pt x="1190" y="3099"/>
                    <a:pt x="980" y="2705"/>
                  </a:cubicBezTo>
                  <a:cubicBezTo>
                    <a:pt x="928" y="2606"/>
                    <a:pt x="873" y="2508"/>
                    <a:pt x="817" y="2409"/>
                  </a:cubicBezTo>
                  <a:cubicBezTo>
                    <a:pt x="646" y="2100"/>
                    <a:pt x="468" y="1782"/>
                    <a:pt x="355" y="1446"/>
                  </a:cubicBezTo>
                  <a:cubicBezTo>
                    <a:pt x="186" y="955"/>
                    <a:pt x="189" y="487"/>
                    <a:pt x="359" y="128"/>
                  </a:cubicBezTo>
                  <a:cubicBezTo>
                    <a:pt x="381" y="84"/>
                    <a:pt x="362" y="30"/>
                    <a:pt x="317" y="9"/>
                  </a:cubicBezTo>
                  <a:cubicBezTo>
                    <a:pt x="305" y="3"/>
                    <a:pt x="291" y="0"/>
                    <a:pt x="278"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61"/>
            <p:cNvSpPr/>
            <p:nvPr/>
          </p:nvSpPr>
          <p:spPr>
            <a:xfrm>
              <a:off x="5456900" y="3152300"/>
              <a:ext cx="31950" cy="91725"/>
            </a:xfrm>
            <a:custGeom>
              <a:rect b="b" l="l" r="r" t="t"/>
              <a:pathLst>
                <a:path extrusionOk="0" h="3669" w="1278">
                  <a:moveTo>
                    <a:pt x="880" y="1"/>
                  </a:moveTo>
                  <a:cubicBezTo>
                    <a:pt x="850" y="1"/>
                    <a:pt x="820" y="17"/>
                    <a:pt x="803" y="44"/>
                  </a:cubicBezTo>
                  <a:cubicBezTo>
                    <a:pt x="778" y="87"/>
                    <a:pt x="790" y="143"/>
                    <a:pt x="833" y="168"/>
                  </a:cubicBezTo>
                  <a:cubicBezTo>
                    <a:pt x="1047" y="296"/>
                    <a:pt x="1085" y="604"/>
                    <a:pt x="1014" y="841"/>
                  </a:cubicBezTo>
                  <a:cubicBezTo>
                    <a:pt x="954" y="1041"/>
                    <a:pt x="833" y="1216"/>
                    <a:pt x="706" y="1401"/>
                  </a:cubicBezTo>
                  <a:cubicBezTo>
                    <a:pt x="669" y="1456"/>
                    <a:pt x="630" y="1513"/>
                    <a:pt x="593" y="1570"/>
                  </a:cubicBezTo>
                  <a:cubicBezTo>
                    <a:pt x="211" y="2161"/>
                    <a:pt x="0" y="2874"/>
                    <a:pt x="0" y="3579"/>
                  </a:cubicBezTo>
                  <a:cubicBezTo>
                    <a:pt x="0" y="3628"/>
                    <a:pt x="41" y="3668"/>
                    <a:pt x="90" y="3668"/>
                  </a:cubicBezTo>
                  <a:cubicBezTo>
                    <a:pt x="139" y="3668"/>
                    <a:pt x="179" y="3628"/>
                    <a:pt x="179" y="3577"/>
                  </a:cubicBezTo>
                  <a:cubicBezTo>
                    <a:pt x="179" y="2907"/>
                    <a:pt x="381" y="2229"/>
                    <a:pt x="745" y="1667"/>
                  </a:cubicBezTo>
                  <a:cubicBezTo>
                    <a:pt x="781" y="1611"/>
                    <a:pt x="818" y="1556"/>
                    <a:pt x="856" y="1503"/>
                  </a:cubicBezTo>
                  <a:cubicBezTo>
                    <a:pt x="984" y="1314"/>
                    <a:pt x="1117" y="1120"/>
                    <a:pt x="1185" y="894"/>
                  </a:cubicBezTo>
                  <a:cubicBezTo>
                    <a:pt x="1278" y="591"/>
                    <a:pt x="1218" y="190"/>
                    <a:pt x="926" y="14"/>
                  </a:cubicBezTo>
                  <a:cubicBezTo>
                    <a:pt x="911" y="5"/>
                    <a:pt x="895" y="1"/>
                    <a:pt x="880" y="1"/>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61"/>
            <p:cNvSpPr/>
            <p:nvPr/>
          </p:nvSpPr>
          <p:spPr>
            <a:xfrm>
              <a:off x="5429050" y="3294700"/>
              <a:ext cx="23350" cy="54550"/>
            </a:xfrm>
            <a:custGeom>
              <a:rect b="b" l="l" r="r" t="t"/>
              <a:pathLst>
                <a:path extrusionOk="0" h="2182" w="934">
                  <a:moveTo>
                    <a:pt x="97" y="1"/>
                  </a:moveTo>
                  <a:cubicBezTo>
                    <a:pt x="91" y="1"/>
                    <a:pt x="85" y="1"/>
                    <a:pt x="80" y="2"/>
                  </a:cubicBezTo>
                  <a:cubicBezTo>
                    <a:pt x="32" y="13"/>
                    <a:pt x="1" y="61"/>
                    <a:pt x="10" y="108"/>
                  </a:cubicBezTo>
                  <a:cubicBezTo>
                    <a:pt x="68" y="393"/>
                    <a:pt x="214" y="643"/>
                    <a:pt x="354" y="886"/>
                  </a:cubicBezTo>
                  <a:cubicBezTo>
                    <a:pt x="396" y="958"/>
                    <a:pt x="440" y="1031"/>
                    <a:pt x="478" y="1104"/>
                  </a:cubicBezTo>
                  <a:cubicBezTo>
                    <a:pt x="689" y="1491"/>
                    <a:pt x="747" y="1804"/>
                    <a:pt x="659" y="2062"/>
                  </a:cubicBezTo>
                  <a:cubicBezTo>
                    <a:pt x="643" y="2108"/>
                    <a:pt x="668" y="2161"/>
                    <a:pt x="714" y="2176"/>
                  </a:cubicBezTo>
                  <a:cubicBezTo>
                    <a:pt x="725" y="2180"/>
                    <a:pt x="734" y="2182"/>
                    <a:pt x="744" y="2182"/>
                  </a:cubicBezTo>
                  <a:cubicBezTo>
                    <a:pt x="781" y="2182"/>
                    <a:pt x="816" y="2158"/>
                    <a:pt x="829" y="2120"/>
                  </a:cubicBezTo>
                  <a:cubicBezTo>
                    <a:pt x="934" y="1811"/>
                    <a:pt x="871" y="1452"/>
                    <a:pt x="637" y="1019"/>
                  </a:cubicBezTo>
                  <a:cubicBezTo>
                    <a:pt x="596" y="943"/>
                    <a:pt x="553" y="870"/>
                    <a:pt x="510" y="795"/>
                  </a:cubicBezTo>
                  <a:cubicBezTo>
                    <a:pt x="369" y="555"/>
                    <a:pt x="238" y="328"/>
                    <a:pt x="186" y="73"/>
                  </a:cubicBezTo>
                  <a:cubicBezTo>
                    <a:pt x="178" y="30"/>
                    <a:pt x="140" y="1"/>
                    <a:pt x="97" y="1"/>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61"/>
            <p:cNvSpPr/>
            <p:nvPr/>
          </p:nvSpPr>
          <p:spPr>
            <a:xfrm>
              <a:off x="5312475" y="3164450"/>
              <a:ext cx="36375" cy="171375"/>
            </a:xfrm>
            <a:custGeom>
              <a:rect b="b" l="l" r="r" t="t"/>
              <a:pathLst>
                <a:path extrusionOk="0" h="6855" w="1455">
                  <a:moveTo>
                    <a:pt x="1355" y="0"/>
                  </a:moveTo>
                  <a:cubicBezTo>
                    <a:pt x="1348" y="0"/>
                    <a:pt x="1341" y="1"/>
                    <a:pt x="1334" y="3"/>
                  </a:cubicBezTo>
                  <a:cubicBezTo>
                    <a:pt x="635" y="179"/>
                    <a:pt x="266" y="928"/>
                    <a:pt x="220" y="1552"/>
                  </a:cubicBezTo>
                  <a:cubicBezTo>
                    <a:pt x="180" y="2096"/>
                    <a:pt x="314" y="2632"/>
                    <a:pt x="444" y="3148"/>
                  </a:cubicBezTo>
                  <a:cubicBezTo>
                    <a:pt x="471" y="3257"/>
                    <a:pt x="499" y="3366"/>
                    <a:pt x="525" y="3473"/>
                  </a:cubicBezTo>
                  <a:cubicBezTo>
                    <a:pt x="653" y="4020"/>
                    <a:pt x="768" y="4720"/>
                    <a:pt x="513" y="5311"/>
                  </a:cubicBezTo>
                  <a:cubicBezTo>
                    <a:pt x="462" y="5427"/>
                    <a:pt x="399" y="5535"/>
                    <a:pt x="334" y="5650"/>
                  </a:cubicBezTo>
                  <a:cubicBezTo>
                    <a:pt x="271" y="5759"/>
                    <a:pt x="207" y="5869"/>
                    <a:pt x="154" y="5987"/>
                  </a:cubicBezTo>
                  <a:cubicBezTo>
                    <a:pt x="20" y="6289"/>
                    <a:pt x="1" y="6578"/>
                    <a:pt x="104" y="6802"/>
                  </a:cubicBezTo>
                  <a:cubicBezTo>
                    <a:pt x="118" y="6835"/>
                    <a:pt x="151" y="6854"/>
                    <a:pt x="185" y="6854"/>
                  </a:cubicBezTo>
                  <a:lnTo>
                    <a:pt x="185" y="6854"/>
                  </a:lnTo>
                  <a:cubicBezTo>
                    <a:pt x="198" y="6854"/>
                    <a:pt x="210" y="6853"/>
                    <a:pt x="222" y="6847"/>
                  </a:cubicBezTo>
                  <a:cubicBezTo>
                    <a:pt x="268" y="6826"/>
                    <a:pt x="287" y="6772"/>
                    <a:pt x="266" y="6727"/>
                  </a:cubicBezTo>
                  <a:cubicBezTo>
                    <a:pt x="159" y="6490"/>
                    <a:pt x="253" y="6208"/>
                    <a:pt x="319" y="6060"/>
                  </a:cubicBezTo>
                  <a:cubicBezTo>
                    <a:pt x="368" y="5951"/>
                    <a:pt x="426" y="5848"/>
                    <a:pt x="489" y="5739"/>
                  </a:cubicBezTo>
                  <a:cubicBezTo>
                    <a:pt x="554" y="5626"/>
                    <a:pt x="623" y="5508"/>
                    <a:pt x="677" y="5383"/>
                  </a:cubicBezTo>
                  <a:cubicBezTo>
                    <a:pt x="953" y="4744"/>
                    <a:pt x="834" y="4005"/>
                    <a:pt x="699" y="3433"/>
                  </a:cubicBezTo>
                  <a:cubicBezTo>
                    <a:pt x="674" y="3324"/>
                    <a:pt x="645" y="3215"/>
                    <a:pt x="619" y="3105"/>
                  </a:cubicBezTo>
                  <a:cubicBezTo>
                    <a:pt x="492" y="2602"/>
                    <a:pt x="362" y="2081"/>
                    <a:pt x="399" y="1566"/>
                  </a:cubicBezTo>
                  <a:cubicBezTo>
                    <a:pt x="441" y="1005"/>
                    <a:pt x="765" y="331"/>
                    <a:pt x="1377" y="178"/>
                  </a:cubicBezTo>
                  <a:cubicBezTo>
                    <a:pt x="1425" y="166"/>
                    <a:pt x="1454" y="116"/>
                    <a:pt x="1443" y="69"/>
                  </a:cubicBezTo>
                  <a:cubicBezTo>
                    <a:pt x="1432" y="28"/>
                    <a:pt x="1395" y="0"/>
                    <a:pt x="1355" y="0"/>
                  </a:cubicBezTo>
                  <a:close/>
                  <a:moveTo>
                    <a:pt x="185" y="6854"/>
                  </a:moveTo>
                  <a:cubicBezTo>
                    <a:pt x="185" y="6854"/>
                    <a:pt x="185" y="6854"/>
                    <a:pt x="184" y="6854"/>
                  </a:cubicBezTo>
                  <a:lnTo>
                    <a:pt x="186" y="6854"/>
                  </a:lnTo>
                  <a:cubicBezTo>
                    <a:pt x="186" y="6854"/>
                    <a:pt x="185" y="6854"/>
                    <a:pt x="185" y="6854"/>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61"/>
            <p:cNvSpPr/>
            <p:nvPr/>
          </p:nvSpPr>
          <p:spPr>
            <a:xfrm>
              <a:off x="5322600" y="3260600"/>
              <a:ext cx="24375" cy="89500"/>
            </a:xfrm>
            <a:custGeom>
              <a:rect b="b" l="l" r="r" t="t"/>
              <a:pathLst>
                <a:path extrusionOk="0" h="3580" w="975">
                  <a:moveTo>
                    <a:pt x="648" y="1"/>
                  </a:moveTo>
                  <a:cubicBezTo>
                    <a:pt x="636" y="1"/>
                    <a:pt x="624" y="3"/>
                    <a:pt x="612" y="8"/>
                  </a:cubicBezTo>
                  <a:cubicBezTo>
                    <a:pt x="567" y="27"/>
                    <a:pt x="546" y="81"/>
                    <a:pt x="567" y="126"/>
                  </a:cubicBezTo>
                  <a:cubicBezTo>
                    <a:pt x="785" y="620"/>
                    <a:pt x="630" y="1204"/>
                    <a:pt x="429" y="1760"/>
                  </a:cubicBezTo>
                  <a:lnTo>
                    <a:pt x="409" y="1814"/>
                  </a:lnTo>
                  <a:cubicBezTo>
                    <a:pt x="208" y="2366"/>
                    <a:pt x="0" y="2940"/>
                    <a:pt x="149" y="3513"/>
                  </a:cubicBezTo>
                  <a:cubicBezTo>
                    <a:pt x="160" y="3553"/>
                    <a:pt x="196" y="3580"/>
                    <a:pt x="236" y="3580"/>
                  </a:cubicBezTo>
                  <a:cubicBezTo>
                    <a:pt x="243" y="3580"/>
                    <a:pt x="251" y="3578"/>
                    <a:pt x="258" y="3577"/>
                  </a:cubicBezTo>
                  <a:cubicBezTo>
                    <a:pt x="306" y="3564"/>
                    <a:pt x="335" y="3516"/>
                    <a:pt x="323" y="3467"/>
                  </a:cubicBezTo>
                  <a:cubicBezTo>
                    <a:pt x="188" y="2949"/>
                    <a:pt x="387" y="2402"/>
                    <a:pt x="578" y="1875"/>
                  </a:cubicBezTo>
                  <a:lnTo>
                    <a:pt x="597" y="1820"/>
                  </a:lnTo>
                  <a:cubicBezTo>
                    <a:pt x="811" y="1229"/>
                    <a:pt x="975" y="605"/>
                    <a:pt x="732" y="54"/>
                  </a:cubicBezTo>
                  <a:cubicBezTo>
                    <a:pt x="716" y="20"/>
                    <a:pt x="683" y="1"/>
                    <a:pt x="648" y="1"/>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61"/>
            <p:cNvSpPr/>
            <p:nvPr/>
          </p:nvSpPr>
          <p:spPr>
            <a:xfrm>
              <a:off x="5343300" y="3168575"/>
              <a:ext cx="22225" cy="187950"/>
            </a:xfrm>
            <a:custGeom>
              <a:rect b="b" l="l" r="r" t="t"/>
              <a:pathLst>
                <a:path extrusionOk="0" h="7518" w="889">
                  <a:moveTo>
                    <a:pt x="514" y="0"/>
                  </a:moveTo>
                  <a:cubicBezTo>
                    <a:pt x="488" y="0"/>
                    <a:pt x="462" y="11"/>
                    <a:pt x="444" y="34"/>
                  </a:cubicBezTo>
                  <a:cubicBezTo>
                    <a:pt x="1" y="581"/>
                    <a:pt x="83" y="1352"/>
                    <a:pt x="171" y="1761"/>
                  </a:cubicBezTo>
                  <a:cubicBezTo>
                    <a:pt x="224" y="2011"/>
                    <a:pt x="302" y="2258"/>
                    <a:pt x="377" y="2496"/>
                  </a:cubicBezTo>
                  <a:cubicBezTo>
                    <a:pt x="471" y="2798"/>
                    <a:pt x="568" y="3110"/>
                    <a:pt x="616" y="3425"/>
                  </a:cubicBezTo>
                  <a:cubicBezTo>
                    <a:pt x="707" y="4025"/>
                    <a:pt x="622" y="4653"/>
                    <a:pt x="539" y="5259"/>
                  </a:cubicBezTo>
                  <a:cubicBezTo>
                    <a:pt x="442" y="5983"/>
                    <a:pt x="341" y="6733"/>
                    <a:pt x="533" y="7451"/>
                  </a:cubicBezTo>
                  <a:cubicBezTo>
                    <a:pt x="544" y="7491"/>
                    <a:pt x="581" y="7518"/>
                    <a:pt x="620" y="7518"/>
                  </a:cubicBezTo>
                  <a:cubicBezTo>
                    <a:pt x="629" y="7518"/>
                    <a:pt x="636" y="7516"/>
                    <a:pt x="644" y="7515"/>
                  </a:cubicBezTo>
                  <a:cubicBezTo>
                    <a:pt x="692" y="7501"/>
                    <a:pt x="720" y="7452"/>
                    <a:pt x="708" y="7404"/>
                  </a:cubicBezTo>
                  <a:cubicBezTo>
                    <a:pt x="525" y="6721"/>
                    <a:pt x="619" y="6022"/>
                    <a:pt x="719" y="5283"/>
                  </a:cubicBezTo>
                  <a:cubicBezTo>
                    <a:pt x="802" y="4664"/>
                    <a:pt x="889" y="4023"/>
                    <a:pt x="793" y="3398"/>
                  </a:cubicBezTo>
                  <a:cubicBezTo>
                    <a:pt x="744" y="3070"/>
                    <a:pt x="644" y="2750"/>
                    <a:pt x="548" y="2443"/>
                  </a:cubicBezTo>
                  <a:cubicBezTo>
                    <a:pt x="474" y="2208"/>
                    <a:pt x="399" y="1965"/>
                    <a:pt x="347" y="1723"/>
                  </a:cubicBezTo>
                  <a:cubicBezTo>
                    <a:pt x="265" y="1344"/>
                    <a:pt x="187" y="637"/>
                    <a:pt x="584" y="147"/>
                  </a:cubicBezTo>
                  <a:cubicBezTo>
                    <a:pt x="616" y="108"/>
                    <a:pt x="610" y="51"/>
                    <a:pt x="571" y="20"/>
                  </a:cubicBezTo>
                  <a:cubicBezTo>
                    <a:pt x="554" y="7"/>
                    <a:pt x="534" y="0"/>
                    <a:pt x="514"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61"/>
            <p:cNvSpPr/>
            <p:nvPr/>
          </p:nvSpPr>
          <p:spPr>
            <a:xfrm>
              <a:off x="5369525" y="3293475"/>
              <a:ext cx="10700" cy="67750"/>
            </a:xfrm>
            <a:custGeom>
              <a:rect b="b" l="l" r="r" t="t"/>
              <a:pathLst>
                <a:path extrusionOk="0" h="2710" w="428">
                  <a:moveTo>
                    <a:pt x="265" y="1"/>
                  </a:moveTo>
                  <a:cubicBezTo>
                    <a:pt x="223" y="1"/>
                    <a:pt x="185" y="30"/>
                    <a:pt x="176" y="72"/>
                  </a:cubicBezTo>
                  <a:cubicBezTo>
                    <a:pt x="1" y="919"/>
                    <a:pt x="23" y="1807"/>
                    <a:pt x="241" y="2643"/>
                  </a:cubicBezTo>
                  <a:cubicBezTo>
                    <a:pt x="252" y="2683"/>
                    <a:pt x="288" y="2710"/>
                    <a:pt x="328" y="2710"/>
                  </a:cubicBezTo>
                  <a:cubicBezTo>
                    <a:pt x="335" y="2710"/>
                    <a:pt x="343" y="2710"/>
                    <a:pt x="350" y="2707"/>
                  </a:cubicBezTo>
                  <a:cubicBezTo>
                    <a:pt x="398" y="2695"/>
                    <a:pt x="428" y="2646"/>
                    <a:pt x="414" y="2598"/>
                  </a:cubicBezTo>
                  <a:cubicBezTo>
                    <a:pt x="204" y="1789"/>
                    <a:pt x="183" y="928"/>
                    <a:pt x="352" y="110"/>
                  </a:cubicBezTo>
                  <a:cubicBezTo>
                    <a:pt x="362" y="60"/>
                    <a:pt x="331" y="13"/>
                    <a:pt x="282" y="2"/>
                  </a:cubicBezTo>
                  <a:cubicBezTo>
                    <a:pt x="276" y="1"/>
                    <a:pt x="271" y="1"/>
                    <a:pt x="265" y="1"/>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61"/>
            <p:cNvSpPr/>
            <p:nvPr/>
          </p:nvSpPr>
          <p:spPr>
            <a:xfrm>
              <a:off x="5363275" y="3144100"/>
              <a:ext cx="23075" cy="104325"/>
            </a:xfrm>
            <a:custGeom>
              <a:rect b="b" l="l" r="r" t="t"/>
              <a:pathLst>
                <a:path extrusionOk="0" h="4173" w="923">
                  <a:moveTo>
                    <a:pt x="820" y="0"/>
                  </a:moveTo>
                  <a:cubicBezTo>
                    <a:pt x="809" y="0"/>
                    <a:pt x="798" y="2"/>
                    <a:pt x="787" y="7"/>
                  </a:cubicBezTo>
                  <a:cubicBezTo>
                    <a:pt x="479" y="127"/>
                    <a:pt x="224" y="423"/>
                    <a:pt x="108" y="798"/>
                  </a:cubicBezTo>
                  <a:cubicBezTo>
                    <a:pt x="0" y="1142"/>
                    <a:pt x="9" y="1508"/>
                    <a:pt x="33" y="1822"/>
                  </a:cubicBezTo>
                  <a:cubicBezTo>
                    <a:pt x="93" y="2607"/>
                    <a:pt x="263" y="3378"/>
                    <a:pt x="540" y="4114"/>
                  </a:cubicBezTo>
                  <a:cubicBezTo>
                    <a:pt x="554" y="4152"/>
                    <a:pt x="588" y="4172"/>
                    <a:pt x="626" y="4172"/>
                  </a:cubicBezTo>
                  <a:cubicBezTo>
                    <a:pt x="636" y="4172"/>
                    <a:pt x="646" y="4171"/>
                    <a:pt x="657" y="4167"/>
                  </a:cubicBezTo>
                  <a:cubicBezTo>
                    <a:pt x="703" y="4150"/>
                    <a:pt x="727" y="4098"/>
                    <a:pt x="709" y="4052"/>
                  </a:cubicBezTo>
                  <a:cubicBezTo>
                    <a:pt x="438" y="3331"/>
                    <a:pt x="270" y="2575"/>
                    <a:pt x="212" y="1808"/>
                  </a:cubicBezTo>
                  <a:cubicBezTo>
                    <a:pt x="190" y="1511"/>
                    <a:pt x="181" y="1166"/>
                    <a:pt x="279" y="851"/>
                  </a:cubicBezTo>
                  <a:cubicBezTo>
                    <a:pt x="379" y="529"/>
                    <a:pt x="594" y="275"/>
                    <a:pt x="852" y="174"/>
                  </a:cubicBezTo>
                  <a:cubicBezTo>
                    <a:pt x="899" y="156"/>
                    <a:pt x="923" y="104"/>
                    <a:pt x="903" y="57"/>
                  </a:cubicBezTo>
                  <a:cubicBezTo>
                    <a:pt x="889" y="22"/>
                    <a:pt x="856" y="0"/>
                    <a:pt x="820"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61"/>
            <p:cNvSpPr/>
            <p:nvPr/>
          </p:nvSpPr>
          <p:spPr>
            <a:xfrm>
              <a:off x="5424275" y="3135600"/>
              <a:ext cx="44425" cy="55350"/>
            </a:xfrm>
            <a:custGeom>
              <a:rect b="b" l="l" r="r" t="t"/>
              <a:pathLst>
                <a:path extrusionOk="0" h="2214" w="1777">
                  <a:moveTo>
                    <a:pt x="97" y="0"/>
                  </a:moveTo>
                  <a:cubicBezTo>
                    <a:pt x="54" y="0"/>
                    <a:pt x="16" y="32"/>
                    <a:pt x="10" y="76"/>
                  </a:cubicBezTo>
                  <a:cubicBezTo>
                    <a:pt x="1" y="124"/>
                    <a:pt x="35" y="170"/>
                    <a:pt x="84" y="178"/>
                  </a:cubicBezTo>
                  <a:cubicBezTo>
                    <a:pt x="420" y="233"/>
                    <a:pt x="802" y="294"/>
                    <a:pt x="1099" y="491"/>
                  </a:cubicBezTo>
                  <a:cubicBezTo>
                    <a:pt x="1363" y="667"/>
                    <a:pt x="1580" y="1014"/>
                    <a:pt x="1481" y="1336"/>
                  </a:cubicBezTo>
                  <a:cubicBezTo>
                    <a:pt x="1453" y="1427"/>
                    <a:pt x="1402" y="1514"/>
                    <a:pt x="1349" y="1606"/>
                  </a:cubicBezTo>
                  <a:cubicBezTo>
                    <a:pt x="1253" y="1768"/>
                    <a:pt x="1156" y="1935"/>
                    <a:pt x="1180" y="2133"/>
                  </a:cubicBezTo>
                  <a:cubicBezTo>
                    <a:pt x="1184" y="2179"/>
                    <a:pt x="1223" y="2214"/>
                    <a:pt x="1268" y="2214"/>
                  </a:cubicBezTo>
                  <a:cubicBezTo>
                    <a:pt x="1272" y="2214"/>
                    <a:pt x="1275" y="2212"/>
                    <a:pt x="1278" y="2212"/>
                  </a:cubicBezTo>
                  <a:cubicBezTo>
                    <a:pt x="1328" y="2206"/>
                    <a:pt x="1363" y="2162"/>
                    <a:pt x="1357" y="2112"/>
                  </a:cubicBezTo>
                  <a:cubicBezTo>
                    <a:pt x="1341" y="1973"/>
                    <a:pt x="1420" y="1839"/>
                    <a:pt x="1502" y="1697"/>
                  </a:cubicBezTo>
                  <a:cubicBezTo>
                    <a:pt x="1560" y="1600"/>
                    <a:pt x="1619" y="1500"/>
                    <a:pt x="1653" y="1388"/>
                  </a:cubicBezTo>
                  <a:cubicBezTo>
                    <a:pt x="1777" y="982"/>
                    <a:pt x="1519" y="554"/>
                    <a:pt x="1198" y="342"/>
                  </a:cubicBezTo>
                  <a:cubicBezTo>
                    <a:pt x="868" y="123"/>
                    <a:pt x="466" y="58"/>
                    <a:pt x="113" y="2"/>
                  </a:cubicBezTo>
                  <a:cubicBezTo>
                    <a:pt x="107" y="1"/>
                    <a:pt x="102" y="0"/>
                    <a:pt x="97"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61"/>
            <p:cNvSpPr/>
            <p:nvPr/>
          </p:nvSpPr>
          <p:spPr>
            <a:xfrm>
              <a:off x="5409325" y="3168875"/>
              <a:ext cx="24525" cy="108350"/>
            </a:xfrm>
            <a:custGeom>
              <a:rect b="b" l="l" r="r" t="t"/>
              <a:pathLst>
                <a:path extrusionOk="0" h="4334" w="981">
                  <a:moveTo>
                    <a:pt x="595" y="0"/>
                  </a:moveTo>
                  <a:cubicBezTo>
                    <a:pt x="573" y="0"/>
                    <a:pt x="551" y="8"/>
                    <a:pt x="534" y="25"/>
                  </a:cubicBezTo>
                  <a:cubicBezTo>
                    <a:pt x="499" y="59"/>
                    <a:pt x="496" y="116"/>
                    <a:pt x="530" y="151"/>
                  </a:cubicBezTo>
                  <a:cubicBezTo>
                    <a:pt x="726" y="362"/>
                    <a:pt x="793" y="713"/>
                    <a:pt x="711" y="1089"/>
                  </a:cubicBezTo>
                  <a:cubicBezTo>
                    <a:pt x="660" y="1317"/>
                    <a:pt x="567" y="1532"/>
                    <a:pt x="470" y="1759"/>
                  </a:cubicBezTo>
                  <a:cubicBezTo>
                    <a:pt x="426" y="1865"/>
                    <a:pt x="378" y="1974"/>
                    <a:pt x="336" y="2084"/>
                  </a:cubicBezTo>
                  <a:cubicBezTo>
                    <a:pt x="73" y="2777"/>
                    <a:pt x="0" y="3529"/>
                    <a:pt x="124" y="4259"/>
                  </a:cubicBezTo>
                  <a:cubicBezTo>
                    <a:pt x="131" y="4304"/>
                    <a:pt x="170" y="4334"/>
                    <a:pt x="214" y="4334"/>
                  </a:cubicBezTo>
                  <a:lnTo>
                    <a:pt x="228" y="4334"/>
                  </a:lnTo>
                  <a:cubicBezTo>
                    <a:pt x="278" y="4325"/>
                    <a:pt x="311" y="4279"/>
                    <a:pt x="302" y="4229"/>
                  </a:cubicBezTo>
                  <a:cubicBezTo>
                    <a:pt x="182" y="3531"/>
                    <a:pt x="252" y="2811"/>
                    <a:pt x="505" y="2149"/>
                  </a:cubicBezTo>
                  <a:cubicBezTo>
                    <a:pt x="545" y="2041"/>
                    <a:pt x="591" y="1934"/>
                    <a:pt x="636" y="1829"/>
                  </a:cubicBezTo>
                  <a:cubicBezTo>
                    <a:pt x="732" y="1605"/>
                    <a:pt x="832" y="1372"/>
                    <a:pt x="885" y="1128"/>
                  </a:cubicBezTo>
                  <a:cubicBezTo>
                    <a:pt x="981" y="693"/>
                    <a:pt x="897" y="283"/>
                    <a:pt x="661" y="29"/>
                  </a:cubicBezTo>
                  <a:cubicBezTo>
                    <a:pt x="643" y="10"/>
                    <a:pt x="619" y="0"/>
                    <a:pt x="595"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61"/>
            <p:cNvSpPr/>
            <p:nvPr/>
          </p:nvSpPr>
          <p:spPr>
            <a:xfrm>
              <a:off x="5392700" y="3251575"/>
              <a:ext cx="24150" cy="97975"/>
            </a:xfrm>
            <a:custGeom>
              <a:rect b="b" l="l" r="r" t="t"/>
              <a:pathLst>
                <a:path extrusionOk="0" h="3919" w="966">
                  <a:moveTo>
                    <a:pt x="92" y="0"/>
                  </a:moveTo>
                  <a:cubicBezTo>
                    <a:pt x="91" y="0"/>
                    <a:pt x="90" y="0"/>
                    <a:pt x="89" y="0"/>
                  </a:cubicBezTo>
                  <a:cubicBezTo>
                    <a:pt x="38" y="2"/>
                    <a:pt x="1" y="45"/>
                    <a:pt x="2" y="94"/>
                  </a:cubicBezTo>
                  <a:cubicBezTo>
                    <a:pt x="67" y="1384"/>
                    <a:pt x="328" y="2650"/>
                    <a:pt x="780" y="3859"/>
                  </a:cubicBezTo>
                  <a:cubicBezTo>
                    <a:pt x="793" y="3896"/>
                    <a:pt x="828" y="3919"/>
                    <a:pt x="864" y="3919"/>
                  </a:cubicBezTo>
                  <a:cubicBezTo>
                    <a:pt x="874" y="3919"/>
                    <a:pt x="885" y="3916"/>
                    <a:pt x="895" y="3913"/>
                  </a:cubicBezTo>
                  <a:cubicBezTo>
                    <a:pt x="941" y="3895"/>
                    <a:pt x="965" y="3842"/>
                    <a:pt x="947" y="3796"/>
                  </a:cubicBezTo>
                  <a:cubicBezTo>
                    <a:pt x="502" y="2605"/>
                    <a:pt x="244" y="1356"/>
                    <a:pt x="183" y="85"/>
                  </a:cubicBezTo>
                  <a:cubicBezTo>
                    <a:pt x="180" y="37"/>
                    <a:pt x="138" y="0"/>
                    <a:pt x="92"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61"/>
            <p:cNvSpPr/>
            <p:nvPr/>
          </p:nvSpPr>
          <p:spPr>
            <a:xfrm>
              <a:off x="5395175" y="3153225"/>
              <a:ext cx="23600" cy="53775"/>
            </a:xfrm>
            <a:custGeom>
              <a:rect b="b" l="l" r="r" t="t"/>
              <a:pathLst>
                <a:path extrusionOk="0" h="2151" w="944">
                  <a:moveTo>
                    <a:pt x="100" y="0"/>
                  </a:moveTo>
                  <a:cubicBezTo>
                    <a:pt x="76" y="0"/>
                    <a:pt x="52" y="10"/>
                    <a:pt x="35" y="28"/>
                  </a:cubicBezTo>
                  <a:cubicBezTo>
                    <a:pt x="0" y="64"/>
                    <a:pt x="2" y="121"/>
                    <a:pt x="39" y="155"/>
                  </a:cubicBezTo>
                  <a:cubicBezTo>
                    <a:pt x="538" y="630"/>
                    <a:pt x="754" y="1370"/>
                    <a:pt x="590" y="2039"/>
                  </a:cubicBezTo>
                  <a:cubicBezTo>
                    <a:pt x="578" y="2086"/>
                    <a:pt x="608" y="2136"/>
                    <a:pt x="656" y="2148"/>
                  </a:cubicBezTo>
                  <a:cubicBezTo>
                    <a:pt x="663" y="2149"/>
                    <a:pt x="671" y="2151"/>
                    <a:pt x="677" y="2151"/>
                  </a:cubicBezTo>
                  <a:cubicBezTo>
                    <a:pt x="717" y="2151"/>
                    <a:pt x="754" y="2122"/>
                    <a:pt x="765" y="2082"/>
                  </a:cubicBezTo>
                  <a:cubicBezTo>
                    <a:pt x="944" y="1351"/>
                    <a:pt x="708" y="543"/>
                    <a:pt x="162" y="25"/>
                  </a:cubicBezTo>
                  <a:cubicBezTo>
                    <a:pt x="144" y="8"/>
                    <a:pt x="122" y="0"/>
                    <a:pt x="100"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61"/>
            <p:cNvSpPr/>
            <p:nvPr/>
          </p:nvSpPr>
          <p:spPr>
            <a:xfrm>
              <a:off x="5315500" y="3114775"/>
              <a:ext cx="28825" cy="48050"/>
            </a:xfrm>
            <a:custGeom>
              <a:rect b="b" l="l" r="r" t="t"/>
              <a:pathLst>
                <a:path extrusionOk="0" h="1922" w="1153">
                  <a:moveTo>
                    <a:pt x="1062" y="0"/>
                  </a:moveTo>
                  <a:cubicBezTo>
                    <a:pt x="1061" y="0"/>
                    <a:pt x="1060" y="0"/>
                    <a:pt x="1059" y="0"/>
                  </a:cubicBezTo>
                  <a:cubicBezTo>
                    <a:pt x="619" y="17"/>
                    <a:pt x="208" y="351"/>
                    <a:pt x="105" y="779"/>
                  </a:cubicBezTo>
                  <a:cubicBezTo>
                    <a:pt x="1" y="1208"/>
                    <a:pt x="213" y="1694"/>
                    <a:pt x="598" y="1909"/>
                  </a:cubicBezTo>
                  <a:cubicBezTo>
                    <a:pt x="613" y="1917"/>
                    <a:pt x="627" y="1921"/>
                    <a:pt x="642" y="1921"/>
                  </a:cubicBezTo>
                  <a:cubicBezTo>
                    <a:pt x="674" y="1921"/>
                    <a:pt x="704" y="1903"/>
                    <a:pt x="720" y="1875"/>
                  </a:cubicBezTo>
                  <a:cubicBezTo>
                    <a:pt x="744" y="1832"/>
                    <a:pt x="729" y="1777"/>
                    <a:pt x="686" y="1753"/>
                  </a:cubicBezTo>
                  <a:cubicBezTo>
                    <a:pt x="369" y="1575"/>
                    <a:pt x="195" y="1175"/>
                    <a:pt x="280" y="823"/>
                  </a:cubicBezTo>
                  <a:cubicBezTo>
                    <a:pt x="365" y="469"/>
                    <a:pt x="702" y="193"/>
                    <a:pt x="1065" y="179"/>
                  </a:cubicBezTo>
                  <a:cubicBezTo>
                    <a:pt x="1114" y="178"/>
                    <a:pt x="1153" y="136"/>
                    <a:pt x="1151" y="87"/>
                  </a:cubicBezTo>
                  <a:cubicBezTo>
                    <a:pt x="1150" y="39"/>
                    <a:pt x="1108" y="0"/>
                    <a:pt x="1062"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61"/>
            <p:cNvSpPr/>
            <p:nvPr/>
          </p:nvSpPr>
          <p:spPr>
            <a:xfrm>
              <a:off x="5332550" y="3133450"/>
              <a:ext cx="12575" cy="26575"/>
            </a:xfrm>
            <a:custGeom>
              <a:rect b="b" l="l" r="r" t="t"/>
              <a:pathLst>
                <a:path extrusionOk="0" h="1063" w="503">
                  <a:moveTo>
                    <a:pt x="206" y="0"/>
                  </a:moveTo>
                  <a:cubicBezTo>
                    <a:pt x="176" y="0"/>
                    <a:pt x="146" y="16"/>
                    <a:pt x="129" y="44"/>
                  </a:cubicBezTo>
                  <a:cubicBezTo>
                    <a:pt x="32" y="206"/>
                    <a:pt x="1" y="404"/>
                    <a:pt x="41" y="589"/>
                  </a:cubicBezTo>
                  <a:cubicBezTo>
                    <a:pt x="81" y="773"/>
                    <a:pt x="195" y="940"/>
                    <a:pt x="350" y="1046"/>
                  </a:cubicBezTo>
                  <a:cubicBezTo>
                    <a:pt x="365" y="1056"/>
                    <a:pt x="383" y="1062"/>
                    <a:pt x="401" y="1062"/>
                  </a:cubicBezTo>
                  <a:cubicBezTo>
                    <a:pt x="429" y="1062"/>
                    <a:pt x="457" y="1047"/>
                    <a:pt x="475" y="1022"/>
                  </a:cubicBezTo>
                  <a:cubicBezTo>
                    <a:pt x="502" y="982"/>
                    <a:pt x="492" y="927"/>
                    <a:pt x="451" y="898"/>
                  </a:cubicBezTo>
                  <a:cubicBezTo>
                    <a:pt x="334" y="816"/>
                    <a:pt x="247" y="691"/>
                    <a:pt x="217" y="550"/>
                  </a:cubicBezTo>
                  <a:cubicBezTo>
                    <a:pt x="186" y="410"/>
                    <a:pt x="210" y="259"/>
                    <a:pt x="283" y="135"/>
                  </a:cubicBezTo>
                  <a:cubicBezTo>
                    <a:pt x="308" y="94"/>
                    <a:pt x="295" y="38"/>
                    <a:pt x="251" y="13"/>
                  </a:cubicBezTo>
                  <a:cubicBezTo>
                    <a:pt x="237" y="4"/>
                    <a:pt x="221" y="0"/>
                    <a:pt x="206"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61"/>
            <p:cNvSpPr/>
            <p:nvPr/>
          </p:nvSpPr>
          <p:spPr>
            <a:xfrm>
              <a:off x="5349050" y="3111825"/>
              <a:ext cx="27275" cy="28350"/>
            </a:xfrm>
            <a:custGeom>
              <a:rect b="b" l="l" r="r" t="t"/>
              <a:pathLst>
                <a:path extrusionOk="0" h="1134" w="1091">
                  <a:moveTo>
                    <a:pt x="374" y="1"/>
                  </a:moveTo>
                  <a:cubicBezTo>
                    <a:pt x="239" y="1"/>
                    <a:pt x="100" y="57"/>
                    <a:pt x="26" y="181"/>
                  </a:cubicBezTo>
                  <a:cubicBezTo>
                    <a:pt x="0" y="224"/>
                    <a:pt x="15" y="280"/>
                    <a:pt x="57" y="305"/>
                  </a:cubicBezTo>
                  <a:cubicBezTo>
                    <a:pt x="71" y="314"/>
                    <a:pt x="87" y="318"/>
                    <a:pt x="103" y="318"/>
                  </a:cubicBezTo>
                  <a:cubicBezTo>
                    <a:pt x="133" y="318"/>
                    <a:pt x="163" y="302"/>
                    <a:pt x="181" y="274"/>
                  </a:cubicBezTo>
                  <a:cubicBezTo>
                    <a:pt x="219" y="209"/>
                    <a:pt x="297" y="180"/>
                    <a:pt x="374" y="180"/>
                  </a:cubicBezTo>
                  <a:cubicBezTo>
                    <a:pt x="411" y="180"/>
                    <a:pt x="447" y="186"/>
                    <a:pt x="480" y="199"/>
                  </a:cubicBezTo>
                  <a:cubicBezTo>
                    <a:pt x="583" y="241"/>
                    <a:pt x="675" y="335"/>
                    <a:pt x="754" y="478"/>
                  </a:cubicBezTo>
                  <a:cubicBezTo>
                    <a:pt x="848" y="651"/>
                    <a:pt x="902" y="848"/>
                    <a:pt x="909" y="1047"/>
                  </a:cubicBezTo>
                  <a:cubicBezTo>
                    <a:pt x="911" y="1095"/>
                    <a:pt x="951" y="1133"/>
                    <a:pt x="999" y="1133"/>
                  </a:cubicBezTo>
                  <a:lnTo>
                    <a:pt x="1002" y="1133"/>
                  </a:lnTo>
                  <a:cubicBezTo>
                    <a:pt x="1051" y="1132"/>
                    <a:pt x="1090" y="1090"/>
                    <a:pt x="1089" y="1041"/>
                  </a:cubicBezTo>
                  <a:cubicBezTo>
                    <a:pt x="1081" y="814"/>
                    <a:pt x="1020" y="590"/>
                    <a:pt x="911" y="391"/>
                  </a:cubicBezTo>
                  <a:cubicBezTo>
                    <a:pt x="812" y="209"/>
                    <a:pt x="689" y="90"/>
                    <a:pt x="545" y="33"/>
                  </a:cubicBezTo>
                  <a:cubicBezTo>
                    <a:pt x="493" y="12"/>
                    <a:pt x="434" y="1"/>
                    <a:pt x="374" y="1"/>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61"/>
            <p:cNvSpPr/>
            <p:nvPr/>
          </p:nvSpPr>
          <p:spPr>
            <a:xfrm>
              <a:off x="5353500" y="3131150"/>
              <a:ext cx="12900" cy="20800"/>
            </a:xfrm>
            <a:custGeom>
              <a:rect b="b" l="l" r="r" t="t"/>
              <a:pathLst>
                <a:path extrusionOk="0" h="832" w="516">
                  <a:moveTo>
                    <a:pt x="102" y="0"/>
                  </a:moveTo>
                  <a:cubicBezTo>
                    <a:pt x="74" y="0"/>
                    <a:pt x="47" y="13"/>
                    <a:pt x="30" y="38"/>
                  </a:cubicBezTo>
                  <a:cubicBezTo>
                    <a:pt x="0" y="78"/>
                    <a:pt x="9" y="135"/>
                    <a:pt x="49" y="163"/>
                  </a:cubicBezTo>
                  <a:cubicBezTo>
                    <a:pt x="227" y="292"/>
                    <a:pt x="330" y="516"/>
                    <a:pt x="309" y="733"/>
                  </a:cubicBezTo>
                  <a:cubicBezTo>
                    <a:pt x="305" y="783"/>
                    <a:pt x="340" y="828"/>
                    <a:pt x="391" y="832"/>
                  </a:cubicBezTo>
                  <a:lnTo>
                    <a:pt x="399" y="832"/>
                  </a:lnTo>
                  <a:cubicBezTo>
                    <a:pt x="445" y="832"/>
                    <a:pt x="484" y="798"/>
                    <a:pt x="488" y="750"/>
                  </a:cubicBezTo>
                  <a:cubicBezTo>
                    <a:pt x="515" y="469"/>
                    <a:pt x="384" y="183"/>
                    <a:pt x="154" y="17"/>
                  </a:cubicBezTo>
                  <a:cubicBezTo>
                    <a:pt x="138" y="6"/>
                    <a:pt x="120" y="0"/>
                    <a:pt x="102"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61"/>
            <p:cNvSpPr/>
            <p:nvPr/>
          </p:nvSpPr>
          <p:spPr>
            <a:xfrm>
              <a:off x="5534850" y="3398925"/>
              <a:ext cx="120825" cy="165675"/>
            </a:xfrm>
            <a:custGeom>
              <a:rect b="b" l="l" r="r" t="t"/>
              <a:pathLst>
                <a:path extrusionOk="0" h="6627" w="4833">
                  <a:moveTo>
                    <a:pt x="327" y="1"/>
                  </a:moveTo>
                  <a:lnTo>
                    <a:pt x="0" y="5665"/>
                  </a:lnTo>
                  <a:cubicBezTo>
                    <a:pt x="1384" y="6264"/>
                    <a:pt x="3416" y="6627"/>
                    <a:pt x="3416" y="6627"/>
                  </a:cubicBezTo>
                  <a:cubicBezTo>
                    <a:pt x="4832" y="5125"/>
                    <a:pt x="4608" y="1885"/>
                    <a:pt x="4608" y="1885"/>
                  </a:cubicBezTo>
                  <a:cubicBezTo>
                    <a:pt x="3022" y="1377"/>
                    <a:pt x="1883" y="728"/>
                    <a:pt x="32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61"/>
            <p:cNvSpPr/>
            <p:nvPr/>
          </p:nvSpPr>
          <p:spPr>
            <a:xfrm>
              <a:off x="5230150" y="3409300"/>
              <a:ext cx="94550" cy="141625"/>
            </a:xfrm>
            <a:custGeom>
              <a:rect b="b" l="l" r="r" t="t"/>
              <a:pathLst>
                <a:path extrusionOk="0" h="5665" w="3782">
                  <a:moveTo>
                    <a:pt x="2338" y="1"/>
                  </a:moveTo>
                  <a:cubicBezTo>
                    <a:pt x="828" y="735"/>
                    <a:pt x="1" y="5295"/>
                    <a:pt x="1" y="5295"/>
                  </a:cubicBezTo>
                  <a:cubicBezTo>
                    <a:pt x="594" y="5611"/>
                    <a:pt x="1630" y="5664"/>
                    <a:pt x="2261" y="5664"/>
                  </a:cubicBezTo>
                  <a:cubicBezTo>
                    <a:pt x="2581" y="5664"/>
                    <a:pt x="2797" y="5650"/>
                    <a:pt x="2797" y="5650"/>
                  </a:cubicBezTo>
                  <a:lnTo>
                    <a:pt x="3782" y="3588"/>
                  </a:lnTo>
                  <a:lnTo>
                    <a:pt x="2338"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61"/>
            <p:cNvSpPr/>
            <p:nvPr/>
          </p:nvSpPr>
          <p:spPr>
            <a:xfrm>
              <a:off x="5366725" y="3545675"/>
              <a:ext cx="84850" cy="81575"/>
            </a:xfrm>
            <a:custGeom>
              <a:rect b="b" l="l" r="r" t="t"/>
              <a:pathLst>
                <a:path extrusionOk="0" h="3263" w="3394">
                  <a:moveTo>
                    <a:pt x="89" y="0"/>
                  </a:moveTo>
                  <a:cubicBezTo>
                    <a:pt x="74" y="0"/>
                    <a:pt x="59" y="4"/>
                    <a:pt x="46" y="13"/>
                  </a:cubicBezTo>
                  <a:cubicBezTo>
                    <a:pt x="11" y="37"/>
                    <a:pt x="1" y="86"/>
                    <a:pt x="26" y="121"/>
                  </a:cubicBezTo>
                  <a:cubicBezTo>
                    <a:pt x="873" y="1364"/>
                    <a:pt x="1994" y="2446"/>
                    <a:pt x="3265" y="3251"/>
                  </a:cubicBezTo>
                  <a:cubicBezTo>
                    <a:pt x="3277" y="3260"/>
                    <a:pt x="3292" y="3263"/>
                    <a:pt x="3306" y="3263"/>
                  </a:cubicBezTo>
                  <a:cubicBezTo>
                    <a:pt x="3331" y="3263"/>
                    <a:pt x="3356" y="3251"/>
                    <a:pt x="3371" y="3227"/>
                  </a:cubicBezTo>
                  <a:cubicBezTo>
                    <a:pt x="3394" y="3191"/>
                    <a:pt x="3383" y="3143"/>
                    <a:pt x="3348" y="3121"/>
                  </a:cubicBezTo>
                  <a:cubicBezTo>
                    <a:pt x="2094" y="2328"/>
                    <a:pt x="989" y="1260"/>
                    <a:pt x="153" y="34"/>
                  </a:cubicBezTo>
                  <a:cubicBezTo>
                    <a:pt x="138" y="12"/>
                    <a:pt x="114" y="0"/>
                    <a:pt x="89" y="0"/>
                  </a:cubicBezTo>
                  <a:close/>
                </a:path>
              </a:pathLst>
            </a:custGeom>
            <a:solidFill>
              <a:srgbClr val="BEB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61"/>
            <p:cNvSpPr/>
            <p:nvPr/>
          </p:nvSpPr>
          <p:spPr>
            <a:xfrm>
              <a:off x="5371450" y="3585300"/>
              <a:ext cx="44750" cy="38825"/>
            </a:xfrm>
            <a:custGeom>
              <a:rect b="b" l="l" r="r" t="t"/>
              <a:pathLst>
                <a:path extrusionOk="0" h="1553" w="1790">
                  <a:moveTo>
                    <a:pt x="87" y="0"/>
                  </a:moveTo>
                  <a:cubicBezTo>
                    <a:pt x="69" y="0"/>
                    <a:pt x="51" y="7"/>
                    <a:pt x="36" y="20"/>
                  </a:cubicBezTo>
                  <a:cubicBezTo>
                    <a:pt x="5" y="46"/>
                    <a:pt x="0" y="96"/>
                    <a:pt x="28" y="127"/>
                  </a:cubicBezTo>
                  <a:cubicBezTo>
                    <a:pt x="506" y="676"/>
                    <a:pt x="1026" y="1126"/>
                    <a:pt x="1660" y="1541"/>
                  </a:cubicBezTo>
                  <a:cubicBezTo>
                    <a:pt x="1672" y="1548"/>
                    <a:pt x="1687" y="1552"/>
                    <a:pt x="1702" y="1552"/>
                  </a:cubicBezTo>
                  <a:cubicBezTo>
                    <a:pt x="1727" y="1552"/>
                    <a:pt x="1751" y="1541"/>
                    <a:pt x="1766" y="1518"/>
                  </a:cubicBezTo>
                  <a:cubicBezTo>
                    <a:pt x="1790" y="1482"/>
                    <a:pt x="1779" y="1435"/>
                    <a:pt x="1743" y="1411"/>
                  </a:cubicBezTo>
                  <a:cubicBezTo>
                    <a:pt x="1121" y="1005"/>
                    <a:pt x="614" y="564"/>
                    <a:pt x="145" y="27"/>
                  </a:cubicBezTo>
                  <a:cubicBezTo>
                    <a:pt x="129" y="9"/>
                    <a:pt x="108" y="0"/>
                    <a:pt x="87" y="0"/>
                  </a:cubicBezTo>
                  <a:close/>
                </a:path>
              </a:pathLst>
            </a:custGeom>
            <a:solidFill>
              <a:srgbClr val="BEB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61"/>
            <p:cNvSpPr/>
            <p:nvPr/>
          </p:nvSpPr>
          <p:spPr>
            <a:xfrm>
              <a:off x="5356725" y="3395550"/>
              <a:ext cx="114075" cy="16775"/>
            </a:xfrm>
            <a:custGeom>
              <a:rect b="b" l="l" r="r" t="t"/>
              <a:pathLst>
                <a:path extrusionOk="0" h="671" w="4563">
                  <a:moveTo>
                    <a:pt x="4475" y="0"/>
                  </a:moveTo>
                  <a:cubicBezTo>
                    <a:pt x="4458" y="0"/>
                    <a:pt x="4441" y="6"/>
                    <a:pt x="4427" y="18"/>
                  </a:cubicBezTo>
                  <a:cubicBezTo>
                    <a:pt x="4421" y="22"/>
                    <a:pt x="3864" y="463"/>
                    <a:pt x="2253" y="513"/>
                  </a:cubicBezTo>
                  <a:cubicBezTo>
                    <a:pt x="2198" y="515"/>
                    <a:pt x="2143" y="516"/>
                    <a:pt x="2089" y="516"/>
                  </a:cubicBezTo>
                  <a:cubicBezTo>
                    <a:pt x="853" y="516"/>
                    <a:pt x="139" y="43"/>
                    <a:pt x="132" y="39"/>
                  </a:cubicBezTo>
                  <a:cubicBezTo>
                    <a:pt x="119" y="30"/>
                    <a:pt x="104" y="25"/>
                    <a:pt x="89" y="25"/>
                  </a:cubicBezTo>
                  <a:cubicBezTo>
                    <a:pt x="64" y="25"/>
                    <a:pt x="40" y="37"/>
                    <a:pt x="25" y="60"/>
                  </a:cubicBezTo>
                  <a:cubicBezTo>
                    <a:pt x="1" y="94"/>
                    <a:pt x="10" y="142"/>
                    <a:pt x="46" y="166"/>
                  </a:cubicBezTo>
                  <a:cubicBezTo>
                    <a:pt x="77" y="188"/>
                    <a:pt x="802" y="670"/>
                    <a:pt x="2091" y="670"/>
                  </a:cubicBezTo>
                  <a:cubicBezTo>
                    <a:pt x="2144" y="670"/>
                    <a:pt x="2201" y="669"/>
                    <a:pt x="2258" y="667"/>
                  </a:cubicBezTo>
                  <a:cubicBezTo>
                    <a:pt x="3921" y="615"/>
                    <a:pt x="4500" y="157"/>
                    <a:pt x="4524" y="137"/>
                  </a:cubicBezTo>
                  <a:cubicBezTo>
                    <a:pt x="4557" y="110"/>
                    <a:pt x="4563" y="63"/>
                    <a:pt x="4534" y="28"/>
                  </a:cubicBezTo>
                  <a:cubicBezTo>
                    <a:pt x="4519" y="10"/>
                    <a:pt x="4497" y="0"/>
                    <a:pt x="447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61"/>
            <p:cNvSpPr/>
            <p:nvPr/>
          </p:nvSpPr>
          <p:spPr>
            <a:xfrm>
              <a:off x="5368725" y="3416550"/>
              <a:ext cx="50425" cy="9450"/>
            </a:xfrm>
            <a:custGeom>
              <a:rect b="b" l="l" r="r" t="t"/>
              <a:pathLst>
                <a:path extrusionOk="0" h="378" w="2017">
                  <a:moveTo>
                    <a:pt x="87" y="1"/>
                  </a:moveTo>
                  <a:cubicBezTo>
                    <a:pt x="54" y="1"/>
                    <a:pt x="24" y="22"/>
                    <a:pt x="14" y="54"/>
                  </a:cubicBezTo>
                  <a:cubicBezTo>
                    <a:pt x="0" y="94"/>
                    <a:pt x="22" y="138"/>
                    <a:pt x="63" y="151"/>
                  </a:cubicBezTo>
                  <a:cubicBezTo>
                    <a:pt x="97" y="162"/>
                    <a:pt x="782" y="378"/>
                    <a:pt x="1549" y="378"/>
                  </a:cubicBezTo>
                  <a:cubicBezTo>
                    <a:pt x="1679" y="378"/>
                    <a:pt x="1812" y="372"/>
                    <a:pt x="1944" y="359"/>
                  </a:cubicBezTo>
                  <a:cubicBezTo>
                    <a:pt x="1987" y="353"/>
                    <a:pt x="2017" y="315"/>
                    <a:pt x="2012" y="274"/>
                  </a:cubicBezTo>
                  <a:cubicBezTo>
                    <a:pt x="2008" y="233"/>
                    <a:pt x="1975" y="204"/>
                    <a:pt x="1936" y="204"/>
                  </a:cubicBezTo>
                  <a:cubicBezTo>
                    <a:pt x="1933" y="204"/>
                    <a:pt x="1930" y="205"/>
                    <a:pt x="1927" y="205"/>
                  </a:cubicBezTo>
                  <a:cubicBezTo>
                    <a:pt x="1803" y="219"/>
                    <a:pt x="1678" y="224"/>
                    <a:pt x="1554" y="224"/>
                  </a:cubicBezTo>
                  <a:cubicBezTo>
                    <a:pt x="805" y="224"/>
                    <a:pt x="118" y="7"/>
                    <a:pt x="111" y="5"/>
                  </a:cubicBezTo>
                  <a:cubicBezTo>
                    <a:pt x="103" y="2"/>
                    <a:pt x="95" y="1"/>
                    <a:pt x="8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61"/>
            <p:cNvSpPr/>
            <p:nvPr/>
          </p:nvSpPr>
          <p:spPr>
            <a:xfrm>
              <a:off x="5291650" y="3488900"/>
              <a:ext cx="11750" cy="65100"/>
            </a:xfrm>
            <a:custGeom>
              <a:rect b="b" l="l" r="r" t="t"/>
              <a:pathLst>
                <a:path extrusionOk="0" h="2604" w="470">
                  <a:moveTo>
                    <a:pt x="80" y="1"/>
                  </a:moveTo>
                  <a:cubicBezTo>
                    <a:pt x="79" y="1"/>
                    <a:pt x="78" y="1"/>
                    <a:pt x="77" y="1"/>
                  </a:cubicBezTo>
                  <a:cubicBezTo>
                    <a:pt x="34" y="2"/>
                    <a:pt x="1" y="38"/>
                    <a:pt x="2" y="81"/>
                  </a:cubicBezTo>
                  <a:cubicBezTo>
                    <a:pt x="43" y="1147"/>
                    <a:pt x="308" y="2528"/>
                    <a:pt x="310" y="2541"/>
                  </a:cubicBezTo>
                  <a:cubicBezTo>
                    <a:pt x="317" y="2578"/>
                    <a:pt x="350" y="2604"/>
                    <a:pt x="386" y="2604"/>
                  </a:cubicBezTo>
                  <a:cubicBezTo>
                    <a:pt x="390" y="2604"/>
                    <a:pt x="396" y="2604"/>
                    <a:pt x="401" y="2602"/>
                  </a:cubicBezTo>
                  <a:cubicBezTo>
                    <a:pt x="443" y="2595"/>
                    <a:pt x="469" y="2555"/>
                    <a:pt x="462" y="2513"/>
                  </a:cubicBezTo>
                  <a:cubicBezTo>
                    <a:pt x="459" y="2499"/>
                    <a:pt x="196" y="1129"/>
                    <a:pt x="156" y="75"/>
                  </a:cubicBezTo>
                  <a:cubicBezTo>
                    <a:pt x="155" y="33"/>
                    <a:pt x="122" y="1"/>
                    <a:pt x="80" y="1"/>
                  </a:cubicBezTo>
                  <a:close/>
                </a:path>
              </a:pathLst>
            </a:custGeom>
            <a:solidFill>
              <a:srgbClr val="BEB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61"/>
            <p:cNvSpPr/>
            <p:nvPr/>
          </p:nvSpPr>
          <p:spPr>
            <a:xfrm>
              <a:off x="5490525" y="3444075"/>
              <a:ext cx="166700" cy="122475"/>
            </a:xfrm>
            <a:custGeom>
              <a:rect b="b" l="l" r="r" t="t"/>
              <a:pathLst>
                <a:path extrusionOk="0" h="4899" w="6668">
                  <a:moveTo>
                    <a:pt x="6378" y="1"/>
                  </a:moveTo>
                  <a:cubicBezTo>
                    <a:pt x="6377" y="1"/>
                    <a:pt x="6376" y="1"/>
                    <a:pt x="6375" y="1"/>
                  </a:cubicBezTo>
                  <a:cubicBezTo>
                    <a:pt x="6333" y="4"/>
                    <a:pt x="6301" y="41"/>
                    <a:pt x="6304" y="83"/>
                  </a:cubicBezTo>
                  <a:cubicBezTo>
                    <a:pt x="6307" y="114"/>
                    <a:pt x="6507" y="3261"/>
                    <a:pt x="5165" y="4736"/>
                  </a:cubicBezTo>
                  <a:cubicBezTo>
                    <a:pt x="4769" y="4634"/>
                    <a:pt x="1842" y="3864"/>
                    <a:pt x="123" y="3016"/>
                  </a:cubicBezTo>
                  <a:cubicBezTo>
                    <a:pt x="111" y="3010"/>
                    <a:pt x="100" y="3008"/>
                    <a:pt x="88" y="3008"/>
                  </a:cubicBezTo>
                  <a:cubicBezTo>
                    <a:pt x="59" y="3008"/>
                    <a:pt x="32" y="3024"/>
                    <a:pt x="20" y="3050"/>
                  </a:cubicBezTo>
                  <a:cubicBezTo>
                    <a:pt x="0" y="3089"/>
                    <a:pt x="17" y="3134"/>
                    <a:pt x="54" y="3153"/>
                  </a:cubicBezTo>
                  <a:cubicBezTo>
                    <a:pt x="1905" y="4067"/>
                    <a:pt x="5138" y="4888"/>
                    <a:pt x="5171" y="4895"/>
                  </a:cubicBezTo>
                  <a:cubicBezTo>
                    <a:pt x="5177" y="4898"/>
                    <a:pt x="5183" y="4898"/>
                    <a:pt x="5190" y="4898"/>
                  </a:cubicBezTo>
                  <a:cubicBezTo>
                    <a:pt x="5211" y="4898"/>
                    <a:pt x="5230" y="4889"/>
                    <a:pt x="5245" y="4874"/>
                  </a:cubicBezTo>
                  <a:cubicBezTo>
                    <a:pt x="6668" y="3365"/>
                    <a:pt x="6466" y="207"/>
                    <a:pt x="6457" y="73"/>
                  </a:cubicBezTo>
                  <a:cubicBezTo>
                    <a:pt x="6454" y="32"/>
                    <a:pt x="6419" y="1"/>
                    <a:pt x="637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61"/>
            <p:cNvSpPr/>
            <p:nvPr/>
          </p:nvSpPr>
          <p:spPr>
            <a:xfrm>
              <a:off x="5495025" y="3532725"/>
              <a:ext cx="30075" cy="7025"/>
            </a:xfrm>
            <a:custGeom>
              <a:rect b="b" l="l" r="r" t="t"/>
              <a:pathLst>
                <a:path extrusionOk="0" h="281" w="1203">
                  <a:moveTo>
                    <a:pt x="1114" y="0"/>
                  </a:moveTo>
                  <a:cubicBezTo>
                    <a:pt x="1103" y="0"/>
                    <a:pt x="1092" y="3"/>
                    <a:pt x="1081" y="7"/>
                  </a:cubicBezTo>
                  <a:cubicBezTo>
                    <a:pt x="885" y="98"/>
                    <a:pt x="699" y="126"/>
                    <a:pt x="544" y="126"/>
                  </a:cubicBezTo>
                  <a:cubicBezTo>
                    <a:pt x="293" y="126"/>
                    <a:pt x="122" y="53"/>
                    <a:pt x="119" y="51"/>
                  </a:cubicBezTo>
                  <a:cubicBezTo>
                    <a:pt x="109" y="47"/>
                    <a:pt x="99" y="45"/>
                    <a:pt x="89" y="45"/>
                  </a:cubicBezTo>
                  <a:cubicBezTo>
                    <a:pt x="59" y="45"/>
                    <a:pt x="31" y="62"/>
                    <a:pt x="17" y="91"/>
                  </a:cubicBezTo>
                  <a:cubicBezTo>
                    <a:pt x="1" y="130"/>
                    <a:pt x="17" y="175"/>
                    <a:pt x="56" y="193"/>
                  </a:cubicBezTo>
                  <a:cubicBezTo>
                    <a:pt x="69" y="198"/>
                    <a:pt x="260" y="281"/>
                    <a:pt x="541" y="281"/>
                  </a:cubicBezTo>
                  <a:cubicBezTo>
                    <a:pt x="716" y="281"/>
                    <a:pt x="925" y="249"/>
                    <a:pt x="1146" y="146"/>
                  </a:cubicBezTo>
                  <a:cubicBezTo>
                    <a:pt x="1184" y="128"/>
                    <a:pt x="1202" y="84"/>
                    <a:pt x="1184" y="45"/>
                  </a:cubicBezTo>
                  <a:cubicBezTo>
                    <a:pt x="1171" y="17"/>
                    <a:pt x="1143" y="0"/>
                    <a:pt x="111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61"/>
            <p:cNvSpPr/>
            <p:nvPr/>
          </p:nvSpPr>
          <p:spPr>
            <a:xfrm>
              <a:off x="5698550" y="3469575"/>
              <a:ext cx="36900" cy="17150"/>
            </a:xfrm>
            <a:custGeom>
              <a:rect b="b" l="l" r="r" t="t"/>
              <a:pathLst>
                <a:path extrusionOk="0" h="686" w="1476">
                  <a:moveTo>
                    <a:pt x="100" y="0"/>
                  </a:moveTo>
                  <a:cubicBezTo>
                    <a:pt x="57" y="0"/>
                    <a:pt x="18" y="32"/>
                    <a:pt x="10" y="78"/>
                  </a:cubicBezTo>
                  <a:cubicBezTo>
                    <a:pt x="1" y="130"/>
                    <a:pt x="35" y="180"/>
                    <a:pt x="86" y="188"/>
                  </a:cubicBezTo>
                  <a:cubicBezTo>
                    <a:pt x="822" y="318"/>
                    <a:pt x="1307" y="663"/>
                    <a:pt x="1311" y="668"/>
                  </a:cubicBezTo>
                  <a:cubicBezTo>
                    <a:pt x="1329" y="680"/>
                    <a:pt x="1347" y="686"/>
                    <a:pt x="1366" y="686"/>
                  </a:cubicBezTo>
                  <a:lnTo>
                    <a:pt x="1366" y="684"/>
                  </a:lnTo>
                  <a:cubicBezTo>
                    <a:pt x="1396" y="684"/>
                    <a:pt x="1426" y="671"/>
                    <a:pt x="1444" y="645"/>
                  </a:cubicBezTo>
                  <a:cubicBezTo>
                    <a:pt x="1475" y="603"/>
                    <a:pt x="1465" y="544"/>
                    <a:pt x="1423" y="512"/>
                  </a:cubicBezTo>
                  <a:cubicBezTo>
                    <a:pt x="1402" y="497"/>
                    <a:pt x="899" y="139"/>
                    <a:pt x="119" y="2"/>
                  </a:cubicBezTo>
                  <a:cubicBezTo>
                    <a:pt x="112" y="1"/>
                    <a:pt x="106" y="0"/>
                    <a:pt x="100" y="0"/>
                  </a:cubicBezTo>
                  <a:close/>
                </a:path>
              </a:pathLst>
            </a:custGeom>
            <a:solidFill>
              <a:srgbClr val="D181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61"/>
            <p:cNvSpPr/>
            <p:nvPr/>
          </p:nvSpPr>
          <p:spPr>
            <a:xfrm>
              <a:off x="5355250" y="3853375"/>
              <a:ext cx="74025" cy="403150"/>
            </a:xfrm>
            <a:custGeom>
              <a:rect b="b" l="l" r="r" t="t"/>
              <a:pathLst>
                <a:path extrusionOk="0" h="16126" w="2961">
                  <a:moveTo>
                    <a:pt x="1538" y="0"/>
                  </a:moveTo>
                  <a:lnTo>
                    <a:pt x="0" y="16125"/>
                  </a:lnTo>
                  <a:lnTo>
                    <a:pt x="927" y="16125"/>
                  </a:lnTo>
                  <a:lnTo>
                    <a:pt x="2960"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61"/>
            <p:cNvSpPr/>
            <p:nvPr/>
          </p:nvSpPr>
          <p:spPr>
            <a:xfrm>
              <a:off x="5218475" y="3853375"/>
              <a:ext cx="118350" cy="403150"/>
            </a:xfrm>
            <a:custGeom>
              <a:rect b="b" l="l" r="r" t="t"/>
              <a:pathLst>
                <a:path extrusionOk="0" h="16126" w="4734">
                  <a:moveTo>
                    <a:pt x="3311" y="0"/>
                  </a:moveTo>
                  <a:lnTo>
                    <a:pt x="1" y="16125"/>
                  </a:lnTo>
                  <a:lnTo>
                    <a:pt x="929" y="16125"/>
                  </a:lnTo>
                  <a:lnTo>
                    <a:pt x="473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61"/>
            <p:cNvSpPr/>
            <p:nvPr/>
          </p:nvSpPr>
          <p:spPr>
            <a:xfrm>
              <a:off x="5478675" y="3853375"/>
              <a:ext cx="74025" cy="403150"/>
            </a:xfrm>
            <a:custGeom>
              <a:rect b="b" l="l" r="r" t="t"/>
              <a:pathLst>
                <a:path extrusionOk="0" h="16126" w="2961">
                  <a:moveTo>
                    <a:pt x="1" y="0"/>
                  </a:moveTo>
                  <a:lnTo>
                    <a:pt x="2034" y="16125"/>
                  </a:lnTo>
                  <a:lnTo>
                    <a:pt x="2961" y="16125"/>
                  </a:lnTo>
                  <a:lnTo>
                    <a:pt x="1422"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61"/>
            <p:cNvSpPr/>
            <p:nvPr/>
          </p:nvSpPr>
          <p:spPr>
            <a:xfrm>
              <a:off x="5571125" y="3853375"/>
              <a:ext cx="118300" cy="403150"/>
            </a:xfrm>
            <a:custGeom>
              <a:rect b="b" l="l" r="r" t="t"/>
              <a:pathLst>
                <a:path extrusionOk="0" h="16126" w="4732">
                  <a:moveTo>
                    <a:pt x="0" y="0"/>
                  </a:moveTo>
                  <a:lnTo>
                    <a:pt x="3805" y="16125"/>
                  </a:lnTo>
                  <a:lnTo>
                    <a:pt x="4732" y="16125"/>
                  </a:lnTo>
                  <a:lnTo>
                    <a:pt x="142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61"/>
            <p:cNvSpPr/>
            <p:nvPr/>
          </p:nvSpPr>
          <p:spPr>
            <a:xfrm>
              <a:off x="5280900" y="3853375"/>
              <a:ext cx="55925" cy="110000"/>
            </a:xfrm>
            <a:custGeom>
              <a:rect b="b" l="l" r="r" t="t"/>
              <a:pathLst>
                <a:path extrusionOk="0" h="4400" w="2237">
                  <a:moveTo>
                    <a:pt x="814" y="0"/>
                  </a:moveTo>
                  <a:lnTo>
                    <a:pt x="1" y="3965"/>
                  </a:lnTo>
                  <a:cubicBezTo>
                    <a:pt x="337" y="4129"/>
                    <a:pt x="734" y="4274"/>
                    <a:pt x="1199" y="4399"/>
                  </a:cubicBezTo>
                  <a:lnTo>
                    <a:pt x="2237" y="0"/>
                  </a:lnTo>
                  <a:close/>
                </a:path>
              </a:pathLst>
            </a:custGeom>
            <a:solidFill>
              <a:srgbClr val="FFFFFF">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61"/>
            <p:cNvSpPr/>
            <p:nvPr/>
          </p:nvSpPr>
          <p:spPr>
            <a:xfrm>
              <a:off x="5382150" y="3853375"/>
              <a:ext cx="47125" cy="122675"/>
            </a:xfrm>
            <a:custGeom>
              <a:rect b="b" l="l" r="r" t="t"/>
              <a:pathLst>
                <a:path extrusionOk="0" h="4907" w="1885">
                  <a:moveTo>
                    <a:pt x="462" y="0"/>
                  </a:moveTo>
                  <a:lnTo>
                    <a:pt x="0" y="4838"/>
                  </a:lnTo>
                  <a:cubicBezTo>
                    <a:pt x="396" y="4868"/>
                    <a:pt x="818" y="4890"/>
                    <a:pt x="1266" y="4907"/>
                  </a:cubicBezTo>
                  <a:lnTo>
                    <a:pt x="1884" y="0"/>
                  </a:lnTo>
                  <a:close/>
                </a:path>
              </a:pathLst>
            </a:custGeom>
            <a:solidFill>
              <a:srgbClr val="FFFFFF">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61"/>
            <p:cNvSpPr/>
            <p:nvPr/>
          </p:nvSpPr>
          <p:spPr>
            <a:xfrm>
              <a:off x="5478675" y="3853375"/>
              <a:ext cx="47100" cy="122650"/>
            </a:xfrm>
            <a:custGeom>
              <a:rect b="b" l="l" r="r" t="t"/>
              <a:pathLst>
                <a:path extrusionOk="0" h="4906" w="1884">
                  <a:moveTo>
                    <a:pt x="1" y="0"/>
                  </a:moveTo>
                  <a:lnTo>
                    <a:pt x="619" y="4905"/>
                  </a:lnTo>
                  <a:cubicBezTo>
                    <a:pt x="1059" y="4889"/>
                    <a:pt x="1480" y="4865"/>
                    <a:pt x="1883" y="4835"/>
                  </a:cubicBezTo>
                  <a:lnTo>
                    <a:pt x="1422" y="0"/>
                  </a:lnTo>
                  <a:close/>
                </a:path>
              </a:pathLst>
            </a:custGeom>
            <a:solidFill>
              <a:srgbClr val="FFFFFF">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61"/>
            <p:cNvSpPr/>
            <p:nvPr/>
          </p:nvSpPr>
          <p:spPr>
            <a:xfrm>
              <a:off x="5575475" y="3871850"/>
              <a:ext cx="52625" cy="93125"/>
            </a:xfrm>
            <a:custGeom>
              <a:rect b="b" l="l" r="r" t="t"/>
              <a:pathLst>
                <a:path extrusionOk="0" h="3725" w="2105">
                  <a:moveTo>
                    <a:pt x="1" y="0"/>
                  </a:moveTo>
                  <a:lnTo>
                    <a:pt x="879" y="3724"/>
                  </a:lnTo>
                  <a:cubicBezTo>
                    <a:pt x="1329" y="3635"/>
                    <a:pt x="1738" y="3536"/>
                    <a:pt x="2104" y="3429"/>
                  </a:cubicBezTo>
                  <a:lnTo>
                    <a:pt x="1517" y="569"/>
                  </a:lnTo>
                  <a:cubicBezTo>
                    <a:pt x="1394" y="540"/>
                    <a:pt x="1270" y="512"/>
                    <a:pt x="1146" y="484"/>
                  </a:cubicBezTo>
                  <a:cubicBezTo>
                    <a:pt x="708" y="382"/>
                    <a:pt x="328" y="209"/>
                    <a:pt x="1" y="0"/>
                  </a:cubicBezTo>
                  <a:close/>
                </a:path>
              </a:pathLst>
            </a:custGeom>
            <a:solidFill>
              <a:srgbClr val="FFFFFF">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61"/>
            <p:cNvSpPr/>
            <p:nvPr/>
          </p:nvSpPr>
          <p:spPr>
            <a:xfrm>
              <a:off x="5148575" y="3444950"/>
              <a:ext cx="573950" cy="473850"/>
            </a:xfrm>
            <a:custGeom>
              <a:rect b="b" l="l" r="r" t="t"/>
              <a:pathLst>
                <a:path extrusionOk="0" h="18954" w="22958">
                  <a:moveTo>
                    <a:pt x="7787" y="0"/>
                  </a:moveTo>
                  <a:cubicBezTo>
                    <a:pt x="7630" y="0"/>
                    <a:pt x="7468" y="6"/>
                    <a:pt x="7303" y="17"/>
                  </a:cubicBezTo>
                  <a:cubicBezTo>
                    <a:pt x="1" y="17"/>
                    <a:pt x="1240" y="14124"/>
                    <a:pt x="2246" y="16067"/>
                  </a:cubicBezTo>
                  <a:cubicBezTo>
                    <a:pt x="3195" y="17902"/>
                    <a:pt x="5613" y="18954"/>
                    <a:pt x="12253" y="18954"/>
                  </a:cubicBezTo>
                  <a:cubicBezTo>
                    <a:pt x="19526" y="18954"/>
                    <a:pt x="22958" y="17667"/>
                    <a:pt x="22559" y="16340"/>
                  </a:cubicBezTo>
                  <a:cubicBezTo>
                    <a:pt x="22364" y="15688"/>
                    <a:pt x="20237" y="15086"/>
                    <a:pt x="18332" y="14624"/>
                  </a:cubicBezTo>
                  <a:cubicBezTo>
                    <a:pt x="16657" y="14221"/>
                    <a:pt x="15734" y="12892"/>
                    <a:pt x="15387" y="11968"/>
                  </a:cubicBezTo>
                  <a:cubicBezTo>
                    <a:pt x="13736" y="8031"/>
                    <a:pt x="13880" y="0"/>
                    <a:pt x="77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61"/>
            <p:cNvSpPr/>
            <p:nvPr/>
          </p:nvSpPr>
          <p:spPr>
            <a:xfrm>
              <a:off x="5270425" y="3560875"/>
              <a:ext cx="121425" cy="168700"/>
            </a:xfrm>
            <a:custGeom>
              <a:rect b="b" l="l" r="r" t="t"/>
              <a:pathLst>
                <a:path extrusionOk="0" h="6748" w="4857">
                  <a:moveTo>
                    <a:pt x="4739" y="1"/>
                  </a:moveTo>
                  <a:cubicBezTo>
                    <a:pt x="4702" y="1"/>
                    <a:pt x="4667" y="21"/>
                    <a:pt x="4649" y="55"/>
                  </a:cubicBezTo>
                  <a:cubicBezTo>
                    <a:pt x="3399" y="2416"/>
                    <a:pt x="1848" y="4610"/>
                    <a:pt x="39" y="6575"/>
                  </a:cubicBezTo>
                  <a:cubicBezTo>
                    <a:pt x="0" y="6616"/>
                    <a:pt x="3" y="6682"/>
                    <a:pt x="45" y="6721"/>
                  </a:cubicBezTo>
                  <a:cubicBezTo>
                    <a:pt x="65" y="6739"/>
                    <a:pt x="90" y="6748"/>
                    <a:pt x="115" y="6748"/>
                  </a:cubicBezTo>
                  <a:cubicBezTo>
                    <a:pt x="142" y="6748"/>
                    <a:pt x="171" y="6736"/>
                    <a:pt x="190" y="6715"/>
                  </a:cubicBezTo>
                  <a:cubicBezTo>
                    <a:pt x="2013" y="4737"/>
                    <a:pt x="3572" y="2528"/>
                    <a:pt x="4829" y="152"/>
                  </a:cubicBezTo>
                  <a:cubicBezTo>
                    <a:pt x="4856" y="101"/>
                    <a:pt x="4837" y="38"/>
                    <a:pt x="4787" y="13"/>
                  </a:cubicBezTo>
                  <a:cubicBezTo>
                    <a:pt x="4772" y="5"/>
                    <a:pt x="4755" y="1"/>
                    <a:pt x="473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61"/>
            <p:cNvSpPr/>
            <p:nvPr/>
          </p:nvSpPr>
          <p:spPr>
            <a:xfrm>
              <a:off x="5319500" y="3640450"/>
              <a:ext cx="53300" cy="69325"/>
            </a:xfrm>
            <a:custGeom>
              <a:rect b="b" l="l" r="r" t="t"/>
              <a:pathLst>
                <a:path extrusionOk="0" h="2773" w="2132">
                  <a:moveTo>
                    <a:pt x="2015" y="0"/>
                  </a:moveTo>
                  <a:cubicBezTo>
                    <a:pt x="1981" y="0"/>
                    <a:pt x="1948" y="17"/>
                    <a:pt x="1929" y="48"/>
                  </a:cubicBezTo>
                  <a:cubicBezTo>
                    <a:pt x="1359" y="939"/>
                    <a:pt x="723" y="1799"/>
                    <a:pt x="38" y="2603"/>
                  </a:cubicBezTo>
                  <a:cubicBezTo>
                    <a:pt x="0" y="2647"/>
                    <a:pt x="6" y="2711"/>
                    <a:pt x="50" y="2748"/>
                  </a:cubicBezTo>
                  <a:cubicBezTo>
                    <a:pt x="69" y="2765"/>
                    <a:pt x="93" y="2772"/>
                    <a:pt x="115" y="2772"/>
                  </a:cubicBezTo>
                  <a:cubicBezTo>
                    <a:pt x="145" y="2772"/>
                    <a:pt x="173" y="2760"/>
                    <a:pt x="194" y="2736"/>
                  </a:cubicBezTo>
                  <a:cubicBezTo>
                    <a:pt x="885" y="1924"/>
                    <a:pt x="1527" y="1057"/>
                    <a:pt x="2102" y="158"/>
                  </a:cubicBezTo>
                  <a:cubicBezTo>
                    <a:pt x="2132" y="111"/>
                    <a:pt x="2118" y="47"/>
                    <a:pt x="2071" y="17"/>
                  </a:cubicBezTo>
                  <a:cubicBezTo>
                    <a:pt x="2054" y="5"/>
                    <a:pt x="2034" y="0"/>
                    <a:pt x="201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61"/>
            <p:cNvSpPr/>
            <p:nvPr/>
          </p:nvSpPr>
          <p:spPr>
            <a:xfrm>
              <a:off x="5199675" y="3444950"/>
              <a:ext cx="522850" cy="473850"/>
            </a:xfrm>
            <a:custGeom>
              <a:rect b="b" l="l" r="r" t="t"/>
              <a:pathLst>
                <a:path extrusionOk="0" h="18954" w="20914">
                  <a:moveTo>
                    <a:pt x="5743" y="0"/>
                  </a:moveTo>
                  <a:cubicBezTo>
                    <a:pt x="5586" y="0"/>
                    <a:pt x="5424" y="6"/>
                    <a:pt x="5259" y="17"/>
                  </a:cubicBezTo>
                  <a:cubicBezTo>
                    <a:pt x="4911" y="17"/>
                    <a:pt x="4584" y="48"/>
                    <a:pt x="4274" y="109"/>
                  </a:cubicBezTo>
                  <a:cubicBezTo>
                    <a:pt x="8950" y="190"/>
                    <a:pt x="10801" y="3848"/>
                    <a:pt x="10801" y="8353"/>
                  </a:cubicBezTo>
                  <a:cubicBezTo>
                    <a:pt x="10801" y="12858"/>
                    <a:pt x="9367" y="17188"/>
                    <a:pt x="4119" y="17188"/>
                  </a:cubicBezTo>
                  <a:cubicBezTo>
                    <a:pt x="2430" y="17188"/>
                    <a:pt x="1056" y="16557"/>
                    <a:pt x="0" y="15524"/>
                  </a:cubicBezTo>
                  <a:lnTo>
                    <a:pt x="0" y="15524"/>
                  </a:lnTo>
                  <a:cubicBezTo>
                    <a:pt x="66" y="15754"/>
                    <a:pt x="135" y="15937"/>
                    <a:pt x="202" y="16067"/>
                  </a:cubicBezTo>
                  <a:cubicBezTo>
                    <a:pt x="1151" y="17902"/>
                    <a:pt x="3569" y="18954"/>
                    <a:pt x="10209" y="18954"/>
                  </a:cubicBezTo>
                  <a:cubicBezTo>
                    <a:pt x="17482" y="18954"/>
                    <a:pt x="20914" y="17667"/>
                    <a:pt x="20515" y="16340"/>
                  </a:cubicBezTo>
                  <a:cubicBezTo>
                    <a:pt x="20320" y="15688"/>
                    <a:pt x="18193" y="15086"/>
                    <a:pt x="16288" y="14624"/>
                  </a:cubicBezTo>
                  <a:cubicBezTo>
                    <a:pt x="14613" y="14219"/>
                    <a:pt x="13690" y="12892"/>
                    <a:pt x="13343" y="11968"/>
                  </a:cubicBezTo>
                  <a:cubicBezTo>
                    <a:pt x="11692" y="8031"/>
                    <a:pt x="11836" y="0"/>
                    <a:pt x="5743" y="0"/>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61"/>
            <p:cNvSpPr/>
            <p:nvPr/>
          </p:nvSpPr>
          <p:spPr>
            <a:xfrm>
              <a:off x="5347850" y="3468500"/>
              <a:ext cx="47075" cy="25700"/>
            </a:xfrm>
            <a:custGeom>
              <a:rect b="b" l="l" r="r" t="t"/>
              <a:pathLst>
                <a:path extrusionOk="0" h="1028" w="1883">
                  <a:moveTo>
                    <a:pt x="114" y="1"/>
                  </a:moveTo>
                  <a:cubicBezTo>
                    <a:pt x="69" y="1"/>
                    <a:pt x="28" y="31"/>
                    <a:pt x="16" y="76"/>
                  </a:cubicBezTo>
                  <a:cubicBezTo>
                    <a:pt x="1" y="131"/>
                    <a:pt x="34" y="188"/>
                    <a:pt x="87" y="202"/>
                  </a:cubicBezTo>
                  <a:cubicBezTo>
                    <a:pt x="623" y="346"/>
                    <a:pt x="1168" y="617"/>
                    <a:pt x="1705" y="1008"/>
                  </a:cubicBezTo>
                  <a:cubicBezTo>
                    <a:pt x="1725" y="1020"/>
                    <a:pt x="1746" y="1027"/>
                    <a:pt x="1767" y="1027"/>
                  </a:cubicBezTo>
                  <a:cubicBezTo>
                    <a:pt x="1798" y="1027"/>
                    <a:pt x="1829" y="1012"/>
                    <a:pt x="1849" y="984"/>
                  </a:cubicBezTo>
                  <a:cubicBezTo>
                    <a:pt x="1883" y="939"/>
                    <a:pt x="1872" y="873"/>
                    <a:pt x="1826" y="840"/>
                  </a:cubicBezTo>
                  <a:cubicBezTo>
                    <a:pt x="1268" y="436"/>
                    <a:pt x="701" y="154"/>
                    <a:pt x="141" y="5"/>
                  </a:cubicBezTo>
                  <a:cubicBezTo>
                    <a:pt x="132" y="2"/>
                    <a:pt x="123" y="1"/>
                    <a:pt x="1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61"/>
            <p:cNvSpPr/>
            <p:nvPr/>
          </p:nvSpPr>
          <p:spPr>
            <a:xfrm>
              <a:off x="5219675" y="3465250"/>
              <a:ext cx="108625" cy="102825"/>
            </a:xfrm>
            <a:custGeom>
              <a:rect b="b" l="l" r="r" t="t"/>
              <a:pathLst>
                <a:path extrusionOk="0" h="4113" w="4345">
                  <a:moveTo>
                    <a:pt x="4241" y="0"/>
                  </a:moveTo>
                  <a:cubicBezTo>
                    <a:pt x="3710" y="3"/>
                    <a:pt x="3145" y="26"/>
                    <a:pt x="2593" y="264"/>
                  </a:cubicBezTo>
                  <a:cubicBezTo>
                    <a:pt x="1124" y="899"/>
                    <a:pt x="297" y="2605"/>
                    <a:pt x="12" y="3989"/>
                  </a:cubicBezTo>
                  <a:cubicBezTo>
                    <a:pt x="0" y="4045"/>
                    <a:pt x="36" y="4099"/>
                    <a:pt x="91" y="4111"/>
                  </a:cubicBezTo>
                  <a:cubicBezTo>
                    <a:pt x="99" y="4113"/>
                    <a:pt x="106" y="4113"/>
                    <a:pt x="112" y="4113"/>
                  </a:cubicBezTo>
                  <a:cubicBezTo>
                    <a:pt x="160" y="4113"/>
                    <a:pt x="203" y="4080"/>
                    <a:pt x="212" y="4030"/>
                  </a:cubicBezTo>
                  <a:cubicBezTo>
                    <a:pt x="487" y="2697"/>
                    <a:pt x="1278" y="1057"/>
                    <a:pt x="2674" y="454"/>
                  </a:cubicBezTo>
                  <a:cubicBezTo>
                    <a:pt x="3190" y="230"/>
                    <a:pt x="3732" y="208"/>
                    <a:pt x="4243" y="205"/>
                  </a:cubicBezTo>
                  <a:cubicBezTo>
                    <a:pt x="4299" y="205"/>
                    <a:pt x="4344" y="158"/>
                    <a:pt x="4344" y="102"/>
                  </a:cubicBezTo>
                  <a:cubicBezTo>
                    <a:pt x="4344" y="45"/>
                    <a:pt x="4298" y="0"/>
                    <a:pt x="424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729" name="Google Shape;729;p61"/>
          <p:cNvCxnSpPr/>
          <p:nvPr/>
        </p:nvCxnSpPr>
        <p:spPr>
          <a:xfrm>
            <a:off x="5811350" y="4261425"/>
            <a:ext cx="2862000" cy="0"/>
          </a:xfrm>
          <a:prstGeom prst="straightConnector1">
            <a:avLst/>
          </a:prstGeom>
          <a:noFill/>
          <a:ln cap="flat" cmpd="sng" w="9525">
            <a:solidFill>
              <a:schemeClr val="accent1"/>
            </a:solidFill>
            <a:prstDash val="solid"/>
            <a:round/>
            <a:headEnd len="sm" w="sm" type="none"/>
            <a:tailEnd len="sm" w="sm" type="none"/>
          </a:ln>
        </p:spPr>
      </p:cxnSp>
      <p:grpSp>
        <p:nvGrpSpPr>
          <p:cNvPr id="730" name="Google Shape;730;p61"/>
          <p:cNvGrpSpPr/>
          <p:nvPr/>
        </p:nvGrpSpPr>
        <p:grpSpPr>
          <a:xfrm>
            <a:off x="7644967" y="3005293"/>
            <a:ext cx="1232258" cy="2138552"/>
            <a:chOff x="7756644" y="2736275"/>
            <a:chExt cx="1387366" cy="2407737"/>
          </a:xfrm>
        </p:grpSpPr>
        <p:sp>
          <p:nvSpPr>
            <p:cNvPr id="731" name="Google Shape;731;p61"/>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61"/>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61"/>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61"/>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61"/>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61"/>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61"/>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61"/>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61"/>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40" name="Google Shape;740;p61"/>
          <p:cNvSpPr txBox="1"/>
          <p:nvPr>
            <p:ph idx="3" type="title"/>
          </p:nvPr>
        </p:nvSpPr>
        <p:spPr>
          <a:xfrm>
            <a:off x="715025" y="2420100"/>
            <a:ext cx="692700" cy="515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1900"/>
              <a:t>05</a:t>
            </a:r>
            <a:endParaRPr sz="1900"/>
          </a:p>
        </p:txBody>
      </p:sp>
      <p:sp>
        <p:nvSpPr>
          <p:cNvPr id="741" name="Google Shape;741;p61"/>
          <p:cNvSpPr txBox="1"/>
          <p:nvPr>
            <p:ph idx="4" type="subTitle"/>
          </p:nvPr>
        </p:nvSpPr>
        <p:spPr>
          <a:xfrm>
            <a:off x="1407725" y="2420100"/>
            <a:ext cx="7021200" cy="51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sz="1900"/>
              <a:t>Foro de la semana</a:t>
            </a:r>
            <a:endParaRPr sz="1900"/>
          </a:p>
        </p:txBody>
      </p:sp>
      <p:cxnSp>
        <p:nvCxnSpPr>
          <p:cNvPr id="742" name="Google Shape;742;p61"/>
          <p:cNvCxnSpPr/>
          <p:nvPr/>
        </p:nvCxnSpPr>
        <p:spPr>
          <a:xfrm>
            <a:off x="5811400" y="5723575"/>
            <a:ext cx="2862000" cy="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62"/>
          <p:cNvSpPr txBox="1"/>
          <p:nvPr>
            <p:ph type="title"/>
          </p:nvPr>
        </p:nvSpPr>
        <p:spPr>
          <a:xfrm>
            <a:off x="715000" y="1272400"/>
            <a:ext cx="7574400" cy="110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Enunciado Fase 3</a:t>
            </a:r>
            <a:endParaRPr/>
          </a:p>
        </p:txBody>
      </p:sp>
      <p:grpSp>
        <p:nvGrpSpPr>
          <p:cNvPr id="748" name="Google Shape;748;p62"/>
          <p:cNvGrpSpPr/>
          <p:nvPr/>
        </p:nvGrpSpPr>
        <p:grpSpPr>
          <a:xfrm>
            <a:off x="6257535" y="4215156"/>
            <a:ext cx="2171371" cy="280006"/>
            <a:chOff x="6257536" y="4048506"/>
            <a:chExt cx="2171371" cy="280006"/>
          </a:xfrm>
        </p:grpSpPr>
        <p:sp>
          <p:nvSpPr>
            <p:cNvPr id="749" name="Google Shape;749;p62"/>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62"/>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62"/>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62"/>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62"/>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62"/>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62"/>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62"/>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62"/>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58" name="Google Shape;758;p62"/>
          <p:cNvGrpSpPr/>
          <p:nvPr/>
        </p:nvGrpSpPr>
        <p:grpSpPr>
          <a:xfrm flipH="1">
            <a:off x="6257535" y="4495142"/>
            <a:ext cx="2171371" cy="280006"/>
            <a:chOff x="3089386" y="3331718"/>
            <a:chExt cx="2171371" cy="280006"/>
          </a:xfrm>
        </p:grpSpPr>
        <p:sp>
          <p:nvSpPr>
            <p:cNvPr id="759" name="Google Shape;759;p62"/>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62"/>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62"/>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62"/>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62"/>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62"/>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62"/>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62"/>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62"/>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68" name="Google Shape;768;p62"/>
          <p:cNvGrpSpPr/>
          <p:nvPr/>
        </p:nvGrpSpPr>
        <p:grpSpPr>
          <a:xfrm>
            <a:off x="228598" y="3541365"/>
            <a:ext cx="1394821" cy="1602629"/>
            <a:chOff x="2787272" y="3659659"/>
            <a:chExt cx="825777" cy="948750"/>
          </a:xfrm>
        </p:grpSpPr>
        <p:sp>
          <p:nvSpPr>
            <p:cNvPr id="769" name="Google Shape;769;p62"/>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62"/>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62"/>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62"/>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62"/>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62"/>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62"/>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62"/>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62"/>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8" name="Google Shape;778;p62"/>
          <p:cNvGrpSpPr/>
          <p:nvPr/>
        </p:nvGrpSpPr>
        <p:grpSpPr>
          <a:xfrm flipH="1">
            <a:off x="6397045" y="3726921"/>
            <a:ext cx="1892350" cy="244109"/>
            <a:chOff x="6257536" y="4048506"/>
            <a:chExt cx="2171371" cy="280006"/>
          </a:xfrm>
        </p:grpSpPr>
        <p:sp>
          <p:nvSpPr>
            <p:cNvPr id="779" name="Google Shape;779;p62"/>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62"/>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62"/>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62"/>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62"/>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62"/>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62"/>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62"/>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62"/>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8" name="Google Shape;788;p62"/>
          <p:cNvGrpSpPr/>
          <p:nvPr/>
        </p:nvGrpSpPr>
        <p:grpSpPr>
          <a:xfrm>
            <a:off x="6397045" y="3971047"/>
            <a:ext cx="1892350" cy="244109"/>
            <a:chOff x="3089386" y="3331718"/>
            <a:chExt cx="2171371" cy="280006"/>
          </a:xfrm>
        </p:grpSpPr>
        <p:sp>
          <p:nvSpPr>
            <p:cNvPr id="789" name="Google Shape;789;p62"/>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62"/>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62"/>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62"/>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62"/>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62"/>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62"/>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62"/>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62"/>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798" name="Google Shape;798;p62"/>
          <p:cNvCxnSpPr/>
          <p:nvPr/>
        </p:nvCxnSpPr>
        <p:spPr>
          <a:xfrm>
            <a:off x="5811350" y="4775150"/>
            <a:ext cx="2862000" cy="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63"/>
          <p:cNvSpPr txBox="1"/>
          <p:nvPr>
            <p:ph type="title"/>
          </p:nvPr>
        </p:nvSpPr>
        <p:spPr>
          <a:xfrm>
            <a:off x="715100" y="1641875"/>
            <a:ext cx="7574400" cy="110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Asistencia</a:t>
            </a:r>
            <a:endParaRPr/>
          </a:p>
        </p:txBody>
      </p:sp>
      <p:grpSp>
        <p:nvGrpSpPr>
          <p:cNvPr id="804" name="Google Shape;804;p63"/>
          <p:cNvGrpSpPr/>
          <p:nvPr/>
        </p:nvGrpSpPr>
        <p:grpSpPr>
          <a:xfrm>
            <a:off x="6257535" y="4215156"/>
            <a:ext cx="2171371" cy="280006"/>
            <a:chOff x="6257536" y="4048506"/>
            <a:chExt cx="2171371" cy="280006"/>
          </a:xfrm>
        </p:grpSpPr>
        <p:sp>
          <p:nvSpPr>
            <p:cNvPr id="805" name="Google Shape;805;p63"/>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63"/>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63"/>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63"/>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63"/>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63"/>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63"/>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63"/>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63"/>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4" name="Google Shape;814;p63"/>
          <p:cNvGrpSpPr/>
          <p:nvPr/>
        </p:nvGrpSpPr>
        <p:grpSpPr>
          <a:xfrm flipH="1">
            <a:off x="6257535" y="4495142"/>
            <a:ext cx="2171371" cy="280006"/>
            <a:chOff x="3089386" y="3331718"/>
            <a:chExt cx="2171371" cy="280006"/>
          </a:xfrm>
        </p:grpSpPr>
        <p:sp>
          <p:nvSpPr>
            <p:cNvPr id="815" name="Google Shape;815;p63"/>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63"/>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63"/>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63"/>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63"/>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63"/>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63"/>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63"/>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63"/>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4" name="Google Shape;824;p63"/>
          <p:cNvGrpSpPr/>
          <p:nvPr/>
        </p:nvGrpSpPr>
        <p:grpSpPr>
          <a:xfrm>
            <a:off x="228598" y="3541365"/>
            <a:ext cx="1394821" cy="1602629"/>
            <a:chOff x="2787272" y="3659659"/>
            <a:chExt cx="825777" cy="948750"/>
          </a:xfrm>
        </p:grpSpPr>
        <p:sp>
          <p:nvSpPr>
            <p:cNvPr id="825" name="Google Shape;825;p63"/>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63"/>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63"/>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p63"/>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63"/>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63"/>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63"/>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63"/>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63"/>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34" name="Google Shape;834;p63"/>
          <p:cNvGrpSpPr/>
          <p:nvPr/>
        </p:nvGrpSpPr>
        <p:grpSpPr>
          <a:xfrm flipH="1">
            <a:off x="6397045" y="3726921"/>
            <a:ext cx="1892350" cy="244109"/>
            <a:chOff x="6257536" y="4048506"/>
            <a:chExt cx="2171371" cy="280006"/>
          </a:xfrm>
        </p:grpSpPr>
        <p:sp>
          <p:nvSpPr>
            <p:cNvPr id="835" name="Google Shape;835;p63"/>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63"/>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63"/>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63"/>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63"/>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63"/>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63"/>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63"/>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63"/>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44" name="Google Shape;844;p63"/>
          <p:cNvGrpSpPr/>
          <p:nvPr/>
        </p:nvGrpSpPr>
        <p:grpSpPr>
          <a:xfrm>
            <a:off x="6397045" y="3971047"/>
            <a:ext cx="1892350" cy="244109"/>
            <a:chOff x="3089386" y="3331718"/>
            <a:chExt cx="2171371" cy="280006"/>
          </a:xfrm>
        </p:grpSpPr>
        <p:sp>
          <p:nvSpPr>
            <p:cNvPr id="845" name="Google Shape;845;p63"/>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63"/>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63"/>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63"/>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63"/>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63"/>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63"/>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63"/>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63"/>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854" name="Google Shape;854;p63"/>
          <p:cNvCxnSpPr/>
          <p:nvPr/>
        </p:nvCxnSpPr>
        <p:spPr>
          <a:xfrm>
            <a:off x="5811350" y="4775150"/>
            <a:ext cx="2862000" cy="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64"/>
          <p:cNvSpPr txBox="1"/>
          <p:nvPr>
            <p:ph type="title"/>
          </p:nvPr>
        </p:nvSpPr>
        <p:spPr>
          <a:xfrm>
            <a:off x="715100" y="1641875"/>
            <a:ext cx="7574400" cy="110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Pruebas de software</a:t>
            </a:r>
            <a:endParaRPr/>
          </a:p>
          <a:p>
            <a:pPr indent="0" lvl="0" marL="0" rtl="0" algn="l">
              <a:lnSpc>
                <a:spcPct val="100000"/>
              </a:lnSpc>
              <a:spcBef>
                <a:spcPts val="0"/>
              </a:spcBef>
              <a:spcAft>
                <a:spcPts val="0"/>
              </a:spcAft>
              <a:buSzPts val="3600"/>
              <a:buNone/>
            </a:pPr>
            <a:r>
              <a:t/>
            </a:r>
            <a:endParaRPr/>
          </a:p>
        </p:txBody>
      </p:sp>
      <p:grpSp>
        <p:nvGrpSpPr>
          <p:cNvPr id="860" name="Google Shape;860;p64"/>
          <p:cNvGrpSpPr/>
          <p:nvPr/>
        </p:nvGrpSpPr>
        <p:grpSpPr>
          <a:xfrm>
            <a:off x="6257535" y="4215156"/>
            <a:ext cx="2171371" cy="280006"/>
            <a:chOff x="6257536" y="4048506"/>
            <a:chExt cx="2171371" cy="280006"/>
          </a:xfrm>
        </p:grpSpPr>
        <p:sp>
          <p:nvSpPr>
            <p:cNvPr id="861" name="Google Shape;861;p64"/>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p64"/>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64"/>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64"/>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64"/>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64"/>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64"/>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p64"/>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p64"/>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70" name="Google Shape;870;p64"/>
          <p:cNvGrpSpPr/>
          <p:nvPr/>
        </p:nvGrpSpPr>
        <p:grpSpPr>
          <a:xfrm flipH="1">
            <a:off x="6257535" y="4495142"/>
            <a:ext cx="2171371" cy="280006"/>
            <a:chOff x="3089386" y="3331718"/>
            <a:chExt cx="2171371" cy="280006"/>
          </a:xfrm>
        </p:grpSpPr>
        <p:sp>
          <p:nvSpPr>
            <p:cNvPr id="871" name="Google Shape;871;p64"/>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64"/>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64"/>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64"/>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64"/>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64"/>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p64"/>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64"/>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64"/>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80" name="Google Shape;880;p64"/>
          <p:cNvGrpSpPr/>
          <p:nvPr/>
        </p:nvGrpSpPr>
        <p:grpSpPr>
          <a:xfrm>
            <a:off x="228598" y="3541365"/>
            <a:ext cx="1394821" cy="1602629"/>
            <a:chOff x="2787272" y="3659659"/>
            <a:chExt cx="825777" cy="948750"/>
          </a:xfrm>
        </p:grpSpPr>
        <p:sp>
          <p:nvSpPr>
            <p:cNvPr id="881" name="Google Shape;881;p64"/>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64"/>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64"/>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64"/>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64"/>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64"/>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64"/>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64"/>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64"/>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0" name="Google Shape;890;p64"/>
          <p:cNvGrpSpPr/>
          <p:nvPr/>
        </p:nvGrpSpPr>
        <p:grpSpPr>
          <a:xfrm flipH="1">
            <a:off x="6397045" y="3726921"/>
            <a:ext cx="1892350" cy="244109"/>
            <a:chOff x="6257536" y="4048506"/>
            <a:chExt cx="2171371" cy="280006"/>
          </a:xfrm>
        </p:grpSpPr>
        <p:sp>
          <p:nvSpPr>
            <p:cNvPr id="891" name="Google Shape;891;p64"/>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p64"/>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64"/>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64"/>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64"/>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64"/>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64"/>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p64"/>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64"/>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00" name="Google Shape;900;p64"/>
          <p:cNvGrpSpPr/>
          <p:nvPr/>
        </p:nvGrpSpPr>
        <p:grpSpPr>
          <a:xfrm>
            <a:off x="6397045" y="3971047"/>
            <a:ext cx="1892350" cy="244109"/>
            <a:chOff x="3089386" y="3331718"/>
            <a:chExt cx="2171371" cy="280006"/>
          </a:xfrm>
        </p:grpSpPr>
        <p:sp>
          <p:nvSpPr>
            <p:cNvPr id="901" name="Google Shape;901;p64"/>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64"/>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64"/>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64"/>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64"/>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64"/>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p64"/>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64"/>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64"/>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910" name="Google Shape;910;p64"/>
          <p:cNvCxnSpPr/>
          <p:nvPr/>
        </p:nvCxnSpPr>
        <p:spPr>
          <a:xfrm>
            <a:off x="5811350" y="4775150"/>
            <a:ext cx="2862000" cy="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65"/>
          <p:cNvSpPr txBox="1"/>
          <p:nvPr>
            <p:ph idx="1" type="subTitle"/>
          </p:nvPr>
        </p:nvSpPr>
        <p:spPr>
          <a:xfrm>
            <a:off x="715050" y="1223425"/>
            <a:ext cx="7533300" cy="3614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2100"/>
              <a:t>Las pruebas de software son un proceso fundamental para garantizar la calidad y el correcto funcionamiento de los sistemas informáticos. Permiten identificar y corregir errores antes de que el software se ponga en producción, lo que ahorra tiempo y recursos.</a:t>
            </a:r>
            <a:endParaRPr sz="2100"/>
          </a:p>
          <a:p>
            <a:pPr indent="0" lvl="0" marL="0" rtl="0" algn="l">
              <a:lnSpc>
                <a:spcPct val="100000"/>
              </a:lnSpc>
              <a:spcBef>
                <a:spcPts val="0"/>
              </a:spcBef>
              <a:spcAft>
                <a:spcPts val="0"/>
              </a:spcAft>
              <a:buSzPts val="1200"/>
              <a:buNone/>
            </a:pPr>
            <a:r>
              <a:t/>
            </a:r>
            <a:endParaRPr sz="2000"/>
          </a:p>
          <a:p>
            <a:pPr indent="0" lvl="0" marL="0" rtl="0" algn="l">
              <a:lnSpc>
                <a:spcPct val="100000"/>
              </a:lnSpc>
              <a:spcBef>
                <a:spcPts val="0"/>
              </a:spcBef>
              <a:spcAft>
                <a:spcPts val="0"/>
              </a:spcAft>
              <a:buSzPts val="1200"/>
              <a:buNone/>
            </a:pPr>
            <a:r>
              <a:t/>
            </a:r>
            <a:endParaRPr sz="1300"/>
          </a:p>
        </p:txBody>
      </p:sp>
      <p:sp>
        <p:nvSpPr>
          <p:cNvPr id="916" name="Google Shape;916;p65"/>
          <p:cNvSpPr txBox="1"/>
          <p:nvPr>
            <p:ph type="title"/>
          </p:nvPr>
        </p:nvSpPr>
        <p:spPr>
          <a:xfrm>
            <a:off x="715050" y="53500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Introducción a las pruebas de software</a:t>
            </a:r>
            <a:endParaRPr/>
          </a:p>
          <a:p>
            <a:pPr indent="0" lvl="0" marL="0" rtl="0" algn="l">
              <a:lnSpc>
                <a:spcPct val="100000"/>
              </a:lnSpc>
              <a:spcBef>
                <a:spcPts val="0"/>
              </a:spcBef>
              <a:spcAft>
                <a:spcPts val="0"/>
              </a:spcAft>
              <a:buSzPts val="3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66"/>
          <p:cNvSpPr txBox="1"/>
          <p:nvPr>
            <p:ph idx="4294967295" type="subTitle"/>
          </p:nvPr>
        </p:nvSpPr>
        <p:spPr>
          <a:xfrm>
            <a:off x="715050" y="1575075"/>
            <a:ext cx="7094400" cy="2085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800" u="none" cap="none" strike="noStrike">
                <a:solidFill>
                  <a:schemeClr val="accent1"/>
                </a:solidFill>
                <a:latin typeface="Albert Sans"/>
                <a:ea typeface="Albert Sans"/>
                <a:cs typeface="Albert Sans"/>
                <a:sym typeface="Albert Sans"/>
              </a:rPr>
              <a:t>Las pruebas de software son fundamentales en el desarrollo de sistemas, ya que los defectos pueden afectar la reputación de una empresa, generar pérdidas económicas y provocar fallos críticos en sistemas interconectados. Un ejemplo de esto ocurrió en 2024, cuando un error en una actualización de software afectó a Delta Air Lines, causando cancelaciones masivas y pérdidas millonarias. La implementación de pruebas permite identificar problemas desde etapas tempranas, como errores de diseño, fallos funcionales, vulnerabilidades de seguridad y limitaciones de escalabilidad. De esta manera, se mejora la calidad del software, se reducen costos y se incrementa la satisfacción del usuario.</a:t>
            </a:r>
            <a:endParaRPr b="0" i="0" sz="18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
        <p:nvSpPr>
          <p:cNvPr id="922" name="Google Shape;922;p66"/>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¿Por qué son importantes las pruebas de software?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67"/>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Tipos de pruebas de software</a:t>
            </a:r>
            <a:endParaRPr/>
          </a:p>
          <a:p>
            <a:pPr indent="0" lvl="0" marL="0" rtl="0" algn="l">
              <a:lnSpc>
                <a:spcPct val="100000"/>
              </a:lnSpc>
              <a:spcBef>
                <a:spcPts val="0"/>
              </a:spcBef>
              <a:spcAft>
                <a:spcPts val="0"/>
              </a:spcAft>
              <a:buSzPts val="3000"/>
              <a:buNone/>
            </a:pPr>
            <a:r>
              <a:t/>
            </a:r>
            <a:endParaRPr/>
          </a:p>
        </p:txBody>
      </p:sp>
      <p:pic>
        <p:nvPicPr>
          <p:cNvPr descr="preencoded.png" id="928" name="Google Shape;928;p67"/>
          <p:cNvPicPr preferRelativeResize="0"/>
          <p:nvPr/>
        </p:nvPicPr>
        <p:blipFill rotWithShape="1">
          <a:blip r:embed="rId3">
            <a:alphaModFix/>
          </a:blip>
          <a:srcRect b="0" l="0" r="0" t="0"/>
          <a:stretch/>
        </p:blipFill>
        <p:spPr>
          <a:xfrm>
            <a:off x="2414123" y="1374225"/>
            <a:ext cx="4315776" cy="3240501"/>
          </a:xfrm>
          <a:prstGeom prst="rect">
            <a:avLst/>
          </a:prstGeom>
          <a:noFill/>
          <a:ln>
            <a:noFill/>
          </a:ln>
        </p:spPr>
      </p:pic>
      <p:sp>
        <p:nvSpPr>
          <p:cNvPr id="929" name="Google Shape;929;p67"/>
          <p:cNvSpPr txBox="1"/>
          <p:nvPr/>
        </p:nvSpPr>
        <p:spPr>
          <a:xfrm>
            <a:off x="379800" y="2200375"/>
            <a:ext cx="1833900" cy="158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accent1"/>
                </a:solidFill>
                <a:latin typeface="Albert Sans"/>
                <a:ea typeface="Albert Sans"/>
                <a:cs typeface="Albert Sans"/>
                <a:sym typeface="Albert Sans"/>
              </a:rPr>
              <a:t>Validan que el software cumpla con los requisitos especificados.</a:t>
            </a:r>
            <a:endParaRPr b="0" i="0" sz="1800" u="none" cap="none" strike="noStrike">
              <a:solidFill>
                <a:schemeClr val="accent1"/>
              </a:solidFill>
              <a:latin typeface="Albert Sans"/>
              <a:ea typeface="Albert Sans"/>
              <a:cs typeface="Albert Sans"/>
              <a:sym typeface="Albert Sans"/>
            </a:endParaRPr>
          </a:p>
        </p:txBody>
      </p:sp>
      <p:sp>
        <p:nvSpPr>
          <p:cNvPr id="930" name="Google Shape;930;p67"/>
          <p:cNvSpPr txBox="1"/>
          <p:nvPr/>
        </p:nvSpPr>
        <p:spPr>
          <a:xfrm>
            <a:off x="429750" y="1491525"/>
            <a:ext cx="1734000" cy="29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accent1"/>
                </a:solidFill>
                <a:latin typeface="Albert Sans"/>
                <a:ea typeface="Albert Sans"/>
                <a:cs typeface="Albert Sans"/>
                <a:sym typeface="Albert Sans"/>
              </a:rPr>
              <a:t>Pruebas Funcionales</a:t>
            </a:r>
            <a:endParaRPr b="1" i="0" sz="2000" u="none" cap="none" strike="noStrike">
              <a:solidFill>
                <a:schemeClr val="accent1"/>
              </a:solidFill>
              <a:latin typeface="Albert Sans"/>
              <a:ea typeface="Albert Sans"/>
              <a:cs typeface="Albert Sans"/>
              <a:sym typeface="Albert Sans"/>
            </a:endParaRPr>
          </a:p>
        </p:txBody>
      </p:sp>
      <p:sp>
        <p:nvSpPr>
          <p:cNvPr id="931" name="Google Shape;931;p67"/>
          <p:cNvSpPr txBox="1"/>
          <p:nvPr/>
        </p:nvSpPr>
        <p:spPr>
          <a:xfrm>
            <a:off x="6930325" y="2430550"/>
            <a:ext cx="1833900" cy="158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accent1"/>
                </a:solidFill>
                <a:latin typeface="Albert Sans"/>
                <a:ea typeface="Albert Sans"/>
                <a:cs typeface="Albert Sans"/>
                <a:sym typeface="Albert Sans"/>
              </a:rPr>
              <a:t>Evalúan aspectos como rendimiento, seguridad, usabilidad y compatibilidad.</a:t>
            </a:r>
            <a:endParaRPr b="0" i="0" sz="1800" u="none" cap="none" strike="noStrike">
              <a:solidFill>
                <a:schemeClr val="accent1"/>
              </a:solidFill>
              <a:latin typeface="Albert Sans"/>
              <a:ea typeface="Albert Sans"/>
              <a:cs typeface="Albert Sans"/>
              <a:sym typeface="Albert Sans"/>
            </a:endParaRPr>
          </a:p>
        </p:txBody>
      </p:sp>
      <p:sp>
        <p:nvSpPr>
          <p:cNvPr id="932" name="Google Shape;932;p67"/>
          <p:cNvSpPr txBox="1"/>
          <p:nvPr/>
        </p:nvSpPr>
        <p:spPr>
          <a:xfrm>
            <a:off x="6980275" y="1721700"/>
            <a:ext cx="1734000" cy="29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accent1"/>
                </a:solidFill>
                <a:latin typeface="Albert Sans"/>
                <a:ea typeface="Albert Sans"/>
                <a:cs typeface="Albert Sans"/>
                <a:sym typeface="Albert Sans"/>
              </a:rPr>
              <a:t>Pruebas No Funcionales</a:t>
            </a:r>
            <a:endParaRPr b="1" i="0" sz="2000" u="none" cap="none" strike="noStrike">
              <a:solidFill>
                <a:schemeClr val="accent1"/>
              </a:solidFill>
              <a:latin typeface="Albert Sans"/>
              <a:ea typeface="Albert Sans"/>
              <a:cs typeface="Albert Sans"/>
              <a:sym typeface="Albert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68"/>
          <p:cNvSpPr txBox="1"/>
          <p:nvPr>
            <p:ph idx="1" type="subTitle"/>
          </p:nvPr>
        </p:nvSpPr>
        <p:spPr>
          <a:xfrm>
            <a:off x="715050" y="1199800"/>
            <a:ext cx="7533300" cy="3045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2000"/>
              <a:t>Las pruebas funcionales son un tipo de pruebas de software que verifican que el sistema cumpla con los requisitos funcionales establecidos, evaluando que cada funcionalidad opere correctamente según lo esperado, sin considerar su implementación interna.</a:t>
            </a:r>
            <a:endParaRPr sz="2000"/>
          </a:p>
        </p:txBody>
      </p:sp>
      <p:sp>
        <p:nvSpPr>
          <p:cNvPr id="938" name="Google Shape;938;p68"/>
          <p:cNvSpPr txBox="1"/>
          <p:nvPr>
            <p:ph type="title"/>
          </p:nvPr>
        </p:nvSpPr>
        <p:spPr>
          <a:xfrm>
            <a:off x="715050" y="53500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Pruebas Funcionales</a:t>
            </a:r>
            <a:endParaRPr/>
          </a:p>
          <a:p>
            <a:pPr indent="0" lvl="0" marL="0" rtl="0" algn="l">
              <a:lnSpc>
                <a:spcPct val="100000"/>
              </a:lnSpc>
              <a:spcBef>
                <a:spcPts val="0"/>
              </a:spcBef>
              <a:spcAft>
                <a:spcPts val="0"/>
              </a:spcAft>
              <a:buSzPts val="3000"/>
              <a:buNone/>
            </a:pPr>
            <a:r>
              <a:t/>
            </a:r>
            <a:endParaRPr/>
          </a:p>
        </p:txBody>
      </p:sp>
      <p:pic>
        <p:nvPicPr>
          <p:cNvPr id="939" name="Google Shape;939;p68"/>
          <p:cNvPicPr preferRelativeResize="0"/>
          <p:nvPr/>
        </p:nvPicPr>
        <p:blipFill rotWithShape="1">
          <a:blip r:embed="rId3">
            <a:alphaModFix/>
          </a:blip>
          <a:srcRect b="0" l="0" r="0" t="0"/>
          <a:stretch/>
        </p:blipFill>
        <p:spPr>
          <a:xfrm>
            <a:off x="6057925" y="2883876"/>
            <a:ext cx="1932950" cy="1932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69"/>
          <p:cNvSpPr txBox="1"/>
          <p:nvPr>
            <p:ph type="title"/>
          </p:nvPr>
        </p:nvSpPr>
        <p:spPr>
          <a:xfrm>
            <a:off x="715100" y="1641875"/>
            <a:ext cx="7574400" cy="110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Tipos de pruebas funcionales</a:t>
            </a:r>
            <a:endParaRPr/>
          </a:p>
          <a:p>
            <a:pPr indent="0" lvl="0" marL="0" rtl="0" algn="l">
              <a:lnSpc>
                <a:spcPct val="100000"/>
              </a:lnSpc>
              <a:spcBef>
                <a:spcPts val="0"/>
              </a:spcBef>
              <a:spcAft>
                <a:spcPts val="0"/>
              </a:spcAft>
              <a:buSzPts val="3600"/>
              <a:buNone/>
            </a:pPr>
            <a:r>
              <a:t/>
            </a:r>
            <a:endParaRPr/>
          </a:p>
        </p:txBody>
      </p:sp>
      <p:grpSp>
        <p:nvGrpSpPr>
          <p:cNvPr id="945" name="Google Shape;945;p69"/>
          <p:cNvGrpSpPr/>
          <p:nvPr/>
        </p:nvGrpSpPr>
        <p:grpSpPr>
          <a:xfrm>
            <a:off x="6257535" y="4215156"/>
            <a:ext cx="2171371" cy="280006"/>
            <a:chOff x="6257536" y="4048506"/>
            <a:chExt cx="2171371" cy="280006"/>
          </a:xfrm>
        </p:grpSpPr>
        <p:sp>
          <p:nvSpPr>
            <p:cNvPr id="946" name="Google Shape;946;p69"/>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69"/>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69"/>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69"/>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69"/>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69"/>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69"/>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69"/>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69"/>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5" name="Google Shape;955;p69"/>
          <p:cNvGrpSpPr/>
          <p:nvPr/>
        </p:nvGrpSpPr>
        <p:grpSpPr>
          <a:xfrm flipH="1">
            <a:off x="6257535" y="4495142"/>
            <a:ext cx="2171371" cy="280006"/>
            <a:chOff x="3089386" y="3331718"/>
            <a:chExt cx="2171371" cy="280006"/>
          </a:xfrm>
        </p:grpSpPr>
        <p:sp>
          <p:nvSpPr>
            <p:cNvPr id="956" name="Google Shape;956;p69"/>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69"/>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69"/>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69"/>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69"/>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69"/>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69"/>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69"/>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69"/>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5" name="Google Shape;965;p69"/>
          <p:cNvGrpSpPr/>
          <p:nvPr/>
        </p:nvGrpSpPr>
        <p:grpSpPr>
          <a:xfrm>
            <a:off x="228598" y="3541365"/>
            <a:ext cx="1394821" cy="1602629"/>
            <a:chOff x="2787272" y="3659659"/>
            <a:chExt cx="825777" cy="948750"/>
          </a:xfrm>
        </p:grpSpPr>
        <p:sp>
          <p:nvSpPr>
            <p:cNvPr id="966" name="Google Shape;966;p69"/>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69"/>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69"/>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69"/>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69"/>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69"/>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69"/>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69"/>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69"/>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75" name="Google Shape;975;p69"/>
          <p:cNvGrpSpPr/>
          <p:nvPr/>
        </p:nvGrpSpPr>
        <p:grpSpPr>
          <a:xfrm flipH="1">
            <a:off x="6397045" y="3726921"/>
            <a:ext cx="1892350" cy="244109"/>
            <a:chOff x="6257536" y="4048506"/>
            <a:chExt cx="2171371" cy="280006"/>
          </a:xfrm>
        </p:grpSpPr>
        <p:sp>
          <p:nvSpPr>
            <p:cNvPr id="976" name="Google Shape;976;p69"/>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69"/>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69"/>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69"/>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69"/>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69"/>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69"/>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69"/>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69"/>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85" name="Google Shape;985;p69"/>
          <p:cNvGrpSpPr/>
          <p:nvPr/>
        </p:nvGrpSpPr>
        <p:grpSpPr>
          <a:xfrm>
            <a:off x="6397045" y="3971047"/>
            <a:ext cx="1892350" cy="244109"/>
            <a:chOff x="3089386" y="3331718"/>
            <a:chExt cx="2171371" cy="280006"/>
          </a:xfrm>
        </p:grpSpPr>
        <p:sp>
          <p:nvSpPr>
            <p:cNvPr id="986" name="Google Shape;986;p69"/>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69"/>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69"/>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69"/>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69"/>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69"/>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69"/>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69"/>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69"/>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995" name="Google Shape;995;p69"/>
          <p:cNvCxnSpPr/>
          <p:nvPr/>
        </p:nvCxnSpPr>
        <p:spPr>
          <a:xfrm>
            <a:off x="5811350" y="4775150"/>
            <a:ext cx="2862000" cy="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70"/>
          <p:cNvSpPr txBox="1"/>
          <p:nvPr>
            <p:ph idx="1" type="subTitle"/>
          </p:nvPr>
        </p:nvSpPr>
        <p:spPr>
          <a:xfrm>
            <a:off x="715050" y="1049250"/>
            <a:ext cx="7533300" cy="3045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800"/>
              <a:t>Las pruebas unitarias son la base de las pruebas funcionales. Se centran en verificar la menor parte testeable del software, como funciones y métodos individuales, para asegurarse de que se comporten como se espera. Es fundamental para detectar errores a nivel de componente antes de que el código avance a etapas de integración más complejas.</a:t>
            </a:r>
            <a:endParaRPr sz="1800"/>
          </a:p>
          <a:p>
            <a:pPr indent="0" lvl="0" marL="0" rtl="0" algn="l">
              <a:lnSpc>
                <a:spcPct val="100000"/>
              </a:lnSpc>
              <a:spcBef>
                <a:spcPts val="0"/>
              </a:spcBef>
              <a:spcAft>
                <a:spcPts val="0"/>
              </a:spcAft>
              <a:buSzPts val="1200"/>
              <a:buNone/>
            </a:pPr>
            <a:r>
              <a:rPr lang="en" sz="1800"/>
              <a:t>Se recomienda implementar pruebas unitarias durante las primeras etapas del desarrollo para garantizar una base de código sólida y confiable.</a:t>
            </a:r>
            <a:endParaRPr sz="1800"/>
          </a:p>
          <a:p>
            <a:pPr indent="0" lvl="0" marL="0" rtl="0" algn="l">
              <a:lnSpc>
                <a:spcPct val="100000"/>
              </a:lnSpc>
              <a:spcBef>
                <a:spcPts val="0"/>
              </a:spcBef>
              <a:spcAft>
                <a:spcPts val="0"/>
              </a:spcAft>
              <a:buSzPts val="1200"/>
              <a:buNone/>
            </a:pPr>
            <a:r>
              <a:t/>
            </a:r>
            <a:endParaRPr sz="2000"/>
          </a:p>
        </p:txBody>
      </p:sp>
      <p:sp>
        <p:nvSpPr>
          <p:cNvPr id="1001" name="Google Shape;1001;p70"/>
          <p:cNvSpPr txBox="1"/>
          <p:nvPr>
            <p:ph type="title"/>
          </p:nvPr>
        </p:nvSpPr>
        <p:spPr>
          <a:xfrm>
            <a:off x="715050" y="53500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Pruebas unitarias</a:t>
            </a:r>
            <a:endParaRPr/>
          </a:p>
        </p:txBody>
      </p:sp>
      <p:pic>
        <p:nvPicPr>
          <p:cNvPr id="1002" name="Google Shape;1002;p70"/>
          <p:cNvPicPr preferRelativeResize="0"/>
          <p:nvPr/>
        </p:nvPicPr>
        <p:blipFill rotWithShape="1">
          <a:blip r:embed="rId3">
            <a:alphaModFix/>
          </a:blip>
          <a:srcRect b="0" l="0" r="0" t="0"/>
          <a:stretch/>
        </p:blipFill>
        <p:spPr>
          <a:xfrm>
            <a:off x="5469750" y="3544775"/>
            <a:ext cx="2544000" cy="1242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71"/>
          <p:cNvSpPr txBox="1"/>
          <p:nvPr>
            <p:ph idx="1" type="subTitle"/>
          </p:nvPr>
        </p:nvSpPr>
        <p:spPr>
          <a:xfrm>
            <a:off x="715050" y="1127200"/>
            <a:ext cx="7533300" cy="3045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800"/>
              <a:t>Este tipo de pruebas evalúa la forma en que interactúan y operan varios módulos de aplicaciones de software de forma cohesiva. El sistema se divide en componentes conocidos como módulos o unidades. Cada módulo es responsable de una tarea específica. El verdadero desafío llega cuando combinamos estos componentes para desarrollar todo el sistema de software.</a:t>
            </a:r>
            <a:endParaRPr sz="1800"/>
          </a:p>
          <a:p>
            <a:pPr indent="0" lvl="0" marL="0" rtl="0" algn="l">
              <a:lnSpc>
                <a:spcPct val="100000"/>
              </a:lnSpc>
              <a:spcBef>
                <a:spcPts val="0"/>
              </a:spcBef>
              <a:spcAft>
                <a:spcPts val="0"/>
              </a:spcAft>
              <a:buSzPts val="1200"/>
              <a:buNone/>
            </a:pPr>
            <a:r>
              <a:t/>
            </a:r>
            <a:endParaRPr sz="2000"/>
          </a:p>
        </p:txBody>
      </p:sp>
      <p:sp>
        <p:nvSpPr>
          <p:cNvPr id="1008" name="Google Shape;1008;p71"/>
          <p:cNvSpPr txBox="1"/>
          <p:nvPr>
            <p:ph type="title"/>
          </p:nvPr>
        </p:nvSpPr>
        <p:spPr>
          <a:xfrm>
            <a:off x="715050" y="53500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Pruebas de integración</a:t>
            </a:r>
            <a:endParaRPr/>
          </a:p>
        </p:txBody>
      </p:sp>
      <p:pic>
        <p:nvPicPr>
          <p:cNvPr id="1009" name="Google Shape;1009;p71"/>
          <p:cNvPicPr preferRelativeResize="0"/>
          <p:nvPr/>
        </p:nvPicPr>
        <p:blipFill rotWithShape="1">
          <a:blip r:embed="rId3">
            <a:alphaModFix/>
          </a:blip>
          <a:srcRect b="0" l="0" r="0" t="0"/>
          <a:stretch/>
        </p:blipFill>
        <p:spPr>
          <a:xfrm>
            <a:off x="2857938" y="3062450"/>
            <a:ext cx="3247525" cy="1831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72"/>
          <p:cNvSpPr txBox="1"/>
          <p:nvPr/>
        </p:nvSpPr>
        <p:spPr>
          <a:xfrm>
            <a:off x="1848268" y="1338092"/>
            <a:ext cx="329700" cy="4008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2605"/>
              <a:buFont typeface="Arial"/>
              <a:buNone/>
            </a:pPr>
            <a:r>
              <a:rPr b="1" i="0" lang="en" sz="2605" u="none" cap="none" strike="noStrike">
                <a:solidFill>
                  <a:srgbClr val="FFFFFF"/>
                </a:solidFill>
                <a:latin typeface="Poppins"/>
                <a:ea typeface="Poppins"/>
                <a:cs typeface="Poppins"/>
                <a:sym typeface="Poppins"/>
              </a:rPr>
              <a:t>1</a:t>
            </a:r>
            <a:endParaRPr b="0" i="0" sz="721" u="none" cap="none" strike="noStrike">
              <a:solidFill>
                <a:srgbClr val="000000"/>
              </a:solidFill>
              <a:latin typeface="Arial"/>
              <a:ea typeface="Arial"/>
              <a:cs typeface="Arial"/>
              <a:sym typeface="Arial"/>
            </a:endParaRPr>
          </a:p>
        </p:txBody>
      </p:sp>
      <p:sp>
        <p:nvSpPr>
          <p:cNvPr id="1015" name="Google Shape;1015;p72"/>
          <p:cNvSpPr txBox="1"/>
          <p:nvPr/>
        </p:nvSpPr>
        <p:spPr>
          <a:xfrm>
            <a:off x="3553142" y="1338092"/>
            <a:ext cx="329700" cy="4008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2605"/>
              <a:buFont typeface="Arial"/>
              <a:buNone/>
            </a:pPr>
            <a:r>
              <a:rPr b="1" i="0" lang="en" sz="2605" u="none" cap="none" strike="noStrike">
                <a:solidFill>
                  <a:srgbClr val="FFFFFF"/>
                </a:solidFill>
                <a:latin typeface="Poppins"/>
                <a:ea typeface="Poppins"/>
                <a:cs typeface="Poppins"/>
                <a:sym typeface="Poppins"/>
              </a:rPr>
              <a:t>2</a:t>
            </a:r>
            <a:endParaRPr b="0" i="0" sz="721" u="none" cap="none" strike="noStrike">
              <a:solidFill>
                <a:srgbClr val="000000"/>
              </a:solidFill>
              <a:latin typeface="Arial"/>
              <a:ea typeface="Arial"/>
              <a:cs typeface="Arial"/>
              <a:sym typeface="Arial"/>
            </a:endParaRPr>
          </a:p>
        </p:txBody>
      </p:sp>
      <p:sp>
        <p:nvSpPr>
          <p:cNvPr id="1016" name="Google Shape;1016;p72"/>
          <p:cNvSpPr txBox="1"/>
          <p:nvPr/>
        </p:nvSpPr>
        <p:spPr>
          <a:xfrm>
            <a:off x="5259066" y="1338092"/>
            <a:ext cx="329700" cy="4008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2605"/>
              <a:buFont typeface="Arial"/>
              <a:buNone/>
            </a:pPr>
            <a:r>
              <a:rPr b="1" i="0" lang="en" sz="2605" u="none" cap="none" strike="noStrike">
                <a:solidFill>
                  <a:srgbClr val="FFFFFF"/>
                </a:solidFill>
                <a:latin typeface="Poppins"/>
                <a:ea typeface="Poppins"/>
                <a:cs typeface="Poppins"/>
                <a:sym typeface="Poppins"/>
              </a:rPr>
              <a:t>3</a:t>
            </a:r>
            <a:endParaRPr b="0" i="0" sz="721" u="none" cap="none" strike="noStrike">
              <a:solidFill>
                <a:srgbClr val="000000"/>
              </a:solidFill>
              <a:latin typeface="Arial"/>
              <a:ea typeface="Arial"/>
              <a:cs typeface="Arial"/>
              <a:sym typeface="Arial"/>
            </a:endParaRPr>
          </a:p>
        </p:txBody>
      </p:sp>
      <p:sp>
        <p:nvSpPr>
          <p:cNvPr id="1017" name="Google Shape;1017;p72"/>
          <p:cNvSpPr txBox="1"/>
          <p:nvPr/>
        </p:nvSpPr>
        <p:spPr>
          <a:xfrm>
            <a:off x="6961546" y="1338092"/>
            <a:ext cx="329700" cy="4008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2605"/>
              <a:buFont typeface="Arial"/>
              <a:buNone/>
            </a:pPr>
            <a:r>
              <a:rPr b="1" i="0" lang="en" sz="2605" u="none" cap="none" strike="noStrike">
                <a:solidFill>
                  <a:srgbClr val="FFFFFF"/>
                </a:solidFill>
                <a:latin typeface="Poppins"/>
                <a:ea typeface="Poppins"/>
                <a:cs typeface="Poppins"/>
                <a:sym typeface="Poppins"/>
              </a:rPr>
              <a:t>4</a:t>
            </a:r>
            <a:endParaRPr b="0" i="0" sz="721" u="none" cap="none" strike="noStrike">
              <a:solidFill>
                <a:srgbClr val="000000"/>
              </a:solidFill>
              <a:latin typeface="Arial"/>
              <a:ea typeface="Arial"/>
              <a:cs typeface="Arial"/>
              <a:sym typeface="Arial"/>
            </a:endParaRPr>
          </a:p>
        </p:txBody>
      </p:sp>
      <p:pic>
        <p:nvPicPr>
          <p:cNvPr id="1018" name="Google Shape;1018;p72"/>
          <p:cNvPicPr preferRelativeResize="0"/>
          <p:nvPr/>
        </p:nvPicPr>
        <p:blipFill rotWithShape="1">
          <a:blip r:embed="rId3">
            <a:alphaModFix/>
          </a:blip>
          <a:srcRect b="0" l="0" r="0" t="0"/>
          <a:stretch/>
        </p:blipFill>
        <p:spPr>
          <a:xfrm>
            <a:off x="114275" y="1109050"/>
            <a:ext cx="8915451" cy="2925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73"/>
          <p:cNvSpPr txBox="1"/>
          <p:nvPr>
            <p:ph idx="1" type="subTitle"/>
          </p:nvPr>
        </p:nvSpPr>
        <p:spPr>
          <a:xfrm>
            <a:off x="715063" y="1213800"/>
            <a:ext cx="7533300" cy="3045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900"/>
              <a:t>Las pruebas top-down emplean un enfoque sistemático para probar los módulos de software desde el nivel superior hacia abajo a través de la jerarquía del sistema. Las pruebas comienzan con el módulo principal del software y continúan con los submódulos de la aplicación.</a:t>
            </a:r>
            <a:endParaRPr sz="1900"/>
          </a:p>
          <a:p>
            <a:pPr indent="0" lvl="0" marL="0" rtl="0" algn="l">
              <a:lnSpc>
                <a:spcPct val="100000"/>
              </a:lnSpc>
              <a:spcBef>
                <a:spcPts val="0"/>
              </a:spcBef>
              <a:spcAft>
                <a:spcPts val="0"/>
              </a:spcAft>
              <a:buSzPts val="1200"/>
              <a:buNone/>
            </a:pPr>
            <a:r>
              <a:t/>
            </a:r>
            <a:endParaRPr sz="2000"/>
          </a:p>
        </p:txBody>
      </p:sp>
      <p:sp>
        <p:nvSpPr>
          <p:cNvPr id="1024" name="Google Shape;1024;p73"/>
          <p:cNvSpPr txBox="1"/>
          <p:nvPr>
            <p:ph type="title"/>
          </p:nvPr>
        </p:nvSpPr>
        <p:spPr>
          <a:xfrm>
            <a:off x="715050" y="53500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Integración Top-Down</a:t>
            </a:r>
            <a:endParaRPr/>
          </a:p>
        </p:txBody>
      </p:sp>
      <p:pic>
        <p:nvPicPr>
          <p:cNvPr id="1025" name="Google Shape;1025;p73"/>
          <p:cNvPicPr preferRelativeResize="0"/>
          <p:nvPr/>
        </p:nvPicPr>
        <p:blipFill rotWithShape="1">
          <a:blip r:embed="rId3">
            <a:alphaModFix/>
          </a:blip>
          <a:srcRect b="0" l="27766" r="32028" t="0"/>
          <a:stretch/>
        </p:blipFill>
        <p:spPr>
          <a:xfrm>
            <a:off x="5702573" y="2690050"/>
            <a:ext cx="2049049" cy="23200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74"/>
          <p:cNvSpPr txBox="1"/>
          <p:nvPr>
            <p:ph idx="1" type="subTitle"/>
          </p:nvPr>
        </p:nvSpPr>
        <p:spPr>
          <a:xfrm>
            <a:off x="715050" y="1223425"/>
            <a:ext cx="7094400" cy="2178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800"/>
              <a:t>Cuando se realizan pruebas bottom-up, primero se prueban los módulos de nivel inferior. Se pasa gradualmente a los módulos de nivel superior y así sucesivamente, hasta que todas las facetas del software se han probado a fondo. Esta estrategia se denomina razonamiento inductivo. Resulta beneficiosa cuando se incorporan al producto final componentes ya existentes.</a:t>
            </a:r>
            <a:endParaRPr sz="1100"/>
          </a:p>
        </p:txBody>
      </p:sp>
      <p:sp>
        <p:nvSpPr>
          <p:cNvPr id="1031" name="Google Shape;1031;p74"/>
          <p:cNvSpPr txBox="1"/>
          <p:nvPr>
            <p:ph type="title"/>
          </p:nvPr>
        </p:nvSpPr>
        <p:spPr>
          <a:xfrm>
            <a:off x="715050" y="53500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3400"/>
              <a:t>Integración Bottom-Up</a:t>
            </a:r>
            <a:endParaRPr sz="3400"/>
          </a:p>
        </p:txBody>
      </p:sp>
      <p:pic>
        <p:nvPicPr>
          <p:cNvPr id="1032" name="Google Shape;1032;p74"/>
          <p:cNvPicPr preferRelativeResize="0"/>
          <p:nvPr/>
        </p:nvPicPr>
        <p:blipFill rotWithShape="1">
          <a:blip r:embed="rId3">
            <a:alphaModFix/>
          </a:blip>
          <a:srcRect b="8025" l="28663" r="27609" t="5686"/>
          <a:stretch/>
        </p:blipFill>
        <p:spPr>
          <a:xfrm>
            <a:off x="3159925" y="3035400"/>
            <a:ext cx="2204649" cy="19803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75"/>
          <p:cNvSpPr txBox="1"/>
          <p:nvPr>
            <p:ph type="title"/>
          </p:nvPr>
        </p:nvSpPr>
        <p:spPr>
          <a:xfrm>
            <a:off x="715050" y="20595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3400"/>
              <a:t>Pruebas Unitarias vs. Pruebas de Integración</a:t>
            </a:r>
            <a:endParaRPr sz="3400"/>
          </a:p>
        </p:txBody>
      </p:sp>
      <p:pic>
        <p:nvPicPr>
          <p:cNvPr id="1038" name="Google Shape;1038;p75"/>
          <p:cNvPicPr preferRelativeResize="0"/>
          <p:nvPr/>
        </p:nvPicPr>
        <p:blipFill rotWithShape="1">
          <a:blip r:embed="rId3">
            <a:alphaModFix/>
          </a:blip>
          <a:srcRect b="0" l="0" r="0" t="0"/>
          <a:stretch/>
        </p:blipFill>
        <p:spPr>
          <a:xfrm>
            <a:off x="1840763" y="1387000"/>
            <a:ext cx="5462475" cy="35599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76"/>
          <p:cNvSpPr txBox="1"/>
          <p:nvPr>
            <p:ph idx="1" type="subTitle"/>
          </p:nvPr>
        </p:nvSpPr>
        <p:spPr>
          <a:xfrm>
            <a:off x="715050" y="1223425"/>
            <a:ext cx="7094400" cy="2178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800"/>
              <a:t>Las pruebas de aceptación son pruebas formales que verifican si un sistema satisface los requisitos empresariales. Requieren que se esté ejecutando toda la aplicación durante las pruebas y se centran en replicar las conductas de los usuarios. Sin embargo, también pueden ir más allá y medir el rendimiento del sistema y rechazar cambios si no se han cumplido determinados objetivos.</a:t>
            </a:r>
            <a:endParaRPr sz="1800"/>
          </a:p>
          <a:p>
            <a:pPr indent="0" lvl="0" marL="0" rtl="0" algn="l">
              <a:lnSpc>
                <a:spcPct val="100000"/>
              </a:lnSpc>
              <a:spcBef>
                <a:spcPts val="0"/>
              </a:spcBef>
              <a:spcAft>
                <a:spcPts val="0"/>
              </a:spcAft>
              <a:buSzPts val="1200"/>
              <a:buNone/>
            </a:pPr>
            <a:r>
              <a:t/>
            </a:r>
            <a:endParaRPr sz="1800"/>
          </a:p>
        </p:txBody>
      </p:sp>
      <p:sp>
        <p:nvSpPr>
          <p:cNvPr id="1044" name="Google Shape;1044;p76"/>
          <p:cNvSpPr txBox="1"/>
          <p:nvPr>
            <p:ph type="title"/>
          </p:nvPr>
        </p:nvSpPr>
        <p:spPr>
          <a:xfrm>
            <a:off x="715050" y="53500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3400"/>
              <a:t>Pruebas de aceptación</a:t>
            </a:r>
            <a:endParaRPr sz="3400"/>
          </a:p>
        </p:txBody>
      </p:sp>
      <p:pic>
        <p:nvPicPr>
          <p:cNvPr id="1045" name="Google Shape;1045;p76"/>
          <p:cNvPicPr preferRelativeResize="0"/>
          <p:nvPr/>
        </p:nvPicPr>
        <p:blipFill rotWithShape="1">
          <a:blip r:embed="rId3">
            <a:alphaModFix/>
          </a:blip>
          <a:srcRect b="0" l="0" r="0" t="0"/>
          <a:stretch/>
        </p:blipFill>
        <p:spPr>
          <a:xfrm>
            <a:off x="2336938" y="2997750"/>
            <a:ext cx="3850625" cy="20452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77"/>
          <p:cNvSpPr txBox="1"/>
          <p:nvPr>
            <p:ph idx="1" type="subTitle"/>
          </p:nvPr>
        </p:nvSpPr>
        <p:spPr>
          <a:xfrm>
            <a:off x="715050" y="1223425"/>
            <a:ext cx="7094400" cy="2178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800"/>
              <a:t>Las pruebas de regresión se enfocan en verificar que los cambios, como las correcciones de errores, las mejoras de las funciones y las nuevas funciones añadidas no afecten negativamente las funciones existentes o la funcionalidad. Normalmente se realizan después de un cambio de código relevante o de haber desarrollado una nueva versión del software, y se emplean para asegurar que las funciones existentes sigan respondiendo según lo previsto. Las pruebas de regresión ayudan a garantizar que los nuevos cambios no generen un nuevo error ni provoquen fallos en las funciones existentes.</a:t>
            </a:r>
            <a:endParaRPr sz="1800"/>
          </a:p>
        </p:txBody>
      </p:sp>
      <p:sp>
        <p:nvSpPr>
          <p:cNvPr id="1051" name="Google Shape;1051;p77"/>
          <p:cNvSpPr txBox="1"/>
          <p:nvPr>
            <p:ph type="title"/>
          </p:nvPr>
        </p:nvSpPr>
        <p:spPr>
          <a:xfrm>
            <a:off x="715050" y="53500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3400"/>
              <a:t>Pruebas de regresión</a:t>
            </a:r>
            <a:endParaRPr sz="3400"/>
          </a:p>
          <a:p>
            <a:pPr indent="0" lvl="0" marL="0" rtl="0" algn="l">
              <a:lnSpc>
                <a:spcPct val="100000"/>
              </a:lnSpc>
              <a:spcBef>
                <a:spcPts val="0"/>
              </a:spcBef>
              <a:spcAft>
                <a:spcPts val="0"/>
              </a:spcAft>
              <a:buSzPts val="3000"/>
              <a:buNone/>
            </a:pPr>
            <a:r>
              <a:t/>
            </a:r>
            <a:endParaRPr sz="3400"/>
          </a:p>
        </p:txBody>
      </p:sp>
      <p:pic>
        <p:nvPicPr>
          <p:cNvPr id="1052" name="Google Shape;1052;p77"/>
          <p:cNvPicPr preferRelativeResize="0"/>
          <p:nvPr/>
        </p:nvPicPr>
        <p:blipFill rotWithShape="1">
          <a:blip r:embed="rId3">
            <a:alphaModFix/>
          </a:blip>
          <a:srcRect b="0" l="0" r="0" t="0"/>
          <a:stretch/>
        </p:blipFill>
        <p:spPr>
          <a:xfrm>
            <a:off x="7588825" y="3497650"/>
            <a:ext cx="1281574" cy="12851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78"/>
          <p:cNvSpPr txBox="1"/>
          <p:nvPr>
            <p:ph type="title"/>
          </p:nvPr>
        </p:nvSpPr>
        <p:spPr>
          <a:xfrm>
            <a:off x="715050" y="53500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3400"/>
              <a:t>Ejemplo de prueba de regresión</a:t>
            </a:r>
            <a:endParaRPr sz="3400"/>
          </a:p>
          <a:p>
            <a:pPr indent="0" lvl="0" marL="0" rtl="0" algn="l">
              <a:lnSpc>
                <a:spcPct val="100000"/>
              </a:lnSpc>
              <a:spcBef>
                <a:spcPts val="0"/>
              </a:spcBef>
              <a:spcAft>
                <a:spcPts val="0"/>
              </a:spcAft>
              <a:buSzPts val="3000"/>
              <a:buNone/>
            </a:pPr>
            <a:r>
              <a:t/>
            </a:r>
            <a:endParaRPr sz="3400"/>
          </a:p>
        </p:txBody>
      </p:sp>
      <p:pic>
        <p:nvPicPr>
          <p:cNvPr id="1058" name="Google Shape;1058;p78"/>
          <p:cNvPicPr preferRelativeResize="0"/>
          <p:nvPr/>
        </p:nvPicPr>
        <p:blipFill rotWithShape="1">
          <a:blip r:embed="rId3">
            <a:alphaModFix/>
          </a:blip>
          <a:srcRect b="0" l="0" r="0" t="0"/>
          <a:stretch/>
        </p:blipFill>
        <p:spPr>
          <a:xfrm>
            <a:off x="1862475" y="1265750"/>
            <a:ext cx="5419050" cy="35817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pic>
        <p:nvPicPr>
          <p:cNvPr id="1063" name="Google Shape;1063;p79"/>
          <p:cNvPicPr preferRelativeResize="0"/>
          <p:nvPr/>
        </p:nvPicPr>
        <p:blipFill>
          <a:blip r:embed="rId3">
            <a:alphaModFix/>
          </a:blip>
          <a:stretch>
            <a:fillRect/>
          </a:stretch>
        </p:blipFill>
        <p:spPr>
          <a:xfrm>
            <a:off x="1143000" y="647700"/>
            <a:ext cx="6858000" cy="38481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80"/>
          <p:cNvSpPr txBox="1"/>
          <p:nvPr>
            <p:ph idx="2" type="title"/>
          </p:nvPr>
        </p:nvSpPr>
        <p:spPr>
          <a:xfrm>
            <a:off x="1605413" y="498825"/>
            <a:ext cx="6244200" cy="1107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Ejemplo Práctico</a:t>
            </a:r>
            <a:endParaRPr/>
          </a:p>
        </p:txBody>
      </p:sp>
      <p:pic>
        <p:nvPicPr>
          <p:cNvPr id="1069" name="Google Shape;1069;p80"/>
          <p:cNvPicPr preferRelativeResize="0"/>
          <p:nvPr/>
        </p:nvPicPr>
        <p:blipFill rotWithShape="1">
          <a:blip r:embed="rId3">
            <a:alphaModFix/>
          </a:blip>
          <a:srcRect b="16541" l="0" r="0" t="16547"/>
          <a:stretch/>
        </p:blipFill>
        <p:spPr>
          <a:xfrm>
            <a:off x="2809250" y="1977950"/>
            <a:ext cx="3836525" cy="25670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81"/>
          <p:cNvSpPr txBox="1"/>
          <p:nvPr>
            <p:ph idx="2" type="title"/>
          </p:nvPr>
        </p:nvSpPr>
        <p:spPr>
          <a:xfrm>
            <a:off x="1288588" y="522950"/>
            <a:ext cx="6727200" cy="1107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Actividad en Clase</a:t>
            </a:r>
            <a:endParaRPr/>
          </a:p>
        </p:txBody>
      </p:sp>
      <p:pic>
        <p:nvPicPr>
          <p:cNvPr id="1075" name="Google Shape;1075;p81"/>
          <p:cNvPicPr preferRelativeResize="0"/>
          <p:nvPr/>
        </p:nvPicPr>
        <p:blipFill rotWithShape="1">
          <a:blip r:embed="rId3">
            <a:alphaModFix/>
          </a:blip>
          <a:srcRect b="6378" l="0" r="0" t="6378"/>
          <a:stretch/>
        </p:blipFill>
        <p:spPr>
          <a:xfrm>
            <a:off x="3056443" y="1902900"/>
            <a:ext cx="3191475" cy="27844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82"/>
          <p:cNvSpPr/>
          <p:nvPr/>
        </p:nvSpPr>
        <p:spPr>
          <a:xfrm>
            <a:off x="0" y="0"/>
            <a:ext cx="9144000" cy="5132070"/>
          </a:xfrm>
          <a:custGeom>
            <a:rect b="b" l="l" r="r" t="t"/>
            <a:pathLst>
              <a:path extrusionOk="0" h="10264140" w="18288000">
                <a:moveTo>
                  <a:pt x="0" y="0"/>
                </a:moveTo>
                <a:lnTo>
                  <a:pt x="18288000" y="0"/>
                </a:lnTo>
                <a:lnTo>
                  <a:pt x="18288000" y="10264140"/>
                </a:lnTo>
                <a:lnTo>
                  <a:pt x="0" y="10264140"/>
                </a:lnTo>
                <a:lnTo>
                  <a:pt x="0" y="0"/>
                </a:lnTo>
                <a:close/>
              </a:path>
            </a:pathLst>
          </a:custGeom>
          <a:blipFill rotWithShape="1">
            <a:blip r:embed="rId3">
              <a:alphaModFix/>
            </a:blip>
            <a:stretch>
              <a:fillRect b="0" l="0" r="0" t="0"/>
            </a:stretch>
          </a:blipFill>
          <a:ln>
            <a:noFill/>
          </a:ln>
        </p:spPr>
      </p:sp>
      <p:sp>
        <p:nvSpPr>
          <p:cNvPr id="1081" name="Google Shape;1081;p82"/>
          <p:cNvSpPr txBox="1"/>
          <p:nvPr/>
        </p:nvSpPr>
        <p:spPr>
          <a:xfrm>
            <a:off x="2827535" y="833539"/>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082" name="Google Shape;1082;p82"/>
          <p:cNvSpPr txBox="1"/>
          <p:nvPr/>
        </p:nvSpPr>
        <p:spPr>
          <a:xfrm>
            <a:off x="2827535" y="123022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083" name="Google Shape;1083;p82"/>
          <p:cNvSpPr txBox="1"/>
          <p:nvPr/>
        </p:nvSpPr>
        <p:spPr>
          <a:xfrm>
            <a:off x="2827535" y="1737654"/>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084" name="Google Shape;1084;p82"/>
          <p:cNvSpPr txBox="1"/>
          <p:nvPr/>
        </p:nvSpPr>
        <p:spPr>
          <a:xfrm>
            <a:off x="6976544" y="1045629"/>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085" name="Google Shape;1085;p82"/>
          <p:cNvSpPr txBox="1"/>
          <p:nvPr/>
        </p:nvSpPr>
        <p:spPr>
          <a:xfrm>
            <a:off x="6976544" y="144231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086" name="Google Shape;1086;p82"/>
          <p:cNvSpPr txBox="1"/>
          <p:nvPr/>
        </p:nvSpPr>
        <p:spPr>
          <a:xfrm>
            <a:off x="6976544" y="184014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087" name="Google Shape;1087;p82"/>
          <p:cNvSpPr txBox="1"/>
          <p:nvPr/>
        </p:nvSpPr>
        <p:spPr>
          <a:xfrm>
            <a:off x="138615" y="254317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088" name="Google Shape;1088;p82"/>
          <p:cNvSpPr txBox="1"/>
          <p:nvPr/>
        </p:nvSpPr>
        <p:spPr>
          <a:xfrm>
            <a:off x="138615" y="292650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089" name="Google Shape;1089;p82"/>
          <p:cNvSpPr txBox="1"/>
          <p:nvPr/>
        </p:nvSpPr>
        <p:spPr>
          <a:xfrm>
            <a:off x="138615" y="331004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090" name="Google Shape;1090;p82"/>
          <p:cNvSpPr txBox="1"/>
          <p:nvPr/>
        </p:nvSpPr>
        <p:spPr>
          <a:xfrm>
            <a:off x="138615" y="380020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091" name="Google Shape;1091;p82"/>
          <p:cNvSpPr txBox="1"/>
          <p:nvPr/>
        </p:nvSpPr>
        <p:spPr>
          <a:xfrm>
            <a:off x="138615" y="418374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092" name="Google Shape;1092;p82"/>
          <p:cNvSpPr txBox="1"/>
          <p:nvPr/>
        </p:nvSpPr>
        <p:spPr>
          <a:xfrm>
            <a:off x="138615" y="460057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093" name="Google Shape;1093;p82"/>
          <p:cNvSpPr txBox="1"/>
          <p:nvPr/>
        </p:nvSpPr>
        <p:spPr>
          <a:xfrm>
            <a:off x="3203269" y="25374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094" name="Google Shape;1094;p82"/>
          <p:cNvSpPr txBox="1"/>
          <p:nvPr/>
        </p:nvSpPr>
        <p:spPr>
          <a:xfrm>
            <a:off x="3203269" y="292650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095" name="Google Shape;1095;p82"/>
          <p:cNvSpPr txBox="1"/>
          <p:nvPr/>
        </p:nvSpPr>
        <p:spPr>
          <a:xfrm>
            <a:off x="3203269" y="3324332"/>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096" name="Google Shape;1096;p82"/>
          <p:cNvSpPr txBox="1"/>
          <p:nvPr/>
        </p:nvSpPr>
        <p:spPr>
          <a:xfrm>
            <a:off x="3203269" y="37221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097" name="Google Shape;1097;p82"/>
          <p:cNvSpPr txBox="1"/>
          <p:nvPr/>
        </p:nvSpPr>
        <p:spPr>
          <a:xfrm>
            <a:off x="3203269" y="418374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098" name="Google Shape;1098;p82"/>
          <p:cNvSpPr txBox="1"/>
          <p:nvPr/>
        </p:nvSpPr>
        <p:spPr>
          <a:xfrm>
            <a:off x="3203269" y="460057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099" name="Google Shape;1099;p82"/>
          <p:cNvSpPr txBox="1"/>
          <p:nvPr/>
        </p:nvSpPr>
        <p:spPr>
          <a:xfrm>
            <a:off x="6269313" y="25374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100" name="Google Shape;1100;p82"/>
          <p:cNvSpPr txBox="1"/>
          <p:nvPr/>
        </p:nvSpPr>
        <p:spPr>
          <a:xfrm>
            <a:off x="6269313" y="292650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101" name="Google Shape;1101;p82"/>
          <p:cNvSpPr txBox="1"/>
          <p:nvPr/>
        </p:nvSpPr>
        <p:spPr>
          <a:xfrm>
            <a:off x="6269313" y="3324332"/>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102" name="Google Shape;1102;p82"/>
          <p:cNvSpPr txBox="1"/>
          <p:nvPr/>
        </p:nvSpPr>
        <p:spPr>
          <a:xfrm>
            <a:off x="6269313" y="37221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103" name="Google Shape;1103;p82"/>
          <p:cNvSpPr txBox="1"/>
          <p:nvPr/>
        </p:nvSpPr>
        <p:spPr>
          <a:xfrm>
            <a:off x="6269313" y="418374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104" name="Google Shape;1104;p82"/>
          <p:cNvSpPr txBox="1"/>
          <p:nvPr/>
        </p:nvSpPr>
        <p:spPr>
          <a:xfrm>
            <a:off x="6269313" y="458157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83"/>
          <p:cNvSpPr txBox="1"/>
          <p:nvPr>
            <p:ph type="title"/>
          </p:nvPr>
        </p:nvSpPr>
        <p:spPr>
          <a:xfrm>
            <a:off x="715100" y="1641875"/>
            <a:ext cx="7574400" cy="110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Dudas o comentarios</a:t>
            </a:r>
            <a:endParaRPr/>
          </a:p>
        </p:txBody>
      </p:sp>
      <p:grpSp>
        <p:nvGrpSpPr>
          <p:cNvPr id="1110" name="Google Shape;1110;p83"/>
          <p:cNvGrpSpPr/>
          <p:nvPr/>
        </p:nvGrpSpPr>
        <p:grpSpPr>
          <a:xfrm>
            <a:off x="6257535" y="4215156"/>
            <a:ext cx="2171371" cy="280006"/>
            <a:chOff x="6257536" y="4048506"/>
            <a:chExt cx="2171371" cy="280006"/>
          </a:xfrm>
        </p:grpSpPr>
        <p:sp>
          <p:nvSpPr>
            <p:cNvPr id="1111" name="Google Shape;1111;p83"/>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83"/>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p83"/>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83"/>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83"/>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p83"/>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83"/>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p83"/>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p83"/>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20" name="Google Shape;1120;p83"/>
          <p:cNvGrpSpPr/>
          <p:nvPr/>
        </p:nvGrpSpPr>
        <p:grpSpPr>
          <a:xfrm flipH="1">
            <a:off x="6257535" y="4495142"/>
            <a:ext cx="2171371" cy="280006"/>
            <a:chOff x="3089386" y="3331718"/>
            <a:chExt cx="2171371" cy="280006"/>
          </a:xfrm>
        </p:grpSpPr>
        <p:sp>
          <p:nvSpPr>
            <p:cNvPr id="1121" name="Google Shape;1121;p83"/>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83"/>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83"/>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83"/>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83"/>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83"/>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83"/>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p83"/>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p83"/>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30" name="Google Shape;1130;p83"/>
          <p:cNvGrpSpPr/>
          <p:nvPr/>
        </p:nvGrpSpPr>
        <p:grpSpPr>
          <a:xfrm>
            <a:off x="228598" y="3541365"/>
            <a:ext cx="1394821" cy="1602629"/>
            <a:chOff x="2787272" y="3659659"/>
            <a:chExt cx="825777" cy="948750"/>
          </a:xfrm>
        </p:grpSpPr>
        <p:sp>
          <p:nvSpPr>
            <p:cNvPr id="1131" name="Google Shape;1131;p83"/>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p83"/>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p83"/>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p83"/>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p83"/>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83"/>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p83"/>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p83"/>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83"/>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0" name="Google Shape;1140;p83"/>
          <p:cNvGrpSpPr/>
          <p:nvPr/>
        </p:nvGrpSpPr>
        <p:grpSpPr>
          <a:xfrm flipH="1">
            <a:off x="6397045" y="3726921"/>
            <a:ext cx="1892350" cy="244109"/>
            <a:chOff x="6257536" y="4048506"/>
            <a:chExt cx="2171371" cy="280006"/>
          </a:xfrm>
        </p:grpSpPr>
        <p:sp>
          <p:nvSpPr>
            <p:cNvPr id="1141" name="Google Shape;1141;p83"/>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83"/>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83"/>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83"/>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p83"/>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p83"/>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p83"/>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83"/>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p83"/>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50" name="Google Shape;1150;p83"/>
          <p:cNvGrpSpPr/>
          <p:nvPr/>
        </p:nvGrpSpPr>
        <p:grpSpPr>
          <a:xfrm>
            <a:off x="6397045" y="3971047"/>
            <a:ext cx="1892350" cy="244109"/>
            <a:chOff x="3089386" y="3331718"/>
            <a:chExt cx="2171371" cy="280006"/>
          </a:xfrm>
        </p:grpSpPr>
        <p:sp>
          <p:nvSpPr>
            <p:cNvPr id="1151" name="Google Shape;1151;p83"/>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83"/>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p83"/>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83"/>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83"/>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83"/>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83"/>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83"/>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83"/>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160" name="Google Shape;1160;p83"/>
          <p:cNvCxnSpPr/>
          <p:nvPr/>
        </p:nvCxnSpPr>
        <p:spPr>
          <a:xfrm>
            <a:off x="5811350" y="4775150"/>
            <a:ext cx="2862000" cy="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sp>
        <p:nvSpPr>
          <p:cNvPr id="1165" name="Google Shape;1165;p84"/>
          <p:cNvSpPr txBox="1"/>
          <p:nvPr>
            <p:ph type="title"/>
          </p:nvPr>
        </p:nvSpPr>
        <p:spPr>
          <a:xfrm>
            <a:off x="715100" y="1641875"/>
            <a:ext cx="7574400" cy="110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Foro de la semana</a:t>
            </a:r>
            <a:endParaRPr/>
          </a:p>
        </p:txBody>
      </p:sp>
      <p:grpSp>
        <p:nvGrpSpPr>
          <p:cNvPr id="1166" name="Google Shape;1166;p84"/>
          <p:cNvGrpSpPr/>
          <p:nvPr/>
        </p:nvGrpSpPr>
        <p:grpSpPr>
          <a:xfrm>
            <a:off x="6257535" y="4215156"/>
            <a:ext cx="2171371" cy="280006"/>
            <a:chOff x="6257536" y="4048506"/>
            <a:chExt cx="2171371" cy="280006"/>
          </a:xfrm>
        </p:grpSpPr>
        <p:sp>
          <p:nvSpPr>
            <p:cNvPr id="1167" name="Google Shape;1167;p84"/>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84"/>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p84"/>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84"/>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84"/>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p84"/>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84"/>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84"/>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84"/>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76" name="Google Shape;1176;p84"/>
          <p:cNvGrpSpPr/>
          <p:nvPr/>
        </p:nvGrpSpPr>
        <p:grpSpPr>
          <a:xfrm flipH="1">
            <a:off x="6257535" y="4495142"/>
            <a:ext cx="2171371" cy="280006"/>
            <a:chOff x="3089386" y="3331718"/>
            <a:chExt cx="2171371" cy="280006"/>
          </a:xfrm>
        </p:grpSpPr>
        <p:sp>
          <p:nvSpPr>
            <p:cNvPr id="1177" name="Google Shape;1177;p84"/>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84"/>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84"/>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84"/>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84"/>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84"/>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84"/>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84"/>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p84"/>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86" name="Google Shape;1186;p84"/>
          <p:cNvGrpSpPr/>
          <p:nvPr/>
        </p:nvGrpSpPr>
        <p:grpSpPr>
          <a:xfrm>
            <a:off x="228598" y="3541365"/>
            <a:ext cx="1394821" cy="1602629"/>
            <a:chOff x="2787272" y="3659659"/>
            <a:chExt cx="825777" cy="948750"/>
          </a:xfrm>
        </p:grpSpPr>
        <p:sp>
          <p:nvSpPr>
            <p:cNvPr id="1187" name="Google Shape;1187;p84"/>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84"/>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84"/>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84"/>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84"/>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84"/>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84"/>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84"/>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p84"/>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96" name="Google Shape;1196;p84"/>
          <p:cNvGrpSpPr/>
          <p:nvPr/>
        </p:nvGrpSpPr>
        <p:grpSpPr>
          <a:xfrm flipH="1">
            <a:off x="6397045" y="3726921"/>
            <a:ext cx="1892350" cy="244109"/>
            <a:chOff x="6257536" y="4048506"/>
            <a:chExt cx="2171371" cy="280006"/>
          </a:xfrm>
        </p:grpSpPr>
        <p:sp>
          <p:nvSpPr>
            <p:cNvPr id="1197" name="Google Shape;1197;p84"/>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p84"/>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84"/>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84"/>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84"/>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84"/>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84"/>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84"/>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84"/>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06" name="Google Shape;1206;p84"/>
          <p:cNvGrpSpPr/>
          <p:nvPr/>
        </p:nvGrpSpPr>
        <p:grpSpPr>
          <a:xfrm>
            <a:off x="6397045" y="3971047"/>
            <a:ext cx="1892350" cy="244109"/>
            <a:chOff x="3089386" y="3331718"/>
            <a:chExt cx="2171371" cy="280006"/>
          </a:xfrm>
        </p:grpSpPr>
        <p:sp>
          <p:nvSpPr>
            <p:cNvPr id="1207" name="Google Shape;1207;p84"/>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84"/>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84"/>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84"/>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84"/>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84"/>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84"/>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p84"/>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84"/>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216" name="Google Shape;1216;p84"/>
          <p:cNvCxnSpPr/>
          <p:nvPr/>
        </p:nvCxnSpPr>
        <p:spPr>
          <a:xfrm>
            <a:off x="5811350" y="4775150"/>
            <a:ext cx="2862000" cy="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85"/>
          <p:cNvSpPr txBox="1"/>
          <p:nvPr>
            <p:ph type="title"/>
          </p:nvPr>
        </p:nvSpPr>
        <p:spPr>
          <a:xfrm>
            <a:off x="1038675" y="658300"/>
            <a:ext cx="7574400" cy="110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5200"/>
              <a:t>¡GRACIAS POR SU  ATENCIÓN!</a:t>
            </a:r>
            <a:endParaRPr sz="5200"/>
          </a:p>
        </p:txBody>
      </p:sp>
      <p:grpSp>
        <p:nvGrpSpPr>
          <p:cNvPr id="1222" name="Google Shape;1222;p85"/>
          <p:cNvGrpSpPr/>
          <p:nvPr/>
        </p:nvGrpSpPr>
        <p:grpSpPr>
          <a:xfrm>
            <a:off x="228598" y="3541365"/>
            <a:ext cx="1394821" cy="1602629"/>
            <a:chOff x="2787272" y="3659659"/>
            <a:chExt cx="825777" cy="948750"/>
          </a:xfrm>
        </p:grpSpPr>
        <p:sp>
          <p:nvSpPr>
            <p:cNvPr id="1223" name="Google Shape;1223;p85"/>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p85"/>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p85"/>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85"/>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7" name="Google Shape;1227;p85"/>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8" name="Google Shape;1228;p85"/>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p85"/>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p85"/>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1" name="Google Shape;1231;p85"/>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32" name="Google Shape;1232;p85"/>
          <p:cNvSpPr/>
          <p:nvPr/>
        </p:nvSpPr>
        <p:spPr>
          <a:xfrm>
            <a:off x="6319525" y="2325225"/>
            <a:ext cx="1778438" cy="2432276"/>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a:effectLst>
            <a:outerShdw blurRad="57150" rotWithShape="0" algn="bl" dir="5400000" dist="19050">
              <a:srgbClr val="000000">
                <a:alpha val="48235"/>
              </a:srgbClr>
            </a:outerShdw>
          </a:effectLst>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duction Program Project Proposal by Slidesgo">
  <a:themeElements>
    <a:clrScheme name="Simple Light">
      <a:dk1>
        <a:srgbClr val="F3F3F3"/>
      </a:dk1>
      <a:lt1>
        <a:srgbClr val="D9D9D9"/>
      </a:lt1>
      <a:dk2>
        <a:srgbClr val="BFC6DB"/>
      </a:dk2>
      <a:lt2>
        <a:srgbClr val="58A8FE"/>
      </a:lt2>
      <a:accent1>
        <a:srgbClr val="2A2A2A"/>
      </a:accent1>
      <a:accent2>
        <a:srgbClr val="FFFFFF"/>
      </a:accent2>
      <a:accent3>
        <a:srgbClr val="FFFFFF"/>
      </a:accent3>
      <a:accent4>
        <a:srgbClr val="FFFFFF"/>
      </a:accent4>
      <a:accent5>
        <a:srgbClr val="FFFFFF"/>
      </a:accent5>
      <a:accent6>
        <a:srgbClr val="FFFFFF"/>
      </a:accent6>
      <a:hlink>
        <a:srgbClr val="2A2A2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Induction Program Project Proposal by Slidesgo">
  <a:themeElements>
    <a:clrScheme name="Simple Light">
      <a:dk1>
        <a:srgbClr val="F3F3F3"/>
      </a:dk1>
      <a:lt1>
        <a:srgbClr val="D9D9D9"/>
      </a:lt1>
      <a:dk2>
        <a:srgbClr val="BFC6DB"/>
      </a:dk2>
      <a:lt2>
        <a:srgbClr val="58A8FE"/>
      </a:lt2>
      <a:accent1>
        <a:srgbClr val="2A2A2A"/>
      </a:accent1>
      <a:accent2>
        <a:srgbClr val="FFFFFF"/>
      </a:accent2>
      <a:accent3>
        <a:srgbClr val="FFFFFF"/>
      </a:accent3>
      <a:accent4>
        <a:srgbClr val="FFFFFF"/>
      </a:accent4>
      <a:accent5>
        <a:srgbClr val="FFFFFF"/>
      </a:accent5>
      <a:accent6>
        <a:srgbClr val="FFFFFF"/>
      </a:accent6>
      <a:hlink>
        <a:srgbClr val="2A2A2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