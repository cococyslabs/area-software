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84" r:id="rId9"/>
    <p:sldId id="285" r:id="rId10"/>
    <p:sldId id="262" r:id="rId11"/>
    <p:sldId id="263" r:id="rId12"/>
    <p:sldId id="264" r:id="rId13"/>
    <p:sldId id="286" r:id="rId14"/>
    <p:sldId id="287" r:id="rId15"/>
    <p:sldId id="288" r:id="rId16"/>
    <p:sldId id="289" r:id="rId17"/>
    <p:sldId id="290" r:id="rId18"/>
    <p:sldId id="268" r:id="rId19"/>
    <p:sldId id="269" r:id="rId20"/>
    <p:sldId id="270" r:id="rId21"/>
    <p:sldId id="280" r:id="rId22"/>
    <p:sldId id="281" r:id="rId23"/>
    <p:sldId id="282" r:id="rId24"/>
  </p:sldIdLst>
  <p:sldSz cx="18288000" cy="10287000"/>
  <p:notesSz cx="6858000" cy="9144000"/>
  <p:embeddedFontLst>
    <p:embeddedFont>
      <p:font typeface="Impact" panose="020B0806030902050204" pitchFamily="34" charset="0"/>
      <p:regular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Black" panose="00000A00000000000000" pitchFamily="2" charset="0"/>
      <p:bold r:id="rId35"/>
      <p:boldItalic r:id="rId36"/>
    </p:embeddedFont>
    <p:embeddedFont>
      <p:font typeface="Poppins Light" panose="000004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gNMzAfcEm+vVeS/H469WSnOR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928063-A2A2-4B94-8251-6A62FB6525CB}">
  <a:tblStyle styleId="{9C928063-A2A2-4B94-8251-6A62FB6525C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6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BA64B-B8B2-4432-B917-E2A5720DC4D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EA8FC5-03B2-4AE9-AAC9-AB8720D827FE}">
      <dgm:prSet/>
      <dgm:spPr/>
      <dgm:t>
        <a:bodyPr/>
        <a:lstStyle/>
        <a:p>
          <a:r>
            <a:rPr lang="en-US"/>
            <a:t>¿Por qué existen los patrones de diseño?</a:t>
          </a:r>
        </a:p>
      </dgm:t>
    </dgm:pt>
    <dgm:pt modelId="{AA04E3AE-EEE5-449D-9784-41C0B6C82A9D}" type="parTrans" cxnId="{0946723B-943F-4EC6-8430-D963A2E6E131}">
      <dgm:prSet/>
      <dgm:spPr/>
      <dgm:t>
        <a:bodyPr/>
        <a:lstStyle/>
        <a:p>
          <a:endParaRPr lang="en-US"/>
        </a:p>
      </dgm:t>
    </dgm:pt>
    <dgm:pt modelId="{BBECB120-F858-4511-A8B5-DB312B2FAF8D}" type="sibTrans" cxnId="{0946723B-943F-4EC6-8430-D963A2E6E131}">
      <dgm:prSet/>
      <dgm:spPr/>
      <dgm:t>
        <a:bodyPr/>
        <a:lstStyle/>
        <a:p>
          <a:endParaRPr lang="en-US"/>
        </a:p>
      </dgm:t>
    </dgm:pt>
    <dgm:pt modelId="{3D0A654F-9DD9-47DA-AD07-870CDD3A750D}">
      <dgm:prSet/>
      <dgm:spPr/>
      <dgm:t>
        <a:bodyPr/>
        <a:lstStyle/>
        <a:p>
          <a:r>
            <a:rPr lang="es-GT" dirty="0"/>
            <a:t>En el desarrollo de software, </a:t>
          </a:r>
          <a:r>
            <a:rPr lang="es-GT" b="1" dirty="0"/>
            <a:t>los problemas se repiten</a:t>
          </a:r>
          <a:r>
            <a:rPr lang="es-GT" dirty="0"/>
            <a:t> constantemente (estructuración, delegación, comunicación, etc.).</a:t>
          </a:r>
          <a:endParaRPr lang="en-US" dirty="0"/>
        </a:p>
      </dgm:t>
    </dgm:pt>
    <dgm:pt modelId="{5E074D37-E481-4224-B171-0413BF78E11F}" type="parTrans" cxnId="{8A8909DA-85DB-4419-92DB-88717A940C7D}">
      <dgm:prSet/>
      <dgm:spPr/>
      <dgm:t>
        <a:bodyPr/>
        <a:lstStyle/>
        <a:p>
          <a:endParaRPr lang="en-US"/>
        </a:p>
      </dgm:t>
    </dgm:pt>
    <dgm:pt modelId="{5401DB69-0902-4606-8FB2-FC27DF149C96}" type="sibTrans" cxnId="{8A8909DA-85DB-4419-92DB-88717A940C7D}">
      <dgm:prSet/>
      <dgm:spPr/>
      <dgm:t>
        <a:bodyPr/>
        <a:lstStyle/>
        <a:p>
          <a:endParaRPr lang="en-US"/>
        </a:p>
      </dgm:t>
    </dgm:pt>
    <dgm:pt modelId="{CF51DA6C-F0CE-4835-A44E-C9761BB84C1F}">
      <dgm:prSet/>
      <dgm:spPr/>
      <dgm:t>
        <a:bodyPr/>
        <a:lstStyle/>
        <a:p>
          <a:r>
            <a:rPr lang="es-GT"/>
            <a:t>En lugar de reinventar la rueda, los patrones documentan </a:t>
          </a:r>
          <a:r>
            <a:rPr lang="es-GT" b="1"/>
            <a:t>soluciones eficientes</a:t>
          </a:r>
          <a:r>
            <a:rPr lang="es-GT"/>
            <a:t> ya probadas por expertos.</a:t>
          </a:r>
          <a:endParaRPr lang="en-US"/>
        </a:p>
      </dgm:t>
    </dgm:pt>
    <dgm:pt modelId="{F98D1E20-9FC8-4656-A246-C518F50139F9}" type="parTrans" cxnId="{AC1ADF67-367C-4DF3-AE7D-0964372F5AF3}">
      <dgm:prSet/>
      <dgm:spPr/>
      <dgm:t>
        <a:bodyPr/>
        <a:lstStyle/>
        <a:p>
          <a:endParaRPr lang="en-US"/>
        </a:p>
      </dgm:t>
    </dgm:pt>
    <dgm:pt modelId="{3530A7E0-1A5D-4FC9-AD8E-69A44C98D9AB}" type="sibTrans" cxnId="{AC1ADF67-367C-4DF3-AE7D-0964372F5AF3}">
      <dgm:prSet/>
      <dgm:spPr/>
      <dgm:t>
        <a:bodyPr/>
        <a:lstStyle/>
        <a:p>
          <a:endParaRPr lang="en-US"/>
        </a:p>
      </dgm:t>
    </dgm:pt>
    <dgm:pt modelId="{D8BC708D-62DE-405B-8DEF-6AFCB464015D}">
      <dgm:prSet/>
      <dgm:spPr/>
      <dgm:t>
        <a:bodyPr/>
        <a:lstStyle/>
        <a:p>
          <a:r>
            <a:rPr lang="es-MX"/>
            <a:t>Nacieron de la necesidad de tener un </a:t>
          </a:r>
          <a:r>
            <a:rPr lang="es-MX" b="1"/>
            <a:t>lenguaje común</a:t>
          </a:r>
          <a:r>
            <a:rPr lang="es-MX"/>
            <a:t> entre desarrolladores y arquitectos de software</a:t>
          </a:r>
          <a:endParaRPr lang="en-US"/>
        </a:p>
      </dgm:t>
    </dgm:pt>
    <dgm:pt modelId="{0EE36A2D-EDDD-440D-9858-B5327A10B2C1}" type="parTrans" cxnId="{43DF49AD-1194-4144-8BE5-067C5B3536AC}">
      <dgm:prSet/>
      <dgm:spPr/>
      <dgm:t>
        <a:bodyPr/>
        <a:lstStyle/>
        <a:p>
          <a:endParaRPr lang="en-US"/>
        </a:p>
      </dgm:t>
    </dgm:pt>
    <dgm:pt modelId="{B5B6DBC6-4C29-4280-AA02-9847161EAF6C}" type="sibTrans" cxnId="{43DF49AD-1194-4144-8BE5-067C5B3536AC}">
      <dgm:prSet/>
      <dgm:spPr/>
      <dgm:t>
        <a:bodyPr/>
        <a:lstStyle/>
        <a:p>
          <a:endParaRPr lang="en-US"/>
        </a:p>
      </dgm:t>
    </dgm:pt>
    <dgm:pt modelId="{D047D814-F72E-4E65-B5A8-B4BEAA2E4731}">
      <dgm:prSet/>
      <dgm:spPr/>
      <dgm:t>
        <a:bodyPr/>
        <a:lstStyle/>
        <a:p>
          <a:r>
            <a:rPr lang="en-US" b="0" i="0"/>
            <a:t>. </a:t>
          </a:r>
          <a:endParaRPr lang="en-US"/>
        </a:p>
      </dgm:t>
    </dgm:pt>
    <dgm:pt modelId="{1E8DF342-24FB-4899-82F6-7899593F55B9}" type="parTrans" cxnId="{C1BAF48E-44F5-46EB-B197-8A746C48C8A2}">
      <dgm:prSet/>
      <dgm:spPr/>
      <dgm:t>
        <a:bodyPr/>
        <a:lstStyle/>
        <a:p>
          <a:endParaRPr lang="en-US"/>
        </a:p>
      </dgm:t>
    </dgm:pt>
    <dgm:pt modelId="{A928E58A-DD33-46AA-B2AA-A37857D6D71B}" type="sibTrans" cxnId="{C1BAF48E-44F5-46EB-B197-8A746C48C8A2}">
      <dgm:prSet/>
      <dgm:spPr/>
      <dgm:t>
        <a:bodyPr/>
        <a:lstStyle/>
        <a:p>
          <a:endParaRPr lang="en-US"/>
        </a:p>
      </dgm:t>
    </dgm:pt>
    <dgm:pt modelId="{8BB5EE5B-1371-46BF-9A10-4F78AB7DCE86}" type="pres">
      <dgm:prSet presAssocID="{36CBA64B-B8B2-4432-B917-E2A5720DC4DD}" presName="vert0" presStyleCnt="0">
        <dgm:presLayoutVars>
          <dgm:dir/>
          <dgm:animOne val="branch"/>
          <dgm:animLvl val="lvl"/>
        </dgm:presLayoutVars>
      </dgm:prSet>
      <dgm:spPr/>
    </dgm:pt>
    <dgm:pt modelId="{43408A9C-BEA3-4EE9-8286-9904E1038E70}" type="pres">
      <dgm:prSet presAssocID="{90EA8FC5-03B2-4AE9-AAC9-AB8720D827FE}" presName="thickLine" presStyleLbl="alignNode1" presStyleIdx="0" presStyleCnt="2"/>
      <dgm:spPr/>
    </dgm:pt>
    <dgm:pt modelId="{D0D22D58-C5F4-4325-A778-E221CD7593D9}" type="pres">
      <dgm:prSet presAssocID="{90EA8FC5-03B2-4AE9-AAC9-AB8720D827FE}" presName="horz1" presStyleCnt="0"/>
      <dgm:spPr/>
    </dgm:pt>
    <dgm:pt modelId="{B66A98FF-FF95-4529-8D42-3C386699262C}" type="pres">
      <dgm:prSet presAssocID="{90EA8FC5-03B2-4AE9-AAC9-AB8720D827FE}" presName="tx1" presStyleLbl="revTx" presStyleIdx="0" presStyleCnt="5"/>
      <dgm:spPr/>
    </dgm:pt>
    <dgm:pt modelId="{2080342A-CEC3-4786-969D-D75287F63B5C}" type="pres">
      <dgm:prSet presAssocID="{90EA8FC5-03B2-4AE9-AAC9-AB8720D827FE}" presName="vert1" presStyleCnt="0"/>
      <dgm:spPr/>
    </dgm:pt>
    <dgm:pt modelId="{42E1B287-B1A4-440B-AC10-8CAB4E5ED0D1}" type="pres">
      <dgm:prSet presAssocID="{3D0A654F-9DD9-47DA-AD07-870CDD3A750D}" presName="vertSpace2a" presStyleCnt="0"/>
      <dgm:spPr/>
    </dgm:pt>
    <dgm:pt modelId="{C1BCEB51-52CA-4ECE-BA6F-6FC879EEBCE6}" type="pres">
      <dgm:prSet presAssocID="{3D0A654F-9DD9-47DA-AD07-870CDD3A750D}" presName="horz2" presStyleCnt="0"/>
      <dgm:spPr/>
    </dgm:pt>
    <dgm:pt modelId="{C474A5C6-5399-4DDE-903A-6AF1F22CB149}" type="pres">
      <dgm:prSet presAssocID="{3D0A654F-9DD9-47DA-AD07-870CDD3A750D}" presName="horzSpace2" presStyleCnt="0"/>
      <dgm:spPr/>
    </dgm:pt>
    <dgm:pt modelId="{138F3E34-94E3-4766-8D2C-552BEDCDF64C}" type="pres">
      <dgm:prSet presAssocID="{3D0A654F-9DD9-47DA-AD07-870CDD3A750D}" presName="tx2" presStyleLbl="revTx" presStyleIdx="1" presStyleCnt="5"/>
      <dgm:spPr/>
    </dgm:pt>
    <dgm:pt modelId="{F26DF6E3-A411-409D-A126-07553946294F}" type="pres">
      <dgm:prSet presAssocID="{3D0A654F-9DD9-47DA-AD07-870CDD3A750D}" presName="vert2" presStyleCnt="0"/>
      <dgm:spPr/>
    </dgm:pt>
    <dgm:pt modelId="{2C7704B2-BCD0-480E-B956-57FD067A7259}" type="pres">
      <dgm:prSet presAssocID="{3D0A654F-9DD9-47DA-AD07-870CDD3A750D}" presName="thinLine2b" presStyleLbl="callout" presStyleIdx="0" presStyleCnt="3"/>
      <dgm:spPr/>
    </dgm:pt>
    <dgm:pt modelId="{A95558D4-290B-4667-A8E7-48292680934B}" type="pres">
      <dgm:prSet presAssocID="{3D0A654F-9DD9-47DA-AD07-870CDD3A750D}" presName="vertSpace2b" presStyleCnt="0"/>
      <dgm:spPr/>
    </dgm:pt>
    <dgm:pt modelId="{91166077-DA34-4AD5-8B7C-45906D497ED5}" type="pres">
      <dgm:prSet presAssocID="{CF51DA6C-F0CE-4835-A44E-C9761BB84C1F}" presName="horz2" presStyleCnt="0"/>
      <dgm:spPr/>
    </dgm:pt>
    <dgm:pt modelId="{7FC55232-B484-45A9-86A5-65483F8DFC3A}" type="pres">
      <dgm:prSet presAssocID="{CF51DA6C-F0CE-4835-A44E-C9761BB84C1F}" presName="horzSpace2" presStyleCnt="0"/>
      <dgm:spPr/>
    </dgm:pt>
    <dgm:pt modelId="{53DC4752-3079-4E8F-921D-908FC41A1B93}" type="pres">
      <dgm:prSet presAssocID="{CF51DA6C-F0CE-4835-A44E-C9761BB84C1F}" presName="tx2" presStyleLbl="revTx" presStyleIdx="2" presStyleCnt="5"/>
      <dgm:spPr/>
    </dgm:pt>
    <dgm:pt modelId="{42238137-0555-4A4B-9570-7E85303899BC}" type="pres">
      <dgm:prSet presAssocID="{CF51DA6C-F0CE-4835-A44E-C9761BB84C1F}" presName="vert2" presStyleCnt="0"/>
      <dgm:spPr/>
    </dgm:pt>
    <dgm:pt modelId="{34355A56-0DF8-484C-A1C7-B269E1D9E218}" type="pres">
      <dgm:prSet presAssocID="{CF51DA6C-F0CE-4835-A44E-C9761BB84C1F}" presName="thinLine2b" presStyleLbl="callout" presStyleIdx="1" presStyleCnt="3"/>
      <dgm:spPr/>
    </dgm:pt>
    <dgm:pt modelId="{3A3F758B-0117-40A5-8002-C2B1B7BAD6F7}" type="pres">
      <dgm:prSet presAssocID="{CF51DA6C-F0CE-4835-A44E-C9761BB84C1F}" presName="vertSpace2b" presStyleCnt="0"/>
      <dgm:spPr/>
    </dgm:pt>
    <dgm:pt modelId="{EDDE7636-2A55-4517-A29C-E56742E95C53}" type="pres">
      <dgm:prSet presAssocID="{D8BC708D-62DE-405B-8DEF-6AFCB464015D}" presName="horz2" presStyleCnt="0"/>
      <dgm:spPr/>
    </dgm:pt>
    <dgm:pt modelId="{476B5B93-2940-4E66-85D6-0C813B87EE88}" type="pres">
      <dgm:prSet presAssocID="{D8BC708D-62DE-405B-8DEF-6AFCB464015D}" presName="horzSpace2" presStyleCnt="0"/>
      <dgm:spPr/>
    </dgm:pt>
    <dgm:pt modelId="{B92D8615-0A53-4D8C-B130-71B0DE1EE1C6}" type="pres">
      <dgm:prSet presAssocID="{D8BC708D-62DE-405B-8DEF-6AFCB464015D}" presName="tx2" presStyleLbl="revTx" presStyleIdx="3" presStyleCnt="5"/>
      <dgm:spPr/>
    </dgm:pt>
    <dgm:pt modelId="{33275CDB-4911-4632-B99C-BCF30FE11786}" type="pres">
      <dgm:prSet presAssocID="{D8BC708D-62DE-405B-8DEF-6AFCB464015D}" presName="vert2" presStyleCnt="0"/>
      <dgm:spPr/>
    </dgm:pt>
    <dgm:pt modelId="{721A1BB9-FEA7-4770-8720-2C73B9287944}" type="pres">
      <dgm:prSet presAssocID="{D8BC708D-62DE-405B-8DEF-6AFCB464015D}" presName="thinLine2b" presStyleLbl="callout" presStyleIdx="2" presStyleCnt="3"/>
      <dgm:spPr/>
    </dgm:pt>
    <dgm:pt modelId="{55FF2F85-7121-444A-BA98-ACD9E099C0D9}" type="pres">
      <dgm:prSet presAssocID="{D8BC708D-62DE-405B-8DEF-6AFCB464015D}" presName="vertSpace2b" presStyleCnt="0"/>
      <dgm:spPr/>
    </dgm:pt>
    <dgm:pt modelId="{1A7C6390-0F27-4F52-B396-E9BF80470004}" type="pres">
      <dgm:prSet presAssocID="{D047D814-F72E-4E65-B5A8-B4BEAA2E4731}" presName="thickLine" presStyleLbl="alignNode1" presStyleIdx="1" presStyleCnt="2"/>
      <dgm:spPr/>
    </dgm:pt>
    <dgm:pt modelId="{AAD45CDD-EBAB-42AB-8F32-718912E57413}" type="pres">
      <dgm:prSet presAssocID="{D047D814-F72E-4E65-B5A8-B4BEAA2E4731}" presName="horz1" presStyleCnt="0"/>
      <dgm:spPr/>
    </dgm:pt>
    <dgm:pt modelId="{B2D82F88-980E-4EAC-B2BE-505648E754A4}" type="pres">
      <dgm:prSet presAssocID="{D047D814-F72E-4E65-B5A8-B4BEAA2E4731}" presName="tx1" presStyleLbl="revTx" presStyleIdx="4" presStyleCnt="5"/>
      <dgm:spPr/>
    </dgm:pt>
    <dgm:pt modelId="{982F16D9-5215-411F-98AF-6F550F49C3D2}" type="pres">
      <dgm:prSet presAssocID="{D047D814-F72E-4E65-B5A8-B4BEAA2E4731}" presName="vert1" presStyleCnt="0"/>
      <dgm:spPr/>
    </dgm:pt>
  </dgm:ptLst>
  <dgm:cxnLst>
    <dgm:cxn modelId="{7D3F1636-2DDC-403F-A736-FC73BBB27123}" type="presOf" srcId="{36CBA64B-B8B2-4432-B917-E2A5720DC4DD}" destId="{8BB5EE5B-1371-46BF-9A10-4F78AB7DCE86}" srcOrd="0" destOrd="0" presId="urn:microsoft.com/office/officeart/2008/layout/LinedList"/>
    <dgm:cxn modelId="{0946723B-943F-4EC6-8430-D963A2E6E131}" srcId="{36CBA64B-B8B2-4432-B917-E2A5720DC4DD}" destId="{90EA8FC5-03B2-4AE9-AAC9-AB8720D827FE}" srcOrd="0" destOrd="0" parTransId="{AA04E3AE-EEE5-449D-9784-41C0B6C82A9D}" sibTransId="{BBECB120-F858-4511-A8B5-DB312B2FAF8D}"/>
    <dgm:cxn modelId="{AC1ADF67-367C-4DF3-AE7D-0964372F5AF3}" srcId="{90EA8FC5-03B2-4AE9-AAC9-AB8720D827FE}" destId="{CF51DA6C-F0CE-4835-A44E-C9761BB84C1F}" srcOrd="1" destOrd="0" parTransId="{F98D1E20-9FC8-4656-A246-C518F50139F9}" sibTransId="{3530A7E0-1A5D-4FC9-AD8E-69A44C98D9AB}"/>
    <dgm:cxn modelId="{42CF6B6F-7B63-4B15-90CC-485C4E205DD7}" type="presOf" srcId="{3D0A654F-9DD9-47DA-AD07-870CDD3A750D}" destId="{138F3E34-94E3-4766-8D2C-552BEDCDF64C}" srcOrd="0" destOrd="0" presId="urn:microsoft.com/office/officeart/2008/layout/LinedList"/>
    <dgm:cxn modelId="{1EFDD287-BEEA-41D5-B3C7-DD5D921A417F}" type="presOf" srcId="{CF51DA6C-F0CE-4835-A44E-C9761BB84C1F}" destId="{53DC4752-3079-4E8F-921D-908FC41A1B93}" srcOrd="0" destOrd="0" presId="urn:microsoft.com/office/officeart/2008/layout/LinedList"/>
    <dgm:cxn modelId="{C1BAF48E-44F5-46EB-B197-8A746C48C8A2}" srcId="{36CBA64B-B8B2-4432-B917-E2A5720DC4DD}" destId="{D047D814-F72E-4E65-B5A8-B4BEAA2E4731}" srcOrd="1" destOrd="0" parTransId="{1E8DF342-24FB-4899-82F6-7899593F55B9}" sibTransId="{A928E58A-DD33-46AA-B2AA-A37857D6D71B}"/>
    <dgm:cxn modelId="{3A207F9E-6383-4EF6-8858-79AD4ED607D6}" type="presOf" srcId="{D047D814-F72E-4E65-B5A8-B4BEAA2E4731}" destId="{B2D82F88-980E-4EAC-B2BE-505648E754A4}" srcOrd="0" destOrd="0" presId="urn:microsoft.com/office/officeart/2008/layout/LinedList"/>
    <dgm:cxn modelId="{43DF49AD-1194-4144-8BE5-067C5B3536AC}" srcId="{90EA8FC5-03B2-4AE9-AAC9-AB8720D827FE}" destId="{D8BC708D-62DE-405B-8DEF-6AFCB464015D}" srcOrd="2" destOrd="0" parTransId="{0EE36A2D-EDDD-440D-9858-B5327A10B2C1}" sibTransId="{B5B6DBC6-4C29-4280-AA02-9847161EAF6C}"/>
    <dgm:cxn modelId="{AA61F1D4-9D14-487F-BE81-AFBBF52415CD}" type="presOf" srcId="{D8BC708D-62DE-405B-8DEF-6AFCB464015D}" destId="{B92D8615-0A53-4D8C-B130-71B0DE1EE1C6}" srcOrd="0" destOrd="0" presId="urn:microsoft.com/office/officeart/2008/layout/LinedList"/>
    <dgm:cxn modelId="{8A8909DA-85DB-4419-92DB-88717A940C7D}" srcId="{90EA8FC5-03B2-4AE9-AAC9-AB8720D827FE}" destId="{3D0A654F-9DD9-47DA-AD07-870CDD3A750D}" srcOrd="0" destOrd="0" parTransId="{5E074D37-E481-4224-B171-0413BF78E11F}" sibTransId="{5401DB69-0902-4606-8FB2-FC27DF149C96}"/>
    <dgm:cxn modelId="{B76098DF-E151-4EA2-A24D-ABD4201E4760}" type="presOf" srcId="{90EA8FC5-03B2-4AE9-AAC9-AB8720D827FE}" destId="{B66A98FF-FF95-4529-8D42-3C386699262C}" srcOrd="0" destOrd="0" presId="urn:microsoft.com/office/officeart/2008/layout/LinedList"/>
    <dgm:cxn modelId="{9C3FBD93-4200-4D00-8D1B-59DD65884AC9}" type="presParOf" srcId="{8BB5EE5B-1371-46BF-9A10-4F78AB7DCE86}" destId="{43408A9C-BEA3-4EE9-8286-9904E1038E70}" srcOrd="0" destOrd="0" presId="urn:microsoft.com/office/officeart/2008/layout/LinedList"/>
    <dgm:cxn modelId="{65BCAA88-E28B-4260-8A17-94BCFC500C32}" type="presParOf" srcId="{8BB5EE5B-1371-46BF-9A10-4F78AB7DCE86}" destId="{D0D22D58-C5F4-4325-A778-E221CD7593D9}" srcOrd="1" destOrd="0" presId="urn:microsoft.com/office/officeart/2008/layout/LinedList"/>
    <dgm:cxn modelId="{267888F3-BC87-47DE-BD68-494E88F7F48E}" type="presParOf" srcId="{D0D22D58-C5F4-4325-A778-E221CD7593D9}" destId="{B66A98FF-FF95-4529-8D42-3C386699262C}" srcOrd="0" destOrd="0" presId="urn:microsoft.com/office/officeart/2008/layout/LinedList"/>
    <dgm:cxn modelId="{3ACEA3BD-2333-4256-8C23-1651B18C690D}" type="presParOf" srcId="{D0D22D58-C5F4-4325-A778-E221CD7593D9}" destId="{2080342A-CEC3-4786-969D-D75287F63B5C}" srcOrd="1" destOrd="0" presId="urn:microsoft.com/office/officeart/2008/layout/LinedList"/>
    <dgm:cxn modelId="{C75A136C-D86D-40E2-B872-CB85E16C3873}" type="presParOf" srcId="{2080342A-CEC3-4786-969D-D75287F63B5C}" destId="{42E1B287-B1A4-440B-AC10-8CAB4E5ED0D1}" srcOrd="0" destOrd="0" presId="urn:microsoft.com/office/officeart/2008/layout/LinedList"/>
    <dgm:cxn modelId="{C4D3A862-A3C0-44BF-B75A-FD9973C6BBCE}" type="presParOf" srcId="{2080342A-CEC3-4786-969D-D75287F63B5C}" destId="{C1BCEB51-52CA-4ECE-BA6F-6FC879EEBCE6}" srcOrd="1" destOrd="0" presId="urn:microsoft.com/office/officeart/2008/layout/LinedList"/>
    <dgm:cxn modelId="{8E813FF5-C3B7-427D-8B47-386E072BDEE1}" type="presParOf" srcId="{C1BCEB51-52CA-4ECE-BA6F-6FC879EEBCE6}" destId="{C474A5C6-5399-4DDE-903A-6AF1F22CB149}" srcOrd="0" destOrd="0" presId="urn:microsoft.com/office/officeart/2008/layout/LinedList"/>
    <dgm:cxn modelId="{67EB9C20-BBA1-45EB-BC65-B2A651A50DD6}" type="presParOf" srcId="{C1BCEB51-52CA-4ECE-BA6F-6FC879EEBCE6}" destId="{138F3E34-94E3-4766-8D2C-552BEDCDF64C}" srcOrd="1" destOrd="0" presId="urn:microsoft.com/office/officeart/2008/layout/LinedList"/>
    <dgm:cxn modelId="{8898DCE8-B0F6-40AD-BAAE-6F323339B4E5}" type="presParOf" srcId="{C1BCEB51-52CA-4ECE-BA6F-6FC879EEBCE6}" destId="{F26DF6E3-A411-409D-A126-07553946294F}" srcOrd="2" destOrd="0" presId="urn:microsoft.com/office/officeart/2008/layout/LinedList"/>
    <dgm:cxn modelId="{B0774DDE-6864-433F-8764-57FB62D2720B}" type="presParOf" srcId="{2080342A-CEC3-4786-969D-D75287F63B5C}" destId="{2C7704B2-BCD0-480E-B956-57FD067A7259}" srcOrd="2" destOrd="0" presId="urn:microsoft.com/office/officeart/2008/layout/LinedList"/>
    <dgm:cxn modelId="{9D9B7B09-BECE-4754-8427-E90317BC5D0D}" type="presParOf" srcId="{2080342A-CEC3-4786-969D-D75287F63B5C}" destId="{A95558D4-290B-4667-A8E7-48292680934B}" srcOrd="3" destOrd="0" presId="urn:microsoft.com/office/officeart/2008/layout/LinedList"/>
    <dgm:cxn modelId="{C99B9D31-40A6-401B-A9DF-7171CF0C5849}" type="presParOf" srcId="{2080342A-CEC3-4786-969D-D75287F63B5C}" destId="{91166077-DA34-4AD5-8B7C-45906D497ED5}" srcOrd="4" destOrd="0" presId="urn:microsoft.com/office/officeart/2008/layout/LinedList"/>
    <dgm:cxn modelId="{A8C2C7C3-8DCA-40D2-A1E6-FA598894AE8B}" type="presParOf" srcId="{91166077-DA34-4AD5-8B7C-45906D497ED5}" destId="{7FC55232-B484-45A9-86A5-65483F8DFC3A}" srcOrd="0" destOrd="0" presId="urn:microsoft.com/office/officeart/2008/layout/LinedList"/>
    <dgm:cxn modelId="{7EDFAACA-58F2-46A4-AFEA-85CDAEA64FDD}" type="presParOf" srcId="{91166077-DA34-4AD5-8B7C-45906D497ED5}" destId="{53DC4752-3079-4E8F-921D-908FC41A1B93}" srcOrd="1" destOrd="0" presId="urn:microsoft.com/office/officeart/2008/layout/LinedList"/>
    <dgm:cxn modelId="{12DAEF50-4E25-4A55-B35B-82992D7DEA3A}" type="presParOf" srcId="{91166077-DA34-4AD5-8B7C-45906D497ED5}" destId="{42238137-0555-4A4B-9570-7E85303899BC}" srcOrd="2" destOrd="0" presId="urn:microsoft.com/office/officeart/2008/layout/LinedList"/>
    <dgm:cxn modelId="{AD5317DC-9EF1-4B76-9086-386177A61B25}" type="presParOf" srcId="{2080342A-CEC3-4786-969D-D75287F63B5C}" destId="{34355A56-0DF8-484C-A1C7-B269E1D9E218}" srcOrd="5" destOrd="0" presId="urn:microsoft.com/office/officeart/2008/layout/LinedList"/>
    <dgm:cxn modelId="{D1AF780B-18DB-41B8-8EA4-BE2BA3CBFB55}" type="presParOf" srcId="{2080342A-CEC3-4786-969D-D75287F63B5C}" destId="{3A3F758B-0117-40A5-8002-C2B1B7BAD6F7}" srcOrd="6" destOrd="0" presId="urn:microsoft.com/office/officeart/2008/layout/LinedList"/>
    <dgm:cxn modelId="{0F37621E-9DDA-418E-82DC-ABFAA0A0BD35}" type="presParOf" srcId="{2080342A-CEC3-4786-969D-D75287F63B5C}" destId="{EDDE7636-2A55-4517-A29C-E56742E95C53}" srcOrd="7" destOrd="0" presId="urn:microsoft.com/office/officeart/2008/layout/LinedList"/>
    <dgm:cxn modelId="{BBB01851-FF7C-4FAB-AC11-96EFDF8148B4}" type="presParOf" srcId="{EDDE7636-2A55-4517-A29C-E56742E95C53}" destId="{476B5B93-2940-4E66-85D6-0C813B87EE88}" srcOrd="0" destOrd="0" presId="urn:microsoft.com/office/officeart/2008/layout/LinedList"/>
    <dgm:cxn modelId="{8616F62A-92DD-4F5F-81BD-F12BFAC72F54}" type="presParOf" srcId="{EDDE7636-2A55-4517-A29C-E56742E95C53}" destId="{B92D8615-0A53-4D8C-B130-71B0DE1EE1C6}" srcOrd="1" destOrd="0" presId="urn:microsoft.com/office/officeart/2008/layout/LinedList"/>
    <dgm:cxn modelId="{3AB50E6B-C541-4B07-8785-F0A22223B770}" type="presParOf" srcId="{EDDE7636-2A55-4517-A29C-E56742E95C53}" destId="{33275CDB-4911-4632-B99C-BCF30FE11786}" srcOrd="2" destOrd="0" presId="urn:microsoft.com/office/officeart/2008/layout/LinedList"/>
    <dgm:cxn modelId="{72711845-532E-4D8B-B3DC-832189FE1893}" type="presParOf" srcId="{2080342A-CEC3-4786-969D-D75287F63B5C}" destId="{721A1BB9-FEA7-4770-8720-2C73B9287944}" srcOrd="8" destOrd="0" presId="urn:microsoft.com/office/officeart/2008/layout/LinedList"/>
    <dgm:cxn modelId="{492D2EB7-D74B-4C30-8619-9E64350A072A}" type="presParOf" srcId="{2080342A-CEC3-4786-969D-D75287F63B5C}" destId="{55FF2F85-7121-444A-BA98-ACD9E099C0D9}" srcOrd="9" destOrd="0" presId="urn:microsoft.com/office/officeart/2008/layout/LinedList"/>
    <dgm:cxn modelId="{B77A42D0-C6FB-436C-8BE0-D58677972727}" type="presParOf" srcId="{8BB5EE5B-1371-46BF-9A10-4F78AB7DCE86}" destId="{1A7C6390-0F27-4F52-B396-E9BF80470004}" srcOrd="2" destOrd="0" presId="urn:microsoft.com/office/officeart/2008/layout/LinedList"/>
    <dgm:cxn modelId="{A1F3566A-A450-43E0-A6E5-A3FDD3737EA4}" type="presParOf" srcId="{8BB5EE5B-1371-46BF-9A10-4F78AB7DCE86}" destId="{AAD45CDD-EBAB-42AB-8F32-718912E57413}" srcOrd="3" destOrd="0" presId="urn:microsoft.com/office/officeart/2008/layout/LinedList"/>
    <dgm:cxn modelId="{FFC77A66-1C97-4CDB-B437-D2EA9D428823}" type="presParOf" srcId="{AAD45CDD-EBAB-42AB-8F32-718912E57413}" destId="{B2D82F88-980E-4EAC-B2BE-505648E754A4}" srcOrd="0" destOrd="0" presId="urn:microsoft.com/office/officeart/2008/layout/LinedList"/>
    <dgm:cxn modelId="{245F49D3-C923-4C52-9809-5711298E6B31}" type="presParOf" srcId="{AAD45CDD-EBAB-42AB-8F32-718912E57413}" destId="{982F16D9-5215-411F-98AF-6F550F49C3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CBA64B-B8B2-4432-B917-E2A5720DC4D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EA8FC5-03B2-4AE9-AAC9-AB8720D827FE}">
      <dgm:prSet/>
      <dgm:spPr/>
      <dgm:t>
        <a:bodyPr/>
        <a:lstStyle/>
        <a:p>
          <a:r>
            <a:rPr lang="en-US" dirty="0"/>
            <a:t>¿Por </a:t>
          </a:r>
          <a:r>
            <a:rPr lang="en-US" dirty="0" err="1"/>
            <a:t>qué</a:t>
          </a:r>
          <a:r>
            <a:rPr lang="en-US" dirty="0"/>
            <a:t> </a:t>
          </a:r>
          <a:r>
            <a:rPr lang="en-US" dirty="0" err="1"/>
            <a:t>existen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patrones</a:t>
          </a:r>
          <a:r>
            <a:rPr lang="en-US" dirty="0"/>
            <a:t> de </a:t>
          </a:r>
          <a:r>
            <a:rPr lang="en-US" dirty="0" err="1"/>
            <a:t>diseño</a:t>
          </a:r>
          <a:r>
            <a:rPr lang="en-US" dirty="0"/>
            <a:t>?</a:t>
          </a:r>
        </a:p>
      </dgm:t>
    </dgm:pt>
    <dgm:pt modelId="{AA04E3AE-EEE5-449D-9784-41C0B6C82A9D}" type="parTrans" cxnId="{0946723B-943F-4EC6-8430-D963A2E6E131}">
      <dgm:prSet/>
      <dgm:spPr/>
      <dgm:t>
        <a:bodyPr/>
        <a:lstStyle/>
        <a:p>
          <a:endParaRPr lang="en-US"/>
        </a:p>
      </dgm:t>
    </dgm:pt>
    <dgm:pt modelId="{BBECB120-F858-4511-A8B5-DB312B2FAF8D}" type="sibTrans" cxnId="{0946723B-943F-4EC6-8430-D963A2E6E131}">
      <dgm:prSet/>
      <dgm:spPr/>
      <dgm:t>
        <a:bodyPr/>
        <a:lstStyle/>
        <a:p>
          <a:endParaRPr lang="en-US"/>
        </a:p>
      </dgm:t>
    </dgm:pt>
    <dgm:pt modelId="{D047D814-F72E-4E65-B5A8-B4BEAA2E4731}">
      <dgm:prSet/>
      <dgm:spPr/>
      <dgm:t>
        <a:bodyPr/>
        <a:lstStyle/>
        <a:p>
          <a:r>
            <a:rPr lang="en-US" dirty="0" err="1"/>
            <a:t>Dificultades</a:t>
          </a:r>
          <a:r>
            <a:rPr lang="en-US" dirty="0"/>
            <a:t> al </a:t>
          </a:r>
          <a:r>
            <a:rPr lang="en-US" dirty="0" err="1"/>
            <a:t>estructurar</a:t>
          </a:r>
          <a:r>
            <a:rPr lang="en-US" dirty="0"/>
            <a:t> </a:t>
          </a:r>
          <a:r>
            <a:rPr lang="en-US" dirty="0" err="1"/>
            <a:t>clases</a:t>
          </a:r>
          <a:r>
            <a:rPr lang="en-US" dirty="0"/>
            <a:t> y </a:t>
          </a:r>
          <a:r>
            <a:rPr lang="en-US" dirty="0" err="1"/>
            <a:t>objetivos</a:t>
          </a:r>
          <a:r>
            <a:rPr lang="en-US" dirty="0"/>
            <a:t>.</a:t>
          </a:r>
        </a:p>
      </dgm:t>
    </dgm:pt>
    <dgm:pt modelId="{1E8DF342-24FB-4899-82F6-7899593F55B9}" type="parTrans" cxnId="{C1BAF48E-44F5-46EB-B197-8A746C48C8A2}">
      <dgm:prSet/>
      <dgm:spPr/>
      <dgm:t>
        <a:bodyPr/>
        <a:lstStyle/>
        <a:p>
          <a:endParaRPr lang="en-US"/>
        </a:p>
      </dgm:t>
    </dgm:pt>
    <dgm:pt modelId="{A928E58A-DD33-46AA-B2AA-A37857D6D71B}" type="sibTrans" cxnId="{C1BAF48E-44F5-46EB-B197-8A746C48C8A2}">
      <dgm:prSet/>
      <dgm:spPr/>
      <dgm:t>
        <a:bodyPr/>
        <a:lstStyle/>
        <a:p>
          <a:endParaRPr lang="en-US"/>
        </a:p>
      </dgm:t>
    </dgm:pt>
    <dgm:pt modelId="{E8225679-560E-44F1-B48D-684A7EF9751D}">
      <dgm:prSet/>
      <dgm:spPr/>
      <dgm:t>
        <a:bodyPr/>
        <a:lstStyle/>
        <a:p>
          <a:r>
            <a:rPr lang="en-US" dirty="0"/>
            <a:t>Mala </a:t>
          </a:r>
          <a:r>
            <a:rPr lang="en-US" dirty="0" err="1"/>
            <a:t>reutilización</a:t>
          </a:r>
          <a:r>
            <a:rPr lang="en-US" dirty="0"/>
            <a:t> de Código</a:t>
          </a:r>
        </a:p>
      </dgm:t>
    </dgm:pt>
    <dgm:pt modelId="{9AA502BA-081B-4688-9888-29510D77DD60}" type="parTrans" cxnId="{A51C92FE-9250-433F-A22D-E405D1C11448}">
      <dgm:prSet/>
      <dgm:spPr/>
      <dgm:t>
        <a:bodyPr/>
        <a:lstStyle/>
        <a:p>
          <a:endParaRPr lang="es-GT"/>
        </a:p>
      </dgm:t>
    </dgm:pt>
    <dgm:pt modelId="{805652E3-15E8-42C4-8A31-F5ACDD2A2EB4}" type="sibTrans" cxnId="{A51C92FE-9250-433F-A22D-E405D1C11448}">
      <dgm:prSet/>
      <dgm:spPr/>
      <dgm:t>
        <a:bodyPr/>
        <a:lstStyle/>
        <a:p>
          <a:endParaRPr lang="es-GT"/>
        </a:p>
      </dgm:t>
    </dgm:pt>
    <dgm:pt modelId="{2F2E45DA-A55D-4690-8CB1-DD4DF3189BDE}">
      <dgm:prSet/>
      <dgm:spPr/>
      <dgm:t>
        <a:bodyPr/>
        <a:lstStyle/>
        <a:p>
          <a:r>
            <a:rPr lang="en-US" dirty="0" err="1"/>
            <a:t>Acoplamiento</a:t>
          </a:r>
          <a:r>
            <a:rPr lang="en-US" dirty="0"/>
            <a:t> </a:t>
          </a:r>
          <a:r>
            <a:rPr lang="en-US" dirty="0" err="1"/>
            <a:t>excesivo</a:t>
          </a:r>
          <a:r>
            <a:rPr lang="en-US" dirty="0"/>
            <a:t>.</a:t>
          </a:r>
        </a:p>
      </dgm:t>
    </dgm:pt>
    <dgm:pt modelId="{2E40E5ED-63EB-4A17-B060-7A569E5D3FE8}" type="parTrans" cxnId="{79144DF6-5EE5-40D9-B0E5-769BFA641262}">
      <dgm:prSet/>
      <dgm:spPr/>
      <dgm:t>
        <a:bodyPr/>
        <a:lstStyle/>
        <a:p>
          <a:endParaRPr lang="es-GT"/>
        </a:p>
      </dgm:t>
    </dgm:pt>
    <dgm:pt modelId="{74C9F087-9021-4ED5-B519-DCCF777B6A71}" type="sibTrans" cxnId="{79144DF6-5EE5-40D9-B0E5-769BFA641262}">
      <dgm:prSet/>
      <dgm:spPr/>
      <dgm:t>
        <a:bodyPr/>
        <a:lstStyle/>
        <a:p>
          <a:endParaRPr lang="es-GT"/>
        </a:p>
      </dgm:t>
    </dgm:pt>
    <dgm:pt modelId="{96BB24C0-8532-411F-88A3-467557661926}">
      <dgm:prSet/>
      <dgm:spPr/>
      <dgm:t>
        <a:bodyPr/>
        <a:lstStyle/>
        <a:p>
          <a:r>
            <a:rPr lang="en-US" dirty="0"/>
            <a:t>Código </a:t>
          </a:r>
          <a:r>
            <a:rPr lang="en-US" dirty="0" err="1"/>
            <a:t>difícil</a:t>
          </a:r>
          <a:r>
            <a:rPr lang="en-US" dirty="0"/>
            <a:t> de </a:t>
          </a:r>
          <a:r>
            <a:rPr lang="en-US" dirty="0" err="1"/>
            <a:t>mantener</a:t>
          </a:r>
          <a:r>
            <a:rPr lang="en-US" dirty="0"/>
            <a:t> o extender.</a:t>
          </a:r>
        </a:p>
      </dgm:t>
    </dgm:pt>
    <dgm:pt modelId="{475C976B-774B-45DB-BADA-985854982A54}" type="parTrans" cxnId="{5E243A2D-FDBC-46E4-AF6D-89B788B600B8}">
      <dgm:prSet/>
      <dgm:spPr/>
      <dgm:t>
        <a:bodyPr/>
        <a:lstStyle/>
        <a:p>
          <a:endParaRPr lang="es-GT"/>
        </a:p>
      </dgm:t>
    </dgm:pt>
    <dgm:pt modelId="{4256ADDB-F8BB-4B84-AF4C-9C8007D8CB8F}" type="sibTrans" cxnId="{5E243A2D-FDBC-46E4-AF6D-89B788B600B8}">
      <dgm:prSet/>
      <dgm:spPr/>
      <dgm:t>
        <a:bodyPr/>
        <a:lstStyle/>
        <a:p>
          <a:endParaRPr lang="es-GT"/>
        </a:p>
      </dgm:t>
    </dgm:pt>
    <dgm:pt modelId="{B3AAAD09-CFB0-4BEC-8C00-2E25B919F0D0}">
      <dgm:prSet/>
      <dgm:spPr/>
      <dgm:t>
        <a:bodyPr/>
        <a:lstStyle/>
        <a:p>
          <a:r>
            <a:rPr lang="en-US" dirty="0" err="1"/>
            <a:t>Problemas</a:t>
          </a:r>
          <a:r>
            <a:rPr lang="en-US" dirty="0"/>
            <a:t> de </a:t>
          </a:r>
          <a:r>
            <a:rPr lang="en-US" dirty="0" err="1"/>
            <a:t>comunicación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equipos</a:t>
          </a:r>
          <a:r>
            <a:rPr lang="en-US" dirty="0"/>
            <a:t> </a:t>
          </a:r>
          <a:r>
            <a:rPr lang="en-US" dirty="0" err="1"/>
            <a:t>técnicos</a:t>
          </a:r>
          <a:r>
            <a:rPr lang="en-US" dirty="0"/>
            <a:t> (</a:t>
          </a:r>
          <a:r>
            <a:rPr lang="en-US" dirty="0" err="1"/>
            <a:t>diferentes</a:t>
          </a:r>
          <a:r>
            <a:rPr lang="en-US" dirty="0"/>
            <a:t> </a:t>
          </a:r>
          <a:r>
            <a:rPr lang="en-US" dirty="0" err="1"/>
            <a:t>enfoques</a:t>
          </a:r>
          <a:r>
            <a:rPr lang="en-US" dirty="0"/>
            <a:t> o </a:t>
          </a:r>
          <a:r>
            <a:rPr lang="en-US" dirty="0" err="1"/>
            <a:t>estilos</a:t>
          </a:r>
          <a:r>
            <a:rPr lang="en-US" dirty="0"/>
            <a:t>)</a:t>
          </a:r>
        </a:p>
      </dgm:t>
    </dgm:pt>
    <dgm:pt modelId="{F55C6064-9ABA-4D29-87BB-8BF7BFEA2F4F}" type="parTrans" cxnId="{740235BC-EC25-40A7-8630-353C9DBDFBA2}">
      <dgm:prSet/>
      <dgm:spPr/>
      <dgm:t>
        <a:bodyPr/>
        <a:lstStyle/>
        <a:p>
          <a:endParaRPr lang="es-GT"/>
        </a:p>
      </dgm:t>
    </dgm:pt>
    <dgm:pt modelId="{9D143CD2-616F-41D6-99FA-74B6C6D98A3A}" type="sibTrans" cxnId="{740235BC-EC25-40A7-8630-353C9DBDFBA2}">
      <dgm:prSet/>
      <dgm:spPr/>
      <dgm:t>
        <a:bodyPr/>
        <a:lstStyle/>
        <a:p>
          <a:endParaRPr lang="es-GT"/>
        </a:p>
      </dgm:t>
    </dgm:pt>
    <dgm:pt modelId="{8BB5EE5B-1371-46BF-9A10-4F78AB7DCE86}" type="pres">
      <dgm:prSet presAssocID="{36CBA64B-B8B2-4432-B917-E2A5720DC4DD}" presName="vert0" presStyleCnt="0">
        <dgm:presLayoutVars>
          <dgm:dir/>
          <dgm:animOne val="branch"/>
          <dgm:animLvl val="lvl"/>
        </dgm:presLayoutVars>
      </dgm:prSet>
      <dgm:spPr/>
    </dgm:pt>
    <dgm:pt modelId="{43408A9C-BEA3-4EE9-8286-9904E1038E70}" type="pres">
      <dgm:prSet presAssocID="{90EA8FC5-03B2-4AE9-AAC9-AB8720D827FE}" presName="thickLine" presStyleLbl="alignNode1" presStyleIdx="0" presStyleCnt="1"/>
      <dgm:spPr/>
    </dgm:pt>
    <dgm:pt modelId="{D0D22D58-C5F4-4325-A778-E221CD7593D9}" type="pres">
      <dgm:prSet presAssocID="{90EA8FC5-03B2-4AE9-AAC9-AB8720D827FE}" presName="horz1" presStyleCnt="0"/>
      <dgm:spPr/>
    </dgm:pt>
    <dgm:pt modelId="{B66A98FF-FF95-4529-8D42-3C386699262C}" type="pres">
      <dgm:prSet presAssocID="{90EA8FC5-03B2-4AE9-AAC9-AB8720D827FE}" presName="tx1" presStyleLbl="revTx" presStyleIdx="0" presStyleCnt="6"/>
      <dgm:spPr/>
    </dgm:pt>
    <dgm:pt modelId="{2080342A-CEC3-4786-969D-D75287F63B5C}" type="pres">
      <dgm:prSet presAssocID="{90EA8FC5-03B2-4AE9-AAC9-AB8720D827FE}" presName="vert1" presStyleCnt="0"/>
      <dgm:spPr/>
    </dgm:pt>
    <dgm:pt modelId="{30B2523B-D953-4E25-9602-353B7C8F90BD}" type="pres">
      <dgm:prSet presAssocID="{D047D814-F72E-4E65-B5A8-B4BEAA2E4731}" presName="vertSpace2a" presStyleCnt="0"/>
      <dgm:spPr/>
    </dgm:pt>
    <dgm:pt modelId="{CEF9AF73-D775-4927-B089-37C4381D4EB6}" type="pres">
      <dgm:prSet presAssocID="{D047D814-F72E-4E65-B5A8-B4BEAA2E4731}" presName="horz2" presStyleCnt="0"/>
      <dgm:spPr/>
    </dgm:pt>
    <dgm:pt modelId="{151456AD-896C-419B-9965-B6EDD8B15977}" type="pres">
      <dgm:prSet presAssocID="{D047D814-F72E-4E65-B5A8-B4BEAA2E4731}" presName="horzSpace2" presStyleCnt="0"/>
      <dgm:spPr/>
    </dgm:pt>
    <dgm:pt modelId="{03770514-B3B3-4598-A6DA-21573EDC724D}" type="pres">
      <dgm:prSet presAssocID="{D047D814-F72E-4E65-B5A8-B4BEAA2E4731}" presName="tx2" presStyleLbl="revTx" presStyleIdx="1" presStyleCnt="6"/>
      <dgm:spPr/>
    </dgm:pt>
    <dgm:pt modelId="{240BB8F9-5FA4-4567-83AB-4C48691CF6BC}" type="pres">
      <dgm:prSet presAssocID="{D047D814-F72E-4E65-B5A8-B4BEAA2E4731}" presName="vert2" presStyleCnt="0"/>
      <dgm:spPr/>
    </dgm:pt>
    <dgm:pt modelId="{3CD0F2D2-D535-481B-8ACF-EDEE54EB5267}" type="pres">
      <dgm:prSet presAssocID="{D047D814-F72E-4E65-B5A8-B4BEAA2E4731}" presName="thinLine2b" presStyleLbl="callout" presStyleIdx="0" presStyleCnt="5"/>
      <dgm:spPr/>
    </dgm:pt>
    <dgm:pt modelId="{BC624E16-F79B-45A6-87A8-BABB99EE09E2}" type="pres">
      <dgm:prSet presAssocID="{D047D814-F72E-4E65-B5A8-B4BEAA2E4731}" presName="vertSpace2b" presStyleCnt="0"/>
      <dgm:spPr/>
    </dgm:pt>
    <dgm:pt modelId="{4B764326-EE13-4038-B6AE-185DD585378E}" type="pres">
      <dgm:prSet presAssocID="{E8225679-560E-44F1-B48D-684A7EF9751D}" presName="horz2" presStyleCnt="0"/>
      <dgm:spPr/>
    </dgm:pt>
    <dgm:pt modelId="{3F0AD110-A8B9-4DE8-B5AA-4176A591E696}" type="pres">
      <dgm:prSet presAssocID="{E8225679-560E-44F1-B48D-684A7EF9751D}" presName="horzSpace2" presStyleCnt="0"/>
      <dgm:spPr/>
    </dgm:pt>
    <dgm:pt modelId="{1628A4AF-424D-43FF-BD4A-6FB63B2FD139}" type="pres">
      <dgm:prSet presAssocID="{E8225679-560E-44F1-B48D-684A7EF9751D}" presName="tx2" presStyleLbl="revTx" presStyleIdx="2" presStyleCnt="6"/>
      <dgm:spPr/>
    </dgm:pt>
    <dgm:pt modelId="{5074D790-A557-4BE9-85F1-9A6431FAD36B}" type="pres">
      <dgm:prSet presAssocID="{E8225679-560E-44F1-B48D-684A7EF9751D}" presName="vert2" presStyleCnt="0"/>
      <dgm:spPr/>
    </dgm:pt>
    <dgm:pt modelId="{5720FF1E-3A31-4FFB-942B-560639CC06E1}" type="pres">
      <dgm:prSet presAssocID="{E8225679-560E-44F1-B48D-684A7EF9751D}" presName="thinLine2b" presStyleLbl="callout" presStyleIdx="1" presStyleCnt="5"/>
      <dgm:spPr/>
    </dgm:pt>
    <dgm:pt modelId="{CE46DB14-2327-40ED-8A48-EC55980E5158}" type="pres">
      <dgm:prSet presAssocID="{E8225679-560E-44F1-B48D-684A7EF9751D}" presName="vertSpace2b" presStyleCnt="0"/>
      <dgm:spPr/>
    </dgm:pt>
    <dgm:pt modelId="{7A7E84A0-0F65-4651-94B1-CC032E8351DF}" type="pres">
      <dgm:prSet presAssocID="{2F2E45DA-A55D-4690-8CB1-DD4DF3189BDE}" presName="horz2" presStyleCnt="0"/>
      <dgm:spPr/>
    </dgm:pt>
    <dgm:pt modelId="{377AFE15-01E8-4DBA-95BF-0D9D5BBDFB41}" type="pres">
      <dgm:prSet presAssocID="{2F2E45DA-A55D-4690-8CB1-DD4DF3189BDE}" presName="horzSpace2" presStyleCnt="0"/>
      <dgm:spPr/>
    </dgm:pt>
    <dgm:pt modelId="{94AACBBD-6D30-4C1A-89B0-D17D8E47942A}" type="pres">
      <dgm:prSet presAssocID="{2F2E45DA-A55D-4690-8CB1-DD4DF3189BDE}" presName="tx2" presStyleLbl="revTx" presStyleIdx="3" presStyleCnt="6"/>
      <dgm:spPr/>
    </dgm:pt>
    <dgm:pt modelId="{1B1F7791-FE95-4F4A-9C43-32D09F98E94B}" type="pres">
      <dgm:prSet presAssocID="{2F2E45DA-A55D-4690-8CB1-DD4DF3189BDE}" presName="vert2" presStyleCnt="0"/>
      <dgm:spPr/>
    </dgm:pt>
    <dgm:pt modelId="{0C3A2927-F55C-46DE-BE6E-468A680E61C0}" type="pres">
      <dgm:prSet presAssocID="{2F2E45DA-A55D-4690-8CB1-DD4DF3189BDE}" presName="thinLine2b" presStyleLbl="callout" presStyleIdx="2" presStyleCnt="5"/>
      <dgm:spPr/>
    </dgm:pt>
    <dgm:pt modelId="{3B33D071-CC27-4F4F-8FFB-8523EBC11976}" type="pres">
      <dgm:prSet presAssocID="{2F2E45DA-A55D-4690-8CB1-DD4DF3189BDE}" presName="vertSpace2b" presStyleCnt="0"/>
      <dgm:spPr/>
    </dgm:pt>
    <dgm:pt modelId="{D40F42BB-EE8D-4AA6-9779-1E426328DF66}" type="pres">
      <dgm:prSet presAssocID="{96BB24C0-8532-411F-88A3-467557661926}" presName="horz2" presStyleCnt="0"/>
      <dgm:spPr/>
    </dgm:pt>
    <dgm:pt modelId="{1D720180-0D09-4BCD-A041-4CFC0ABDD5CC}" type="pres">
      <dgm:prSet presAssocID="{96BB24C0-8532-411F-88A3-467557661926}" presName="horzSpace2" presStyleCnt="0"/>
      <dgm:spPr/>
    </dgm:pt>
    <dgm:pt modelId="{73D4545A-FC7A-48A9-9299-0C954982A86C}" type="pres">
      <dgm:prSet presAssocID="{96BB24C0-8532-411F-88A3-467557661926}" presName="tx2" presStyleLbl="revTx" presStyleIdx="4" presStyleCnt="6"/>
      <dgm:spPr/>
    </dgm:pt>
    <dgm:pt modelId="{74D31857-28CA-49C8-8299-9751E0E07328}" type="pres">
      <dgm:prSet presAssocID="{96BB24C0-8532-411F-88A3-467557661926}" presName="vert2" presStyleCnt="0"/>
      <dgm:spPr/>
    </dgm:pt>
    <dgm:pt modelId="{63B3904F-F4E1-4D3D-B2D7-7905CA87736A}" type="pres">
      <dgm:prSet presAssocID="{96BB24C0-8532-411F-88A3-467557661926}" presName="thinLine2b" presStyleLbl="callout" presStyleIdx="3" presStyleCnt="5"/>
      <dgm:spPr/>
    </dgm:pt>
    <dgm:pt modelId="{25620CC2-A74E-4DE3-9AE9-B13AD34417D4}" type="pres">
      <dgm:prSet presAssocID="{96BB24C0-8532-411F-88A3-467557661926}" presName="vertSpace2b" presStyleCnt="0"/>
      <dgm:spPr/>
    </dgm:pt>
    <dgm:pt modelId="{0BA8A625-789E-499C-8CED-A3109D7711DA}" type="pres">
      <dgm:prSet presAssocID="{B3AAAD09-CFB0-4BEC-8C00-2E25B919F0D0}" presName="horz2" presStyleCnt="0"/>
      <dgm:spPr/>
    </dgm:pt>
    <dgm:pt modelId="{2785163B-190F-4221-AAE8-DA781DA42E8D}" type="pres">
      <dgm:prSet presAssocID="{B3AAAD09-CFB0-4BEC-8C00-2E25B919F0D0}" presName="horzSpace2" presStyleCnt="0"/>
      <dgm:spPr/>
    </dgm:pt>
    <dgm:pt modelId="{3B1FFC6C-4355-478B-B771-676CECE8C928}" type="pres">
      <dgm:prSet presAssocID="{B3AAAD09-CFB0-4BEC-8C00-2E25B919F0D0}" presName="tx2" presStyleLbl="revTx" presStyleIdx="5" presStyleCnt="6"/>
      <dgm:spPr/>
    </dgm:pt>
    <dgm:pt modelId="{BE9CCC36-1FB0-4898-919B-A2968FE4FBEF}" type="pres">
      <dgm:prSet presAssocID="{B3AAAD09-CFB0-4BEC-8C00-2E25B919F0D0}" presName="vert2" presStyleCnt="0"/>
      <dgm:spPr/>
    </dgm:pt>
    <dgm:pt modelId="{1CB3B2E2-B9F5-4DB3-AE52-857F7867F557}" type="pres">
      <dgm:prSet presAssocID="{B3AAAD09-CFB0-4BEC-8C00-2E25B919F0D0}" presName="thinLine2b" presStyleLbl="callout" presStyleIdx="4" presStyleCnt="5"/>
      <dgm:spPr/>
    </dgm:pt>
    <dgm:pt modelId="{57C5A071-B654-47CB-8E46-93ACE560D808}" type="pres">
      <dgm:prSet presAssocID="{B3AAAD09-CFB0-4BEC-8C00-2E25B919F0D0}" presName="vertSpace2b" presStyleCnt="0"/>
      <dgm:spPr/>
    </dgm:pt>
  </dgm:ptLst>
  <dgm:cxnLst>
    <dgm:cxn modelId="{A239232B-384D-4807-9126-6B932F63D78E}" type="presOf" srcId="{E8225679-560E-44F1-B48D-684A7EF9751D}" destId="{1628A4AF-424D-43FF-BD4A-6FB63B2FD139}" srcOrd="0" destOrd="0" presId="urn:microsoft.com/office/officeart/2008/layout/LinedList"/>
    <dgm:cxn modelId="{5E243A2D-FDBC-46E4-AF6D-89B788B600B8}" srcId="{90EA8FC5-03B2-4AE9-AAC9-AB8720D827FE}" destId="{96BB24C0-8532-411F-88A3-467557661926}" srcOrd="3" destOrd="0" parTransId="{475C976B-774B-45DB-BADA-985854982A54}" sibTransId="{4256ADDB-F8BB-4B84-AF4C-9C8007D8CB8F}"/>
    <dgm:cxn modelId="{7D3F1636-2DDC-403F-A736-FC73BBB27123}" type="presOf" srcId="{36CBA64B-B8B2-4432-B917-E2A5720DC4DD}" destId="{8BB5EE5B-1371-46BF-9A10-4F78AB7DCE86}" srcOrd="0" destOrd="0" presId="urn:microsoft.com/office/officeart/2008/layout/LinedList"/>
    <dgm:cxn modelId="{0946723B-943F-4EC6-8430-D963A2E6E131}" srcId="{36CBA64B-B8B2-4432-B917-E2A5720DC4DD}" destId="{90EA8FC5-03B2-4AE9-AAC9-AB8720D827FE}" srcOrd="0" destOrd="0" parTransId="{AA04E3AE-EEE5-449D-9784-41C0B6C82A9D}" sibTransId="{BBECB120-F858-4511-A8B5-DB312B2FAF8D}"/>
    <dgm:cxn modelId="{C1BAF48E-44F5-46EB-B197-8A746C48C8A2}" srcId="{90EA8FC5-03B2-4AE9-AAC9-AB8720D827FE}" destId="{D047D814-F72E-4E65-B5A8-B4BEAA2E4731}" srcOrd="0" destOrd="0" parTransId="{1E8DF342-24FB-4899-82F6-7899593F55B9}" sibTransId="{A928E58A-DD33-46AA-B2AA-A37857D6D71B}"/>
    <dgm:cxn modelId="{740235BC-EC25-40A7-8630-353C9DBDFBA2}" srcId="{90EA8FC5-03B2-4AE9-AAC9-AB8720D827FE}" destId="{B3AAAD09-CFB0-4BEC-8C00-2E25B919F0D0}" srcOrd="4" destOrd="0" parTransId="{F55C6064-9ABA-4D29-87BB-8BF7BFEA2F4F}" sibTransId="{9D143CD2-616F-41D6-99FA-74B6C6D98A3A}"/>
    <dgm:cxn modelId="{33C3F9BF-07D5-4AB9-8B93-A3272B69B140}" type="presOf" srcId="{96BB24C0-8532-411F-88A3-467557661926}" destId="{73D4545A-FC7A-48A9-9299-0C954982A86C}" srcOrd="0" destOrd="0" presId="urn:microsoft.com/office/officeart/2008/layout/LinedList"/>
    <dgm:cxn modelId="{FF1141C2-5BF8-4DBB-881A-32A93CF13FA5}" type="presOf" srcId="{B3AAAD09-CFB0-4BEC-8C00-2E25B919F0D0}" destId="{3B1FFC6C-4355-478B-B771-676CECE8C928}" srcOrd="0" destOrd="0" presId="urn:microsoft.com/office/officeart/2008/layout/LinedList"/>
    <dgm:cxn modelId="{80DEDFCD-59BE-4E6A-A922-DE18951BDEB2}" type="presOf" srcId="{D047D814-F72E-4E65-B5A8-B4BEAA2E4731}" destId="{03770514-B3B3-4598-A6DA-21573EDC724D}" srcOrd="0" destOrd="0" presId="urn:microsoft.com/office/officeart/2008/layout/LinedList"/>
    <dgm:cxn modelId="{37BE94CE-F536-4FBB-84A4-76E425BC6461}" type="presOf" srcId="{2F2E45DA-A55D-4690-8CB1-DD4DF3189BDE}" destId="{94AACBBD-6D30-4C1A-89B0-D17D8E47942A}" srcOrd="0" destOrd="0" presId="urn:microsoft.com/office/officeart/2008/layout/LinedList"/>
    <dgm:cxn modelId="{B76098DF-E151-4EA2-A24D-ABD4201E4760}" type="presOf" srcId="{90EA8FC5-03B2-4AE9-AAC9-AB8720D827FE}" destId="{B66A98FF-FF95-4529-8D42-3C386699262C}" srcOrd="0" destOrd="0" presId="urn:microsoft.com/office/officeart/2008/layout/LinedList"/>
    <dgm:cxn modelId="{79144DF6-5EE5-40D9-B0E5-769BFA641262}" srcId="{90EA8FC5-03B2-4AE9-AAC9-AB8720D827FE}" destId="{2F2E45DA-A55D-4690-8CB1-DD4DF3189BDE}" srcOrd="2" destOrd="0" parTransId="{2E40E5ED-63EB-4A17-B060-7A569E5D3FE8}" sibTransId="{74C9F087-9021-4ED5-B519-DCCF777B6A71}"/>
    <dgm:cxn modelId="{A51C92FE-9250-433F-A22D-E405D1C11448}" srcId="{90EA8FC5-03B2-4AE9-AAC9-AB8720D827FE}" destId="{E8225679-560E-44F1-B48D-684A7EF9751D}" srcOrd="1" destOrd="0" parTransId="{9AA502BA-081B-4688-9888-29510D77DD60}" sibTransId="{805652E3-15E8-42C4-8A31-F5ACDD2A2EB4}"/>
    <dgm:cxn modelId="{9C3FBD93-4200-4D00-8D1B-59DD65884AC9}" type="presParOf" srcId="{8BB5EE5B-1371-46BF-9A10-4F78AB7DCE86}" destId="{43408A9C-BEA3-4EE9-8286-9904E1038E70}" srcOrd="0" destOrd="0" presId="urn:microsoft.com/office/officeart/2008/layout/LinedList"/>
    <dgm:cxn modelId="{65BCAA88-E28B-4260-8A17-94BCFC500C32}" type="presParOf" srcId="{8BB5EE5B-1371-46BF-9A10-4F78AB7DCE86}" destId="{D0D22D58-C5F4-4325-A778-E221CD7593D9}" srcOrd="1" destOrd="0" presId="urn:microsoft.com/office/officeart/2008/layout/LinedList"/>
    <dgm:cxn modelId="{267888F3-BC87-47DE-BD68-494E88F7F48E}" type="presParOf" srcId="{D0D22D58-C5F4-4325-A778-E221CD7593D9}" destId="{B66A98FF-FF95-4529-8D42-3C386699262C}" srcOrd="0" destOrd="0" presId="urn:microsoft.com/office/officeart/2008/layout/LinedList"/>
    <dgm:cxn modelId="{3ACEA3BD-2333-4256-8C23-1651B18C690D}" type="presParOf" srcId="{D0D22D58-C5F4-4325-A778-E221CD7593D9}" destId="{2080342A-CEC3-4786-969D-D75287F63B5C}" srcOrd="1" destOrd="0" presId="urn:microsoft.com/office/officeart/2008/layout/LinedList"/>
    <dgm:cxn modelId="{852D48A1-B4A5-4468-866E-B46C513F0D33}" type="presParOf" srcId="{2080342A-CEC3-4786-969D-D75287F63B5C}" destId="{30B2523B-D953-4E25-9602-353B7C8F90BD}" srcOrd="0" destOrd="0" presId="urn:microsoft.com/office/officeart/2008/layout/LinedList"/>
    <dgm:cxn modelId="{B4B61148-35C4-4658-967B-7E207835873C}" type="presParOf" srcId="{2080342A-CEC3-4786-969D-D75287F63B5C}" destId="{CEF9AF73-D775-4927-B089-37C4381D4EB6}" srcOrd="1" destOrd="0" presId="urn:microsoft.com/office/officeart/2008/layout/LinedList"/>
    <dgm:cxn modelId="{71B08ED1-01A7-48FD-AC90-BA8813699420}" type="presParOf" srcId="{CEF9AF73-D775-4927-B089-37C4381D4EB6}" destId="{151456AD-896C-419B-9965-B6EDD8B15977}" srcOrd="0" destOrd="0" presId="urn:microsoft.com/office/officeart/2008/layout/LinedList"/>
    <dgm:cxn modelId="{AB08CD5B-6910-4DC0-A707-675CBBD0CB06}" type="presParOf" srcId="{CEF9AF73-D775-4927-B089-37C4381D4EB6}" destId="{03770514-B3B3-4598-A6DA-21573EDC724D}" srcOrd="1" destOrd="0" presId="urn:microsoft.com/office/officeart/2008/layout/LinedList"/>
    <dgm:cxn modelId="{97380F66-5089-4BD9-B071-2281F37B2F7A}" type="presParOf" srcId="{CEF9AF73-D775-4927-B089-37C4381D4EB6}" destId="{240BB8F9-5FA4-4567-83AB-4C48691CF6BC}" srcOrd="2" destOrd="0" presId="urn:microsoft.com/office/officeart/2008/layout/LinedList"/>
    <dgm:cxn modelId="{9FB377D0-81F7-441D-87B4-381D7035DAF6}" type="presParOf" srcId="{2080342A-CEC3-4786-969D-D75287F63B5C}" destId="{3CD0F2D2-D535-481B-8ACF-EDEE54EB5267}" srcOrd="2" destOrd="0" presId="urn:microsoft.com/office/officeart/2008/layout/LinedList"/>
    <dgm:cxn modelId="{420BAFEB-0695-46DF-8D7D-2C84A446C341}" type="presParOf" srcId="{2080342A-CEC3-4786-969D-D75287F63B5C}" destId="{BC624E16-F79B-45A6-87A8-BABB99EE09E2}" srcOrd="3" destOrd="0" presId="urn:microsoft.com/office/officeart/2008/layout/LinedList"/>
    <dgm:cxn modelId="{747E00EC-A78C-486E-809F-609E097B1DE6}" type="presParOf" srcId="{2080342A-CEC3-4786-969D-D75287F63B5C}" destId="{4B764326-EE13-4038-B6AE-185DD585378E}" srcOrd="4" destOrd="0" presId="urn:microsoft.com/office/officeart/2008/layout/LinedList"/>
    <dgm:cxn modelId="{0A13E06C-D206-4FB9-87AB-EEEA54D2D538}" type="presParOf" srcId="{4B764326-EE13-4038-B6AE-185DD585378E}" destId="{3F0AD110-A8B9-4DE8-B5AA-4176A591E696}" srcOrd="0" destOrd="0" presId="urn:microsoft.com/office/officeart/2008/layout/LinedList"/>
    <dgm:cxn modelId="{E3DEE671-9711-4978-A2AE-B111024D7E88}" type="presParOf" srcId="{4B764326-EE13-4038-B6AE-185DD585378E}" destId="{1628A4AF-424D-43FF-BD4A-6FB63B2FD139}" srcOrd="1" destOrd="0" presId="urn:microsoft.com/office/officeart/2008/layout/LinedList"/>
    <dgm:cxn modelId="{82E10AEA-DEB0-48F5-B524-58B702F0502A}" type="presParOf" srcId="{4B764326-EE13-4038-B6AE-185DD585378E}" destId="{5074D790-A557-4BE9-85F1-9A6431FAD36B}" srcOrd="2" destOrd="0" presId="urn:microsoft.com/office/officeart/2008/layout/LinedList"/>
    <dgm:cxn modelId="{951274E6-722B-48D1-B75B-2764E563513C}" type="presParOf" srcId="{2080342A-CEC3-4786-969D-D75287F63B5C}" destId="{5720FF1E-3A31-4FFB-942B-560639CC06E1}" srcOrd="5" destOrd="0" presId="urn:microsoft.com/office/officeart/2008/layout/LinedList"/>
    <dgm:cxn modelId="{8B954D7F-FB94-41DA-B7BB-D00BC71F62AE}" type="presParOf" srcId="{2080342A-CEC3-4786-969D-D75287F63B5C}" destId="{CE46DB14-2327-40ED-8A48-EC55980E5158}" srcOrd="6" destOrd="0" presId="urn:microsoft.com/office/officeart/2008/layout/LinedList"/>
    <dgm:cxn modelId="{CB0E378F-4065-46E1-83E7-49DC5C5C6493}" type="presParOf" srcId="{2080342A-CEC3-4786-969D-D75287F63B5C}" destId="{7A7E84A0-0F65-4651-94B1-CC032E8351DF}" srcOrd="7" destOrd="0" presId="urn:microsoft.com/office/officeart/2008/layout/LinedList"/>
    <dgm:cxn modelId="{508C1E25-CF45-4AAF-AF69-1A3E3C79DA76}" type="presParOf" srcId="{7A7E84A0-0F65-4651-94B1-CC032E8351DF}" destId="{377AFE15-01E8-4DBA-95BF-0D9D5BBDFB41}" srcOrd="0" destOrd="0" presId="urn:microsoft.com/office/officeart/2008/layout/LinedList"/>
    <dgm:cxn modelId="{0556C7A3-CC43-4FEA-B904-BF8AB99D778C}" type="presParOf" srcId="{7A7E84A0-0F65-4651-94B1-CC032E8351DF}" destId="{94AACBBD-6D30-4C1A-89B0-D17D8E47942A}" srcOrd="1" destOrd="0" presId="urn:microsoft.com/office/officeart/2008/layout/LinedList"/>
    <dgm:cxn modelId="{B185A0E8-3C73-4286-A4FC-672E62CC73D6}" type="presParOf" srcId="{7A7E84A0-0F65-4651-94B1-CC032E8351DF}" destId="{1B1F7791-FE95-4F4A-9C43-32D09F98E94B}" srcOrd="2" destOrd="0" presId="urn:microsoft.com/office/officeart/2008/layout/LinedList"/>
    <dgm:cxn modelId="{0B04FB9B-A474-438F-8CA9-AF28235FB152}" type="presParOf" srcId="{2080342A-CEC3-4786-969D-D75287F63B5C}" destId="{0C3A2927-F55C-46DE-BE6E-468A680E61C0}" srcOrd="8" destOrd="0" presId="urn:microsoft.com/office/officeart/2008/layout/LinedList"/>
    <dgm:cxn modelId="{2E36CA23-B9F8-445D-AB8F-0361C0393D7C}" type="presParOf" srcId="{2080342A-CEC3-4786-969D-D75287F63B5C}" destId="{3B33D071-CC27-4F4F-8FFB-8523EBC11976}" srcOrd="9" destOrd="0" presId="urn:microsoft.com/office/officeart/2008/layout/LinedList"/>
    <dgm:cxn modelId="{F95922A1-03A7-4DF8-BDB7-3750B8C235DF}" type="presParOf" srcId="{2080342A-CEC3-4786-969D-D75287F63B5C}" destId="{D40F42BB-EE8D-4AA6-9779-1E426328DF66}" srcOrd="10" destOrd="0" presId="urn:microsoft.com/office/officeart/2008/layout/LinedList"/>
    <dgm:cxn modelId="{B38AB95D-F048-483F-8AA8-F07F7754BB90}" type="presParOf" srcId="{D40F42BB-EE8D-4AA6-9779-1E426328DF66}" destId="{1D720180-0D09-4BCD-A041-4CFC0ABDD5CC}" srcOrd="0" destOrd="0" presId="urn:microsoft.com/office/officeart/2008/layout/LinedList"/>
    <dgm:cxn modelId="{195816A1-FE3D-443D-96AB-B5D27C789445}" type="presParOf" srcId="{D40F42BB-EE8D-4AA6-9779-1E426328DF66}" destId="{73D4545A-FC7A-48A9-9299-0C954982A86C}" srcOrd="1" destOrd="0" presId="urn:microsoft.com/office/officeart/2008/layout/LinedList"/>
    <dgm:cxn modelId="{3C5263D0-4202-4D5B-B690-18238F60184B}" type="presParOf" srcId="{D40F42BB-EE8D-4AA6-9779-1E426328DF66}" destId="{74D31857-28CA-49C8-8299-9751E0E07328}" srcOrd="2" destOrd="0" presId="urn:microsoft.com/office/officeart/2008/layout/LinedList"/>
    <dgm:cxn modelId="{B4BB926F-E65A-40B2-81D6-8D9797426D62}" type="presParOf" srcId="{2080342A-CEC3-4786-969D-D75287F63B5C}" destId="{63B3904F-F4E1-4D3D-B2D7-7905CA87736A}" srcOrd="11" destOrd="0" presId="urn:microsoft.com/office/officeart/2008/layout/LinedList"/>
    <dgm:cxn modelId="{D830B6EF-A8A8-4AD0-B94B-CD27893C0F41}" type="presParOf" srcId="{2080342A-CEC3-4786-969D-D75287F63B5C}" destId="{25620CC2-A74E-4DE3-9AE9-B13AD34417D4}" srcOrd="12" destOrd="0" presId="urn:microsoft.com/office/officeart/2008/layout/LinedList"/>
    <dgm:cxn modelId="{629FFE6C-4C07-4090-8162-B22DD5676262}" type="presParOf" srcId="{2080342A-CEC3-4786-969D-D75287F63B5C}" destId="{0BA8A625-789E-499C-8CED-A3109D7711DA}" srcOrd="13" destOrd="0" presId="urn:microsoft.com/office/officeart/2008/layout/LinedList"/>
    <dgm:cxn modelId="{629FA80E-5141-4F40-826C-A74EF353BA53}" type="presParOf" srcId="{0BA8A625-789E-499C-8CED-A3109D7711DA}" destId="{2785163B-190F-4221-AAE8-DA781DA42E8D}" srcOrd="0" destOrd="0" presId="urn:microsoft.com/office/officeart/2008/layout/LinedList"/>
    <dgm:cxn modelId="{E9037213-B115-4C2B-860D-AE4808626B83}" type="presParOf" srcId="{0BA8A625-789E-499C-8CED-A3109D7711DA}" destId="{3B1FFC6C-4355-478B-B771-676CECE8C928}" srcOrd="1" destOrd="0" presId="urn:microsoft.com/office/officeart/2008/layout/LinedList"/>
    <dgm:cxn modelId="{359EB66F-BC40-4272-B644-4F38A9370E9F}" type="presParOf" srcId="{0BA8A625-789E-499C-8CED-A3109D7711DA}" destId="{BE9CCC36-1FB0-4898-919B-A2968FE4FBEF}" srcOrd="2" destOrd="0" presId="urn:microsoft.com/office/officeart/2008/layout/LinedList"/>
    <dgm:cxn modelId="{CC5B5A15-B387-4436-BA25-EB981D557D50}" type="presParOf" srcId="{2080342A-CEC3-4786-969D-D75287F63B5C}" destId="{1CB3B2E2-B9F5-4DB3-AE52-857F7867F557}" srcOrd="14" destOrd="0" presId="urn:microsoft.com/office/officeart/2008/layout/LinedList"/>
    <dgm:cxn modelId="{DE059CCB-D74F-4574-B7CD-E8CB7A197F61}" type="presParOf" srcId="{2080342A-CEC3-4786-969D-D75287F63B5C}" destId="{57C5A071-B654-47CB-8E46-93ACE560D808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0F0FF6-F165-4C6B-9507-18A9E11F635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B2BB62-F248-481A-88B0-D2F265F75E08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La notación estándar para representar patrones de diseño en diagramas visuales.</a:t>
          </a:r>
          <a:endParaRPr lang="en-US"/>
        </a:p>
      </dgm:t>
    </dgm:pt>
    <dgm:pt modelId="{FF76AE94-F267-4473-996A-31A416835155}" type="parTrans" cxnId="{AA409037-87EB-4CB2-9472-E2EAFD732C22}">
      <dgm:prSet/>
      <dgm:spPr/>
      <dgm:t>
        <a:bodyPr/>
        <a:lstStyle/>
        <a:p>
          <a:endParaRPr lang="en-US"/>
        </a:p>
      </dgm:t>
    </dgm:pt>
    <dgm:pt modelId="{3E0205F2-0421-4EC7-932D-C45243821293}" type="sibTrans" cxnId="{AA409037-87EB-4CB2-9472-E2EAFD732C22}">
      <dgm:prSet/>
      <dgm:spPr/>
      <dgm:t>
        <a:bodyPr/>
        <a:lstStyle/>
        <a:p>
          <a:endParaRPr lang="en-US"/>
        </a:p>
      </dgm:t>
    </dgm:pt>
    <dgm:pt modelId="{16ED1F15-C2BF-4339-B110-BC3B97345463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Diagrama de clases:</a:t>
          </a:r>
          <a:br>
            <a:rPr lang="es-MX"/>
          </a:br>
          <a:r>
            <a:rPr lang="es-MX"/>
            <a:t>Representa la </a:t>
          </a:r>
          <a:r>
            <a:rPr lang="es-MX" b="1"/>
            <a:t>estructura estática</a:t>
          </a:r>
          <a:r>
            <a:rPr lang="es-MX"/>
            <a:t> del patrón (clases, interfaces, relaciones como herencia y composición).</a:t>
          </a:r>
          <a:endParaRPr lang="en-US"/>
        </a:p>
      </dgm:t>
    </dgm:pt>
    <dgm:pt modelId="{5E25F9A4-629B-420C-B46A-3B34AA197E10}" type="parTrans" cxnId="{03E6DD34-74C0-4FFE-BD15-BEA7A0E82C24}">
      <dgm:prSet/>
      <dgm:spPr/>
      <dgm:t>
        <a:bodyPr/>
        <a:lstStyle/>
        <a:p>
          <a:endParaRPr lang="en-US"/>
        </a:p>
      </dgm:t>
    </dgm:pt>
    <dgm:pt modelId="{7857EA87-60AD-4451-A5D2-A1FA5406FCA4}" type="sibTrans" cxnId="{03E6DD34-74C0-4FFE-BD15-BEA7A0E82C24}">
      <dgm:prSet/>
      <dgm:spPr/>
      <dgm:t>
        <a:bodyPr/>
        <a:lstStyle/>
        <a:p>
          <a:endParaRPr lang="en-US"/>
        </a:p>
      </dgm:t>
    </dgm:pt>
    <dgm:pt modelId="{D96B464E-BA78-444A-9F74-1EE8CD6776E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b="1"/>
            <a:t>Diagrama de secuencia:</a:t>
          </a:r>
          <a:br>
            <a:rPr lang="es-MX"/>
          </a:br>
          <a:r>
            <a:rPr lang="es-MX"/>
            <a:t>Representa la </a:t>
          </a:r>
          <a:r>
            <a:rPr lang="es-MX" b="1"/>
            <a:t>interacción dinámica</a:t>
          </a:r>
          <a:r>
            <a:rPr lang="es-MX"/>
            <a:t> entre objetos a lo largo del tiempo, útil para patrones de comportamiento.</a:t>
          </a:r>
          <a:endParaRPr lang="en-US"/>
        </a:p>
      </dgm:t>
    </dgm:pt>
    <dgm:pt modelId="{23FFFF18-0228-49BB-80CD-D1846644FE1F}" type="parTrans" cxnId="{0F15C8D0-53A0-40DF-AEB2-FFBFC28410A6}">
      <dgm:prSet/>
      <dgm:spPr/>
      <dgm:t>
        <a:bodyPr/>
        <a:lstStyle/>
        <a:p>
          <a:endParaRPr lang="en-US"/>
        </a:p>
      </dgm:t>
    </dgm:pt>
    <dgm:pt modelId="{4B4933D5-6D9A-4A64-8FEF-E6ED942803B7}" type="sibTrans" cxnId="{0F15C8D0-53A0-40DF-AEB2-FFBFC28410A6}">
      <dgm:prSet/>
      <dgm:spPr/>
      <dgm:t>
        <a:bodyPr/>
        <a:lstStyle/>
        <a:p>
          <a:endParaRPr lang="en-US"/>
        </a:p>
      </dgm:t>
    </dgm:pt>
    <dgm:pt modelId="{D3DC97A7-DA4A-4360-869A-FE664C8570F0}" type="pres">
      <dgm:prSet presAssocID="{050F0FF6-F165-4C6B-9507-18A9E11F6355}" presName="root" presStyleCnt="0">
        <dgm:presLayoutVars>
          <dgm:dir/>
          <dgm:resizeHandles val="exact"/>
        </dgm:presLayoutVars>
      </dgm:prSet>
      <dgm:spPr/>
    </dgm:pt>
    <dgm:pt modelId="{DEBE6A19-3956-4151-849A-858249A357AB}" type="pres">
      <dgm:prSet presAssocID="{E4B2BB62-F248-481A-88B0-D2F265F75E08}" presName="compNode" presStyleCnt="0"/>
      <dgm:spPr/>
    </dgm:pt>
    <dgm:pt modelId="{EB62F986-FAEC-4D7D-A836-46C205EC7B0E}" type="pres">
      <dgm:prSet presAssocID="{E4B2BB62-F248-481A-88B0-D2F265F75E08}" presName="bgRect" presStyleLbl="bgShp" presStyleIdx="0" presStyleCnt="3"/>
      <dgm:spPr/>
    </dgm:pt>
    <dgm:pt modelId="{F595D5CF-F7DE-460E-9680-951ABCADD157}" type="pres">
      <dgm:prSet presAssocID="{E4B2BB62-F248-481A-88B0-D2F265F75E0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6484E73D-E987-4285-A579-AFFE3AD9AB18}" type="pres">
      <dgm:prSet presAssocID="{E4B2BB62-F248-481A-88B0-D2F265F75E08}" presName="spaceRect" presStyleCnt="0"/>
      <dgm:spPr/>
    </dgm:pt>
    <dgm:pt modelId="{D89A681A-520B-456D-9206-14FFFC046CDC}" type="pres">
      <dgm:prSet presAssocID="{E4B2BB62-F248-481A-88B0-D2F265F75E08}" presName="parTx" presStyleLbl="revTx" presStyleIdx="0" presStyleCnt="3">
        <dgm:presLayoutVars>
          <dgm:chMax val="0"/>
          <dgm:chPref val="0"/>
        </dgm:presLayoutVars>
      </dgm:prSet>
      <dgm:spPr/>
    </dgm:pt>
    <dgm:pt modelId="{3EC610F1-1164-4C27-A216-4B1D106E4FF9}" type="pres">
      <dgm:prSet presAssocID="{3E0205F2-0421-4EC7-932D-C45243821293}" presName="sibTrans" presStyleCnt="0"/>
      <dgm:spPr/>
    </dgm:pt>
    <dgm:pt modelId="{2C2A3204-6056-4AA8-9662-0C092684981B}" type="pres">
      <dgm:prSet presAssocID="{16ED1F15-C2BF-4339-B110-BC3B97345463}" presName="compNode" presStyleCnt="0"/>
      <dgm:spPr/>
    </dgm:pt>
    <dgm:pt modelId="{49787BE4-CF7D-4FB1-ACFD-E2A39EE86860}" type="pres">
      <dgm:prSet presAssocID="{16ED1F15-C2BF-4339-B110-BC3B97345463}" presName="bgRect" presStyleLbl="bgShp" presStyleIdx="1" presStyleCnt="3"/>
      <dgm:spPr/>
    </dgm:pt>
    <dgm:pt modelId="{F52F1552-8E87-4EF7-BB06-665FADBE071F}" type="pres">
      <dgm:prSet presAssocID="{16ED1F15-C2BF-4339-B110-BC3B973454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itán"/>
        </a:ext>
      </dgm:extLst>
    </dgm:pt>
    <dgm:pt modelId="{85B5483D-0925-4C78-B3EF-E3C8EE8FF08F}" type="pres">
      <dgm:prSet presAssocID="{16ED1F15-C2BF-4339-B110-BC3B97345463}" presName="spaceRect" presStyleCnt="0"/>
      <dgm:spPr/>
    </dgm:pt>
    <dgm:pt modelId="{B4C8FA4C-C099-4D5F-BBE1-6F86B14E9578}" type="pres">
      <dgm:prSet presAssocID="{16ED1F15-C2BF-4339-B110-BC3B97345463}" presName="parTx" presStyleLbl="revTx" presStyleIdx="1" presStyleCnt="3">
        <dgm:presLayoutVars>
          <dgm:chMax val="0"/>
          <dgm:chPref val="0"/>
        </dgm:presLayoutVars>
      </dgm:prSet>
      <dgm:spPr/>
    </dgm:pt>
    <dgm:pt modelId="{012394BC-6C61-40D4-8E6F-A44EB8391612}" type="pres">
      <dgm:prSet presAssocID="{7857EA87-60AD-4451-A5D2-A1FA5406FCA4}" presName="sibTrans" presStyleCnt="0"/>
      <dgm:spPr/>
    </dgm:pt>
    <dgm:pt modelId="{EEAA40C3-E314-4A2C-83FE-2A814102ECA9}" type="pres">
      <dgm:prSet presAssocID="{D96B464E-BA78-444A-9F74-1EE8CD6776E2}" presName="compNode" presStyleCnt="0"/>
      <dgm:spPr/>
    </dgm:pt>
    <dgm:pt modelId="{BC1081C8-082D-4AA7-B31E-07D6D32C1A76}" type="pres">
      <dgm:prSet presAssocID="{D96B464E-BA78-444A-9F74-1EE8CD6776E2}" presName="bgRect" presStyleLbl="bgShp" presStyleIdx="2" presStyleCnt="3"/>
      <dgm:spPr/>
    </dgm:pt>
    <dgm:pt modelId="{C464DA6D-A8B2-48B2-8D8C-B574CDA40CED}" type="pres">
      <dgm:prSet presAssocID="{D96B464E-BA78-444A-9F74-1EE8CD6776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ectado"/>
        </a:ext>
      </dgm:extLst>
    </dgm:pt>
    <dgm:pt modelId="{76AE14DC-42CF-4BA1-84EB-FF90910AF4B6}" type="pres">
      <dgm:prSet presAssocID="{D96B464E-BA78-444A-9F74-1EE8CD6776E2}" presName="spaceRect" presStyleCnt="0"/>
      <dgm:spPr/>
    </dgm:pt>
    <dgm:pt modelId="{7AC23F54-4D21-48DC-932C-9813A3512700}" type="pres">
      <dgm:prSet presAssocID="{D96B464E-BA78-444A-9F74-1EE8CD6776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E6DD34-74C0-4FFE-BD15-BEA7A0E82C24}" srcId="{050F0FF6-F165-4C6B-9507-18A9E11F6355}" destId="{16ED1F15-C2BF-4339-B110-BC3B97345463}" srcOrd="1" destOrd="0" parTransId="{5E25F9A4-629B-420C-B46A-3B34AA197E10}" sibTransId="{7857EA87-60AD-4451-A5D2-A1FA5406FCA4}"/>
    <dgm:cxn modelId="{AA409037-87EB-4CB2-9472-E2EAFD732C22}" srcId="{050F0FF6-F165-4C6B-9507-18A9E11F6355}" destId="{E4B2BB62-F248-481A-88B0-D2F265F75E08}" srcOrd="0" destOrd="0" parTransId="{FF76AE94-F267-4473-996A-31A416835155}" sibTransId="{3E0205F2-0421-4EC7-932D-C45243821293}"/>
    <dgm:cxn modelId="{7FA7D85E-B88B-4097-AA7D-AAE39E66086E}" type="presOf" srcId="{D96B464E-BA78-444A-9F74-1EE8CD6776E2}" destId="{7AC23F54-4D21-48DC-932C-9813A3512700}" srcOrd="0" destOrd="0" presId="urn:microsoft.com/office/officeart/2018/2/layout/IconVerticalSolidList"/>
    <dgm:cxn modelId="{94AC9070-DA5D-4C9A-A745-851D40A00951}" type="presOf" srcId="{E4B2BB62-F248-481A-88B0-D2F265F75E08}" destId="{D89A681A-520B-456D-9206-14FFFC046CDC}" srcOrd="0" destOrd="0" presId="urn:microsoft.com/office/officeart/2018/2/layout/IconVerticalSolidList"/>
    <dgm:cxn modelId="{4DD5E68A-BEBE-4087-B1FF-6A1D156896FD}" type="presOf" srcId="{16ED1F15-C2BF-4339-B110-BC3B97345463}" destId="{B4C8FA4C-C099-4D5F-BBE1-6F86B14E9578}" srcOrd="0" destOrd="0" presId="urn:microsoft.com/office/officeart/2018/2/layout/IconVerticalSolidList"/>
    <dgm:cxn modelId="{458ECFA9-5E27-4C04-9F2B-493B6358074D}" type="presOf" srcId="{050F0FF6-F165-4C6B-9507-18A9E11F6355}" destId="{D3DC97A7-DA4A-4360-869A-FE664C8570F0}" srcOrd="0" destOrd="0" presId="urn:microsoft.com/office/officeart/2018/2/layout/IconVerticalSolidList"/>
    <dgm:cxn modelId="{0F15C8D0-53A0-40DF-AEB2-FFBFC28410A6}" srcId="{050F0FF6-F165-4C6B-9507-18A9E11F6355}" destId="{D96B464E-BA78-444A-9F74-1EE8CD6776E2}" srcOrd="2" destOrd="0" parTransId="{23FFFF18-0228-49BB-80CD-D1846644FE1F}" sibTransId="{4B4933D5-6D9A-4A64-8FEF-E6ED942803B7}"/>
    <dgm:cxn modelId="{C43EFB7F-FF1C-4C87-BF94-ACD2CBB4821E}" type="presParOf" srcId="{D3DC97A7-DA4A-4360-869A-FE664C8570F0}" destId="{DEBE6A19-3956-4151-849A-858249A357AB}" srcOrd="0" destOrd="0" presId="urn:microsoft.com/office/officeart/2018/2/layout/IconVerticalSolidList"/>
    <dgm:cxn modelId="{77E3B700-EFA4-4055-B182-A1990ECA7A05}" type="presParOf" srcId="{DEBE6A19-3956-4151-849A-858249A357AB}" destId="{EB62F986-FAEC-4D7D-A836-46C205EC7B0E}" srcOrd="0" destOrd="0" presId="urn:microsoft.com/office/officeart/2018/2/layout/IconVerticalSolidList"/>
    <dgm:cxn modelId="{B62462FC-7E77-408F-A5F2-206C6393991A}" type="presParOf" srcId="{DEBE6A19-3956-4151-849A-858249A357AB}" destId="{F595D5CF-F7DE-460E-9680-951ABCADD157}" srcOrd="1" destOrd="0" presId="urn:microsoft.com/office/officeart/2018/2/layout/IconVerticalSolidList"/>
    <dgm:cxn modelId="{2FCF0CE3-4A04-414B-AD77-98B3B9D22530}" type="presParOf" srcId="{DEBE6A19-3956-4151-849A-858249A357AB}" destId="{6484E73D-E987-4285-A579-AFFE3AD9AB18}" srcOrd="2" destOrd="0" presId="urn:microsoft.com/office/officeart/2018/2/layout/IconVerticalSolidList"/>
    <dgm:cxn modelId="{6B0CC26A-5A4C-41AF-BCDD-735929B8E214}" type="presParOf" srcId="{DEBE6A19-3956-4151-849A-858249A357AB}" destId="{D89A681A-520B-456D-9206-14FFFC046CDC}" srcOrd="3" destOrd="0" presId="urn:microsoft.com/office/officeart/2018/2/layout/IconVerticalSolidList"/>
    <dgm:cxn modelId="{ADD4EB37-C623-4B82-BE97-1D972ABFAC25}" type="presParOf" srcId="{D3DC97A7-DA4A-4360-869A-FE664C8570F0}" destId="{3EC610F1-1164-4C27-A216-4B1D106E4FF9}" srcOrd="1" destOrd="0" presId="urn:microsoft.com/office/officeart/2018/2/layout/IconVerticalSolidList"/>
    <dgm:cxn modelId="{93ED9A6B-8046-404B-986C-B7828C40878C}" type="presParOf" srcId="{D3DC97A7-DA4A-4360-869A-FE664C8570F0}" destId="{2C2A3204-6056-4AA8-9662-0C092684981B}" srcOrd="2" destOrd="0" presId="urn:microsoft.com/office/officeart/2018/2/layout/IconVerticalSolidList"/>
    <dgm:cxn modelId="{6DB0E4A6-2C7A-454A-A9D6-6730563E3ABE}" type="presParOf" srcId="{2C2A3204-6056-4AA8-9662-0C092684981B}" destId="{49787BE4-CF7D-4FB1-ACFD-E2A39EE86860}" srcOrd="0" destOrd="0" presId="urn:microsoft.com/office/officeart/2018/2/layout/IconVerticalSolidList"/>
    <dgm:cxn modelId="{57477974-CDCC-4852-BCE4-9674A32A6B0F}" type="presParOf" srcId="{2C2A3204-6056-4AA8-9662-0C092684981B}" destId="{F52F1552-8E87-4EF7-BB06-665FADBE071F}" srcOrd="1" destOrd="0" presId="urn:microsoft.com/office/officeart/2018/2/layout/IconVerticalSolidList"/>
    <dgm:cxn modelId="{31FC16FB-27F4-4CCB-A083-D36756E7A7F8}" type="presParOf" srcId="{2C2A3204-6056-4AA8-9662-0C092684981B}" destId="{85B5483D-0925-4C78-B3EF-E3C8EE8FF08F}" srcOrd="2" destOrd="0" presId="urn:microsoft.com/office/officeart/2018/2/layout/IconVerticalSolidList"/>
    <dgm:cxn modelId="{EE6594D6-C145-41D3-AAF2-4FFA141891AC}" type="presParOf" srcId="{2C2A3204-6056-4AA8-9662-0C092684981B}" destId="{B4C8FA4C-C099-4D5F-BBE1-6F86B14E9578}" srcOrd="3" destOrd="0" presId="urn:microsoft.com/office/officeart/2018/2/layout/IconVerticalSolidList"/>
    <dgm:cxn modelId="{851D7613-3196-4BFD-8449-F62C55AF13AA}" type="presParOf" srcId="{D3DC97A7-DA4A-4360-869A-FE664C8570F0}" destId="{012394BC-6C61-40D4-8E6F-A44EB8391612}" srcOrd="3" destOrd="0" presId="urn:microsoft.com/office/officeart/2018/2/layout/IconVerticalSolidList"/>
    <dgm:cxn modelId="{1029F763-8204-4915-87BA-029EE508F629}" type="presParOf" srcId="{D3DC97A7-DA4A-4360-869A-FE664C8570F0}" destId="{EEAA40C3-E314-4A2C-83FE-2A814102ECA9}" srcOrd="4" destOrd="0" presId="urn:microsoft.com/office/officeart/2018/2/layout/IconVerticalSolidList"/>
    <dgm:cxn modelId="{98911E45-F82F-48F8-BBB5-183D15EFBEA5}" type="presParOf" srcId="{EEAA40C3-E314-4A2C-83FE-2A814102ECA9}" destId="{BC1081C8-082D-4AA7-B31E-07D6D32C1A76}" srcOrd="0" destOrd="0" presId="urn:microsoft.com/office/officeart/2018/2/layout/IconVerticalSolidList"/>
    <dgm:cxn modelId="{B0867101-3442-49A2-89F2-4F4F3871EE07}" type="presParOf" srcId="{EEAA40C3-E314-4A2C-83FE-2A814102ECA9}" destId="{C464DA6D-A8B2-48B2-8D8C-B574CDA40CED}" srcOrd="1" destOrd="0" presId="urn:microsoft.com/office/officeart/2018/2/layout/IconVerticalSolidList"/>
    <dgm:cxn modelId="{95B60F7D-68AA-4DCD-B36B-917292879DFD}" type="presParOf" srcId="{EEAA40C3-E314-4A2C-83FE-2A814102ECA9}" destId="{76AE14DC-42CF-4BA1-84EB-FF90910AF4B6}" srcOrd="2" destOrd="0" presId="urn:microsoft.com/office/officeart/2018/2/layout/IconVerticalSolidList"/>
    <dgm:cxn modelId="{6C64613D-A67B-47C0-926E-1C957C853535}" type="presParOf" srcId="{EEAA40C3-E314-4A2C-83FE-2A814102ECA9}" destId="{7AC23F54-4D21-48DC-932C-9813A35127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08A9C-BEA3-4EE9-8286-9904E1038E70}">
      <dsp:nvSpPr>
        <dsp:cNvPr id="0" name=""/>
        <dsp:cNvSpPr/>
      </dsp:nvSpPr>
      <dsp:spPr>
        <a:xfrm>
          <a:off x="0" y="0"/>
          <a:ext cx="143685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A98FF-FF95-4529-8D42-3C386699262C}">
      <dsp:nvSpPr>
        <dsp:cNvPr id="0" name=""/>
        <dsp:cNvSpPr/>
      </dsp:nvSpPr>
      <dsp:spPr>
        <a:xfrm>
          <a:off x="0" y="0"/>
          <a:ext cx="2873707" cy="239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¿Por qué existen los patrones de diseño?</a:t>
          </a:r>
        </a:p>
      </dsp:txBody>
      <dsp:txXfrm>
        <a:off x="0" y="0"/>
        <a:ext cx="2873707" cy="2397850"/>
      </dsp:txXfrm>
    </dsp:sp>
    <dsp:sp modelId="{138F3E34-94E3-4766-8D2C-552BEDCDF64C}">
      <dsp:nvSpPr>
        <dsp:cNvPr id="0" name=""/>
        <dsp:cNvSpPr/>
      </dsp:nvSpPr>
      <dsp:spPr>
        <a:xfrm>
          <a:off x="3089235" y="37466"/>
          <a:ext cx="11279302" cy="749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200" kern="1200" dirty="0"/>
            <a:t>En el desarrollo de software, </a:t>
          </a:r>
          <a:r>
            <a:rPr lang="es-GT" sz="2200" b="1" kern="1200" dirty="0"/>
            <a:t>los problemas se repiten</a:t>
          </a:r>
          <a:r>
            <a:rPr lang="es-GT" sz="2200" kern="1200" dirty="0"/>
            <a:t> constantemente (estructuración, delegación, comunicación, etc.).</a:t>
          </a:r>
          <a:endParaRPr lang="en-US" sz="2200" kern="1200" dirty="0"/>
        </a:p>
      </dsp:txBody>
      <dsp:txXfrm>
        <a:off x="3089235" y="37466"/>
        <a:ext cx="11279302" cy="749328"/>
      </dsp:txXfrm>
    </dsp:sp>
    <dsp:sp modelId="{2C7704B2-BCD0-480E-B956-57FD067A7259}">
      <dsp:nvSpPr>
        <dsp:cNvPr id="0" name=""/>
        <dsp:cNvSpPr/>
      </dsp:nvSpPr>
      <dsp:spPr>
        <a:xfrm>
          <a:off x="2873707" y="786794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C4752-3079-4E8F-921D-908FC41A1B93}">
      <dsp:nvSpPr>
        <dsp:cNvPr id="0" name=""/>
        <dsp:cNvSpPr/>
      </dsp:nvSpPr>
      <dsp:spPr>
        <a:xfrm>
          <a:off x="3089235" y="824260"/>
          <a:ext cx="11279302" cy="749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200" kern="1200"/>
            <a:t>En lugar de reinventar la rueda, los patrones documentan </a:t>
          </a:r>
          <a:r>
            <a:rPr lang="es-GT" sz="2200" b="1" kern="1200"/>
            <a:t>soluciones eficientes</a:t>
          </a:r>
          <a:r>
            <a:rPr lang="es-GT" sz="2200" kern="1200"/>
            <a:t> ya probadas por expertos.</a:t>
          </a:r>
          <a:endParaRPr lang="en-US" sz="2200" kern="1200"/>
        </a:p>
      </dsp:txBody>
      <dsp:txXfrm>
        <a:off x="3089235" y="824260"/>
        <a:ext cx="11279302" cy="749328"/>
      </dsp:txXfrm>
    </dsp:sp>
    <dsp:sp modelId="{34355A56-0DF8-484C-A1C7-B269E1D9E218}">
      <dsp:nvSpPr>
        <dsp:cNvPr id="0" name=""/>
        <dsp:cNvSpPr/>
      </dsp:nvSpPr>
      <dsp:spPr>
        <a:xfrm>
          <a:off x="2873707" y="1573589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D8615-0A53-4D8C-B130-71B0DE1EE1C6}">
      <dsp:nvSpPr>
        <dsp:cNvPr id="0" name=""/>
        <dsp:cNvSpPr/>
      </dsp:nvSpPr>
      <dsp:spPr>
        <a:xfrm>
          <a:off x="3089235" y="1611055"/>
          <a:ext cx="11279302" cy="749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Nacieron de la necesidad de tener un </a:t>
          </a:r>
          <a:r>
            <a:rPr lang="es-MX" sz="2200" b="1" kern="1200"/>
            <a:t>lenguaje común</a:t>
          </a:r>
          <a:r>
            <a:rPr lang="es-MX" sz="2200" kern="1200"/>
            <a:t> entre desarrolladores y arquitectos de software</a:t>
          </a:r>
          <a:endParaRPr lang="en-US" sz="2200" kern="1200"/>
        </a:p>
      </dsp:txBody>
      <dsp:txXfrm>
        <a:off x="3089235" y="1611055"/>
        <a:ext cx="11279302" cy="749328"/>
      </dsp:txXfrm>
    </dsp:sp>
    <dsp:sp modelId="{721A1BB9-FEA7-4770-8720-2C73B9287944}">
      <dsp:nvSpPr>
        <dsp:cNvPr id="0" name=""/>
        <dsp:cNvSpPr/>
      </dsp:nvSpPr>
      <dsp:spPr>
        <a:xfrm>
          <a:off x="2873707" y="2360383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C6390-0F27-4F52-B396-E9BF80470004}">
      <dsp:nvSpPr>
        <dsp:cNvPr id="0" name=""/>
        <dsp:cNvSpPr/>
      </dsp:nvSpPr>
      <dsp:spPr>
        <a:xfrm>
          <a:off x="0" y="2397850"/>
          <a:ext cx="143685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82F88-980E-4EAC-B2BE-505648E754A4}">
      <dsp:nvSpPr>
        <dsp:cNvPr id="0" name=""/>
        <dsp:cNvSpPr/>
      </dsp:nvSpPr>
      <dsp:spPr>
        <a:xfrm>
          <a:off x="0" y="2397850"/>
          <a:ext cx="2873707" cy="239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/>
            <a:t>. </a:t>
          </a:r>
          <a:endParaRPr lang="en-US" sz="3900" kern="1200"/>
        </a:p>
      </dsp:txBody>
      <dsp:txXfrm>
        <a:off x="0" y="2397850"/>
        <a:ext cx="2873707" cy="23978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08A9C-BEA3-4EE9-8286-9904E1038E70}">
      <dsp:nvSpPr>
        <dsp:cNvPr id="0" name=""/>
        <dsp:cNvSpPr/>
      </dsp:nvSpPr>
      <dsp:spPr>
        <a:xfrm>
          <a:off x="0" y="0"/>
          <a:ext cx="143685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A98FF-FF95-4529-8D42-3C386699262C}">
      <dsp:nvSpPr>
        <dsp:cNvPr id="0" name=""/>
        <dsp:cNvSpPr/>
      </dsp:nvSpPr>
      <dsp:spPr>
        <a:xfrm>
          <a:off x="0" y="0"/>
          <a:ext cx="2873707" cy="479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¿Por </a:t>
          </a:r>
          <a:r>
            <a:rPr lang="en-US" sz="4800" kern="1200" dirty="0" err="1"/>
            <a:t>qué</a:t>
          </a:r>
          <a:r>
            <a:rPr lang="en-US" sz="4800" kern="1200" dirty="0"/>
            <a:t> </a:t>
          </a:r>
          <a:r>
            <a:rPr lang="en-US" sz="4800" kern="1200" dirty="0" err="1"/>
            <a:t>existen</a:t>
          </a:r>
          <a:r>
            <a:rPr lang="en-US" sz="4800" kern="1200" dirty="0"/>
            <a:t> </a:t>
          </a:r>
          <a:r>
            <a:rPr lang="en-US" sz="4800" kern="1200" dirty="0" err="1"/>
            <a:t>los</a:t>
          </a:r>
          <a:r>
            <a:rPr lang="en-US" sz="4800" kern="1200" dirty="0"/>
            <a:t> </a:t>
          </a:r>
          <a:r>
            <a:rPr lang="en-US" sz="4800" kern="1200" dirty="0" err="1"/>
            <a:t>patrones</a:t>
          </a:r>
          <a:r>
            <a:rPr lang="en-US" sz="4800" kern="1200" dirty="0"/>
            <a:t> de </a:t>
          </a:r>
          <a:r>
            <a:rPr lang="en-US" sz="4800" kern="1200" dirty="0" err="1"/>
            <a:t>diseño</a:t>
          </a:r>
          <a:r>
            <a:rPr lang="en-US" sz="4800" kern="1200" dirty="0"/>
            <a:t>?</a:t>
          </a:r>
        </a:p>
      </dsp:txBody>
      <dsp:txXfrm>
        <a:off x="0" y="0"/>
        <a:ext cx="2873707" cy="4795700"/>
      </dsp:txXfrm>
    </dsp:sp>
    <dsp:sp modelId="{03770514-B3B3-4598-A6DA-21573EDC724D}">
      <dsp:nvSpPr>
        <dsp:cNvPr id="0" name=""/>
        <dsp:cNvSpPr/>
      </dsp:nvSpPr>
      <dsp:spPr>
        <a:xfrm>
          <a:off x="3089235" y="45193"/>
          <a:ext cx="11279302" cy="903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Dificultades</a:t>
          </a:r>
          <a:r>
            <a:rPr lang="en-US" sz="2600" kern="1200" dirty="0"/>
            <a:t> al </a:t>
          </a:r>
          <a:r>
            <a:rPr lang="en-US" sz="2600" kern="1200" dirty="0" err="1"/>
            <a:t>estructurar</a:t>
          </a:r>
          <a:r>
            <a:rPr lang="en-US" sz="2600" kern="1200" dirty="0"/>
            <a:t> </a:t>
          </a:r>
          <a:r>
            <a:rPr lang="en-US" sz="2600" kern="1200" dirty="0" err="1"/>
            <a:t>clases</a:t>
          </a:r>
          <a:r>
            <a:rPr lang="en-US" sz="2600" kern="1200" dirty="0"/>
            <a:t> y </a:t>
          </a:r>
          <a:r>
            <a:rPr lang="en-US" sz="2600" kern="1200" dirty="0" err="1"/>
            <a:t>objetivos</a:t>
          </a:r>
          <a:r>
            <a:rPr lang="en-US" sz="2600" kern="1200" dirty="0"/>
            <a:t>.</a:t>
          </a:r>
        </a:p>
      </dsp:txBody>
      <dsp:txXfrm>
        <a:off x="3089235" y="45193"/>
        <a:ext cx="11279302" cy="903877"/>
      </dsp:txXfrm>
    </dsp:sp>
    <dsp:sp modelId="{3CD0F2D2-D535-481B-8ACF-EDEE54EB5267}">
      <dsp:nvSpPr>
        <dsp:cNvPr id="0" name=""/>
        <dsp:cNvSpPr/>
      </dsp:nvSpPr>
      <dsp:spPr>
        <a:xfrm>
          <a:off x="2873707" y="949070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8A4AF-424D-43FF-BD4A-6FB63B2FD139}">
      <dsp:nvSpPr>
        <dsp:cNvPr id="0" name=""/>
        <dsp:cNvSpPr/>
      </dsp:nvSpPr>
      <dsp:spPr>
        <a:xfrm>
          <a:off x="3089235" y="994264"/>
          <a:ext cx="11279302" cy="903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Mala </a:t>
          </a:r>
          <a:r>
            <a:rPr lang="en-US" sz="2600" kern="1200" dirty="0" err="1"/>
            <a:t>reutilización</a:t>
          </a:r>
          <a:r>
            <a:rPr lang="en-US" sz="2600" kern="1200" dirty="0"/>
            <a:t> de Código</a:t>
          </a:r>
        </a:p>
      </dsp:txBody>
      <dsp:txXfrm>
        <a:off x="3089235" y="994264"/>
        <a:ext cx="11279302" cy="903877"/>
      </dsp:txXfrm>
    </dsp:sp>
    <dsp:sp modelId="{5720FF1E-3A31-4FFB-942B-560639CC06E1}">
      <dsp:nvSpPr>
        <dsp:cNvPr id="0" name=""/>
        <dsp:cNvSpPr/>
      </dsp:nvSpPr>
      <dsp:spPr>
        <a:xfrm>
          <a:off x="2873707" y="1898141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ACBBD-6D30-4C1A-89B0-D17D8E47942A}">
      <dsp:nvSpPr>
        <dsp:cNvPr id="0" name=""/>
        <dsp:cNvSpPr/>
      </dsp:nvSpPr>
      <dsp:spPr>
        <a:xfrm>
          <a:off x="3089235" y="1943335"/>
          <a:ext cx="11279302" cy="903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Acoplamiento</a:t>
          </a:r>
          <a:r>
            <a:rPr lang="en-US" sz="2600" kern="1200" dirty="0"/>
            <a:t> </a:t>
          </a:r>
          <a:r>
            <a:rPr lang="en-US" sz="2600" kern="1200" dirty="0" err="1"/>
            <a:t>excesivo</a:t>
          </a:r>
          <a:r>
            <a:rPr lang="en-US" sz="2600" kern="1200" dirty="0"/>
            <a:t>.</a:t>
          </a:r>
        </a:p>
      </dsp:txBody>
      <dsp:txXfrm>
        <a:off x="3089235" y="1943335"/>
        <a:ext cx="11279302" cy="903877"/>
      </dsp:txXfrm>
    </dsp:sp>
    <dsp:sp modelId="{0C3A2927-F55C-46DE-BE6E-468A680E61C0}">
      <dsp:nvSpPr>
        <dsp:cNvPr id="0" name=""/>
        <dsp:cNvSpPr/>
      </dsp:nvSpPr>
      <dsp:spPr>
        <a:xfrm>
          <a:off x="2873707" y="2847212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4545A-FC7A-48A9-9299-0C954982A86C}">
      <dsp:nvSpPr>
        <dsp:cNvPr id="0" name=""/>
        <dsp:cNvSpPr/>
      </dsp:nvSpPr>
      <dsp:spPr>
        <a:xfrm>
          <a:off x="3089235" y="2892406"/>
          <a:ext cx="11279302" cy="903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Código </a:t>
          </a:r>
          <a:r>
            <a:rPr lang="en-US" sz="2600" kern="1200" dirty="0" err="1"/>
            <a:t>difícil</a:t>
          </a:r>
          <a:r>
            <a:rPr lang="en-US" sz="2600" kern="1200" dirty="0"/>
            <a:t> de </a:t>
          </a:r>
          <a:r>
            <a:rPr lang="en-US" sz="2600" kern="1200" dirty="0" err="1"/>
            <a:t>mantener</a:t>
          </a:r>
          <a:r>
            <a:rPr lang="en-US" sz="2600" kern="1200" dirty="0"/>
            <a:t> o extender.</a:t>
          </a:r>
        </a:p>
      </dsp:txBody>
      <dsp:txXfrm>
        <a:off x="3089235" y="2892406"/>
        <a:ext cx="11279302" cy="903877"/>
      </dsp:txXfrm>
    </dsp:sp>
    <dsp:sp modelId="{63B3904F-F4E1-4D3D-B2D7-7905CA87736A}">
      <dsp:nvSpPr>
        <dsp:cNvPr id="0" name=""/>
        <dsp:cNvSpPr/>
      </dsp:nvSpPr>
      <dsp:spPr>
        <a:xfrm>
          <a:off x="2873707" y="3796283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FFC6C-4355-478B-B771-676CECE8C928}">
      <dsp:nvSpPr>
        <dsp:cNvPr id="0" name=""/>
        <dsp:cNvSpPr/>
      </dsp:nvSpPr>
      <dsp:spPr>
        <a:xfrm>
          <a:off x="3089235" y="3841477"/>
          <a:ext cx="11279302" cy="903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Problemas</a:t>
          </a:r>
          <a:r>
            <a:rPr lang="en-US" sz="2600" kern="1200" dirty="0"/>
            <a:t> de </a:t>
          </a:r>
          <a:r>
            <a:rPr lang="en-US" sz="2600" kern="1200" dirty="0" err="1"/>
            <a:t>comunicación</a:t>
          </a:r>
          <a:r>
            <a:rPr lang="en-US" sz="2600" kern="1200" dirty="0"/>
            <a:t> </a:t>
          </a:r>
          <a:r>
            <a:rPr lang="en-US" sz="2600" kern="1200" dirty="0" err="1"/>
            <a:t>en</a:t>
          </a:r>
          <a:r>
            <a:rPr lang="en-US" sz="2600" kern="1200" dirty="0"/>
            <a:t> </a:t>
          </a:r>
          <a:r>
            <a:rPr lang="en-US" sz="2600" kern="1200" dirty="0" err="1"/>
            <a:t>equipos</a:t>
          </a:r>
          <a:r>
            <a:rPr lang="en-US" sz="2600" kern="1200" dirty="0"/>
            <a:t> </a:t>
          </a:r>
          <a:r>
            <a:rPr lang="en-US" sz="2600" kern="1200" dirty="0" err="1"/>
            <a:t>técnicos</a:t>
          </a:r>
          <a:r>
            <a:rPr lang="en-US" sz="2600" kern="1200" dirty="0"/>
            <a:t> (</a:t>
          </a:r>
          <a:r>
            <a:rPr lang="en-US" sz="2600" kern="1200" dirty="0" err="1"/>
            <a:t>diferentes</a:t>
          </a:r>
          <a:r>
            <a:rPr lang="en-US" sz="2600" kern="1200" dirty="0"/>
            <a:t> </a:t>
          </a:r>
          <a:r>
            <a:rPr lang="en-US" sz="2600" kern="1200" dirty="0" err="1"/>
            <a:t>enfoques</a:t>
          </a:r>
          <a:r>
            <a:rPr lang="en-US" sz="2600" kern="1200" dirty="0"/>
            <a:t> o </a:t>
          </a:r>
          <a:r>
            <a:rPr lang="en-US" sz="2600" kern="1200" dirty="0" err="1"/>
            <a:t>estilos</a:t>
          </a:r>
          <a:r>
            <a:rPr lang="en-US" sz="2600" kern="1200" dirty="0"/>
            <a:t>)</a:t>
          </a:r>
        </a:p>
      </dsp:txBody>
      <dsp:txXfrm>
        <a:off x="3089235" y="3841477"/>
        <a:ext cx="11279302" cy="903877"/>
      </dsp:txXfrm>
    </dsp:sp>
    <dsp:sp modelId="{1CB3B2E2-B9F5-4DB3-AE52-857F7867F557}">
      <dsp:nvSpPr>
        <dsp:cNvPr id="0" name=""/>
        <dsp:cNvSpPr/>
      </dsp:nvSpPr>
      <dsp:spPr>
        <a:xfrm>
          <a:off x="2873707" y="4745354"/>
          <a:ext cx="114948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2F986-FAEC-4D7D-A836-46C205EC7B0E}">
      <dsp:nvSpPr>
        <dsp:cNvPr id="0" name=""/>
        <dsp:cNvSpPr/>
      </dsp:nvSpPr>
      <dsp:spPr>
        <a:xfrm>
          <a:off x="0" y="618"/>
          <a:ext cx="16230600" cy="14483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5D5CF-F7DE-460E-9680-951ABCADD157}">
      <dsp:nvSpPr>
        <dsp:cNvPr id="0" name=""/>
        <dsp:cNvSpPr/>
      </dsp:nvSpPr>
      <dsp:spPr>
        <a:xfrm>
          <a:off x="438111" y="326487"/>
          <a:ext cx="796566" cy="7965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A681A-520B-456D-9206-14FFFC046CDC}">
      <dsp:nvSpPr>
        <dsp:cNvPr id="0" name=""/>
        <dsp:cNvSpPr/>
      </dsp:nvSpPr>
      <dsp:spPr>
        <a:xfrm>
          <a:off x="1672790" y="618"/>
          <a:ext cx="14557809" cy="1448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79" tIns="153279" rIns="153279" bIns="1532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/>
            <a:t>La notación estándar para representar patrones de diseño en diagramas visuales.</a:t>
          </a:r>
          <a:endParaRPr lang="en-US" sz="2500" kern="1200"/>
        </a:p>
      </dsp:txBody>
      <dsp:txXfrm>
        <a:off x="1672790" y="618"/>
        <a:ext cx="14557809" cy="1448303"/>
      </dsp:txXfrm>
    </dsp:sp>
    <dsp:sp modelId="{49787BE4-CF7D-4FB1-ACFD-E2A39EE86860}">
      <dsp:nvSpPr>
        <dsp:cNvPr id="0" name=""/>
        <dsp:cNvSpPr/>
      </dsp:nvSpPr>
      <dsp:spPr>
        <a:xfrm>
          <a:off x="0" y="1810997"/>
          <a:ext cx="16230600" cy="14483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F1552-8E87-4EF7-BB06-665FADBE071F}">
      <dsp:nvSpPr>
        <dsp:cNvPr id="0" name=""/>
        <dsp:cNvSpPr/>
      </dsp:nvSpPr>
      <dsp:spPr>
        <a:xfrm>
          <a:off x="438111" y="2136866"/>
          <a:ext cx="796566" cy="7965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FA4C-C099-4D5F-BBE1-6F86B14E9578}">
      <dsp:nvSpPr>
        <dsp:cNvPr id="0" name=""/>
        <dsp:cNvSpPr/>
      </dsp:nvSpPr>
      <dsp:spPr>
        <a:xfrm>
          <a:off x="1672790" y="1810997"/>
          <a:ext cx="14557809" cy="1448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79" tIns="153279" rIns="153279" bIns="1532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kern="1200"/>
            <a:t>Diagrama de clases:</a:t>
          </a:r>
          <a:br>
            <a:rPr lang="es-MX" sz="2500" kern="1200"/>
          </a:br>
          <a:r>
            <a:rPr lang="es-MX" sz="2500" kern="1200"/>
            <a:t>Representa la </a:t>
          </a:r>
          <a:r>
            <a:rPr lang="es-MX" sz="2500" b="1" kern="1200"/>
            <a:t>estructura estática</a:t>
          </a:r>
          <a:r>
            <a:rPr lang="es-MX" sz="2500" kern="1200"/>
            <a:t> del patrón (clases, interfaces, relaciones como herencia y composición).</a:t>
          </a:r>
          <a:endParaRPr lang="en-US" sz="2500" kern="1200"/>
        </a:p>
      </dsp:txBody>
      <dsp:txXfrm>
        <a:off x="1672790" y="1810997"/>
        <a:ext cx="14557809" cy="1448303"/>
      </dsp:txXfrm>
    </dsp:sp>
    <dsp:sp modelId="{BC1081C8-082D-4AA7-B31E-07D6D32C1A76}">
      <dsp:nvSpPr>
        <dsp:cNvPr id="0" name=""/>
        <dsp:cNvSpPr/>
      </dsp:nvSpPr>
      <dsp:spPr>
        <a:xfrm>
          <a:off x="0" y="3621376"/>
          <a:ext cx="16230600" cy="14483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4DA6D-A8B2-48B2-8D8C-B574CDA40CED}">
      <dsp:nvSpPr>
        <dsp:cNvPr id="0" name=""/>
        <dsp:cNvSpPr/>
      </dsp:nvSpPr>
      <dsp:spPr>
        <a:xfrm>
          <a:off x="438111" y="3947245"/>
          <a:ext cx="796566" cy="7965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23F54-4D21-48DC-932C-9813A3512700}">
      <dsp:nvSpPr>
        <dsp:cNvPr id="0" name=""/>
        <dsp:cNvSpPr/>
      </dsp:nvSpPr>
      <dsp:spPr>
        <a:xfrm>
          <a:off x="1672790" y="3621376"/>
          <a:ext cx="14557809" cy="1448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79" tIns="153279" rIns="153279" bIns="1532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b="1" kern="1200"/>
            <a:t>Diagrama de secuencia:</a:t>
          </a:r>
          <a:br>
            <a:rPr lang="es-MX" sz="2500" kern="1200"/>
          </a:br>
          <a:r>
            <a:rPr lang="es-MX" sz="2500" kern="1200"/>
            <a:t>Representa la </a:t>
          </a:r>
          <a:r>
            <a:rPr lang="es-MX" sz="2500" b="1" kern="1200"/>
            <a:t>interacción dinámica</a:t>
          </a:r>
          <a:r>
            <a:rPr lang="es-MX" sz="2500" kern="1200"/>
            <a:t> entre objetos a lo largo del tiempo, útil para patrones de comportamiento.</a:t>
          </a:r>
          <a:endParaRPr lang="en-US" sz="2500" kern="1200"/>
        </a:p>
      </dsp:txBody>
      <dsp:txXfrm>
        <a:off x="1672790" y="3621376"/>
        <a:ext cx="14557809" cy="1448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ed9f8475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35ed9f8475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d9f8475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5ed9f8475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ed9f8475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35ed9f8475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03CC0C0-7AD9-980E-FFBC-F4C7A2BD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03F6B28B-58D7-FDB4-AD38-785FE080E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AA6A217A-1BFA-FCDA-B12C-EDD563A8A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447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D43CCC2-8B52-7BCE-2FBC-6417760A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8B4D02B4-B1B5-36BF-79DB-82CA64F6A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A5B326BA-C413-1F94-521F-EB073E7BE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1094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BEBC796-C0F1-5C30-4ED6-191F1791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A68441BA-BD74-2994-883D-E2321DD34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8BF99BAA-57ED-B545-009F-D7D1BF674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0905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ed9f8475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g35ed9f8475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d9f8475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g35ed9f8475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66470F2-1582-3FF7-4B63-37BAD4036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3BDE01DF-28BB-51A9-43C7-D8FCCEB18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2DAB6DEA-3100-92F5-9D0B-3A41C664B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1328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D20157C-DC01-AC32-C922-E65601BE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2D5E3365-74D6-B4B5-6E4C-558D37BB0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3660074F-8E74-7B30-54D9-E8AA538DE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2542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0991B57-84EB-DD79-5121-9AE4AC39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B9930B9B-4906-A1F6-7066-D6CA563DE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BE8A278C-5752-6EE3-0D1D-A95F89F65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8677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8A1507D-F9E0-6321-04EA-0A4528DB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162E8DEE-8F56-A92E-5026-EE7C8090E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EDCBAEF6-4439-75BB-3114-5EFAD93CD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0493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21001E9-928C-0E3B-373F-C1C60042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d9f8475e_0_27:notes">
            <a:extLst>
              <a:ext uri="{FF2B5EF4-FFF2-40B4-BE49-F238E27FC236}">
                <a16:creationId xmlns:a16="http://schemas.microsoft.com/office/drawing/2014/main" id="{65EAE012-1674-F3EB-413E-757FD00EB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5ed9f8475e_0_27:notes">
            <a:extLst>
              <a:ext uri="{FF2B5EF4-FFF2-40B4-BE49-F238E27FC236}">
                <a16:creationId xmlns:a16="http://schemas.microsoft.com/office/drawing/2014/main" id="{A604DD31-47D9-3D38-2F95-0F2BC2A77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2488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ed9f8475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3" name="Google Shape;233;g35ed9f8475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ed9f8475e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5ed9f8475e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d9f8475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" name="Google Shape;248;g35ed9f8475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0abd5a1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g360abd5a1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6" name="Google Shape;3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2X50sKeBAcQ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sz="50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lang="en-US" sz="24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lang="en-US" sz="24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00827" y="1975925"/>
            <a:ext cx="15968700" cy="52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lang="en-US" sz="51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Analizar y aplicar patrones de diseño en el desarrollo de software para resolver problemas comunes de arquitectura y diseño, mejorando la reutilización, flexibilidad, organización y mantenimiento del código.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374889" y="3027816"/>
            <a:ext cx="126255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3" name="Google Shape;10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 b="0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g35ed9f8475e_0_1"/>
          <p:cNvGraphicFramePr/>
          <p:nvPr/>
        </p:nvGraphicFramePr>
        <p:xfrm>
          <a:off x="6116951" y="4739298"/>
          <a:ext cx="6054200" cy="4035646"/>
        </p:xfrm>
        <a:graphic>
          <a:graphicData uri="http://schemas.openxmlformats.org/drawingml/2006/table">
            <a:tbl>
              <a:tblPr>
                <a:noFill/>
                <a:tableStyleId>{9C928063-A2A2-4B94-8251-6A62FB6525CB}</a:tableStyleId>
              </a:tblPr>
              <a:tblGrid>
                <a:gridCol w="96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Grupos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Teoría Introductoria de Patrones de diseño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2000" b="1" u="none" strike="noStrike" cap="non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Práctico</a:t>
                      </a:r>
                      <a:endParaRPr sz="2000" u="none" strike="noStrike" cap="non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9" name="Google Shape;109;g35ed9f8475e_0_1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10" name="Google Shape;110;g35ed9f8475e_0_1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Google Shape;111;g35ed9f8475e_0_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5ed9f8475e_0_1"/>
          <p:cNvSpPr/>
          <p:nvPr/>
        </p:nvSpPr>
        <p:spPr>
          <a:xfrm>
            <a:off x="592309" y="8986439"/>
            <a:ext cx="2658272" cy="1329136"/>
          </a:xfrm>
          <a:custGeom>
            <a:avLst/>
            <a:gdLst/>
            <a:ahLst/>
            <a:cxnLst/>
            <a:rect l="l" t="t" r="r" b="b"/>
            <a:pathLst>
              <a:path w="2658272" h="1329136" extrusionOk="0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3" name="Google Shape;113;g35ed9f8475e_0_1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lang="en-US" sz="10576" b="0" i="0" u="none" strike="noStrike" cap="non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5ed9f8475e_0_1"/>
          <p:cNvSpPr/>
          <p:nvPr/>
        </p:nvSpPr>
        <p:spPr>
          <a:xfrm rot="10800000">
            <a:off x="14838633" y="0"/>
            <a:ext cx="2658272" cy="1329136"/>
          </a:xfrm>
          <a:custGeom>
            <a:avLst/>
            <a:gdLst/>
            <a:ahLst/>
            <a:cxnLst/>
            <a:rect l="l" t="t" r="r" b="b"/>
            <a:pathLst>
              <a:path w="2658272" h="1329136" extrusionOk="0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5ed9f8475e_0_11"/>
          <p:cNvGrpSpPr/>
          <p:nvPr/>
        </p:nvGrpSpPr>
        <p:grpSpPr>
          <a:xfrm>
            <a:off x="-808963" y="3898825"/>
            <a:ext cx="19457594" cy="2036657"/>
            <a:chOff x="0" y="-76200"/>
            <a:chExt cx="5124600" cy="536400"/>
          </a:xfrm>
        </p:grpSpPr>
        <p:sp>
          <p:nvSpPr>
            <p:cNvPr id="120" name="Google Shape;120;g35ed9f8475e_0_11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1" name="Google Shape;121;g35ed9f8475e_0_1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g35ed9f8475e_0_11"/>
          <p:cNvSpPr txBox="1"/>
          <p:nvPr/>
        </p:nvSpPr>
        <p:spPr>
          <a:xfrm>
            <a:off x="1599296" y="4433539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Elementos de Diseño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g35ed9f8475e_0_1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28" name="Google Shape;128;g35ed9f8475e_0_18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9" name="Google Shape;129;g35ed9f8475e_0_1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5ed9f8475e_0_18"/>
          <p:cNvSpPr txBox="1"/>
          <p:nvPr/>
        </p:nvSpPr>
        <p:spPr>
          <a:xfrm>
            <a:off x="1599296" y="1326489"/>
            <a:ext cx="150894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5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¿Que es un elemento de diseño en software?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5ed9f8475e_0_18"/>
          <p:cNvSpPr txBox="1"/>
          <p:nvPr/>
        </p:nvSpPr>
        <p:spPr>
          <a:xfrm>
            <a:off x="1028700" y="2969245"/>
            <a:ext cx="16230600" cy="23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elementos de diseño en software son componentes fundamentales y conceptos que se utilizan para definir la arquitectura, estructura y comportamiento de un sistema de software. Estos elementos ayudan a los desarrolladores a crear software que es eficiente, mantenible, escalable y fácil de entender.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5ed9f8475e_0_18"/>
          <p:cNvPicPr preferRelativeResize="0"/>
          <p:nvPr/>
        </p:nvPicPr>
        <p:blipFill rotWithShape="1">
          <a:blip r:embed="rId3">
            <a:alphaModFix/>
          </a:blip>
          <a:srcRect b="8625"/>
          <a:stretch/>
        </p:blipFill>
        <p:spPr>
          <a:xfrm>
            <a:off x="5026750" y="5925925"/>
            <a:ext cx="6934875" cy="34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B5245888-4EBF-AEF9-CDB0-BFDF9875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A6256F6E-C581-18CD-F05F-04C377373510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2E6A995D-A049-CE8F-80C3-B41B3D4C8D20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DA5B4C4D-991F-2C21-4ED6-58FBB24D0C3F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263FFE02-9035-A6C1-5D99-E8E9C48C04BD}"/>
              </a:ext>
            </a:extLst>
          </p:cNvPr>
          <p:cNvSpPr txBox="1"/>
          <p:nvPr/>
        </p:nvSpPr>
        <p:spPr>
          <a:xfrm>
            <a:off x="3111136" y="1180850"/>
            <a:ext cx="107661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5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diseño de software 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8C9D9-E424-40E5-48C6-AC584C57E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829" y="4023211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3" name="Google Shape;141;g35ed9f8475e_0_27">
            <a:extLst>
              <a:ext uri="{FF2B5EF4-FFF2-40B4-BE49-F238E27FC236}">
                <a16:creationId xmlns:a16="http://schemas.microsoft.com/office/drawing/2014/main" id="{CA3F4E05-F511-B4CB-767F-9A3D064504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973373"/>
              </p:ext>
            </p:extLst>
          </p:nvPr>
        </p:nvGraphicFramePr>
        <p:xfrm>
          <a:off x="2188633" y="3161052"/>
          <a:ext cx="14368538" cy="47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E3B7AC12-E788-A3E3-C61D-3E3B89A6C050}"/>
              </a:ext>
            </a:extLst>
          </p:cNvPr>
          <p:cNvSpPr txBox="1"/>
          <p:nvPr/>
        </p:nvSpPr>
        <p:spPr>
          <a:xfrm>
            <a:off x="2188633" y="7230860"/>
            <a:ext cx="14368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“</a:t>
            </a:r>
            <a:r>
              <a:rPr lang="es-MX" sz="3200" i="1" dirty="0"/>
              <a:t>Los patrones de diseño nacen de la experiencia y del análisis de problemas recurrentes en el diseño de software.”</a:t>
            </a:r>
            <a:endParaRPr lang="es-GT" sz="3200" i="1" dirty="0"/>
          </a:p>
        </p:txBody>
      </p:sp>
    </p:spTree>
    <p:extLst>
      <p:ext uri="{BB962C8B-B14F-4D97-AF65-F5344CB8AC3E}">
        <p14:creationId xmlns:p14="http://schemas.microsoft.com/office/powerpoint/2010/main" val="98836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ED097FBF-0476-077A-4AC2-F2348258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3A0F2572-9E1E-81DE-CE17-583FC5DBDCA0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DA4EFD8F-DE41-54AB-EE7B-6DB7C135CFEF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335A7E74-1E73-D371-F5A5-704B4733D541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C015D7C2-2A46-2171-A1E1-E578A976ED52}"/>
              </a:ext>
            </a:extLst>
          </p:cNvPr>
          <p:cNvSpPr txBox="1"/>
          <p:nvPr/>
        </p:nvSpPr>
        <p:spPr>
          <a:xfrm>
            <a:off x="3111136" y="1180850"/>
            <a:ext cx="107661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5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diseño de software 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DD24F1-89EE-FB42-90C3-F349F27FB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829" y="4023211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3" name="Google Shape;141;g35ed9f8475e_0_27">
            <a:extLst>
              <a:ext uri="{FF2B5EF4-FFF2-40B4-BE49-F238E27FC236}">
                <a16:creationId xmlns:a16="http://schemas.microsoft.com/office/drawing/2014/main" id="{C45E769D-7515-8241-76AF-310F00220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0711"/>
              </p:ext>
            </p:extLst>
          </p:nvPr>
        </p:nvGraphicFramePr>
        <p:xfrm>
          <a:off x="2188633" y="3161052"/>
          <a:ext cx="14368538" cy="47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18DEDB3-8557-5C33-8067-D2D6A805319D}"/>
              </a:ext>
            </a:extLst>
          </p:cNvPr>
          <p:cNvSpPr txBox="1"/>
          <p:nvPr/>
        </p:nvSpPr>
        <p:spPr>
          <a:xfrm>
            <a:off x="2188633" y="8355933"/>
            <a:ext cx="14368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i="1" dirty="0"/>
              <a:t>Los patrones ayudan a resolver estos problemas con soluciones ya evaluadas y consensuadas.</a:t>
            </a:r>
            <a:endParaRPr lang="es-GT" sz="3200" i="1" dirty="0"/>
          </a:p>
        </p:txBody>
      </p:sp>
    </p:spTree>
    <p:extLst>
      <p:ext uri="{BB962C8B-B14F-4D97-AF65-F5344CB8AC3E}">
        <p14:creationId xmlns:p14="http://schemas.microsoft.com/office/powerpoint/2010/main" val="3780532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0E739231-E502-0D5F-E1E5-9BB93AE6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6C5C25CD-009C-1D82-7489-75F210D41E70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EB8EB329-DCD9-B4F9-7E39-A6EE7A1EB3BB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9216A9C7-6953-F4B1-4B21-7B2845890FFE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B66ED0C8-CEC0-F7E7-EE37-E95EB59B5584}"/>
              </a:ext>
            </a:extLst>
          </p:cNvPr>
          <p:cNvSpPr txBox="1"/>
          <p:nvPr/>
        </p:nvSpPr>
        <p:spPr>
          <a:xfrm>
            <a:off x="3111136" y="1180850"/>
            <a:ext cx="107661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5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diseño de software 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BDB07E-5E4D-9755-66C9-D07BAAACA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829" y="4023211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2A64E6-6B90-1F66-4907-FDFE2384BDFC}"/>
              </a:ext>
            </a:extLst>
          </p:cNvPr>
          <p:cNvSpPr txBox="1"/>
          <p:nvPr/>
        </p:nvSpPr>
        <p:spPr>
          <a:xfrm>
            <a:off x="849691" y="3573840"/>
            <a:ext cx="919177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/>
              <a:t>Así como una receta enseña los ingredientes y pasos para preparar un platillo exitoso, un patrón de diseño enseña </a:t>
            </a:r>
            <a:r>
              <a:rPr lang="es-MX" sz="3200" b="1" dirty="0"/>
              <a:t>cómo estructurar una solución efectiva y reutilizable</a:t>
            </a:r>
            <a:r>
              <a:rPr lang="es-MX" sz="3200" dirty="0"/>
              <a:t>.</a:t>
            </a:r>
            <a:endParaRPr lang="es-GT" sz="3200" i="1" dirty="0"/>
          </a:p>
        </p:txBody>
      </p:sp>
      <p:pic>
        <p:nvPicPr>
          <p:cNvPr id="2050" name="Picture 2" descr="Chef De Dibujos Animados Cocinero Con Tablero De Menú De Recetas En Blanco  Ilustraciones svg, vectoriales, clip art vectorizado libre de derechos.  Image 11481274">
            <a:extLst>
              <a:ext uri="{FF2B5EF4-FFF2-40B4-BE49-F238E27FC236}">
                <a16:creationId xmlns:a16="http://schemas.microsoft.com/office/drawing/2014/main" id="{405FA9D4-8145-665A-EE04-737A53FD2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6990" y="3573840"/>
            <a:ext cx="5263091" cy="5263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53FB92-BE4E-A343-BB0D-8C500028DDD2}"/>
              </a:ext>
            </a:extLst>
          </p:cNvPr>
          <p:cNvSpPr txBox="1"/>
          <p:nvPr/>
        </p:nvSpPr>
        <p:spPr>
          <a:xfrm>
            <a:off x="849691" y="6363673"/>
            <a:ext cx="9736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No es código específico</a:t>
            </a:r>
            <a:r>
              <a:rPr lang="es-MX" sz="2800" dirty="0"/>
              <a:t>, sino una guía con propósito, estructura, participantes y consecuencias.</a:t>
            </a:r>
            <a:endParaRPr lang="es-GT" sz="2800" dirty="0"/>
          </a:p>
        </p:txBody>
      </p:sp>
    </p:spTree>
    <p:extLst>
      <p:ext uri="{BB962C8B-B14F-4D97-AF65-F5344CB8AC3E}">
        <p14:creationId xmlns:p14="http://schemas.microsoft.com/office/powerpoint/2010/main" val="3567818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/>
          <p:cNvSpPr txBox="1"/>
          <p:nvPr/>
        </p:nvSpPr>
        <p:spPr>
          <a:xfrm>
            <a:off x="3111136" y="1180850"/>
            <a:ext cx="107661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5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diseño de software 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5ed9f8475e_0_2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patrones de diseño son soluciones reutilizables a problemas comunes que enfrentan los diseñadores y desarrolladores de software. Estos patrones proporcionan una estructura para elaborar diseños, lo que permite la creación de soluciones eficientes y mantenibles.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5ed9f8475e_0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2650" y="6570295"/>
            <a:ext cx="55245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5ed9f8475e_0_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2700" y="5709425"/>
            <a:ext cx="6192151" cy="3014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g35ed9f8475e_0_27"/>
          <p:cNvCxnSpPr>
            <a:stCxn id="142" idx="3"/>
            <a:endCxn id="143" idx="1"/>
          </p:cNvCxnSpPr>
          <p:nvPr/>
        </p:nvCxnSpPr>
        <p:spPr>
          <a:xfrm rot="10800000" flipH="1">
            <a:off x="7157150" y="7216720"/>
            <a:ext cx="3845700" cy="9252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g35ed9f8475e_0_38"/>
          <p:cNvGrpSpPr/>
          <p:nvPr/>
        </p:nvGrpSpPr>
        <p:grpSpPr>
          <a:xfrm>
            <a:off x="482825" y="574150"/>
            <a:ext cx="17551243" cy="3980732"/>
            <a:chOff x="0" y="-76200"/>
            <a:chExt cx="5124600" cy="536400"/>
          </a:xfrm>
        </p:grpSpPr>
        <p:sp>
          <p:nvSpPr>
            <p:cNvPr id="150" name="Google Shape;150;g35ed9f8475e_0_38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1" name="Google Shape;151;g35ed9f8475e_0_3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g35ed9f8475e_0_38"/>
          <p:cNvGrpSpPr/>
          <p:nvPr/>
        </p:nvGrpSpPr>
        <p:grpSpPr>
          <a:xfrm>
            <a:off x="2688225" y="6148318"/>
            <a:ext cx="2955835" cy="3314988"/>
            <a:chOff x="0" y="-76200"/>
            <a:chExt cx="977168" cy="1095900"/>
          </a:xfrm>
        </p:grpSpPr>
        <p:sp>
          <p:nvSpPr>
            <p:cNvPr id="153" name="Google Shape;153;g35ed9f8475e_0_38"/>
            <p:cNvSpPr/>
            <p:nvPr/>
          </p:nvSpPr>
          <p:spPr>
            <a:xfrm>
              <a:off x="0" y="0"/>
              <a:ext cx="977168" cy="1019574"/>
            </a:xfrm>
            <a:custGeom>
              <a:avLst/>
              <a:gdLst/>
              <a:ahLst/>
              <a:cxnLst/>
              <a:rect l="l" t="t" r="r" b="b"/>
              <a:pathLst>
                <a:path w="977168" h="1019574" extrusionOk="0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4" name="Google Shape;154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g35ed9f8475e_0_38"/>
          <p:cNvGrpSpPr/>
          <p:nvPr/>
        </p:nvGrpSpPr>
        <p:grpSpPr>
          <a:xfrm>
            <a:off x="6006840" y="6148318"/>
            <a:ext cx="2955835" cy="3314988"/>
            <a:chOff x="0" y="-76200"/>
            <a:chExt cx="977168" cy="1095900"/>
          </a:xfrm>
        </p:grpSpPr>
        <p:sp>
          <p:nvSpPr>
            <p:cNvPr id="156" name="Google Shape;156;g35ed9f8475e_0_38"/>
            <p:cNvSpPr/>
            <p:nvPr/>
          </p:nvSpPr>
          <p:spPr>
            <a:xfrm>
              <a:off x="0" y="0"/>
              <a:ext cx="977168" cy="1019574"/>
            </a:xfrm>
            <a:custGeom>
              <a:avLst/>
              <a:gdLst/>
              <a:ahLst/>
              <a:cxnLst/>
              <a:rect l="l" t="t" r="r" b="b"/>
              <a:pathLst>
                <a:path w="977168" h="1019574" extrusionOk="0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7" name="Google Shape;157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g35ed9f8475e_0_38"/>
          <p:cNvGrpSpPr/>
          <p:nvPr/>
        </p:nvGrpSpPr>
        <p:grpSpPr>
          <a:xfrm>
            <a:off x="9326973" y="6148318"/>
            <a:ext cx="2955835" cy="3314988"/>
            <a:chOff x="0" y="-76200"/>
            <a:chExt cx="977168" cy="1095900"/>
          </a:xfrm>
        </p:grpSpPr>
        <p:sp>
          <p:nvSpPr>
            <p:cNvPr id="159" name="Google Shape;159;g35ed9f8475e_0_38"/>
            <p:cNvSpPr/>
            <p:nvPr/>
          </p:nvSpPr>
          <p:spPr>
            <a:xfrm>
              <a:off x="0" y="0"/>
              <a:ext cx="977168" cy="1019574"/>
            </a:xfrm>
            <a:custGeom>
              <a:avLst/>
              <a:gdLst/>
              <a:ahLst/>
              <a:cxnLst/>
              <a:rect l="l" t="t" r="r" b="b"/>
              <a:pathLst>
                <a:path w="977168" h="1019574" extrusionOk="0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0" name="Google Shape;160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g35ed9f8475e_0_38"/>
          <p:cNvGrpSpPr/>
          <p:nvPr/>
        </p:nvGrpSpPr>
        <p:grpSpPr>
          <a:xfrm>
            <a:off x="12642808" y="6148318"/>
            <a:ext cx="2955835" cy="3314988"/>
            <a:chOff x="0" y="-76200"/>
            <a:chExt cx="977168" cy="1095900"/>
          </a:xfrm>
        </p:grpSpPr>
        <p:sp>
          <p:nvSpPr>
            <p:cNvPr id="162" name="Google Shape;162;g35ed9f8475e_0_38"/>
            <p:cNvSpPr/>
            <p:nvPr/>
          </p:nvSpPr>
          <p:spPr>
            <a:xfrm>
              <a:off x="0" y="0"/>
              <a:ext cx="977168" cy="1019574"/>
            </a:xfrm>
            <a:custGeom>
              <a:avLst/>
              <a:gdLst/>
              <a:ahLst/>
              <a:cxnLst/>
              <a:rect l="l" t="t" r="r" b="b"/>
              <a:pathLst>
                <a:path w="977168" h="1019574" extrusionOk="0">
                  <a:moveTo>
                    <a:pt x="0" y="0"/>
                  </a:moveTo>
                  <a:lnTo>
                    <a:pt x="977168" y="0"/>
                  </a:lnTo>
                  <a:lnTo>
                    <a:pt x="977168" y="1019574"/>
                  </a:lnTo>
                  <a:lnTo>
                    <a:pt x="0" y="1019574"/>
                  </a:lnTo>
                  <a:close/>
                </a:path>
              </a:pathLst>
            </a:custGeom>
            <a:solidFill>
              <a:srgbClr val="8AA9F9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3" name="Google Shape;163;g35ed9f8475e_0_38"/>
            <p:cNvSpPr txBox="1"/>
            <p:nvPr/>
          </p:nvSpPr>
          <p:spPr>
            <a:xfrm>
              <a:off x="0" y="-76200"/>
              <a:ext cx="9771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g35ed9f8475e_0_38"/>
          <p:cNvGrpSpPr/>
          <p:nvPr/>
        </p:nvGrpSpPr>
        <p:grpSpPr>
          <a:xfrm>
            <a:off x="3316033" y="5528681"/>
            <a:ext cx="1700296" cy="1700296"/>
            <a:chOff x="0" y="0"/>
            <a:chExt cx="812800" cy="812800"/>
          </a:xfrm>
        </p:grpSpPr>
        <p:sp>
          <p:nvSpPr>
            <p:cNvPr id="165" name="Google Shape;165;g35ed9f8475e_0_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g35ed9f8475e_0_38"/>
          <p:cNvGrpSpPr/>
          <p:nvPr/>
        </p:nvGrpSpPr>
        <p:grpSpPr>
          <a:xfrm>
            <a:off x="6634649" y="5528681"/>
            <a:ext cx="1700296" cy="1700296"/>
            <a:chOff x="0" y="0"/>
            <a:chExt cx="812800" cy="812800"/>
          </a:xfrm>
        </p:grpSpPr>
        <p:sp>
          <p:nvSpPr>
            <p:cNvPr id="168" name="Google Shape;168;g35ed9f8475e_0_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g35ed9f8475e_0_38"/>
          <p:cNvGrpSpPr/>
          <p:nvPr/>
        </p:nvGrpSpPr>
        <p:grpSpPr>
          <a:xfrm>
            <a:off x="9954782" y="5528681"/>
            <a:ext cx="1700296" cy="1700296"/>
            <a:chOff x="0" y="0"/>
            <a:chExt cx="812800" cy="812800"/>
          </a:xfrm>
        </p:grpSpPr>
        <p:sp>
          <p:nvSpPr>
            <p:cNvPr id="171" name="Google Shape;171;g35ed9f8475e_0_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g35ed9f8475e_0_38"/>
          <p:cNvGrpSpPr/>
          <p:nvPr/>
        </p:nvGrpSpPr>
        <p:grpSpPr>
          <a:xfrm>
            <a:off x="13270617" y="5528681"/>
            <a:ext cx="1700296" cy="1700296"/>
            <a:chOff x="0" y="0"/>
            <a:chExt cx="812800" cy="812800"/>
          </a:xfrm>
        </p:grpSpPr>
        <p:sp>
          <p:nvSpPr>
            <p:cNvPr id="174" name="Google Shape;174;g35ed9f8475e_0_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9F9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5ed9f8475e_0_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5ed9f8475e_0_38"/>
          <p:cNvSpPr/>
          <p:nvPr/>
        </p:nvSpPr>
        <p:spPr>
          <a:xfrm rot="5400000">
            <a:off x="977216" y="-711628"/>
            <a:ext cx="1065046" cy="3019461"/>
          </a:xfrm>
          <a:custGeom>
            <a:avLst/>
            <a:gdLst/>
            <a:ahLst/>
            <a:cxnLst/>
            <a:rect l="l" t="t" r="r" b="b"/>
            <a:pathLst>
              <a:path w="1065046" h="3019461" extrusionOk="0">
                <a:moveTo>
                  <a:pt x="0" y="0"/>
                </a:moveTo>
                <a:lnTo>
                  <a:pt x="1065046" y="0"/>
                </a:lnTo>
                <a:lnTo>
                  <a:pt x="1065046" y="3019461"/>
                </a:lnTo>
                <a:lnTo>
                  <a:pt x="0" y="3019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77" name="Google Shape;177;g35ed9f8475e_0_38"/>
          <p:cNvSpPr txBox="1"/>
          <p:nvPr/>
        </p:nvSpPr>
        <p:spPr>
          <a:xfrm>
            <a:off x="896025" y="1052625"/>
            <a:ext cx="16702800" cy="30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8324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Importancia y aplicabilidad de los patrones de diseño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ed9f8475e_0_38"/>
          <p:cNvSpPr txBox="1"/>
          <p:nvPr/>
        </p:nvSpPr>
        <p:spPr>
          <a:xfrm>
            <a:off x="3783564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lang="en-US" sz="6048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5ed9f8475e_0_38"/>
          <p:cNvSpPr txBox="1"/>
          <p:nvPr/>
        </p:nvSpPr>
        <p:spPr>
          <a:xfrm>
            <a:off x="7102180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lang="en-US" sz="6048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5ed9f8475e_0_38"/>
          <p:cNvSpPr txBox="1"/>
          <p:nvPr/>
        </p:nvSpPr>
        <p:spPr>
          <a:xfrm>
            <a:off x="10422313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lang="en-US" sz="6048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5ed9f8475e_0_38"/>
          <p:cNvSpPr txBox="1"/>
          <p:nvPr/>
        </p:nvSpPr>
        <p:spPr>
          <a:xfrm>
            <a:off x="13738148" y="5746861"/>
            <a:ext cx="7653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48"/>
              <a:buFont typeface="Arial"/>
              <a:buNone/>
            </a:pPr>
            <a:r>
              <a:rPr lang="en-US" sz="6048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5ed9f8475e_0_38"/>
          <p:cNvSpPr txBox="1"/>
          <p:nvPr/>
        </p:nvSpPr>
        <p:spPr>
          <a:xfrm>
            <a:off x="2688050" y="7638875"/>
            <a:ext cx="2955900" cy="1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Proporcionan un vocabulario común para los desarrolladores, lo que facilita la comunicación y la comprensión de las soluciones.</a:t>
            </a: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5ed9f8475e_0_38"/>
          <p:cNvSpPr txBox="1"/>
          <p:nvPr/>
        </p:nvSpPr>
        <p:spPr>
          <a:xfrm>
            <a:off x="2985648" y="7274317"/>
            <a:ext cx="23220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0"/>
              <a:buFont typeface="Arial"/>
              <a:buNone/>
            </a:pPr>
            <a:r>
              <a:rPr lang="en-US" sz="20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Estandarización: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5ed9f8475e_0_38"/>
          <p:cNvSpPr txBox="1"/>
          <p:nvPr/>
        </p:nvSpPr>
        <p:spPr>
          <a:xfrm>
            <a:off x="9535237" y="7274317"/>
            <a:ext cx="25350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0"/>
              <a:buFont typeface="Arial"/>
              <a:buNone/>
            </a:pPr>
            <a:r>
              <a:rPr lang="en-US" sz="20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Mantenimiento: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5ed9f8475e_0_38"/>
          <p:cNvSpPr txBox="1"/>
          <p:nvPr/>
        </p:nvSpPr>
        <p:spPr>
          <a:xfrm>
            <a:off x="12828673" y="7274317"/>
            <a:ext cx="25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Arial"/>
              <a:buNone/>
            </a:pPr>
            <a:r>
              <a:rPr lang="en-US" sz="207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Flexibilidad: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5ed9f8475e_0_38"/>
          <p:cNvSpPr/>
          <p:nvPr/>
        </p:nvSpPr>
        <p:spPr>
          <a:xfrm rot="-5400000">
            <a:off x="16181588" y="8403567"/>
            <a:ext cx="1065046" cy="3019461"/>
          </a:xfrm>
          <a:custGeom>
            <a:avLst/>
            <a:gdLst/>
            <a:ahLst/>
            <a:cxnLst/>
            <a:rect l="l" t="t" r="r" b="b"/>
            <a:pathLst>
              <a:path w="1065046" h="3019461" extrusionOk="0">
                <a:moveTo>
                  <a:pt x="1065046" y="3019461"/>
                </a:moveTo>
                <a:lnTo>
                  <a:pt x="0" y="3019461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g35ed9f8475e_0_38"/>
          <p:cNvSpPr txBox="1"/>
          <p:nvPr/>
        </p:nvSpPr>
        <p:spPr>
          <a:xfrm>
            <a:off x="6324524" y="7320267"/>
            <a:ext cx="23220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0"/>
              <a:buFont typeface="Arial"/>
              <a:buNone/>
            </a:pPr>
            <a:r>
              <a:rPr lang="en-US" sz="20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Reutilización: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ed9f8475e_0_38"/>
          <p:cNvSpPr txBox="1"/>
          <p:nvPr/>
        </p:nvSpPr>
        <p:spPr>
          <a:xfrm>
            <a:off x="6006875" y="7638875"/>
            <a:ext cx="29559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Permiten reutilizar soluciones probadas, reduciendo el tiempo y esfuerzo necesarios para resolver problemas recurrentes.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5ed9f8475e_0_38"/>
          <p:cNvSpPr txBox="1"/>
          <p:nvPr/>
        </p:nvSpPr>
        <p:spPr>
          <a:xfrm>
            <a:off x="9325387" y="7771175"/>
            <a:ext cx="2955900" cy="1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patrones bien aplicados mejoran la claridad y la organización del código, lo que facilita su mantenimiento.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ed9f8475e_0_38"/>
          <p:cNvSpPr txBox="1"/>
          <p:nvPr/>
        </p:nvSpPr>
        <p:spPr>
          <a:xfrm>
            <a:off x="12643875" y="7638875"/>
            <a:ext cx="29559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Ayudan a crear sistemas más adaptables y flexibles que pueden evolucionar con cambios en los requisitos o el entorno.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g35ed9f8475e_0_83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196" name="Google Shape;196;g35ed9f8475e_0_83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97" name="Google Shape;197;g35ed9f8475e_0_8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5ed9f8475e_0_83"/>
          <p:cNvSpPr txBox="1"/>
          <p:nvPr/>
        </p:nvSpPr>
        <p:spPr>
          <a:xfrm>
            <a:off x="1599296" y="3590589"/>
            <a:ext cx="15089400" cy="397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Notaciones</a:t>
            </a:r>
            <a:r>
              <a:rPr lang="en-US" sz="9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</a:t>
            </a:r>
            <a:r>
              <a:rPr lang="en-US" sz="9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diseño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9BF5E561-C7A1-01FA-BF42-F13B41E4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EC546AC4-440A-4CC3-2BBA-A4083926E444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3CC3F216-686B-05E7-77E3-0C69874C6325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B6434041-2F6B-4E0E-2BDE-56ED3F2CC442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3EC2B835-2EF0-AD08-1DAE-74F6603E5BAB}"/>
              </a:ext>
            </a:extLst>
          </p:cNvPr>
          <p:cNvSpPr txBox="1"/>
          <p:nvPr/>
        </p:nvSpPr>
        <p:spPr>
          <a:xfrm>
            <a:off x="3111136" y="1180850"/>
            <a:ext cx="11976464" cy="11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Notaciones de p</a:t>
            </a:r>
            <a:r>
              <a:rPr lang="es-MX" sz="5224" b="1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atrón de diseño</a:t>
            </a: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s-MX"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" name="Google Shape;141;g35ed9f8475e_0_27">
            <a:extLst>
              <a:ext uri="{FF2B5EF4-FFF2-40B4-BE49-F238E27FC236}">
                <a16:creationId xmlns:a16="http://schemas.microsoft.com/office/drawing/2014/main" id="{D980102F-579E-437B-FFBC-7C377B12C2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1781459"/>
              </p:ext>
            </p:extLst>
          </p:nvPr>
        </p:nvGraphicFramePr>
        <p:xfrm>
          <a:off x="1028700" y="2969245"/>
          <a:ext cx="16230600" cy="5070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9477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29C3CC79-579D-1407-7FD4-C2E852F5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8AE68168-3502-CEE9-F370-6A591EE4A268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E052EC44-A4BD-7033-7F42-C8087E80845A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F756D3C6-EC91-1A0E-41CB-D955DB0B60B8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4EB264AB-4845-F412-D219-D9855E591EA5}"/>
              </a:ext>
            </a:extLst>
          </p:cNvPr>
          <p:cNvSpPr txBox="1"/>
          <p:nvPr/>
        </p:nvSpPr>
        <p:spPr>
          <a:xfrm>
            <a:off x="3111136" y="1180850"/>
            <a:ext cx="11976464" cy="11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Notaciones de p</a:t>
            </a:r>
            <a:r>
              <a:rPr lang="es-MX" sz="5224" b="1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atrón de diseño</a:t>
            </a: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s-MX"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 descr="Singleton">
            <a:extLst>
              <a:ext uri="{FF2B5EF4-FFF2-40B4-BE49-F238E27FC236}">
                <a16:creationId xmlns:a16="http://schemas.microsoft.com/office/drawing/2014/main" id="{3D34D4E0-1CB5-C7FB-9002-9CAA210B3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58" y="4174317"/>
            <a:ext cx="7873108" cy="315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ngleton">
            <a:extLst>
              <a:ext uri="{FF2B5EF4-FFF2-40B4-BE49-F238E27FC236}">
                <a16:creationId xmlns:a16="http://schemas.microsoft.com/office/drawing/2014/main" id="{4CC967B7-6026-998D-C901-CAF91F202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088" y="3389314"/>
            <a:ext cx="7197614" cy="500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415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C97E1A1B-4BE3-AE58-A01F-6312758F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093D9D32-703F-0475-C828-31AEA73E6206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647FF599-78DB-5FBF-AD38-E96CF32D72F8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0C3955C5-BD91-1AB1-9651-F21E473AA6F6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8D49B9FD-F80F-3713-0C2E-D966F29324D8}"/>
              </a:ext>
            </a:extLst>
          </p:cNvPr>
          <p:cNvSpPr txBox="1"/>
          <p:nvPr/>
        </p:nvSpPr>
        <p:spPr>
          <a:xfrm>
            <a:off x="3111136" y="1180850"/>
            <a:ext cx="11976464" cy="11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Notaciones de p</a:t>
            </a:r>
            <a:r>
              <a:rPr lang="es-MX" sz="5224" b="1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atrón de diseño</a:t>
            </a: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s-MX"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 descr="Factory Method">
            <a:extLst>
              <a:ext uri="{FF2B5EF4-FFF2-40B4-BE49-F238E27FC236}">
                <a16:creationId xmlns:a16="http://schemas.microsoft.com/office/drawing/2014/main" id="{998D9CAF-01DD-86AD-57E7-F99950328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74" y="3441766"/>
            <a:ext cx="6960659" cy="467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actory Method">
            <a:extLst>
              <a:ext uri="{FF2B5EF4-FFF2-40B4-BE49-F238E27FC236}">
                <a16:creationId xmlns:a16="http://schemas.microsoft.com/office/drawing/2014/main" id="{43C28C0A-90DB-D733-69D4-501FD1798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775" y="3197225"/>
            <a:ext cx="8825796" cy="516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092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77B4CE07-99BA-F4E4-3FDB-9064AFE1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405386A6-C667-5254-3D21-8D430F9DA051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B0153132-C455-9B58-C383-ED783627C9E0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C6C7B247-D9A3-2E22-9F86-90C1131CD9AB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F8B5B759-F3B7-F918-D26E-F251716CF91F}"/>
              </a:ext>
            </a:extLst>
          </p:cNvPr>
          <p:cNvSpPr txBox="1"/>
          <p:nvPr/>
        </p:nvSpPr>
        <p:spPr>
          <a:xfrm>
            <a:off x="3111136" y="1180850"/>
            <a:ext cx="11976464" cy="11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Notaciones de p</a:t>
            </a:r>
            <a:r>
              <a:rPr lang="es-MX" sz="5224" b="1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atrón de diseño</a:t>
            </a: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s-MX"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7624FA-3EB5-7AB9-1380-2BDF319A3F1B}"/>
              </a:ext>
            </a:extLst>
          </p:cNvPr>
          <p:cNvSpPr txBox="1"/>
          <p:nvPr/>
        </p:nvSpPr>
        <p:spPr>
          <a:xfrm>
            <a:off x="925286" y="3287291"/>
            <a:ext cx="105385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Formato textual estructurado (</a:t>
            </a:r>
            <a:r>
              <a:rPr lang="es-MX" sz="3200" b="1" dirty="0" err="1"/>
              <a:t>GoF</a:t>
            </a:r>
            <a:r>
              <a:rPr lang="es-MX" sz="3200" b="1" dirty="0"/>
              <a:t>):</a:t>
            </a:r>
          </a:p>
          <a:p>
            <a:pPr>
              <a:buNone/>
            </a:pPr>
            <a:br>
              <a:rPr lang="es-MX" sz="3200" dirty="0"/>
            </a:br>
            <a:r>
              <a:rPr lang="es-MX" sz="3200" dirty="0"/>
              <a:t>Usado para documentar formalmente un patrón. Incluye: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Nombre del patrón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Problema que resuelve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Contexto de uso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Solución general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Participantes y colaboraciones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dirty="0"/>
              <a:t>Consecuencias (pros y contras)</a:t>
            </a:r>
          </a:p>
        </p:txBody>
      </p:sp>
    </p:spTree>
    <p:extLst>
      <p:ext uri="{BB962C8B-B14F-4D97-AF65-F5344CB8AC3E}">
        <p14:creationId xmlns:p14="http://schemas.microsoft.com/office/powerpoint/2010/main" val="186618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6">
          <a:extLst>
            <a:ext uri="{FF2B5EF4-FFF2-40B4-BE49-F238E27FC236}">
              <a16:creationId xmlns:a16="http://schemas.microsoft.com/office/drawing/2014/main" id="{1BB9AB89-61B2-3856-6C41-7BBF05B5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5ed9f8475e_0_27">
            <a:extLst>
              <a:ext uri="{FF2B5EF4-FFF2-40B4-BE49-F238E27FC236}">
                <a16:creationId xmlns:a16="http://schemas.microsoft.com/office/drawing/2014/main" id="{4D58971A-70E6-98EC-C238-6610DD5353D6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38" name="Google Shape;138;g35ed9f8475e_0_27">
              <a:extLst>
                <a:ext uri="{FF2B5EF4-FFF2-40B4-BE49-F238E27FC236}">
                  <a16:creationId xmlns:a16="http://schemas.microsoft.com/office/drawing/2014/main" id="{443C289C-AEA7-6C7D-B29B-FDE10900FF31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9" name="Google Shape;139;g35ed9f8475e_0_27">
              <a:extLst>
                <a:ext uri="{FF2B5EF4-FFF2-40B4-BE49-F238E27FC236}">
                  <a16:creationId xmlns:a16="http://schemas.microsoft.com/office/drawing/2014/main" id="{922BCCD9-6417-556B-6F57-0C20BE7BF765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5ed9f8475e_0_27">
            <a:extLst>
              <a:ext uri="{FF2B5EF4-FFF2-40B4-BE49-F238E27FC236}">
                <a16:creationId xmlns:a16="http://schemas.microsoft.com/office/drawing/2014/main" id="{2D9A98C4-6162-7FFA-BAEE-DFCD385F1B97}"/>
              </a:ext>
            </a:extLst>
          </p:cNvPr>
          <p:cNvSpPr txBox="1"/>
          <p:nvPr/>
        </p:nvSpPr>
        <p:spPr>
          <a:xfrm>
            <a:off x="3111136" y="1180850"/>
            <a:ext cx="11976464" cy="11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Notaciones de p</a:t>
            </a:r>
            <a:r>
              <a:rPr lang="es-MX" sz="5224" b="1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atrón de diseño</a:t>
            </a:r>
            <a:r>
              <a:rPr lang="es-MX" sz="5224" b="1" i="0" u="none" strike="noStrike" cap="none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s-MX"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302EC66-A482-223D-5AA0-6B8ADF8EF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795" y="2890119"/>
            <a:ext cx="6849533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 del patrón:</a:t>
            </a: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Singleton</a:t>
            </a: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 que resuelve:</a:t>
            </a: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Asegurar que una clase tenga solo una instancia.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Proporcionar un punto de acceso global a dicha instancia.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Contexto de uso:</a:t>
            </a: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Cuando se necesita una única instancia que se comparta en todo el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Logger</a:t>
            </a: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gestor de logs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Conexión única a base de datos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Controlador de configuración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de acceso a recursos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Solución general:</a:t>
            </a: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 privado para evitar instanciación externa.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 estático </a:t>
            </a:r>
            <a:r>
              <a:rPr kumimoji="0" lang="es-GT" altLang="es-G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getInstance</a:t>
            </a: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devuelve la única instancia.</a:t>
            </a: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instancia se guarda en un atributo estático.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EF928D-E1C5-D90C-A5CD-7D0656B6B1AA}"/>
              </a:ext>
            </a:extLst>
          </p:cNvPr>
          <p:cNvSpPr txBox="1"/>
          <p:nvPr/>
        </p:nvSpPr>
        <p:spPr>
          <a:xfrm>
            <a:off x="8556172" y="3325417"/>
            <a:ext cx="97318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Participantes y colaboraciones: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Singleton</a:t>
            </a: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Clase que controla la creación de su única instancia.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hay otros participantes directos; se usa por otras clases como punto de acceso global.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Consecuencias: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altLang="es-G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Ventajas: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centralizado de recursos.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Garantiza existencia de una sola instancia.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 el acceso global a una instancia compartida.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altLang="es-G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Desventajas:</a:t>
            </a:r>
            <a:endParaRPr kumimoji="0" lang="es-GT" altLang="es-G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Dificulta pruebas unitarias (acoplamiento global).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violar principios de diseño si se abusa.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Requiere manejo cuidadoso en entornos multihilo (</a:t>
            </a:r>
            <a:r>
              <a:rPr kumimoji="0" lang="es-GT" altLang="es-G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thread-safe</a:t>
            </a:r>
            <a:r>
              <a:rPr kumimoji="0" lang="es-GT" altLang="es-G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3050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g35ed9f8475e_0_119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36" name="Google Shape;236;g35ed9f8475e_0_119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7" name="Google Shape;237;g35ed9f8475e_0_119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g35ed9f8475e_0_119"/>
          <p:cNvSpPr txBox="1"/>
          <p:nvPr/>
        </p:nvSpPr>
        <p:spPr>
          <a:xfrm>
            <a:off x="30750" y="872900"/>
            <a:ext cx="182265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Principios de Diseño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5ed9f8475e_0_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850" y="4078151"/>
            <a:ext cx="6266425" cy="3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5ed9f8475e_0_119"/>
          <p:cNvPicPr preferRelativeResize="0"/>
          <p:nvPr/>
        </p:nvPicPr>
        <p:blipFill rotWithShape="1">
          <a:blip r:embed="rId4">
            <a:alphaModFix/>
          </a:blip>
          <a:srcRect t="19675" b="11957"/>
          <a:stretch/>
        </p:blipFill>
        <p:spPr>
          <a:xfrm>
            <a:off x="8123175" y="2887250"/>
            <a:ext cx="8500924" cy="67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5ed9f8475e_0_128" descr="Seguimos con la Programación Orientada a Objetos, ésta vez con los 5 principios más famosos, ¡SOLID!&#10; &#10;Si te gusta el contenido, échale un ojo a mi último vídeo! &#10;&#10;4 Habilidades que TODO PROGRAMADOR SENIOR Necesita&#10;https://youtu.be/__EWrXgRIaY&#10;&#10;👾  Redes sociales 👾 &#10;► Twitter: https://twitter.com/bettatech&#10;► Instagram: https://www.instagram.com/betta_tech&#10;► Canal Secundario: https://www.youtube.com/channel/UCIngE8MfiNPKeLTl34P44OQ&#10;► Slack: https://bit.ly/33gaDDM&#10;&#10;👨🏼‍🏫  MIS CURSOS 👨🏼‍🏫 &#10;👽 Curso de iniciación a la programación con JavaScript:&#10;► https://bit.ly/3kr4bTc&#10;&#10;👕  MERCHANDISING  DEL CANAL:&#10;► Tienda YouTube: https://www.youtube.com/c/BettaTech/store&#10;► Tienda Teespring: https://teespring.com/stores/bettatech-store&#10;&#10;⭐️  AFILIADOS ⭐️ &#10;&#10;🎁   7% Descuento en HOSTINGER (Código BETTATECH)&#10;► https://www.hostg.xyz/aff_c?offer_id=357&amp;aff_id=56221&#10;&#10;🧠  Autocompletado con IA (Kite)&#10;► https://www.kite.com/get-kite/?utm_medium=referral&amp;utm_source=youtube&amp;utm_campaign=bettatech&amp;utm_content=description-only&#10;&#10;🐾  MacPaw (CleanMyMacX):&#10;► https://macpaw.audw.net/c/2523912/94160/1733&#10;&#10;🎵 TODA la música es de EpidemicSound:&#10;► https://www.epidemicsound.com/referral/in9amx/&#10;&#10;✉️  CONTACTO PROFESIONAL:&#10;► Respuesta no garantizada: &#10;bettatechyt@gmail.com&#10;&#10;📚 LIBROS 📚 &#10;Design Patterns &#10;► https://amzn.to/39XuQlq&#10;Head First Design Patterns &#10;► https://amzn.to/2uq6XUq&#10;Refactoring &#10;► https://amzn.to/2SQnf2c&#10;Clean Architecture &#10;►  https://amzn.to/3bZVonJ&#10;Clean Code &#10;► https://amzn.to/32WVKq3&#10;Introduction to Algorithms &#10;► https://amzn.to/34SyVFP&#10;Cracking the Coding Interview &#10;► https://amzn.to/2QkdwC6" title="Los principios SOLID, ¡explicados!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450" y="1363500"/>
            <a:ext cx="12594450" cy="70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E010A49-2B70-49D7-DBFC-3614869C54DC}"/>
              </a:ext>
            </a:extLst>
          </p:cNvPr>
          <p:cNvSpPr txBox="1"/>
          <p:nvPr/>
        </p:nvSpPr>
        <p:spPr>
          <a:xfrm>
            <a:off x="2220686" y="8447875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dirty="0"/>
              <a:t>https://www.youtube.com/watch?v=2X50sKeBAcQ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2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5ed9f8475e_0_132"/>
          <p:cNvGrpSpPr/>
          <p:nvPr/>
        </p:nvGrpSpPr>
        <p:grpSpPr>
          <a:xfrm>
            <a:off x="314000" y="-388749"/>
            <a:ext cx="17763401" cy="3893781"/>
            <a:chOff x="0" y="-76200"/>
            <a:chExt cx="5124600" cy="536400"/>
          </a:xfrm>
        </p:grpSpPr>
        <p:sp>
          <p:nvSpPr>
            <p:cNvPr id="251" name="Google Shape;251;g35ed9f8475e_0_132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52" name="Google Shape;252;g35ed9f8475e_0_13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g35ed9f8475e_0_132"/>
          <p:cNvGrpSpPr/>
          <p:nvPr/>
        </p:nvGrpSpPr>
        <p:grpSpPr>
          <a:xfrm>
            <a:off x="3149439" y="4063093"/>
            <a:ext cx="1422563" cy="1422563"/>
            <a:chOff x="0" y="0"/>
            <a:chExt cx="812800" cy="812800"/>
          </a:xfrm>
        </p:grpSpPr>
        <p:sp>
          <p:nvSpPr>
            <p:cNvPr id="254" name="Google Shape;254;g35ed9f8475e_0_1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5ed9f8475e_0_13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g35ed9f8475e_0_132"/>
          <p:cNvGrpSpPr/>
          <p:nvPr/>
        </p:nvGrpSpPr>
        <p:grpSpPr>
          <a:xfrm>
            <a:off x="9186177" y="4063093"/>
            <a:ext cx="1422563" cy="1422563"/>
            <a:chOff x="0" y="0"/>
            <a:chExt cx="812800" cy="812800"/>
          </a:xfrm>
        </p:grpSpPr>
        <p:sp>
          <p:nvSpPr>
            <p:cNvPr id="257" name="Google Shape;257;g35ed9f8475e_0_1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5ed9f8475e_0_13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g35ed9f8475e_0_132"/>
          <p:cNvGrpSpPr/>
          <p:nvPr/>
        </p:nvGrpSpPr>
        <p:grpSpPr>
          <a:xfrm>
            <a:off x="14134370" y="4089756"/>
            <a:ext cx="1422563" cy="1422563"/>
            <a:chOff x="0" y="0"/>
            <a:chExt cx="812800" cy="812800"/>
          </a:xfrm>
        </p:grpSpPr>
        <p:sp>
          <p:nvSpPr>
            <p:cNvPr id="260" name="Google Shape;260;g35ed9f8475e_0_1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5ed9f8475e_0_13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5ed9f8475e_0_132"/>
          <p:cNvSpPr txBox="1"/>
          <p:nvPr/>
        </p:nvSpPr>
        <p:spPr>
          <a:xfrm>
            <a:off x="909173" y="10"/>
            <a:ext cx="16230600" cy="3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0"/>
              <a:buFont typeface="Arial"/>
              <a:buNone/>
            </a:pPr>
            <a:r>
              <a:rPr lang="en-US" sz="6370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Desafíos actuales en la implementación de patrones de diseño</a:t>
            </a: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5ed9f8475e_0_132"/>
          <p:cNvSpPr txBox="1"/>
          <p:nvPr/>
        </p:nvSpPr>
        <p:spPr>
          <a:xfrm>
            <a:off x="2473890" y="6044449"/>
            <a:ext cx="25086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Excesiva Abstracción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ed9f8475e_0_132"/>
          <p:cNvSpPr txBox="1"/>
          <p:nvPr/>
        </p:nvSpPr>
        <p:spPr>
          <a:xfrm>
            <a:off x="8509355" y="6328274"/>
            <a:ext cx="27762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Resistencia al cambio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ed9f8475e_0_132"/>
          <p:cNvSpPr txBox="1"/>
          <p:nvPr/>
        </p:nvSpPr>
        <p:spPr>
          <a:xfrm>
            <a:off x="13022544" y="6097763"/>
            <a:ext cx="36462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Cultura y capacitación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5ed9f8475e_0_132"/>
          <p:cNvSpPr txBox="1"/>
          <p:nvPr/>
        </p:nvSpPr>
        <p:spPr>
          <a:xfrm>
            <a:off x="3540610" y="424620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5ed9f8475e_0_132"/>
          <p:cNvSpPr txBox="1"/>
          <p:nvPr/>
        </p:nvSpPr>
        <p:spPr>
          <a:xfrm>
            <a:off x="9577347" y="424620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5ed9f8475e_0_132"/>
          <p:cNvSpPr txBox="1"/>
          <p:nvPr/>
        </p:nvSpPr>
        <p:spPr>
          <a:xfrm>
            <a:off x="14525539" y="4272872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5ed9f8475e_0_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638" y="6600674"/>
            <a:ext cx="519112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5ed9f8475e_0_1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3564" y="7262456"/>
            <a:ext cx="3727800" cy="248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5ed9f8475e_0_1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93697" y="7149426"/>
            <a:ext cx="4434417" cy="22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7" name="Google Shape;377;p6"/>
          <p:cNvSpPr txBox="1"/>
          <p:nvPr/>
        </p:nvSpPr>
        <p:spPr>
          <a:xfrm>
            <a:off x="3035245" y="2482800"/>
            <a:ext cx="9984000" cy="78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Elementos de diseño en software</a:t>
            </a:r>
            <a:endParaRPr sz="3925">
              <a:solidFill>
                <a:srgbClr val="131416"/>
              </a:solidFill>
            </a:endParaRPr>
          </a:p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de diseño de software</a:t>
            </a:r>
            <a:endParaRPr sz="3925">
              <a:solidFill>
                <a:srgbClr val="131416"/>
              </a:solidFill>
            </a:endParaRPr>
          </a:p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Importancia y aplicabilidad de los patrones</a:t>
            </a:r>
            <a:endParaRPr sz="3925">
              <a:solidFill>
                <a:srgbClr val="131416"/>
              </a:solidFill>
            </a:endParaRPr>
          </a:p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Tipos de patrones de diseño</a:t>
            </a:r>
            <a:endParaRPr sz="3925">
              <a:solidFill>
                <a:srgbClr val="131416"/>
              </a:solidFill>
            </a:endParaRPr>
          </a:p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creacionales</a:t>
            </a:r>
            <a:endParaRPr sz="3925">
              <a:solidFill>
                <a:srgbClr val="131416"/>
              </a:solidFill>
            </a:endParaRPr>
          </a:p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estructurales</a:t>
            </a:r>
            <a:endParaRPr sz="3925">
              <a:solidFill>
                <a:srgbClr val="131416"/>
              </a:solidFill>
            </a:endParaRPr>
          </a:p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Patrones de comportamiento</a:t>
            </a:r>
            <a:endParaRPr sz="3925">
              <a:solidFill>
                <a:srgbClr val="131416"/>
              </a:solidFill>
            </a:endParaRPr>
          </a:p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0abd5a1b6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3" name="Google Shape;383;g360abd5a1b6_0_0"/>
          <p:cNvSpPr txBox="1"/>
          <p:nvPr/>
        </p:nvSpPr>
        <p:spPr>
          <a:xfrm>
            <a:off x="2230719" y="2675475"/>
            <a:ext cx="14171700" cy="45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 b="1">
                <a:solidFill>
                  <a:srgbClr val="131416"/>
                </a:solidFill>
              </a:rPr>
              <a:t>Cumpliendo con las tareas asignadas: </a:t>
            </a:r>
            <a:r>
              <a:rPr lang="en-US" sz="3151">
                <a:solidFill>
                  <a:srgbClr val="131416"/>
                </a:solidFill>
              </a:rPr>
              <a:t>Entregando los trabajos y proyectos en tiempo y forma, con el nivel de calidad esperado, sin necesidad de recordatorios constantes.</a:t>
            </a:r>
            <a:endParaRPr sz="3151">
              <a:solidFill>
                <a:srgbClr val="131416"/>
              </a:solidFill>
            </a:endParaRPr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endParaRPr sz="3151">
              <a:solidFill>
                <a:srgbClr val="131416"/>
              </a:solidFill>
            </a:endParaRPr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 b="1">
                <a:solidFill>
                  <a:srgbClr val="131416"/>
                </a:solidFill>
              </a:rPr>
              <a:t>Asumiendo compromisos dentro del equipo: </a:t>
            </a:r>
            <a:r>
              <a:rPr lang="en-US" sz="3151">
                <a:solidFill>
                  <a:srgbClr val="131416"/>
                </a:solidFill>
              </a:rPr>
              <a:t>Si se acuerda realizar una parte del análisis o diseño, se cumple con lo prometido, considerando que el éxito del equipo depende de cada integrante.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91" name="Google Shape;39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TM03457503[[fn=Citable]]</Template>
  <TotalTime>5</TotalTime>
  <Words>980</Words>
  <Application>Microsoft Office PowerPoint</Application>
  <PresentationFormat>Personalizado</PresentationFormat>
  <Paragraphs>124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Open Sans</vt:lpstr>
      <vt:lpstr>Impact</vt:lpstr>
      <vt:lpstr>Calibri</vt:lpstr>
      <vt:lpstr>Poppins Black</vt:lpstr>
      <vt:lpstr>Poppins</vt:lpstr>
      <vt:lpstr>Poppins Light</vt:lpstr>
      <vt:lpstr>Arial Unicode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Mynor Moran</cp:lastModifiedBy>
  <cp:revision>2</cp:revision>
  <dcterms:created xsi:type="dcterms:W3CDTF">2006-08-16T00:00:00Z</dcterms:created>
  <dcterms:modified xsi:type="dcterms:W3CDTF">2025-07-05T17:00:36Z</dcterms:modified>
</cp:coreProperties>
</file>