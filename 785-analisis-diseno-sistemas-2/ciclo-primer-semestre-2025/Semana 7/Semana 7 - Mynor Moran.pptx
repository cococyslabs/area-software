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5"/>
  </p:notesMasterIdLst>
  <p:sldIdLst>
    <p:sldId id="256" r:id="rId2"/>
    <p:sldId id="257" r:id="rId3"/>
    <p:sldId id="258" r:id="rId4"/>
    <p:sldId id="259" r:id="rId5"/>
    <p:sldId id="260" r:id="rId6"/>
    <p:sldId id="279" r:id="rId7"/>
    <p:sldId id="280" r:id="rId8"/>
    <p:sldId id="281" r:id="rId9"/>
    <p:sldId id="282" r:id="rId10"/>
    <p:sldId id="283" r:id="rId11"/>
    <p:sldId id="287" r:id="rId12"/>
    <p:sldId id="289" r:id="rId13"/>
    <p:sldId id="290" r:id="rId14"/>
    <p:sldId id="291" r:id="rId15"/>
    <p:sldId id="292" r:id="rId16"/>
    <p:sldId id="293" r:id="rId17"/>
    <p:sldId id="294" r:id="rId18"/>
    <p:sldId id="295" r:id="rId19"/>
    <p:sldId id="296" r:id="rId20"/>
    <p:sldId id="297" r:id="rId21"/>
    <p:sldId id="284" r:id="rId22"/>
    <p:sldId id="285" r:id="rId23"/>
    <p:sldId id="286" r:id="rId24"/>
  </p:sldIdLst>
  <p:sldSz cx="18288000" cy="10287000"/>
  <p:notesSz cx="6858000" cy="9144000"/>
  <p:embeddedFontLst>
    <p:embeddedFont>
      <p:font typeface="Gill Sans MT" panose="020B0502020104020203" pitchFamily="34" charset="0"/>
      <p:regular r:id="rId26"/>
      <p:bold r:id="rId27"/>
      <p:italic r:id="rId28"/>
      <p:boldItalic r:id="rId29"/>
    </p:embeddedFont>
    <p:embeddedFont>
      <p:font typeface="Impact" panose="020B0806030902050204" pitchFamily="34" charset="0"/>
      <p:regular r:id="rId30"/>
    </p:embeddedFont>
    <p:embeddedFont>
      <p:font typeface="Open Sans" panose="020B0606030504020204" pitchFamily="34" charset="0"/>
      <p:regular r:id="rId31"/>
      <p:bold r:id="rId32"/>
      <p:italic r:id="rId33"/>
      <p:boldItalic r:id="rId34"/>
    </p:embeddedFont>
    <p:embeddedFont>
      <p:font typeface="Poppins" panose="00000500000000000000" pitchFamily="2" charset="0"/>
      <p:regular r:id="rId35"/>
      <p:bold r:id="rId36"/>
      <p:italic r:id="rId37"/>
      <p:boldItalic r:id="rId38"/>
    </p:embeddedFont>
    <p:embeddedFont>
      <p:font typeface="Poppins Black" panose="00000A00000000000000" pitchFamily="2" charset="0"/>
      <p:bold r:id="rId39"/>
      <p:boldItalic r:id="rId40"/>
    </p:embeddedFont>
    <p:embeddedFont>
      <p:font typeface="Poppins Light" panose="00000400000000000000" pitchFamily="2" charset="0"/>
      <p:regular r:id="rId41"/>
      <p:bold r:id="rId42"/>
      <p:italic r:id="rId43"/>
      <p:boldItalic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X99YFCEDreJQjEmfyyUomonEI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6005F4-147E-436A-A64F-8059583DB8BA}">
  <a:tblStyle styleId="{326005F4-147E-436A-A64F-8059583DB8B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9D81BA17-B6A4-4B8B-A097-1412BEA77B11}"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6344091-3756-46C8-97CB-0C15AEB1343B}"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39" d="100"/>
          <a:sy n="39" d="100"/>
        </p:scale>
        <p:origin x="94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font" Target="fonts/font19.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pragyasapkota.medium.com/cqrs-32f531bcd604" TargetMode="External"/><Relationship Id="rId7" Type="http://schemas.openxmlformats.org/officeDocument/2006/relationships/image" Target="../media/image11.svg"/><Relationship Id="rId2" Type="http://schemas.openxmlformats.org/officeDocument/2006/relationships/hyperlink" Target="https://pragyasapkota.medium.com/event-sourcing-2c7a0ce51bfc" TargetMode="External"/><Relationship Id="rId1" Type="http://schemas.openxmlformats.org/officeDocument/2006/relationships/hyperlink" Target="https://medium.com/@pragyasapkota/messaging-and-pub-sub-c8b0a98f8458" TargetMode="Externa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 Id="rId9"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hyperlink" Target="https://medium.com/@pragyasapkota/messaging-and-pub-sub-c8b0a98f8458" TargetMode="External"/><Relationship Id="rId7" Type="http://schemas.openxmlformats.org/officeDocument/2006/relationships/image" Target="../media/image12.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hyperlink" Target="https://pragyasapkota.medium.com/event-sourcing-2c7a0ce51bfc" TargetMode="External"/><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hyperlink" Target="https://pragyasapkota.medium.com/cqrs-32f531bcd604"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907F245-1E34-4F4B-8CCE-81AD6A4E100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45E5A471-912E-4A51-A584-55D3C6043B81}">
      <dgm:prSet/>
      <dgm:spPr/>
      <dgm:t>
        <a:bodyPr/>
        <a:lstStyle/>
        <a:p>
          <a:pPr>
            <a:lnSpc>
              <a:spcPct val="100000"/>
            </a:lnSpc>
          </a:pPr>
          <a:r>
            <a:rPr lang="es-MX" b="0" i="0"/>
            <a:t>1. </a:t>
          </a:r>
          <a:r>
            <a:rPr lang="es-MX" b="1" i="0"/>
            <a:t>Productores de eventos</a:t>
          </a:r>
          <a:r>
            <a:rPr lang="es-MX" b="0" i="0"/>
            <a:t> : producen un evento para el enrutador.</a:t>
          </a:r>
          <a:endParaRPr lang="en-US"/>
        </a:p>
      </dgm:t>
    </dgm:pt>
    <dgm:pt modelId="{6E0C7B16-A2EA-43B1-BCE5-A2E968655805}" type="parTrans" cxnId="{6DC36F97-823E-40BA-A689-57447E349323}">
      <dgm:prSet/>
      <dgm:spPr/>
      <dgm:t>
        <a:bodyPr/>
        <a:lstStyle/>
        <a:p>
          <a:endParaRPr lang="en-US"/>
        </a:p>
      </dgm:t>
    </dgm:pt>
    <dgm:pt modelId="{C217429F-1543-4A96-84B8-DE8707E59254}" type="sibTrans" cxnId="{6DC36F97-823E-40BA-A689-57447E349323}">
      <dgm:prSet/>
      <dgm:spPr/>
      <dgm:t>
        <a:bodyPr/>
        <a:lstStyle/>
        <a:p>
          <a:endParaRPr lang="en-US"/>
        </a:p>
      </dgm:t>
    </dgm:pt>
    <dgm:pt modelId="{A4AA8B71-DD5D-468A-9123-5B8789801DD6}">
      <dgm:prSet/>
      <dgm:spPr/>
      <dgm:t>
        <a:bodyPr/>
        <a:lstStyle/>
        <a:p>
          <a:pPr>
            <a:lnSpc>
              <a:spcPct val="100000"/>
            </a:lnSpc>
          </a:pPr>
          <a:r>
            <a:rPr lang="es-MX" b="0" i="0"/>
            <a:t>2. </a:t>
          </a:r>
          <a:r>
            <a:rPr lang="es-MX" b="1" i="0"/>
            <a:t>Enrutadores de eventos</a:t>
          </a:r>
          <a:r>
            <a:rPr lang="es-MX" b="0" i="0"/>
            <a:t> : los enrutadores de eventos filtran y envían los eventos producidos por los productores a los consumidores.</a:t>
          </a:r>
          <a:endParaRPr lang="en-US"/>
        </a:p>
      </dgm:t>
    </dgm:pt>
    <dgm:pt modelId="{F0E69E94-E40E-4A72-A311-EA42045144C1}" type="parTrans" cxnId="{D4BAAE76-1467-4D4B-99AA-9807C2B121F3}">
      <dgm:prSet/>
      <dgm:spPr/>
      <dgm:t>
        <a:bodyPr/>
        <a:lstStyle/>
        <a:p>
          <a:endParaRPr lang="en-US"/>
        </a:p>
      </dgm:t>
    </dgm:pt>
    <dgm:pt modelId="{BF44DE57-120C-4820-BA5C-CAB8A689F356}" type="sibTrans" cxnId="{D4BAAE76-1467-4D4B-99AA-9807C2B121F3}">
      <dgm:prSet/>
      <dgm:spPr/>
      <dgm:t>
        <a:bodyPr/>
        <a:lstStyle/>
        <a:p>
          <a:endParaRPr lang="en-US"/>
        </a:p>
      </dgm:t>
    </dgm:pt>
    <dgm:pt modelId="{5A9ACF0C-BA99-48CB-82DE-0B3E409AA5DB}">
      <dgm:prSet/>
      <dgm:spPr/>
      <dgm:t>
        <a:bodyPr/>
        <a:lstStyle/>
        <a:p>
          <a:pPr>
            <a:lnSpc>
              <a:spcPct val="100000"/>
            </a:lnSpc>
          </a:pPr>
          <a:r>
            <a:rPr lang="es-MX" b="0" i="0"/>
            <a:t>3. </a:t>
          </a:r>
          <a:r>
            <a:rPr lang="es-MX" b="1" i="0"/>
            <a:t>Consumidores de eventos</a:t>
          </a:r>
          <a:r>
            <a:rPr lang="es-MX" b="0" i="0"/>
            <a:t> : consumen eventos para reflejar los cambios de estado en el sistema.</a:t>
          </a:r>
          <a:endParaRPr lang="en-US"/>
        </a:p>
      </dgm:t>
    </dgm:pt>
    <dgm:pt modelId="{5243B4F7-622C-42B0-8E1C-FCBCDAE4E557}" type="parTrans" cxnId="{F41EDB98-9E76-4E26-8581-A68E868CD96C}">
      <dgm:prSet/>
      <dgm:spPr/>
      <dgm:t>
        <a:bodyPr/>
        <a:lstStyle/>
        <a:p>
          <a:endParaRPr lang="en-US"/>
        </a:p>
      </dgm:t>
    </dgm:pt>
    <dgm:pt modelId="{391E1A36-5633-43CD-A9C7-735BC411FBA9}" type="sibTrans" cxnId="{F41EDB98-9E76-4E26-8581-A68E868CD96C}">
      <dgm:prSet/>
      <dgm:spPr/>
      <dgm:t>
        <a:bodyPr/>
        <a:lstStyle/>
        <a:p>
          <a:endParaRPr lang="en-US"/>
        </a:p>
      </dgm:t>
    </dgm:pt>
    <dgm:pt modelId="{62E58A8D-0F01-4F4D-B0B1-EAB8F2ECD72F}" type="pres">
      <dgm:prSet presAssocID="{B907F245-1E34-4F4B-8CCE-81AD6A4E100A}" presName="root" presStyleCnt="0">
        <dgm:presLayoutVars>
          <dgm:dir/>
          <dgm:resizeHandles val="exact"/>
        </dgm:presLayoutVars>
      </dgm:prSet>
      <dgm:spPr/>
    </dgm:pt>
    <dgm:pt modelId="{CB869E7D-39C9-4840-BCAB-00D9A6D98321}" type="pres">
      <dgm:prSet presAssocID="{45E5A471-912E-4A51-A584-55D3C6043B81}" presName="compNode" presStyleCnt="0"/>
      <dgm:spPr/>
    </dgm:pt>
    <dgm:pt modelId="{9F0765AB-2042-46E2-AD15-4BE6A4ADA548}" type="pres">
      <dgm:prSet presAssocID="{45E5A471-912E-4A51-A584-55D3C6043B8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ábrica"/>
        </a:ext>
      </dgm:extLst>
    </dgm:pt>
    <dgm:pt modelId="{D0DD9691-7C72-4EB4-8624-3E74FD6817B9}" type="pres">
      <dgm:prSet presAssocID="{45E5A471-912E-4A51-A584-55D3C6043B81}" presName="spaceRect" presStyleCnt="0"/>
      <dgm:spPr/>
    </dgm:pt>
    <dgm:pt modelId="{AC0C5517-1BE2-45D1-B146-585790982C2A}" type="pres">
      <dgm:prSet presAssocID="{45E5A471-912E-4A51-A584-55D3C6043B81}" presName="textRect" presStyleLbl="revTx" presStyleIdx="0" presStyleCnt="3">
        <dgm:presLayoutVars>
          <dgm:chMax val="1"/>
          <dgm:chPref val="1"/>
        </dgm:presLayoutVars>
      </dgm:prSet>
      <dgm:spPr/>
    </dgm:pt>
    <dgm:pt modelId="{6D976184-8951-49C9-A2B1-ACC5968DB2C6}" type="pres">
      <dgm:prSet presAssocID="{C217429F-1543-4A96-84B8-DE8707E59254}" presName="sibTrans" presStyleCnt="0"/>
      <dgm:spPr/>
    </dgm:pt>
    <dgm:pt modelId="{DC2B0F9B-C0FB-4A24-8F6E-14A3CB0E2945}" type="pres">
      <dgm:prSet presAssocID="{A4AA8B71-DD5D-468A-9123-5B8789801DD6}" presName="compNode" presStyleCnt="0"/>
      <dgm:spPr/>
    </dgm:pt>
    <dgm:pt modelId="{060300FF-D404-4792-9016-5B8E5AD1E046}" type="pres">
      <dgm:prSet presAssocID="{A4AA8B71-DD5D-468A-9123-5B8789801DD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Quiosco"/>
        </a:ext>
      </dgm:extLst>
    </dgm:pt>
    <dgm:pt modelId="{7BA7385A-9419-40EA-8944-1D7047CAD17B}" type="pres">
      <dgm:prSet presAssocID="{A4AA8B71-DD5D-468A-9123-5B8789801DD6}" presName="spaceRect" presStyleCnt="0"/>
      <dgm:spPr/>
    </dgm:pt>
    <dgm:pt modelId="{28873BE7-A8F0-42CA-8203-800233B1A9AC}" type="pres">
      <dgm:prSet presAssocID="{A4AA8B71-DD5D-468A-9123-5B8789801DD6}" presName="textRect" presStyleLbl="revTx" presStyleIdx="1" presStyleCnt="3">
        <dgm:presLayoutVars>
          <dgm:chMax val="1"/>
          <dgm:chPref val="1"/>
        </dgm:presLayoutVars>
      </dgm:prSet>
      <dgm:spPr/>
    </dgm:pt>
    <dgm:pt modelId="{0DCC5A42-3C18-4BE7-BB27-2CC22A21F545}" type="pres">
      <dgm:prSet presAssocID="{BF44DE57-120C-4820-BA5C-CAB8A689F356}" presName="sibTrans" presStyleCnt="0"/>
      <dgm:spPr/>
    </dgm:pt>
    <dgm:pt modelId="{97C0568B-1CE5-4AE1-A159-018D63D3A2E3}" type="pres">
      <dgm:prSet presAssocID="{5A9ACF0C-BA99-48CB-82DE-0B3E409AA5DB}" presName="compNode" presStyleCnt="0"/>
      <dgm:spPr/>
    </dgm:pt>
    <dgm:pt modelId="{2DE55712-0825-4F20-804F-F0C723382DA8}" type="pres">
      <dgm:prSet presAssocID="{5A9ACF0C-BA99-48CB-82DE-0B3E409AA5D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Japanese Dolls"/>
        </a:ext>
      </dgm:extLst>
    </dgm:pt>
    <dgm:pt modelId="{81037579-60CF-4FC3-9630-F004DB52570F}" type="pres">
      <dgm:prSet presAssocID="{5A9ACF0C-BA99-48CB-82DE-0B3E409AA5DB}" presName="spaceRect" presStyleCnt="0"/>
      <dgm:spPr/>
    </dgm:pt>
    <dgm:pt modelId="{D105D7AF-F890-47AE-A874-D3E7F24E1DE7}" type="pres">
      <dgm:prSet presAssocID="{5A9ACF0C-BA99-48CB-82DE-0B3E409AA5DB}" presName="textRect" presStyleLbl="revTx" presStyleIdx="2" presStyleCnt="3">
        <dgm:presLayoutVars>
          <dgm:chMax val="1"/>
          <dgm:chPref val="1"/>
        </dgm:presLayoutVars>
      </dgm:prSet>
      <dgm:spPr/>
    </dgm:pt>
  </dgm:ptLst>
  <dgm:cxnLst>
    <dgm:cxn modelId="{14B0D628-368D-431D-9FF6-DAFE8042F096}" type="presOf" srcId="{5A9ACF0C-BA99-48CB-82DE-0B3E409AA5DB}" destId="{D105D7AF-F890-47AE-A874-D3E7F24E1DE7}" srcOrd="0" destOrd="0" presId="urn:microsoft.com/office/officeart/2018/2/layout/IconLabelList"/>
    <dgm:cxn modelId="{58F32E3D-C897-42DA-A9E3-FE02F6E5A963}" type="presOf" srcId="{A4AA8B71-DD5D-468A-9123-5B8789801DD6}" destId="{28873BE7-A8F0-42CA-8203-800233B1A9AC}" srcOrd="0" destOrd="0" presId="urn:microsoft.com/office/officeart/2018/2/layout/IconLabelList"/>
    <dgm:cxn modelId="{D4BAAE76-1467-4D4B-99AA-9807C2B121F3}" srcId="{B907F245-1E34-4F4B-8CCE-81AD6A4E100A}" destId="{A4AA8B71-DD5D-468A-9123-5B8789801DD6}" srcOrd="1" destOrd="0" parTransId="{F0E69E94-E40E-4A72-A311-EA42045144C1}" sibTransId="{BF44DE57-120C-4820-BA5C-CAB8A689F356}"/>
    <dgm:cxn modelId="{105FA58C-CEA6-4072-9ED1-0A32C294A0DA}" type="presOf" srcId="{B907F245-1E34-4F4B-8CCE-81AD6A4E100A}" destId="{62E58A8D-0F01-4F4D-B0B1-EAB8F2ECD72F}" srcOrd="0" destOrd="0" presId="urn:microsoft.com/office/officeart/2018/2/layout/IconLabelList"/>
    <dgm:cxn modelId="{6DC36F97-823E-40BA-A689-57447E349323}" srcId="{B907F245-1E34-4F4B-8CCE-81AD6A4E100A}" destId="{45E5A471-912E-4A51-A584-55D3C6043B81}" srcOrd="0" destOrd="0" parTransId="{6E0C7B16-A2EA-43B1-BCE5-A2E968655805}" sibTransId="{C217429F-1543-4A96-84B8-DE8707E59254}"/>
    <dgm:cxn modelId="{F41EDB98-9E76-4E26-8581-A68E868CD96C}" srcId="{B907F245-1E34-4F4B-8CCE-81AD6A4E100A}" destId="{5A9ACF0C-BA99-48CB-82DE-0B3E409AA5DB}" srcOrd="2" destOrd="0" parTransId="{5243B4F7-622C-42B0-8E1C-FCBCDAE4E557}" sibTransId="{391E1A36-5633-43CD-A9C7-735BC411FBA9}"/>
    <dgm:cxn modelId="{FF3AE8FF-3726-4BE7-9F61-C0226C3D33CB}" type="presOf" srcId="{45E5A471-912E-4A51-A584-55D3C6043B81}" destId="{AC0C5517-1BE2-45D1-B146-585790982C2A}" srcOrd="0" destOrd="0" presId="urn:microsoft.com/office/officeart/2018/2/layout/IconLabelList"/>
    <dgm:cxn modelId="{403F77D4-3779-40FA-8901-128164FCA428}" type="presParOf" srcId="{62E58A8D-0F01-4F4D-B0B1-EAB8F2ECD72F}" destId="{CB869E7D-39C9-4840-BCAB-00D9A6D98321}" srcOrd="0" destOrd="0" presId="urn:microsoft.com/office/officeart/2018/2/layout/IconLabelList"/>
    <dgm:cxn modelId="{547B382D-D101-4AB2-904A-665CF488C3F0}" type="presParOf" srcId="{CB869E7D-39C9-4840-BCAB-00D9A6D98321}" destId="{9F0765AB-2042-46E2-AD15-4BE6A4ADA548}" srcOrd="0" destOrd="0" presId="urn:microsoft.com/office/officeart/2018/2/layout/IconLabelList"/>
    <dgm:cxn modelId="{86414425-85AE-405F-B0E0-AE8F65A3C3E7}" type="presParOf" srcId="{CB869E7D-39C9-4840-BCAB-00D9A6D98321}" destId="{D0DD9691-7C72-4EB4-8624-3E74FD6817B9}" srcOrd="1" destOrd="0" presId="urn:microsoft.com/office/officeart/2018/2/layout/IconLabelList"/>
    <dgm:cxn modelId="{1F6C241C-0747-4703-BBFF-33C8BB63B74C}" type="presParOf" srcId="{CB869E7D-39C9-4840-BCAB-00D9A6D98321}" destId="{AC0C5517-1BE2-45D1-B146-585790982C2A}" srcOrd="2" destOrd="0" presId="urn:microsoft.com/office/officeart/2018/2/layout/IconLabelList"/>
    <dgm:cxn modelId="{D5A6CBAD-EEF0-4688-86A0-899F50F845D8}" type="presParOf" srcId="{62E58A8D-0F01-4F4D-B0B1-EAB8F2ECD72F}" destId="{6D976184-8951-49C9-A2B1-ACC5968DB2C6}" srcOrd="1" destOrd="0" presId="urn:microsoft.com/office/officeart/2018/2/layout/IconLabelList"/>
    <dgm:cxn modelId="{F3D6690F-966E-4E75-AB00-D36383C0DB7F}" type="presParOf" srcId="{62E58A8D-0F01-4F4D-B0B1-EAB8F2ECD72F}" destId="{DC2B0F9B-C0FB-4A24-8F6E-14A3CB0E2945}" srcOrd="2" destOrd="0" presId="urn:microsoft.com/office/officeart/2018/2/layout/IconLabelList"/>
    <dgm:cxn modelId="{EA269D4F-CD73-493C-A9AE-BAB67558BF81}" type="presParOf" srcId="{DC2B0F9B-C0FB-4A24-8F6E-14A3CB0E2945}" destId="{060300FF-D404-4792-9016-5B8E5AD1E046}" srcOrd="0" destOrd="0" presId="urn:microsoft.com/office/officeart/2018/2/layout/IconLabelList"/>
    <dgm:cxn modelId="{9FBA188E-4B82-4E73-B25C-1178C2AD9BF2}" type="presParOf" srcId="{DC2B0F9B-C0FB-4A24-8F6E-14A3CB0E2945}" destId="{7BA7385A-9419-40EA-8944-1D7047CAD17B}" srcOrd="1" destOrd="0" presId="urn:microsoft.com/office/officeart/2018/2/layout/IconLabelList"/>
    <dgm:cxn modelId="{E1001CB2-4B7C-431C-89AA-174930A46BD4}" type="presParOf" srcId="{DC2B0F9B-C0FB-4A24-8F6E-14A3CB0E2945}" destId="{28873BE7-A8F0-42CA-8203-800233B1A9AC}" srcOrd="2" destOrd="0" presId="urn:microsoft.com/office/officeart/2018/2/layout/IconLabelList"/>
    <dgm:cxn modelId="{4F7CC4E9-A7C9-4A4A-A170-E5643EFF3E6A}" type="presParOf" srcId="{62E58A8D-0F01-4F4D-B0B1-EAB8F2ECD72F}" destId="{0DCC5A42-3C18-4BE7-BB27-2CC22A21F545}" srcOrd="3" destOrd="0" presId="urn:microsoft.com/office/officeart/2018/2/layout/IconLabelList"/>
    <dgm:cxn modelId="{3F469160-76B1-45AC-BBEF-BB7F969CA7F6}" type="presParOf" srcId="{62E58A8D-0F01-4F4D-B0B1-EAB8F2ECD72F}" destId="{97C0568B-1CE5-4AE1-A159-018D63D3A2E3}" srcOrd="4" destOrd="0" presId="urn:microsoft.com/office/officeart/2018/2/layout/IconLabelList"/>
    <dgm:cxn modelId="{CA01DA91-0FCA-48C2-AF19-3BF0023AA0CF}" type="presParOf" srcId="{97C0568B-1CE5-4AE1-A159-018D63D3A2E3}" destId="{2DE55712-0825-4F20-804F-F0C723382DA8}" srcOrd="0" destOrd="0" presId="urn:microsoft.com/office/officeart/2018/2/layout/IconLabelList"/>
    <dgm:cxn modelId="{CDF700CC-8491-468C-BA19-09EF203B9443}" type="presParOf" srcId="{97C0568B-1CE5-4AE1-A159-018D63D3A2E3}" destId="{81037579-60CF-4FC3-9630-F004DB52570F}" srcOrd="1" destOrd="0" presId="urn:microsoft.com/office/officeart/2018/2/layout/IconLabelList"/>
    <dgm:cxn modelId="{5CCDC42A-109A-4121-8BA9-60A8C9228C4A}" type="presParOf" srcId="{97C0568B-1CE5-4AE1-A159-018D63D3A2E3}" destId="{D105D7AF-F890-47AE-A874-D3E7F24E1DE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907F245-1E34-4F4B-8CCE-81AD6A4E100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45E5A471-912E-4A51-A584-55D3C6043B81}">
      <dgm:prSet/>
      <dgm:spPr/>
      <dgm:t>
        <a:bodyPr/>
        <a:lstStyle/>
        <a:p>
          <a:pPr>
            <a:lnSpc>
              <a:spcPct val="100000"/>
            </a:lnSpc>
          </a:pPr>
          <a:r>
            <a:rPr lang="es-MX" b="0" i="0" dirty="0"/>
            <a:t>1. </a:t>
          </a:r>
          <a:r>
            <a:rPr lang="es-GT" b="0" i="0" dirty="0">
              <a:hlinkClick xmlns:r="http://schemas.openxmlformats.org/officeDocument/2006/relationships" r:id="rId1"/>
            </a:rPr>
            <a:t>Publicar-Suscribirse</a:t>
          </a:r>
          <a:endParaRPr lang="en-US" dirty="0"/>
        </a:p>
      </dgm:t>
    </dgm:pt>
    <dgm:pt modelId="{6E0C7B16-A2EA-43B1-BCE5-A2E968655805}" type="parTrans" cxnId="{6DC36F97-823E-40BA-A689-57447E349323}">
      <dgm:prSet/>
      <dgm:spPr/>
      <dgm:t>
        <a:bodyPr/>
        <a:lstStyle/>
        <a:p>
          <a:endParaRPr lang="en-US"/>
        </a:p>
      </dgm:t>
    </dgm:pt>
    <dgm:pt modelId="{C217429F-1543-4A96-84B8-DE8707E59254}" type="sibTrans" cxnId="{6DC36F97-823E-40BA-A689-57447E349323}">
      <dgm:prSet/>
      <dgm:spPr/>
      <dgm:t>
        <a:bodyPr/>
        <a:lstStyle/>
        <a:p>
          <a:endParaRPr lang="en-US"/>
        </a:p>
      </dgm:t>
    </dgm:pt>
    <dgm:pt modelId="{A4AA8B71-DD5D-468A-9123-5B8789801DD6}">
      <dgm:prSet/>
      <dgm:spPr/>
      <dgm:t>
        <a:bodyPr/>
        <a:lstStyle/>
        <a:p>
          <a:pPr>
            <a:lnSpc>
              <a:spcPct val="100000"/>
            </a:lnSpc>
          </a:pPr>
          <a:r>
            <a:rPr lang="es-MX" b="0" i="0" dirty="0"/>
            <a:t>2. </a:t>
          </a:r>
          <a:r>
            <a:rPr lang="es-GT" b="0" i="0" dirty="0">
              <a:hlinkClick xmlns:r="http://schemas.openxmlformats.org/officeDocument/2006/relationships" r:id="rId2"/>
            </a:rPr>
            <a:t>Abastecimiento de eventos</a:t>
          </a:r>
          <a:endParaRPr lang="en-US" dirty="0"/>
        </a:p>
      </dgm:t>
    </dgm:pt>
    <dgm:pt modelId="{F0E69E94-E40E-4A72-A311-EA42045144C1}" type="parTrans" cxnId="{D4BAAE76-1467-4D4B-99AA-9807C2B121F3}">
      <dgm:prSet/>
      <dgm:spPr/>
      <dgm:t>
        <a:bodyPr/>
        <a:lstStyle/>
        <a:p>
          <a:endParaRPr lang="en-US"/>
        </a:p>
      </dgm:t>
    </dgm:pt>
    <dgm:pt modelId="{BF44DE57-120C-4820-BA5C-CAB8A689F356}" type="sibTrans" cxnId="{D4BAAE76-1467-4D4B-99AA-9807C2B121F3}">
      <dgm:prSet/>
      <dgm:spPr/>
      <dgm:t>
        <a:bodyPr/>
        <a:lstStyle/>
        <a:p>
          <a:endParaRPr lang="en-US"/>
        </a:p>
      </dgm:t>
    </dgm:pt>
    <dgm:pt modelId="{5A9ACF0C-BA99-48CB-82DE-0B3E409AA5DB}">
      <dgm:prSet/>
      <dgm:spPr/>
      <dgm:t>
        <a:bodyPr/>
        <a:lstStyle/>
        <a:p>
          <a:pPr>
            <a:lnSpc>
              <a:spcPct val="100000"/>
            </a:lnSpc>
          </a:pPr>
          <a:r>
            <a:rPr lang="es-MX" b="0" i="0" dirty="0"/>
            <a:t>3. </a:t>
          </a:r>
          <a:r>
            <a:rPr lang="es-MX" b="0" i="0" dirty="0">
              <a:hlinkClick xmlns:r="http://schemas.openxmlformats.org/officeDocument/2006/relationships" r:id="rId3"/>
            </a:rPr>
            <a:t>Segregación de responsabilidades comunes y de consultas (CQRS)</a:t>
          </a:r>
          <a:endParaRPr lang="en-US" dirty="0"/>
        </a:p>
      </dgm:t>
    </dgm:pt>
    <dgm:pt modelId="{5243B4F7-622C-42B0-8E1C-FCBCDAE4E557}" type="parTrans" cxnId="{F41EDB98-9E76-4E26-8581-A68E868CD96C}">
      <dgm:prSet/>
      <dgm:spPr/>
      <dgm:t>
        <a:bodyPr/>
        <a:lstStyle/>
        <a:p>
          <a:endParaRPr lang="en-US"/>
        </a:p>
      </dgm:t>
    </dgm:pt>
    <dgm:pt modelId="{391E1A36-5633-43CD-A9C7-735BC411FBA9}" type="sibTrans" cxnId="{F41EDB98-9E76-4E26-8581-A68E868CD96C}">
      <dgm:prSet/>
      <dgm:spPr/>
      <dgm:t>
        <a:bodyPr/>
        <a:lstStyle/>
        <a:p>
          <a:endParaRPr lang="en-US"/>
        </a:p>
      </dgm:t>
    </dgm:pt>
    <dgm:pt modelId="{62E58A8D-0F01-4F4D-B0B1-EAB8F2ECD72F}" type="pres">
      <dgm:prSet presAssocID="{B907F245-1E34-4F4B-8CCE-81AD6A4E100A}" presName="root" presStyleCnt="0">
        <dgm:presLayoutVars>
          <dgm:dir/>
          <dgm:resizeHandles val="exact"/>
        </dgm:presLayoutVars>
      </dgm:prSet>
      <dgm:spPr/>
    </dgm:pt>
    <dgm:pt modelId="{CB869E7D-39C9-4840-BCAB-00D9A6D98321}" type="pres">
      <dgm:prSet presAssocID="{45E5A471-912E-4A51-A584-55D3C6043B81}" presName="compNode" presStyleCnt="0"/>
      <dgm:spPr/>
    </dgm:pt>
    <dgm:pt modelId="{9F0765AB-2042-46E2-AD15-4BE6A4ADA548}" type="pres">
      <dgm:prSet presAssocID="{45E5A471-912E-4A51-A584-55D3C6043B81}" presName="iconRect" presStyleLbl="node1" presStyleIdx="0" presStyleCnt="3"/>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ábrica"/>
        </a:ext>
      </dgm:extLst>
    </dgm:pt>
    <dgm:pt modelId="{D0DD9691-7C72-4EB4-8624-3E74FD6817B9}" type="pres">
      <dgm:prSet presAssocID="{45E5A471-912E-4A51-A584-55D3C6043B81}" presName="spaceRect" presStyleCnt="0"/>
      <dgm:spPr/>
    </dgm:pt>
    <dgm:pt modelId="{AC0C5517-1BE2-45D1-B146-585790982C2A}" type="pres">
      <dgm:prSet presAssocID="{45E5A471-912E-4A51-A584-55D3C6043B81}" presName="textRect" presStyleLbl="revTx" presStyleIdx="0" presStyleCnt="3">
        <dgm:presLayoutVars>
          <dgm:chMax val="1"/>
          <dgm:chPref val="1"/>
        </dgm:presLayoutVars>
      </dgm:prSet>
      <dgm:spPr/>
    </dgm:pt>
    <dgm:pt modelId="{6D976184-8951-49C9-A2B1-ACC5968DB2C6}" type="pres">
      <dgm:prSet presAssocID="{C217429F-1543-4A96-84B8-DE8707E59254}" presName="sibTrans" presStyleCnt="0"/>
      <dgm:spPr/>
    </dgm:pt>
    <dgm:pt modelId="{DC2B0F9B-C0FB-4A24-8F6E-14A3CB0E2945}" type="pres">
      <dgm:prSet presAssocID="{A4AA8B71-DD5D-468A-9123-5B8789801DD6}" presName="compNode" presStyleCnt="0"/>
      <dgm:spPr/>
    </dgm:pt>
    <dgm:pt modelId="{060300FF-D404-4792-9016-5B8E5AD1E046}" type="pres">
      <dgm:prSet presAssocID="{A4AA8B71-DD5D-468A-9123-5B8789801DD6}" presName="iconRect" presStyleLbl="node1" presStyleIdx="1" presStyleCnt="3"/>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Quiosco"/>
        </a:ext>
      </dgm:extLst>
    </dgm:pt>
    <dgm:pt modelId="{7BA7385A-9419-40EA-8944-1D7047CAD17B}" type="pres">
      <dgm:prSet presAssocID="{A4AA8B71-DD5D-468A-9123-5B8789801DD6}" presName="spaceRect" presStyleCnt="0"/>
      <dgm:spPr/>
    </dgm:pt>
    <dgm:pt modelId="{28873BE7-A8F0-42CA-8203-800233B1A9AC}" type="pres">
      <dgm:prSet presAssocID="{A4AA8B71-DD5D-468A-9123-5B8789801DD6}" presName="textRect" presStyleLbl="revTx" presStyleIdx="1" presStyleCnt="3">
        <dgm:presLayoutVars>
          <dgm:chMax val="1"/>
          <dgm:chPref val="1"/>
        </dgm:presLayoutVars>
      </dgm:prSet>
      <dgm:spPr/>
    </dgm:pt>
    <dgm:pt modelId="{0DCC5A42-3C18-4BE7-BB27-2CC22A21F545}" type="pres">
      <dgm:prSet presAssocID="{BF44DE57-120C-4820-BA5C-CAB8A689F356}" presName="sibTrans" presStyleCnt="0"/>
      <dgm:spPr/>
    </dgm:pt>
    <dgm:pt modelId="{97C0568B-1CE5-4AE1-A159-018D63D3A2E3}" type="pres">
      <dgm:prSet presAssocID="{5A9ACF0C-BA99-48CB-82DE-0B3E409AA5DB}" presName="compNode" presStyleCnt="0"/>
      <dgm:spPr/>
    </dgm:pt>
    <dgm:pt modelId="{2DE55712-0825-4F20-804F-F0C723382DA8}" type="pres">
      <dgm:prSet presAssocID="{5A9ACF0C-BA99-48CB-82DE-0B3E409AA5DB}" presName="iconRect" presStyleLbl="node1" presStyleIdx="2" presStyleCnt="3"/>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dgm:spPr>
      <dgm:extLst>
        <a:ext uri="{E40237B7-FDA0-4F09-8148-C483321AD2D9}">
          <dgm14:cNvPr xmlns:dgm14="http://schemas.microsoft.com/office/drawing/2010/diagram" id="0" name="" descr="Japanese Dolls"/>
        </a:ext>
      </dgm:extLst>
    </dgm:pt>
    <dgm:pt modelId="{81037579-60CF-4FC3-9630-F004DB52570F}" type="pres">
      <dgm:prSet presAssocID="{5A9ACF0C-BA99-48CB-82DE-0B3E409AA5DB}" presName="spaceRect" presStyleCnt="0"/>
      <dgm:spPr/>
    </dgm:pt>
    <dgm:pt modelId="{D105D7AF-F890-47AE-A874-D3E7F24E1DE7}" type="pres">
      <dgm:prSet presAssocID="{5A9ACF0C-BA99-48CB-82DE-0B3E409AA5DB}" presName="textRect" presStyleLbl="revTx" presStyleIdx="2" presStyleCnt="3">
        <dgm:presLayoutVars>
          <dgm:chMax val="1"/>
          <dgm:chPref val="1"/>
        </dgm:presLayoutVars>
      </dgm:prSet>
      <dgm:spPr/>
    </dgm:pt>
  </dgm:ptLst>
  <dgm:cxnLst>
    <dgm:cxn modelId="{14B0D628-368D-431D-9FF6-DAFE8042F096}" type="presOf" srcId="{5A9ACF0C-BA99-48CB-82DE-0B3E409AA5DB}" destId="{D105D7AF-F890-47AE-A874-D3E7F24E1DE7}" srcOrd="0" destOrd="0" presId="urn:microsoft.com/office/officeart/2018/2/layout/IconLabelList"/>
    <dgm:cxn modelId="{58F32E3D-C897-42DA-A9E3-FE02F6E5A963}" type="presOf" srcId="{A4AA8B71-DD5D-468A-9123-5B8789801DD6}" destId="{28873BE7-A8F0-42CA-8203-800233B1A9AC}" srcOrd="0" destOrd="0" presId="urn:microsoft.com/office/officeart/2018/2/layout/IconLabelList"/>
    <dgm:cxn modelId="{D4BAAE76-1467-4D4B-99AA-9807C2B121F3}" srcId="{B907F245-1E34-4F4B-8CCE-81AD6A4E100A}" destId="{A4AA8B71-DD5D-468A-9123-5B8789801DD6}" srcOrd="1" destOrd="0" parTransId="{F0E69E94-E40E-4A72-A311-EA42045144C1}" sibTransId="{BF44DE57-120C-4820-BA5C-CAB8A689F356}"/>
    <dgm:cxn modelId="{105FA58C-CEA6-4072-9ED1-0A32C294A0DA}" type="presOf" srcId="{B907F245-1E34-4F4B-8CCE-81AD6A4E100A}" destId="{62E58A8D-0F01-4F4D-B0B1-EAB8F2ECD72F}" srcOrd="0" destOrd="0" presId="urn:microsoft.com/office/officeart/2018/2/layout/IconLabelList"/>
    <dgm:cxn modelId="{6DC36F97-823E-40BA-A689-57447E349323}" srcId="{B907F245-1E34-4F4B-8CCE-81AD6A4E100A}" destId="{45E5A471-912E-4A51-A584-55D3C6043B81}" srcOrd="0" destOrd="0" parTransId="{6E0C7B16-A2EA-43B1-BCE5-A2E968655805}" sibTransId="{C217429F-1543-4A96-84B8-DE8707E59254}"/>
    <dgm:cxn modelId="{F41EDB98-9E76-4E26-8581-A68E868CD96C}" srcId="{B907F245-1E34-4F4B-8CCE-81AD6A4E100A}" destId="{5A9ACF0C-BA99-48CB-82DE-0B3E409AA5DB}" srcOrd="2" destOrd="0" parTransId="{5243B4F7-622C-42B0-8E1C-FCBCDAE4E557}" sibTransId="{391E1A36-5633-43CD-A9C7-735BC411FBA9}"/>
    <dgm:cxn modelId="{FF3AE8FF-3726-4BE7-9F61-C0226C3D33CB}" type="presOf" srcId="{45E5A471-912E-4A51-A584-55D3C6043B81}" destId="{AC0C5517-1BE2-45D1-B146-585790982C2A}" srcOrd="0" destOrd="0" presId="urn:microsoft.com/office/officeart/2018/2/layout/IconLabelList"/>
    <dgm:cxn modelId="{403F77D4-3779-40FA-8901-128164FCA428}" type="presParOf" srcId="{62E58A8D-0F01-4F4D-B0B1-EAB8F2ECD72F}" destId="{CB869E7D-39C9-4840-BCAB-00D9A6D98321}" srcOrd="0" destOrd="0" presId="urn:microsoft.com/office/officeart/2018/2/layout/IconLabelList"/>
    <dgm:cxn modelId="{547B382D-D101-4AB2-904A-665CF488C3F0}" type="presParOf" srcId="{CB869E7D-39C9-4840-BCAB-00D9A6D98321}" destId="{9F0765AB-2042-46E2-AD15-4BE6A4ADA548}" srcOrd="0" destOrd="0" presId="urn:microsoft.com/office/officeart/2018/2/layout/IconLabelList"/>
    <dgm:cxn modelId="{86414425-85AE-405F-B0E0-AE8F65A3C3E7}" type="presParOf" srcId="{CB869E7D-39C9-4840-BCAB-00D9A6D98321}" destId="{D0DD9691-7C72-4EB4-8624-3E74FD6817B9}" srcOrd="1" destOrd="0" presId="urn:microsoft.com/office/officeart/2018/2/layout/IconLabelList"/>
    <dgm:cxn modelId="{1F6C241C-0747-4703-BBFF-33C8BB63B74C}" type="presParOf" srcId="{CB869E7D-39C9-4840-BCAB-00D9A6D98321}" destId="{AC0C5517-1BE2-45D1-B146-585790982C2A}" srcOrd="2" destOrd="0" presId="urn:microsoft.com/office/officeart/2018/2/layout/IconLabelList"/>
    <dgm:cxn modelId="{D5A6CBAD-EEF0-4688-86A0-899F50F845D8}" type="presParOf" srcId="{62E58A8D-0F01-4F4D-B0B1-EAB8F2ECD72F}" destId="{6D976184-8951-49C9-A2B1-ACC5968DB2C6}" srcOrd="1" destOrd="0" presId="urn:microsoft.com/office/officeart/2018/2/layout/IconLabelList"/>
    <dgm:cxn modelId="{F3D6690F-966E-4E75-AB00-D36383C0DB7F}" type="presParOf" srcId="{62E58A8D-0F01-4F4D-B0B1-EAB8F2ECD72F}" destId="{DC2B0F9B-C0FB-4A24-8F6E-14A3CB0E2945}" srcOrd="2" destOrd="0" presId="urn:microsoft.com/office/officeart/2018/2/layout/IconLabelList"/>
    <dgm:cxn modelId="{EA269D4F-CD73-493C-A9AE-BAB67558BF81}" type="presParOf" srcId="{DC2B0F9B-C0FB-4A24-8F6E-14A3CB0E2945}" destId="{060300FF-D404-4792-9016-5B8E5AD1E046}" srcOrd="0" destOrd="0" presId="urn:microsoft.com/office/officeart/2018/2/layout/IconLabelList"/>
    <dgm:cxn modelId="{9FBA188E-4B82-4E73-B25C-1178C2AD9BF2}" type="presParOf" srcId="{DC2B0F9B-C0FB-4A24-8F6E-14A3CB0E2945}" destId="{7BA7385A-9419-40EA-8944-1D7047CAD17B}" srcOrd="1" destOrd="0" presId="urn:microsoft.com/office/officeart/2018/2/layout/IconLabelList"/>
    <dgm:cxn modelId="{E1001CB2-4B7C-431C-89AA-174930A46BD4}" type="presParOf" srcId="{DC2B0F9B-C0FB-4A24-8F6E-14A3CB0E2945}" destId="{28873BE7-A8F0-42CA-8203-800233B1A9AC}" srcOrd="2" destOrd="0" presId="urn:microsoft.com/office/officeart/2018/2/layout/IconLabelList"/>
    <dgm:cxn modelId="{4F7CC4E9-A7C9-4A4A-A170-E5643EFF3E6A}" type="presParOf" srcId="{62E58A8D-0F01-4F4D-B0B1-EAB8F2ECD72F}" destId="{0DCC5A42-3C18-4BE7-BB27-2CC22A21F545}" srcOrd="3" destOrd="0" presId="urn:microsoft.com/office/officeart/2018/2/layout/IconLabelList"/>
    <dgm:cxn modelId="{3F469160-76B1-45AC-BBEF-BB7F969CA7F6}" type="presParOf" srcId="{62E58A8D-0F01-4F4D-B0B1-EAB8F2ECD72F}" destId="{97C0568B-1CE5-4AE1-A159-018D63D3A2E3}" srcOrd="4" destOrd="0" presId="urn:microsoft.com/office/officeart/2018/2/layout/IconLabelList"/>
    <dgm:cxn modelId="{CA01DA91-0FCA-48C2-AF19-3BF0023AA0CF}" type="presParOf" srcId="{97C0568B-1CE5-4AE1-A159-018D63D3A2E3}" destId="{2DE55712-0825-4F20-804F-F0C723382DA8}" srcOrd="0" destOrd="0" presId="urn:microsoft.com/office/officeart/2018/2/layout/IconLabelList"/>
    <dgm:cxn modelId="{CDF700CC-8491-468C-BA19-09EF203B9443}" type="presParOf" srcId="{97C0568B-1CE5-4AE1-A159-018D63D3A2E3}" destId="{81037579-60CF-4FC3-9630-F004DB52570F}" srcOrd="1" destOrd="0" presId="urn:microsoft.com/office/officeart/2018/2/layout/IconLabelList"/>
    <dgm:cxn modelId="{5CCDC42A-109A-4121-8BA9-60A8C9228C4A}" type="presParOf" srcId="{97C0568B-1CE5-4AE1-A159-018D63D3A2E3}" destId="{D105D7AF-F890-47AE-A874-D3E7F24E1DE7}"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8710613-CAF6-46E5-9F14-BBD63A0F4136}"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3075DC22-BBFA-41D0-81F0-A429488205C6}">
      <dgm:prSet/>
      <dgm:spPr/>
      <dgm:t>
        <a:bodyPr/>
        <a:lstStyle/>
        <a:p>
          <a:r>
            <a:rPr lang="es-MX" b="1" i="0"/>
            <a:t>Características principales de la arquitectura orientada a servicios (SOA)</a:t>
          </a:r>
          <a:endParaRPr lang="en-US"/>
        </a:p>
      </dgm:t>
    </dgm:pt>
    <dgm:pt modelId="{6D5DC8DE-DDCB-43DC-9E86-B734AE652AA4}" type="parTrans" cxnId="{71568DC3-66A1-4FA9-B960-562A434BABDF}">
      <dgm:prSet/>
      <dgm:spPr/>
      <dgm:t>
        <a:bodyPr/>
        <a:lstStyle/>
        <a:p>
          <a:endParaRPr lang="en-US"/>
        </a:p>
      </dgm:t>
    </dgm:pt>
    <dgm:pt modelId="{EAF86F55-BA35-4F52-A174-E54C9CAB7DEB}" type="sibTrans" cxnId="{71568DC3-66A1-4FA9-B960-562A434BABDF}">
      <dgm:prSet/>
      <dgm:spPr/>
      <dgm:t>
        <a:bodyPr/>
        <a:lstStyle/>
        <a:p>
          <a:endParaRPr lang="en-US"/>
        </a:p>
      </dgm:t>
    </dgm:pt>
    <dgm:pt modelId="{3F2AD44E-5476-4269-A94E-4EFFEE5091CC}">
      <dgm:prSet/>
      <dgm:spPr/>
      <dgm:t>
        <a:bodyPr/>
        <a:lstStyle/>
        <a:p>
          <a:r>
            <a:rPr lang="es-MX" b="0" i="0"/>
            <a:t>La arquitectura orientada a servicios tiene las siguientes características:</a:t>
          </a:r>
          <a:endParaRPr lang="en-US"/>
        </a:p>
      </dgm:t>
    </dgm:pt>
    <dgm:pt modelId="{C6271AB3-AD5C-4B77-8F39-9EABB5ADBCEF}" type="parTrans" cxnId="{35E8E00C-BDB5-4E78-8545-C081F9FF8806}">
      <dgm:prSet/>
      <dgm:spPr/>
      <dgm:t>
        <a:bodyPr/>
        <a:lstStyle/>
        <a:p>
          <a:endParaRPr lang="en-US"/>
        </a:p>
      </dgm:t>
    </dgm:pt>
    <dgm:pt modelId="{883F6DA5-7FD5-4CFC-82BD-FE9E978E1040}" type="sibTrans" cxnId="{35E8E00C-BDB5-4E78-8545-C081F9FF8806}">
      <dgm:prSet/>
      <dgm:spPr/>
      <dgm:t>
        <a:bodyPr/>
        <a:lstStyle/>
        <a:p>
          <a:endParaRPr lang="en-US"/>
        </a:p>
      </dgm:t>
    </dgm:pt>
    <dgm:pt modelId="{8F00B81D-33A7-4C2C-912F-6B9BD8C82020}">
      <dgm:prSet/>
      <dgm:spPr/>
      <dgm:t>
        <a:bodyPr/>
        <a:lstStyle/>
        <a:p>
          <a:r>
            <a:rPr lang="es-MX" b="1" i="0"/>
            <a:t>Acoplamiento flexible</a:t>
          </a:r>
          <a:r>
            <a:rPr lang="es-MX" b="0" i="0"/>
            <a:t> : SOA promueve un acoplamiento flexible en todo el proyecto, lo que permite que los servicios interactúen de forma independiente.</a:t>
          </a:r>
          <a:endParaRPr lang="en-US"/>
        </a:p>
      </dgm:t>
    </dgm:pt>
    <dgm:pt modelId="{09FFC616-74DF-4496-85AD-88801366D359}" type="parTrans" cxnId="{96BEAAD6-AD5D-4F46-9994-A13B1035DC7E}">
      <dgm:prSet/>
      <dgm:spPr/>
      <dgm:t>
        <a:bodyPr/>
        <a:lstStyle/>
        <a:p>
          <a:endParaRPr lang="en-US"/>
        </a:p>
      </dgm:t>
    </dgm:pt>
    <dgm:pt modelId="{DD64240A-4018-4E30-A5DA-27353EA4D61F}" type="sibTrans" cxnId="{96BEAAD6-AD5D-4F46-9994-A13B1035DC7E}">
      <dgm:prSet/>
      <dgm:spPr/>
      <dgm:t>
        <a:bodyPr/>
        <a:lstStyle/>
        <a:p>
          <a:endParaRPr lang="en-US"/>
        </a:p>
      </dgm:t>
    </dgm:pt>
    <dgm:pt modelId="{CF12CD94-3A8D-4E4A-A972-23ED4D6F85FE}">
      <dgm:prSet/>
      <dgm:spPr/>
      <dgm:t>
        <a:bodyPr/>
        <a:lstStyle/>
        <a:p>
          <a:r>
            <a:rPr lang="es-MX" b="1" i="0"/>
            <a:t>Interoperabilidad</a:t>
          </a:r>
          <a:r>
            <a:rPr lang="es-MX" b="0" i="0"/>
            <a:t> : SOA garantiza la interoperabilidad entre diversos sistemas y tecnologías, lo que permite una comunicación fluida.</a:t>
          </a:r>
          <a:endParaRPr lang="en-US"/>
        </a:p>
      </dgm:t>
    </dgm:pt>
    <dgm:pt modelId="{9EB20546-BA4E-48BD-A5D2-F03BB879400B}" type="parTrans" cxnId="{1F1A00A8-3B7F-4B9D-9382-345CA20896D3}">
      <dgm:prSet/>
      <dgm:spPr/>
      <dgm:t>
        <a:bodyPr/>
        <a:lstStyle/>
        <a:p>
          <a:endParaRPr lang="en-US"/>
        </a:p>
      </dgm:t>
    </dgm:pt>
    <dgm:pt modelId="{6E21A63E-E9A6-40AE-898C-3636755B7793}" type="sibTrans" cxnId="{1F1A00A8-3B7F-4B9D-9382-345CA20896D3}">
      <dgm:prSet/>
      <dgm:spPr/>
      <dgm:t>
        <a:bodyPr/>
        <a:lstStyle/>
        <a:p>
          <a:endParaRPr lang="en-US"/>
        </a:p>
      </dgm:t>
    </dgm:pt>
    <dgm:pt modelId="{BF6F84C1-4841-4B73-B349-2932F64F7616}">
      <dgm:prSet/>
      <dgm:spPr/>
      <dgm:t>
        <a:bodyPr/>
        <a:lstStyle/>
        <a:p>
          <a:r>
            <a:rPr lang="es-MX" b="1" i="0"/>
            <a:t>Calidad de servicio (QoS)</a:t>
          </a:r>
          <a:r>
            <a:rPr lang="es-MX" b="0" i="0"/>
            <a:t> : SOA ayuda a mejorar la calidad del servicio, garantizando un mejor rendimiento y confiabilidad.</a:t>
          </a:r>
          <a:endParaRPr lang="en-US"/>
        </a:p>
      </dgm:t>
    </dgm:pt>
    <dgm:pt modelId="{2B85DD85-B67C-42E2-9A08-04A140354191}" type="parTrans" cxnId="{FAE02BA4-5540-4FDE-A31D-BDCC16C93F6B}">
      <dgm:prSet/>
      <dgm:spPr/>
      <dgm:t>
        <a:bodyPr/>
        <a:lstStyle/>
        <a:p>
          <a:endParaRPr lang="en-US"/>
        </a:p>
      </dgm:t>
    </dgm:pt>
    <dgm:pt modelId="{43C90516-583E-47B7-8972-8FA7AE3D30F1}" type="sibTrans" cxnId="{FAE02BA4-5540-4FDE-A31D-BDCC16C93F6B}">
      <dgm:prSet/>
      <dgm:spPr/>
      <dgm:t>
        <a:bodyPr/>
        <a:lstStyle/>
        <a:p>
          <a:endParaRPr lang="en-US"/>
        </a:p>
      </dgm:t>
    </dgm:pt>
    <dgm:pt modelId="{42EE6AD0-8358-425A-AAEB-1CC0DB33D277}">
      <dgm:prSet/>
      <dgm:spPr/>
      <dgm:t>
        <a:bodyPr/>
        <a:lstStyle/>
        <a:p>
          <a:r>
            <a:rPr lang="es-MX" b="1" i="0"/>
            <a:t>Diversidad de proveedores</a:t>
          </a:r>
          <a:r>
            <a:rPr lang="es-MX" b="0" i="0"/>
            <a:t> : SOA promueve la diversidad de proveedores, lo que permite a las organizaciones utilizar diferentes proveedores de servicios y tecnologías.</a:t>
          </a:r>
          <a:endParaRPr lang="en-US"/>
        </a:p>
      </dgm:t>
    </dgm:pt>
    <dgm:pt modelId="{580CF8EA-213F-4384-88A2-781B83C43BF0}" type="parTrans" cxnId="{F07981E1-4DAA-4EB3-9540-584B23DE98F0}">
      <dgm:prSet/>
      <dgm:spPr/>
      <dgm:t>
        <a:bodyPr/>
        <a:lstStyle/>
        <a:p>
          <a:endParaRPr lang="en-US"/>
        </a:p>
      </dgm:t>
    </dgm:pt>
    <dgm:pt modelId="{79E08762-C502-42EE-A801-1769A595BB21}" type="sibTrans" cxnId="{F07981E1-4DAA-4EB3-9540-584B23DE98F0}">
      <dgm:prSet/>
      <dgm:spPr/>
      <dgm:t>
        <a:bodyPr/>
        <a:lstStyle/>
        <a:p>
          <a:endParaRPr lang="en-US"/>
        </a:p>
      </dgm:t>
    </dgm:pt>
    <dgm:pt modelId="{536CA455-D6EF-4989-882E-65C80E68C75C}">
      <dgm:prSet/>
      <dgm:spPr/>
      <dgm:t>
        <a:bodyPr/>
        <a:lstStyle/>
        <a:p>
          <a:r>
            <a:rPr lang="es-MX" b="1" i="0"/>
            <a:t>Descubrimiento y federación</a:t>
          </a:r>
          <a:r>
            <a:rPr lang="es-MX" b="0" i="0"/>
            <a:t> : SOA promueve el descubrimiento y la federación de servicios, lo que permite una integración y expansión más sencillas.</a:t>
          </a:r>
          <a:endParaRPr lang="en-US"/>
        </a:p>
      </dgm:t>
    </dgm:pt>
    <dgm:pt modelId="{96AA66BE-4B7D-4C2A-86C3-3A38A7D8E145}" type="parTrans" cxnId="{32B4593C-42FD-4285-AB3C-79D380316CB7}">
      <dgm:prSet/>
      <dgm:spPr/>
      <dgm:t>
        <a:bodyPr/>
        <a:lstStyle/>
        <a:p>
          <a:endParaRPr lang="en-US"/>
        </a:p>
      </dgm:t>
    </dgm:pt>
    <dgm:pt modelId="{225549A2-7AD4-4A4D-9CCB-54170705AFCF}" type="sibTrans" cxnId="{32B4593C-42FD-4285-AB3C-79D380316CB7}">
      <dgm:prSet/>
      <dgm:spPr/>
      <dgm:t>
        <a:bodyPr/>
        <a:lstStyle/>
        <a:p>
          <a:endParaRPr lang="en-US"/>
        </a:p>
      </dgm:t>
    </dgm:pt>
    <dgm:pt modelId="{79481A05-5B0B-4316-9981-F7935671DB23}">
      <dgm:prSet/>
      <dgm:spPr/>
      <dgm:t>
        <a:bodyPr/>
        <a:lstStyle/>
        <a:p>
          <a:r>
            <a:rPr lang="es-MX" b="1" i="0"/>
            <a:t>Transparencia de ubicación</a:t>
          </a:r>
          <a:r>
            <a:rPr lang="es-MX" b="0" i="0"/>
            <a:t> : SOA proporciona transparencia de ubicación, lo que permite acceder a los servicios independientemente de su ubicación física.</a:t>
          </a:r>
          <a:endParaRPr lang="en-US"/>
        </a:p>
      </dgm:t>
    </dgm:pt>
    <dgm:pt modelId="{BC5F6E1F-A572-4746-82E7-5C754330AB67}" type="parTrans" cxnId="{7BD30F90-20D7-443C-B873-361DCF19B99B}">
      <dgm:prSet/>
      <dgm:spPr/>
      <dgm:t>
        <a:bodyPr/>
        <a:lstStyle/>
        <a:p>
          <a:endParaRPr lang="en-US"/>
        </a:p>
      </dgm:t>
    </dgm:pt>
    <dgm:pt modelId="{ED1475CA-6666-4644-9898-6E5EFB651F54}" type="sibTrans" cxnId="{7BD30F90-20D7-443C-B873-361DCF19B99B}">
      <dgm:prSet/>
      <dgm:spPr/>
      <dgm:t>
        <a:bodyPr/>
        <a:lstStyle/>
        <a:p>
          <a:endParaRPr lang="en-US"/>
        </a:p>
      </dgm:t>
    </dgm:pt>
    <dgm:pt modelId="{5F98D128-C209-4E97-B44B-F7AF837EDD7E}">
      <dgm:prSet/>
      <dgm:spPr/>
      <dgm:t>
        <a:bodyPr/>
        <a:lstStyle/>
        <a:p>
          <a:r>
            <a:rPr lang="es-MX" b="1" i="0"/>
            <a:t>Madurez</a:t>
          </a:r>
          <a:r>
            <a:rPr lang="es-MX" b="0" i="0"/>
            <a:t> : SOA todavía es un concepto en maduración, con desarrollos y mejoras constantes en su adopción e implementación.</a:t>
          </a:r>
          <a:endParaRPr lang="en-US"/>
        </a:p>
      </dgm:t>
    </dgm:pt>
    <dgm:pt modelId="{F8358BB0-2843-40E3-9CDD-6E9000F566A4}" type="parTrans" cxnId="{73F393F5-9EC1-4DBC-872B-D34136A4B124}">
      <dgm:prSet/>
      <dgm:spPr/>
      <dgm:t>
        <a:bodyPr/>
        <a:lstStyle/>
        <a:p>
          <a:endParaRPr lang="en-US"/>
        </a:p>
      </dgm:t>
    </dgm:pt>
    <dgm:pt modelId="{A54A05EA-AD55-4099-8BE1-ADFF487FEFA4}" type="sibTrans" cxnId="{73F393F5-9EC1-4DBC-872B-D34136A4B124}">
      <dgm:prSet/>
      <dgm:spPr/>
      <dgm:t>
        <a:bodyPr/>
        <a:lstStyle/>
        <a:p>
          <a:endParaRPr lang="en-US"/>
        </a:p>
      </dgm:t>
    </dgm:pt>
    <dgm:pt modelId="{61FF38B2-850B-448D-BBD2-84600D538D25}" type="pres">
      <dgm:prSet presAssocID="{48710613-CAF6-46E5-9F14-BBD63A0F4136}" presName="Name0" presStyleCnt="0">
        <dgm:presLayoutVars>
          <dgm:dir/>
          <dgm:resizeHandles val="exact"/>
        </dgm:presLayoutVars>
      </dgm:prSet>
      <dgm:spPr/>
    </dgm:pt>
    <dgm:pt modelId="{F03976B9-9E18-48E6-8FB2-A2EE30ECDF34}" type="pres">
      <dgm:prSet presAssocID="{3075DC22-BBFA-41D0-81F0-A429488205C6}" presName="node" presStyleLbl="node1" presStyleIdx="0" presStyleCnt="9">
        <dgm:presLayoutVars>
          <dgm:bulletEnabled val="1"/>
        </dgm:presLayoutVars>
      </dgm:prSet>
      <dgm:spPr/>
    </dgm:pt>
    <dgm:pt modelId="{29733C94-A507-485F-87AE-0719F2BEBDB5}" type="pres">
      <dgm:prSet presAssocID="{EAF86F55-BA35-4F52-A174-E54C9CAB7DEB}" presName="sibTrans" presStyleLbl="sibTrans1D1" presStyleIdx="0" presStyleCnt="8"/>
      <dgm:spPr/>
    </dgm:pt>
    <dgm:pt modelId="{6619DE3F-3C8C-4AAF-B9F6-C1D3CEC2AB12}" type="pres">
      <dgm:prSet presAssocID="{EAF86F55-BA35-4F52-A174-E54C9CAB7DEB}" presName="connectorText" presStyleLbl="sibTrans1D1" presStyleIdx="0" presStyleCnt="8"/>
      <dgm:spPr/>
    </dgm:pt>
    <dgm:pt modelId="{74DC61D4-D198-4625-9110-1E4CCB070197}" type="pres">
      <dgm:prSet presAssocID="{3F2AD44E-5476-4269-A94E-4EFFEE5091CC}" presName="node" presStyleLbl="node1" presStyleIdx="1" presStyleCnt="9">
        <dgm:presLayoutVars>
          <dgm:bulletEnabled val="1"/>
        </dgm:presLayoutVars>
      </dgm:prSet>
      <dgm:spPr/>
    </dgm:pt>
    <dgm:pt modelId="{89DDA32C-E27E-4911-AFC4-3E7BE1AA3138}" type="pres">
      <dgm:prSet presAssocID="{883F6DA5-7FD5-4CFC-82BD-FE9E978E1040}" presName="sibTrans" presStyleLbl="sibTrans1D1" presStyleIdx="1" presStyleCnt="8"/>
      <dgm:spPr/>
    </dgm:pt>
    <dgm:pt modelId="{DA9122A7-BDDC-4BFC-BD4B-F323FB262288}" type="pres">
      <dgm:prSet presAssocID="{883F6DA5-7FD5-4CFC-82BD-FE9E978E1040}" presName="connectorText" presStyleLbl="sibTrans1D1" presStyleIdx="1" presStyleCnt="8"/>
      <dgm:spPr/>
    </dgm:pt>
    <dgm:pt modelId="{D7670655-2E61-4213-BE81-CC6568E2879D}" type="pres">
      <dgm:prSet presAssocID="{8F00B81D-33A7-4C2C-912F-6B9BD8C82020}" presName="node" presStyleLbl="node1" presStyleIdx="2" presStyleCnt="9">
        <dgm:presLayoutVars>
          <dgm:bulletEnabled val="1"/>
        </dgm:presLayoutVars>
      </dgm:prSet>
      <dgm:spPr/>
    </dgm:pt>
    <dgm:pt modelId="{E78D24D1-5B34-4C0D-81C6-609BD6F7E502}" type="pres">
      <dgm:prSet presAssocID="{DD64240A-4018-4E30-A5DA-27353EA4D61F}" presName="sibTrans" presStyleLbl="sibTrans1D1" presStyleIdx="2" presStyleCnt="8"/>
      <dgm:spPr/>
    </dgm:pt>
    <dgm:pt modelId="{4B371E85-67C3-43BE-8FBF-5DDDD5396292}" type="pres">
      <dgm:prSet presAssocID="{DD64240A-4018-4E30-A5DA-27353EA4D61F}" presName="connectorText" presStyleLbl="sibTrans1D1" presStyleIdx="2" presStyleCnt="8"/>
      <dgm:spPr/>
    </dgm:pt>
    <dgm:pt modelId="{64359831-519F-461E-A06E-C7B7999B7E44}" type="pres">
      <dgm:prSet presAssocID="{CF12CD94-3A8D-4E4A-A972-23ED4D6F85FE}" presName="node" presStyleLbl="node1" presStyleIdx="3" presStyleCnt="9">
        <dgm:presLayoutVars>
          <dgm:bulletEnabled val="1"/>
        </dgm:presLayoutVars>
      </dgm:prSet>
      <dgm:spPr/>
    </dgm:pt>
    <dgm:pt modelId="{F6294E87-EBDC-4E7E-9DED-CCDC62242271}" type="pres">
      <dgm:prSet presAssocID="{6E21A63E-E9A6-40AE-898C-3636755B7793}" presName="sibTrans" presStyleLbl="sibTrans1D1" presStyleIdx="3" presStyleCnt="8"/>
      <dgm:spPr/>
    </dgm:pt>
    <dgm:pt modelId="{EB56EC81-BFE9-4EEB-B2B7-DCE351C2C181}" type="pres">
      <dgm:prSet presAssocID="{6E21A63E-E9A6-40AE-898C-3636755B7793}" presName="connectorText" presStyleLbl="sibTrans1D1" presStyleIdx="3" presStyleCnt="8"/>
      <dgm:spPr/>
    </dgm:pt>
    <dgm:pt modelId="{EBC222E5-914B-4A77-9C34-26B8876B6865}" type="pres">
      <dgm:prSet presAssocID="{BF6F84C1-4841-4B73-B349-2932F64F7616}" presName="node" presStyleLbl="node1" presStyleIdx="4" presStyleCnt="9">
        <dgm:presLayoutVars>
          <dgm:bulletEnabled val="1"/>
        </dgm:presLayoutVars>
      </dgm:prSet>
      <dgm:spPr/>
    </dgm:pt>
    <dgm:pt modelId="{A1798EE8-00C6-4CCB-A63B-0971FAEEA822}" type="pres">
      <dgm:prSet presAssocID="{43C90516-583E-47B7-8972-8FA7AE3D30F1}" presName="sibTrans" presStyleLbl="sibTrans1D1" presStyleIdx="4" presStyleCnt="8"/>
      <dgm:spPr/>
    </dgm:pt>
    <dgm:pt modelId="{599C557B-57D2-4F4A-971D-1C51A35499CD}" type="pres">
      <dgm:prSet presAssocID="{43C90516-583E-47B7-8972-8FA7AE3D30F1}" presName="connectorText" presStyleLbl="sibTrans1D1" presStyleIdx="4" presStyleCnt="8"/>
      <dgm:spPr/>
    </dgm:pt>
    <dgm:pt modelId="{37BE8FF6-74E9-49F6-8128-A5D2808A7463}" type="pres">
      <dgm:prSet presAssocID="{42EE6AD0-8358-425A-AAEB-1CC0DB33D277}" presName="node" presStyleLbl="node1" presStyleIdx="5" presStyleCnt="9">
        <dgm:presLayoutVars>
          <dgm:bulletEnabled val="1"/>
        </dgm:presLayoutVars>
      </dgm:prSet>
      <dgm:spPr/>
    </dgm:pt>
    <dgm:pt modelId="{B38DDFA9-4DA5-4FD9-9092-D9E858F14FBD}" type="pres">
      <dgm:prSet presAssocID="{79E08762-C502-42EE-A801-1769A595BB21}" presName="sibTrans" presStyleLbl="sibTrans1D1" presStyleIdx="5" presStyleCnt="8"/>
      <dgm:spPr/>
    </dgm:pt>
    <dgm:pt modelId="{78A034BA-2A7A-4E01-B1C2-74448C7DC213}" type="pres">
      <dgm:prSet presAssocID="{79E08762-C502-42EE-A801-1769A595BB21}" presName="connectorText" presStyleLbl="sibTrans1D1" presStyleIdx="5" presStyleCnt="8"/>
      <dgm:spPr/>
    </dgm:pt>
    <dgm:pt modelId="{D9DABFCF-3E2C-4BB2-A23A-EFE663AE9498}" type="pres">
      <dgm:prSet presAssocID="{536CA455-D6EF-4989-882E-65C80E68C75C}" presName="node" presStyleLbl="node1" presStyleIdx="6" presStyleCnt="9">
        <dgm:presLayoutVars>
          <dgm:bulletEnabled val="1"/>
        </dgm:presLayoutVars>
      </dgm:prSet>
      <dgm:spPr/>
    </dgm:pt>
    <dgm:pt modelId="{D3064EB4-3A35-498B-B6A9-A49B24F3FB8A}" type="pres">
      <dgm:prSet presAssocID="{225549A2-7AD4-4A4D-9CCB-54170705AFCF}" presName="sibTrans" presStyleLbl="sibTrans1D1" presStyleIdx="6" presStyleCnt="8"/>
      <dgm:spPr/>
    </dgm:pt>
    <dgm:pt modelId="{2A677A7D-97ED-43CF-872E-CE74DCC61B10}" type="pres">
      <dgm:prSet presAssocID="{225549A2-7AD4-4A4D-9CCB-54170705AFCF}" presName="connectorText" presStyleLbl="sibTrans1D1" presStyleIdx="6" presStyleCnt="8"/>
      <dgm:spPr/>
    </dgm:pt>
    <dgm:pt modelId="{EAE45B7E-11FF-43DB-A50E-1C0C399505FA}" type="pres">
      <dgm:prSet presAssocID="{79481A05-5B0B-4316-9981-F7935671DB23}" presName="node" presStyleLbl="node1" presStyleIdx="7" presStyleCnt="9">
        <dgm:presLayoutVars>
          <dgm:bulletEnabled val="1"/>
        </dgm:presLayoutVars>
      </dgm:prSet>
      <dgm:spPr/>
    </dgm:pt>
    <dgm:pt modelId="{B4B08576-D253-424B-8CA0-1F41C0442CE4}" type="pres">
      <dgm:prSet presAssocID="{ED1475CA-6666-4644-9898-6E5EFB651F54}" presName="sibTrans" presStyleLbl="sibTrans1D1" presStyleIdx="7" presStyleCnt="8"/>
      <dgm:spPr/>
    </dgm:pt>
    <dgm:pt modelId="{19E93A44-B729-4E6C-90E6-2EB5EA78416D}" type="pres">
      <dgm:prSet presAssocID="{ED1475CA-6666-4644-9898-6E5EFB651F54}" presName="connectorText" presStyleLbl="sibTrans1D1" presStyleIdx="7" presStyleCnt="8"/>
      <dgm:spPr/>
    </dgm:pt>
    <dgm:pt modelId="{FDF5C748-0052-4062-8B74-A4E514AA05CC}" type="pres">
      <dgm:prSet presAssocID="{5F98D128-C209-4E97-B44B-F7AF837EDD7E}" presName="node" presStyleLbl="node1" presStyleIdx="8" presStyleCnt="9">
        <dgm:presLayoutVars>
          <dgm:bulletEnabled val="1"/>
        </dgm:presLayoutVars>
      </dgm:prSet>
      <dgm:spPr/>
    </dgm:pt>
  </dgm:ptLst>
  <dgm:cxnLst>
    <dgm:cxn modelId="{9204AC00-7285-444C-964E-21EE8375C3C5}" type="presOf" srcId="{ED1475CA-6666-4644-9898-6E5EFB651F54}" destId="{B4B08576-D253-424B-8CA0-1F41C0442CE4}" srcOrd="0" destOrd="0" presId="urn:microsoft.com/office/officeart/2016/7/layout/RepeatingBendingProcessNew"/>
    <dgm:cxn modelId="{DE712F01-89F4-4686-B36A-2972393CB7A4}" type="presOf" srcId="{6E21A63E-E9A6-40AE-898C-3636755B7793}" destId="{F6294E87-EBDC-4E7E-9DED-CCDC62242271}" srcOrd="0" destOrd="0" presId="urn:microsoft.com/office/officeart/2016/7/layout/RepeatingBendingProcessNew"/>
    <dgm:cxn modelId="{FBE26102-0C58-4118-948F-1C13DE2537AE}" type="presOf" srcId="{48710613-CAF6-46E5-9F14-BBD63A0F4136}" destId="{61FF38B2-850B-448D-BBD2-84600D538D25}" srcOrd="0" destOrd="0" presId="urn:microsoft.com/office/officeart/2016/7/layout/RepeatingBendingProcessNew"/>
    <dgm:cxn modelId="{6A2C9004-2D3B-4879-A8C2-0B3E87435A5A}" type="presOf" srcId="{43C90516-583E-47B7-8972-8FA7AE3D30F1}" destId="{A1798EE8-00C6-4CCB-A63B-0971FAEEA822}" srcOrd="0" destOrd="0" presId="urn:microsoft.com/office/officeart/2016/7/layout/RepeatingBendingProcessNew"/>
    <dgm:cxn modelId="{35E8E00C-BDB5-4E78-8545-C081F9FF8806}" srcId="{48710613-CAF6-46E5-9F14-BBD63A0F4136}" destId="{3F2AD44E-5476-4269-A94E-4EFFEE5091CC}" srcOrd="1" destOrd="0" parTransId="{C6271AB3-AD5C-4B77-8F39-9EABB5ADBCEF}" sibTransId="{883F6DA5-7FD5-4CFC-82BD-FE9E978E1040}"/>
    <dgm:cxn modelId="{0C32BA0E-232D-40D6-BA84-06872D982A09}" type="presOf" srcId="{883F6DA5-7FD5-4CFC-82BD-FE9E978E1040}" destId="{DA9122A7-BDDC-4BFC-BD4B-F323FB262288}" srcOrd="1" destOrd="0" presId="urn:microsoft.com/office/officeart/2016/7/layout/RepeatingBendingProcessNew"/>
    <dgm:cxn modelId="{AEA60F28-023D-4DF0-A551-91401B45E6D9}" type="presOf" srcId="{225549A2-7AD4-4A4D-9CCB-54170705AFCF}" destId="{D3064EB4-3A35-498B-B6A9-A49B24F3FB8A}" srcOrd="0" destOrd="0" presId="urn:microsoft.com/office/officeart/2016/7/layout/RepeatingBendingProcessNew"/>
    <dgm:cxn modelId="{B17BE936-5B51-4A19-BDE2-A30BFD252692}" type="presOf" srcId="{8F00B81D-33A7-4C2C-912F-6B9BD8C82020}" destId="{D7670655-2E61-4213-BE81-CC6568E2879D}" srcOrd="0" destOrd="0" presId="urn:microsoft.com/office/officeart/2016/7/layout/RepeatingBendingProcessNew"/>
    <dgm:cxn modelId="{25449E38-877B-4C33-B54E-F2BBB35A96B6}" type="presOf" srcId="{883F6DA5-7FD5-4CFC-82BD-FE9E978E1040}" destId="{89DDA32C-E27E-4911-AFC4-3E7BE1AA3138}" srcOrd="0" destOrd="0" presId="urn:microsoft.com/office/officeart/2016/7/layout/RepeatingBendingProcessNew"/>
    <dgm:cxn modelId="{32B4593C-42FD-4285-AB3C-79D380316CB7}" srcId="{48710613-CAF6-46E5-9F14-BBD63A0F4136}" destId="{536CA455-D6EF-4989-882E-65C80E68C75C}" srcOrd="6" destOrd="0" parTransId="{96AA66BE-4B7D-4C2A-86C3-3A38A7D8E145}" sibTransId="{225549A2-7AD4-4A4D-9CCB-54170705AFCF}"/>
    <dgm:cxn modelId="{27C7AE5C-6987-4D21-835C-0CE604DE536A}" type="presOf" srcId="{5F98D128-C209-4E97-B44B-F7AF837EDD7E}" destId="{FDF5C748-0052-4062-8B74-A4E514AA05CC}" srcOrd="0" destOrd="0" presId="urn:microsoft.com/office/officeart/2016/7/layout/RepeatingBendingProcessNew"/>
    <dgm:cxn modelId="{EF390464-71E7-4FF8-A23E-26CC73FF5E18}" type="presOf" srcId="{79E08762-C502-42EE-A801-1769A595BB21}" destId="{78A034BA-2A7A-4E01-B1C2-74448C7DC213}" srcOrd="1" destOrd="0" presId="urn:microsoft.com/office/officeart/2016/7/layout/RepeatingBendingProcessNew"/>
    <dgm:cxn modelId="{A60C974A-992B-43D8-85A4-DA915B82E4E2}" type="presOf" srcId="{6E21A63E-E9A6-40AE-898C-3636755B7793}" destId="{EB56EC81-BFE9-4EEB-B2B7-DCE351C2C181}" srcOrd="1" destOrd="0" presId="urn:microsoft.com/office/officeart/2016/7/layout/RepeatingBendingProcessNew"/>
    <dgm:cxn modelId="{5137FE4A-A4BB-4BCD-9B39-3FA379DABC10}" type="presOf" srcId="{BF6F84C1-4841-4B73-B349-2932F64F7616}" destId="{EBC222E5-914B-4A77-9C34-26B8876B6865}" srcOrd="0" destOrd="0" presId="urn:microsoft.com/office/officeart/2016/7/layout/RepeatingBendingProcessNew"/>
    <dgm:cxn modelId="{4D9ACA8C-4D16-4699-B4D9-8E299A3E9E5D}" type="presOf" srcId="{CF12CD94-3A8D-4E4A-A972-23ED4D6F85FE}" destId="{64359831-519F-461E-A06E-C7B7999B7E44}" srcOrd="0" destOrd="0" presId="urn:microsoft.com/office/officeart/2016/7/layout/RepeatingBendingProcessNew"/>
    <dgm:cxn modelId="{7BD30F90-20D7-443C-B873-361DCF19B99B}" srcId="{48710613-CAF6-46E5-9F14-BBD63A0F4136}" destId="{79481A05-5B0B-4316-9981-F7935671DB23}" srcOrd="7" destOrd="0" parTransId="{BC5F6E1F-A572-4746-82E7-5C754330AB67}" sibTransId="{ED1475CA-6666-4644-9898-6E5EFB651F54}"/>
    <dgm:cxn modelId="{35CB3E97-9C84-4538-9584-0A6D11074938}" type="presOf" srcId="{DD64240A-4018-4E30-A5DA-27353EA4D61F}" destId="{E78D24D1-5B34-4C0D-81C6-609BD6F7E502}" srcOrd="0" destOrd="0" presId="urn:microsoft.com/office/officeart/2016/7/layout/RepeatingBendingProcessNew"/>
    <dgm:cxn modelId="{508AB299-E0D8-4CBC-A15D-DA62D56C1FED}" type="presOf" srcId="{43C90516-583E-47B7-8972-8FA7AE3D30F1}" destId="{599C557B-57D2-4F4A-971D-1C51A35499CD}" srcOrd="1" destOrd="0" presId="urn:microsoft.com/office/officeart/2016/7/layout/RepeatingBendingProcessNew"/>
    <dgm:cxn modelId="{77E8BA99-4D8A-4053-B6EB-DEBEC47B42AD}" type="presOf" srcId="{3075DC22-BBFA-41D0-81F0-A429488205C6}" destId="{F03976B9-9E18-48E6-8FB2-A2EE30ECDF34}" srcOrd="0" destOrd="0" presId="urn:microsoft.com/office/officeart/2016/7/layout/RepeatingBendingProcessNew"/>
    <dgm:cxn modelId="{F4D4929F-1B23-4652-AE8E-99E09725546D}" type="presOf" srcId="{79E08762-C502-42EE-A801-1769A595BB21}" destId="{B38DDFA9-4DA5-4FD9-9092-D9E858F14FBD}" srcOrd="0" destOrd="0" presId="urn:microsoft.com/office/officeart/2016/7/layout/RepeatingBendingProcessNew"/>
    <dgm:cxn modelId="{461FA09F-DB10-4371-825E-FBE26E38E4E9}" type="presOf" srcId="{536CA455-D6EF-4989-882E-65C80E68C75C}" destId="{D9DABFCF-3E2C-4BB2-A23A-EFE663AE9498}" srcOrd="0" destOrd="0" presId="urn:microsoft.com/office/officeart/2016/7/layout/RepeatingBendingProcessNew"/>
    <dgm:cxn modelId="{0DAB7FA1-8E7B-4186-B71B-2DF29993ED86}" type="presOf" srcId="{DD64240A-4018-4E30-A5DA-27353EA4D61F}" destId="{4B371E85-67C3-43BE-8FBF-5DDDD5396292}" srcOrd="1" destOrd="0" presId="urn:microsoft.com/office/officeart/2016/7/layout/RepeatingBendingProcessNew"/>
    <dgm:cxn modelId="{FAE02BA4-5540-4FDE-A31D-BDCC16C93F6B}" srcId="{48710613-CAF6-46E5-9F14-BBD63A0F4136}" destId="{BF6F84C1-4841-4B73-B349-2932F64F7616}" srcOrd="4" destOrd="0" parTransId="{2B85DD85-B67C-42E2-9A08-04A140354191}" sibTransId="{43C90516-583E-47B7-8972-8FA7AE3D30F1}"/>
    <dgm:cxn modelId="{1F1A00A8-3B7F-4B9D-9382-345CA20896D3}" srcId="{48710613-CAF6-46E5-9F14-BBD63A0F4136}" destId="{CF12CD94-3A8D-4E4A-A972-23ED4D6F85FE}" srcOrd="3" destOrd="0" parTransId="{9EB20546-BA4E-48BD-A5D2-F03BB879400B}" sibTransId="{6E21A63E-E9A6-40AE-898C-3636755B7793}"/>
    <dgm:cxn modelId="{7982FEAD-045B-4880-9B24-F8EAA51B2D17}" type="presOf" srcId="{225549A2-7AD4-4A4D-9CCB-54170705AFCF}" destId="{2A677A7D-97ED-43CF-872E-CE74DCC61B10}" srcOrd="1" destOrd="0" presId="urn:microsoft.com/office/officeart/2016/7/layout/RepeatingBendingProcessNew"/>
    <dgm:cxn modelId="{F75118BA-9C95-4953-B9B6-81A8D49B4666}" type="presOf" srcId="{79481A05-5B0B-4316-9981-F7935671DB23}" destId="{EAE45B7E-11FF-43DB-A50E-1C0C399505FA}" srcOrd="0" destOrd="0" presId="urn:microsoft.com/office/officeart/2016/7/layout/RepeatingBendingProcessNew"/>
    <dgm:cxn modelId="{71568DC3-66A1-4FA9-B960-562A434BABDF}" srcId="{48710613-CAF6-46E5-9F14-BBD63A0F4136}" destId="{3075DC22-BBFA-41D0-81F0-A429488205C6}" srcOrd="0" destOrd="0" parTransId="{6D5DC8DE-DDCB-43DC-9E86-B734AE652AA4}" sibTransId="{EAF86F55-BA35-4F52-A174-E54C9CAB7DEB}"/>
    <dgm:cxn modelId="{F0AFE0CA-0C97-4188-BA23-05E66AB7AD2B}" type="presOf" srcId="{ED1475CA-6666-4644-9898-6E5EFB651F54}" destId="{19E93A44-B729-4E6C-90E6-2EB5EA78416D}" srcOrd="1" destOrd="0" presId="urn:microsoft.com/office/officeart/2016/7/layout/RepeatingBendingProcessNew"/>
    <dgm:cxn modelId="{C1A476CB-D2EC-4797-B1FE-88A03F816020}" type="presOf" srcId="{EAF86F55-BA35-4F52-A174-E54C9CAB7DEB}" destId="{29733C94-A507-485F-87AE-0719F2BEBDB5}" srcOrd="0" destOrd="0" presId="urn:microsoft.com/office/officeart/2016/7/layout/RepeatingBendingProcessNew"/>
    <dgm:cxn modelId="{96BEAAD6-AD5D-4F46-9994-A13B1035DC7E}" srcId="{48710613-CAF6-46E5-9F14-BBD63A0F4136}" destId="{8F00B81D-33A7-4C2C-912F-6B9BD8C82020}" srcOrd="2" destOrd="0" parTransId="{09FFC616-74DF-4496-85AD-88801366D359}" sibTransId="{DD64240A-4018-4E30-A5DA-27353EA4D61F}"/>
    <dgm:cxn modelId="{F07981E1-4DAA-4EB3-9540-584B23DE98F0}" srcId="{48710613-CAF6-46E5-9F14-BBD63A0F4136}" destId="{42EE6AD0-8358-425A-AAEB-1CC0DB33D277}" srcOrd="5" destOrd="0" parTransId="{580CF8EA-213F-4384-88A2-781B83C43BF0}" sibTransId="{79E08762-C502-42EE-A801-1769A595BB21}"/>
    <dgm:cxn modelId="{80C390E5-B1CC-4C2E-BB0E-4B1117A838EC}" type="presOf" srcId="{EAF86F55-BA35-4F52-A174-E54C9CAB7DEB}" destId="{6619DE3F-3C8C-4AAF-B9F6-C1D3CEC2AB12}" srcOrd="1" destOrd="0" presId="urn:microsoft.com/office/officeart/2016/7/layout/RepeatingBendingProcessNew"/>
    <dgm:cxn modelId="{1D63FEEC-2F00-40E7-A504-209BCE937E96}" type="presOf" srcId="{42EE6AD0-8358-425A-AAEB-1CC0DB33D277}" destId="{37BE8FF6-74E9-49F6-8128-A5D2808A7463}" srcOrd="0" destOrd="0" presId="urn:microsoft.com/office/officeart/2016/7/layout/RepeatingBendingProcessNew"/>
    <dgm:cxn modelId="{383B5EF4-7761-4EED-8063-5A1C9D124E38}" type="presOf" srcId="{3F2AD44E-5476-4269-A94E-4EFFEE5091CC}" destId="{74DC61D4-D198-4625-9110-1E4CCB070197}" srcOrd="0" destOrd="0" presId="urn:microsoft.com/office/officeart/2016/7/layout/RepeatingBendingProcessNew"/>
    <dgm:cxn modelId="{73F393F5-9EC1-4DBC-872B-D34136A4B124}" srcId="{48710613-CAF6-46E5-9F14-BBD63A0F4136}" destId="{5F98D128-C209-4E97-B44B-F7AF837EDD7E}" srcOrd="8" destOrd="0" parTransId="{F8358BB0-2843-40E3-9CDD-6E9000F566A4}" sibTransId="{A54A05EA-AD55-4099-8BE1-ADFF487FEFA4}"/>
    <dgm:cxn modelId="{27987745-2DB8-4FEE-904D-270BC06236A9}" type="presParOf" srcId="{61FF38B2-850B-448D-BBD2-84600D538D25}" destId="{F03976B9-9E18-48E6-8FB2-A2EE30ECDF34}" srcOrd="0" destOrd="0" presId="urn:microsoft.com/office/officeart/2016/7/layout/RepeatingBendingProcessNew"/>
    <dgm:cxn modelId="{BD4D689A-1A2E-4FB2-B790-DEF3B7DA3B09}" type="presParOf" srcId="{61FF38B2-850B-448D-BBD2-84600D538D25}" destId="{29733C94-A507-485F-87AE-0719F2BEBDB5}" srcOrd="1" destOrd="0" presId="urn:microsoft.com/office/officeart/2016/7/layout/RepeatingBendingProcessNew"/>
    <dgm:cxn modelId="{7A498EB6-7B1D-4A04-87D2-883C239F8A73}" type="presParOf" srcId="{29733C94-A507-485F-87AE-0719F2BEBDB5}" destId="{6619DE3F-3C8C-4AAF-B9F6-C1D3CEC2AB12}" srcOrd="0" destOrd="0" presId="urn:microsoft.com/office/officeart/2016/7/layout/RepeatingBendingProcessNew"/>
    <dgm:cxn modelId="{F412508A-017B-46BB-B3E4-B99AD96E2BB8}" type="presParOf" srcId="{61FF38B2-850B-448D-BBD2-84600D538D25}" destId="{74DC61D4-D198-4625-9110-1E4CCB070197}" srcOrd="2" destOrd="0" presId="urn:microsoft.com/office/officeart/2016/7/layout/RepeatingBendingProcessNew"/>
    <dgm:cxn modelId="{ACC9D207-E709-4817-99A6-8CBE4F0A8C94}" type="presParOf" srcId="{61FF38B2-850B-448D-BBD2-84600D538D25}" destId="{89DDA32C-E27E-4911-AFC4-3E7BE1AA3138}" srcOrd="3" destOrd="0" presId="urn:microsoft.com/office/officeart/2016/7/layout/RepeatingBendingProcessNew"/>
    <dgm:cxn modelId="{4FEDED13-34CF-4F53-A182-2F9FF4F3F76E}" type="presParOf" srcId="{89DDA32C-E27E-4911-AFC4-3E7BE1AA3138}" destId="{DA9122A7-BDDC-4BFC-BD4B-F323FB262288}" srcOrd="0" destOrd="0" presId="urn:microsoft.com/office/officeart/2016/7/layout/RepeatingBendingProcessNew"/>
    <dgm:cxn modelId="{EAAD7F2C-D4C0-4ACA-90A5-E89C60B952A2}" type="presParOf" srcId="{61FF38B2-850B-448D-BBD2-84600D538D25}" destId="{D7670655-2E61-4213-BE81-CC6568E2879D}" srcOrd="4" destOrd="0" presId="urn:microsoft.com/office/officeart/2016/7/layout/RepeatingBendingProcessNew"/>
    <dgm:cxn modelId="{EB3C5AA0-8028-46C3-85C7-130A4F0A347E}" type="presParOf" srcId="{61FF38B2-850B-448D-BBD2-84600D538D25}" destId="{E78D24D1-5B34-4C0D-81C6-609BD6F7E502}" srcOrd="5" destOrd="0" presId="urn:microsoft.com/office/officeart/2016/7/layout/RepeatingBendingProcessNew"/>
    <dgm:cxn modelId="{E0DC2CC1-D9AE-4633-BE5C-90DD337DBF66}" type="presParOf" srcId="{E78D24D1-5B34-4C0D-81C6-609BD6F7E502}" destId="{4B371E85-67C3-43BE-8FBF-5DDDD5396292}" srcOrd="0" destOrd="0" presId="urn:microsoft.com/office/officeart/2016/7/layout/RepeatingBendingProcessNew"/>
    <dgm:cxn modelId="{75CE3B20-D479-4583-9FB8-833E180CC60B}" type="presParOf" srcId="{61FF38B2-850B-448D-BBD2-84600D538D25}" destId="{64359831-519F-461E-A06E-C7B7999B7E44}" srcOrd="6" destOrd="0" presId="urn:microsoft.com/office/officeart/2016/7/layout/RepeatingBendingProcessNew"/>
    <dgm:cxn modelId="{96F0CC3B-67F1-4C6D-BF6C-585F8EB759D1}" type="presParOf" srcId="{61FF38B2-850B-448D-BBD2-84600D538D25}" destId="{F6294E87-EBDC-4E7E-9DED-CCDC62242271}" srcOrd="7" destOrd="0" presId="urn:microsoft.com/office/officeart/2016/7/layout/RepeatingBendingProcessNew"/>
    <dgm:cxn modelId="{8333E8EF-DA54-48AD-8AD1-AE077F3E7DC7}" type="presParOf" srcId="{F6294E87-EBDC-4E7E-9DED-CCDC62242271}" destId="{EB56EC81-BFE9-4EEB-B2B7-DCE351C2C181}" srcOrd="0" destOrd="0" presId="urn:microsoft.com/office/officeart/2016/7/layout/RepeatingBendingProcessNew"/>
    <dgm:cxn modelId="{88F0BBE3-5EA8-43EE-B87E-508E26150C20}" type="presParOf" srcId="{61FF38B2-850B-448D-BBD2-84600D538D25}" destId="{EBC222E5-914B-4A77-9C34-26B8876B6865}" srcOrd="8" destOrd="0" presId="urn:microsoft.com/office/officeart/2016/7/layout/RepeatingBendingProcessNew"/>
    <dgm:cxn modelId="{33B9F77D-B88E-4790-85E2-1C026881C3B9}" type="presParOf" srcId="{61FF38B2-850B-448D-BBD2-84600D538D25}" destId="{A1798EE8-00C6-4CCB-A63B-0971FAEEA822}" srcOrd="9" destOrd="0" presId="urn:microsoft.com/office/officeart/2016/7/layout/RepeatingBendingProcessNew"/>
    <dgm:cxn modelId="{DE3EFA36-2463-4D34-94D6-94B2DA115E1A}" type="presParOf" srcId="{A1798EE8-00C6-4CCB-A63B-0971FAEEA822}" destId="{599C557B-57D2-4F4A-971D-1C51A35499CD}" srcOrd="0" destOrd="0" presId="urn:microsoft.com/office/officeart/2016/7/layout/RepeatingBendingProcessNew"/>
    <dgm:cxn modelId="{F16D29F6-2C8A-420D-8DC7-1D581299E937}" type="presParOf" srcId="{61FF38B2-850B-448D-BBD2-84600D538D25}" destId="{37BE8FF6-74E9-49F6-8128-A5D2808A7463}" srcOrd="10" destOrd="0" presId="urn:microsoft.com/office/officeart/2016/7/layout/RepeatingBendingProcessNew"/>
    <dgm:cxn modelId="{A63F793D-184F-4223-A0DF-2FB0DFC78D2A}" type="presParOf" srcId="{61FF38B2-850B-448D-BBD2-84600D538D25}" destId="{B38DDFA9-4DA5-4FD9-9092-D9E858F14FBD}" srcOrd="11" destOrd="0" presId="urn:microsoft.com/office/officeart/2016/7/layout/RepeatingBendingProcessNew"/>
    <dgm:cxn modelId="{1E9EE80A-DAD2-4CE3-B5EE-F240597077D5}" type="presParOf" srcId="{B38DDFA9-4DA5-4FD9-9092-D9E858F14FBD}" destId="{78A034BA-2A7A-4E01-B1C2-74448C7DC213}" srcOrd="0" destOrd="0" presId="urn:microsoft.com/office/officeart/2016/7/layout/RepeatingBendingProcessNew"/>
    <dgm:cxn modelId="{B091B1B2-A610-46F8-9E7C-B4D7206AE702}" type="presParOf" srcId="{61FF38B2-850B-448D-BBD2-84600D538D25}" destId="{D9DABFCF-3E2C-4BB2-A23A-EFE663AE9498}" srcOrd="12" destOrd="0" presId="urn:microsoft.com/office/officeart/2016/7/layout/RepeatingBendingProcessNew"/>
    <dgm:cxn modelId="{4D6F41CE-C905-4F36-B1FB-053E4B71C116}" type="presParOf" srcId="{61FF38B2-850B-448D-BBD2-84600D538D25}" destId="{D3064EB4-3A35-498B-B6A9-A49B24F3FB8A}" srcOrd="13" destOrd="0" presId="urn:microsoft.com/office/officeart/2016/7/layout/RepeatingBendingProcessNew"/>
    <dgm:cxn modelId="{1531677C-E2DB-4F6C-8E7F-A2BE8923C7A9}" type="presParOf" srcId="{D3064EB4-3A35-498B-B6A9-A49B24F3FB8A}" destId="{2A677A7D-97ED-43CF-872E-CE74DCC61B10}" srcOrd="0" destOrd="0" presId="urn:microsoft.com/office/officeart/2016/7/layout/RepeatingBendingProcessNew"/>
    <dgm:cxn modelId="{293D20AA-C959-4251-BB81-9A7B261C2B43}" type="presParOf" srcId="{61FF38B2-850B-448D-BBD2-84600D538D25}" destId="{EAE45B7E-11FF-43DB-A50E-1C0C399505FA}" srcOrd="14" destOrd="0" presId="urn:microsoft.com/office/officeart/2016/7/layout/RepeatingBendingProcessNew"/>
    <dgm:cxn modelId="{6F29D919-3DF2-4729-A4AC-D9E90FC0A0F9}" type="presParOf" srcId="{61FF38B2-850B-448D-BBD2-84600D538D25}" destId="{B4B08576-D253-424B-8CA0-1F41C0442CE4}" srcOrd="15" destOrd="0" presId="urn:microsoft.com/office/officeart/2016/7/layout/RepeatingBendingProcessNew"/>
    <dgm:cxn modelId="{90B80123-1A03-4F54-9709-9A65346A9613}" type="presParOf" srcId="{B4B08576-D253-424B-8CA0-1F41C0442CE4}" destId="{19E93A44-B729-4E6C-90E6-2EB5EA78416D}" srcOrd="0" destOrd="0" presId="urn:microsoft.com/office/officeart/2016/7/layout/RepeatingBendingProcessNew"/>
    <dgm:cxn modelId="{2834BF37-1EEB-4F96-B8E3-33242B93F6A2}" type="presParOf" srcId="{61FF38B2-850B-448D-BBD2-84600D538D25}" destId="{FDF5C748-0052-4062-8B74-A4E514AA05CC}" srcOrd="1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68310B-6797-45F6-9DEF-18B3C04ABF6D}" type="doc">
      <dgm:prSet loTypeId="urn:microsoft.com/office/officeart/2016/7/layout/LinearArrowProcessNumbered" loCatId="process" qsTypeId="urn:microsoft.com/office/officeart/2005/8/quickstyle/simple1" qsCatId="simple" csTypeId="urn:microsoft.com/office/officeart/2005/8/colors/accent1_2" csCatId="accent1"/>
      <dgm:spPr/>
      <dgm:t>
        <a:bodyPr/>
        <a:lstStyle/>
        <a:p>
          <a:endParaRPr lang="en-US"/>
        </a:p>
      </dgm:t>
    </dgm:pt>
    <dgm:pt modelId="{75C1CA5C-D029-4116-A273-2C18D69D8A83}">
      <dgm:prSet/>
      <dgm:spPr/>
      <dgm:t>
        <a:bodyPr/>
        <a:lstStyle/>
        <a:p>
          <a:r>
            <a:rPr lang="es-MX" b="1" i="0"/>
            <a:t>Ventajas y desventajas de la arquitectura orientada a servicios</a:t>
          </a:r>
          <a:endParaRPr lang="en-US"/>
        </a:p>
      </dgm:t>
    </dgm:pt>
    <dgm:pt modelId="{1F61B22A-B14A-45BC-A98A-3117112A1411}" type="parTrans" cxnId="{B558F010-2F65-42E8-AE5C-5982240AFE67}">
      <dgm:prSet/>
      <dgm:spPr/>
      <dgm:t>
        <a:bodyPr/>
        <a:lstStyle/>
        <a:p>
          <a:endParaRPr lang="en-US"/>
        </a:p>
      </dgm:t>
    </dgm:pt>
    <dgm:pt modelId="{74490926-75EE-4926-B409-289D808141EC}" type="sibTrans" cxnId="{B558F010-2F65-42E8-AE5C-5982240AFE67}">
      <dgm:prSet phldrT="1" phldr="0"/>
      <dgm:spPr/>
      <dgm:t>
        <a:bodyPr/>
        <a:lstStyle/>
        <a:p>
          <a:r>
            <a:rPr lang="en-US"/>
            <a:t>1</a:t>
          </a:r>
        </a:p>
      </dgm:t>
    </dgm:pt>
    <dgm:pt modelId="{249748D2-BE62-42D7-BD6C-20B838000154}">
      <dgm:prSet/>
      <dgm:spPr/>
      <dgm:t>
        <a:bodyPr/>
        <a:lstStyle/>
        <a:p>
          <a:r>
            <a:rPr lang="es-MX" b="1" i="0"/>
            <a:t>Reutilización de servicios</a:t>
          </a:r>
          <a:r>
            <a:rPr lang="es-MX" b="0" i="0"/>
            <a:t> : SOA permite la creación de servicios reutilizables, lo que permite su uso en diferentes aplicaciones comerciales.</a:t>
          </a:r>
          <a:endParaRPr lang="en-US"/>
        </a:p>
      </dgm:t>
    </dgm:pt>
    <dgm:pt modelId="{2FC25F57-E766-4A4B-B425-5F02D6621A02}" type="parTrans" cxnId="{E0F0D47C-3352-4A0C-AB63-C3975B507BD9}">
      <dgm:prSet/>
      <dgm:spPr/>
      <dgm:t>
        <a:bodyPr/>
        <a:lstStyle/>
        <a:p>
          <a:endParaRPr lang="en-US"/>
        </a:p>
      </dgm:t>
    </dgm:pt>
    <dgm:pt modelId="{12B4B1E9-2F53-4567-9F55-306A14834A01}" type="sibTrans" cxnId="{E0F0D47C-3352-4A0C-AB63-C3975B507BD9}">
      <dgm:prSet phldrT="2" phldr="0"/>
      <dgm:spPr/>
      <dgm:t>
        <a:bodyPr/>
        <a:lstStyle/>
        <a:p>
          <a:r>
            <a:rPr lang="en-US"/>
            <a:t>2</a:t>
          </a:r>
        </a:p>
      </dgm:t>
    </dgm:pt>
    <dgm:pt modelId="{B7DB2E55-7C16-4AA2-A6E1-E8761BD0E443}">
      <dgm:prSet/>
      <dgm:spPr/>
      <dgm:t>
        <a:bodyPr/>
        <a:lstStyle/>
        <a:p>
          <a:r>
            <a:rPr lang="es-MX" b="1" i="0"/>
            <a:t>Independencia de la plataforma</a:t>
          </a:r>
          <a:r>
            <a:rPr lang="es-MX" b="0" i="0"/>
            <a:t> : SOA permite  que los servicios sean independientes de la plataforma, lo que permite la comunicación a través de un protocolo estándar y mejora la interoperabilidad.</a:t>
          </a:r>
          <a:endParaRPr lang="en-US"/>
        </a:p>
      </dgm:t>
    </dgm:pt>
    <dgm:pt modelId="{8DFF2422-20D6-4634-B04F-6FA6E4C81982}" type="parTrans" cxnId="{64DA3854-6939-4FC5-9135-6287CE4E59AB}">
      <dgm:prSet/>
      <dgm:spPr/>
      <dgm:t>
        <a:bodyPr/>
        <a:lstStyle/>
        <a:p>
          <a:endParaRPr lang="en-US"/>
        </a:p>
      </dgm:t>
    </dgm:pt>
    <dgm:pt modelId="{37B5CE9C-5AFE-4CBE-87A5-7D5A8BFCE2DB}" type="sibTrans" cxnId="{64DA3854-6939-4FC5-9135-6287CE4E59AB}">
      <dgm:prSet phldrT="3" phldr="0"/>
      <dgm:spPr/>
      <dgm:t>
        <a:bodyPr/>
        <a:lstStyle/>
        <a:p>
          <a:r>
            <a:rPr lang="en-US"/>
            <a:t>3</a:t>
          </a:r>
        </a:p>
      </dgm:t>
    </dgm:pt>
    <dgm:pt modelId="{611DE1EF-3F8E-44B0-952E-871F9ED989E7}">
      <dgm:prSet/>
      <dgm:spPr/>
      <dgm:t>
        <a:bodyPr/>
        <a:lstStyle/>
        <a:p>
          <a:r>
            <a:rPr lang="es-MX" b="1" i="0"/>
            <a:t>Fácil mantenimiento</a:t>
          </a:r>
          <a:r>
            <a:rPr lang="es-MX" b="0" i="0"/>
            <a:t> : SOA promueve un mantenimiento fácil ya que los servicios son independientes y se pueden actualizar sin afectar a los demás.</a:t>
          </a:r>
          <a:endParaRPr lang="en-US"/>
        </a:p>
      </dgm:t>
    </dgm:pt>
    <dgm:pt modelId="{90E22BCD-BADC-436E-975B-8F213E608B8D}" type="parTrans" cxnId="{52A141D0-3BE4-49C2-8001-EEF5E1BB37E6}">
      <dgm:prSet/>
      <dgm:spPr/>
      <dgm:t>
        <a:bodyPr/>
        <a:lstStyle/>
        <a:p>
          <a:endParaRPr lang="en-US"/>
        </a:p>
      </dgm:t>
    </dgm:pt>
    <dgm:pt modelId="{5E0B3BD3-FAA0-4CA1-8E97-BFB57A8482FA}" type="sibTrans" cxnId="{52A141D0-3BE4-49C2-8001-EEF5E1BB37E6}">
      <dgm:prSet phldrT="4" phldr="0"/>
      <dgm:spPr/>
      <dgm:t>
        <a:bodyPr/>
        <a:lstStyle/>
        <a:p>
          <a:r>
            <a:rPr lang="en-US"/>
            <a:t>4</a:t>
          </a:r>
        </a:p>
      </dgm:t>
    </dgm:pt>
    <dgm:pt modelId="{A7DE2EEF-3850-4BB2-91EB-6EB152E3FA18}">
      <dgm:prSet/>
      <dgm:spPr/>
      <dgm:t>
        <a:bodyPr/>
        <a:lstStyle/>
        <a:p>
          <a:r>
            <a:rPr lang="es-MX" b="1" i="0"/>
            <a:t>Disponibilidad</a:t>
          </a:r>
          <a:r>
            <a:rPr lang="es-MX" b="0" i="0"/>
            <a:t> : </a:t>
          </a:r>
          <a:r>
            <a:rPr lang="es-MX" b="1" i="0"/>
            <a:t>SOA</a:t>
          </a:r>
          <a:r>
            <a:rPr lang="es-MX" b="0" i="0"/>
            <a:t> garantiza que los servicios estén disponibles bajo demanda, mejorando la accesibilidad de los sistemas distribuidos.</a:t>
          </a:r>
          <a:endParaRPr lang="en-US"/>
        </a:p>
      </dgm:t>
    </dgm:pt>
    <dgm:pt modelId="{4C62B513-693E-4394-B27E-30BB78317F64}" type="parTrans" cxnId="{48D20D9E-79D2-432C-BC08-D03BE1936C3B}">
      <dgm:prSet/>
      <dgm:spPr/>
      <dgm:t>
        <a:bodyPr/>
        <a:lstStyle/>
        <a:p>
          <a:endParaRPr lang="en-US"/>
        </a:p>
      </dgm:t>
    </dgm:pt>
    <dgm:pt modelId="{456829B9-2B0B-47D1-B616-F5AE6B8825C4}" type="sibTrans" cxnId="{48D20D9E-79D2-432C-BC08-D03BE1936C3B}">
      <dgm:prSet phldrT="5" phldr="0"/>
      <dgm:spPr/>
      <dgm:t>
        <a:bodyPr/>
        <a:lstStyle/>
        <a:p>
          <a:r>
            <a:rPr lang="en-US"/>
            <a:t>5</a:t>
          </a:r>
        </a:p>
      </dgm:t>
    </dgm:pt>
    <dgm:pt modelId="{52C1A780-7431-4CEB-9A29-BBA431DBD9F0}">
      <dgm:prSet/>
      <dgm:spPr/>
      <dgm:t>
        <a:bodyPr/>
        <a:lstStyle/>
        <a:p>
          <a:r>
            <a:rPr lang="es-MX" b="1" i="0"/>
            <a:t>Desarrollo paralelo</a:t>
          </a:r>
          <a:r>
            <a:rPr lang="es-MX" b="0" i="0"/>
            <a:t> : SOA admite el desarrollo paralelo, acelerando el proceso de desarrollo.</a:t>
          </a:r>
          <a:endParaRPr lang="en-US"/>
        </a:p>
      </dgm:t>
    </dgm:pt>
    <dgm:pt modelId="{275583DE-680F-48D1-AAB5-42326C6CADEA}" type="parTrans" cxnId="{7ACC650D-D21A-45D7-A16C-C8C71702AECC}">
      <dgm:prSet/>
      <dgm:spPr/>
      <dgm:t>
        <a:bodyPr/>
        <a:lstStyle/>
        <a:p>
          <a:endParaRPr lang="en-US"/>
        </a:p>
      </dgm:t>
    </dgm:pt>
    <dgm:pt modelId="{C2E59643-9ABE-4FD0-AB47-E951B8BEC5DF}" type="sibTrans" cxnId="{7ACC650D-D21A-45D7-A16C-C8C71702AECC}">
      <dgm:prSet phldrT="6" phldr="0"/>
      <dgm:spPr/>
      <dgm:t>
        <a:bodyPr/>
        <a:lstStyle/>
        <a:p>
          <a:r>
            <a:rPr lang="en-US"/>
            <a:t>6</a:t>
          </a:r>
        </a:p>
      </dgm:t>
    </dgm:pt>
    <dgm:pt modelId="{12AB6D1F-5291-4FB8-9821-3903002B105A}">
      <dgm:prSet/>
      <dgm:spPr/>
      <dgm:t>
        <a:bodyPr/>
        <a:lstStyle/>
        <a:p>
          <a:r>
            <a:rPr lang="es-MX" b="1"/>
            <a:t>Confiabilidad</a:t>
          </a:r>
          <a:r>
            <a:rPr lang="es-MX"/>
            <a:t> : SOA mejora la confiabilidad al permitir pruebas más sencillas de unidades de código más pequeñas, mejorando así la calidad del servicio.</a:t>
          </a:r>
          <a:endParaRPr lang="en-US"/>
        </a:p>
      </dgm:t>
    </dgm:pt>
    <dgm:pt modelId="{BBC93BC0-A359-4379-A387-AC5DD94C83DE}" type="parTrans" cxnId="{9A274C88-0FA0-40A5-9B01-3A5FB9A6A1F4}">
      <dgm:prSet/>
      <dgm:spPr/>
      <dgm:t>
        <a:bodyPr/>
        <a:lstStyle/>
        <a:p>
          <a:endParaRPr lang="en-US"/>
        </a:p>
      </dgm:t>
    </dgm:pt>
    <dgm:pt modelId="{E8BC66D0-B2F7-473C-A115-50B8ACA6297A}" type="sibTrans" cxnId="{9A274C88-0FA0-40A5-9B01-3A5FB9A6A1F4}">
      <dgm:prSet phldrT="7" phldr="0"/>
      <dgm:spPr/>
      <dgm:t>
        <a:bodyPr/>
        <a:lstStyle/>
        <a:p>
          <a:r>
            <a:rPr lang="en-US"/>
            <a:t>7</a:t>
          </a:r>
        </a:p>
      </dgm:t>
    </dgm:pt>
    <dgm:pt modelId="{C8145F55-292F-4B44-8B93-EBD92E1F94C8}">
      <dgm:prSet/>
      <dgm:spPr/>
      <dgm:t>
        <a:bodyPr/>
        <a:lstStyle/>
        <a:p>
          <a:r>
            <a:rPr lang="es-MX" b="1"/>
            <a:t>Escalabilidad</a:t>
          </a:r>
          <a:r>
            <a:rPr lang="es-MX"/>
            <a:t> : SOA admite escalabilidad ya que los servicios pueden ejecutarse en múltiples servidores.</a:t>
          </a:r>
          <a:endParaRPr lang="en-US"/>
        </a:p>
      </dgm:t>
    </dgm:pt>
    <dgm:pt modelId="{D98242CC-D28A-41F7-B306-78432AF77107}" type="parTrans" cxnId="{88EBC540-74AD-4E77-BB74-34FD1460706B}">
      <dgm:prSet/>
      <dgm:spPr/>
      <dgm:t>
        <a:bodyPr/>
        <a:lstStyle/>
        <a:p>
          <a:endParaRPr lang="en-US"/>
        </a:p>
      </dgm:t>
    </dgm:pt>
    <dgm:pt modelId="{592C9369-3FF5-4EAA-BEBE-C3D6D841559B}" type="sibTrans" cxnId="{88EBC540-74AD-4E77-BB74-34FD1460706B}">
      <dgm:prSet phldrT="8" phldr="0"/>
      <dgm:spPr/>
      <dgm:t>
        <a:bodyPr/>
        <a:lstStyle/>
        <a:p>
          <a:r>
            <a:rPr lang="en-US"/>
            <a:t>8</a:t>
          </a:r>
        </a:p>
      </dgm:t>
    </dgm:pt>
    <dgm:pt modelId="{F684BD21-ACFE-4CD2-843A-EDC4E6480FE3}" type="pres">
      <dgm:prSet presAssocID="{0468310B-6797-45F6-9DEF-18B3C04ABF6D}" presName="linearFlow" presStyleCnt="0">
        <dgm:presLayoutVars>
          <dgm:dir/>
          <dgm:animLvl val="lvl"/>
          <dgm:resizeHandles val="exact"/>
        </dgm:presLayoutVars>
      </dgm:prSet>
      <dgm:spPr/>
    </dgm:pt>
    <dgm:pt modelId="{1989D5AA-2EAD-47D6-B1D2-C4DCB479D73A}" type="pres">
      <dgm:prSet presAssocID="{75C1CA5C-D029-4116-A273-2C18D69D8A83}" presName="compositeNode" presStyleCnt="0"/>
      <dgm:spPr/>
    </dgm:pt>
    <dgm:pt modelId="{A85942FA-D649-46BC-A0B8-CAC89796C7F8}" type="pres">
      <dgm:prSet presAssocID="{75C1CA5C-D029-4116-A273-2C18D69D8A83}" presName="parTx" presStyleLbl="node1" presStyleIdx="0" presStyleCnt="0">
        <dgm:presLayoutVars>
          <dgm:chMax val="0"/>
          <dgm:chPref val="0"/>
          <dgm:bulletEnabled val="1"/>
        </dgm:presLayoutVars>
      </dgm:prSet>
      <dgm:spPr/>
    </dgm:pt>
    <dgm:pt modelId="{E2B23DFA-9305-4D6D-B8C6-D80D891CFF97}" type="pres">
      <dgm:prSet presAssocID="{75C1CA5C-D029-4116-A273-2C18D69D8A83}" presName="parSh" presStyleCnt="0"/>
      <dgm:spPr/>
    </dgm:pt>
    <dgm:pt modelId="{A9379B74-AE11-44A9-BABD-27EA1D305037}" type="pres">
      <dgm:prSet presAssocID="{75C1CA5C-D029-4116-A273-2C18D69D8A83}" presName="lineNode" presStyleLbl="alignAccFollowNode1" presStyleIdx="0" presStyleCnt="24"/>
      <dgm:spPr/>
    </dgm:pt>
    <dgm:pt modelId="{4E9C1D43-2BDB-4FA5-8584-7EABD153DC6A}" type="pres">
      <dgm:prSet presAssocID="{75C1CA5C-D029-4116-A273-2C18D69D8A83}" presName="lineArrowNode" presStyleLbl="alignAccFollowNode1" presStyleIdx="1" presStyleCnt="24"/>
      <dgm:spPr/>
    </dgm:pt>
    <dgm:pt modelId="{E6F6C71B-70F1-404A-880A-AB36ADC230EE}" type="pres">
      <dgm:prSet presAssocID="{74490926-75EE-4926-B409-289D808141EC}" presName="sibTransNodeCircle" presStyleLbl="alignNode1" presStyleIdx="0" presStyleCnt="8">
        <dgm:presLayoutVars>
          <dgm:chMax val="0"/>
          <dgm:bulletEnabled/>
        </dgm:presLayoutVars>
      </dgm:prSet>
      <dgm:spPr/>
    </dgm:pt>
    <dgm:pt modelId="{F9BE18E8-2FE4-4D4B-9241-40A2BB3875AA}" type="pres">
      <dgm:prSet presAssocID="{74490926-75EE-4926-B409-289D808141EC}" presName="spacerBetweenCircleAndCallout" presStyleCnt="0">
        <dgm:presLayoutVars/>
      </dgm:prSet>
      <dgm:spPr/>
    </dgm:pt>
    <dgm:pt modelId="{B70A00C0-6F0C-427C-91DE-0972E244FE41}" type="pres">
      <dgm:prSet presAssocID="{75C1CA5C-D029-4116-A273-2C18D69D8A83}" presName="nodeText" presStyleLbl="alignAccFollowNode1" presStyleIdx="2" presStyleCnt="24">
        <dgm:presLayoutVars>
          <dgm:bulletEnabled val="1"/>
        </dgm:presLayoutVars>
      </dgm:prSet>
      <dgm:spPr/>
    </dgm:pt>
    <dgm:pt modelId="{D263A36E-E1BE-4BD6-866C-69C9C5783735}" type="pres">
      <dgm:prSet presAssocID="{74490926-75EE-4926-B409-289D808141EC}" presName="sibTransComposite" presStyleCnt="0"/>
      <dgm:spPr/>
    </dgm:pt>
    <dgm:pt modelId="{36912CA2-AD79-4EB2-897C-F277436641E3}" type="pres">
      <dgm:prSet presAssocID="{249748D2-BE62-42D7-BD6C-20B838000154}" presName="compositeNode" presStyleCnt="0"/>
      <dgm:spPr/>
    </dgm:pt>
    <dgm:pt modelId="{B8D1515D-8691-44B5-B134-F3728B0C0964}" type="pres">
      <dgm:prSet presAssocID="{249748D2-BE62-42D7-BD6C-20B838000154}" presName="parTx" presStyleLbl="node1" presStyleIdx="0" presStyleCnt="0">
        <dgm:presLayoutVars>
          <dgm:chMax val="0"/>
          <dgm:chPref val="0"/>
          <dgm:bulletEnabled val="1"/>
        </dgm:presLayoutVars>
      </dgm:prSet>
      <dgm:spPr/>
    </dgm:pt>
    <dgm:pt modelId="{BAE9B399-E42F-4968-A070-EEC8DFC9CE26}" type="pres">
      <dgm:prSet presAssocID="{249748D2-BE62-42D7-BD6C-20B838000154}" presName="parSh" presStyleCnt="0"/>
      <dgm:spPr/>
    </dgm:pt>
    <dgm:pt modelId="{4F950681-6C71-4CEF-A5F1-4338A0390DF7}" type="pres">
      <dgm:prSet presAssocID="{249748D2-BE62-42D7-BD6C-20B838000154}" presName="lineNode" presStyleLbl="alignAccFollowNode1" presStyleIdx="3" presStyleCnt="24"/>
      <dgm:spPr/>
    </dgm:pt>
    <dgm:pt modelId="{4DB8AAF6-E127-4083-BBB2-0620FFC44CF0}" type="pres">
      <dgm:prSet presAssocID="{249748D2-BE62-42D7-BD6C-20B838000154}" presName="lineArrowNode" presStyleLbl="alignAccFollowNode1" presStyleIdx="4" presStyleCnt="24"/>
      <dgm:spPr/>
    </dgm:pt>
    <dgm:pt modelId="{8C62AB1A-8A5E-4325-9652-6A0FA5693F89}" type="pres">
      <dgm:prSet presAssocID="{12B4B1E9-2F53-4567-9F55-306A14834A01}" presName="sibTransNodeCircle" presStyleLbl="alignNode1" presStyleIdx="1" presStyleCnt="8">
        <dgm:presLayoutVars>
          <dgm:chMax val="0"/>
          <dgm:bulletEnabled/>
        </dgm:presLayoutVars>
      </dgm:prSet>
      <dgm:spPr/>
    </dgm:pt>
    <dgm:pt modelId="{B0D563EE-C8E7-4624-91A0-47728EE7421D}" type="pres">
      <dgm:prSet presAssocID="{12B4B1E9-2F53-4567-9F55-306A14834A01}" presName="spacerBetweenCircleAndCallout" presStyleCnt="0">
        <dgm:presLayoutVars/>
      </dgm:prSet>
      <dgm:spPr/>
    </dgm:pt>
    <dgm:pt modelId="{187B6DBA-2A88-4020-9A0C-7C5EBBF271D1}" type="pres">
      <dgm:prSet presAssocID="{249748D2-BE62-42D7-BD6C-20B838000154}" presName="nodeText" presStyleLbl="alignAccFollowNode1" presStyleIdx="5" presStyleCnt="24">
        <dgm:presLayoutVars>
          <dgm:bulletEnabled val="1"/>
        </dgm:presLayoutVars>
      </dgm:prSet>
      <dgm:spPr/>
    </dgm:pt>
    <dgm:pt modelId="{0CDEA39D-B16E-436D-A2E8-B6453B829D36}" type="pres">
      <dgm:prSet presAssocID="{12B4B1E9-2F53-4567-9F55-306A14834A01}" presName="sibTransComposite" presStyleCnt="0"/>
      <dgm:spPr/>
    </dgm:pt>
    <dgm:pt modelId="{B7858BEB-88E0-4CC1-AD68-191097250DC9}" type="pres">
      <dgm:prSet presAssocID="{B7DB2E55-7C16-4AA2-A6E1-E8761BD0E443}" presName="compositeNode" presStyleCnt="0"/>
      <dgm:spPr/>
    </dgm:pt>
    <dgm:pt modelId="{7060EC83-3CF2-4543-9E90-9FDA89E37960}" type="pres">
      <dgm:prSet presAssocID="{B7DB2E55-7C16-4AA2-A6E1-E8761BD0E443}" presName="parTx" presStyleLbl="node1" presStyleIdx="0" presStyleCnt="0">
        <dgm:presLayoutVars>
          <dgm:chMax val="0"/>
          <dgm:chPref val="0"/>
          <dgm:bulletEnabled val="1"/>
        </dgm:presLayoutVars>
      </dgm:prSet>
      <dgm:spPr/>
    </dgm:pt>
    <dgm:pt modelId="{C0941207-95A7-4B70-9223-8A57DBC7C9BD}" type="pres">
      <dgm:prSet presAssocID="{B7DB2E55-7C16-4AA2-A6E1-E8761BD0E443}" presName="parSh" presStyleCnt="0"/>
      <dgm:spPr/>
    </dgm:pt>
    <dgm:pt modelId="{A7A0ACEF-9198-4B85-81E6-5203E7A5E3CD}" type="pres">
      <dgm:prSet presAssocID="{B7DB2E55-7C16-4AA2-A6E1-E8761BD0E443}" presName="lineNode" presStyleLbl="alignAccFollowNode1" presStyleIdx="6" presStyleCnt="24"/>
      <dgm:spPr/>
    </dgm:pt>
    <dgm:pt modelId="{1E18F4D4-AAC6-43C5-BF51-1090D88C53AD}" type="pres">
      <dgm:prSet presAssocID="{B7DB2E55-7C16-4AA2-A6E1-E8761BD0E443}" presName="lineArrowNode" presStyleLbl="alignAccFollowNode1" presStyleIdx="7" presStyleCnt="24"/>
      <dgm:spPr/>
    </dgm:pt>
    <dgm:pt modelId="{BB0364D9-E883-4596-BB22-E0A2D4FD9231}" type="pres">
      <dgm:prSet presAssocID="{37B5CE9C-5AFE-4CBE-87A5-7D5A8BFCE2DB}" presName="sibTransNodeCircle" presStyleLbl="alignNode1" presStyleIdx="2" presStyleCnt="8">
        <dgm:presLayoutVars>
          <dgm:chMax val="0"/>
          <dgm:bulletEnabled/>
        </dgm:presLayoutVars>
      </dgm:prSet>
      <dgm:spPr/>
    </dgm:pt>
    <dgm:pt modelId="{2DA5E2BE-9B4C-46A2-A703-C5A3BE1BCCE5}" type="pres">
      <dgm:prSet presAssocID="{37B5CE9C-5AFE-4CBE-87A5-7D5A8BFCE2DB}" presName="spacerBetweenCircleAndCallout" presStyleCnt="0">
        <dgm:presLayoutVars/>
      </dgm:prSet>
      <dgm:spPr/>
    </dgm:pt>
    <dgm:pt modelId="{C15CED51-98D0-4E78-B15D-BCE339BF8A81}" type="pres">
      <dgm:prSet presAssocID="{B7DB2E55-7C16-4AA2-A6E1-E8761BD0E443}" presName="nodeText" presStyleLbl="alignAccFollowNode1" presStyleIdx="8" presStyleCnt="24">
        <dgm:presLayoutVars>
          <dgm:bulletEnabled val="1"/>
        </dgm:presLayoutVars>
      </dgm:prSet>
      <dgm:spPr/>
    </dgm:pt>
    <dgm:pt modelId="{3788C9E2-00B5-44F0-AB65-3D2430D1B756}" type="pres">
      <dgm:prSet presAssocID="{37B5CE9C-5AFE-4CBE-87A5-7D5A8BFCE2DB}" presName="sibTransComposite" presStyleCnt="0"/>
      <dgm:spPr/>
    </dgm:pt>
    <dgm:pt modelId="{06DE6624-6CBF-4C09-8616-C00F63C078D5}" type="pres">
      <dgm:prSet presAssocID="{611DE1EF-3F8E-44B0-952E-871F9ED989E7}" presName="compositeNode" presStyleCnt="0"/>
      <dgm:spPr/>
    </dgm:pt>
    <dgm:pt modelId="{40A2FF4C-3BE9-483D-8B26-692288EC29D5}" type="pres">
      <dgm:prSet presAssocID="{611DE1EF-3F8E-44B0-952E-871F9ED989E7}" presName="parTx" presStyleLbl="node1" presStyleIdx="0" presStyleCnt="0">
        <dgm:presLayoutVars>
          <dgm:chMax val="0"/>
          <dgm:chPref val="0"/>
          <dgm:bulletEnabled val="1"/>
        </dgm:presLayoutVars>
      </dgm:prSet>
      <dgm:spPr/>
    </dgm:pt>
    <dgm:pt modelId="{1FF93492-EE7E-4A1F-8793-890273491069}" type="pres">
      <dgm:prSet presAssocID="{611DE1EF-3F8E-44B0-952E-871F9ED989E7}" presName="parSh" presStyleCnt="0"/>
      <dgm:spPr/>
    </dgm:pt>
    <dgm:pt modelId="{C541530D-C42E-417C-97FB-616550A7EE97}" type="pres">
      <dgm:prSet presAssocID="{611DE1EF-3F8E-44B0-952E-871F9ED989E7}" presName="lineNode" presStyleLbl="alignAccFollowNode1" presStyleIdx="9" presStyleCnt="24"/>
      <dgm:spPr/>
    </dgm:pt>
    <dgm:pt modelId="{0E3A29CB-6407-4C19-B8C0-B09BC36AC869}" type="pres">
      <dgm:prSet presAssocID="{611DE1EF-3F8E-44B0-952E-871F9ED989E7}" presName="lineArrowNode" presStyleLbl="alignAccFollowNode1" presStyleIdx="10" presStyleCnt="24"/>
      <dgm:spPr/>
    </dgm:pt>
    <dgm:pt modelId="{B529EFAB-D332-495A-9605-059D94F9BF21}" type="pres">
      <dgm:prSet presAssocID="{5E0B3BD3-FAA0-4CA1-8E97-BFB57A8482FA}" presName="sibTransNodeCircle" presStyleLbl="alignNode1" presStyleIdx="3" presStyleCnt="8">
        <dgm:presLayoutVars>
          <dgm:chMax val="0"/>
          <dgm:bulletEnabled/>
        </dgm:presLayoutVars>
      </dgm:prSet>
      <dgm:spPr/>
    </dgm:pt>
    <dgm:pt modelId="{CE31E8A0-3B26-4FBC-96D1-F03AE1AAFC4A}" type="pres">
      <dgm:prSet presAssocID="{5E0B3BD3-FAA0-4CA1-8E97-BFB57A8482FA}" presName="spacerBetweenCircleAndCallout" presStyleCnt="0">
        <dgm:presLayoutVars/>
      </dgm:prSet>
      <dgm:spPr/>
    </dgm:pt>
    <dgm:pt modelId="{AF46B1E7-A880-45E2-9115-5C65AB4D6DAC}" type="pres">
      <dgm:prSet presAssocID="{611DE1EF-3F8E-44B0-952E-871F9ED989E7}" presName="nodeText" presStyleLbl="alignAccFollowNode1" presStyleIdx="11" presStyleCnt="24">
        <dgm:presLayoutVars>
          <dgm:bulletEnabled val="1"/>
        </dgm:presLayoutVars>
      </dgm:prSet>
      <dgm:spPr/>
    </dgm:pt>
    <dgm:pt modelId="{EC36FCCE-D3F2-4925-BCD1-301ACEAA5ED6}" type="pres">
      <dgm:prSet presAssocID="{5E0B3BD3-FAA0-4CA1-8E97-BFB57A8482FA}" presName="sibTransComposite" presStyleCnt="0"/>
      <dgm:spPr/>
    </dgm:pt>
    <dgm:pt modelId="{7F0AC19A-9219-4124-AAC0-493276F39866}" type="pres">
      <dgm:prSet presAssocID="{A7DE2EEF-3850-4BB2-91EB-6EB152E3FA18}" presName="compositeNode" presStyleCnt="0"/>
      <dgm:spPr/>
    </dgm:pt>
    <dgm:pt modelId="{F4D3F803-D61E-4D32-8FC7-AE35C8F0F953}" type="pres">
      <dgm:prSet presAssocID="{A7DE2EEF-3850-4BB2-91EB-6EB152E3FA18}" presName="parTx" presStyleLbl="node1" presStyleIdx="0" presStyleCnt="0">
        <dgm:presLayoutVars>
          <dgm:chMax val="0"/>
          <dgm:chPref val="0"/>
          <dgm:bulletEnabled val="1"/>
        </dgm:presLayoutVars>
      </dgm:prSet>
      <dgm:spPr/>
    </dgm:pt>
    <dgm:pt modelId="{A1DAC5CF-D21D-4A66-AA79-81AAB5B0809C}" type="pres">
      <dgm:prSet presAssocID="{A7DE2EEF-3850-4BB2-91EB-6EB152E3FA18}" presName="parSh" presStyleCnt="0"/>
      <dgm:spPr/>
    </dgm:pt>
    <dgm:pt modelId="{A79175AB-41F0-41E3-AD32-15431B821174}" type="pres">
      <dgm:prSet presAssocID="{A7DE2EEF-3850-4BB2-91EB-6EB152E3FA18}" presName="lineNode" presStyleLbl="alignAccFollowNode1" presStyleIdx="12" presStyleCnt="24"/>
      <dgm:spPr/>
    </dgm:pt>
    <dgm:pt modelId="{5F11B74C-F743-4A83-BB99-5D3E1BE6FC9C}" type="pres">
      <dgm:prSet presAssocID="{A7DE2EEF-3850-4BB2-91EB-6EB152E3FA18}" presName="lineArrowNode" presStyleLbl="alignAccFollowNode1" presStyleIdx="13" presStyleCnt="24"/>
      <dgm:spPr/>
    </dgm:pt>
    <dgm:pt modelId="{B307A3AC-B374-4279-9E5D-53E3F3AF5B30}" type="pres">
      <dgm:prSet presAssocID="{456829B9-2B0B-47D1-B616-F5AE6B8825C4}" presName="sibTransNodeCircle" presStyleLbl="alignNode1" presStyleIdx="4" presStyleCnt="8">
        <dgm:presLayoutVars>
          <dgm:chMax val="0"/>
          <dgm:bulletEnabled/>
        </dgm:presLayoutVars>
      </dgm:prSet>
      <dgm:spPr/>
    </dgm:pt>
    <dgm:pt modelId="{0B78F2A2-C968-46C9-AD1F-1D1A35C61D49}" type="pres">
      <dgm:prSet presAssocID="{456829B9-2B0B-47D1-B616-F5AE6B8825C4}" presName="spacerBetweenCircleAndCallout" presStyleCnt="0">
        <dgm:presLayoutVars/>
      </dgm:prSet>
      <dgm:spPr/>
    </dgm:pt>
    <dgm:pt modelId="{1C38D880-D28E-49F6-ADBF-14D263529727}" type="pres">
      <dgm:prSet presAssocID="{A7DE2EEF-3850-4BB2-91EB-6EB152E3FA18}" presName="nodeText" presStyleLbl="alignAccFollowNode1" presStyleIdx="14" presStyleCnt="24">
        <dgm:presLayoutVars>
          <dgm:bulletEnabled val="1"/>
        </dgm:presLayoutVars>
      </dgm:prSet>
      <dgm:spPr/>
    </dgm:pt>
    <dgm:pt modelId="{5BAE8598-B0DE-4127-8F5D-2ADD3C27D9CA}" type="pres">
      <dgm:prSet presAssocID="{456829B9-2B0B-47D1-B616-F5AE6B8825C4}" presName="sibTransComposite" presStyleCnt="0"/>
      <dgm:spPr/>
    </dgm:pt>
    <dgm:pt modelId="{262EC62F-D03D-4D5E-A9D6-4773BAE03FB3}" type="pres">
      <dgm:prSet presAssocID="{52C1A780-7431-4CEB-9A29-BBA431DBD9F0}" presName="compositeNode" presStyleCnt="0"/>
      <dgm:spPr/>
    </dgm:pt>
    <dgm:pt modelId="{4E50CD02-A7D4-4E12-A020-FA162099A499}" type="pres">
      <dgm:prSet presAssocID="{52C1A780-7431-4CEB-9A29-BBA431DBD9F0}" presName="parTx" presStyleLbl="node1" presStyleIdx="0" presStyleCnt="0">
        <dgm:presLayoutVars>
          <dgm:chMax val="0"/>
          <dgm:chPref val="0"/>
          <dgm:bulletEnabled val="1"/>
        </dgm:presLayoutVars>
      </dgm:prSet>
      <dgm:spPr/>
    </dgm:pt>
    <dgm:pt modelId="{E497FDDF-F472-4628-82AC-013D4035A59E}" type="pres">
      <dgm:prSet presAssocID="{52C1A780-7431-4CEB-9A29-BBA431DBD9F0}" presName="parSh" presStyleCnt="0"/>
      <dgm:spPr/>
    </dgm:pt>
    <dgm:pt modelId="{3994F849-98DD-4220-8C8C-1E7669D3D39F}" type="pres">
      <dgm:prSet presAssocID="{52C1A780-7431-4CEB-9A29-BBA431DBD9F0}" presName="lineNode" presStyleLbl="alignAccFollowNode1" presStyleIdx="15" presStyleCnt="24"/>
      <dgm:spPr/>
    </dgm:pt>
    <dgm:pt modelId="{F2A9D01F-157E-4D87-B4DC-26B642336319}" type="pres">
      <dgm:prSet presAssocID="{52C1A780-7431-4CEB-9A29-BBA431DBD9F0}" presName="lineArrowNode" presStyleLbl="alignAccFollowNode1" presStyleIdx="16" presStyleCnt="24"/>
      <dgm:spPr/>
    </dgm:pt>
    <dgm:pt modelId="{4A5A9003-47C7-4838-A6FF-332051EC556D}" type="pres">
      <dgm:prSet presAssocID="{C2E59643-9ABE-4FD0-AB47-E951B8BEC5DF}" presName="sibTransNodeCircle" presStyleLbl="alignNode1" presStyleIdx="5" presStyleCnt="8">
        <dgm:presLayoutVars>
          <dgm:chMax val="0"/>
          <dgm:bulletEnabled/>
        </dgm:presLayoutVars>
      </dgm:prSet>
      <dgm:spPr/>
    </dgm:pt>
    <dgm:pt modelId="{EBC56908-8FE6-4DE0-9B24-D50796E5E62C}" type="pres">
      <dgm:prSet presAssocID="{C2E59643-9ABE-4FD0-AB47-E951B8BEC5DF}" presName="spacerBetweenCircleAndCallout" presStyleCnt="0">
        <dgm:presLayoutVars/>
      </dgm:prSet>
      <dgm:spPr/>
    </dgm:pt>
    <dgm:pt modelId="{6E38DAC5-69B3-4097-B69A-28966DF1D871}" type="pres">
      <dgm:prSet presAssocID="{52C1A780-7431-4CEB-9A29-BBA431DBD9F0}" presName="nodeText" presStyleLbl="alignAccFollowNode1" presStyleIdx="17" presStyleCnt="24">
        <dgm:presLayoutVars>
          <dgm:bulletEnabled val="1"/>
        </dgm:presLayoutVars>
      </dgm:prSet>
      <dgm:spPr/>
    </dgm:pt>
    <dgm:pt modelId="{DD02D52B-7B3D-4C91-ABC7-90E05115CCE1}" type="pres">
      <dgm:prSet presAssocID="{C2E59643-9ABE-4FD0-AB47-E951B8BEC5DF}" presName="sibTransComposite" presStyleCnt="0"/>
      <dgm:spPr/>
    </dgm:pt>
    <dgm:pt modelId="{522859E5-B0D1-4703-B680-7DC4891B20F1}" type="pres">
      <dgm:prSet presAssocID="{12AB6D1F-5291-4FB8-9821-3903002B105A}" presName="compositeNode" presStyleCnt="0"/>
      <dgm:spPr/>
    </dgm:pt>
    <dgm:pt modelId="{58A53A7E-81EE-40BA-AACC-254D6D55242C}" type="pres">
      <dgm:prSet presAssocID="{12AB6D1F-5291-4FB8-9821-3903002B105A}" presName="parTx" presStyleLbl="node1" presStyleIdx="0" presStyleCnt="0">
        <dgm:presLayoutVars>
          <dgm:chMax val="0"/>
          <dgm:chPref val="0"/>
          <dgm:bulletEnabled val="1"/>
        </dgm:presLayoutVars>
      </dgm:prSet>
      <dgm:spPr/>
    </dgm:pt>
    <dgm:pt modelId="{C93C3E69-A3E6-4BC5-B170-68B2743DA9E6}" type="pres">
      <dgm:prSet presAssocID="{12AB6D1F-5291-4FB8-9821-3903002B105A}" presName="parSh" presStyleCnt="0"/>
      <dgm:spPr/>
    </dgm:pt>
    <dgm:pt modelId="{93827BEB-7965-4215-95C9-0582E7EC444E}" type="pres">
      <dgm:prSet presAssocID="{12AB6D1F-5291-4FB8-9821-3903002B105A}" presName="lineNode" presStyleLbl="alignAccFollowNode1" presStyleIdx="18" presStyleCnt="24"/>
      <dgm:spPr/>
    </dgm:pt>
    <dgm:pt modelId="{2C9CF794-24E3-4E1D-89DE-3552443A8AC8}" type="pres">
      <dgm:prSet presAssocID="{12AB6D1F-5291-4FB8-9821-3903002B105A}" presName="lineArrowNode" presStyleLbl="alignAccFollowNode1" presStyleIdx="19" presStyleCnt="24"/>
      <dgm:spPr/>
    </dgm:pt>
    <dgm:pt modelId="{78D20199-1301-47EE-BA99-A81139B79540}" type="pres">
      <dgm:prSet presAssocID="{E8BC66D0-B2F7-473C-A115-50B8ACA6297A}" presName="sibTransNodeCircle" presStyleLbl="alignNode1" presStyleIdx="6" presStyleCnt="8">
        <dgm:presLayoutVars>
          <dgm:chMax val="0"/>
          <dgm:bulletEnabled/>
        </dgm:presLayoutVars>
      </dgm:prSet>
      <dgm:spPr/>
    </dgm:pt>
    <dgm:pt modelId="{638DDC6C-D6E5-4541-8540-0E6BFD93835F}" type="pres">
      <dgm:prSet presAssocID="{E8BC66D0-B2F7-473C-A115-50B8ACA6297A}" presName="spacerBetweenCircleAndCallout" presStyleCnt="0">
        <dgm:presLayoutVars/>
      </dgm:prSet>
      <dgm:spPr/>
    </dgm:pt>
    <dgm:pt modelId="{375B8C2D-0A25-4BB3-8FC6-9B9AB83CDDD3}" type="pres">
      <dgm:prSet presAssocID="{12AB6D1F-5291-4FB8-9821-3903002B105A}" presName="nodeText" presStyleLbl="alignAccFollowNode1" presStyleIdx="20" presStyleCnt="24">
        <dgm:presLayoutVars>
          <dgm:bulletEnabled val="1"/>
        </dgm:presLayoutVars>
      </dgm:prSet>
      <dgm:spPr/>
    </dgm:pt>
    <dgm:pt modelId="{D47987C1-B986-4E62-8DFD-5330BAE6E536}" type="pres">
      <dgm:prSet presAssocID="{E8BC66D0-B2F7-473C-A115-50B8ACA6297A}" presName="sibTransComposite" presStyleCnt="0"/>
      <dgm:spPr/>
    </dgm:pt>
    <dgm:pt modelId="{DDCBF107-F04C-490D-B807-218667C3BF8C}" type="pres">
      <dgm:prSet presAssocID="{C8145F55-292F-4B44-8B93-EBD92E1F94C8}" presName="compositeNode" presStyleCnt="0"/>
      <dgm:spPr/>
    </dgm:pt>
    <dgm:pt modelId="{6C8EFF3B-D61B-4EE8-B12E-1DEB9CB24882}" type="pres">
      <dgm:prSet presAssocID="{C8145F55-292F-4B44-8B93-EBD92E1F94C8}" presName="parTx" presStyleLbl="node1" presStyleIdx="0" presStyleCnt="0">
        <dgm:presLayoutVars>
          <dgm:chMax val="0"/>
          <dgm:chPref val="0"/>
          <dgm:bulletEnabled val="1"/>
        </dgm:presLayoutVars>
      </dgm:prSet>
      <dgm:spPr/>
    </dgm:pt>
    <dgm:pt modelId="{2B7BA615-6E40-4385-98E0-02574EF51538}" type="pres">
      <dgm:prSet presAssocID="{C8145F55-292F-4B44-8B93-EBD92E1F94C8}" presName="parSh" presStyleCnt="0"/>
      <dgm:spPr/>
    </dgm:pt>
    <dgm:pt modelId="{75F5D7B0-F494-427C-AB4A-0211DE304610}" type="pres">
      <dgm:prSet presAssocID="{C8145F55-292F-4B44-8B93-EBD92E1F94C8}" presName="lineNode" presStyleLbl="alignAccFollowNode1" presStyleIdx="21" presStyleCnt="24"/>
      <dgm:spPr/>
    </dgm:pt>
    <dgm:pt modelId="{02F96DB1-27C2-4BC9-8ADC-941203EB464F}" type="pres">
      <dgm:prSet presAssocID="{C8145F55-292F-4B44-8B93-EBD92E1F94C8}" presName="lineArrowNode" presStyleLbl="alignAccFollowNode1" presStyleIdx="22" presStyleCnt="24"/>
      <dgm:spPr/>
    </dgm:pt>
    <dgm:pt modelId="{3C5016D4-3F47-4348-96EC-8F11E4937233}" type="pres">
      <dgm:prSet presAssocID="{592C9369-3FF5-4EAA-BEBE-C3D6D841559B}" presName="sibTransNodeCircle" presStyleLbl="alignNode1" presStyleIdx="7" presStyleCnt="8">
        <dgm:presLayoutVars>
          <dgm:chMax val="0"/>
          <dgm:bulletEnabled/>
        </dgm:presLayoutVars>
      </dgm:prSet>
      <dgm:spPr/>
    </dgm:pt>
    <dgm:pt modelId="{6167358D-119E-4E5C-8C1B-9F8EAC71FD79}" type="pres">
      <dgm:prSet presAssocID="{592C9369-3FF5-4EAA-BEBE-C3D6D841559B}" presName="spacerBetweenCircleAndCallout" presStyleCnt="0">
        <dgm:presLayoutVars/>
      </dgm:prSet>
      <dgm:spPr/>
    </dgm:pt>
    <dgm:pt modelId="{6DB5545F-C2A0-4E83-BE22-264498267B64}" type="pres">
      <dgm:prSet presAssocID="{C8145F55-292F-4B44-8B93-EBD92E1F94C8}" presName="nodeText" presStyleLbl="alignAccFollowNode1" presStyleIdx="23" presStyleCnt="24">
        <dgm:presLayoutVars>
          <dgm:bulletEnabled val="1"/>
        </dgm:presLayoutVars>
      </dgm:prSet>
      <dgm:spPr/>
    </dgm:pt>
  </dgm:ptLst>
  <dgm:cxnLst>
    <dgm:cxn modelId="{BB2CF500-3478-4AC9-B957-0A87682D36D7}" type="presOf" srcId="{B7DB2E55-7C16-4AA2-A6E1-E8761BD0E443}" destId="{C15CED51-98D0-4E78-B15D-BCE339BF8A81}" srcOrd="0" destOrd="0" presId="urn:microsoft.com/office/officeart/2016/7/layout/LinearArrowProcessNumbered"/>
    <dgm:cxn modelId="{665FDF01-88FE-459D-A942-F7A2743791EC}" type="presOf" srcId="{12B4B1E9-2F53-4567-9F55-306A14834A01}" destId="{8C62AB1A-8A5E-4325-9652-6A0FA5693F89}" srcOrd="0" destOrd="0" presId="urn:microsoft.com/office/officeart/2016/7/layout/LinearArrowProcessNumbered"/>
    <dgm:cxn modelId="{9B278E0C-1D3B-40E6-BB29-F81B2F6255C5}" type="presOf" srcId="{E8BC66D0-B2F7-473C-A115-50B8ACA6297A}" destId="{78D20199-1301-47EE-BA99-A81139B79540}" srcOrd="0" destOrd="0" presId="urn:microsoft.com/office/officeart/2016/7/layout/LinearArrowProcessNumbered"/>
    <dgm:cxn modelId="{7ACC650D-D21A-45D7-A16C-C8C71702AECC}" srcId="{0468310B-6797-45F6-9DEF-18B3C04ABF6D}" destId="{52C1A780-7431-4CEB-9A29-BBA431DBD9F0}" srcOrd="5" destOrd="0" parTransId="{275583DE-680F-48D1-AAB5-42326C6CADEA}" sibTransId="{C2E59643-9ABE-4FD0-AB47-E951B8BEC5DF}"/>
    <dgm:cxn modelId="{B558F010-2F65-42E8-AE5C-5982240AFE67}" srcId="{0468310B-6797-45F6-9DEF-18B3C04ABF6D}" destId="{75C1CA5C-D029-4116-A273-2C18D69D8A83}" srcOrd="0" destOrd="0" parTransId="{1F61B22A-B14A-45BC-A98A-3117112A1411}" sibTransId="{74490926-75EE-4926-B409-289D808141EC}"/>
    <dgm:cxn modelId="{88EBC540-74AD-4E77-BB74-34FD1460706B}" srcId="{0468310B-6797-45F6-9DEF-18B3C04ABF6D}" destId="{C8145F55-292F-4B44-8B93-EBD92E1F94C8}" srcOrd="7" destOrd="0" parTransId="{D98242CC-D28A-41F7-B306-78432AF77107}" sibTransId="{592C9369-3FF5-4EAA-BEBE-C3D6D841559B}"/>
    <dgm:cxn modelId="{55A0535C-BABB-4759-892E-11527CF27EB3}" type="presOf" srcId="{C8145F55-292F-4B44-8B93-EBD92E1F94C8}" destId="{6DB5545F-C2A0-4E83-BE22-264498267B64}" srcOrd="0" destOrd="0" presId="urn:microsoft.com/office/officeart/2016/7/layout/LinearArrowProcessNumbered"/>
    <dgm:cxn modelId="{49DD2467-FC73-4770-A8B6-127649233C6C}" type="presOf" srcId="{C2E59643-9ABE-4FD0-AB47-E951B8BEC5DF}" destId="{4A5A9003-47C7-4838-A6FF-332051EC556D}" srcOrd="0" destOrd="0" presId="urn:microsoft.com/office/officeart/2016/7/layout/LinearArrowProcessNumbered"/>
    <dgm:cxn modelId="{64DA3854-6939-4FC5-9135-6287CE4E59AB}" srcId="{0468310B-6797-45F6-9DEF-18B3C04ABF6D}" destId="{B7DB2E55-7C16-4AA2-A6E1-E8761BD0E443}" srcOrd="2" destOrd="0" parTransId="{8DFF2422-20D6-4634-B04F-6FA6E4C81982}" sibTransId="{37B5CE9C-5AFE-4CBE-87A5-7D5A8BFCE2DB}"/>
    <dgm:cxn modelId="{87C81477-D3FF-462D-9B49-F9C057C0FC85}" type="presOf" srcId="{456829B9-2B0B-47D1-B616-F5AE6B8825C4}" destId="{B307A3AC-B374-4279-9E5D-53E3F3AF5B30}" srcOrd="0" destOrd="0" presId="urn:microsoft.com/office/officeart/2016/7/layout/LinearArrowProcessNumbered"/>
    <dgm:cxn modelId="{79EAF979-5CBD-4234-B30E-8231E7DD631F}" type="presOf" srcId="{A7DE2EEF-3850-4BB2-91EB-6EB152E3FA18}" destId="{1C38D880-D28E-49F6-ADBF-14D263529727}" srcOrd="0" destOrd="0" presId="urn:microsoft.com/office/officeart/2016/7/layout/LinearArrowProcessNumbered"/>
    <dgm:cxn modelId="{E0F0D47C-3352-4A0C-AB63-C3975B507BD9}" srcId="{0468310B-6797-45F6-9DEF-18B3C04ABF6D}" destId="{249748D2-BE62-42D7-BD6C-20B838000154}" srcOrd="1" destOrd="0" parTransId="{2FC25F57-E766-4A4B-B425-5F02D6621A02}" sibTransId="{12B4B1E9-2F53-4567-9F55-306A14834A01}"/>
    <dgm:cxn modelId="{030ABB7F-4EBE-48D9-B142-5A156CA4541D}" type="presOf" srcId="{74490926-75EE-4926-B409-289D808141EC}" destId="{E6F6C71B-70F1-404A-880A-AB36ADC230EE}" srcOrd="0" destOrd="0" presId="urn:microsoft.com/office/officeart/2016/7/layout/LinearArrowProcessNumbered"/>
    <dgm:cxn modelId="{3EE73A88-66B9-4B5F-A4E9-3D9631F759D2}" type="presOf" srcId="{249748D2-BE62-42D7-BD6C-20B838000154}" destId="{187B6DBA-2A88-4020-9A0C-7C5EBBF271D1}" srcOrd="0" destOrd="0" presId="urn:microsoft.com/office/officeart/2016/7/layout/LinearArrowProcessNumbered"/>
    <dgm:cxn modelId="{9A274C88-0FA0-40A5-9B01-3A5FB9A6A1F4}" srcId="{0468310B-6797-45F6-9DEF-18B3C04ABF6D}" destId="{12AB6D1F-5291-4FB8-9821-3903002B105A}" srcOrd="6" destOrd="0" parTransId="{BBC93BC0-A359-4379-A387-AC5DD94C83DE}" sibTransId="{E8BC66D0-B2F7-473C-A115-50B8ACA6297A}"/>
    <dgm:cxn modelId="{63A3D38B-2404-43D2-AB24-568D1AB1A503}" type="presOf" srcId="{592C9369-3FF5-4EAA-BEBE-C3D6D841559B}" destId="{3C5016D4-3F47-4348-96EC-8F11E4937233}" srcOrd="0" destOrd="0" presId="urn:microsoft.com/office/officeart/2016/7/layout/LinearArrowProcessNumbered"/>
    <dgm:cxn modelId="{75086998-E548-4950-8BDE-8B8649B10359}" type="presOf" srcId="{37B5CE9C-5AFE-4CBE-87A5-7D5A8BFCE2DB}" destId="{BB0364D9-E883-4596-BB22-E0A2D4FD9231}" srcOrd="0" destOrd="0" presId="urn:microsoft.com/office/officeart/2016/7/layout/LinearArrowProcessNumbered"/>
    <dgm:cxn modelId="{AA1FA09A-B6BB-4B9A-A4CB-0B240620B26D}" type="presOf" srcId="{12AB6D1F-5291-4FB8-9821-3903002B105A}" destId="{375B8C2D-0A25-4BB3-8FC6-9B9AB83CDDD3}" srcOrd="0" destOrd="0" presId="urn:microsoft.com/office/officeart/2016/7/layout/LinearArrowProcessNumbered"/>
    <dgm:cxn modelId="{48D20D9E-79D2-432C-BC08-D03BE1936C3B}" srcId="{0468310B-6797-45F6-9DEF-18B3C04ABF6D}" destId="{A7DE2EEF-3850-4BB2-91EB-6EB152E3FA18}" srcOrd="4" destOrd="0" parTransId="{4C62B513-693E-4394-B27E-30BB78317F64}" sibTransId="{456829B9-2B0B-47D1-B616-F5AE6B8825C4}"/>
    <dgm:cxn modelId="{ACFF6DA1-6A3B-4ECF-927D-1818B811A84F}" type="presOf" srcId="{52C1A780-7431-4CEB-9A29-BBA431DBD9F0}" destId="{6E38DAC5-69B3-4097-B69A-28966DF1D871}" srcOrd="0" destOrd="0" presId="urn:microsoft.com/office/officeart/2016/7/layout/LinearArrowProcessNumbered"/>
    <dgm:cxn modelId="{841C9BA5-8AD7-4C39-BAB5-3B9B33E4827B}" type="presOf" srcId="{5E0B3BD3-FAA0-4CA1-8E97-BFB57A8482FA}" destId="{B529EFAB-D332-495A-9605-059D94F9BF21}" srcOrd="0" destOrd="0" presId="urn:microsoft.com/office/officeart/2016/7/layout/LinearArrowProcessNumbered"/>
    <dgm:cxn modelId="{52A141D0-3BE4-49C2-8001-EEF5E1BB37E6}" srcId="{0468310B-6797-45F6-9DEF-18B3C04ABF6D}" destId="{611DE1EF-3F8E-44B0-952E-871F9ED989E7}" srcOrd="3" destOrd="0" parTransId="{90E22BCD-BADC-436E-975B-8F213E608B8D}" sibTransId="{5E0B3BD3-FAA0-4CA1-8E97-BFB57A8482FA}"/>
    <dgm:cxn modelId="{33872CEA-F85F-4945-9B48-BA9A8BC5B722}" type="presOf" srcId="{0468310B-6797-45F6-9DEF-18B3C04ABF6D}" destId="{F684BD21-ACFE-4CD2-843A-EDC4E6480FE3}" srcOrd="0" destOrd="0" presId="urn:microsoft.com/office/officeart/2016/7/layout/LinearArrowProcessNumbered"/>
    <dgm:cxn modelId="{8B4FBBF2-4DAA-4823-BA9B-02AE6380E76F}" type="presOf" srcId="{75C1CA5C-D029-4116-A273-2C18D69D8A83}" destId="{B70A00C0-6F0C-427C-91DE-0972E244FE41}" srcOrd="0" destOrd="0" presId="urn:microsoft.com/office/officeart/2016/7/layout/LinearArrowProcessNumbered"/>
    <dgm:cxn modelId="{1891C0FD-EE75-4EDA-A94C-DC24BCBE7EC7}" type="presOf" srcId="{611DE1EF-3F8E-44B0-952E-871F9ED989E7}" destId="{AF46B1E7-A880-45E2-9115-5C65AB4D6DAC}" srcOrd="0" destOrd="0" presId="urn:microsoft.com/office/officeart/2016/7/layout/LinearArrowProcessNumbered"/>
    <dgm:cxn modelId="{347BC38A-A662-48F0-9C29-F376504D59C4}" type="presParOf" srcId="{F684BD21-ACFE-4CD2-843A-EDC4E6480FE3}" destId="{1989D5AA-2EAD-47D6-B1D2-C4DCB479D73A}" srcOrd="0" destOrd="0" presId="urn:microsoft.com/office/officeart/2016/7/layout/LinearArrowProcessNumbered"/>
    <dgm:cxn modelId="{DCD55D36-9072-4555-8402-C6DE4D47FEF4}" type="presParOf" srcId="{1989D5AA-2EAD-47D6-B1D2-C4DCB479D73A}" destId="{A85942FA-D649-46BC-A0B8-CAC89796C7F8}" srcOrd="0" destOrd="0" presId="urn:microsoft.com/office/officeart/2016/7/layout/LinearArrowProcessNumbered"/>
    <dgm:cxn modelId="{9C145C81-106D-43E8-96E2-1DE12A6761F6}" type="presParOf" srcId="{1989D5AA-2EAD-47D6-B1D2-C4DCB479D73A}" destId="{E2B23DFA-9305-4D6D-B8C6-D80D891CFF97}" srcOrd="1" destOrd="0" presId="urn:microsoft.com/office/officeart/2016/7/layout/LinearArrowProcessNumbered"/>
    <dgm:cxn modelId="{13BF5A17-9D0E-40C3-8D22-8840D0B37D19}" type="presParOf" srcId="{E2B23DFA-9305-4D6D-B8C6-D80D891CFF97}" destId="{A9379B74-AE11-44A9-BABD-27EA1D305037}" srcOrd="0" destOrd="0" presId="urn:microsoft.com/office/officeart/2016/7/layout/LinearArrowProcessNumbered"/>
    <dgm:cxn modelId="{422B3F6D-4C9F-49EB-875C-CF1135087C40}" type="presParOf" srcId="{E2B23DFA-9305-4D6D-B8C6-D80D891CFF97}" destId="{4E9C1D43-2BDB-4FA5-8584-7EABD153DC6A}" srcOrd="1" destOrd="0" presId="urn:microsoft.com/office/officeart/2016/7/layout/LinearArrowProcessNumbered"/>
    <dgm:cxn modelId="{E80A92B1-3452-4A2F-8D37-031BBE1C0A5A}" type="presParOf" srcId="{E2B23DFA-9305-4D6D-B8C6-D80D891CFF97}" destId="{E6F6C71B-70F1-404A-880A-AB36ADC230EE}" srcOrd="2" destOrd="0" presId="urn:microsoft.com/office/officeart/2016/7/layout/LinearArrowProcessNumbered"/>
    <dgm:cxn modelId="{41E10DF4-8B0D-42EB-BC7A-2300A10E78D9}" type="presParOf" srcId="{E2B23DFA-9305-4D6D-B8C6-D80D891CFF97}" destId="{F9BE18E8-2FE4-4D4B-9241-40A2BB3875AA}" srcOrd="3" destOrd="0" presId="urn:microsoft.com/office/officeart/2016/7/layout/LinearArrowProcessNumbered"/>
    <dgm:cxn modelId="{207E4642-5687-40A8-A7B2-C37858D44D32}" type="presParOf" srcId="{1989D5AA-2EAD-47D6-B1D2-C4DCB479D73A}" destId="{B70A00C0-6F0C-427C-91DE-0972E244FE41}" srcOrd="2" destOrd="0" presId="urn:microsoft.com/office/officeart/2016/7/layout/LinearArrowProcessNumbered"/>
    <dgm:cxn modelId="{BBF65BE9-FF0B-4FE2-9290-F2A1195C1B33}" type="presParOf" srcId="{F684BD21-ACFE-4CD2-843A-EDC4E6480FE3}" destId="{D263A36E-E1BE-4BD6-866C-69C9C5783735}" srcOrd="1" destOrd="0" presId="urn:microsoft.com/office/officeart/2016/7/layout/LinearArrowProcessNumbered"/>
    <dgm:cxn modelId="{B383D4CF-5D80-478E-A59D-BA6CC85E1712}" type="presParOf" srcId="{F684BD21-ACFE-4CD2-843A-EDC4E6480FE3}" destId="{36912CA2-AD79-4EB2-897C-F277436641E3}" srcOrd="2" destOrd="0" presId="urn:microsoft.com/office/officeart/2016/7/layout/LinearArrowProcessNumbered"/>
    <dgm:cxn modelId="{73191C46-35ED-4E39-B10E-6359DB863CDB}" type="presParOf" srcId="{36912CA2-AD79-4EB2-897C-F277436641E3}" destId="{B8D1515D-8691-44B5-B134-F3728B0C0964}" srcOrd="0" destOrd="0" presId="urn:microsoft.com/office/officeart/2016/7/layout/LinearArrowProcessNumbered"/>
    <dgm:cxn modelId="{418E527B-F488-4F52-9214-0CE2E71EB8E5}" type="presParOf" srcId="{36912CA2-AD79-4EB2-897C-F277436641E3}" destId="{BAE9B399-E42F-4968-A070-EEC8DFC9CE26}" srcOrd="1" destOrd="0" presId="urn:microsoft.com/office/officeart/2016/7/layout/LinearArrowProcessNumbered"/>
    <dgm:cxn modelId="{332865B2-BF80-4E5C-9939-151752D53AAD}" type="presParOf" srcId="{BAE9B399-E42F-4968-A070-EEC8DFC9CE26}" destId="{4F950681-6C71-4CEF-A5F1-4338A0390DF7}" srcOrd="0" destOrd="0" presId="urn:microsoft.com/office/officeart/2016/7/layout/LinearArrowProcessNumbered"/>
    <dgm:cxn modelId="{46332B08-137F-49DC-AF96-54A5A5EDC96D}" type="presParOf" srcId="{BAE9B399-E42F-4968-A070-EEC8DFC9CE26}" destId="{4DB8AAF6-E127-4083-BBB2-0620FFC44CF0}" srcOrd="1" destOrd="0" presId="urn:microsoft.com/office/officeart/2016/7/layout/LinearArrowProcessNumbered"/>
    <dgm:cxn modelId="{7051CD8C-9660-4E94-8214-B5CA7FB91571}" type="presParOf" srcId="{BAE9B399-E42F-4968-A070-EEC8DFC9CE26}" destId="{8C62AB1A-8A5E-4325-9652-6A0FA5693F89}" srcOrd="2" destOrd="0" presId="urn:microsoft.com/office/officeart/2016/7/layout/LinearArrowProcessNumbered"/>
    <dgm:cxn modelId="{82EB3281-21C9-4929-B65E-790B3B1A0229}" type="presParOf" srcId="{BAE9B399-E42F-4968-A070-EEC8DFC9CE26}" destId="{B0D563EE-C8E7-4624-91A0-47728EE7421D}" srcOrd="3" destOrd="0" presId="urn:microsoft.com/office/officeart/2016/7/layout/LinearArrowProcessNumbered"/>
    <dgm:cxn modelId="{B5368566-500D-4B3D-989F-3EF5FB498DB0}" type="presParOf" srcId="{36912CA2-AD79-4EB2-897C-F277436641E3}" destId="{187B6DBA-2A88-4020-9A0C-7C5EBBF271D1}" srcOrd="2" destOrd="0" presId="urn:microsoft.com/office/officeart/2016/7/layout/LinearArrowProcessNumbered"/>
    <dgm:cxn modelId="{920890B3-BD6D-4BBC-9FA3-8C5F9E4BF78E}" type="presParOf" srcId="{F684BD21-ACFE-4CD2-843A-EDC4E6480FE3}" destId="{0CDEA39D-B16E-436D-A2E8-B6453B829D36}" srcOrd="3" destOrd="0" presId="urn:microsoft.com/office/officeart/2016/7/layout/LinearArrowProcessNumbered"/>
    <dgm:cxn modelId="{06E0F858-B4DE-4282-870F-D92EBC7BB6AA}" type="presParOf" srcId="{F684BD21-ACFE-4CD2-843A-EDC4E6480FE3}" destId="{B7858BEB-88E0-4CC1-AD68-191097250DC9}" srcOrd="4" destOrd="0" presId="urn:microsoft.com/office/officeart/2016/7/layout/LinearArrowProcessNumbered"/>
    <dgm:cxn modelId="{A49DB6E1-9BC0-49FF-8B30-18F26A12FBD7}" type="presParOf" srcId="{B7858BEB-88E0-4CC1-AD68-191097250DC9}" destId="{7060EC83-3CF2-4543-9E90-9FDA89E37960}" srcOrd="0" destOrd="0" presId="urn:microsoft.com/office/officeart/2016/7/layout/LinearArrowProcessNumbered"/>
    <dgm:cxn modelId="{F3B7F73D-6AE1-43D3-ABBA-E593CB9C91ED}" type="presParOf" srcId="{B7858BEB-88E0-4CC1-AD68-191097250DC9}" destId="{C0941207-95A7-4B70-9223-8A57DBC7C9BD}" srcOrd="1" destOrd="0" presId="urn:microsoft.com/office/officeart/2016/7/layout/LinearArrowProcessNumbered"/>
    <dgm:cxn modelId="{281CDDF7-9B8C-4D37-9D0C-5557EB8CE79F}" type="presParOf" srcId="{C0941207-95A7-4B70-9223-8A57DBC7C9BD}" destId="{A7A0ACEF-9198-4B85-81E6-5203E7A5E3CD}" srcOrd="0" destOrd="0" presId="urn:microsoft.com/office/officeart/2016/7/layout/LinearArrowProcessNumbered"/>
    <dgm:cxn modelId="{D2D89E9B-A2D9-4D9E-8E4E-46B2637D829B}" type="presParOf" srcId="{C0941207-95A7-4B70-9223-8A57DBC7C9BD}" destId="{1E18F4D4-AAC6-43C5-BF51-1090D88C53AD}" srcOrd="1" destOrd="0" presId="urn:microsoft.com/office/officeart/2016/7/layout/LinearArrowProcessNumbered"/>
    <dgm:cxn modelId="{2E7AD226-5BEE-416D-B3EF-DFB10B183347}" type="presParOf" srcId="{C0941207-95A7-4B70-9223-8A57DBC7C9BD}" destId="{BB0364D9-E883-4596-BB22-E0A2D4FD9231}" srcOrd="2" destOrd="0" presId="urn:microsoft.com/office/officeart/2016/7/layout/LinearArrowProcessNumbered"/>
    <dgm:cxn modelId="{CD96993F-6266-4EFA-9B33-B458C81DAC26}" type="presParOf" srcId="{C0941207-95A7-4B70-9223-8A57DBC7C9BD}" destId="{2DA5E2BE-9B4C-46A2-A703-C5A3BE1BCCE5}" srcOrd="3" destOrd="0" presId="urn:microsoft.com/office/officeart/2016/7/layout/LinearArrowProcessNumbered"/>
    <dgm:cxn modelId="{A1D5D0FB-2DE1-4A6C-A2D1-7CA6F3A1033C}" type="presParOf" srcId="{B7858BEB-88E0-4CC1-AD68-191097250DC9}" destId="{C15CED51-98D0-4E78-B15D-BCE339BF8A81}" srcOrd="2" destOrd="0" presId="urn:microsoft.com/office/officeart/2016/7/layout/LinearArrowProcessNumbered"/>
    <dgm:cxn modelId="{49CDD639-FF3E-424D-BF6F-0A4882F6031A}" type="presParOf" srcId="{F684BD21-ACFE-4CD2-843A-EDC4E6480FE3}" destId="{3788C9E2-00B5-44F0-AB65-3D2430D1B756}" srcOrd="5" destOrd="0" presId="urn:microsoft.com/office/officeart/2016/7/layout/LinearArrowProcessNumbered"/>
    <dgm:cxn modelId="{75B4E87C-BA63-4870-B05F-4EE7D7D9A4D3}" type="presParOf" srcId="{F684BD21-ACFE-4CD2-843A-EDC4E6480FE3}" destId="{06DE6624-6CBF-4C09-8616-C00F63C078D5}" srcOrd="6" destOrd="0" presId="urn:microsoft.com/office/officeart/2016/7/layout/LinearArrowProcessNumbered"/>
    <dgm:cxn modelId="{03875E2E-7597-499D-8D9E-EECF558B8752}" type="presParOf" srcId="{06DE6624-6CBF-4C09-8616-C00F63C078D5}" destId="{40A2FF4C-3BE9-483D-8B26-692288EC29D5}" srcOrd="0" destOrd="0" presId="urn:microsoft.com/office/officeart/2016/7/layout/LinearArrowProcessNumbered"/>
    <dgm:cxn modelId="{384D3E03-99AF-44C4-8AB5-A46B0924B522}" type="presParOf" srcId="{06DE6624-6CBF-4C09-8616-C00F63C078D5}" destId="{1FF93492-EE7E-4A1F-8793-890273491069}" srcOrd="1" destOrd="0" presId="urn:microsoft.com/office/officeart/2016/7/layout/LinearArrowProcessNumbered"/>
    <dgm:cxn modelId="{1C64CC09-5FC7-40D3-87F5-CBF0771D94EA}" type="presParOf" srcId="{1FF93492-EE7E-4A1F-8793-890273491069}" destId="{C541530D-C42E-417C-97FB-616550A7EE97}" srcOrd="0" destOrd="0" presId="urn:microsoft.com/office/officeart/2016/7/layout/LinearArrowProcessNumbered"/>
    <dgm:cxn modelId="{7E7C7785-C4F7-4C7D-A3CF-19D11DF897EC}" type="presParOf" srcId="{1FF93492-EE7E-4A1F-8793-890273491069}" destId="{0E3A29CB-6407-4C19-B8C0-B09BC36AC869}" srcOrd="1" destOrd="0" presId="urn:microsoft.com/office/officeart/2016/7/layout/LinearArrowProcessNumbered"/>
    <dgm:cxn modelId="{31DD994C-2307-4B22-81E2-0CB307347081}" type="presParOf" srcId="{1FF93492-EE7E-4A1F-8793-890273491069}" destId="{B529EFAB-D332-495A-9605-059D94F9BF21}" srcOrd="2" destOrd="0" presId="urn:microsoft.com/office/officeart/2016/7/layout/LinearArrowProcessNumbered"/>
    <dgm:cxn modelId="{CCE12D74-5535-4A70-A8D5-F6087D366630}" type="presParOf" srcId="{1FF93492-EE7E-4A1F-8793-890273491069}" destId="{CE31E8A0-3B26-4FBC-96D1-F03AE1AAFC4A}" srcOrd="3" destOrd="0" presId="urn:microsoft.com/office/officeart/2016/7/layout/LinearArrowProcessNumbered"/>
    <dgm:cxn modelId="{E14B9910-B0F4-48EF-B6B2-772B862BE0BE}" type="presParOf" srcId="{06DE6624-6CBF-4C09-8616-C00F63C078D5}" destId="{AF46B1E7-A880-45E2-9115-5C65AB4D6DAC}" srcOrd="2" destOrd="0" presId="urn:microsoft.com/office/officeart/2016/7/layout/LinearArrowProcessNumbered"/>
    <dgm:cxn modelId="{D4923DAE-EC24-490F-890B-575547D8BF67}" type="presParOf" srcId="{F684BD21-ACFE-4CD2-843A-EDC4E6480FE3}" destId="{EC36FCCE-D3F2-4925-BCD1-301ACEAA5ED6}" srcOrd="7" destOrd="0" presId="urn:microsoft.com/office/officeart/2016/7/layout/LinearArrowProcessNumbered"/>
    <dgm:cxn modelId="{63E167B0-A215-4C99-8B7F-D59186E95105}" type="presParOf" srcId="{F684BD21-ACFE-4CD2-843A-EDC4E6480FE3}" destId="{7F0AC19A-9219-4124-AAC0-493276F39866}" srcOrd="8" destOrd="0" presId="urn:microsoft.com/office/officeart/2016/7/layout/LinearArrowProcessNumbered"/>
    <dgm:cxn modelId="{DDDE13CF-6482-47E6-82A3-4EAA530673BF}" type="presParOf" srcId="{7F0AC19A-9219-4124-AAC0-493276F39866}" destId="{F4D3F803-D61E-4D32-8FC7-AE35C8F0F953}" srcOrd="0" destOrd="0" presId="urn:microsoft.com/office/officeart/2016/7/layout/LinearArrowProcessNumbered"/>
    <dgm:cxn modelId="{30701DEA-CF75-47C8-823F-BA65BEF59061}" type="presParOf" srcId="{7F0AC19A-9219-4124-AAC0-493276F39866}" destId="{A1DAC5CF-D21D-4A66-AA79-81AAB5B0809C}" srcOrd="1" destOrd="0" presId="urn:microsoft.com/office/officeart/2016/7/layout/LinearArrowProcessNumbered"/>
    <dgm:cxn modelId="{298AA543-E3B4-4C2A-9A5F-C7AA7905317F}" type="presParOf" srcId="{A1DAC5CF-D21D-4A66-AA79-81AAB5B0809C}" destId="{A79175AB-41F0-41E3-AD32-15431B821174}" srcOrd="0" destOrd="0" presId="urn:microsoft.com/office/officeart/2016/7/layout/LinearArrowProcessNumbered"/>
    <dgm:cxn modelId="{379332BD-3705-4703-99D2-7219803F57AB}" type="presParOf" srcId="{A1DAC5CF-D21D-4A66-AA79-81AAB5B0809C}" destId="{5F11B74C-F743-4A83-BB99-5D3E1BE6FC9C}" srcOrd="1" destOrd="0" presId="urn:microsoft.com/office/officeart/2016/7/layout/LinearArrowProcessNumbered"/>
    <dgm:cxn modelId="{227DE52F-8C98-4F19-B2BD-FAADDED38570}" type="presParOf" srcId="{A1DAC5CF-D21D-4A66-AA79-81AAB5B0809C}" destId="{B307A3AC-B374-4279-9E5D-53E3F3AF5B30}" srcOrd="2" destOrd="0" presId="urn:microsoft.com/office/officeart/2016/7/layout/LinearArrowProcessNumbered"/>
    <dgm:cxn modelId="{52D19875-0319-4F06-8034-6622E5329020}" type="presParOf" srcId="{A1DAC5CF-D21D-4A66-AA79-81AAB5B0809C}" destId="{0B78F2A2-C968-46C9-AD1F-1D1A35C61D49}" srcOrd="3" destOrd="0" presId="urn:microsoft.com/office/officeart/2016/7/layout/LinearArrowProcessNumbered"/>
    <dgm:cxn modelId="{625F0768-A573-4A31-A5D1-E5C0EFBB787C}" type="presParOf" srcId="{7F0AC19A-9219-4124-AAC0-493276F39866}" destId="{1C38D880-D28E-49F6-ADBF-14D263529727}" srcOrd="2" destOrd="0" presId="urn:microsoft.com/office/officeart/2016/7/layout/LinearArrowProcessNumbered"/>
    <dgm:cxn modelId="{E1F830EB-A965-4B49-A57A-C90F24D2974A}" type="presParOf" srcId="{F684BD21-ACFE-4CD2-843A-EDC4E6480FE3}" destId="{5BAE8598-B0DE-4127-8F5D-2ADD3C27D9CA}" srcOrd="9" destOrd="0" presId="urn:microsoft.com/office/officeart/2016/7/layout/LinearArrowProcessNumbered"/>
    <dgm:cxn modelId="{A640B488-C3AD-42A4-9664-67D9316D3992}" type="presParOf" srcId="{F684BD21-ACFE-4CD2-843A-EDC4E6480FE3}" destId="{262EC62F-D03D-4D5E-A9D6-4773BAE03FB3}" srcOrd="10" destOrd="0" presId="urn:microsoft.com/office/officeart/2016/7/layout/LinearArrowProcessNumbered"/>
    <dgm:cxn modelId="{1B6ABFD9-E27B-4719-83C1-CD4E57CF62D2}" type="presParOf" srcId="{262EC62F-D03D-4D5E-A9D6-4773BAE03FB3}" destId="{4E50CD02-A7D4-4E12-A020-FA162099A499}" srcOrd="0" destOrd="0" presId="urn:microsoft.com/office/officeart/2016/7/layout/LinearArrowProcessNumbered"/>
    <dgm:cxn modelId="{520A2A48-E001-4640-8C2F-69CEB92B5B8D}" type="presParOf" srcId="{262EC62F-D03D-4D5E-A9D6-4773BAE03FB3}" destId="{E497FDDF-F472-4628-82AC-013D4035A59E}" srcOrd="1" destOrd="0" presId="urn:microsoft.com/office/officeart/2016/7/layout/LinearArrowProcessNumbered"/>
    <dgm:cxn modelId="{DF8E5059-F0CA-4FBF-BD5B-C5EE4D80112D}" type="presParOf" srcId="{E497FDDF-F472-4628-82AC-013D4035A59E}" destId="{3994F849-98DD-4220-8C8C-1E7669D3D39F}" srcOrd="0" destOrd="0" presId="urn:microsoft.com/office/officeart/2016/7/layout/LinearArrowProcessNumbered"/>
    <dgm:cxn modelId="{C8A0F4CD-0055-4FF6-B044-CC9F130B91A1}" type="presParOf" srcId="{E497FDDF-F472-4628-82AC-013D4035A59E}" destId="{F2A9D01F-157E-4D87-B4DC-26B642336319}" srcOrd="1" destOrd="0" presId="urn:microsoft.com/office/officeart/2016/7/layout/LinearArrowProcessNumbered"/>
    <dgm:cxn modelId="{B25F19F2-D6E1-46DC-90F2-335DFD6F01A1}" type="presParOf" srcId="{E497FDDF-F472-4628-82AC-013D4035A59E}" destId="{4A5A9003-47C7-4838-A6FF-332051EC556D}" srcOrd="2" destOrd="0" presId="urn:microsoft.com/office/officeart/2016/7/layout/LinearArrowProcessNumbered"/>
    <dgm:cxn modelId="{8B04B162-1FB3-488D-8D0D-33E8048D0A7E}" type="presParOf" srcId="{E497FDDF-F472-4628-82AC-013D4035A59E}" destId="{EBC56908-8FE6-4DE0-9B24-D50796E5E62C}" srcOrd="3" destOrd="0" presId="urn:microsoft.com/office/officeart/2016/7/layout/LinearArrowProcessNumbered"/>
    <dgm:cxn modelId="{F60153E0-41C9-43D7-A4DB-ABA766AAA576}" type="presParOf" srcId="{262EC62F-D03D-4D5E-A9D6-4773BAE03FB3}" destId="{6E38DAC5-69B3-4097-B69A-28966DF1D871}" srcOrd="2" destOrd="0" presId="urn:microsoft.com/office/officeart/2016/7/layout/LinearArrowProcessNumbered"/>
    <dgm:cxn modelId="{120D8232-E936-4265-AC22-F8D00953674C}" type="presParOf" srcId="{F684BD21-ACFE-4CD2-843A-EDC4E6480FE3}" destId="{DD02D52B-7B3D-4C91-ABC7-90E05115CCE1}" srcOrd="11" destOrd="0" presId="urn:microsoft.com/office/officeart/2016/7/layout/LinearArrowProcessNumbered"/>
    <dgm:cxn modelId="{D4C5C0E0-343B-471B-AD26-C437494D047D}" type="presParOf" srcId="{F684BD21-ACFE-4CD2-843A-EDC4E6480FE3}" destId="{522859E5-B0D1-4703-B680-7DC4891B20F1}" srcOrd="12" destOrd="0" presId="urn:microsoft.com/office/officeart/2016/7/layout/LinearArrowProcessNumbered"/>
    <dgm:cxn modelId="{5901440D-6FAE-45DC-8D01-9FC4A9FC7BF6}" type="presParOf" srcId="{522859E5-B0D1-4703-B680-7DC4891B20F1}" destId="{58A53A7E-81EE-40BA-AACC-254D6D55242C}" srcOrd="0" destOrd="0" presId="urn:microsoft.com/office/officeart/2016/7/layout/LinearArrowProcessNumbered"/>
    <dgm:cxn modelId="{AF77A5EE-E5D4-46CA-9D7C-598BAE18BA2A}" type="presParOf" srcId="{522859E5-B0D1-4703-B680-7DC4891B20F1}" destId="{C93C3E69-A3E6-4BC5-B170-68B2743DA9E6}" srcOrd="1" destOrd="0" presId="urn:microsoft.com/office/officeart/2016/7/layout/LinearArrowProcessNumbered"/>
    <dgm:cxn modelId="{3CF82AA7-7274-4537-9EF1-17DBC2B907D5}" type="presParOf" srcId="{C93C3E69-A3E6-4BC5-B170-68B2743DA9E6}" destId="{93827BEB-7965-4215-95C9-0582E7EC444E}" srcOrd="0" destOrd="0" presId="urn:microsoft.com/office/officeart/2016/7/layout/LinearArrowProcessNumbered"/>
    <dgm:cxn modelId="{76BD8C21-524B-4F52-9F8B-E6BAD338F3E1}" type="presParOf" srcId="{C93C3E69-A3E6-4BC5-B170-68B2743DA9E6}" destId="{2C9CF794-24E3-4E1D-89DE-3552443A8AC8}" srcOrd="1" destOrd="0" presId="urn:microsoft.com/office/officeart/2016/7/layout/LinearArrowProcessNumbered"/>
    <dgm:cxn modelId="{8979FD71-399A-41B3-B8B1-4738EF375539}" type="presParOf" srcId="{C93C3E69-A3E6-4BC5-B170-68B2743DA9E6}" destId="{78D20199-1301-47EE-BA99-A81139B79540}" srcOrd="2" destOrd="0" presId="urn:microsoft.com/office/officeart/2016/7/layout/LinearArrowProcessNumbered"/>
    <dgm:cxn modelId="{D4934F13-0D68-44CA-92D6-532F9F3E53ED}" type="presParOf" srcId="{C93C3E69-A3E6-4BC5-B170-68B2743DA9E6}" destId="{638DDC6C-D6E5-4541-8540-0E6BFD93835F}" srcOrd="3" destOrd="0" presId="urn:microsoft.com/office/officeart/2016/7/layout/LinearArrowProcessNumbered"/>
    <dgm:cxn modelId="{8ABCBE43-D5FA-4E2A-A57C-D8233760F625}" type="presParOf" srcId="{522859E5-B0D1-4703-B680-7DC4891B20F1}" destId="{375B8C2D-0A25-4BB3-8FC6-9B9AB83CDDD3}" srcOrd="2" destOrd="0" presId="urn:microsoft.com/office/officeart/2016/7/layout/LinearArrowProcessNumbered"/>
    <dgm:cxn modelId="{BDDE0933-E935-4CED-AB62-0C4078C6B6C4}" type="presParOf" srcId="{F684BD21-ACFE-4CD2-843A-EDC4E6480FE3}" destId="{D47987C1-B986-4E62-8DFD-5330BAE6E536}" srcOrd="13" destOrd="0" presId="urn:microsoft.com/office/officeart/2016/7/layout/LinearArrowProcessNumbered"/>
    <dgm:cxn modelId="{FB198ECD-C4C2-452D-BC30-B992E2868989}" type="presParOf" srcId="{F684BD21-ACFE-4CD2-843A-EDC4E6480FE3}" destId="{DDCBF107-F04C-490D-B807-218667C3BF8C}" srcOrd="14" destOrd="0" presId="urn:microsoft.com/office/officeart/2016/7/layout/LinearArrowProcessNumbered"/>
    <dgm:cxn modelId="{06913FE4-2D7D-4669-B0B2-FC76283F1A7A}" type="presParOf" srcId="{DDCBF107-F04C-490D-B807-218667C3BF8C}" destId="{6C8EFF3B-D61B-4EE8-B12E-1DEB9CB24882}" srcOrd="0" destOrd="0" presId="urn:microsoft.com/office/officeart/2016/7/layout/LinearArrowProcessNumbered"/>
    <dgm:cxn modelId="{69D3C0A5-9610-42EA-8B4F-89A2037EDE70}" type="presParOf" srcId="{DDCBF107-F04C-490D-B807-218667C3BF8C}" destId="{2B7BA615-6E40-4385-98E0-02574EF51538}" srcOrd="1" destOrd="0" presId="urn:microsoft.com/office/officeart/2016/7/layout/LinearArrowProcessNumbered"/>
    <dgm:cxn modelId="{FF068A5B-71A5-4915-B81C-7EDA3E9080F8}" type="presParOf" srcId="{2B7BA615-6E40-4385-98E0-02574EF51538}" destId="{75F5D7B0-F494-427C-AB4A-0211DE304610}" srcOrd="0" destOrd="0" presId="urn:microsoft.com/office/officeart/2016/7/layout/LinearArrowProcessNumbered"/>
    <dgm:cxn modelId="{6B44EAA1-1789-4861-8495-175B932E0765}" type="presParOf" srcId="{2B7BA615-6E40-4385-98E0-02574EF51538}" destId="{02F96DB1-27C2-4BC9-8ADC-941203EB464F}" srcOrd="1" destOrd="0" presId="urn:microsoft.com/office/officeart/2016/7/layout/LinearArrowProcessNumbered"/>
    <dgm:cxn modelId="{42BE6116-F56B-4C48-A534-C445670C8741}" type="presParOf" srcId="{2B7BA615-6E40-4385-98E0-02574EF51538}" destId="{3C5016D4-3F47-4348-96EC-8F11E4937233}" srcOrd="2" destOrd="0" presId="urn:microsoft.com/office/officeart/2016/7/layout/LinearArrowProcessNumbered"/>
    <dgm:cxn modelId="{7AB37091-2550-43C6-94C8-5D0728ADAE20}" type="presParOf" srcId="{2B7BA615-6E40-4385-98E0-02574EF51538}" destId="{6167358D-119E-4E5C-8C1B-9F8EAC71FD79}" srcOrd="3" destOrd="0" presId="urn:microsoft.com/office/officeart/2016/7/layout/LinearArrowProcessNumbered"/>
    <dgm:cxn modelId="{8A465EE3-365A-4D4F-91E6-ECAAA9CDF58A}" type="presParOf" srcId="{DDCBF107-F04C-490D-B807-218667C3BF8C}" destId="{6DB5545F-C2A0-4E83-BE22-264498267B64}"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765AB-2042-46E2-AD15-4BE6A4ADA548}">
      <dsp:nvSpPr>
        <dsp:cNvPr id="0" name=""/>
        <dsp:cNvSpPr/>
      </dsp:nvSpPr>
      <dsp:spPr>
        <a:xfrm>
          <a:off x="1285911" y="420861"/>
          <a:ext cx="1536477" cy="15364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0C5517-1BE2-45D1-B146-585790982C2A}">
      <dsp:nvSpPr>
        <dsp:cNvPr id="0" name=""/>
        <dsp:cNvSpPr/>
      </dsp:nvSpPr>
      <dsp:spPr>
        <a:xfrm>
          <a:off x="346952" y="2355608"/>
          <a:ext cx="341439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s-MX" sz="1300" b="0" i="0" kern="1200"/>
            <a:t>1. </a:t>
          </a:r>
          <a:r>
            <a:rPr lang="es-MX" sz="1300" b="1" i="0" kern="1200"/>
            <a:t>Productores de eventos</a:t>
          </a:r>
          <a:r>
            <a:rPr lang="es-MX" sz="1300" b="0" i="0" kern="1200"/>
            <a:t> : producen un evento para el enrutador.</a:t>
          </a:r>
          <a:endParaRPr lang="en-US" sz="1300" kern="1200"/>
        </a:p>
      </dsp:txBody>
      <dsp:txXfrm>
        <a:off x="346952" y="2355608"/>
        <a:ext cx="3414395" cy="720000"/>
      </dsp:txXfrm>
    </dsp:sp>
    <dsp:sp modelId="{060300FF-D404-4792-9016-5B8E5AD1E046}">
      <dsp:nvSpPr>
        <dsp:cNvPr id="0" name=""/>
        <dsp:cNvSpPr/>
      </dsp:nvSpPr>
      <dsp:spPr>
        <a:xfrm>
          <a:off x="5297825" y="420861"/>
          <a:ext cx="1536477" cy="153647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873BE7-A8F0-42CA-8203-800233B1A9AC}">
      <dsp:nvSpPr>
        <dsp:cNvPr id="0" name=""/>
        <dsp:cNvSpPr/>
      </dsp:nvSpPr>
      <dsp:spPr>
        <a:xfrm>
          <a:off x="4358866" y="2355608"/>
          <a:ext cx="341439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s-MX" sz="1300" b="0" i="0" kern="1200"/>
            <a:t>2. </a:t>
          </a:r>
          <a:r>
            <a:rPr lang="es-MX" sz="1300" b="1" i="0" kern="1200"/>
            <a:t>Enrutadores de eventos</a:t>
          </a:r>
          <a:r>
            <a:rPr lang="es-MX" sz="1300" b="0" i="0" kern="1200"/>
            <a:t> : los enrutadores de eventos filtran y envían los eventos producidos por los productores a los consumidores.</a:t>
          </a:r>
          <a:endParaRPr lang="en-US" sz="1300" kern="1200"/>
        </a:p>
      </dsp:txBody>
      <dsp:txXfrm>
        <a:off x="4358866" y="2355608"/>
        <a:ext cx="3414395" cy="720000"/>
      </dsp:txXfrm>
    </dsp:sp>
    <dsp:sp modelId="{2DE55712-0825-4F20-804F-F0C723382DA8}">
      <dsp:nvSpPr>
        <dsp:cNvPr id="0" name=""/>
        <dsp:cNvSpPr/>
      </dsp:nvSpPr>
      <dsp:spPr>
        <a:xfrm>
          <a:off x="9309739" y="420861"/>
          <a:ext cx="1536477" cy="153647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05D7AF-F890-47AE-A874-D3E7F24E1DE7}">
      <dsp:nvSpPr>
        <dsp:cNvPr id="0" name=""/>
        <dsp:cNvSpPr/>
      </dsp:nvSpPr>
      <dsp:spPr>
        <a:xfrm>
          <a:off x="8370781" y="2355608"/>
          <a:ext cx="341439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s-MX" sz="1300" b="0" i="0" kern="1200"/>
            <a:t>3. </a:t>
          </a:r>
          <a:r>
            <a:rPr lang="es-MX" sz="1300" b="1" i="0" kern="1200"/>
            <a:t>Consumidores de eventos</a:t>
          </a:r>
          <a:r>
            <a:rPr lang="es-MX" sz="1300" b="0" i="0" kern="1200"/>
            <a:t> : consumen eventos para reflejar los cambios de estado en el sistema.</a:t>
          </a:r>
          <a:endParaRPr lang="en-US" sz="1300" kern="1200"/>
        </a:p>
      </dsp:txBody>
      <dsp:txXfrm>
        <a:off x="8370781" y="2355608"/>
        <a:ext cx="3414395"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0765AB-2042-46E2-AD15-4BE6A4ADA548}">
      <dsp:nvSpPr>
        <dsp:cNvPr id="0" name=""/>
        <dsp:cNvSpPr/>
      </dsp:nvSpPr>
      <dsp:spPr>
        <a:xfrm>
          <a:off x="1285911" y="420861"/>
          <a:ext cx="1536477" cy="153647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0C5517-1BE2-45D1-B146-585790982C2A}">
      <dsp:nvSpPr>
        <dsp:cNvPr id="0" name=""/>
        <dsp:cNvSpPr/>
      </dsp:nvSpPr>
      <dsp:spPr>
        <a:xfrm>
          <a:off x="346952" y="2355608"/>
          <a:ext cx="341439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s-MX" sz="1800" b="0" i="0" kern="1200" dirty="0"/>
            <a:t>1. </a:t>
          </a:r>
          <a:r>
            <a:rPr lang="es-GT" sz="1800" b="0" i="0" kern="1200" dirty="0">
              <a:hlinkClick xmlns:r="http://schemas.openxmlformats.org/officeDocument/2006/relationships" r:id="rId3"/>
            </a:rPr>
            <a:t>Publicar-Suscribirse</a:t>
          </a:r>
          <a:endParaRPr lang="en-US" sz="1800" kern="1200" dirty="0"/>
        </a:p>
      </dsp:txBody>
      <dsp:txXfrm>
        <a:off x="346952" y="2355608"/>
        <a:ext cx="3414395" cy="720000"/>
      </dsp:txXfrm>
    </dsp:sp>
    <dsp:sp modelId="{060300FF-D404-4792-9016-5B8E5AD1E046}">
      <dsp:nvSpPr>
        <dsp:cNvPr id="0" name=""/>
        <dsp:cNvSpPr/>
      </dsp:nvSpPr>
      <dsp:spPr>
        <a:xfrm>
          <a:off x="5297825" y="420861"/>
          <a:ext cx="1536477" cy="1536477"/>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873BE7-A8F0-42CA-8203-800233B1A9AC}">
      <dsp:nvSpPr>
        <dsp:cNvPr id="0" name=""/>
        <dsp:cNvSpPr/>
      </dsp:nvSpPr>
      <dsp:spPr>
        <a:xfrm>
          <a:off x="4358866" y="2355608"/>
          <a:ext cx="341439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s-MX" sz="1800" b="0" i="0" kern="1200" dirty="0"/>
            <a:t>2. </a:t>
          </a:r>
          <a:r>
            <a:rPr lang="es-GT" sz="1800" b="0" i="0" kern="1200" dirty="0">
              <a:hlinkClick xmlns:r="http://schemas.openxmlformats.org/officeDocument/2006/relationships" r:id="rId6"/>
            </a:rPr>
            <a:t>Abastecimiento de eventos</a:t>
          </a:r>
          <a:endParaRPr lang="en-US" sz="1800" kern="1200" dirty="0"/>
        </a:p>
      </dsp:txBody>
      <dsp:txXfrm>
        <a:off x="4358866" y="2355608"/>
        <a:ext cx="3414395" cy="720000"/>
      </dsp:txXfrm>
    </dsp:sp>
    <dsp:sp modelId="{2DE55712-0825-4F20-804F-F0C723382DA8}">
      <dsp:nvSpPr>
        <dsp:cNvPr id="0" name=""/>
        <dsp:cNvSpPr/>
      </dsp:nvSpPr>
      <dsp:spPr>
        <a:xfrm>
          <a:off x="9309739" y="420861"/>
          <a:ext cx="1536477" cy="153647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05D7AF-F890-47AE-A874-D3E7F24E1DE7}">
      <dsp:nvSpPr>
        <dsp:cNvPr id="0" name=""/>
        <dsp:cNvSpPr/>
      </dsp:nvSpPr>
      <dsp:spPr>
        <a:xfrm>
          <a:off x="8370781" y="2355608"/>
          <a:ext cx="341439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pPr>
          <a:r>
            <a:rPr lang="es-MX" sz="1800" b="0" i="0" kern="1200" dirty="0"/>
            <a:t>3. </a:t>
          </a:r>
          <a:r>
            <a:rPr lang="es-MX" sz="1800" b="0" i="0" kern="1200" dirty="0">
              <a:hlinkClick xmlns:r="http://schemas.openxmlformats.org/officeDocument/2006/relationships" r:id="rId9"/>
            </a:rPr>
            <a:t>Segregación de responsabilidades comunes y de consultas (CQRS)</a:t>
          </a:r>
          <a:endParaRPr lang="en-US" sz="1800" kern="1200" dirty="0"/>
        </a:p>
      </dsp:txBody>
      <dsp:txXfrm>
        <a:off x="8370781" y="2355608"/>
        <a:ext cx="3414395"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733C94-A507-485F-87AE-0719F2BEBDB5}">
      <dsp:nvSpPr>
        <dsp:cNvPr id="0" name=""/>
        <dsp:cNvSpPr/>
      </dsp:nvSpPr>
      <dsp:spPr>
        <a:xfrm>
          <a:off x="2994396" y="726986"/>
          <a:ext cx="558489" cy="91440"/>
        </a:xfrm>
        <a:custGeom>
          <a:avLst/>
          <a:gdLst/>
          <a:ahLst/>
          <a:cxnLst/>
          <a:rect l="0" t="0" r="0" b="0"/>
          <a:pathLst>
            <a:path>
              <a:moveTo>
                <a:pt x="0" y="45720"/>
              </a:moveTo>
              <a:lnTo>
                <a:pt x="558489" y="45720"/>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8913" y="769760"/>
        <a:ext cx="29454" cy="5890"/>
      </dsp:txXfrm>
    </dsp:sp>
    <dsp:sp modelId="{F03976B9-9E18-48E6-8FB2-A2EE30ECDF34}">
      <dsp:nvSpPr>
        <dsp:cNvPr id="0" name=""/>
        <dsp:cNvSpPr/>
      </dsp:nvSpPr>
      <dsp:spPr>
        <a:xfrm>
          <a:off x="434938" y="4329"/>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Características principales de la arquitectura orientada a servicios (SOA)</a:t>
          </a:r>
          <a:endParaRPr lang="en-US" sz="1400" kern="1200"/>
        </a:p>
      </dsp:txBody>
      <dsp:txXfrm>
        <a:off x="434938" y="4329"/>
        <a:ext cx="2561257" cy="1536754"/>
      </dsp:txXfrm>
    </dsp:sp>
    <dsp:sp modelId="{89DDA32C-E27E-4911-AFC4-3E7BE1AA3138}">
      <dsp:nvSpPr>
        <dsp:cNvPr id="0" name=""/>
        <dsp:cNvSpPr/>
      </dsp:nvSpPr>
      <dsp:spPr>
        <a:xfrm>
          <a:off x="6144742" y="726986"/>
          <a:ext cx="558489" cy="91440"/>
        </a:xfrm>
        <a:custGeom>
          <a:avLst/>
          <a:gdLst/>
          <a:ahLst/>
          <a:cxnLst/>
          <a:rect l="0" t="0" r="0" b="0"/>
          <a:pathLst>
            <a:path>
              <a:moveTo>
                <a:pt x="0" y="45720"/>
              </a:moveTo>
              <a:lnTo>
                <a:pt x="558489" y="45720"/>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09260" y="769760"/>
        <a:ext cx="29454" cy="5890"/>
      </dsp:txXfrm>
    </dsp:sp>
    <dsp:sp modelId="{74DC61D4-D198-4625-9110-1E4CCB070197}">
      <dsp:nvSpPr>
        <dsp:cNvPr id="0" name=""/>
        <dsp:cNvSpPr/>
      </dsp:nvSpPr>
      <dsp:spPr>
        <a:xfrm>
          <a:off x="3585285" y="4329"/>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0" i="0" kern="1200"/>
            <a:t>La arquitectura orientada a servicios tiene las siguientes características:</a:t>
          </a:r>
          <a:endParaRPr lang="en-US" sz="1400" kern="1200"/>
        </a:p>
      </dsp:txBody>
      <dsp:txXfrm>
        <a:off x="3585285" y="4329"/>
        <a:ext cx="2561257" cy="1536754"/>
      </dsp:txXfrm>
    </dsp:sp>
    <dsp:sp modelId="{E78D24D1-5B34-4C0D-81C6-609BD6F7E502}">
      <dsp:nvSpPr>
        <dsp:cNvPr id="0" name=""/>
        <dsp:cNvSpPr/>
      </dsp:nvSpPr>
      <dsp:spPr>
        <a:xfrm>
          <a:off x="1715567" y="1539283"/>
          <a:ext cx="6300693" cy="558489"/>
        </a:xfrm>
        <a:custGeom>
          <a:avLst/>
          <a:gdLst/>
          <a:ahLst/>
          <a:cxnLst/>
          <a:rect l="0" t="0" r="0" b="0"/>
          <a:pathLst>
            <a:path>
              <a:moveTo>
                <a:pt x="6300693" y="0"/>
              </a:moveTo>
              <a:lnTo>
                <a:pt x="6300693" y="296344"/>
              </a:lnTo>
              <a:lnTo>
                <a:pt x="0" y="296344"/>
              </a:lnTo>
              <a:lnTo>
                <a:pt x="0" y="558489"/>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07709" y="1815582"/>
        <a:ext cx="316408" cy="5890"/>
      </dsp:txXfrm>
    </dsp:sp>
    <dsp:sp modelId="{D7670655-2E61-4213-BE81-CC6568E2879D}">
      <dsp:nvSpPr>
        <dsp:cNvPr id="0" name=""/>
        <dsp:cNvSpPr/>
      </dsp:nvSpPr>
      <dsp:spPr>
        <a:xfrm>
          <a:off x="6735631" y="4329"/>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Acoplamiento flexible</a:t>
          </a:r>
          <a:r>
            <a:rPr lang="es-MX" sz="1400" b="0" i="0" kern="1200"/>
            <a:t> : SOA promueve un acoplamiento flexible en todo el proyecto, lo que permite que los servicios interactúen de forma independiente.</a:t>
          </a:r>
          <a:endParaRPr lang="en-US" sz="1400" kern="1200"/>
        </a:p>
      </dsp:txBody>
      <dsp:txXfrm>
        <a:off x="6735631" y="4329"/>
        <a:ext cx="2561257" cy="1536754"/>
      </dsp:txXfrm>
    </dsp:sp>
    <dsp:sp modelId="{F6294E87-EBDC-4E7E-9DED-CCDC62242271}">
      <dsp:nvSpPr>
        <dsp:cNvPr id="0" name=""/>
        <dsp:cNvSpPr/>
      </dsp:nvSpPr>
      <dsp:spPr>
        <a:xfrm>
          <a:off x="2994396" y="2852830"/>
          <a:ext cx="558489" cy="91440"/>
        </a:xfrm>
        <a:custGeom>
          <a:avLst/>
          <a:gdLst/>
          <a:ahLst/>
          <a:cxnLst/>
          <a:rect l="0" t="0" r="0" b="0"/>
          <a:pathLst>
            <a:path>
              <a:moveTo>
                <a:pt x="0" y="45720"/>
              </a:moveTo>
              <a:lnTo>
                <a:pt x="558489" y="45720"/>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8913" y="2895604"/>
        <a:ext cx="29454" cy="5890"/>
      </dsp:txXfrm>
    </dsp:sp>
    <dsp:sp modelId="{64359831-519F-461E-A06E-C7B7999B7E44}">
      <dsp:nvSpPr>
        <dsp:cNvPr id="0" name=""/>
        <dsp:cNvSpPr/>
      </dsp:nvSpPr>
      <dsp:spPr>
        <a:xfrm>
          <a:off x="434938" y="2130172"/>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Interoperabilidad</a:t>
          </a:r>
          <a:r>
            <a:rPr lang="es-MX" sz="1400" b="0" i="0" kern="1200"/>
            <a:t> : SOA garantiza la interoperabilidad entre diversos sistemas y tecnologías, lo que permite una comunicación fluida.</a:t>
          </a:r>
          <a:endParaRPr lang="en-US" sz="1400" kern="1200"/>
        </a:p>
      </dsp:txBody>
      <dsp:txXfrm>
        <a:off x="434938" y="2130172"/>
        <a:ext cx="2561257" cy="1536754"/>
      </dsp:txXfrm>
    </dsp:sp>
    <dsp:sp modelId="{A1798EE8-00C6-4CCB-A63B-0971FAEEA822}">
      <dsp:nvSpPr>
        <dsp:cNvPr id="0" name=""/>
        <dsp:cNvSpPr/>
      </dsp:nvSpPr>
      <dsp:spPr>
        <a:xfrm>
          <a:off x="6144742" y="2852830"/>
          <a:ext cx="558489" cy="91440"/>
        </a:xfrm>
        <a:custGeom>
          <a:avLst/>
          <a:gdLst/>
          <a:ahLst/>
          <a:cxnLst/>
          <a:rect l="0" t="0" r="0" b="0"/>
          <a:pathLst>
            <a:path>
              <a:moveTo>
                <a:pt x="0" y="45720"/>
              </a:moveTo>
              <a:lnTo>
                <a:pt x="558489" y="45720"/>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09260" y="2895604"/>
        <a:ext cx="29454" cy="5890"/>
      </dsp:txXfrm>
    </dsp:sp>
    <dsp:sp modelId="{EBC222E5-914B-4A77-9C34-26B8876B6865}">
      <dsp:nvSpPr>
        <dsp:cNvPr id="0" name=""/>
        <dsp:cNvSpPr/>
      </dsp:nvSpPr>
      <dsp:spPr>
        <a:xfrm>
          <a:off x="3585285" y="2130172"/>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Calidad de servicio (QoS)</a:t>
          </a:r>
          <a:r>
            <a:rPr lang="es-MX" sz="1400" b="0" i="0" kern="1200"/>
            <a:t> : SOA ayuda a mejorar la calidad del servicio, garantizando un mejor rendimiento y confiabilidad.</a:t>
          </a:r>
          <a:endParaRPr lang="en-US" sz="1400" kern="1200"/>
        </a:p>
      </dsp:txBody>
      <dsp:txXfrm>
        <a:off x="3585285" y="2130172"/>
        <a:ext cx="2561257" cy="1536754"/>
      </dsp:txXfrm>
    </dsp:sp>
    <dsp:sp modelId="{B38DDFA9-4DA5-4FD9-9092-D9E858F14FBD}">
      <dsp:nvSpPr>
        <dsp:cNvPr id="0" name=""/>
        <dsp:cNvSpPr/>
      </dsp:nvSpPr>
      <dsp:spPr>
        <a:xfrm>
          <a:off x="1715567" y="3665127"/>
          <a:ext cx="6300693" cy="558489"/>
        </a:xfrm>
        <a:custGeom>
          <a:avLst/>
          <a:gdLst/>
          <a:ahLst/>
          <a:cxnLst/>
          <a:rect l="0" t="0" r="0" b="0"/>
          <a:pathLst>
            <a:path>
              <a:moveTo>
                <a:pt x="6300693" y="0"/>
              </a:moveTo>
              <a:lnTo>
                <a:pt x="6300693" y="296344"/>
              </a:lnTo>
              <a:lnTo>
                <a:pt x="0" y="296344"/>
              </a:lnTo>
              <a:lnTo>
                <a:pt x="0" y="558489"/>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07709" y="3941426"/>
        <a:ext cx="316408" cy="5890"/>
      </dsp:txXfrm>
    </dsp:sp>
    <dsp:sp modelId="{37BE8FF6-74E9-49F6-8128-A5D2808A7463}">
      <dsp:nvSpPr>
        <dsp:cNvPr id="0" name=""/>
        <dsp:cNvSpPr/>
      </dsp:nvSpPr>
      <dsp:spPr>
        <a:xfrm>
          <a:off x="6735631" y="2130172"/>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Diversidad de proveedores</a:t>
          </a:r>
          <a:r>
            <a:rPr lang="es-MX" sz="1400" b="0" i="0" kern="1200"/>
            <a:t> : SOA promueve la diversidad de proveedores, lo que permite a las organizaciones utilizar diferentes proveedores de servicios y tecnologías.</a:t>
          </a:r>
          <a:endParaRPr lang="en-US" sz="1400" kern="1200"/>
        </a:p>
      </dsp:txBody>
      <dsp:txXfrm>
        <a:off x="6735631" y="2130172"/>
        <a:ext cx="2561257" cy="1536754"/>
      </dsp:txXfrm>
    </dsp:sp>
    <dsp:sp modelId="{D3064EB4-3A35-498B-B6A9-A49B24F3FB8A}">
      <dsp:nvSpPr>
        <dsp:cNvPr id="0" name=""/>
        <dsp:cNvSpPr/>
      </dsp:nvSpPr>
      <dsp:spPr>
        <a:xfrm>
          <a:off x="2994396" y="4978673"/>
          <a:ext cx="558489" cy="91440"/>
        </a:xfrm>
        <a:custGeom>
          <a:avLst/>
          <a:gdLst/>
          <a:ahLst/>
          <a:cxnLst/>
          <a:rect l="0" t="0" r="0" b="0"/>
          <a:pathLst>
            <a:path>
              <a:moveTo>
                <a:pt x="0" y="45720"/>
              </a:moveTo>
              <a:lnTo>
                <a:pt x="558489" y="45720"/>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58913" y="5021448"/>
        <a:ext cx="29454" cy="5890"/>
      </dsp:txXfrm>
    </dsp:sp>
    <dsp:sp modelId="{D9DABFCF-3E2C-4BB2-A23A-EFE663AE9498}">
      <dsp:nvSpPr>
        <dsp:cNvPr id="0" name=""/>
        <dsp:cNvSpPr/>
      </dsp:nvSpPr>
      <dsp:spPr>
        <a:xfrm>
          <a:off x="434938" y="4256016"/>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Descubrimiento y federación</a:t>
          </a:r>
          <a:r>
            <a:rPr lang="es-MX" sz="1400" b="0" i="0" kern="1200"/>
            <a:t> : SOA promueve el descubrimiento y la federación de servicios, lo que permite una integración y expansión más sencillas.</a:t>
          </a:r>
          <a:endParaRPr lang="en-US" sz="1400" kern="1200"/>
        </a:p>
      </dsp:txBody>
      <dsp:txXfrm>
        <a:off x="434938" y="4256016"/>
        <a:ext cx="2561257" cy="1536754"/>
      </dsp:txXfrm>
    </dsp:sp>
    <dsp:sp modelId="{B4B08576-D253-424B-8CA0-1F41C0442CE4}">
      <dsp:nvSpPr>
        <dsp:cNvPr id="0" name=""/>
        <dsp:cNvSpPr/>
      </dsp:nvSpPr>
      <dsp:spPr>
        <a:xfrm>
          <a:off x="6144742" y="4978673"/>
          <a:ext cx="558489" cy="91440"/>
        </a:xfrm>
        <a:custGeom>
          <a:avLst/>
          <a:gdLst/>
          <a:ahLst/>
          <a:cxnLst/>
          <a:rect l="0" t="0" r="0" b="0"/>
          <a:pathLst>
            <a:path>
              <a:moveTo>
                <a:pt x="0" y="45720"/>
              </a:moveTo>
              <a:lnTo>
                <a:pt x="558489" y="45720"/>
              </a:lnTo>
            </a:path>
          </a:pathLst>
        </a:custGeom>
        <a:noFill/>
        <a:ln w="6350" cap="flat" cmpd="sng" algn="in">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409260" y="5021448"/>
        <a:ext cx="29454" cy="5890"/>
      </dsp:txXfrm>
    </dsp:sp>
    <dsp:sp modelId="{EAE45B7E-11FF-43DB-A50E-1C0C399505FA}">
      <dsp:nvSpPr>
        <dsp:cNvPr id="0" name=""/>
        <dsp:cNvSpPr/>
      </dsp:nvSpPr>
      <dsp:spPr>
        <a:xfrm>
          <a:off x="3585285" y="4256016"/>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Transparencia de ubicación</a:t>
          </a:r>
          <a:r>
            <a:rPr lang="es-MX" sz="1400" b="0" i="0" kern="1200"/>
            <a:t> : SOA proporciona transparencia de ubicación, lo que permite acceder a los servicios independientemente de su ubicación física.</a:t>
          </a:r>
          <a:endParaRPr lang="en-US" sz="1400" kern="1200"/>
        </a:p>
      </dsp:txBody>
      <dsp:txXfrm>
        <a:off x="3585285" y="4256016"/>
        <a:ext cx="2561257" cy="1536754"/>
      </dsp:txXfrm>
    </dsp:sp>
    <dsp:sp modelId="{FDF5C748-0052-4062-8B74-A4E514AA05CC}">
      <dsp:nvSpPr>
        <dsp:cNvPr id="0" name=""/>
        <dsp:cNvSpPr/>
      </dsp:nvSpPr>
      <dsp:spPr>
        <a:xfrm>
          <a:off x="6735631" y="4256016"/>
          <a:ext cx="2561257" cy="1536754"/>
        </a:xfrm>
        <a:prstGeom prst="rect">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504" tIns="131738" rIns="125504" bIns="131738" numCol="1" spcCol="1270" anchor="ctr" anchorCtr="0">
          <a:noAutofit/>
        </a:bodyPr>
        <a:lstStyle/>
        <a:p>
          <a:pPr marL="0" lvl="0" indent="0" algn="ctr" defTabSz="622300">
            <a:lnSpc>
              <a:spcPct val="90000"/>
            </a:lnSpc>
            <a:spcBef>
              <a:spcPct val="0"/>
            </a:spcBef>
            <a:spcAft>
              <a:spcPct val="35000"/>
            </a:spcAft>
            <a:buNone/>
          </a:pPr>
          <a:r>
            <a:rPr lang="es-MX" sz="1400" b="1" i="0" kern="1200"/>
            <a:t>Madurez</a:t>
          </a:r>
          <a:r>
            <a:rPr lang="es-MX" sz="1400" b="0" i="0" kern="1200"/>
            <a:t> : SOA todavía es un concepto en maduración, con desarrollos y mejoras constantes en su adopción e implementación.</a:t>
          </a:r>
          <a:endParaRPr lang="en-US" sz="1400" kern="1200"/>
        </a:p>
      </dsp:txBody>
      <dsp:txXfrm>
        <a:off x="6735631" y="4256016"/>
        <a:ext cx="2561257" cy="15367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379B74-AE11-44A9-BABD-27EA1D305037}">
      <dsp:nvSpPr>
        <dsp:cNvPr id="0" name=""/>
        <dsp:cNvSpPr/>
      </dsp:nvSpPr>
      <dsp:spPr>
        <a:xfrm>
          <a:off x="451003" y="2490746"/>
          <a:ext cx="355267" cy="71"/>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E9C1D43-2BDB-4FA5-8584-7EABD153DC6A}">
      <dsp:nvSpPr>
        <dsp:cNvPr id="0" name=""/>
        <dsp:cNvSpPr/>
      </dsp:nvSpPr>
      <dsp:spPr>
        <a:xfrm>
          <a:off x="827587" y="2460910"/>
          <a:ext cx="40855" cy="76789"/>
        </a:xfrm>
        <a:prstGeom prst="chevron">
          <a:avLst>
            <a:gd name="adj" fmla="val 9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6F6C71B-70F1-404A-880A-AB36ADC230EE}">
      <dsp:nvSpPr>
        <dsp:cNvPr id="0" name=""/>
        <dsp:cNvSpPr/>
      </dsp:nvSpPr>
      <dsp:spPr>
        <a:xfrm>
          <a:off x="276000" y="236018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1</a:t>
          </a:r>
        </a:p>
      </dsp:txBody>
      <dsp:txXfrm>
        <a:off x="314250" y="2398438"/>
        <a:ext cx="184688" cy="184688"/>
      </dsp:txXfrm>
    </dsp:sp>
    <dsp:sp modelId="{B70A00C0-6F0C-427C-91DE-0972E244FE41}">
      <dsp:nvSpPr>
        <dsp:cNvPr id="0" name=""/>
        <dsp:cNvSpPr/>
      </dsp:nvSpPr>
      <dsp:spPr>
        <a:xfrm>
          <a:off x="6918" y="2786926"/>
          <a:ext cx="79935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4" tIns="165100" rIns="63054" bIns="165100" numCol="1" spcCol="1270" anchor="t" anchorCtr="0">
          <a:noAutofit/>
        </a:bodyPr>
        <a:lstStyle/>
        <a:p>
          <a:pPr marL="0" lvl="0" indent="0" algn="l" defTabSz="488950">
            <a:lnSpc>
              <a:spcPct val="90000"/>
            </a:lnSpc>
            <a:spcBef>
              <a:spcPct val="0"/>
            </a:spcBef>
            <a:spcAft>
              <a:spcPct val="35000"/>
            </a:spcAft>
            <a:buNone/>
          </a:pPr>
          <a:r>
            <a:rPr lang="es-MX" sz="1100" b="1" i="0" kern="1200"/>
            <a:t>Ventajas y desventajas de la arquitectura orientada a servicios</a:t>
          </a:r>
          <a:endParaRPr lang="en-US" sz="1100" kern="1200"/>
        </a:p>
      </dsp:txBody>
      <dsp:txXfrm>
        <a:off x="6918" y="2946796"/>
        <a:ext cx="799352" cy="1805730"/>
      </dsp:txXfrm>
    </dsp:sp>
    <dsp:sp modelId="{4F950681-6C71-4CEF-A5F1-4338A0390DF7}">
      <dsp:nvSpPr>
        <dsp:cNvPr id="0" name=""/>
        <dsp:cNvSpPr/>
      </dsp:nvSpPr>
      <dsp:spPr>
        <a:xfrm>
          <a:off x="895088" y="2490786"/>
          <a:ext cx="799352" cy="72"/>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B8AAF6-E127-4083-BBB2-0620FFC44CF0}">
      <dsp:nvSpPr>
        <dsp:cNvPr id="0" name=""/>
        <dsp:cNvSpPr/>
      </dsp:nvSpPr>
      <dsp:spPr>
        <a:xfrm>
          <a:off x="1715757" y="2460941"/>
          <a:ext cx="40855" cy="76836"/>
        </a:xfrm>
        <a:prstGeom prst="chevron">
          <a:avLst>
            <a:gd name="adj" fmla="val 9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C62AB1A-8A5E-4325-9652-6A0FA5693F89}">
      <dsp:nvSpPr>
        <dsp:cNvPr id="0" name=""/>
        <dsp:cNvSpPr/>
      </dsp:nvSpPr>
      <dsp:spPr>
        <a:xfrm>
          <a:off x="1164170" y="236022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2</a:t>
          </a:r>
        </a:p>
      </dsp:txBody>
      <dsp:txXfrm>
        <a:off x="1202420" y="2398478"/>
        <a:ext cx="184688" cy="184688"/>
      </dsp:txXfrm>
    </dsp:sp>
    <dsp:sp modelId="{187B6DBA-2A88-4020-9A0C-7C5EBBF271D1}">
      <dsp:nvSpPr>
        <dsp:cNvPr id="0" name=""/>
        <dsp:cNvSpPr/>
      </dsp:nvSpPr>
      <dsp:spPr>
        <a:xfrm>
          <a:off x="895088" y="2787056"/>
          <a:ext cx="79935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4" tIns="165100" rIns="63054" bIns="165100" numCol="1" spcCol="1270" anchor="t" anchorCtr="0">
          <a:noAutofit/>
        </a:bodyPr>
        <a:lstStyle/>
        <a:p>
          <a:pPr marL="0" lvl="0" indent="0" algn="l" defTabSz="488950">
            <a:lnSpc>
              <a:spcPct val="90000"/>
            </a:lnSpc>
            <a:spcBef>
              <a:spcPct val="0"/>
            </a:spcBef>
            <a:spcAft>
              <a:spcPct val="35000"/>
            </a:spcAft>
            <a:buNone/>
          </a:pPr>
          <a:r>
            <a:rPr lang="es-MX" sz="1100" b="1" i="0" kern="1200"/>
            <a:t>Reutilización de servicios</a:t>
          </a:r>
          <a:r>
            <a:rPr lang="es-MX" sz="1100" b="0" i="0" kern="1200"/>
            <a:t> : SOA permite la creación de servicios reutilizables, lo que permite su uso en diferentes aplicaciones comerciales.</a:t>
          </a:r>
          <a:endParaRPr lang="en-US" sz="1100" kern="1200"/>
        </a:p>
      </dsp:txBody>
      <dsp:txXfrm>
        <a:off x="895088" y="2946926"/>
        <a:ext cx="799352" cy="1805730"/>
      </dsp:txXfrm>
    </dsp:sp>
    <dsp:sp modelId="{A7A0ACEF-9198-4B85-81E6-5203E7A5E3CD}">
      <dsp:nvSpPr>
        <dsp:cNvPr id="0" name=""/>
        <dsp:cNvSpPr/>
      </dsp:nvSpPr>
      <dsp:spPr>
        <a:xfrm>
          <a:off x="1783258" y="2490786"/>
          <a:ext cx="799352" cy="72"/>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E18F4D4-AAC6-43C5-BF51-1090D88C53AD}">
      <dsp:nvSpPr>
        <dsp:cNvPr id="0" name=""/>
        <dsp:cNvSpPr/>
      </dsp:nvSpPr>
      <dsp:spPr>
        <a:xfrm>
          <a:off x="2603927" y="2460941"/>
          <a:ext cx="40855" cy="76836"/>
        </a:xfrm>
        <a:prstGeom prst="chevron">
          <a:avLst>
            <a:gd name="adj" fmla="val 9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0364D9-E883-4596-BB22-E0A2D4FD9231}">
      <dsp:nvSpPr>
        <dsp:cNvPr id="0" name=""/>
        <dsp:cNvSpPr/>
      </dsp:nvSpPr>
      <dsp:spPr>
        <a:xfrm>
          <a:off x="2052340" y="236022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3</a:t>
          </a:r>
        </a:p>
      </dsp:txBody>
      <dsp:txXfrm>
        <a:off x="2090590" y="2398478"/>
        <a:ext cx="184688" cy="184688"/>
      </dsp:txXfrm>
    </dsp:sp>
    <dsp:sp modelId="{C15CED51-98D0-4E78-B15D-BCE339BF8A81}">
      <dsp:nvSpPr>
        <dsp:cNvPr id="0" name=""/>
        <dsp:cNvSpPr/>
      </dsp:nvSpPr>
      <dsp:spPr>
        <a:xfrm>
          <a:off x="1783258" y="2787056"/>
          <a:ext cx="79935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4" tIns="165100" rIns="63054" bIns="165100" numCol="1" spcCol="1270" anchor="t" anchorCtr="0">
          <a:noAutofit/>
        </a:bodyPr>
        <a:lstStyle/>
        <a:p>
          <a:pPr marL="0" lvl="0" indent="0" algn="l" defTabSz="488950">
            <a:lnSpc>
              <a:spcPct val="90000"/>
            </a:lnSpc>
            <a:spcBef>
              <a:spcPct val="0"/>
            </a:spcBef>
            <a:spcAft>
              <a:spcPct val="35000"/>
            </a:spcAft>
            <a:buNone/>
          </a:pPr>
          <a:r>
            <a:rPr lang="es-MX" sz="1100" b="1" i="0" kern="1200"/>
            <a:t>Independencia de la plataforma</a:t>
          </a:r>
          <a:r>
            <a:rPr lang="es-MX" sz="1100" b="0" i="0" kern="1200"/>
            <a:t> : SOA permite  que los servicios sean independientes de la plataforma, lo que permite la comunicación a través de un protocolo estándar y mejora la interoperabilidad.</a:t>
          </a:r>
          <a:endParaRPr lang="en-US" sz="1100" kern="1200"/>
        </a:p>
      </dsp:txBody>
      <dsp:txXfrm>
        <a:off x="1783258" y="2946926"/>
        <a:ext cx="799352" cy="1805730"/>
      </dsp:txXfrm>
    </dsp:sp>
    <dsp:sp modelId="{C541530D-C42E-417C-97FB-616550A7EE97}">
      <dsp:nvSpPr>
        <dsp:cNvPr id="0" name=""/>
        <dsp:cNvSpPr/>
      </dsp:nvSpPr>
      <dsp:spPr>
        <a:xfrm>
          <a:off x="2671428" y="2490786"/>
          <a:ext cx="799352" cy="72"/>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3A29CB-6407-4C19-B8C0-B09BC36AC869}">
      <dsp:nvSpPr>
        <dsp:cNvPr id="0" name=""/>
        <dsp:cNvSpPr/>
      </dsp:nvSpPr>
      <dsp:spPr>
        <a:xfrm>
          <a:off x="3492097" y="2460941"/>
          <a:ext cx="40855" cy="76836"/>
        </a:xfrm>
        <a:prstGeom prst="chevron">
          <a:avLst>
            <a:gd name="adj" fmla="val 9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29EFAB-D332-495A-9605-059D94F9BF21}">
      <dsp:nvSpPr>
        <dsp:cNvPr id="0" name=""/>
        <dsp:cNvSpPr/>
      </dsp:nvSpPr>
      <dsp:spPr>
        <a:xfrm>
          <a:off x="2940510" y="236022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4</a:t>
          </a:r>
        </a:p>
      </dsp:txBody>
      <dsp:txXfrm>
        <a:off x="2978760" y="2398478"/>
        <a:ext cx="184688" cy="184688"/>
      </dsp:txXfrm>
    </dsp:sp>
    <dsp:sp modelId="{AF46B1E7-A880-45E2-9115-5C65AB4D6DAC}">
      <dsp:nvSpPr>
        <dsp:cNvPr id="0" name=""/>
        <dsp:cNvSpPr/>
      </dsp:nvSpPr>
      <dsp:spPr>
        <a:xfrm>
          <a:off x="2671428" y="2787056"/>
          <a:ext cx="79935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4" tIns="165100" rIns="63054" bIns="165100" numCol="1" spcCol="1270" anchor="t" anchorCtr="0">
          <a:noAutofit/>
        </a:bodyPr>
        <a:lstStyle/>
        <a:p>
          <a:pPr marL="0" lvl="0" indent="0" algn="l" defTabSz="488950">
            <a:lnSpc>
              <a:spcPct val="90000"/>
            </a:lnSpc>
            <a:spcBef>
              <a:spcPct val="0"/>
            </a:spcBef>
            <a:spcAft>
              <a:spcPct val="35000"/>
            </a:spcAft>
            <a:buNone/>
          </a:pPr>
          <a:r>
            <a:rPr lang="es-MX" sz="1100" b="1" i="0" kern="1200"/>
            <a:t>Fácil mantenimiento</a:t>
          </a:r>
          <a:r>
            <a:rPr lang="es-MX" sz="1100" b="0" i="0" kern="1200"/>
            <a:t> : SOA promueve un mantenimiento fácil ya que los servicios son independientes y se pueden actualizar sin afectar a los demás.</a:t>
          </a:r>
          <a:endParaRPr lang="en-US" sz="1100" kern="1200"/>
        </a:p>
      </dsp:txBody>
      <dsp:txXfrm>
        <a:off x="2671428" y="2946926"/>
        <a:ext cx="799352" cy="1805730"/>
      </dsp:txXfrm>
    </dsp:sp>
    <dsp:sp modelId="{A79175AB-41F0-41E3-AD32-15431B821174}">
      <dsp:nvSpPr>
        <dsp:cNvPr id="0" name=""/>
        <dsp:cNvSpPr/>
      </dsp:nvSpPr>
      <dsp:spPr>
        <a:xfrm>
          <a:off x="3559598" y="2490786"/>
          <a:ext cx="799352" cy="72"/>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11B74C-F743-4A83-BB99-5D3E1BE6FC9C}">
      <dsp:nvSpPr>
        <dsp:cNvPr id="0" name=""/>
        <dsp:cNvSpPr/>
      </dsp:nvSpPr>
      <dsp:spPr>
        <a:xfrm>
          <a:off x="4380267" y="2460941"/>
          <a:ext cx="40855" cy="76836"/>
        </a:xfrm>
        <a:prstGeom prst="chevron">
          <a:avLst>
            <a:gd name="adj" fmla="val 9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307A3AC-B374-4279-9E5D-53E3F3AF5B30}">
      <dsp:nvSpPr>
        <dsp:cNvPr id="0" name=""/>
        <dsp:cNvSpPr/>
      </dsp:nvSpPr>
      <dsp:spPr>
        <a:xfrm>
          <a:off x="3828680" y="236022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5</a:t>
          </a:r>
        </a:p>
      </dsp:txBody>
      <dsp:txXfrm>
        <a:off x="3866930" y="2398478"/>
        <a:ext cx="184688" cy="184688"/>
      </dsp:txXfrm>
    </dsp:sp>
    <dsp:sp modelId="{1C38D880-D28E-49F6-ADBF-14D263529727}">
      <dsp:nvSpPr>
        <dsp:cNvPr id="0" name=""/>
        <dsp:cNvSpPr/>
      </dsp:nvSpPr>
      <dsp:spPr>
        <a:xfrm>
          <a:off x="3559598" y="2787056"/>
          <a:ext cx="79935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4" tIns="165100" rIns="63054" bIns="165100" numCol="1" spcCol="1270" anchor="t" anchorCtr="0">
          <a:noAutofit/>
        </a:bodyPr>
        <a:lstStyle/>
        <a:p>
          <a:pPr marL="0" lvl="0" indent="0" algn="l" defTabSz="488950">
            <a:lnSpc>
              <a:spcPct val="90000"/>
            </a:lnSpc>
            <a:spcBef>
              <a:spcPct val="0"/>
            </a:spcBef>
            <a:spcAft>
              <a:spcPct val="35000"/>
            </a:spcAft>
            <a:buNone/>
          </a:pPr>
          <a:r>
            <a:rPr lang="es-MX" sz="1100" b="1" i="0" kern="1200"/>
            <a:t>Disponibilidad</a:t>
          </a:r>
          <a:r>
            <a:rPr lang="es-MX" sz="1100" b="0" i="0" kern="1200"/>
            <a:t> : </a:t>
          </a:r>
          <a:r>
            <a:rPr lang="es-MX" sz="1100" b="1" i="0" kern="1200"/>
            <a:t>SOA</a:t>
          </a:r>
          <a:r>
            <a:rPr lang="es-MX" sz="1100" b="0" i="0" kern="1200"/>
            <a:t> garantiza que los servicios estén disponibles bajo demanda, mejorando la accesibilidad de los sistemas distribuidos.</a:t>
          </a:r>
          <a:endParaRPr lang="en-US" sz="1100" kern="1200"/>
        </a:p>
      </dsp:txBody>
      <dsp:txXfrm>
        <a:off x="3559598" y="2946926"/>
        <a:ext cx="799352" cy="1805730"/>
      </dsp:txXfrm>
    </dsp:sp>
    <dsp:sp modelId="{3994F849-98DD-4220-8C8C-1E7669D3D39F}">
      <dsp:nvSpPr>
        <dsp:cNvPr id="0" name=""/>
        <dsp:cNvSpPr/>
      </dsp:nvSpPr>
      <dsp:spPr>
        <a:xfrm>
          <a:off x="4447768" y="2490786"/>
          <a:ext cx="799352" cy="72"/>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2A9D01F-157E-4D87-B4DC-26B642336319}">
      <dsp:nvSpPr>
        <dsp:cNvPr id="0" name=""/>
        <dsp:cNvSpPr/>
      </dsp:nvSpPr>
      <dsp:spPr>
        <a:xfrm>
          <a:off x="5268437" y="2460941"/>
          <a:ext cx="40855" cy="76836"/>
        </a:xfrm>
        <a:prstGeom prst="chevron">
          <a:avLst>
            <a:gd name="adj" fmla="val 9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A5A9003-47C7-4838-A6FF-332051EC556D}">
      <dsp:nvSpPr>
        <dsp:cNvPr id="0" name=""/>
        <dsp:cNvSpPr/>
      </dsp:nvSpPr>
      <dsp:spPr>
        <a:xfrm>
          <a:off x="4716850" y="236022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6</a:t>
          </a:r>
        </a:p>
      </dsp:txBody>
      <dsp:txXfrm>
        <a:off x="4755100" y="2398478"/>
        <a:ext cx="184688" cy="184688"/>
      </dsp:txXfrm>
    </dsp:sp>
    <dsp:sp modelId="{6E38DAC5-69B3-4097-B69A-28966DF1D871}">
      <dsp:nvSpPr>
        <dsp:cNvPr id="0" name=""/>
        <dsp:cNvSpPr/>
      </dsp:nvSpPr>
      <dsp:spPr>
        <a:xfrm>
          <a:off x="4447768" y="2787056"/>
          <a:ext cx="79935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4" tIns="165100" rIns="63054" bIns="165100" numCol="1" spcCol="1270" anchor="t" anchorCtr="0">
          <a:noAutofit/>
        </a:bodyPr>
        <a:lstStyle/>
        <a:p>
          <a:pPr marL="0" lvl="0" indent="0" algn="l" defTabSz="488950">
            <a:lnSpc>
              <a:spcPct val="90000"/>
            </a:lnSpc>
            <a:spcBef>
              <a:spcPct val="0"/>
            </a:spcBef>
            <a:spcAft>
              <a:spcPct val="35000"/>
            </a:spcAft>
            <a:buNone/>
          </a:pPr>
          <a:r>
            <a:rPr lang="es-MX" sz="1100" b="1" i="0" kern="1200"/>
            <a:t>Desarrollo paralelo</a:t>
          </a:r>
          <a:r>
            <a:rPr lang="es-MX" sz="1100" b="0" i="0" kern="1200"/>
            <a:t> : SOA admite el desarrollo paralelo, acelerando el proceso de desarrollo.</a:t>
          </a:r>
          <a:endParaRPr lang="en-US" sz="1100" kern="1200"/>
        </a:p>
      </dsp:txBody>
      <dsp:txXfrm>
        <a:off x="4447768" y="2946926"/>
        <a:ext cx="799352" cy="1805730"/>
      </dsp:txXfrm>
    </dsp:sp>
    <dsp:sp modelId="{93827BEB-7965-4215-95C9-0582E7EC444E}">
      <dsp:nvSpPr>
        <dsp:cNvPr id="0" name=""/>
        <dsp:cNvSpPr/>
      </dsp:nvSpPr>
      <dsp:spPr>
        <a:xfrm>
          <a:off x="5335937" y="2490786"/>
          <a:ext cx="799407" cy="72"/>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C9CF794-24E3-4E1D-89DE-3552443A8AC8}">
      <dsp:nvSpPr>
        <dsp:cNvPr id="0" name=""/>
        <dsp:cNvSpPr/>
      </dsp:nvSpPr>
      <dsp:spPr>
        <a:xfrm>
          <a:off x="6156662" y="2460941"/>
          <a:ext cx="40858" cy="76836"/>
        </a:xfrm>
        <a:prstGeom prst="chevron">
          <a:avLst>
            <a:gd name="adj" fmla="val 9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D20199-1301-47EE-BA99-A81139B79540}">
      <dsp:nvSpPr>
        <dsp:cNvPr id="0" name=""/>
        <dsp:cNvSpPr/>
      </dsp:nvSpPr>
      <dsp:spPr>
        <a:xfrm>
          <a:off x="5605047" y="236022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7</a:t>
          </a:r>
        </a:p>
      </dsp:txBody>
      <dsp:txXfrm>
        <a:off x="5643297" y="2398478"/>
        <a:ext cx="184688" cy="184688"/>
      </dsp:txXfrm>
    </dsp:sp>
    <dsp:sp modelId="{375B8C2D-0A25-4BB3-8FC6-9B9AB83CDDD3}">
      <dsp:nvSpPr>
        <dsp:cNvPr id="0" name=""/>
        <dsp:cNvSpPr/>
      </dsp:nvSpPr>
      <dsp:spPr>
        <a:xfrm>
          <a:off x="5335937" y="2787056"/>
          <a:ext cx="799407"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8" tIns="165100" rIns="63058" bIns="165100" numCol="1" spcCol="1270" anchor="t" anchorCtr="0">
          <a:noAutofit/>
        </a:bodyPr>
        <a:lstStyle/>
        <a:p>
          <a:pPr marL="0" lvl="0" indent="0" algn="l" defTabSz="488950">
            <a:lnSpc>
              <a:spcPct val="90000"/>
            </a:lnSpc>
            <a:spcBef>
              <a:spcPct val="0"/>
            </a:spcBef>
            <a:spcAft>
              <a:spcPct val="35000"/>
            </a:spcAft>
            <a:buNone/>
          </a:pPr>
          <a:r>
            <a:rPr lang="es-MX" sz="1100" b="1" kern="1200"/>
            <a:t>Confiabilidad</a:t>
          </a:r>
          <a:r>
            <a:rPr lang="es-MX" sz="1100" kern="1200"/>
            <a:t> : SOA mejora la confiabilidad al permitir pruebas más sencillas de unidades de código más pequeñas, mejorando así la calidad del servicio.</a:t>
          </a:r>
          <a:endParaRPr lang="en-US" sz="1100" kern="1200"/>
        </a:p>
      </dsp:txBody>
      <dsp:txXfrm>
        <a:off x="5335937" y="2946937"/>
        <a:ext cx="799407" cy="1805719"/>
      </dsp:txXfrm>
    </dsp:sp>
    <dsp:sp modelId="{75F5D7B0-F494-427C-AB4A-0211DE304610}">
      <dsp:nvSpPr>
        <dsp:cNvPr id="0" name=""/>
        <dsp:cNvSpPr/>
      </dsp:nvSpPr>
      <dsp:spPr>
        <a:xfrm>
          <a:off x="6224168" y="2490786"/>
          <a:ext cx="399676" cy="72"/>
        </a:xfrm>
        <a:prstGeom prst="rect">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C5016D4-3F47-4348-96EC-8F11E4937233}">
      <dsp:nvSpPr>
        <dsp:cNvPr id="0" name=""/>
        <dsp:cNvSpPr/>
      </dsp:nvSpPr>
      <dsp:spPr>
        <a:xfrm>
          <a:off x="6493250" y="2360228"/>
          <a:ext cx="261188" cy="261188"/>
        </a:xfrm>
        <a:prstGeom prst="ellipse">
          <a:avLst/>
        </a:prstGeom>
        <a:solidFill>
          <a:schemeClr val="accent1">
            <a:hueOff val="0"/>
            <a:satOff val="0"/>
            <a:lumOff val="0"/>
            <a:alphaOff val="0"/>
          </a:schemeClr>
        </a:solidFill>
        <a:ln w="12700" cap="flat" cmpd="sng" algn="in">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36" tIns="10136" rIns="10136" bIns="10136" numCol="1" spcCol="1270" anchor="ctr" anchorCtr="0">
          <a:noAutofit/>
        </a:bodyPr>
        <a:lstStyle/>
        <a:p>
          <a:pPr marL="0" lvl="0" indent="0" algn="ctr" defTabSz="622300">
            <a:lnSpc>
              <a:spcPct val="90000"/>
            </a:lnSpc>
            <a:spcBef>
              <a:spcPct val="0"/>
            </a:spcBef>
            <a:spcAft>
              <a:spcPct val="35000"/>
            </a:spcAft>
            <a:buNone/>
          </a:pPr>
          <a:r>
            <a:rPr lang="en-US" sz="1400" kern="1200"/>
            <a:t>8</a:t>
          </a:r>
        </a:p>
      </dsp:txBody>
      <dsp:txXfrm>
        <a:off x="6531500" y="2398478"/>
        <a:ext cx="184688" cy="184688"/>
      </dsp:txXfrm>
    </dsp:sp>
    <dsp:sp modelId="{6DB5545F-C2A0-4E83-BE22-264498267B64}">
      <dsp:nvSpPr>
        <dsp:cNvPr id="0" name=""/>
        <dsp:cNvSpPr/>
      </dsp:nvSpPr>
      <dsp:spPr>
        <a:xfrm>
          <a:off x="6224168" y="2787056"/>
          <a:ext cx="799352" cy="1965600"/>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2700" cap="flat" cmpd="sng" algn="in">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054" tIns="165100" rIns="63054" bIns="165100" numCol="1" spcCol="1270" anchor="t" anchorCtr="0">
          <a:noAutofit/>
        </a:bodyPr>
        <a:lstStyle/>
        <a:p>
          <a:pPr marL="0" lvl="0" indent="0" algn="l" defTabSz="488950">
            <a:lnSpc>
              <a:spcPct val="90000"/>
            </a:lnSpc>
            <a:spcBef>
              <a:spcPct val="0"/>
            </a:spcBef>
            <a:spcAft>
              <a:spcPct val="35000"/>
            </a:spcAft>
            <a:buNone/>
          </a:pPr>
          <a:r>
            <a:rPr lang="es-MX" sz="1100" b="1" kern="1200"/>
            <a:t>Escalabilidad</a:t>
          </a:r>
          <a:r>
            <a:rPr lang="es-MX" sz="1100" kern="1200"/>
            <a:t> : SOA admite escalabilidad ya que los servicios pueden ejecutarse en múltiples servidores.</a:t>
          </a:r>
          <a:endParaRPr lang="en-US" sz="1100" kern="1200"/>
        </a:p>
      </dsp:txBody>
      <dsp:txXfrm>
        <a:off x="6224168" y="2946926"/>
        <a:ext cx="799352" cy="180573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6099b8cf77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g36099b8cf77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6099b8cf77_0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8" name="Google Shape;118;g36099b8cf77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6099b8cf77_0_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2" name="Google Shape;322;g36099b8cf77_0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36099b8cf77_0_2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0" name="Google Shape;330;g36099b8cf77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099b8cf77_0_2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6099b8cf77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6099b8cf77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6099b8cf77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36099b8cf77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8E2D1BB1-F699-90EB-899D-1B2A69FC540C}"/>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3C93817A-2115-8FB1-231C-D71399B4E4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335C312E-EDAC-E5BA-B3AC-1ACF598DEE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23844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039B4160-AFEB-F8CA-564B-3B510CB12EB2}"/>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21798D11-43EA-BF00-0055-D787E63586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531F2889-97DF-BC69-BA12-F6647BB9A2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83005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B5E75051-C76F-BEAB-C4CF-C28980F64B78}"/>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716B0B44-766A-4A80-932F-84CB7CC497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8374CD72-D253-FA84-DCC6-87C69047A0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66445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8320EF46-D695-FFF2-15A6-B7B0CA8DC2EA}"/>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F80534A0-999E-0C10-DD87-A0793B1752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A8D02B6B-BF16-E284-0DF3-A06C82D763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48811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EE069E04-5EB8-E07E-7A4A-35C6450FB6B5}"/>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FFBDC1A5-3A71-5C6A-E025-2C28D6B666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2046AD5A-4559-3CEB-6419-30C766B01D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309144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8FA2E56B-3993-15E7-E408-C22E9B8BD412}"/>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B2F9A94F-983B-94C1-F05C-26F09BCBCA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3AF24799-11CF-F7A2-2789-F9F873A671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63618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D1600F5C-E9EB-41AB-FC62-B4E660B7BE73}"/>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9B393DAC-3424-D825-B0EC-58EF29B0EC0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EFA73724-4165-702E-EF8C-3A11072A16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98787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A8385B26-257B-C5C8-29E9-12A135E6482F}"/>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6B66A5A4-5E29-9ED7-1A35-CCA5BB2E00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86716E46-EDC5-49E0-CAB0-8DBF6E096F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36352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FC558F68-0E2B-EEA0-1D3E-7FF1094F84BE}"/>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574F42BB-DBB7-C3C4-7B09-DC69D05ED7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C06C4FA5-20C3-B7AD-1949-E46D30EBED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48270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a:extLst>
            <a:ext uri="{FF2B5EF4-FFF2-40B4-BE49-F238E27FC236}">
              <a16:creationId xmlns:a16="http://schemas.microsoft.com/office/drawing/2014/main" id="{1DC83CBE-DB35-0815-3574-B89AE89AC5E5}"/>
            </a:ext>
          </a:extLst>
        </p:cNvPr>
        <p:cNvGrpSpPr/>
        <p:nvPr/>
      </p:nvGrpSpPr>
      <p:grpSpPr>
        <a:xfrm>
          <a:off x="0" y="0"/>
          <a:ext cx="0" cy="0"/>
          <a:chOff x="0" y="0"/>
          <a:chExt cx="0" cy="0"/>
        </a:xfrm>
      </p:grpSpPr>
      <p:sp>
        <p:nvSpPr>
          <p:cNvPr id="348" name="Google Shape;348;g36099b8cf77_0_217:notes">
            <a:extLst>
              <a:ext uri="{FF2B5EF4-FFF2-40B4-BE49-F238E27FC236}">
                <a16:creationId xmlns:a16="http://schemas.microsoft.com/office/drawing/2014/main" id="{5A160A4E-0757-556B-F3E7-58B4568395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9" name="Google Shape;349;g36099b8cf77_0_217:notes">
            <a:extLst>
              <a:ext uri="{FF2B5EF4-FFF2-40B4-BE49-F238E27FC236}">
                <a16:creationId xmlns:a16="http://schemas.microsoft.com/office/drawing/2014/main" id="{CEA1B744-15A9-49A2-5229-F635D3D1D5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356062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4" name="Google Shape;36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g360abbd502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g360abbd502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6" name="Google Shape;37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5335525" y="946405"/>
            <a:ext cx="7853363" cy="7843838"/>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617785" y="1647582"/>
            <a:ext cx="15477627" cy="6592482"/>
          </a:xfrm>
        </p:spPr>
        <p:txBody>
          <a:bodyPr anchor="ctr">
            <a:noAutofit/>
          </a:bodyPr>
          <a:lstStyle>
            <a:lvl1pPr algn="ctr">
              <a:defRPr sz="15000" spc="1200" baseline="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322568" y="8968795"/>
            <a:ext cx="12068060" cy="1113419"/>
          </a:xfrm>
        </p:spPr>
        <p:txBody>
          <a:bodyPr anchor="t">
            <a:normAutofit/>
          </a:bodyPr>
          <a:lstStyle>
            <a:lvl1pPr marL="0" indent="0" algn="ctr">
              <a:lnSpc>
                <a:spcPct val="100000"/>
              </a:lnSpc>
              <a:buNone/>
              <a:defRPr sz="3000" b="1" i="0" cap="all" spc="600" baseline="0">
                <a:solidFill>
                  <a:schemeClr val="tx2"/>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1617785" y="9563519"/>
            <a:ext cx="3494583" cy="522693"/>
          </a:xfrm>
        </p:spPr>
        <p:txBody>
          <a:bodyPr/>
          <a:lstStyle>
            <a:lvl1pPr>
              <a:defRPr baseline="0">
                <a:solidFill>
                  <a:schemeClr val="accent1">
                    <a:lumMod val="50000"/>
                  </a:schemeClr>
                </a:solidFill>
              </a:defRPr>
            </a:lvl1pPr>
          </a:lstStyle>
          <a:p>
            <a:endParaRPr lang="es-GT"/>
          </a:p>
        </p:txBody>
      </p:sp>
      <p:sp>
        <p:nvSpPr>
          <p:cNvPr id="5" name="Footer Placeholder 4"/>
          <p:cNvSpPr>
            <a:spLocks noGrp="1"/>
          </p:cNvSpPr>
          <p:nvPr>
            <p:ph type="ftr" sz="quarter" idx="11"/>
          </p:nvPr>
        </p:nvSpPr>
        <p:spPr>
          <a:xfrm>
            <a:off x="6270498" y="9563519"/>
            <a:ext cx="6172200" cy="518694"/>
          </a:xfrm>
        </p:spPr>
        <p:txBody>
          <a:bodyPr/>
          <a:lstStyle>
            <a:lvl1pPr>
              <a:defRPr baseline="0">
                <a:solidFill>
                  <a:schemeClr val="accent1">
                    <a:lumMod val="50000"/>
                  </a:schemeClr>
                </a:solidFill>
              </a:defRPr>
            </a:lvl1pPr>
          </a:lstStyle>
          <a:p>
            <a:endParaRPr lang="es-GT"/>
          </a:p>
        </p:txBody>
      </p:sp>
      <p:sp>
        <p:nvSpPr>
          <p:cNvPr id="6" name="Slide Number Placeholder 5"/>
          <p:cNvSpPr>
            <a:spLocks noGrp="1"/>
          </p:cNvSpPr>
          <p:nvPr>
            <p:ph type="sldNum" sz="quarter" idx="12"/>
          </p:nvPr>
        </p:nvSpPr>
        <p:spPr>
          <a:xfrm>
            <a:off x="13600828" y="9563519"/>
            <a:ext cx="3494585" cy="518694"/>
          </a:xfrm>
        </p:spPr>
        <p:txBody>
          <a:bodyPr/>
          <a:lstStyle>
            <a:lvl1pPr>
              <a:defRPr baseline="0">
                <a:solidFill>
                  <a:schemeClr val="accent1">
                    <a:lumMod val="50000"/>
                  </a:schemeClr>
                </a:solidFill>
              </a:defRPr>
            </a:lvl1pPr>
          </a:lstStyle>
          <a:p>
            <a:pPr marL="0" lvl="0" indent="0" algn="r" rtl="0">
              <a:spcBef>
                <a:spcPts val="0"/>
              </a:spcBef>
              <a:spcAft>
                <a:spcPts val="0"/>
              </a:spcAft>
              <a:buNone/>
            </a:pPr>
            <a:fld id="{00000000-1234-1234-1234-123412341234}" type="slidenum">
              <a:rPr lang="en-US" smtClean="0"/>
              <a:t>‹Nº›</a:t>
            </a:fld>
            <a:endParaRPr lang="en-US"/>
          </a:p>
        </p:txBody>
      </p:sp>
      <p:sp>
        <p:nvSpPr>
          <p:cNvPr id="13" name="Rectangle 12" title="left edge border"/>
          <p:cNvSpPr/>
          <p:nvPr/>
        </p:nvSpPr>
        <p:spPr>
          <a:xfrm>
            <a:off x="0" y="0"/>
            <a:ext cx="425196"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011718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428736610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4394" y="1610833"/>
            <a:ext cx="12280607" cy="6096941"/>
          </a:xfrm>
        </p:spPr>
        <p:txBody>
          <a:bodyPr anchor="b">
            <a:normAutofit/>
          </a:bodyPr>
          <a:lstStyle>
            <a:lvl1pPr>
              <a:defRPr sz="12600" spc="1200"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864395" y="7739672"/>
            <a:ext cx="10526232" cy="1426703"/>
          </a:xfrm>
        </p:spPr>
        <p:txBody>
          <a:bodyPr>
            <a:normAutofit/>
          </a:bodyPr>
          <a:lstStyle>
            <a:lvl1pPr marL="0" indent="0">
              <a:lnSpc>
                <a:spcPct val="100000"/>
              </a:lnSpc>
              <a:buNone/>
              <a:defRPr sz="3000" b="1" i="0" cap="all" spc="600" baseline="0">
                <a:solidFill>
                  <a:schemeClr val="accent1"/>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a:xfrm>
            <a:off x="4854820" y="9563519"/>
            <a:ext cx="2240921" cy="522693"/>
          </a:xfrm>
        </p:spPr>
        <p:txBody>
          <a:bodyPr/>
          <a:lstStyle>
            <a:lvl1pPr>
              <a:defRPr baseline="0">
                <a:solidFill>
                  <a:schemeClr val="tx2"/>
                </a:solidFill>
              </a:defRPr>
            </a:lvl1pPr>
          </a:lstStyle>
          <a:p>
            <a:endParaRPr lang="es-GT"/>
          </a:p>
        </p:txBody>
      </p:sp>
      <p:sp>
        <p:nvSpPr>
          <p:cNvPr id="5" name="Footer Placeholder 4"/>
          <p:cNvSpPr>
            <a:spLocks noGrp="1"/>
          </p:cNvSpPr>
          <p:nvPr>
            <p:ph type="ftr" sz="quarter" idx="11"/>
          </p:nvPr>
        </p:nvSpPr>
        <p:spPr>
          <a:xfrm>
            <a:off x="7918596" y="9563519"/>
            <a:ext cx="6172200" cy="518694"/>
          </a:xfrm>
        </p:spPr>
        <p:txBody>
          <a:bodyPr/>
          <a:lstStyle>
            <a:lvl1pPr>
              <a:defRPr baseline="0">
                <a:solidFill>
                  <a:schemeClr val="tx2"/>
                </a:solidFill>
              </a:defRPr>
            </a:lvl1pPr>
          </a:lstStyle>
          <a:p>
            <a:endParaRPr lang="es-GT"/>
          </a:p>
        </p:txBody>
      </p:sp>
      <p:sp>
        <p:nvSpPr>
          <p:cNvPr id="6" name="Slide Number Placeholder 5"/>
          <p:cNvSpPr>
            <a:spLocks noGrp="1"/>
          </p:cNvSpPr>
          <p:nvPr>
            <p:ph type="sldNum" sz="quarter" idx="12"/>
          </p:nvPr>
        </p:nvSpPr>
        <p:spPr>
          <a:xfrm>
            <a:off x="14913651" y="9563519"/>
            <a:ext cx="2231349" cy="518694"/>
          </a:xfrm>
        </p:spPr>
        <p:txBody>
          <a:bodyPr/>
          <a:lstStyle>
            <a:lvl1pPr>
              <a:defRPr baseline="0">
                <a:solidFill>
                  <a:schemeClr val="tx2"/>
                </a:solidFill>
              </a:defRPr>
            </a:lvl1pPr>
          </a:lstStyle>
          <a:p>
            <a:pPr marL="0" lvl="0" indent="0" algn="r" rtl="0">
              <a:spcBef>
                <a:spcPts val="0"/>
              </a:spcBef>
              <a:spcAft>
                <a:spcPts val="0"/>
              </a:spcAft>
              <a:buNone/>
            </a:pPr>
            <a:fld id="{00000000-1234-1234-1234-123412341234}" type="slidenum">
              <a:rPr lang="en-US" smtClean="0"/>
              <a:t>‹Nº›</a:t>
            </a:fld>
            <a:endParaRPr lang="en-US"/>
          </a:p>
        </p:txBody>
      </p:sp>
      <p:grpSp>
        <p:nvGrpSpPr>
          <p:cNvPr id="7" name="Group 6" title="left scallop shape"/>
          <p:cNvGrpSpPr/>
          <p:nvPr/>
        </p:nvGrpSpPr>
        <p:grpSpPr>
          <a:xfrm>
            <a:off x="0" y="0"/>
            <a:ext cx="4221957" cy="10287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139692711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885950" y="3429000"/>
            <a:ext cx="7200900" cy="54292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9971694" y="3429000"/>
            <a:ext cx="7200900" cy="54292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683882646"/>
      </p:ext>
    </p:extLst>
  </p:cSld>
  <p:clrMapOvr>
    <a:masterClrMapping/>
  </p:clrMapOvr>
  <p:hf sldNum="0" hdr="0" ft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879092" y="571500"/>
            <a:ext cx="15259050" cy="224027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877517" y="3299450"/>
            <a:ext cx="7200900" cy="948794"/>
          </a:xfrm>
        </p:spPr>
        <p:txBody>
          <a:bodyPr anchor="b">
            <a:noAutofit/>
          </a:bodyPr>
          <a:lstStyle>
            <a:lvl1pPr marL="0" indent="0">
              <a:lnSpc>
                <a:spcPct val="100000"/>
              </a:lnSpc>
              <a:buNone/>
              <a:defRPr sz="2850" b="1" cap="all" spc="300" baseline="0">
                <a:solidFill>
                  <a:schemeClr val="tx2"/>
                </a:solidFill>
              </a:defRPr>
            </a:lvl1pPr>
            <a:lvl2pPr marL="685800" indent="0">
              <a:buNone/>
              <a:defRPr sz="285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4" name="Content Placeholder 3"/>
          <p:cNvSpPr>
            <a:spLocks noGrp="1"/>
          </p:cNvSpPr>
          <p:nvPr>
            <p:ph sz="half" idx="2"/>
          </p:nvPr>
        </p:nvSpPr>
        <p:spPr>
          <a:xfrm>
            <a:off x="1885950" y="4363653"/>
            <a:ext cx="7200900" cy="449459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9950796" y="3299450"/>
            <a:ext cx="7200900" cy="948794"/>
          </a:xfrm>
        </p:spPr>
        <p:txBody>
          <a:bodyPr anchor="b">
            <a:noAutofit/>
          </a:bodyPr>
          <a:lstStyle>
            <a:lvl1pPr marL="0" indent="0">
              <a:lnSpc>
                <a:spcPct val="100000"/>
              </a:lnSpc>
              <a:buNone/>
              <a:defRPr sz="2850" b="1" cap="all" spc="300" baseline="0">
                <a:solidFill>
                  <a:schemeClr val="tx2"/>
                </a:solidFill>
              </a:defRPr>
            </a:lvl1pPr>
            <a:lvl2pPr marL="685800" indent="0">
              <a:buNone/>
              <a:defRPr sz="285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6" name="Content Placeholder 5"/>
          <p:cNvSpPr>
            <a:spLocks noGrp="1"/>
          </p:cNvSpPr>
          <p:nvPr>
            <p:ph sz="quarter" idx="4"/>
          </p:nvPr>
        </p:nvSpPr>
        <p:spPr>
          <a:xfrm>
            <a:off x="9950796" y="4363653"/>
            <a:ext cx="7200900" cy="449459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GT"/>
          </a:p>
        </p:txBody>
      </p:sp>
      <p:sp>
        <p:nvSpPr>
          <p:cNvPr id="8" name="Footer Placeholder 7"/>
          <p:cNvSpPr>
            <a:spLocks noGrp="1"/>
          </p:cNvSpPr>
          <p:nvPr>
            <p:ph type="ftr" sz="quarter" idx="11"/>
          </p:nvPr>
        </p:nvSpPr>
        <p:spPr/>
        <p:txBody>
          <a:bodyPr/>
          <a:lstStyle/>
          <a:p>
            <a:endParaRPr lang="es-G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2274904347"/>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325926183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GT"/>
          </a:p>
        </p:txBody>
      </p:sp>
      <p:sp>
        <p:nvSpPr>
          <p:cNvPr id="3" name="Footer Placeholder 2"/>
          <p:cNvSpPr>
            <a:spLocks noGrp="1"/>
          </p:cNvSpPr>
          <p:nvPr>
            <p:ph type="ftr" sz="quarter" idx="11"/>
          </p:nvPr>
        </p:nvSpPr>
        <p:spPr/>
        <p:txBody>
          <a:bodyPr/>
          <a:lstStyle/>
          <a:p>
            <a:endParaRPr lang="es-GT"/>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411577785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7" name="Freeform 11" title="right scallop background shape"/>
          <p:cNvSpPr/>
          <p:nvPr/>
        </p:nvSpPr>
        <p:spPr bwMode="auto">
          <a:xfrm>
            <a:off x="11084718" y="0"/>
            <a:ext cx="7203282" cy="10287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12506827" y="685799"/>
            <a:ext cx="4638173" cy="1795007"/>
          </a:xfrm>
        </p:spPr>
        <p:txBody>
          <a:bodyPr anchor="b">
            <a:normAutofit/>
          </a:bodyPr>
          <a:lstStyle>
            <a:lvl1pPr>
              <a:lnSpc>
                <a:spcPct val="100000"/>
              </a:lnSpc>
              <a:defRPr sz="2850" b="1" i="0" cap="all" spc="450" baseline="0">
                <a:solidFill>
                  <a:schemeClr val="accent1"/>
                </a:solidFill>
                <a:latin typeface="+mn-l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1147577" y="1380566"/>
            <a:ext cx="9237627" cy="747768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506828" y="2612004"/>
            <a:ext cx="4638173" cy="6246246"/>
          </a:xfrm>
        </p:spPr>
        <p:txBody>
          <a:bodyPr/>
          <a:lstStyle>
            <a:lvl1pPr marL="0" indent="0">
              <a:lnSpc>
                <a:spcPct val="120000"/>
              </a:lnSpc>
              <a:spcBef>
                <a:spcPts val="1800"/>
              </a:spcBef>
              <a:buNone/>
              <a:defRPr sz="2400" baseline="0">
                <a:solidFill>
                  <a:schemeClr val="bg2"/>
                </a:solidFill>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a:xfrm>
            <a:off x="1147577" y="9563519"/>
            <a:ext cx="1850033" cy="522693"/>
          </a:xfrm>
        </p:spPr>
        <p:txBody>
          <a:bodyPr/>
          <a:lstStyle/>
          <a:p>
            <a:endParaRPr lang="es-GT"/>
          </a:p>
        </p:txBody>
      </p:sp>
      <p:sp>
        <p:nvSpPr>
          <p:cNvPr id="6" name="Footer Placeholder 5"/>
          <p:cNvSpPr>
            <a:spLocks noGrp="1"/>
          </p:cNvSpPr>
          <p:nvPr>
            <p:ph type="ftr" sz="quarter" idx="11"/>
          </p:nvPr>
        </p:nvSpPr>
        <p:spPr>
          <a:xfrm>
            <a:off x="3155431" y="9563519"/>
            <a:ext cx="5223269" cy="518694"/>
          </a:xfrm>
        </p:spPr>
        <p:txBody>
          <a:bodyPr/>
          <a:lstStyle/>
          <a:p>
            <a:endParaRPr lang="es-GT"/>
          </a:p>
        </p:txBody>
      </p:sp>
      <p:sp>
        <p:nvSpPr>
          <p:cNvPr id="7" name="Slide Number Placeholder 6"/>
          <p:cNvSpPr>
            <a:spLocks noGrp="1"/>
          </p:cNvSpPr>
          <p:nvPr>
            <p:ph type="sldNum" sz="quarter" idx="12"/>
          </p:nvPr>
        </p:nvSpPr>
        <p:spPr>
          <a:xfrm>
            <a:off x="8536521" y="9563519"/>
            <a:ext cx="1848684" cy="518694"/>
          </a:xfrm>
        </p:spPr>
        <p:txBody>
          <a:bodyPr/>
          <a:lstStyle/>
          <a:p>
            <a:pPr marL="0" lvl="0" indent="0" algn="r" rtl="0">
              <a:spcBef>
                <a:spcPts val="0"/>
              </a:spcBef>
              <a:spcAft>
                <a:spcPts val="0"/>
              </a:spcAft>
              <a:buNone/>
            </a:pPr>
            <a:fld id="{00000000-1234-1234-1234-123412341234}" type="slidenum">
              <a:rPr lang="en-US" smtClean="0"/>
              <a:t>‹Nº›</a:t>
            </a:fld>
            <a:endParaRPr lang="en-US"/>
          </a:p>
        </p:txBody>
      </p:sp>
      <p:sp>
        <p:nvSpPr>
          <p:cNvPr id="8" name="Rectangle 7" title="left edge border"/>
          <p:cNvSpPr/>
          <p:nvPr/>
        </p:nvSpPr>
        <p:spPr>
          <a:xfrm>
            <a:off x="0" y="0"/>
            <a:ext cx="42519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88871542"/>
      </p:ext>
    </p:extLst>
  </p:cSld>
  <p:clrMapOvr>
    <a:masterClrMapping/>
  </p:clrMapOvr>
  <p:hf sldNum="0" hdr="0" ftr="0" dt="0"/>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425197" y="1"/>
            <a:ext cx="11033378" cy="10286999"/>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s-ES"/>
              <a:t>Haga clic en el icono para agregar una imagen</a:t>
            </a:r>
            <a:endParaRPr lang="en-US" dirty="0"/>
          </a:p>
        </p:txBody>
      </p:sp>
      <p:sp>
        <p:nvSpPr>
          <p:cNvPr id="11" name="Freeform 11" title="right scallop background shape"/>
          <p:cNvSpPr/>
          <p:nvPr/>
        </p:nvSpPr>
        <p:spPr bwMode="auto">
          <a:xfrm>
            <a:off x="11084718" y="0"/>
            <a:ext cx="7203282" cy="10287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42519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2506825" y="685800"/>
            <a:ext cx="4638176" cy="1795005"/>
          </a:xfrm>
        </p:spPr>
        <p:txBody>
          <a:bodyPr anchor="b">
            <a:normAutofit/>
          </a:bodyPr>
          <a:lstStyle>
            <a:lvl1pPr>
              <a:lnSpc>
                <a:spcPct val="100000"/>
              </a:lnSpc>
              <a:defRPr sz="2850" b="1" i="0" spc="450" baseline="0">
                <a:solidFill>
                  <a:schemeClr val="accent1"/>
                </a:solidFill>
                <a:latin typeface="+mn-lt"/>
              </a:defRPr>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2506825" y="2612004"/>
            <a:ext cx="4638176" cy="6246246"/>
          </a:xfrm>
        </p:spPr>
        <p:txBody>
          <a:bodyPr/>
          <a:lstStyle>
            <a:lvl1pPr marL="0" indent="0">
              <a:lnSpc>
                <a:spcPct val="120000"/>
              </a:lnSpc>
              <a:spcBef>
                <a:spcPts val="1800"/>
              </a:spcBef>
              <a:buNone/>
              <a:defRPr sz="2400" baseline="0">
                <a:solidFill>
                  <a:schemeClr val="bg2"/>
                </a:solidFill>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a:xfrm>
            <a:off x="1148925" y="9563519"/>
            <a:ext cx="1848684" cy="522693"/>
          </a:xfrm>
        </p:spPr>
        <p:txBody>
          <a:bodyPr/>
          <a:lstStyle/>
          <a:p>
            <a:endParaRPr lang="es-GT"/>
          </a:p>
        </p:txBody>
      </p:sp>
      <p:sp>
        <p:nvSpPr>
          <p:cNvPr id="6" name="Footer Placeholder 5"/>
          <p:cNvSpPr>
            <a:spLocks noGrp="1"/>
          </p:cNvSpPr>
          <p:nvPr>
            <p:ph type="ftr" sz="quarter" idx="11"/>
          </p:nvPr>
        </p:nvSpPr>
        <p:spPr>
          <a:xfrm>
            <a:off x="3155432" y="9563519"/>
            <a:ext cx="5223267" cy="518694"/>
          </a:xfrm>
        </p:spPr>
        <p:txBody>
          <a:bodyPr/>
          <a:lstStyle/>
          <a:p>
            <a:endParaRPr lang="es-GT"/>
          </a:p>
        </p:txBody>
      </p:sp>
      <p:sp>
        <p:nvSpPr>
          <p:cNvPr id="7" name="Slide Number Placeholder 6"/>
          <p:cNvSpPr>
            <a:spLocks noGrp="1"/>
          </p:cNvSpPr>
          <p:nvPr>
            <p:ph type="sldNum" sz="quarter" idx="12"/>
          </p:nvPr>
        </p:nvSpPr>
        <p:spPr>
          <a:xfrm>
            <a:off x="8531352" y="9563519"/>
            <a:ext cx="1851660" cy="518694"/>
          </a:xfrm>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345547238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130672525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099482" y="573579"/>
            <a:ext cx="2238198" cy="840060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885951" y="573578"/>
            <a:ext cx="12588878" cy="840060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‹Nº›</a:t>
            </a:fld>
            <a:endParaRPr lang="en-US"/>
          </a:p>
        </p:txBody>
      </p:sp>
    </p:spTree>
    <p:extLst>
      <p:ext uri="{BB962C8B-B14F-4D97-AF65-F5344CB8AC3E}">
        <p14:creationId xmlns:p14="http://schemas.microsoft.com/office/powerpoint/2010/main" val="424175743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80"/>
        <p:cNvGrpSpPr/>
        <p:nvPr/>
      </p:nvGrpSpPr>
      <p:grpSpPr>
        <a:xfrm>
          <a:off x="0" y="0"/>
          <a:ext cx="0" cy="0"/>
          <a:chOff x="0" y="0"/>
          <a:chExt cx="0" cy="0"/>
        </a:xfrm>
      </p:grpSpPr>
      <p:sp>
        <p:nvSpPr>
          <p:cNvPr id="81" name="Google Shape;81;g36099b8cf77_0_309"/>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82" name="Google Shape;82;g36099b8cf77_0_309"/>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83" name="Google Shape;83;g36099b8cf77_0_30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2187065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877517" y="573578"/>
            <a:ext cx="15267483" cy="2238198"/>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877517" y="3429002"/>
            <a:ext cx="15267483" cy="539038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877517" y="9563519"/>
            <a:ext cx="3494583" cy="522693"/>
          </a:xfrm>
          <a:prstGeom prst="rect">
            <a:avLst/>
          </a:prstGeom>
        </p:spPr>
        <p:txBody>
          <a:bodyPr vert="horz" lIns="91440" tIns="45720" rIns="91440" bIns="45720" rtlCol="0" anchor="ctr"/>
          <a:lstStyle>
            <a:lvl1pPr algn="l">
              <a:defRPr sz="1800">
                <a:solidFill>
                  <a:schemeClr val="tx1">
                    <a:lumMod val="65000"/>
                    <a:lumOff val="35000"/>
                  </a:schemeClr>
                </a:solidFill>
              </a:defRPr>
            </a:lvl1pPr>
          </a:lstStyle>
          <a:p>
            <a:endParaRPr lang="es-GT"/>
          </a:p>
        </p:txBody>
      </p:sp>
      <p:sp>
        <p:nvSpPr>
          <p:cNvPr id="5" name="Footer Placeholder 4"/>
          <p:cNvSpPr>
            <a:spLocks noGrp="1"/>
          </p:cNvSpPr>
          <p:nvPr>
            <p:ph type="ftr" sz="quarter" idx="3"/>
          </p:nvPr>
        </p:nvSpPr>
        <p:spPr>
          <a:xfrm>
            <a:off x="6057900" y="9563519"/>
            <a:ext cx="6172200" cy="518694"/>
          </a:xfrm>
          <a:prstGeom prst="rect">
            <a:avLst/>
          </a:prstGeom>
        </p:spPr>
        <p:txBody>
          <a:bodyPr vert="horz" lIns="91440" tIns="45720" rIns="91440" bIns="45720" rtlCol="0" anchor="ctr"/>
          <a:lstStyle>
            <a:lvl1pPr algn="ctr">
              <a:defRPr sz="1800">
                <a:solidFill>
                  <a:schemeClr val="tx1">
                    <a:lumMod val="65000"/>
                    <a:lumOff val="35000"/>
                  </a:schemeClr>
                </a:solidFill>
              </a:defRPr>
            </a:lvl1pPr>
          </a:lstStyle>
          <a:p>
            <a:endParaRPr lang="es-GT"/>
          </a:p>
        </p:txBody>
      </p:sp>
      <p:sp>
        <p:nvSpPr>
          <p:cNvPr id="6" name="Slide Number Placeholder 5"/>
          <p:cNvSpPr>
            <a:spLocks noGrp="1"/>
          </p:cNvSpPr>
          <p:nvPr>
            <p:ph type="sldNum" sz="quarter" idx="4"/>
          </p:nvPr>
        </p:nvSpPr>
        <p:spPr>
          <a:xfrm>
            <a:off x="12915902" y="9563519"/>
            <a:ext cx="4229099" cy="518694"/>
          </a:xfrm>
          <a:prstGeom prst="rect">
            <a:avLst/>
          </a:prstGeom>
        </p:spPr>
        <p:txBody>
          <a:bodyPr vert="horz" lIns="91440" tIns="45720" rIns="91440" bIns="45720" rtlCol="0" anchor="ctr"/>
          <a:lstStyle>
            <a:lvl1pPr algn="r">
              <a:defRPr sz="1800">
                <a:solidFill>
                  <a:schemeClr val="tx1">
                    <a:lumMod val="65000"/>
                    <a:lumOff val="35000"/>
                  </a:schemeClr>
                </a:solidFill>
              </a:defRPr>
            </a:lvl1pPr>
          </a:lstStyle>
          <a:p>
            <a:pPr marL="0" lvl="0" indent="0" algn="r" rtl="0">
              <a:spcBef>
                <a:spcPts val="0"/>
              </a:spcBef>
              <a:spcAft>
                <a:spcPts val="0"/>
              </a:spcAft>
              <a:buNone/>
            </a:pPr>
            <a:fld id="{00000000-1234-1234-1234-123412341234}" type="slidenum">
              <a:rPr lang="en-US" smtClean="0"/>
              <a:t>‹Nº›</a:t>
            </a:fld>
            <a:endParaRPr lang="en-US"/>
          </a:p>
        </p:txBody>
      </p:sp>
      <p:sp>
        <p:nvSpPr>
          <p:cNvPr id="11" name="Freeform 6" title="Left scallop edge"/>
          <p:cNvSpPr/>
          <p:nvPr/>
        </p:nvSpPr>
        <p:spPr bwMode="auto">
          <a:xfrm>
            <a:off x="1" y="0"/>
            <a:ext cx="1328738" cy="10287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7862804" y="0"/>
            <a:ext cx="42519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3674813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1371600" rtl="0" eaLnBrk="1" latinLnBrk="0" hangingPunct="1">
        <a:lnSpc>
          <a:spcPct val="90000"/>
        </a:lnSpc>
        <a:spcBef>
          <a:spcPct val="0"/>
        </a:spcBef>
        <a:buNone/>
        <a:defRPr sz="7650" kern="1200" cap="all" spc="300" baseline="0">
          <a:solidFill>
            <a:schemeClr val="tx2"/>
          </a:solidFill>
          <a:latin typeface="+mj-lt"/>
          <a:ea typeface="+mj-ea"/>
          <a:cs typeface="+mj-cs"/>
        </a:defRPr>
      </a:lvl1pPr>
    </p:titleStyle>
    <p:bodyStyle>
      <a:lvl1pPr marL="342900" indent="-342900" algn="l" defTabSz="1371600" rtl="0" eaLnBrk="1" latinLnBrk="0" hangingPunct="1">
        <a:lnSpc>
          <a:spcPct val="110000"/>
        </a:lnSpc>
        <a:spcBef>
          <a:spcPts val="1050"/>
        </a:spcBef>
        <a:buClr>
          <a:schemeClr val="tx2"/>
        </a:buClr>
        <a:buFont typeface="Arial" panose="020B0604020202020204" pitchFamily="34" charset="0"/>
        <a:buChar char="•"/>
        <a:defRPr sz="3000" kern="1200">
          <a:solidFill>
            <a:schemeClr val="tx1">
              <a:lumMod val="65000"/>
              <a:lumOff val="35000"/>
            </a:schemeClr>
          </a:solidFill>
          <a:latin typeface="+mn-lt"/>
          <a:ea typeface="+mn-ea"/>
          <a:cs typeface="+mn-cs"/>
        </a:defRPr>
      </a:lvl1pPr>
      <a:lvl2pPr marL="1028700" indent="-342900" algn="l" defTabSz="1371600" rtl="0" eaLnBrk="1" latinLnBrk="0" hangingPunct="1">
        <a:lnSpc>
          <a:spcPct val="110000"/>
        </a:lnSpc>
        <a:spcBef>
          <a:spcPts val="1050"/>
        </a:spcBef>
        <a:buClr>
          <a:schemeClr val="tx2"/>
        </a:buClr>
        <a:buFont typeface="Gill Sans MT" panose="020B0502020104020203" pitchFamily="34" charset="0"/>
        <a:buChar char="–"/>
        <a:defRPr sz="2700" kern="1200">
          <a:solidFill>
            <a:schemeClr val="tx1">
              <a:lumMod val="65000"/>
              <a:lumOff val="35000"/>
            </a:schemeClr>
          </a:solidFill>
          <a:latin typeface="+mn-lt"/>
          <a:ea typeface="+mn-ea"/>
          <a:cs typeface="+mn-cs"/>
        </a:defRPr>
      </a:lvl2pPr>
      <a:lvl3pPr marL="1714500" indent="-342900" algn="l" defTabSz="1371600" rtl="0" eaLnBrk="1" latinLnBrk="0" hangingPunct="1">
        <a:lnSpc>
          <a:spcPct val="110000"/>
        </a:lnSpc>
        <a:spcBef>
          <a:spcPts val="1050"/>
        </a:spcBef>
        <a:buClr>
          <a:schemeClr val="tx2"/>
        </a:buClr>
        <a:buFont typeface="Arial" panose="020B0604020202020204" pitchFamily="34" charset="0"/>
        <a:buChar char="•"/>
        <a:defRPr sz="2400" kern="1200">
          <a:solidFill>
            <a:schemeClr val="tx1">
              <a:lumMod val="65000"/>
              <a:lumOff val="35000"/>
            </a:schemeClr>
          </a:solidFill>
          <a:latin typeface="+mn-lt"/>
          <a:ea typeface="+mn-ea"/>
          <a:cs typeface="+mn-cs"/>
        </a:defRPr>
      </a:lvl3pPr>
      <a:lvl4pPr marL="2400300" indent="-342900" algn="l" defTabSz="1371600" rtl="0" eaLnBrk="1" latinLnBrk="0" hangingPunct="1">
        <a:lnSpc>
          <a:spcPct val="110000"/>
        </a:lnSpc>
        <a:spcBef>
          <a:spcPts val="1050"/>
        </a:spcBef>
        <a:buClr>
          <a:schemeClr val="tx2"/>
        </a:buClr>
        <a:buFont typeface="Gill Sans MT" panose="020B0502020104020203" pitchFamily="34" charset="0"/>
        <a:buChar char="–"/>
        <a:defRPr sz="2100" kern="1200">
          <a:solidFill>
            <a:schemeClr val="tx1">
              <a:lumMod val="65000"/>
              <a:lumOff val="35000"/>
            </a:schemeClr>
          </a:solidFill>
          <a:latin typeface="+mn-lt"/>
          <a:ea typeface="+mn-ea"/>
          <a:cs typeface="+mn-cs"/>
        </a:defRPr>
      </a:lvl4pPr>
      <a:lvl5pPr marL="3086100" indent="-342900" algn="l" defTabSz="1371600" rtl="0" eaLnBrk="1" latinLnBrk="0" hangingPunct="1">
        <a:lnSpc>
          <a:spcPct val="110000"/>
        </a:lnSpc>
        <a:spcBef>
          <a:spcPts val="1050"/>
        </a:spcBef>
        <a:buClr>
          <a:schemeClr val="tx2"/>
        </a:buClr>
        <a:buFont typeface="Arial" panose="020B0604020202020204" pitchFamily="34" charset="0"/>
        <a:buChar char="•"/>
        <a:defRPr sz="2100" kern="1200">
          <a:solidFill>
            <a:schemeClr val="tx1">
              <a:lumMod val="65000"/>
              <a:lumOff val="35000"/>
            </a:schemeClr>
          </a:solidFill>
          <a:latin typeface="+mn-lt"/>
          <a:ea typeface="+mn-ea"/>
          <a:cs typeface="+mn-cs"/>
        </a:defRPr>
      </a:lvl5pPr>
      <a:lvl6pPr marL="3771900" indent="-342900" algn="l" defTabSz="1371600" rtl="0" eaLnBrk="1" latinLnBrk="0" hangingPunct="1">
        <a:lnSpc>
          <a:spcPct val="110000"/>
        </a:lnSpc>
        <a:spcBef>
          <a:spcPts val="1050"/>
        </a:spcBef>
        <a:buClr>
          <a:schemeClr val="tx2"/>
        </a:buClr>
        <a:buFont typeface="Gill Sans MT" panose="020B0502020104020203" pitchFamily="34" charset="0"/>
        <a:buChar char="–"/>
        <a:defRPr sz="2100" kern="1200">
          <a:solidFill>
            <a:schemeClr val="tx1">
              <a:lumMod val="65000"/>
              <a:lumOff val="35000"/>
            </a:schemeClr>
          </a:solidFill>
          <a:latin typeface="+mn-lt"/>
          <a:ea typeface="+mn-ea"/>
          <a:cs typeface="+mn-cs"/>
        </a:defRPr>
      </a:lvl6pPr>
      <a:lvl7pPr marL="4457700" indent="-342900" algn="l" defTabSz="1371600" rtl="0" eaLnBrk="1" latinLnBrk="0" hangingPunct="1">
        <a:lnSpc>
          <a:spcPct val="110000"/>
        </a:lnSpc>
        <a:spcBef>
          <a:spcPts val="1050"/>
        </a:spcBef>
        <a:buClr>
          <a:schemeClr val="tx2"/>
        </a:buClr>
        <a:buFont typeface="Arial" panose="020B0604020202020204" pitchFamily="34" charset="0"/>
        <a:buChar char="•"/>
        <a:defRPr sz="2100" kern="1200">
          <a:solidFill>
            <a:schemeClr val="tx1">
              <a:lumMod val="65000"/>
              <a:lumOff val="35000"/>
            </a:schemeClr>
          </a:solidFill>
          <a:latin typeface="+mn-lt"/>
          <a:ea typeface="+mn-ea"/>
          <a:cs typeface="+mn-cs"/>
        </a:defRPr>
      </a:lvl7pPr>
      <a:lvl8pPr marL="5143500" indent="-342900" algn="l" defTabSz="1371600" rtl="0" eaLnBrk="1" latinLnBrk="0" hangingPunct="1">
        <a:lnSpc>
          <a:spcPct val="110000"/>
        </a:lnSpc>
        <a:spcBef>
          <a:spcPts val="1050"/>
        </a:spcBef>
        <a:buClr>
          <a:schemeClr val="tx2"/>
        </a:buClr>
        <a:buFont typeface="Gill Sans MT" panose="020B0502020104020203" pitchFamily="34" charset="0"/>
        <a:buChar char="–"/>
        <a:defRPr sz="2100" kern="1200" baseline="0">
          <a:solidFill>
            <a:schemeClr val="tx1">
              <a:lumMod val="65000"/>
              <a:lumOff val="35000"/>
            </a:schemeClr>
          </a:solidFill>
          <a:latin typeface="+mn-lt"/>
          <a:ea typeface="+mn-ea"/>
          <a:cs typeface="+mn-cs"/>
        </a:defRPr>
      </a:lvl8pPr>
      <a:lvl9pPr marL="5829300" indent="-342900" algn="l" defTabSz="1371600" rtl="0" eaLnBrk="1" latinLnBrk="0" hangingPunct="1">
        <a:lnSpc>
          <a:spcPct val="110000"/>
        </a:lnSpc>
        <a:spcBef>
          <a:spcPts val="1050"/>
        </a:spcBef>
        <a:buClr>
          <a:schemeClr val="tx2"/>
        </a:buClr>
        <a:buFont typeface="Arial" panose="020B0604020202020204" pitchFamily="34" charset="0"/>
        <a:buChar char="•"/>
        <a:defRPr sz="2100" kern="1200" baseline="0">
          <a:solidFill>
            <a:schemeClr val="tx1">
              <a:lumMod val="65000"/>
              <a:lumOff val="35000"/>
            </a:schemeClr>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12541309" y="0"/>
            <a:ext cx="5746691" cy="1711780"/>
          </a:xfrm>
          <a:custGeom>
            <a:avLst/>
            <a:gdLst/>
            <a:ahLst/>
            <a:cxnLst/>
            <a:rect l="l" t="t" r="r" b="b"/>
            <a:pathLst>
              <a:path w="5746691" h="1711780" extrusionOk="0">
                <a:moveTo>
                  <a:pt x="0" y="0"/>
                </a:moveTo>
                <a:lnTo>
                  <a:pt x="5746691" y="0"/>
                </a:lnTo>
                <a:lnTo>
                  <a:pt x="5746691" y="1711780"/>
                </a:lnTo>
                <a:lnTo>
                  <a:pt x="0" y="1711780"/>
                </a:lnTo>
                <a:lnTo>
                  <a:pt x="0" y="0"/>
                </a:lnTo>
                <a:close/>
              </a:path>
            </a:pathLst>
          </a:custGeom>
          <a:blipFill rotWithShape="1">
            <a:blip r:embed="rId3">
              <a:alphaModFix/>
            </a:blip>
            <a:stretch>
              <a:fillRect/>
            </a:stretch>
          </a:blipFill>
          <a:ln>
            <a:noFill/>
          </a:ln>
        </p:spPr>
        <p:txBody>
          <a:bodyPr/>
          <a:lstStyle/>
          <a:p>
            <a:endParaRPr lang="es-GT"/>
          </a:p>
        </p:txBody>
      </p:sp>
      <p:sp>
        <p:nvSpPr>
          <p:cNvPr id="89" name="Google Shape;89;p1"/>
          <p:cNvSpPr txBox="1"/>
          <p:nvPr/>
        </p:nvSpPr>
        <p:spPr>
          <a:xfrm>
            <a:off x="1063303" y="6994239"/>
            <a:ext cx="5717400" cy="1847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n-US" sz="5000" b="1" i="0" u="none" strike="noStrike" cap="none">
                <a:solidFill>
                  <a:srgbClr val="131416"/>
                </a:solidFill>
                <a:latin typeface="Open Sans"/>
                <a:ea typeface="Open Sans"/>
                <a:cs typeface="Open Sans"/>
                <a:sym typeface="Open Sans"/>
              </a:rPr>
              <a:t>Análisis y Diseño de Sistemas 2 </a:t>
            </a:r>
            <a:endParaRPr sz="5000" b="1" i="0" u="none" strike="noStrike" cap="none">
              <a:solidFill>
                <a:srgbClr val="131416"/>
              </a:solidFill>
              <a:latin typeface="Open Sans"/>
              <a:ea typeface="Open Sans"/>
              <a:cs typeface="Open Sans"/>
              <a:sym typeface="Open Sans"/>
            </a:endParaRPr>
          </a:p>
        </p:txBody>
      </p:sp>
      <p:sp>
        <p:nvSpPr>
          <p:cNvPr id="90" name="Google Shape;90;p1"/>
          <p:cNvSpPr txBox="1"/>
          <p:nvPr/>
        </p:nvSpPr>
        <p:spPr>
          <a:xfrm>
            <a:off x="2643905" y="3197949"/>
            <a:ext cx="12375000" cy="1416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n-US" sz="9200" b="1">
                <a:solidFill>
                  <a:srgbClr val="131416"/>
                </a:solidFill>
                <a:latin typeface="Open Sans"/>
                <a:ea typeface="Open Sans"/>
                <a:cs typeface="Open Sans"/>
                <a:sym typeface="Open Sans"/>
              </a:rPr>
              <a:t>Elementos de Diseño</a:t>
            </a:r>
            <a:endParaRPr sz="1400" b="0" i="0" u="none" strike="noStrike" cap="none">
              <a:solidFill>
                <a:srgbClr val="000000"/>
              </a:solidFill>
              <a:latin typeface="Arial"/>
              <a:ea typeface="Arial"/>
              <a:cs typeface="Arial"/>
              <a:sym typeface="Arial"/>
            </a:endParaRPr>
          </a:p>
        </p:txBody>
      </p:sp>
      <p:sp>
        <p:nvSpPr>
          <p:cNvPr id="91" name="Google Shape;91;p1"/>
          <p:cNvSpPr txBox="1"/>
          <p:nvPr/>
        </p:nvSpPr>
        <p:spPr>
          <a:xfrm>
            <a:off x="1063303" y="8745251"/>
            <a:ext cx="6981300" cy="384600"/>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Escuela de </a:t>
            </a:r>
            <a:r>
              <a:rPr lang="en-US" sz="2499" b="1">
                <a:solidFill>
                  <a:srgbClr val="131416"/>
                </a:solidFill>
                <a:latin typeface="Open Sans"/>
                <a:ea typeface="Open Sans"/>
                <a:cs typeface="Open Sans"/>
                <a:sym typeface="Open Sans"/>
              </a:rPr>
              <a:t>Ingeniería</a:t>
            </a:r>
            <a:r>
              <a:rPr lang="en-US" sz="2499" b="1" i="0" u="none" strike="noStrike" cap="none">
                <a:solidFill>
                  <a:srgbClr val="131416"/>
                </a:solidFill>
                <a:latin typeface="Open Sans"/>
                <a:ea typeface="Open Sans"/>
                <a:cs typeface="Open Sans"/>
                <a:sym typeface="Open Sans"/>
              </a:rPr>
              <a:t> de Ciencias Y Sistemas</a:t>
            </a:r>
            <a:endParaRPr sz="2499" b="1" i="0" u="none" strike="noStrike" cap="none">
              <a:solidFill>
                <a:srgbClr val="131416"/>
              </a:solidFill>
              <a:latin typeface="Open Sans"/>
              <a:ea typeface="Open Sans"/>
              <a:cs typeface="Open Sans"/>
              <a:sym typeface="Open Sans"/>
            </a:endParaRPr>
          </a:p>
        </p:txBody>
      </p:sp>
      <p:sp>
        <p:nvSpPr>
          <p:cNvPr id="92" name="Google Shape;92;p1"/>
          <p:cNvSpPr txBox="1"/>
          <p:nvPr/>
        </p:nvSpPr>
        <p:spPr>
          <a:xfrm>
            <a:off x="1028700" y="9210675"/>
            <a:ext cx="6667500" cy="384600"/>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Facultad de </a:t>
            </a:r>
            <a:r>
              <a:rPr lang="en-US" sz="2499" b="1">
                <a:solidFill>
                  <a:srgbClr val="131416"/>
                </a:solidFill>
                <a:latin typeface="Open Sans"/>
                <a:ea typeface="Open Sans"/>
                <a:cs typeface="Open Sans"/>
                <a:sym typeface="Open Sans"/>
              </a:rPr>
              <a:t>Ingeniería</a:t>
            </a:r>
            <a:endParaRPr sz="2499" b="1" i="0" u="none" strike="noStrike" cap="none">
              <a:solidFill>
                <a:srgbClr val="131416"/>
              </a:solidFill>
              <a:latin typeface="Open Sans"/>
              <a:ea typeface="Open Sans"/>
              <a:cs typeface="Open Sans"/>
              <a:sym typeface="Open Sans"/>
            </a:endParaRPr>
          </a:p>
        </p:txBody>
      </p:sp>
      <p:sp>
        <p:nvSpPr>
          <p:cNvPr id="93" name="Google Shape;93;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n-US" sz="2499" b="1" i="0" u="none" strike="noStrike" cap="none">
                <a:solidFill>
                  <a:srgbClr val="131416"/>
                </a:solidFill>
                <a:latin typeface="Open Sans"/>
                <a:ea typeface="Open Sans"/>
                <a:cs typeface="Open Sans"/>
                <a:sym typeface="Open Sans"/>
              </a:rPr>
              <a:t>Universidad de San Carlos de Guatemala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COMPETENCIA(S) QUE DESARROLLAREMOS</a:t>
            </a:r>
            <a:endParaRPr sz="1400" b="0" i="0" u="none" strike="noStrike" cap="none">
              <a:solidFill>
                <a:srgbClr val="000000"/>
              </a:solidFill>
              <a:latin typeface="Impact"/>
              <a:ea typeface="Impact"/>
              <a:cs typeface="Impact"/>
              <a:sym typeface="Impact"/>
            </a:endParaRPr>
          </a:p>
        </p:txBody>
      </p:sp>
      <p:sp>
        <p:nvSpPr>
          <p:cNvPr id="99" name="Google Shape;99;p3"/>
          <p:cNvSpPr txBox="1"/>
          <p:nvPr/>
        </p:nvSpPr>
        <p:spPr>
          <a:xfrm>
            <a:off x="1374900" y="2424475"/>
            <a:ext cx="16283400" cy="7522800"/>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Clr>
                <a:srgbClr val="000000"/>
              </a:buClr>
              <a:buSzPts val="5199"/>
              <a:buFont typeface="Arial"/>
              <a:buNone/>
            </a:pPr>
            <a:r>
              <a:rPr lang="en-US" sz="5199" b="1">
                <a:solidFill>
                  <a:srgbClr val="131416"/>
                </a:solidFill>
                <a:latin typeface="Open Sans"/>
                <a:ea typeface="Open Sans"/>
                <a:cs typeface="Open Sans"/>
                <a:sym typeface="Open Sans"/>
              </a:rPr>
              <a:t>Diseña interfaces de usuario funcionales y coherentes mediante la aplicación de principios de UI/UX y estilos arquitectónicos, asegurando accesibilidad, usabilidad y escalabilidad en el desarrollo de sistemas.</a:t>
            </a:r>
            <a:endParaRPr sz="5199" b="1">
              <a:solidFill>
                <a:srgbClr val="131416"/>
              </a:solidFill>
              <a:latin typeface="Open Sans"/>
              <a:ea typeface="Open Sans"/>
              <a:cs typeface="Open Sans"/>
              <a:sym typeface="Open Sans"/>
            </a:endParaRPr>
          </a:p>
          <a:p>
            <a:pPr marL="0" marR="0" lvl="0" indent="0" algn="ctr" rtl="0">
              <a:lnSpc>
                <a:spcPct val="140007"/>
              </a:lnSpc>
              <a:spcBef>
                <a:spcPts val="0"/>
              </a:spcBef>
              <a:spcAft>
                <a:spcPts val="0"/>
              </a:spcAft>
              <a:buClr>
                <a:srgbClr val="000000"/>
              </a:buClr>
              <a:buSzPts val="5199"/>
              <a:buFont typeface="Arial"/>
              <a:buNone/>
            </a:pPr>
            <a:endParaRPr sz="5199" b="1">
              <a:solidFill>
                <a:srgbClr val="131416"/>
              </a:solidFill>
              <a:latin typeface="Open Sans"/>
              <a:ea typeface="Open Sans"/>
              <a:cs typeface="Open Sans"/>
              <a:sym typeface="Open Sans"/>
            </a:endParaRPr>
          </a:p>
          <a:p>
            <a:pPr marL="0" marR="0" lvl="0" indent="0" algn="ctr" rtl="0">
              <a:lnSpc>
                <a:spcPct val="140007"/>
              </a:lnSpc>
              <a:spcBef>
                <a:spcPts val="0"/>
              </a:spcBef>
              <a:spcAft>
                <a:spcPts val="0"/>
              </a:spcAft>
              <a:buClr>
                <a:srgbClr val="000000"/>
              </a:buClr>
              <a:buSzPts val="5199"/>
              <a:buFont typeface="Arial"/>
              <a:buNone/>
            </a:pPr>
            <a:endParaRPr sz="5199" b="1">
              <a:solidFill>
                <a:srgbClr val="131416"/>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p:nvPr/>
        </p:nvSpPr>
        <p:spPr>
          <a:xfrm>
            <a:off x="1374889" y="3027816"/>
            <a:ext cx="12625499" cy="78344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n-US" sz="3925" b="0" i="0" u="none" strike="noStrike" cap="none">
                <a:solidFill>
                  <a:srgbClr val="131416"/>
                </a:solidFill>
                <a:latin typeface="Arial"/>
                <a:ea typeface="Arial"/>
                <a:cs typeface="Arial"/>
                <a:sym typeface="Arial"/>
              </a:rPr>
              <a:t>Parte teórica que se requiera  (conocimiento)</a:t>
            </a:r>
            <a:endParaRPr sz="1400" b="0" i="0" u="none" strike="noStrike" cap="none">
              <a:solidFill>
                <a:srgbClr val="000000"/>
              </a:solidFill>
              <a:latin typeface="Arial"/>
              <a:ea typeface="Arial"/>
              <a:cs typeface="Arial"/>
              <a:sym typeface="Arial"/>
            </a:endParaRPr>
          </a:p>
        </p:txBody>
      </p:sp>
      <p:sp>
        <p:nvSpPr>
          <p:cNvPr id="105" name="Google Shape;105;p4"/>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n-US" sz="6098" b="0" i="0" u="none" strike="noStrike" cap="none">
                <a:solidFill>
                  <a:srgbClr val="131416"/>
                </a:solidFill>
                <a:latin typeface="Impact"/>
                <a:ea typeface="Impact"/>
                <a:cs typeface="Impact"/>
                <a:sym typeface="Impact"/>
              </a:rPr>
              <a:t>CONTENIDO</a:t>
            </a:r>
            <a:endParaRPr sz="1400" b="0" i="0" u="none" strike="noStrike" cap="none">
              <a:solidFill>
                <a:srgbClr val="000000"/>
              </a:solidFill>
              <a:latin typeface="Impact"/>
              <a:ea typeface="Impact"/>
              <a:cs typeface="Impact"/>
              <a:sym typeface="Impact"/>
            </a:endParaRPr>
          </a:p>
        </p:txBody>
      </p:sp>
      <p:sp>
        <p:nvSpPr>
          <p:cNvPr id="106" name="Google Shape;106;p4"/>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a:p>
        </p:txBody>
      </p:sp>
      <p:sp>
        <p:nvSpPr>
          <p:cNvPr id="107" name="Google Shape;107;p4"/>
          <p:cNvSpPr txBox="1"/>
          <p:nvPr/>
        </p:nvSpPr>
        <p:spPr>
          <a:xfrm>
            <a:off x="14141311" y="6442453"/>
            <a:ext cx="3238236" cy="2815847"/>
          </a:xfrm>
          <a:prstGeom prst="rect">
            <a:avLst/>
          </a:prstGeom>
          <a:noFill/>
          <a:ln>
            <a:noFill/>
          </a:ln>
        </p:spPr>
        <p:txBody>
          <a:bodyPr spcFirstLastPara="1" wrap="square" lIns="0" tIns="0" rIns="0" bIns="0" anchor="t" anchorCtr="0">
            <a:spAutoFit/>
          </a:bodyPr>
          <a:lstStyle/>
          <a:p>
            <a:pPr marL="0" marR="0" lvl="0" indent="0" algn="l" rtl="0">
              <a:lnSpc>
                <a:spcPct val="140019"/>
              </a:lnSpc>
              <a:spcBef>
                <a:spcPts val="0"/>
              </a:spcBef>
              <a:spcAft>
                <a:spcPts val="0"/>
              </a:spcAft>
              <a:buClr>
                <a:srgbClr val="000000"/>
              </a:buClr>
              <a:buSzPts val="2014"/>
              <a:buFont typeface="Arial"/>
              <a:buNone/>
            </a:pPr>
            <a:r>
              <a:rPr lang="en-US" sz="2014" b="0" i="0" u="none" strike="noStrike" cap="non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g36099b8cf77_0_1"/>
          <p:cNvPicPr preferRelativeResize="0"/>
          <p:nvPr/>
        </p:nvPicPr>
        <p:blipFill rotWithShape="1">
          <a:blip r:embed="rId3">
            <a:alphaModFix amt="62000"/>
          </a:blip>
          <a:srcRect/>
          <a:stretch/>
        </p:blipFill>
        <p:spPr>
          <a:xfrm>
            <a:off x="16902" y="0"/>
            <a:ext cx="18254198" cy="10287001"/>
          </a:xfrm>
          <a:prstGeom prst="rect">
            <a:avLst/>
          </a:prstGeom>
          <a:noFill/>
          <a:ln>
            <a:noFill/>
          </a:ln>
        </p:spPr>
      </p:pic>
      <p:graphicFrame>
        <p:nvGraphicFramePr>
          <p:cNvPr id="113" name="Google Shape;113;g36099b8cf77_0_1"/>
          <p:cNvGraphicFramePr/>
          <p:nvPr/>
        </p:nvGraphicFramePr>
        <p:xfrm>
          <a:off x="10656400" y="1940050"/>
          <a:ext cx="7381150" cy="1584840"/>
        </p:xfrm>
        <a:graphic>
          <a:graphicData uri="http://schemas.openxmlformats.org/drawingml/2006/table">
            <a:tbl>
              <a:tblPr>
                <a:noFill/>
                <a:tableStyleId>{326005F4-147E-436A-A64F-8059583DB8BA}</a:tableStyleId>
              </a:tblPr>
              <a:tblGrid>
                <a:gridCol w="3036400">
                  <a:extLst>
                    <a:ext uri="{9D8B030D-6E8A-4147-A177-3AD203B41FA5}">
                      <a16:colId xmlns:a16="http://schemas.microsoft.com/office/drawing/2014/main" val="20000"/>
                    </a:ext>
                  </a:extLst>
                </a:gridCol>
                <a:gridCol w="4344750">
                  <a:extLst>
                    <a:ext uri="{9D8B030D-6E8A-4147-A177-3AD203B41FA5}">
                      <a16:colId xmlns:a16="http://schemas.microsoft.com/office/drawing/2014/main" val="20001"/>
                    </a:ext>
                  </a:extLst>
                </a:gridCol>
              </a:tblGrid>
              <a:tr h="6449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Día, Fecha:</a:t>
                      </a:r>
                      <a:endParaRPr sz="2800" b="1" u="none" strike="noStrike" cap="none">
                        <a:solidFill>
                          <a:schemeClr val="dk1"/>
                        </a:solidFill>
                      </a:endParaRPr>
                    </a:p>
                  </a:txBody>
                  <a:tcPr marL="182850" marR="182850" marT="182850" marB="182850"/>
                </a:tc>
                <a:tc>
                  <a:txBody>
                    <a:bodyPr/>
                    <a:lstStyle/>
                    <a:p>
                      <a:pPr marL="0" marR="0" lvl="0" indent="0" algn="l" rtl="0">
                        <a:lnSpc>
                          <a:spcPct val="100000"/>
                        </a:lnSpc>
                        <a:spcBef>
                          <a:spcPts val="0"/>
                        </a:spcBef>
                        <a:spcAft>
                          <a:spcPts val="0"/>
                        </a:spcAft>
                        <a:buClr>
                          <a:srgbClr val="000000"/>
                        </a:buClr>
                        <a:buSzPts val="2800"/>
                        <a:buFont typeface="Arial"/>
                        <a:buNone/>
                      </a:pPr>
                      <a:r>
                        <a:rPr lang="en-US" sz="2800" u="none" strike="noStrike" cap="none"/>
                        <a:t> </a:t>
                      </a:r>
                      <a:endParaRPr sz="2800" u="none" strike="noStrike" cap="none"/>
                    </a:p>
                  </a:txBody>
                  <a:tcPr marL="182850" marR="182850" marT="182850" marB="182850"/>
                </a:tc>
                <a:extLst>
                  <a:ext uri="{0D108BD9-81ED-4DB2-BD59-A6C34878D82A}">
                    <a16:rowId xmlns:a16="http://schemas.microsoft.com/office/drawing/2014/main" val="10000"/>
                  </a:ext>
                </a:extLst>
              </a:tr>
              <a:tr h="726200">
                <a:tc>
                  <a:txBody>
                    <a:bodyPr/>
                    <a:lstStyle/>
                    <a:p>
                      <a:pPr marL="0" marR="0" lvl="0" indent="0" algn="l" rtl="0">
                        <a:lnSpc>
                          <a:spcPct val="100000"/>
                        </a:lnSpc>
                        <a:spcBef>
                          <a:spcPts val="0"/>
                        </a:spcBef>
                        <a:spcAft>
                          <a:spcPts val="0"/>
                        </a:spcAft>
                        <a:buClr>
                          <a:srgbClr val="000000"/>
                        </a:buClr>
                        <a:buSzPts val="2800"/>
                        <a:buFont typeface="Arial"/>
                        <a:buNone/>
                      </a:pPr>
                      <a:r>
                        <a:rPr lang="en-US" sz="2800" b="1" u="none" strike="noStrike" cap="none">
                          <a:solidFill>
                            <a:schemeClr val="dk1"/>
                          </a:solidFill>
                        </a:rPr>
                        <a:t>Hora de inicio:</a:t>
                      </a:r>
                      <a:endParaRPr sz="2800" b="1" u="none" strike="noStrike" cap="none">
                        <a:solidFill>
                          <a:schemeClr val="dk1"/>
                        </a:solidFill>
                      </a:endParaRPr>
                    </a:p>
                  </a:txBody>
                  <a:tcPr marL="182850" marR="182850" marT="182850" marB="182850"/>
                </a:tc>
                <a:tc>
                  <a:txBody>
                    <a:bodyPr/>
                    <a:lstStyle/>
                    <a:p>
                      <a:pPr marL="0" marR="0" lvl="0" indent="0" algn="l" rtl="0">
                        <a:lnSpc>
                          <a:spcPct val="100000"/>
                        </a:lnSpc>
                        <a:spcBef>
                          <a:spcPts val="0"/>
                        </a:spcBef>
                        <a:spcAft>
                          <a:spcPts val="0"/>
                        </a:spcAft>
                        <a:buClr>
                          <a:srgbClr val="000000"/>
                        </a:buClr>
                        <a:buSzPts val="2800"/>
                        <a:buFont typeface="Arial"/>
                        <a:buNone/>
                      </a:pPr>
                      <a:endParaRPr sz="2800" u="none" strike="noStrike" cap="none"/>
                    </a:p>
                  </a:txBody>
                  <a:tcPr marL="182850" marR="182850" marT="182850" marB="182850"/>
                </a:tc>
                <a:extLst>
                  <a:ext uri="{0D108BD9-81ED-4DB2-BD59-A6C34878D82A}">
                    <a16:rowId xmlns:a16="http://schemas.microsoft.com/office/drawing/2014/main" val="10001"/>
                  </a:ext>
                </a:extLst>
              </a:tr>
            </a:tbl>
          </a:graphicData>
        </a:graphic>
      </p:graphicFrame>
      <p:sp>
        <p:nvSpPr>
          <p:cNvPr id="114" name="Google Shape;114;g36099b8cf77_0_1"/>
          <p:cNvSpPr txBox="1"/>
          <p:nvPr/>
        </p:nvSpPr>
        <p:spPr>
          <a:xfrm>
            <a:off x="2880350" y="4516600"/>
            <a:ext cx="13584000" cy="11391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5000"/>
              <a:buFont typeface="Arial"/>
              <a:buNone/>
            </a:pPr>
            <a:r>
              <a:rPr lang="en-US" sz="5000" b="0" i="0" u="none" strike="noStrike" cap="none">
                <a:solidFill>
                  <a:srgbClr val="000000"/>
                </a:solidFill>
                <a:latin typeface="Arial"/>
                <a:ea typeface="Arial"/>
                <a:cs typeface="Arial"/>
                <a:sym typeface="Arial"/>
              </a:rPr>
              <a:t>Análisis y Diseño de Sistemas 2 </a:t>
            </a:r>
            <a:endParaRPr sz="5000" b="0" i="0" u="none" strike="noStrike" cap="none">
              <a:solidFill>
                <a:srgbClr val="000000"/>
              </a:solidFill>
              <a:latin typeface="Arial"/>
              <a:ea typeface="Arial"/>
              <a:cs typeface="Arial"/>
              <a:sym typeface="Arial"/>
            </a:endParaRPr>
          </a:p>
        </p:txBody>
      </p:sp>
      <p:sp>
        <p:nvSpPr>
          <p:cNvPr id="115" name="Google Shape;115;g36099b8cf77_0_1"/>
          <p:cNvSpPr txBox="1"/>
          <p:nvPr/>
        </p:nvSpPr>
        <p:spPr>
          <a:xfrm>
            <a:off x="3557400" y="5801500"/>
            <a:ext cx="11173200" cy="985200"/>
          </a:xfrm>
          <a:prstGeom prst="rect">
            <a:avLst/>
          </a:prstGeom>
          <a:noFill/>
          <a:ln>
            <a:noFill/>
          </a:ln>
        </p:spPr>
        <p:txBody>
          <a:bodyPr spcFirstLastPara="1" wrap="square" lIns="182850" tIns="182850" rIns="182850" bIns="182850"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US" sz="4000" b="0" i="0" u="none" strike="noStrike" cap="none">
                <a:solidFill>
                  <a:srgbClr val="000000"/>
                </a:solidFill>
                <a:latin typeface="Arial"/>
                <a:ea typeface="Arial"/>
                <a:cs typeface="Arial"/>
                <a:sym typeface="Arial"/>
              </a:rPr>
              <a:t>Luis Angel Barrera Velásquez</a:t>
            </a:r>
            <a:endParaRPr sz="40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19"/>
        <p:cNvGrpSpPr/>
        <p:nvPr/>
      </p:nvGrpSpPr>
      <p:grpSpPr>
        <a:xfrm>
          <a:off x="0" y="0"/>
          <a:ext cx="0" cy="0"/>
          <a:chOff x="0" y="0"/>
          <a:chExt cx="0" cy="0"/>
        </a:xfrm>
      </p:grpSpPr>
      <p:graphicFrame>
        <p:nvGraphicFramePr>
          <p:cNvPr id="120" name="Google Shape;120;g36099b8cf77_0_8"/>
          <p:cNvGraphicFramePr/>
          <p:nvPr/>
        </p:nvGraphicFramePr>
        <p:xfrm>
          <a:off x="6116951" y="4739298"/>
          <a:ext cx="3000000" cy="3000000"/>
        </p:xfrm>
        <a:graphic>
          <a:graphicData uri="http://schemas.openxmlformats.org/drawingml/2006/table">
            <a:tbl>
              <a:tblPr>
                <a:noFill/>
                <a:tableStyleId>{9D81BA17-B6A4-4B8B-A097-1412BEA77B11}</a:tableStyleId>
              </a:tblPr>
              <a:tblGrid>
                <a:gridCol w="963725">
                  <a:extLst>
                    <a:ext uri="{9D8B030D-6E8A-4147-A177-3AD203B41FA5}">
                      <a16:colId xmlns:a16="http://schemas.microsoft.com/office/drawing/2014/main" val="20000"/>
                    </a:ext>
                  </a:extLst>
                </a:gridCol>
                <a:gridCol w="5090475">
                  <a:extLst>
                    <a:ext uri="{9D8B030D-6E8A-4147-A177-3AD203B41FA5}">
                      <a16:colId xmlns:a16="http://schemas.microsoft.com/office/drawing/2014/main" val="20001"/>
                    </a:ext>
                  </a:extLst>
                </a:gridCol>
              </a:tblGrid>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1</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Avisos</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0"/>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2</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rgbClr val="000000"/>
                        </a:buClr>
                        <a:buSzPts val="2000"/>
                        <a:buFont typeface="Arial"/>
                        <a:buNone/>
                      </a:pPr>
                      <a:r>
                        <a:rPr lang="en-US" sz="2000" u="none" strike="noStrike" cap="none">
                          <a:solidFill>
                            <a:srgbClr val="013362"/>
                          </a:solidFill>
                          <a:latin typeface="Poppins"/>
                          <a:ea typeface="Poppins"/>
                          <a:cs typeface="Poppins"/>
                          <a:sym typeface="Poppins"/>
                        </a:rPr>
                        <a:t>Horarios de Calificación</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1"/>
                  </a:ext>
                </a:extLst>
              </a:tr>
              <a:tr h="956900">
                <a:tc>
                  <a:txBody>
                    <a:bodyPr/>
                    <a:lstStyle/>
                    <a:p>
                      <a:pPr marL="0" marR="0" lvl="0" indent="0" algn="ctr" rtl="0">
                        <a:lnSpc>
                          <a:spcPct val="140000"/>
                        </a:lnSpc>
                        <a:spcBef>
                          <a:spcPts val="0"/>
                        </a:spcBef>
                        <a:spcAft>
                          <a:spcPts val="0"/>
                        </a:spcAft>
                        <a:buClr>
                          <a:srgbClr val="000000"/>
                        </a:buClr>
                        <a:buSzPts val="2000"/>
                        <a:buFont typeface="Arial"/>
                        <a:buNone/>
                      </a:pPr>
                      <a:r>
                        <a:rPr lang="en-US" sz="2000" b="1" u="none" strike="noStrike" cap="none">
                          <a:solidFill>
                            <a:srgbClr val="FDFDFD"/>
                          </a:solidFill>
                          <a:latin typeface="Poppins"/>
                          <a:ea typeface="Poppins"/>
                          <a:cs typeface="Poppins"/>
                          <a:sym typeface="Poppins"/>
                        </a:rPr>
                        <a:t>3</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solidFill>
                      <a:srgbClr val="013362"/>
                    </a:solidFill>
                  </a:tcPr>
                </a:tc>
                <a:tc>
                  <a:txBody>
                    <a:bodyPr/>
                    <a:lstStyle/>
                    <a:p>
                      <a:pPr marL="0" marR="0" lvl="0" indent="0" algn="l" rtl="0">
                        <a:lnSpc>
                          <a:spcPct val="140000"/>
                        </a:lnSpc>
                        <a:spcBef>
                          <a:spcPts val="0"/>
                        </a:spcBef>
                        <a:spcAft>
                          <a:spcPts val="0"/>
                        </a:spcAft>
                        <a:buClr>
                          <a:schemeClr val="dk1"/>
                        </a:buClr>
                        <a:buSzPts val="2000"/>
                        <a:buFont typeface="Arial"/>
                        <a:buNone/>
                      </a:pPr>
                      <a:r>
                        <a:rPr lang="en-US" sz="2000" u="none" strike="noStrike" cap="none">
                          <a:solidFill>
                            <a:srgbClr val="013362"/>
                          </a:solidFill>
                          <a:latin typeface="Poppins"/>
                          <a:ea typeface="Poppins"/>
                          <a:cs typeface="Poppins"/>
                          <a:sym typeface="Poppins"/>
                        </a:rPr>
                        <a:t>Contenido Teorico UI/UX</a:t>
                      </a:r>
                      <a:endParaRPr sz="1100" u="none" strike="noStrike" cap="none"/>
                    </a:p>
                  </a:txBody>
                  <a:tcPr marL="175025" marR="175025" marT="175025" marB="175025" anchor="ctr">
                    <a:lnL w="26250" cap="flat" cmpd="sng">
                      <a:solidFill>
                        <a:srgbClr val="013362"/>
                      </a:solidFill>
                      <a:prstDash val="solid"/>
                      <a:round/>
                      <a:headEnd type="none" w="sm" len="sm"/>
                      <a:tailEnd type="none" w="sm" len="sm"/>
                    </a:lnL>
                    <a:lnR w="26250" cap="flat" cmpd="sng">
                      <a:solidFill>
                        <a:srgbClr val="013362"/>
                      </a:solidFill>
                      <a:prstDash val="solid"/>
                      <a:round/>
                      <a:headEnd type="none" w="sm" len="sm"/>
                      <a:tailEnd type="none" w="sm" len="sm"/>
                    </a:lnR>
                    <a:lnT w="26250" cap="flat" cmpd="sng">
                      <a:solidFill>
                        <a:srgbClr val="013362"/>
                      </a:solidFill>
                      <a:prstDash val="solid"/>
                      <a:round/>
                      <a:headEnd type="none" w="sm" len="sm"/>
                      <a:tailEnd type="none" w="sm" len="sm"/>
                    </a:lnT>
                    <a:lnB w="26250" cap="flat" cmpd="sng">
                      <a:solidFill>
                        <a:srgbClr val="013362"/>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121" name="Google Shape;121;g36099b8cf77_0_8"/>
          <p:cNvGrpSpPr/>
          <p:nvPr/>
        </p:nvGrpSpPr>
        <p:grpSpPr>
          <a:xfrm>
            <a:off x="-584626" y="1589619"/>
            <a:ext cx="19457594" cy="2036657"/>
            <a:chOff x="0" y="-76200"/>
            <a:chExt cx="5124600" cy="536400"/>
          </a:xfrm>
        </p:grpSpPr>
        <p:sp>
          <p:nvSpPr>
            <p:cNvPr id="122" name="Google Shape;122;g36099b8cf77_0_8"/>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123" name="Google Shape;123;g36099b8cf77_0_8"/>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124" name="Google Shape;124;g36099b8cf77_0_8"/>
          <p:cNvSpPr/>
          <p:nvPr/>
        </p:nvSpPr>
        <p:spPr>
          <a:xfrm>
            <a:off x="592309" y="8986439"/>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
        <p:nvSpPr>
          <p:cNvPr id="125" name="Google Shape;125;g36099b8cf77_0_8"/>
          <p:cNvSpPr txBox="1"/>
          <p:nvPr/>
        </p:nvSpPr>
        <p:spPr>
          <a:xfrm>
            <a:off x="5939974" y="1861823"/>
            <a:ext cx="6408000" cy="1627800"/>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Clr>
                <a:srgbClr val="000000"/>
              </a:buClr>
              <a:buSzPts val="10576"/>
              <a:buFont typeface="Arial"/>
              <a:buNone/>
            </a:pPr>
            <a:r>
              <a:rPr lang="en-US" sz="10576" b="0" i="0" u="none" strike="noStrike" cap="none">
                <a:solidFill>
                  <a:srgbClr val="FDFDFD"/>
                </a:solidFill>
                <a:latin typeface="Poppins Black"/>
                <a:ea typeface="Poppins Black"/>
                <a:cs typeface="Poppins Black"/>
                <a:sym typeface="Poppins Black"/>
              </a:rPr>
              <a:t>AGENDA</a:t>
            </a:r>
            <a:endParaRPr sz="1400" b="0" i="0" u="none" strike="noStrike" cap="none">
              <a:solidFill>
                <a:srgbClr val="000000"/>
              </a:solidFill>
              <a:latin typeface="Arial"/>
              <a:ea typeface="Arial"/>
              <a:cs typeface="Arial"/>
              <a:sym typeface="Arial"/>
            </a:endParaRPr>
          </a:p>
        </p:txBody>
      </p:sp>
      <p:sp>
        <p:nvSpPr>
          <p:cNvPr id="126" name="Google Shape;126;g36099b8cf77_0_8"/>
          <p:cNvSpPr/>
          <p:nvPr/>
        </p:nvSpPr>
        <p:spPr>
          <a:xfrm rot="10800000">
            <a:off x="14838633" y="0"/>
            <a:ext cx="2658272" cy="1329136"/>
          </a:xfrm>
          <a:custGeom>
            <a:avLst/>
            <a:gdLst/>
            <a:ahLst/>
            <a:cxnLst/>
            <a:rect l="l" t="t" r="r" b="b"/>
            <a:pathLst>
              <a:path w="2658272" h="1329136" extrusionOk="0">
                <a:moveTo>
                  <a:pt x="0" y="0"/>
                </a:moveTo>
                <a:lnTo>
                  <a:pt x="2658272" y="0"/>
                </a:lnTo>
                <a:lnTo>
                  <a:pt x="2658272" y="1329136"/>
                </a:lnTo>
                <a:lnTo>
                  <a:pt x="0" y="1329136"/>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23"/>
        <p:cNvGrpSpPr/>
        <p:nvPr/>
      </p:nvGrpSpPr>
      <p:grpSpPr>
        <a:xfrm>
          <a:off x="0" y="0"/>
          <a:ext cx="0" cy="0"/>
          <a:chOff x="0" y="0"/>
          <a:chExt cx="0" cy="0"/>
        </a:xfrm>
      </p:grpSpPr>
      <p:grpSp>
        <p:nvGrpSpPr>
          <p:cNvPr id="324" name="Google Shape;324;g36099b8cf77_0_193"/>
          <p:cNvGrpSpPr/>
          <p:nvPr/>
        </p:nvGrpSpPr>
        <p:grpSpPr>
          <a:xfrm>
            <a:off x="-584800" y="2996050"/>
            <a:ext cx="19457594" cy="4294901"/>
            <a:chOff x="0" y="-76200"/>
            <a:chExt cx="5124600" cy="536400"/>
          </a:xfrm>
        </p:grpSpPr>
        <p:sp>
          <p:nvSpPr>
            <p:cNvPr id="325" name="Google Shape;325;g36099b8cf77_0_193"/>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26" name="Google Shape;326;g36099b8cf77_0_193"/>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27" name="Google Shape;327;g36099b8cf77_0_193"/>
          <p:cNvSpPr txBox="1"/>
          <p:nvPr/>
        </p:nvSpPr>
        <p:spPr>
          <a:xfrm>
            <a:off x="1599296" y="3790614"/>
            <a:ext cx="15089400" cy="34077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i="0" u="none" strike="noStrike" cap="none">
                <a:solidFill>
                  <a:srgbClr val="FDFDFD"/>
                </a:solidFill>
                <a:latin typeface="Poppins"/>
                <a:ea typeface="Poppins"/>
                <a:cs typeface="Poppins"/>
                <a:sym typeface="Poppins"/>
              </a:rPr>
              <a:t>Catálogo de Estilos</a:t>
            </a:r>
            <a:endParaRPr sz="9224" b="1" i="0" u="none" strike="noStrike" cap="none">
              <a:solidFill>
                <a:srgbClr val="FDFDFD"/>
              </a:solidFill>
              <a:latin typeface="Poppins"/>
              <a:ea typeface="Poppins"/>
              <a:cs typeface="Poppins"/>
              <a:sym typeface="Poppins"/>
            </a:endParaRPr>
          </a:p>
          <a:p>
            <a:pPr marL="0" marR="0" lvl="0" indent="0" algn="ctr" rtl="0">
              <a:lnSpc>
                <a:spcPct val="140004"/>
              </a:lnSpc>
              <a:spcBef>
                <a:spcPts val="0"/>
              </a:spcBef>
              <a:spcAft>
                <a:spcPts val="0"/>
              </a:spcAft>
              <a:buClr>
                <a:srgbClr val="000000"/>
              </a:buClr>
              <a:buSzPts val="9224"/>
              <a:buFont typeface="Arial"/>
              <a:buNone/>
            </a:pPr>
            <a:r>
              <a:rPr lang="en-US" sz="9224" b="1">
                <a:solidFill>
                  <a:srgbClr val="FDFDFD"/>
                </a:solidFill>
                <a:latin typeface="Poppins"/>
                <a:ea typeface="Poppins"/>
                <a:cs typeface="Poppins"/>
                <a:sym typeface="Poppins"/>
              </a:rPr>
              <a:t>de Arquitecturas</a:t>
            </a:r>
            <a:endParaRPr sz="9224" b="1">
              <a:solidFill>
                <a:srgbClr val="FDFDF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31"/>
        <p:cNvGrpSpPr/>
        <p:nvPr/>
      </p:nvGrpSpPr>
      <p:grpSpPr>
        <a:xfrm>
          <a:off x="0" y="0"/>
          <a:ext cx="0" cy="0"/>
          <a:chOff x="0" y="0"/>
          <a:chExt cx="0" cy="0"/>
        </a:xfrm>
      </p:grpSpPr>
      <p:grpSp>
        <p:nvGrpSpPr>
          <p:cNvPr id="332" name="Google Shape;332;g36099b8cf77_0_200"/>
          <p:cNvGrpSpPr/>
          <p:nvPr/>
        </p:nvGrpSpPr>
        <p:grpSpPr>
          <a:xfrm>
            <a:off x="-584626" y="564525"/>
            <a:ext cx="19457594" cy="2036657"/>
            <a:chOff x="0" y="-76200"/>
            <a:chExt cx="5124600" cy="536400"/>
          </a:xfrm>
        </p:grpSpPr>
        <p:sp>
          <p:nvSpPr>
            <p:cNvPr id="333" name="Google Shape;333;g36099b8cf77_0_200"/>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34" name="Google Shape;334;g36099b8cf77_0_200"/>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35" name="Google Shape;335;g36099b8cf77_0_200"/>
          <p:cNvSpPr txBox="1"/>
          <p:nvPr/>
        </p:nvSpPr>
        <p:spPr>
          <a:xfrm>
            <a:off x="1599296" y="758314"/>
            <a:ext cx="150894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a:solidFill>
                  <a:srgbClr val="FDFDFD"/>
                </a:solidFill>
                <a:latin typeface="Poppins"/>
                <a:ea typeface="Poppins"/>
                <a:cs typeface="Poppins"/>
                <a:sym typeface="Poppins"/>
              </a:rPr>
              <a:t>Estilos de Arquitectura</a:t>
            </a:r>
            <a:endParaRPr sz="1400" b="0" i="0" u="none" strike="noStrike" cap="none">
              <a:solidFill>
                <a:srgbClr val="000000"/>
              </a:solidFill>
              <a:latin typeface="Arial"/>
              <a:ea typeface="Arial"/>
              <a:cs typeface="Arial"/>
              <a:sym typeface="Arial"/>
            </a:endParaRPr>
          </a:p>
        </p:txBody>
      </p:sp>
      <p:sp>
        <p:nvSpPr>
          <p:cNvPr id="336" name="Google Shape;336;g36099b8cf77_0_200"/>
          <p:cNvSpPr txBox="1"/>
          <p:nvPr/>
        </p:nvSpPr>
        <p:spPr>
          <a:xfrm>
            <a:off x="494250" y="2758575"/>
            <a:ext cx="17299500" cy="3078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2963">
                <a:solidFill>
                  <a:srgbClr val="013362"/>
                </a:solidFill>
                <a:latin typeface="Poppins Light"/>
                <a:ea typeface="Poppins Light"/>
                <a:cs typeface="Poppins Light"/>
                <a:sym typeface="Poppins Light"/>
              </a:rPr>
              <a:t>Un estilo arquitectónico define una estructura global de alto nivel para organizar un sistema. Se enfoca en cómo se dividen y comunican los componentes dentro del software. Es una abstracción general que guía el diseño de aplicaciones.</a:t>
            </a:r>
            <a:endParaRPr sz="2963">
              <a:solidFill>
                <a:srgbClr val="013362"/>
              </a:solidFill>
              <a:latin typeface="Poppins Light"/>
              <a:ea typeface="Poppins Light"/>
              <a:cs typeface="Poppins Light"/>
              <a:sym typeface="Poppins Light"/>
            </a:endParaRPr>
          </a:p>
          <a:p>
            <a:pPr marL="0" marR="0" lvl="0" indent="0" algn="l" rtl="0">
              <a:lnSpc>
                <a:spcPct val="115000"/>
              </a:lnSpc>
              <a:spcBef>
                <a:spcPts val="0"/>
              </a:spcBef>
              <a:spcAft>
                <a:spcPts val="0"/>
              </a:spcAft>
              <a:buClr>
                <a:schemeClr val="dk1"/>
              </a:buClr>
              <a:buSzPts val="1100"/>
              <a:buFont typeface="Arial"/>
              <a:buNone/>
            </a:pPr>
            <a:r>
              <a:rPr lang="en-US" sz="2963" b="1">
                <a:solidFill>
                  <a:srgbClr val="013362"/>
                </a:solidFill>
                <a:latin typeface="Poppins"/>
                <a:ea typeface="Poppins"/>
                <a:cs typeface="Poppins"/>
                <a:sym typeface="Poppins"/>
              </a:rPr>
              <a:t>Ejemplo:</a:t>
            </a:r>
            <a:br>
              <a:rPr lang="en-US" sz="2963" b="1">
                <a:solidFill>
                  <a:srgbClr val="013362"/>
                </a:solidFill>
                <a:latin typeface="Poppins"/>
                <a:ea typeface="Poppins"/>
                <a:cs typeface="Poppins"/>
                <a:sym typeface="Poppins"/>
              </a:rPr>
            </a:br>
            <a:r>
              <a:rPr lang="en-US" sz="2963">
                <a:solidFill>
                  <a:srgbClr val="013362"/>
                </a:solidFill>
                <a:latin typeface="Poppins Light"/>
                <a:ea typeface="Poppins Light"/>
                <a:cs typeface="Poppins Light"/>
                <a:sym typeface="Poppins Light"/>
              </a:rPr>
              <a:t>Arquitectura en Capas: Un sistema dividido en capa de presentación, lógica de negocio y datos.</a:t>
            </a:r>
            <a:endParaRPr sz="2963">
              <a:solidFill>
                <a:srgbClr val="013362"/>
              </a:solidFill>
              <a:latin typeface="Poppins Light"/>
              <a:ea typeface="Poppins Light"/>
              <a:cs typeface="Poppins Light"/>
              <a:sym typeface="Poppins Light"/>
            </a:endParaRPr>
          </a:p>
        </p:txBody>
      </p:sp>
      <p:pic>
        <p:nvPicPr>
          <p:cNvPr id="337" name="Google Shape;337;g36099b8cf77_0_200"/>
          <p:cNvPicPr preferRelativeResize="0"/>
          <p:nvPr/>
        </p:nvPicPr>
        <p:blipFill>
          <a:blip r:embed="rId3">
            <a:alphaModFix/>
          </a:blip>
          <a:stretch>
            <a:fillRect/>
          </a:stretch>
        </p:blipFill>
        <p:spPr>
          <a:xfrm>
            <a:off x="7927475" y="5675575"/>
            <a:ext cx="4467775" cy="4509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41"/>
        <p:cNvGrpSpPr/>
        <p:nvPr/>
      </p:nvGrpSpPr>
      <p:grpSpPr>
        <a:xfrm>
          <a:off x="0" y="0"/>
          <a:ext cx="0" cy="0"/>
          <a:chOff x="0" y="0"/>
          <a:chExt cx="0" cy="0"/>
        </a:xfrm>
      </p:grpSpPr>
      <p:grpSp>
        <p:nvGrpSpPr>
          <p:cNvPr id="342" name="Google Shape;342;g36099b8cf77_0_209"/>
          <p:cNvGrpSpPr/>
          <p:nvPr/>
        </p:nvGrpSpPr>
        <p:grpSpPr>
          <a:xfrm>
            <a:off x="-584801" y="364850"/>
            <a:ext cx="19457594" cy="2036657"/>
            <a:chOff x="0" y="-76200"/>
            <a:chExt cx="5124600" cy="536400"/>
          </a:xfrm>
        </p:grpSpPr>
        <p:sp>
          <p:nvSpPr>
            <p:cNvPr id="343" name="Google Shape;343;g36099b8cf77_0_209"/>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44" name="Google Shape;344;g36099b8cf77_0_209"/>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45" name="Google Shape;345;g36099b8cf77_0_209"/>
          <p:cNvSpPr txBox="1"/>
          <p:nvPr/>
        </p:nvSpPr>
        <p:spPr>
          <a:xfrm>
            <a:off x="-388750" y="773275"/>
            <a:ext cx="18753300" cy="1096500"/>
          </a:xfrm>
          <a:prstGeom prst="rect">
            <a:avLst/>
          </a:prstGeom>
          <a:noFill/>
          <a:ln>
            <a:noFill/>
          </a:ln>
        </p:spPr>
        <p:txBody>
          <a:bodyPr spcFirstLastPara="1" wrap="square" lIns="0" tIns="0" rIns="0" bIns="0" anchor="t" anchorCtr="0">
            <a:spAutoFit/>
          </a:bodyPr>
          <a:lstStyle/>
          <a:p>
            <a:pPr marL="0" lvl="0" indent="0" algn="ctr" rtl="0">
              <a:lnSpc>
                <a:spcPct val="140004"/>
              </a:lnSpc>
              <a:spcBef>
                <a:spcPts val="0"/>
              </a:spcBef>
              <a:spcAft>
                <a:spcPts val="0"/>
              </a:spcAft>
              <a:buClr>
                <a:schemeClr val="dk1"/>
              </a:buClr>
              <a:buSzPts val="9224"/>
              <a:buFont typeface="Arial"/>
              <a:buNone/>
            </a:pPr>
            <a:r>
              <a:rPr lang="en-US" sz="7124" b="1">
                <a:solidFill>
                  <a:srgbClr val="FDFDFD"/>
                </a:solidFill>
                <a:latin typeface="Poppins"/>
                <a:ea typeface="Poppins"/>
                <a:cs typeface="Poppins"/>
                <a:sym typeface="Poppins"/>
              </a:rPr>
              <a:t>Principales Estilos de Arquitectura</a:t>
            </a:r>
            <a:endParaRPr sz="100" b="0" i="0" u="none" strike="noStrike" cap="none">
              <a:solidFill>
                <a:srgbClr val="000000"/>
              </a:solidFill>
              <a:latin typeface="Arial"/>
              <a:ea typeface="Arial"/>
              <a:cs typeface="Arial"/>
              <a:sym typeface="Arial"/>
            </a:endParaRPr>
          </a:p>
        </p:txBody>
      </p:sp>
      <p:graphicFrame>
        <p:nvGraphicFramePr>
          <p:cNvPr id="346" name="Google Shape;346;g36099b8cf77_0_209"/>
          <p:cNvGraphicFramePr/>
          <p:nvPr/>
        </p:nvGraphicFramePr>
        <p:xfrm>
          <a:off x="2978325" y="2769000"/>
          <a:ext cx="12674675" cy="6472625"/>
        </p:xfrm>
        <a:graphic>
          <a:graphicData uri="http://schemas.openxmlformats.org/drawingml/2006/table">
            <a:tbl>
              <a:tblPr>
                <a:noFill/>
                <a:tableStyleId>{36344091-3756-46C8-97CB-0C15AEB1343B}</a:tableStyleId>
              </a:tblPr>
              <a:tblGrid>
                <a:gridCol w="2729125">
                  <a:extLst>
                    <a:ext uri="{9D8B030D-6E8A-4147-A177-3AD203B41FA5}">
                      <a16:colId xmlns:a16="http://schemas.microsoft.com/office/drawing/2014/main" val="20000"/>
                    </a:ext>
                  </a:extLst>
                </a:gridCol>
                <a:gridCol w="9945550">
                  <a:extLst>
                    <a:ext uri="{9D8B030D-6E8A-4147-A177-3AD203B41FA5}">
                      <a16:colId xmlns:a16="http://schemas.microsoft.com/office/drawing/2014/main" val="20001"/>
                    </a:ext>
                  </a:extLst>
                </a:gridCol>
              </a:tblGrid>
              <a:tr h="968625">
                <a:tc>
                  <a:txBody>
                    <a:bodyPr/>
                    <a:lstStyle/>
                    <a:p>
                      <a:pPr marL="0" lvl="0" indent="0" algn="ctr" rtl="0">
                        <a:spcBef>
                          <a:spcPts val="0"/>
                        </a:spcBef>
                        <a:spcAft>
                          <a:spcPts val="0"/>
                        </a:spcAft>
                        <a:buNone/>
                      </a:pPr>
                      <a:r>
                        <a:rPr lang="en-US" sz="2400" b="1">
                          <a:solidFill>
                            <a:srgbClr val="FFFFFF"/>
                          </a:solidFill>
                        </a:rPr>
                        <a:t>Estilo</a:t>
                      </a:r>
                      <a:endParaRPr sz="2400" b="1">
                        <a:solidFill>
                          <a:srgbClr val="FFFFFF"/>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56082"/>
                    </a:solidFill>
                  </a:tcPr>
                </a:tc>
                <a:tc>
                  <a:txBody>
                    <a:bodyPr/>
                    <a:lstStyle/>
                    <a:p>
                      <a:pPr marL="0" lvl="0" indent="0" algn="ctr" rtl="0">
                        <a:spcBef>
                          <a:spcPts val="0"/>
                        </a:spcBef>
                        <a:spcAft>
                          <a:spcPts val="0"/>
                        </a:spcAft>
                        <a:buNone/>
                      </a:pPr>
                      <a:r>
                        <a:rPr lang="en-US" sz="2400" b="1">
                          <a:solidFill>
                            <a:srgbClr val="FFFFFF"/>
                          </a:solidFill>
                        </a:rPr>
                        <a:t>Uso recomendado</a:t>
                      </a:r>
                      <a:endParaRPr sz="2400" b="1">
                        <a:solidFill>
                          <a:srgbClr val="FFFFFF"/>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688000">
                <a:tc>
                  <a:txBody>
                    <a:bodyPr/>
                    <a:lstStyle/>
                    <a:p>
                      <a:pPr marL="0" lvl="0" indent="0" algn="l" rtl="0">
                        <a:spcBef>
                          <a:spcPts val="0"/>
                        </a:spcBef>
                        <a:spcAft>
                          <a:spcPts val="0"/>
                        </a:spcAft>
                        <a:buNone/>
                      </a:pPr>
                      <a:r>
                        <a:rPr lang="en-US" sz="1900" b="1"/>
                        <a:t>Monolítica</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tc>
                  <a:txBody>
                    <a:bodyPr/>
                    <a:lstStyle/>
                    <a:p>
                      <a:pPr marL="0" lvl="0" indent="0" algn="l" rtl="0">
                        <a:spcBef>
                          <a:spcPts val="0"/>
                        </a:spcBef>
                        <a:spcAft>
                          <a:spcPts val="0"/>
                        </a:spcAft>
                        <a:buNone/>
                      </a:pPr>
                      <a:r>
                        <a:rPr lang="en-US" sz="2200"/>
                        <a:t>Aplicaciones pequeñas y medianas con requisitos estables.</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extLst>
                  <a:ext uri="{0D108BD9-81ED-4DB2-BD59-A6C34878D82A}">
                    <a16:rowId xmlns:a16="http://schemas.microsoft.com/office/drawing/2014/main" val="10001"/>
                  </a:ext>
                </a:extLst>
              </a:tr>
              <a:tr h="688000">
                <a:tc>
                  <a:txBody>
                    <a:bodyPr/>
                    <a:lstStyle/>
                    <a:p>
                      <a:pPr marL="0" lvl="0" indent="0" algn="l" rtl="0">
                        <a:spcBef>
                          <a:spcPts val="0"/>
                        </a:spcBef>
                        <a:spcAft>
                          <a:spcPts val="0"/>
                        </a:spcAft>
                        <a:buNone/>
                      </a:pPr>
                      <a:r>
                        <a:rPr lang="en-US" sz="1900" b="1"/>
                        <a:t>Cliente-Servidor</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200"/>
                        <a:t>Aplicaciones web con interacción en tiempo real.</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88000">
                <a:tc>
                  <a:txBody>
                    <a:bodyPr/>
                    <a:lstStyle/>
                    <a:p>
                      <a:pPr marL="0" lvl="0" indent="0" algn="l" rtl="0">
                        <a:spcBef>
                          <a:spcPts val="0"/>
                        </a:spcBef>
                        <a:spcAft>
                          <a:spcPts val="0"/>
                        </a:spcAft>
                        <a:buNone/>
                      </a:pPr>
                      <a:r>
                        <a:rPr lang="en-US" sz="1900" b="1"/>
                        <a:t>Capas</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tc>
                  <a:txBody>
                    <a:bodyPr/>
                    <a:lstStyle/>
                    <a:p>
                      <a:pPr marL="0" lvl="0" indent="0" algn="l" rtl="0">
                        <a:spcBef>
                          <a:spcPts val="0"/>
                        </a:spcBef>
                        <a:spcAft>
                          <a:spcPts val="0"/>
                        </a:spcAft>
                        <a:buNone/>
                      </a:pPr>
                      <a:r>
                        <a:rPr lang="en-US" sz="2200"/>
                        <a:t>Sistemas empresariales grandes con lógica de negocio compleja.</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extLst>
                  <a:ext uri="{0D108BD9-81ED-4DB2-BD59-A6C34878D82A}">
                    <a16:rowId xmlns:a16="http://schemas.microsoft.com/office/drawing/2014/main" val="10003"/>
                  </a:ext>
                </a:extLst>
              </a:tr>
              <a:tr h="688000">
                <a:tc>
                  <a:txBody>
                    <a:bodyPr/>
                    <a:lstStyle/>
                    <a:p>
                      <a:pPr marL="0" lvl="0" indent="0" algn="l" rtl="0">
                        <a:spcBef>
                          <a:spcPts val="0"/>
                        </a:spcBef>
                        <a:spcAft>
                          <a:spcPts val="0"/>
                        </a:spcAft>
                        <a:buNone/>
                      </a:pPr>
                      <a:r>
                        <a:rPr lang="en-US" sz="1900" b="1"/>
                        <a:t>Microservicios</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200"/>
                        <a:t>Plataformas escalables con múltiples módulos independientes.</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688000">
                <a:tc>
                  <a:txBody>
                    <a:bodyPr/>
                    <a:lstStyle/>
                    <a:p>
                      <a:pPr marL="0" lvl="0" indent="0" algn="l" rtl="0">
                        <a:spcBef>
                          <a:spcPts val="0"/>
                        </a:spcBef>
                        <a:spcAft>
                          <a:spcPts val="0"/>
                        </a:spcAft>
                        <a:buNone/>
                      </a:pPr>
                      <a:r>
                        <a:rPr lang="en-US" sz="1900" b="1"/>
                        <a:t>Event-Driven</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tc>
                  <a:txBody>
                    <a:bodyPr/>
                    <a:lstStyle/>
                    <a:p>
                      <a:pPr marL="0" lvl="0" indent="0" algn="l" rtl="0">
                        <a:spcBef>
                          <a:spcPts val="0"/>
                        </a:spcBef>
                        <a:spcAft>
                          <a:spcPts val="0"/>
                        </a:spcAft>
                        <a:buNone/>
                      </a:pPr>
                      <a:r>
                        <a:rPr lang="en-US" sz="2200"/>
                        <a:t>Sistemas que procesan eventos en tiempo real (IoT, streaming).</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extLst>
                  <a:ext uri="{0D108BD9-81ED-4DB2-BD59-A6C34878D82A}">
                    <a16:rowId xmlns:a16="http://schemas.microsoft.com/office/drawing/2014/main" val="10005"/>
                  </a:ext>
                </a:extLst>
              </a:tr>
              <a:tr h="688000">
                <a:tc>
                  <a:txBody>
                    <a:bodyPr/>
                    <a:lstStyle/>
                    <a:p>
                      <a:pPr marL="0" lvl="0" indent="0" algn="l" rtl="0">
                        <a:spcBef>
                          <a:spcPts val="0"/>
                        </a:spcBef>
                        <a:spcAft>
                          <a:spcPts val="0"/>
                        </a:spcAft>
                        <a:buNone/>
                      </a:pPr>
                      <a:r>
                        <a:rPr lang="en-US" sz="1900" b="1"/>
                        <a:t>Pipes and Filters</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200"/>
                        <a:t>Procesamiento de datos en etapas, como compiladores.</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688000">
                <a:tc>
                  <a:txBody>
                    <a:bodyPr/>
                    <a:lstStyle/>
                    <a:p>
                      <a:pPr marL="0" lvl="0" indent="0" algn="l" rtl="0">
                        <a:spcBef>
                          <a:spcPts val="0"/>
                        </a:spcBef>
                        <a:spcAft>
                          <a:spcPts val="0"/>
                        </a:spcAft>
                        <a:buNone/>
                      </a:pPr>
                      <a:r>
                        <a:rPr lang="en-US" sz="1900" b="1"/>
                        <a:t>SOA</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tc>
                  <a:txBody>
                    <a:bodyPr/>
                    <a:lstStyle/>
                    <a:p>
                      <a:pPr marL="0" lvl="0" indent="0" algn="l" rtl="0">
                        <a:spcBef>
                          <a:spcPts val="0"/>
                        </a:spcBef>
                        <a:spcAft>
                          <a:spcPts val="0"/>
                        </a:spcAft>
                        <a:buNone/>
                      </a:pPr>
                      <a:r>
                        <a:rPr lang="en-US" sz="2200"/>
                        <a:t>Integración de múltiples servicios en un entorno corporativo.</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0E6F5"/>
                    </a:solidFill>
                  </a:tcPr>
                </a:tc>
                <a:extLst>
                  <a:ext uri="{0D108BD9-81ED-4DB2-BD59-A6C34878D82A}">
                    <a16:rowId xmlns:a16="http://schemas.microsoft.com/office/drawing/2014/main" val="10007"/>
                  </a:ext>
                </a:extLst>
              </a:tr>
              <a:tr h="688000">
                <a:tc>
                  <a:txBody>
                    <a:bodyPr/>
                    <a:lstStyle/>
                    <a:p>
                      <a:pPr marL="0" lvl="0" indent="0" algn="l" rtl="0">
                        <a:spcBef>
                          <a:spcPts val="0"/>
                        </a:spcBef>
                        <a:spcAft>
                          <a:spcPts val="0"/>
                        </a:spcAft>
                        <a:buNone/>
                      </a:pPr>
                      <a:r>
                        <a:rPr lang="en-US" sz="1900" b="1"/>
                        <a:t>Hexagonal</a:t>
                      </a:r>
                      <a:endParaRPr sz="19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US" sz="2200"/>
                        <a:t>Aplicaciones que buscan independencia de infraestructura.</a:t>
                      </a:r>
                      <a:endParaRPr sz="22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p:cNvGrpSpPr/>
        <p:nvPr/>
      </p:nvGrpSpPr>
      <p:grpSpPr>
        <a:xfrm>
          <a:off x="0" y="0"/>
          <a:ext cx="0" cy="0"/>
          <a:chOff x="0" y="0"/>
          <a:chExt cx="0" cy="0"/>
        </a:xfrm>
      </p:grpSpPr>
      <p:grpSp>
        <p:nvGrpSpPr>
          <p:cNvPr id="351" name="Google Shape;351;g36099b8cf77_0_217"/>
          <p:cNvGrpSpPr/>
          <p:nvPr/>
        </p:nvGrpSpPr>
        <p:grpSpPr>
          <a:xfrm>
            <a:off x="-584626" y="564525"/>
            <a:ext cx="19457594" cy="2036657"/>
            <a:chOff x="0" y="-76200"/>
            <a:chExt cx="5124600" cy="536400"/>
          </a:xfrm>
        </p:grpSpPr>
        <p:sp>
          <p:nvSpPr>
            <p:cNvPr id="352" name="Google Shape;352;g36099b8cf77_0_217"/>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p:cNvSpPr txBox="1"/>
          <p:nvPr/>
        </p:nvSpPr>
        <p:spPr>
          <a:xfrm>
            <a:off x="1046875" y="1072325"/>
            <a:ext cx="16194600" cy="1419900"/>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9224" b="1">
                <a:solidFill>
                  <a:srgbClr val="FDFDFD"/>
                </a:solidFill>
                <a:latin typeface="Poppins"/>
                <a:ea typeface="Poppins"/>
                <a:cs typeface="Poppins"/>
                <a:sym typeface="Poppins"/>
              </a:rPr>
              <a:t>Patrones de Arquitectura</a:t>
            </a:r>
            <a:endParaRPr sz="1400" b="0" i="0" u="none" strike="noStrike" cap="none">
              <a:solidFill>
                <a:srgbClr val="000000"/>
              </a:solidFill>
              <a:latin typeface="Arial"/>
              <a:ea typeface="Arial"/>
              <a:cs typeface="Arial"/>
              <a:sym typeface="Arial"/>
            </a:endParaRPr>
          </a:p>
        </p:txBody>
      </p:sp>
      <p:sp>
        <p:nvSpPr>
          <p:cNvPr id="355" name="Google Shape;355;g36099b8cf77_0_217"/>
          <p:cNvSpPr txBox="1"/>
          <p:nvPr/>
        </p:nvSpPr>
        <p:spPr>
          <a:xfrm>
            <a:off x="494250" y="2758575"/>
            <a:ext cx="17299500" cy="3078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2963">
                <a:solidFill>
                  <a:srgbClr val="013362"/>
                </a:solidFill>
                <a:latin typeface="Poppins Light"/>
                <a:ea typeface="Poppins Light"/>
                <a:cs typeface="Poppins Light"/>
                <a:sym typeface="Poppins Light"/>
              </a:rPr>
              <a:t>Son soluciones probadas y reutilizables para problemas específicos dentro de una arquitectura de software. Mientras un estilo define la organización general, un patrón proporciona una solución detallada a un problema recurrente dentro de ese estilo.</a:t>
            </a:r>
            <a:endParaRPr sz="2963">
              <a:solidFill>
                <a:srgbClr val="013362"/>
              </a:solidFill>
              <a:latin typeface="Poppins Light"/>
              <a:ea typeface="Poppins Light"/>
              <a:cs typeface="Poppins Light"/>
              <a:sym typeface="Poppins Light"/>
            </a:endParaRPr>
          </a:p>
          <a:p>
            <a:pPr marL="0" marR="0" lvl="0" indent="0" algn="l" rtl="0">
              <a:lnSpc>
                <a:spcPct val="115000"/>
              </a:lnSpc>
              <a:spcBef>
                <a:spcPts val="0"/>
              </a:spcBef>
              <a:spcAft>
                <a:spcPts val="0"/>
              </a:spcAft>
              <a:buClr>
                <a:schemeClr val="dk1"/>
              </a:buClr>
              <a:buSzPts val="1100"/>
              <a:buFont typeface="Arial"/>
              <a:buNone/>
            </a:pPr>
            <a:r>
              <a:rPr lang="en-US" sz="2963" b="1">
                <a:solidFill>
                  <a:srgbClr val="013362"/>
                </a:solidFill>
                <a:latin typeface="Poppins"/>
                <a:ea typeface="Poppins"/>
                <a:cs typeface="Poppins"/>
                <a:sym typeface="Poppins"/>
              </a:rPr>
              <a:t>Ejemplo:</a:t>
            </a:r>
            <a:endParaRPr sz="2963" b="1">
              <a:solidFill>
                <a:srgbClr val="013362"/>
              </a:solidFill>
              <a:latin typeface="Poppins"/>
              <a:ea typeface="Poppins"/>
              <a:cs typeface="Poppins"/>
              <a:sym typeface="Poppins"/>
            </a:endParaRPr>
          </a:p>
          <a:p>
            <a:pPr marL="0" marR="0" lvl="0" indent="0" algn="l" rtl="0">
              <a:lnSpc>
                <a:spcPct val="115000"/>
              </a:lnSpc>
              <a:spcBef>
                <a:spcPts val="0"/>
              </a:spcBef>
              <a:spcAft>
                <a:spcPts val="0"/>
              </a:spcAft>
              <a:buClr>
                <a:schemeClr val="dk1"/>
              </a:buClr>
              <a:buSzPts val="1100"/>
              <a:buFont typeface="Arial"/>
              <a:buNone/>
            </a:pPr>
            <a:r>
              <a:rPr lang="en-US" sz="2963">
                <a:solidFill>
                  <a:srgbClr val="013362"/>
                </a:solidFill>
                <a:latin typeface="Poppins Light"/>
                <a:ea typeface="Poppins Light"/>
                <a:cs typeface="Poppins Light"/>
                <a:sym typeface="Poppins Light"/>
              </a:rPr>
              <a:t>Dentro de una arquitectura en capas, se pueden usar patrones como MVC (Modelo-Vista-Controlador) para estructurar la capa de presentación.</a:t>
            </a:r>
            <a:endParaRPr sz="2963">
              <a:solidFill>
                <a:srgbClr val="013362"/>
              </a:solidFill>
              <a:latin typeface="Poppins Light"/>
              <a:ea typeface="Poppins Light"/>
              <a:cs typeface="Poppins Light"/>
              <a:sym typeface="Poppins Light"/>
            </a:endParaRPr>
          </a:p>
        </p:txBody>
      </p:sp>
      <p:pic>
        <p:nvPicPr>
          <p:cNvPr id="356" name="Google Shape;356;g36099b8cf77_0_217"/>
          <p:cNvPicPr preferRelativeResize="0"/>
          <p:nvPr/>
        </p:nvPicPr>
        <p:blipFill>
          <a:blip r:embed="rId3">
            <a:alphaModFix/>
          </a:blip>
          <a:stretch>
            <a:fillRect/>
          </a:stretch>
        </p:blipFill>
        <p:spPr>
          <a:xfrm>
            <a:off x="6073400" y="5994575"/>
            <a:ext cx="5528983" cy="41450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g36099b8cf77_0_226"/>
          <p:cNvPicPr preferRelativeResize="0"/>
          <p:nvPr/>
        </p:nvPicPr>
        <p:blipFill>
          <a:blip r:embed="rId3">
            <a:alphaModFix/>
          </a:blip>
          <a:stretch>
            <a:fillRect/>
          </a:stretch>
        </p:blipFill>
        <p:spPr>
          <a:xfrm>
            <a:off x="2940350" y="492688"/>
            <a:ext cx="12407300" cy="9301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9D2EC5CA-53F4-AD6E-BF4B-DC922DC7ECB3}"/>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E0CFAC1B-6CC9-D914-035D-97862BEFAC54}"/>
              </a:ext>
            </a:extLst>
          </p:cNvPr>
          <p:cNvGrpSpPr/>
          <p:nvPr/>
        </p:nvGrpSpPr>
        <p:grpSpPr>
          <a:xfrm>
            <a:off x="-584626" y="564525"/>
            <a:ext cx="19457594" cy="2036657"/>
            <a:chOff x="0" y="-76200"/>
            <a:chExt cx="5124600" cy="536400"/>
          </a:xfrm>
        </p:grpSpPr>
        <p:sp>
          <p:nvSpPr>
            <p:cNvPr id="352" name="Google Shape;352;g36099b8cf77_0_217">
              <a:extLst>
                <a:ext uri="{FF2B5EF4-FFF2-40B4-BE49-F238E27FC236}">
                  <a16:creationId xmlns:a16="http://schemas.microsoft.com/office/drawing/2014/main" id="{6317DD11-E68B-7703-9381-28AC6DD79AEE}"/>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33F6712D-BB0F-B56A-7775-7DDD50AB316F}"/>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8B1A2E50-BFE7-9152-40B0-0305EA703403}"/>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dirty="0" err="1">
                <a:solidFill>
                  <a:srgbClr val="FDFDFD"/>
                </a:solidFill>
                <a:latin typeface="Poppins"/>
                <a:ea typeface="Arial"/>
                <a:cs typeface="Poppins"/>
                <a:sym typeface="Poppins"/>
              </a:rPr>
              <a:t>Arquitectura</a:t>
            </a:r>
            <a:r>
              <a:rPr lang="en-US" sz="4800" b="1" dirty="0">
                <a:solidFill>
                  <a:srgbClr val="FDFDFD"/>
                </a:solidFill>
                <a:latin typeface="Poppins"/>
                <a:ea typeface="Arial"/>
                <a:cs typeface="Poppins"/>
                <a:sym typeface="Poppins"/>
              </a:rPr>
              <a:t> </a:t>
            </a:r>
            <a:r>
              <a:rPr lang="en-US" sz="4800" b="1" dirty="0" err="1">
                <a:solidFill>
                  <a:srgbClr val="FDFDFD"/>
                </a:solidFill>
                <a:latin typeface="Poppins"/>
                <a:cs typeface="Poppins"/>
                <a:sym typeface="Poppins"/>
              </a:rPr>
              <a:t>centrada</a:t>
            </a:r>
            <a:r>
              <a:rPr lang="en-US" sz="4800" b="1" dirty="0">
                <a:solidFill>
                  <a:srgbClr val="FDFDFD"/>
                </a:solidFill>
                <a:latin typeface="Poppins"/>
                <a:cs typeface="Poppins"/>
                <a:sym typeface="Poppins"/>
              </a:rPr>
              <a:t> </a:t>
            </a:r>
            <a:r>
              <a:rPr lang="en-US" sz="4800" b="1" dirty="0" err="1">
                <a:solidFill>
                  <a:srgbClr val="FDFDFD"/>
                </a:solidFill>
                <a:latin typeface="Poppins"/>
                <a:cs typeface="Poppins"/>
                <a:sym typeface="Poppins"/>
              </a:rPr>
              <a:t>en</a:t>
            </a:r>
            <a:r>
              <a:rPr lang="en-US" sz="4800" b="1" dirty="0">
                <a:solidFill>
                  <a:srgbClr val="FDFDFD"/>
                </a:solidFill>
                <a:latin typeface="Poppins"/>
                <a:cs typeface="Poppins"/>
                <a:sym typeface="Poppins"/>
              </a:rPr>
              <a:t> </a:t>
            </a:r>
            <a:r>
              <a:rPr lang="en-US" sz="4800" b="1" dirty="0" err="1">
                <a:solidFill>
                  <a:srgbClr val="FDFDFD"/>
                </a:solidFill>
                <a:latin typeface="Poppins"/>
                <a:cs typeface="Poppins"/>
                <a:sym typeface="Poppins"/>
              </a:rPr>
              <a:t>el</a:t>
            </a:r>
            <a:r>
              <a:rPr lang="en-US" sz="4800" b="1" dirty="0">
                <a:solidFill>
                  <a:srgbClr val="FDFDFD"/>
                </a:solidFill>
                <a:latin typeface="Poppins"/>
                <a:cs typeface="Poppins"/>
                <a:sym typeface="Poppins"/>
              </a:rPr>
              <a:t> </a:t>
            </a:r>
            <a:r>
              <a:rPr lang="en-US" sz="4800" b="1" dirty="0" err="1">
                <a:solidFill>
                  <a:srgbClr val="FDFDFD"/>
                </a:solidFill>
                <a:latin typeface="Poppins"/>
                <a:cs typeface="Poppins"/>
                <a:sym typeface="Poppins"/>
              </a:rPr>
              <a:t>flujo</a:t>
            </a:r>
            <a:r>
              <a:rPr lang="en-US" sz="4800" b="1" dirty="0">
                <a:solidFill>
                  <a:srgbClr val="FDFDFD"/>
                </a:solidFill>
                <a:latin typeface="Poppins"/>
                <a:cs typeface="Poppins"/>
                <a:sym typeface="Poppins"/>
              </a:rPr>
              <a:t> de </a:t>
            </a:r>
            <a:r>
              <a:rPr lang="en-US" sz="4800" b="1" dirty="0" err="1">
                <a:solidFill>
                  <a:srgbClr val="FDFDFD"/>
                </a:solidFill>
                <a:latin typeface="Poppins"/>
                <a:cs typeface="Poppins"/>
                <a:sym typeface="Poppins"/>
              </a:rPr>
              <a:t>datos</a:t>
            </a:r>
            <a:endParaRPr lang="en-US" sz="4800" b="0" i="0" u="none" strike="noStrike" cap="none" dirty="0">
              <a:solidFill>
                <a:srgbClr val="000000"/>
              </a:solidFill>
              <a:latin typeface="Arial"/>
              <a:ea typeface="Arial"/>
              <a:cs typeface="Arial"/>
              <a:sym typeface="Arial"/>
            </a:endParaRPr>
          </a:p>
        </p:txBody>
      </p:sp>
      <p:sp>
        <p:nvSpPr>
          <p:cNvPr id="7" name="CuadroTexto 6">
            <a:extLst>
              <a:ext uri="{FF2B5EF4-FFF2-40B4-BE49-F238E27FC236}">
                <a16:creationId xmlns:a16="http://schemas.microsoft.com/office/drawing/2014/main" id="{32AB91AB-0709-89EB-DAC4-5FD50E71ACDD}"/>
              </a:ext>
            </a:extLst>
          </p:cNvPr>
          <p:cNvSpPr txBox="1"/>
          <p:nvPr/>
        </p:nvSpPr>
        <p:spPr>
          <a:xfrm>
            <a:off x="2222532" y="3020747"/>
            <a:ext cx="14759182" cy="6555641"/>
          </a:xfrm>
          <a:prstGeom prst="rect">
            <a:avLst/>
          </a:prstGeom>
          <a:noFill/>
        </p:spPr>
        <p:txBody>
          <a:bodyPr wrap="square">
            <a:spAutoFit/>
          </a:bodyPr>
          <a:lstStyle/>
          <a:p>
            <a:pPr>
              <a:buNone/>
            </a:pPr>
            <a:r>
              <a:rPr lang="es-MX" sz="2800" b="1" dirty="0"/>
              <a:t>Arquitectura centrada en el flujo de datos</a:t>
            </a:r>
          </a:p>
          <a:p>
            <a:pPr>
              <a:buNone/>
            </a:pPr>
            <a:r>
              <a:rPr lang="es-MX" sz="2800" b="1" dirty="0"/>
              <a:t>¿Qué es?</a:t>
            </a:r>
          </a:p>
          <a:p>
            <a:pPr>
              <a:buNone/>
            </a:pPr>
            <a:r>
              <a:rPr lang="es-MX" sz="2800" dirty="0"/>
              <a:t>Organiza el sistema como una </a:t>
            </a:r>
            <a:r>
              <a:rPr lang="es-MX" sz="2800" b="1" dirty="0"/>
              <a:t>secuencia de procesamiento de datos</a:t>
            </a:r>
            <a:r>
              <a:rPr lang="es-MX" sz="2800" dirty="0"/>
              <a:t>, donde cada componente transforma la información antes de pasarla al siguiente.</a:t>
            </a:r>
          </a:p>
          <a:p>
            <a:pPr>
              <a:buNone/>
            </a:pPr>
            <a:r>
              <a:rPr lang="es-MX" sz="2800" b="1" dirty="0"/>
              <a:t>Ejemplo típico:</a:t>
            </a:r>
          </a:p>
          <a:p>
            <a:pPr>
              <a:buFont typeface="Arial" panose="020B0604020202020204" pitchFamily="34" charset="0"/>
              <a:buChar char="•"/>
            </a:pPr>
            <a:r>
              <a:rPr lang="es-MX" sz="2800" b="1" dirty="0"/>
              <a:t>Pipes and </a:t>
            </a:r>
            <a:r>
              <a:rPr lang="es-MX" sz="2800" b="1" dirty="0" err="1"/>
              <a:t>Filters</a:t>
            </a:r>
            <a:r>
              <a:rPr lang="es-MX" sz="2800" b="1" dirty="0"/>
              <a:t> (tuberías y filtros)</a:t>
            </a:r>
            <a:r>
              <a:rPr lang="es-MX" sz="2800" dirty="0"/>
              <a:t>: el dato pasa por una cadena de filtros que lo modifican (como en un compilador o editor de video).</a:t>
            </a:r>
          </a:p>
          <a:p>
            <a:pPr>
              <a:buNone/>
            </a:pPr>
            <a:endParaRPr lang="es-MX" sz="2800" b="1" dirty="0"/>
          </a:p>
          <a:p>
            <a:pPr>
              <a:buNone/>
            </a:pPr>
            <a:r>
              <a:rPr lang="es-MX" sz="2800" b="1" dirty="0"/>
              <a:t>Ventajas:</a:t>
            </a:r>
          </a:p>
          <a:p>
            <a:pPr>
              <a:buFont typeface="Arial" panose="020B0604020202020204" pitchFamily="34" charset="0"/>
              <a:buChar char="•"/>
            </a:pPr>
            <a:r>
              <a:rPr lang="es-MX" sz="2800" dirty="0"/>
              <a:t>Alta </a:t>
            </a:r>
            <a:r>
              <a:rPr lang="es-MX" sz="2800" b="1" dirty="0"/>
              <a:t>modularidad</a:t>
            </a:r>
            <a:r>
              <a:rPr lang="es-MX" sz="2800" dirty="0"/>
              <a:t> (los filtros se pueden reutilizar).</a:t>
            </a:r>
          </a:p>
          <a:p>
            <a:pPr>
              <a:buFont typeface="Arial" panose="020B0604020202020204" pitchFamily="34" charset="0"/>
              <a:buChar char="•"/>
            </a:pPr>
            <a:r>
              <a:rPr lang="es-MX" sz="2800" dirty="0"/>
              <a:t>Buena </a:t>
            </a:r>
            <a:r>
              <a:rPr lang="es-MX" sz="2800" b="1" dirty="0"/>
              <a:t>escalabilidad</a:t>
            </a:r>
            <a:r>
              <a:rPr lang="es-MX" sz="2800" dirty="0"/>
              <a:t>.</a:t>
            </a:r>
          </a:p>
          <a:p>
            <a:pPr>
              <a:buFont typeface="Arial" panose="020B0604020202020204" pitchFamily="34" charset="0"/>
              <a:buChar char="•"/>
            </a:pPr>
            <a:r>
              <a:rPr lang="es-MX" sz="2800" dirty="0"/>
              <a:t>Fácil de </a:t>
            </a:r>
            <a:r>
              <a:rPr lang="es-MX" sz="2800" b="1" dirty="0"/>
              <a:t>mantener y extender</a:t>
            </a:r>
            <a:r>
              <a:rPr lang="es-MX" sz="2800" dirty="0"/>
              <a:t>.</a:t>
            </a:r>
          </a:p>
          <a:p>
            <a:endParaRPr lang="es-MX" sz="2800" b="1" dirty="0"/>
          </a:p>
          <a:p>
            <a:r>
              <a:rPr lang="es-MX" sz="2800" b="1" dirty="0"/>
              <a:t> Uso común:</a:t>
            </a:r>
          </a:p>
          <a:p>
            <a:pPr>
              <a:buFont typeface="Arial" panose="020B0604020202020204" pitchFamily="34" charset="0"/>
              <a:buChar char="•"/>
            </a:pPr>
            <a:r>
              <a:rPr lang="es-MX" sz="2800" dirty="0"/>
              <a:t>Compiladores, sistemas de análisis de logs, procesamiento de audio o imágenes.</a:t>
            </a:r>
          </a:p>
        </p:txBody>
      </p:sp>
    </p:spTree>
    <p:extLst>
      <p:ext uri="{BB962C8B-B14F-4D97-AF65-F5344CB8AC3E}">
        <p14:creationId xmlns:p14="http://schemas.microsoft.com/office/powerpoint/2010/main" val="3888945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DA4E6BA8-D8DA-D357-7396-EC8E01A47383}"/>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4C95EA11-592B-CA4A-5824-86542B3D40BB}"/>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C7B872EF-E9F5-CE00-ADBF-A47B1AD61271}"/>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4506B536-4F22-9A04-1CA0-1792F3E5A992}"/>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9BF76561-04FB-ED32-FC8C-9EC251212EF1}"/>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i="0" u="none" strike="noStrike" cap="none" dirty="0">
                <a:solidFill>
                  <a:srgbClr val="FDFDFD"/>
                </a:solidFill>
                <a:latin typeface="Poppins"/>
                <a:cs typeface="Poppins"/>
                <a:sym typeface="Poppins"/>
              </a:rPr>
              <a:t>EDA –Event Driven </a:t>
            </a:r>
            <a:r>
              <a:rPr lang="en-US" sz="4800" b="1" i="0" u="none" strike="noStrike" cap="none" dirty="0" err="1">
                <a:solidFill>
                  <a:srgbClr val="FDFDFD"/>
                </a:solidFill>
                <a:latin typeface="Poppins"/>
                <a:cs typeface="Poppins"/>
                <a:sym typeface="Poppins"/>
              </a:rPr>
              <a:t>Arquitecture</a:t>
            </a:r>
            <a:endParaRPr lang="en-US" sz="4800" b="0" i="0" u="none" strike="noStrike" cap="none" dirty="0">
              <a:solidFill>
                <a:srgbClr val="000000"/>
              </a:solidFill>
              <a:latin typeface="Arial"/>
              <a:ea typeface="Arial"/>
              <a:cs typeface="Arial"/>
              <a:sym typeface="Arial"/>
            </a:endParaRPr>
          </a:p>
        </p:txBody>
      </p:sp>
      <p:sp>
        <p:nvSpPr>
          <p:cNvPr id="355" name="Google Shape;355;g36099b8cf77_0_217">
            <a:extLst>
              <a:ext uri="{FF2B5EF4-FFF2-40B4-BE49-F238E27FC236}">
                <a16:creationId xmlns:a16="http://schemas.microsoft.com/office/drawing/2014/main" id="{F78C96CB-DDB5-5E1E-8037-3AD59C1B5B30}"/>
              </a:ext>
            </a:extLst>
          </p:cNvPr>
          <p:cNvSpPr txBox="1"/>
          <p:nvPr/>
        </p:nvSpPr>
        <p:spPr>
          <a:xfrm>
            <a:off x="1945996" y="2813534"/>
            <a:ext cx="15295479" cy="1698927"/>
          </a:xfrm>
          <a:prstGeom prst="rect">
            <a:avLst/>
          </a:prstGeom>
          <a:noFill/>
          <a:ln>
            <a:noFill/>
          </a:ln>
        </p:spPr>
        <p:txBody>
          <a:bodyPr spcFirstLastPara="1" wrap="square" lIns="0" tIns="0" rIns="0" bIns="0" anchor="t" anchorCtr="0">
            <a:spAutoFit/>
          </a:bodyPr>
          <a:lstStyle/>
          <a:p>
            <a:pPr lvl="0">
              <a:lnSpc>
                <a:spcPct val="115000"/>
              </a:lnSpc>
              <a:buClr>
                <a:schemeClr val="dk1"/>
              </a:buClr>
              <a:buSzPts val="1100"/>
            </a:pPr>
            <a:r>
              <a:rPr lang="es-MX" sz="2400" dirty="0"/>
              <a:t>La Arquitectura Basada en Eventos (EDA) se define como un patrón arquitectónico que utiliza eventos para mantener la comunicación dentro de un sistema. Aprovecha la interrupción de un mensaje para publicar y consumir eventos de forma asíncrona. Tanto los productores como los consumidores no se conocen entre sí. En resumen, la Arquitectura Basada en Eventos es un método que permite lograr un acoplamiento flexible entre los servicios del sistema</a:t>
            </a:r>
            <a:endParaRPr sz="2400" dirty="0">
              <a:solidFill>
                <a:srgbClr val="013362"/>
              </a:solidFill>
              <a:latin typeface="Poppins Light"/>
              <a:ea typeface="Poppins Light"/>
              <a:cs typeface="Poppins Light"/>
              <a:sym typeface="Poppins Light"/>
            </a:endParaRPr>
          </a:p>
        </p:txBody>
      </p:sp>
      <p:sp>
        <p:nvSpPr>
          <p:cNvPr id="2" name="Rectangle 1">
            <a:extLst>
              <a:ext uri="{FF2B5EF4-FFF2-40B4-BE49-F238E27FC236}">
                <a16:creationId xmlns:a16="http://schemas.microsoft.com/office/drawing/2014/main" id="{86118F80-3D28-B26D-70B5-7F082F0B9CBA}"/>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pic>
        <p:nvPicPr>
          <p:cNvPr id="2050" name="Picture 2">
            <a:extLst>
              <a:ext uri="{FF2B5EF4-FFF2-40B4-BE49-F238E27FC236}">
                <a16:creationId xmlns:a16="http://schemas.microsoft.com/office/drawing/2014/main" id="{1938D5E9-E488-F5E1-1E9E-3FFB206985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04557" y="4807159"/>
            <a:ext cx="10067472" cy="4991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9741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1B58ACD6-C0EC-6D98-9E44-BF1FCEBA639F}"/>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CE87D44E-7B20-5C90-C3B1-43285AC19E37}"/>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DB5F2247-C485-3742-8233-356755B91F87}"/>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8222CFB5-456E-575A-113A-DA102719BE94}"/>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E80FCA59-A987-D776-67B5-2A2423EC046B}"/>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i="0" u="none" strike="noStrike" cap="none" dirty="0">
                <a:solidFill>
                  <a:srgbClr val="FDFDFD"/>
                </a:solidFill>
                <a:latin typeface="Poppins"/>
                <a:cs typeface="Poppins"/>
                <a:sym typeface="Poppins"/>
              </a:rPr>
              <a:t>EDA –Event Driven </a:t>
            </a:r>
            <a:r>
              <a:rPr lang="en-US" sz="4800" b="1" i="0" u="none" strike="noStrike" cap="none" dirty="0" err="1">
                <a:solidFill>
                  <a:srgbClr val="FDFDFD"/>
                </a:solidFill>
                <a:latin typeface="Poppins"/>
                <a:cs typeface="Poppins"/>
                <a:sym typeface="Poppins"/>
              </a:rPr>
              <a:t>Arquitecture</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05E7D2AD-C31F-A785-1A24-1F27A8EB36F4}"/>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graphicFrame>
        <p:nvGraphicFramePr>
          <p:cNvPr id="356" name="CuadroTexto 3">
            <a:extLst>
              <a:ext uri="{FF2B5EF4-FFF2-40B4-BE49-F238E27FC236}">
                <a16:creationId xmlns:a16="http://schemas.microsoft.com/office/drawing/2014/main" id="{99AEEC42-FDAD-2EEF-6CC9-723BE8313E86}"/>
              </a:ext>
            </a:extLst>
          </p:cNvPr>
          <p:cNvGraphicFramePr/>
          <p:nvPr>
            <p:extLst>
              <p:ext uri="{D42A27DB-BD31-4B8C-83A1-F6EECF244321}">
                <p14:modId xmlns:p14="http://schemas.microsoft.com/office/powerpoint/2010/main" val="987473662"/>
              </p:ext>
            </p:extLst>
          </p:nvPr>
        </p:nvGraphicFramePr>
        <p:xfrm>
          <a:off x="2861732" y="4580430"/>
          <a:ext cx="12132129" cy="3496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4266E880-F40C-1075-1A41-2DA2D7AD615F}"/>
              </a:ext>
            </a:extLst>
          </p:cNvPr>
          <p:cNvSpPr txBox="1"/>
          <p:nvPr/>
        </p:nvSpPr>
        <p:spPr>
          <a:xfrm>
            <a:off x="2690800" y="3079202"/>
            <a:ext cx="12132128" cy="1329210"/>
          </a:xfrm>
          <a:prstGeom prst="rect">
            <a:avLst/>
          </a:prstGeom>
          <a:noFill/>
        </p:spPr>
        <p:txBody>
          <a:bodyPr wrap="square">
            <a:spAutoFit/>
          </a:bodyPr>
          <a:lstStyle/>
          <a:p>
            <a:pPr algn="l">
              <a:lnSpc>
                <a:spcPts val="2250"/>
              </a:lnSpc>
              <a:buNone/>
            </a:pPr>
            <a:r>
              <a:rPr lang="es-GT" sz="3200" b="1" i="0" dirty="0">
                <a:solidFill>
                  <a:srgbClr val="242424"/>
                </a:solidFill>
                <a:effectLst/>
                <a:latin typeface="sohne"/>
              </a:rPr>
              <a:t>Componentes de la arquitectura basada en eventos (EDA)</a:t>
            </a:r>
          </a:p>
          <a:p>
            <a:pPr algn="l">
              <a:lnSpc>
                <a:spcPts val="2250"/>
              </a:lnSpc>
              <a:buNone/>
            </a:pPr>
            <a:endParaRPr lang="es-GT" sz="3200" b="1" i="0" dirty="0">
              <a:solidFill>
                <a:srgbClr val="242424"/>
              </a:solidFill>
              <a:effectLst/>
              <a:latin typeface="sohne"/>
            </a:endParaRPr>
          </a:p>
          <a:p>
            <a:pPr algn="l">
              <a:lnSpc>
                <a:spcPts val="2400"/>
              </a:lnSpc>
            </a:pPr>
            <a:r>
              <a:rPr lang="es-GT" sz="3200" b="0" i="0" dirty="0">
                <a:solidFill>
                  <a:srgbClr val="242424"/>
                </a:solidFill>
                <a:effectLst/>
                <a:latin typeface="source-serif-pro"/>
              </a:rPr>
              <a:t>La arquitectura basada en eventos consta de tres componentes. Veámoslos individualmente.</a:t>
            </a:r>
          </a:p>
        </p:txBody>
      </p:sp>
    </p:spTree>
    <p:extLst>
      <p:ext uri="{BB962C8B-B14F-4D97-AF65-F5344CB8AC3E}">
        <p14:creationId xmlns:p14="http://schemas.microsoft.com/office/powerpoint/2010/main" val="2339950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EAC2BEDC-3CF7-3783-168D-537459F0EEA6}"/>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31EBB23B-242B-0EE3-DABF-3AF2A2BFBA4B}"/>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4BA70250-2D70-91AD-CB60-40F82D990BAD}"/>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2A5B9458-1A2F-63A1-E2EA-ABF1085E5FC8}"/>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DBAEE968-5D5D-45AD-F0FE-C017774FFD7D}"/>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i="0" u="none" strike="noStrike" cap="none" dirty="0">
                <a:solidFill>
                  <a:srgbClr val="FDFDFD"/>
                </a:solidFill>
                <a:latin typeface="Poppins"/>
                <a:cs typeface="Poppins"/>
                <a:sym typeface="Poppins"/>
              </a:rPr>
              <a:t>EDA –Event Driven </a:t>
            </a:r>
            <a:r>
              <a:rPr lang="en-US" sz="4800" b="1" i="0" u="none" strike="noStrike" cap="none" dirty="0" err="1">
                <a:solidFill>
                  <a:srgbClr val="FDFDFD"/>
                </a:solidFill>
                <a:latin typeface="Poppins"/>
                <a:cs typeface="Poppins"/>
                <a:sym typeface="Poppins"/>
              </a:rPr>
              <a:t>Arquitecture</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5A8774DA-222B-953C-2CD0-DF69758FEAFF}"/>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graphicFrame>
        <p:nvGraphicFramePr>
          <p:cNvPr id="356" name="CuadroTexto 3">
            <a:extLst>
              <a:ext uri="{FF2B5EF4-FFF2-40B4-BE49-F238E27FC236}">
                <a16:creationId xmlns:a16="http://schemas.microsoft.com/office/drawing/2014/main" id="{E7E217B3-76DF-110D-AF2C-F8729C1F440B}"/>
              </a:ext>
            </a:extLst>
          </p:cNvPr>
          <p:cNvGraphicFramePr/>
          <p:nvPr>
            <p:extLst>
              <p:ext uri="{D42A27DB-BD31-4B8C-83A1-F6EECF244321}">
                <p14:modId xmlns:p14="http://schemas.microsoft.com/office/powerpoint/2010/main" val="3427813664"/>
              </p:ext>
            </p:extLst>
          </p:nvPr>
        </p:nvGraphicFramePr>
        <p:xfrm>
          <a:off x="2861732" y="4580430"/>
          <a:ext cx="12132129" cy="3496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6531B6B0-6F9A-8BA4-E830-657F1D65FC5A}"/>
              </a:ext>
            </a:extLst>
          </p:cNvPr>
          <p:cNvSpPr txBox="1"/>
          <p:nvPr/>
        </p:nvSpPr>
        <p:spPr>
          <a:xfrm>
            <a:off x="2690800" y="3079202"/>
            <a:ext cx="12132128" cy="646331"/>
          </a:xfrm>
          <a:prstGeom prst="rect">
            <a:avLst/>
          </a:prstGeom>
          <a:noFill/>
        </p:spPr>
        <p:txBody>
          <a:bodyPr wrap="square">
            <a:spAutoFit/>
          </a:bodyPr>
          <a:lstStyle/>
          <a:p>
            <a:r>
              <a:rPr lang="es-MX" b="1" dirty="0"/>
              <a:t>Patrones de arquitectura basada en eventos (EDA)</a:t>
            </a:r>
          </a:p>
          <a:p>
            <a:r>
              <a:rPr lang="es-MX" dirty="0"/>
              <a:t>Existen numerosas maneras de implementar EDA en su sistema, según su caso de uso. Veamos algunas:</a:t>
            </a:r>
          </a:p>
        </p:txBody>
      </p:sp>
    </p:spTree>
    <p:extLst>
      <p:ext uri="{BB962C8B-B14F-4D97-AF65-F5344CB8AC3E}">
        <p14:creationId xmlns:p14="http://schemas.microsoft.com/office/powerpoint/2010/main" val="2753365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5B578E39-21E4-1BC0-F43A-C306A45A5EAA}"/>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B1BD6C2C-FA13-C16A-5E34-844F6A5F16EF}"/>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226F0374-A7E7-CBBF-46B2-5A9A4E971776}"/>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17456D74-2344-4287-4010-4E0C865A6AD8}"/>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FF31AA90-4940-5E90-63B4-7BA90EBE82EE}"/>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i="0" u="none" strike="noStrike" cap="none" dirty="0">
                <a:solidFill>
                  <a:srgbClr val="FDFDFD"/>
                </a:solidFill>
                <a:latin typeface="Poppins"/>
                <a:cs typeface="Poppins"/>
                <a:sym typeface="Poppins"/>
              </a:rPr>
              <a:t>EDA –Event Driven </a:t>
            </a:r>
            <a:r>
              <a:rPr lang="en-US" sz="4800" b="1" i="0" u="none" strike="noStrike" cap="none" dirty="0" err="1">
                <a:solidFill>
                  <a:srgbClr val="FDFDFD"/>
                </a:solidFill>
                <a:latin typeface="Poppins"/>
                <a:cs typeface="Poppins"/>
                <a:sym typeface="Poppins"/>
              </a:rPr>
              <a:t>Arquitecture</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90434499-B2E1-D0FB-97ED-8E8D9B0B8286}"/>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sp>
        <p:nvSpPr>
          <p:cNvPr id="6" name="CuadroTexto 5">
            <a:extLst>
              <a:ext uri="{FF2B5EF4-FFF2-40B4-BE49-F238E27FC236}">
                <a16:creationId xmlns:a16="http://schemas.microsoft.com/office/drawing/2014/main" id="{DD2A0359-A86A-B7B1-8EDD-65E460840D76}"/>
              </a:ext>
            </a:extLst>
          </p:cNvPr>
          <p:cNvSpPr txBox="1"/>
          <p:nvPr/>
        </p:nvSpPr>
        <p:spPr>
          <a:xfrm>
            <a:off x="2690800" y="3079202"/>
            <a:ext cx="12132128" cy="5016758"/>
          </a:xfrm>
          <a:prstGeom prst="rect">
            <a:avLst/>
          </a:prstGeom>
          <a:noFill/>
        </p:spPr>
        <p:txBody>
          <a:bodyPr wrap="square">
            <a:spAutoFit/>
          </a:bodyPr>
          <a:lstStyle/>
          <a:p>
            <a:r>
              <a:rPr lang="es-MX" sz="4000" b="1" dirty="0"/>
              <a:t>Ventajas de la arquitectura basada en eventos (EDA)</a:t>
            </a:r>
          </a:p>
          <a:p>
            <a:pPr marL="571500" indent="-571500">
              <a:buFont typeface="Arial" panose="020B0604020202020204" pitchFamily="34" charset="0"/>
              <a:buChar char="•"/>
            </a:pPr>
            <a:r>
              <a:rPr lang="es-MX" sz="4000" dirty="0"/>
              <a:t>Los productores y los consumidores no se conocen entre sí.</a:t>
            </a:r>
          </a:p>
          <a:p>
            <a:pPr marL="571500" indent="-571500">
              <a:buFont typeface="Arial" panose="020B0604020202020204" pitchFamily="34" charset="0"/>
              <a:buChar char="•"/>
            </a:pPr>
            <a:r>
              <a:rPr lang="es-MX" sz="4000" dirty="0"/>
              <a:t>El sistema se vuelve altamente escalable y distribuido.</a:t>
            </a:r>
          </a:p>
          <a:p>
            <a:pPr marL="571500" indent="-571500">
              <a:buFont typeface="Arial" panose="020B0604020202020204" pitchFamily="34" charset="0"/>
              <a:buChar char="•"/>
            </a:pPr>
            <a:r>
              <a:rPr lang="es-MX" sz="4000" dirty="0"/>
              <a:t>Se mejora la agilidad.</a:t>
            </a:r>
          </a:p>
          <a:p>
            <a:pPr marL="571500" indent="-571500">
              <a:buFont typeface="Arial" panose="020B0604020202020204" pitchFamily="34" charset="0"/>
              <a:buChar char="•"/>
            </a:pPr>
            <a:r>
              <a:rPr lang="es-MX" sz="4000" dirty="0"/>
              <a:t>Entrega garantizada</a:t>
            </a:r>
          </a:p>
          <a:p>
            <a:pPr marL="571500" indent="-571500">
              <a:buFont typeface="Arial" panose="020B0604020202020204" pitchFamily="34" charset="0"/>
              <a:buChar char="•"/>
            </a:pPr>
            <a:r>
              <a:rPr lang="es-MX" sz="4000" dirty="0"/>
              <a:t>Agregar nuevos consumidores es fácil</a:t>
            </a:r>
          </a:p>
        </p:txBody>
      </p:sp>
    </p:spTree>
    <p:extLst>
      <p:ext uri="{BB962C8B-B14F-4D97-AF65-F5344CB8AC3E}">
        <p14:creationId xmlns:p14="http://schemas.microsoft.com/office/powerpoint/2010/main" val="20107979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D22F6FE4-817A-6176-4E9D-0EB360BCCBB7}"/>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EFC1EF42-1E62-6E64-1CF2-7E9FF2F1259A}"/>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274D638D-1E0F-263C-3C74-1377D8D80E98}"/>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520B2EA6-A586-7485-18E9-41EF3016EE5B}"/>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AE9614B3-2C09-D19C-FEE1-71A28B18E049}"/>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dirty="0">
                <a:solidFill>
                  <a:srgbClr val="FDFDFD"/>
                </a:solidFill>
                <a:latin typeface="Poppins"/>
                <a:ea typeface="Arial"/>
                <a:cs typeface="Poppins"/>
                <a:sym typeface="Poppins"/>
              </a:rPr>
              <a:t>SOA – SERVICE ORIENTED ARCHITECTURE</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81DD1F42-4DF7-DB27-6103-52969C075438}"/>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sp>
        <p:nvSpPr>
          <p:cNvPr id="6" name="CuadroTexto 5">
            <a:extLst>
              <a:ext uri="{FF2B5EF4-FFF2-40B4-BE49-F238E27FC236}">
                <a16:creationId xmlns:a16="http://schemas.microsoft.com/office/drawing/2014/main" id="{224CA1E5-CBC8-6BDD-DF47-007AFBC8F793}"/>
              </a:ext>
            </a:extLst>
          </p:cNvPr>
          <p:cNvSpPr txBox="1"/>
          <p:nvPr/>
        </p:nvSpPr>
        <p:spPr>
          <a:xfrm>
            <a:off x="2690800" y="3079202"/>
            <a:ext cx="12132128" cy="707886"/>
          </a:xfrm>
          <a:prstGeom prst="rect">
            <a:avLst/>
          </a:prstGeom>
          <a:noFill/>
        </p:spPr>
        <p:txBody>
          <a:bodyPr wrap="square">
            <a:spAutoFit/>
          </a:bodyPr>
          <a:lstStyle/>
          <a:p>
            <a:endParaRPr lang="es-MX" sz="4000" dirty="0"/>
          </a:p>
        </p:txBody>
      </p:sp>
      <p:pic>
        <p:nvPicPr>
          <p:cNvPr id="3074" name="Picture 2" descr="Service-Oriented Architecture. In this article, we are going to talk… | by  Mehmet Ozkaya | Design Microservices Architecture with Patterns &amp;  Principles | Medium">
            <a:extLst>
              <a:ext uri="{FF2B5EF4-FFF2-40B4-BE49-F238E27FC236}">
                <a16:creationId xmlns:a16="http://schemas.microsoft.com/office/drawing/2014/main" id="{0B949C65-AEA9-7622-C8E9-45B2B148F6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4544" y="3275144"/>
            <a:ext cx="10506075" cy="535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1851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511614A5-BF89-F022-4493-7A887998267A}"/>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9814D620-1338-2860-A8F2-5FC631761BC9}"/>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50A3FE11-12DC-EF5A-BC39-3316A159C10D}"/>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0BDA8942-DCD4-8270-A38C-A0112502A314}"/>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FFAE8B45-46BA-4AAD-EDE6-403E0AAFBA02}"/>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dirty="0">
                <a:solidFill>
                  <a:srgbClr val="FDFDFD"/>
                </a:solidFill>
                <a:latin typeface="Poppins"/>
                <a:ea typeface="Arial"/>
                <a:cs typeface="Poppins"/>
                <a:sym typeface="Poppins"/>
              </a:rPr>
              <a:t>SOA – SERVICE ORIENTED ARCHITECTURE</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131DC8FD-8CC0-4788-F3BA-7EB7AFFE098A}"/>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sp>
        <p:nvSpPr>
          <p:cNvPr id="6" name="CuadroTexto 5">
            <a:extLst>
              <a:ext uri="{FF2B5EF4-FFF2-40B4-BE49-F238E27FC236}">
                <a16:creationId xmlns:a16="http://schemas.microsoft.com/office/drawing/2014/main" id="{3A00D82B-CDA8-0A2E-814F-203B9DFECD7B}"/>
              </a:ext>
            </a:extLst>
          </p:cNvPr>
          <p:cNvSpPr txBox="1"/>
          <p:nvPr/>
        </p:nvSpPr>
        <p:spPr>
          <a:xfrm>
            <a:off x="2690800" y="3079202"/>
            <a:ext cx="12132128" cy="707886"/>
          </a:xfrm>
          <a:prstGeom prst="rect">
            <a:avLst/>
          </a:prstGeom>
          <a:noFill/>
        </p:spPr>
        <p:txBody>
          <a:bodyPr wrap="square">
            <a:spAutoFit/>
          </a:bodyPr>
          <a:lstStyle/>
          <a:p>
            <a:endParaRPr lang="es-MX" sz="4000" dirty="0"/>
          </a:p>
        </p:txBody>
      </p:sp>
      <p:pic>
        <p:nvPicPr>
          <p:cNvPr id="3074" name="Picture 2" descr="Service-Oriented Architecture. In this article, we are going to talk… | by  Mehmet Ozkaya | Design Microservices Architecture with Patterns &amp;  Principles | Medium">
            <a:extLst>
              <a:ext uri="{FF2B5EF4-FFF2-40B4-BE49-F238E27FC236}">
                <a16:creationId xmlns:a16="http://schemas.microsoft.com/office/drawing/2014/main" id="{3478532B-74CD-5CEC-9A72-45699BADF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5970" y="4093124"/>
            <a:ext cx="7665505" cy="3905724"/>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What Is Service-Oriented Architecture? | by Software Development Community  | Medium">
            <a:extLst>
              <a:ext uri="{FF2B5EF4-FFF2-40B4-BE49-F238E27FC236}">
                <a16:creationId xmlns:a16="http://schemas.microsoft.com/office/drawing/2014/main" id="{1AD3963F-696C-CCCB-7BBC-B1BDF45E1D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1639" y="2673425"/>
            <a:ext cx="7090392" cy="654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7497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41A0B006-69D7-EE71-56AA-F14AC2604B63}"/>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7C6AC8DA-6ADA-2B41-0BD9-49C74E9359DC}"/>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E0C9FC41-4B64-1248-3953-49865407B3F2}"/>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72CFD8A3-F569-2E4D-9DD0-2ACD0E06F1DD}"/>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556C3363-98F8-7080-4F53-D2DBE6C6D8D4}"/>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dirty="0">
                <a:solidFill>
                  <a:srgbClr val="FDFDFD"/>
                </a:solidFill>
                <a:latin typeface="Poppins"/>
                <a:ea typeface="Arial"/>
                <a:cs typeface="Poppins"/>
                <a:sym typeface="Poppins"/>
              </a:rPr>
              <a:t>SOA – SERVICE ORIENTED ARCHITECTURE</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0E93773D-0085-F77B-398C-B2BDF044EDA1}"/>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sp>
        <p:nvSpPr>
          <p:cNvPr id="6" name="CuadroTexto 5">
            <a:extLst>
              <a:ext uri="{FF2B5EF4-FFF2-40B4-BE49-F238E27FC236}">
                <a16:creationId xmlns:a16="http://schemas.microsoft.com/office/drawing/2014/main" id="{DA8C52F8-2EAC-FBC1-3C98-7888D6A5B91F}"/>
              </a:ext>
            </a:extLst>
          </p:cNvPr>
          <p:cNvSpPr txBox="1"/>
          <p:nvPr/>
        </p:nvSpPr>
        <p:spPr>
          <a:xfrm>
            <a:off x="2690800" y="3079202"/>
            <a:ext cx="12132128" cy="707886"/>
          </a:xfrm>
          <a:prstGeom prst="rect">
            <a:avLst/>
          </a:prstGeom>
          <a:noFill/>
        </p:spPr>
        <p:txBody>
          <a:bodyPr wrap="square">
            <a:spAutoFit/>
          </a:bodyPr>
          <a:lstStyle/>
          <a:p>
            <a:endParaRPr lang="es-MX" sz="4000" dirty="0"/>
          </a:p>
        </p:txBody>
      </p:sp>
      <p:graphicFrame>
        <p:nvGraphicFramePr>
          <p:cNvPr id="5130" name="CuadroTexto 6">
            <a:extLst>
              <a:ext uri="{FF2B5EF4-FFF2-40B4-BE49-F238E27FC236}">
                <a16:creationId xmlns:a16="http://schemas.microsoft.com/office/drawing/2014/main" id="{67CBDECE-4CBF-4349-B490-F2065B65B005}"/>
              </a:ext>
            </a:extLst>
          </p:cNvPr>
          <p:cNvGraphicFramePr/>
          <p:nvPr>
            <p:extLst>
              <p:ext uri="{D42A27DB-BD31-4B8C-83A1-F6EECF244321}">
                <p14:modId xmlns:p14="http://schemas.microsoft.com/office/powerpoint/2010/main" val="2798541965"/>
              </p:ext>
            </p:extLst>
          </p:nvPr>
        </p:nvGraphicFramePr>
        <p:xfrm>
          <a:off x="4277979" y="3417575"/>
          <a:ext cx="9731828" cy="5797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2465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5605CD14-2A2F-4410-B583-2602F9F5F27E}"/>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9172865C-D98F-72C6-C519-E5726996AB61}"/>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565A6AD2-807E-7F9A-866E-5C0157E2CF74}"/>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F767F5DB-586A-7CD1-A8D7-28017224CE18}"/>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379843C0-E138-88AD-B4BC-AA667C0E6613}"/>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dirty="0">
                <a:solidFill>
                  <a:srgbClr val="FDFDFD"/>
                </a:solidFill>
                <a:latin typeface="Poppins"/>
                <a:ea typeface="Arial"/>
                <a:cs typeface="Poppins"/>
                <a:sym typeface="Poppins"/>
              </a:rPr>
              <a:t>SOA – SERVICE ORIENTED ARCHITECTURE</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7DCD6EEC-CB54-2282-F7B4-595F4417D25B}"/>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sp>
        <p:nvSpPr>
          <p:cNvPr id="7" name="CuadroTexto 6">
            <a:extLst>
              <a:ext uri="{FF2B5EF4-FFF2-40B4-BE49-F238E27FC236}">
                <a16:creationId xmlns:a16="http://schemas.microsoft.com/office/drawing/2014/main" id="{F6027306-6935-7CAD-DCB5-EC1BC88FD4CF}"/>
              </a:ext>
            </a:extLst>
          </p:cNvPr>
          <p:cNvSpPr txBox="1"/>
          <p:nvPr/>
        </p:nvSpPr>
        <p:spPr>
          <a:xfrm>
            <a:off x="10172698" y="2998229"/>
            <a:ext cx="6466117" cy="4404411"/>
          </a:xfrm>
          <a:prstGeom prst="rect">
            <a:avLst/>
          </a:prstGeom>
          <a:noFill/>
        </p:spPr>
        <p:txBody>
          <a:bodyPr wrap="square">
            <a:spAutoFit/>
          </a:bodyPr>
          <a:lstStyle/>
          <a:p>
            <a:pPr algn="l">
              <a:lnSpc>
                <a:spcPts val="2430"/>
              </a:lnSpc>
              <a:buNone/>
            </a:pPr>
            <a:r>
              <a:rPr lang="es-MX" b="0" i="0" dirty="0">
                <a:solidFill>
                  <a:srgbClr val="222C3A"/>
                </a:solidFill>
                <a:effectLst/>
                <a:latin typeface="work-sans-medium"/>
              </a:rPr>
              <a:t>Desventajas</a:t>
            </a:r>
          </a:p>
          <a:p>
            <a:pPr algn="just">
              <a:lnSpc>
                <a:spcPts val="2167"/>
              </a:lnSpc>
              <a:spcBef>
                <a:spcPts val="375"/>
              </a:spcBef>
              <a:spcAft>
                <a:spcPts val="1125"/>
              </a:spcAft>
              <a:buFont typeface="Arial" panose="020B0604020202020204" pitchFamily="34" charset="0"/>
              <a:buChar char="•"/>
            </a:pPr>
            <a:r>
              <a:rPr lang="es-MX" b="1" i="0" dirty="0">
                <a:solidFill>
                  <a:srgbClr val="334960"/>
                </a:solidFill>
                <a:effectLst/>
                <a:latin typeface="work-sans-medium"/>
              </a:rPr>
              <a:t>Dependencia de estándares</a:t>
            </a:r>
            <a:r>
              <a:rPr lang="es-MX" b="0" i="0" dirty="0">
                <a:solidFill>
                  <a:srgbClr val="334960"/>
                </a:solidFill>
                <a:effectLst/>
                <a:latin typeface="work-sans-regular"/>
              </a:rPr>
              <a:t> : SOA depende de la implementación de estándares; sin ellos, la comunicación entre aplicaciones puede resultar lenta y compleja.</a:t>
            </a:r>
          </a:p>
          <a:p>
            <a:pPr algn="just">
              <a:lnSpc>
                <a:spcPts val="2167"/>
              </a:lnSpc>
              <a:spcBef>
                <a:spcPts val="375"/>
              </a:spcBef>
              <a:spcAft>
                <a:spcPts val="1125"/>
              </a:spcAft>
              <a:buFont typeface="Arial" panose="020B0604020202020204" pitchFamily="34" charset="0"/>
              <a:buChar char="•"/>
            </a:pPr>
            <a:r>
              <a:rPr lang="es-MX" b="1" i="0" dirty="0">
                <a:solidFill>
                  <a:srgbClr val="334960"/>
                </a:solidFill>
                <a:effectLst/>
                <a:latin typeface="work-sans-medium"/>
              </a:rPr>
              <a:t>No es adecuado para todas las aplicaciones</a:t>
            </a:r>
            <a:r>
              <a:rPr lang="es-MX" b="0" i="0" dirty="0">
                <a:solidFill>
                  <a:srgbClr val="334960"/>
                </a:solidFill>
                <a:effectLst/>
                <a:latin typeface="work-sans-regular"/>
              </a:rPr>
              <a:t> : SOA no es ideal para aplicaciones con alta transferencia de datos, aquellas que no siguen el modelo de solicitud/respuesta o aquellas con una vida útil corta.</a:t>
            </a:r>
          </a:p>
          <a:p>
            <a:pPr algn="just">
              <a:lnSpc>
                <a:spcPts val="2167"/>
              </a:lnSpc>
              <a:spcBef>
                <a:spcPts val="375"/>
              </a:spcBef>
              <a:spcAft>
                <a:spcPts val="1125"/>
              </a:spcAft>
              <a:buFont typeface="Arial" panose="020B0604020202020204" pitchFamily="34" charset="0"/>
              <a:buChar char="•"/>
            </a:pPr>
            <a:r>
              <a:rPr lang="es-MX" b="1" i="0" dirty="0">
                <a:solidFill>
                  <a:srgbClr val="334960"/>
                </a:solidFill>
                <a:effectLst/>
                <a:latin typeface="work-sans-medium"/>
              </a:rPr>
              <a:t>Complejidad y costo</a:t>
            </a:r>
            <a:r>
              <a:rPr lang="es-MX" b="0" i="0" dirty="0">
                <a:solidFill>
                  <a:srgbClr val="334960"/>
                </a:solidFill>
                <a:effectLst/>
                <a:latin typeface="work-sans-regular"/>
              </a:rPr>
              <a:t> : a medida que las SOA crecen, cumplir con los protocolos y mantener la comunicación se vuelve más complejo y costoso.</a:t>
            </a:r>
          </a:p>
          <a:p>
            <a:pPr algn="just">
              <a:lnSpc>
                <a:spcPts val="2167"/>
              </a:lnSpc>
              <a:spcBef>
                <a:spcPts val="375"/>
              </a:spcBef>
              <a:spcAft>
                <a:spcPts val="1125"/>
              </a:spcAft>
              <a:buFont typeface="Arial" panose="020B0604020202020204" pitchFamily="34" charset="0"/>
              <a:buChar char="•"/>
            </a:pPr>
            <a:r>
              <a:rPr lang="es-MX" b="1" i="0" dirty="0">
                <a:solidFill>
                  <a:srgbClr val="334960"/>
                </a:solidFill>
                <a:effectLst/>
                <a:latin typeface="work-sans-medium"/>
              </a:rPr>
              <a:t>Comprensión de los procesos de negocio</a:t>
            </a:r>
            <a:r>
              <a:rPr lang="es-MX" b="0" i="0" dirty="0">
                <a:solidFill>
                  <a:srgbClr val="334960"/>
                </a:solidFill>
                <a:effectLst/>
                <a:latin typeface="work-sans-regular"/>
              </a:rPr>
              <a:t> : la implementación de SOA requiere comprender los procesos de negocio, identificar funciones estándar y estandarizarlas en servicios reutilizables.</a:t>
            </a:r>
          </a:p>
        </p:txBody>
      </p:sp>
      <p:graphicFrame>
        <p:nvGraphicFramePr>
          <p:cNvPr id="356" name="CuadroTexto 3">
            <a:extLst>
              <a:ext uri="{FF2B5EF4-FFF2-40B4-BE49-F238E27FC236}">
                <a16:creationId xmlns:a16="http://schemas.microsoft.com/office/drawing/2014/main" id="{30BD598B-AF21-4AD4-6C6B-65FC5AB86C14}"/>
              </a:ext>
            </a:extLst>
          </p:cNvPr>
          <p:cNvGraphicFramePr/>
          <p:nvPr/>
        </p:nvGraphicFramePr>
        <p:xfrm>
          <a:off x="2237012" y="2930262"/>
          <a:ext cx="7119257" cy="71128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082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350">
          <a:extLst>
            <a:ext uri="{FF2B5EF4-FFF2-40B4-BE49-F238E27FC236}">
              <a16:creationId xmlns:a16="http://schemas.microsoft.com/office/drawing/2014/main" id="{9334EB6B-DCDA-2D22-BA04-1EBF1521EB70}"/>
            </a:ext>
          </a:extLst>
        </p:cNvPr>
        <p:cNvGrpSpPr/>
        <p:nvPr/>
      </p:nvGrpSpPr>
      <p:grpSpPr>
        <a:xfrm>
          <a:off x="0" y="0"/>
          <a:ext cx="0" cy="0"/>
          <a:chOff x="0" y="0"/>
          <a:chExt cx="0" cy="0"/>
        </a:xfrm>
      </p:grpSpPr>
      <p:grpSp>
        <p:nvGrpSpPr>
          <p:cNvPr id="351" name="Google Shape;351;g36099b8cf77_0_217">
            <a:extLst>
              <a:ext uri="{FF2B5EF4-FFF2-40B4-BE49-F238E27FC236}">
                <a16:creationId xmlns:a16="http://schemas.microsoft.com/office/drawing/2014/main" id="{74E3BF52-37BD-CC74-0519-8CA435CF3A31}"/>
              </a:ext>
            </a:extLst>
          </p:cNvPr>
          <p:cNvGrpSpPr/>
          <p:nvPr/>
        </p:nvGrpSpPr>
        <p:grpSpPr>
          <a:xfrm>
            <a:off x="-584797" y="487940"/>
            <a:ext cx="19457594" cy="2036657"/>
            <a:chOff x="0" y="-76200"/>
            <a:chExt cx="5124600" cy="536400"/>
          </a:xfrm>
        </p:grpSpPr>
        <p:sp>
          <p:nvSpPr>
            <p:cNvPr id="352" name="Google Shape;352;g36099b8cf77_0_217">
              <a:extLst>
                <a:ext uri="{FF2B5EF4-FFF2-40B4-BE49-F238E27FC236}">
                  <a16:creationId xmlns:a16="http://schemas.microsoft.com/office/drawing/2014/main" id="{005E26DA-1B80-043F-A24E-6A3D933A78BF}"/>
                </a:ext>
              </a:extLst>
            </p:cNvPr>
            <p:cNvSpPr/>
            <p:nvPr/>
          </p:nvSpPr>
          <p:spPr>
            <a:xfrm>
              <a:off x="0" y="0"/>
              <a:ext cx="5124544" cy="460098"/>
            </a:xfrm>
            <a:custGeom>
              <a:avLst/>
              <a:gdLst/>
              <a:ahLst/>
              <a:cxnLst/>
              <a:rect l="l" t="t" r="r" b="b"/>
              <a:pathLst>
                <a:path w="5124544" h="460098" extrusionOk="0">
                  <a:moveTo>
                    <a:pt x="0" y="0"/>
                  </a:moveTo>
                  <a:lnTo>
                    <a:pt x="5124544" y="0"/>
                  </a:lnTo>
                  <a:lnTo>
                    <a:pt x="5124544" y="460098"/>
                  </a:lnTo>
                  <a:lnTo>
                    <a:pt x="0" y="460098"/>
                  </a:lnTo>
                  <a:close/>
                </a:path>
              </a:pathLst>
            </a:custGeom>
            <a:solidFill>
              <a:srgbClr val="013362"/>
            </a:solidFill>
            <a:ln>
              <a:noFill/>
            </a:ln>
          </p:spPr>
          <p:txBody>
            <a:bodyPr/>
            <a:lstStyle/>
            <a:p>
              <a:endParaRPr lang="es-GT"/>
            </a:p>
          </p:txBody>
        </p:sp>
        <p:sp>
          <p:nvSpPr>
            <p:cNvPr id="353" name="Google Shape;353;g36099b8cf77_0_217">
              <a:extLst>
                <a:ext uri="{FF2B5EF4-FFF2-40B4-BE49-F238E27FC236}">
                  <a16:creationId xmlns:a16="http://schemas.microsoft.com/office/drawing/2014/main" id="{3F72DA29-D7B9-5DAD-90EB-DD3DB11E9BBB}"/>
                </a:ext>
              </a:extLst>
            </p:cNvPr>
            <p:cNvSpPr txBox="1"/>
            <p:nvPr/>
          </p:nvSpPr>
          <p:spPr>
            <a:xfrm>
              <a:off x="0" y="-76200"/>
              <a:ext cx="5124600" cy="536400"/>
            </a:xfrm>
            <a:prstGeom prst="rect">
              <a:avLst/>
            </a:prstGeom>
            <a:noFill/>
            <a:ln>
              <a:noFill/>
            </a:ln>
          </p:spPr>
          <p:txBody>
            <a:bodyPr spcFirstLastPara="1" wrap="square" lIns="50800" tIns="50800" rIns="50800" bIns="50800" anchor="ctr" anchorCtr="0">
              <a:noAutofit/>
            </a:bodyPr>
            <a:lstStyle/>
            <a:p>
              <a:pPr marL="0" marR="0" lvl="0" indent="0" algn="ctr" rtl="0">
                <a:lnSpc>
                  <a:spcPct val="198611"/>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4" name="Google Shape;354;g36099b8cf77_0_217">
            <a:extLst>
              <a:ext uri="{FF2B5EF4-FFF2-40B4-BE49-F238E27FC236}">
                <a16:creationId xmlns:a16="http://schemas.microsoft.com/office/drawing/2014/main" id="{09594333-5206-1239-B5C3-F34A02C2AFDA}"/>
              </a:ext>
            </a:extLst>
          </p:cNvPr>
          <p:cNvSpPr txBox="1"/>
          <p:nvPr/>
        </p:nvSpPr>
        <p:spPr>
          <a:xfrm>
            <a:off x="1046875" y="1072325"/>
            <a:ext cx="16194600" cy="1034129"/>
          </a:xfrm>
          <a:prstGeom prst="rect">
            <a:avLst/>
          </a:prstGeom>
          <a:noFill/>
          <a:ln>
            <a:noFill/>
          </a:ln>
        </p:spPr>
        <p:txBody>
          <a:bodyPr spcFirstLastPara="1" wrap="square" lIns="0" tIns="0" rIns="0" bIns="0" anchor="t" anchorCtr="0">
            <a:spAutoFit/>
          </a:bodyPr>
          <a:lstStyle/>
          <a:p>
            <a:pPr marL="0" marR="0" lvl="0" indent="0" algn="ctr" rtl="0">
              <a:lnSpc>
                <a:spcPct val="140004"/>
              </a:lnSpc>
              <a:spcBef>
                <a:spcPts val="0"/>
              </a:spcBef>
              <a:spcAft>
                <a:spcPts val="0"/>
              </a:spcAft>
              <a:buClr>
                <a:srgbClr val="000000"/>
              </a:buClr>
              <a:buSzPts val="9224"/>
              <a:buFont typeface="Arial"/>
              <a:buNone/>
            </a:pPr>
            <a:r>
              <a:rPr lang="en-US" sz="4800" b="1" i="0" u="none" strike="noStrike" cap="none" dirty="0" err="1">
                <a:solidFill>
                  <a:srgbClr val="FDFDFD"/>
                </a:solidFill>
                <a:latin typeface="Poppins"/>
                <a:ea typeface="Arial"/>
                <a:cs typeface="Poppins"/>
                <a:sym typeface="Poppins"/>
              </a:rPr>
              <a:t>Arquitecturas</a:t>
            </a:r>
            <a:r>
              <a:rPr lang="en-US" sz="4800" b="1" i="0" u="none" strike="noStrike" cap="none" dirty="0">
                <a:solidFill>
                  <a:srgbClr val="FDFDFD"/>
                </a:solidFill>
                <a:latin typeface="Poppins"/>
                <a:ea typeface="Arial"/>
                <a:cs typeface="Poppins"/>
                <a:sym typeface="Poppins"/>
              </a:rPr>
              <a:t> </a:t>
            </a:r>
            <a:r>
              <a:rPr lang="en-US" sz="4800" b="1" i="0" u="none" strike="noStrike" cap="none" dirty="0" err="1">
                <a:solidFill>
                  <a:srgbClr val="FDFDFD"/>
                </a:solidFill>
                <a:latin typeface="Poppins"/>
                <a:ea typeface="Arial"/>
                <a:cs typeface="Poppins"/>
                <a:sym typeface="Poppins"/>
              </a:rPr>
              <a:t>híbridas</a:t>
            </a:r>
            <a:endParaRPr lang="en-US" sz="4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E0B208C6-FDE3-AE32-E468-0FE902C42881}"/>
              </a:ext>
            </a:extLst>
          </p:cNvPr>
          <p:cNvSpPr>
            <a:spLocks noChangeArrowheads="1"/>
          </p:cNvSpPr>
          <p:nvPr/>
        </p:nvSpPr>
        <p:spPr bwMode="auto">
          <a:xfrm>
            <a:off x="0" y="-323165"/>
            <a:ext cx="538160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GT" altLang="es-GT" sz="1800" b="0" i="0" u="none" strike="noStrike" cap="none" normalizeH="0" baseline="0" dirty="0">
                <a:ln>
                  <a:noFill/>
                </a:ln>
                <a:solidFill>
                  <a:schemeClr val="tx1"/>
                </a:solidFill>
                <a:effectLst/>
                <a:latin typeface="Arial" panose="020B0604020202020204" pitchFamily="34" charset="0"/>
              </a:rPr>
              <a:t>Alta </a:t>
            </a:r>
            <a:r>
              <a:rPr kumimoji="0" lang="es-GT" altLang="es-GT" sz="1800" b="1" i="0" u="none" strike="noStrike" cap="none" normalizeH="0" baseline="0" dirty="0">
                <a:ln>
                  <a:noFill/>
                </a:ln>
                <a:solidFill>
                  <a:schemeClr val="tx1"/>
                </a:solidFill>
                <a:effectLst/>
                <a:latin typeface="Arial" panose="020B0604020202020204" pitchFamily="34" charset="0"/>
              </a:rPr>
              <a:t>modularidad</a:t>
            </a:r>
            <a:r>
              <a:rPr kumimoji="0" lang="es-GT" altLang="es-GT" sz="1800" b="0" i="0" u="none" strike="noStrike" cap="none" normalizeH="0" baseline="0" dirty="0">
                <a:ln>
                  <a:noFill/>
                </a:ln>
                <a:solidFill>
                  <a:schemeClr val="tx1"/>
                </a:solidFill>
                <a:effectLst/>
                <a:latin typeface="Arial" panose="020B0604020202020204" pitchFamily="34" charset="0"/>
              </a:rPr>
              <a:t> (los filtros se pueden reutilizar).</a:t>
            </a:r>
          </a:p>
          <a:p>
            <a:pPr marL="0" marR="0" lvl="0" indent="0" algn="l" defTabSz="914400" rtl="0" eaLnBrk="0" fontAlgn="base" latinLnBrk="0" hangingPunct="0">
              <a:lnSpc>
                <a:spcPct val="100000"/>
              </a:lnSpc>
              <a:spcBef>
                <a:spcPct val="0"/>
              </a:spcBef>
              <a:spcAft>
                <a:spcPct val="0"/>
              </a:spcAft>
              <a:buClrTx/>
              <a:buSzTx/>
              <a:tabLst/>
            </a:pPr>
            <a:r>
              <a:rPr kumimoji="0" lang="es-GT" altLang="es-GT" sz="1800" b="0" i="0" u="none" strike="noStrike" cap="none" normalizeH="0" baseline="0" dirty="0">
                <a:ln>
                  <a:noFill/>
                </a:ln>
                <a:solidFill>
                  <a:schemeClr val="tx1"/>
                </a:solidFill>
                <a:effectLst/>
                <a:latin typeface="Arial" panose="020B0604020202020204" pitchFamily="34" charset="0"/>
              </a:rPr>
              <a:t>.</a:t>
            </a:r>
          </a:p>
        </p:txBody>
      </p:sp>
      <p:sp>
        <p:nvSpPr>
          <p:cNvPr id="4" name="CuadroTexto 3">
            <a:extLst>
              <a:ext uri="{FF2B5EF4-FFF2-40B4-BE49-F238E27FC236}">
                <a16:creationId xmlns:a16="http://schemas.microsoft.com/office/drawing/2014/main" id="{A1E3CFB6-0978-1B6C-7AD1-1591F7FF8941}"/>
              </a:ext>
            </a:extLst>
          </p:cNvPr>
          <p:cNvSpPr txBox="1"/>
          <p:nvPr/>
        </p:nvSpPr>
        <p:spPr>
          <a:xfrm>
            <a:off x="2690800" y="3408143"/>
            <a:ext cx="9736666" cy="6124754"/>
          </a:xfrm>
          <a:prstGeom prst="rect">
            <a:avLst/>
          </a:prstGeom>
          <a:noFill/>
        </p:spPr>
        <p:txBody>
          <a:bodyPr wrap="square">
            <a:spAutoFit/>
          </a:bodyPr>
          <a:lstStyle/>
          <a:p>
            <a:pPr>
              <a:buNone/>
            </a:pPr>
            <a:r>
              <a:rPr lang="es-MX" sz="2800" b="1" dirty="0"/>
              <a:t>¿Qué son?</a:t>
            </a:r>
          </a:p>
          <a:p>
            <a:pPr>
              <a:buNone/>
            </a:pPr>
            <a:r>
              <a:rPr lang="es-MX" sz="2800" dirty="0"/>
              <a:t>Combinan </a:t>
            </a:r>
            <a:r>
              <a:rPr lang="es-MX" sz="2800" b="1" dirty="0"/>
              <a:t>dos o más estilos arquitectónicos</a:t>
            </a:r>
            <a:r>
              <a:rPr lang="es-MX" sz="2800" dirty="0"/>
              <a:t> para aprovechar sus fortalezas en un mismo sistema.</a:t>
            </a:r>
          </a:p>
          <a:p>
            <a:pPr>
              <a:buNone/>
            </a:pPr>
            <a:endParaRPr lang="es-MX" sz="2800" b="1" dirty="0"/>
          </a:p>
          <a:p>
            <a:pPr>
              <a:buNone/>
            </a:pPr>
            <a:r>
              <a:rPr lang="es-MX" sz="2800" b="1" dirty="0"/>
              <a:t>Ejemplo:</a:t>
            </a:r>
          </a:p>
          <a:p>
            <a:pPr>
              <a:buFont typeface="Arial" panose="020B0604020202020204" pitchFamily="34" charset="0"/>
              <a:buChar char="•"/>
            </a:pPr>
            <a:r>
              <a:rPr lang="es-MX" sz="2800" dirty="0" err="1"/>
              <a:t>Frontend</a:t>
            </a:r>
            <a:r>
              <a:rPr lang="es-MX" sz="2800" dirty="0"/>
              <a:t> basado en MVC.</a:t>
            </a:r>
          </a:p>
          <a:p>
            <a:pPr>
              <a:buFont typeface="Arial" panose="020B0604020202020204" pitchFamily="34" charset="0"/>
              <a:buChar char="•"/>
            </a:pPr>
            <a:r>
              <a:rPr lang="es-MX" sz="2800" dirty="0" err="1"/>
              <a:t>Backend</a:t>
            </a:r>
            <a:r>
              <a:rPr lang="es-MX" sz="2800" dirty="0"/>
              <a:t> distribuido con microservicios.</a:t>
            </a:r>
          </a:p>
          <a:p>
            <a:pPr>
              <a:buFont typeface="Arial" panose="020B0604020202020204" pitchFamily="34" charset="0"/>
              <a:buChar char="•"/>
            </a:pPr>
            <a:r>
              <a:rPr lang="es-MX" sz="2800" dirty="0"/>
              <a:t>Comunicación interna mediante eventos (EDA).</a:t>
            </a:r>
          </a:p>
          <a:p>
            <a:pPr>
              <a:buNone/>
            </a:pPr>
            <a:endParaRPr lang="es-MX" sz="2800" b="1" dirty="0"/>
          </a:p>
          <a:p>
            <a:pPr>
              <a:buNone/>
            </a:pPr>
            <a:r>
              <a:rPr lang="es-MX" sz="2800" b="1" dirty="0"/>
              <a:t>¿Cuándo usarlas?</a:t>
            </a:r>
          </a:p>
          <a:p>
            <a:pPr>
              <a:buFont typeface="Arial" panose="020B0604020202020204" pitchFamily="34" charset="0"/>
              <a:buChar char="•"/>
            </a:pPr>
            <a:r>
              <a:rPr lang="es-MX" sz="2800" dirty="0"/>
              <a:t>Cuando el sistema es demasiado complejo para una sola arquitectura.</a:t>
            </a:r>
          </a:p>
          <a:p>
            <a:pPr>
              <a:buFont typeface="Arial" panose="020B0604020202020204" pitchFamily="34" charset="0"/>
              <a:buChar char="•"/>
            </a:pPr>
            <a:r>
              <a:rPr lang="es-MX" sz="2800" dirty="0"/>
              <a:t>En migraciones progresivas (de monolito a microservicios).</a:t>
            </a:r>
          </a:p>
          <a:p>
            <a:pPr>
              <a:buFont typeface="Arial" panose="020B0604020202020204" pitchFamily="34" charset="0"/>
              <a:buChar char="•"/>
            </a:pPr>
            <a:r>
              <a:rPr lang="es-MX" sz="2800" dirty="0"/>
              <a:t>En plataformas modulares con múltiples equipos o dominios.</a:t>
            </a:r>
          </a:p>
        </p:txBody>
      </p:sp>
    </p:spTree>
    <p:extLst>
      <p:ext uri="{BB962C8B-B14F-4D97-AF65-F5344CB8AC3E}">
        <p14:creationId xmlns:p14="http://schemas.microsoft.com/office/powerpoint/2010/main" val="151550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n-US" sz="6900" b="0" i="0" u="none" strike="noStrike" cap="none">
                <a:solidFill>
                  <a:srgbClr val="131416"/>
                </a:solidFill>
                <a:latin typeface="Impact"/>
                <a:ea typeface="Impact"/>
                <a:cs typeface="Impact"/>
                <a:sym typeface="Impact"/>
              </a:rPr>
              <a:t>CONCEPTOS CLAVE APRENDIDOS </a:t>
            </a:r>
            <a:endParaRPr sz="1400" b="0" i="0" u="none" strike="noStrike" cap="none">
              <a:solidFill>
                <a:srgbClr val="000000"/>
              </a:solidFill>
              <a:latin typeface="Impact"/>
              <a:ea typeface="Impact"/>
              <a:cs typeface="Impact"/>
              <a:sym typeface="Impact"/>
            </a:endParaRPr>
          </a:p>
        </p:txBody>
      </p:sp>
      <p:sp>
        <p:nvSpPr>
          <p:cNvPr id="367" name="Google Shape;367;p6"/>
          <p:cNvSpPr txBox="1"/>
          <p:nvPr/>
        </p:nvSpPr>
        <p:spPr>
          <a:xfrm>
            <a:off x="5803362" y="3038458"/>
            <a:ext cx="6911400" cy="3394199"/>
          </a:xfrm>
          <a:prstGeom prst="rect">
            <a:avLst/>
          </a:prstGeom>
          <a:noFill/>
          <a:ln>
            <a:noFill/>
          </a:ln>
        </p:spPr>
        <p:txBody>
          <a:bodyPr spcFirstLastPara="1" wrap="square" lIns="0" tIns="0" rIns="0" bIns="0" anchor="t" anchorCtr="0">
            <a:spAutoFit/>
          </a:bodyPr>
          <a:lstStyle/>
          <a:p>
            <a:pPr marL="457200" lvl="0" indent="-428688" algn="l" rtl="0">
              <a:lnSpc>
                <a:spcPct val="140019"/>
              </a:lnSpc>
              <a:spcBef>
                <a:spcPts val="0"/>
              </a:spcBef>
              <a:spcAft>
                <a:spcPts val="0"/>
              </a:spcAft>
              <a:buClr>
                <a:srgbClr val="131416"/>
              </a:buClr>
              <a:buSzPts val="3151"/>
              <a:buChar char="●"/>
            </a:pPr>
            <a:r>
              <a:rPr lang="es-GT" sz="3151" dirty="0">
                <a:solidFill>
                  <a:srgbClr val="131416"/>
                </a:solidFill>
              </a:rPr>
              <a:t>Centrada en datos</a:t>
            </a:r>
          </a:p>
          <a:p>
            <a:pPr marL="457200" lvl="0" indent="-428688" algn="l" rtl="0">
              <a:lnSpc>
                <a:spcPct val="140019"/>
              </a:lnSpc>
              <a:spcBef>
                <a:spcPts val="0"/>
              </a:spcBef>
              <a:spcAft>
                <a:spcPts val="0"/>
              </a:spcAft>
              <a:buClr>
                <a:srgbClr val="131416"/>
              </a:buClr>
              <a:buSzPts val="3151"/>
              <a:buChar char="●"/>
            </a:pPr>
            <a:r>
              <a:rPr lang="es-GT" sz="3151" dirty="0">
                <a:solidFill>
                  <a:srgbClr val="131416"/>
                </a:solidFill>
              </a:rPr>
              <a:t>Patrones de arquitectura empresarial.</a:t>
            </a:r>
          </a:p>
          <a:p>
            <a:pPr marL="457200" lvl="0" indent="-428688" algn="l" rtl="0">
              <a:lnSpc>
                <a:spcPct val="140019"/>
              </a:lnSpc>
              <a:spcBef>
                <a:spcPts val="0"/>
              </a:spcBef>
              <a:spcAft>
                <a:spcPts val="0"/>
              </a:spcAft>
              <a:buClr>
                <a:srgbClr val="131416"/>
              </a:buClr>
              <a:buSzPts val="3151"/>
              <a:buChar char="●"/>
            </a:pPr>
            <a:r>
              <a:rPr lang="es-GT" sz="3151" dirty="0">
                <a:solidFill>
                  <a:srgbClr val="131416"/>
                </a:solidFill>
              </a:rPr>
              <a:t>SOA.</a:t>
            </a:r>
          </a:p>
          <a:p>
            <a:pPr marL="457200" lvl="0" indent="-428688" algn="l" rtl="0">
              <a:lnSpc>
                <a:spcPct val="140019"/>
              </a:lnSpc>
              <a:spcBef>
                <a:spcPts val="0"/>
              </a:spcBef>
              <a:spcAft>
                <a:spcPts val="0"/>
              </a:spcAft>
              <a:buClr>
                <a:srgbClr val="131416"/>
              </a:buClr>
              <a:buSzPts val="3151"/>
              <a:buChar char="●"/>
            </a:pPr>
            <a:r>
              <a:rPr lang="es-GT" sz="3151" dirty="0">
                <a:solidFill>
                  <a:srgbClr val="131416"/>
                </a:solidFill>
              </a:rPr>
              <a:t>EDA</a:t>
            </a:r>
          </a:p>
          <a:p>
            <a:pPr marL="457200" lvl="0" indent="-428688" algn="l" rtl="0">
              <a:lnSpc>
                <a:spcPct val="140019"/>
              </a:lnSpc>
              <a:spcBef>
                <a:spcPts val="0"/>
              </a:spcBef>
              <a:spcAft>
                <a:spcPts val="0"/>
              </a:spcAft>
              <a:buClr>
                <a:srgbClr val="131416"/>
              </a:buClr>
              <a:buSzPts val="3151"/>
              <a:buChar char="●"/>
            </a:pPr>
            <a:r>
              <a:rPr lang="es-GT" sz="3151" dirty="0">
                <a:solidFill>
                  <a:srgbClr val="131416"/>
                </a:solidFill>
              </a:rPr>
              <a:t>Arquitecturas híbridas</a:t>
            </a:r>
            <a:endParaRPr sz="3151" dirty="0">
              <a:solidFill>
                <a:srgbClr val="131416"/>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g360abbd5028_0_0"/>
          <p:cNvSpPr txBox="1"/>
          <p:nvPr/>
        </p:nvSpPr>
        <p:spPr>
          <a:xfrm>
            <a:off x="2507390" y="1000125"/>
            <a:ext cx="13503300" cy="119988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n-US" sz="6900" b="0" i="0" u="none" strike="noStrike" cap="none" dirty="0">
                <a:solidFill>
                  <a:srgbClr val="131416"/>
                </a:solidFill>
                <a:latin typeface="Impact"/>
                <a:ea typeface="Impact"/>
                <a:cs typeface="Impact"/>
                <a:sym typeface="Impact"/>
              </a:rPr>
              <a:t>Pensamiento </a:t>
            </a:r>
            <a:r>
              <a:rPr lang="en-US" sz="6900" b="0" i="0" u="none" strike="noStrike" cap="none" dirty="0" err="1">
                <a:solidFill>
                  <a:srgbClr val="131416"/>
                </a:solidFill>
                <a:latin typeface="Impact"/>
                <a:ea typeface="Impact"/>
                <a:cs typeface="Impact"/>
                <a:sym typeface="Impact"/>
              </a:rPr>
              <a:t>crí</a:t>
            </a:r>
            <a:r>
              <a:rPr lang="en-US" sz="6900" dirty="0" err="1">
                <a:solidFill>
                  <a:srgbClr val="131416"/>
                </a:solidFill>
                <a:latin typeface="Impact"/>
                <a:ea typeface="Impact"/>
                <a:cs typeface="Impact"/>
                <a:sym typeface="Impact"/>
              </a:rPr>
              <a:t>tico</a:t>
            </a:r>
            <a:endParaRPr sz="1400" b="0" i="0" u="none" strike="noStrike" cap="none" dirty="0">
              <a:solidFill>
                <a:srgbClr val="000000"/>
              </a:solidFill>
              <a:latin typeface="Impact"/>
              <a:ea typeface="Impact"/>
              <a:cs typeface="Impact"/>
              <a:sym typeface="Impact"/>
            </a:endParaRPr>
          </a:p>
        </p:txBody>
      </p:sp>
      <p:sp>
        <p:nvSpPr>
          <p:cNvPr id="373" name="Google Shape;373;g360abbd5028_0_0"/>
          <p:cNvSpPr txBox="1"/>
          <p:nvPr/>
        </p:nvSpPr>
        <p:spPr>
          <a:xfrm>
            <a:off x="2230719" y="2675475"/>
            <a:ext cx="14171700" cy="5170646"/>
          </a:xfrm>
          <a:prstGeom prst="rect">
            <a:avLst/>
          </a:prstGeom>
          <a:noFill/>
          <a:ln>
            <a:noFill/>
          </a:ln>
        </p:spPr>
        <p:txBody>
          <a:bodyPr spcFirstLastPara="1" wrap="square" lIns="0" tIns="0" rIns="0" bIns="0" anchor="t" anchorCtr="0">
            <a:spAutoFit/>
          </a:bodyPr>
          <a:lstStyle/>
          <a:p>
            <a:pPr lvl="0">
              <a:lnSpc>
                <a:spcPct val="140019"/>
              </a:lnSpc>
              <a:buClr>
                <a:srgbClr val="000000"/>
              </a:buClr>
              <a:buSzPts val="3151"/>
            </a:pPr>
            <a:r>
              <a:rPr lang="es-ES" sz="4000" dirty="0"/>
              <a:t>El pensamiento crítico es esencial al seleccionar y aplicar patrones de arquitectura, ya que permite evaluar de forma objetiva los requerimientos del sistema, las ventajas y desventajas de cada enfoque arquitectónico, y tomar decisiones informadas que impactan en la escalabilidad, flexibilidad y mantenibilidad de las soluciones tecnológicas.</a:t>
            </a:r>
            <a:endParaRPr sz="4000" dirty="0">
              <a:solidFill>
                <a:srgbClr val="131416"/>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9"/>
          <p:cNvSpPr txBox="1"/>
          <p:nvPr/>
        </p:nvSpPr>
        <p:spPr>
          <a:xfrm>
            <a:off x="4437795" y="338910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n-US" sz="6099" b="0" i="0" u="none" strike="noStrike" cap="none">
                <a:solidFill>
                  <a:srgbClr val="131416"/>
                </a:solidFill>
                <a:latin typeface="Impact"/>
                <a:ea typeface="Impact"/>
                <a:cs typeface="Impact"/>
                <a:sym typeface="Impact"/>
              </a:rPr>
              <a:t>¡GRACIAS POR SU  ATENCIÓN!</a:t>
            </a:r>
            <a:endParaRPr sz="1400" b="0" i="0" u="none" strike="noStrike" cap="none">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sz="6099" b="0" i="0" u="none" strike="noStrike" cap="none">
              <a:solidFill>
                <a:srgbClr val="131416"/>
              </a:solidFill>
              <a:latin typeface="Impact"/>
              <a:ea typeface="Impact"/>
              <a:cs typeface="Impact"/>
              <a:sym typeface="Impact"/>
            </a:endParaRPr>
          </a:p>
        </p:txBody>
      </p:sp>
      <p:sp>
        <p:nvSpPr>
          <p:cNvPr id="379" name="Google Shape;379;p9"/>
          <p:cNvSpPr txBox="1"/>
          <p:nvPr/>
        </p:nvSpPr>
        <p:spPr>
          <a:xfrm>
            <a:off x="5414714" y="5958103"/>
            <a:ext cx="6704991" cy="89852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n-US" sz="5000" b="0" i="0" u="none" strike="noStrike" cap="none">
                <a:solidFill>
                  <a:srgbClr val="131416"/>
                </a:solidFill>
                <a:latin typeface="Arial"/>
                <a:ea typeface="Arial"/>
                <a:cs typeface="Arial"/>
                <a:sym typeface="Arial"/>
              </a:rPr>
              <a:t>DUDAS</a:t>
            </a:r>
            <a:endParaRPr sz="1400" b="0" i="0" u="none" strike="noStrike" cap="none">
              <a:solidFill>
                <a:srgbClr val="000000"/>
              </a:solidFill>
              <a:latin typeface="Arial"/>
              <a:ea typeface="Arial"/>
              <a:cs typeface="Arial"/>
              <a:sym typeface="Arial"/>
            </a:endParaRPr>
          </a:p>
        </p:txBody>
      </p:sp>
      <p:sp>
        <p:nvSpPr>
          <p:cNvPr id="380" name="Google Shape;380;p9"/>
          <p:cNvSpPr/>
          <p:nvPr/>
        </p:nvSpPr>
        <p:spPr>
          <a:xfrm>
            <a:off x="13963751" y="10287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a:p>
        </p:txBody>
      </p:sp>
      <p:sp>
        <p:nvSpPr>
          <p:cNvPr id="381" name="Google Shape;381;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n-US" sz="2000" b="0" i="0" u="none" strike="noStrike" cap="none">
                <a:solidFill>
                  <a:srgbClr val="131416"/>
                </a:solidFill>
                <a:latin typeface="Arial"/>
                <a:ea typeface="Arial"/>
                <a:cs typeface="Arial"/>
                <a:sym typeface="Arial"/>
              </a:rPr>
              <a:t>RECUERDA QUE TENEMOS NUESTRO FORO SEMANAL DONDE PUEDES CONSULTAR CUALQUIER DUDA QUE TE SURJA EN LA SEMANA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Distintivo">
  <a:themeElements>
    <a:clrScheme name="Distintivo">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Distintivo">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stintivo">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Distintivo</Template>
  <TotalTime>2</TotalTime>
  <Words>1475</Words>
  <Application>Microsoft Office PowerPoint</Application>
  <PresentationFormat>Personalizado</PresentationFormat>
  <Paragraphs>162</Paragraphs>
  <Slides>23</Slides>
  <Notes>23</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23</vt:i4>
      </vt:variant>
    </vt:vector>
  </HeadingPairs>
  <TitlesOfParts>
    <vt:vector size="36" baseType="lpstr">
      <vt:lpstr>Arial</vt:lpstr>
      <vt:lpstr>Impact</vt:lpstr>
      <vt:lpstr>work-sans-regular</vt:lpstr>
      <vt:lpstr>Calibri</vt:lpstr>
      <vt:lpstr>sohne</vt:lpstr>
      <vt:lpstr>Poppins Black</vt:lpstr>
      <vt:lpstr>Poppins</vt:lpstr>
      <vt:lpstr>work-sans-medium</vt:lpstr>
      <vt:lpstr>Gill Sans MT</vt:lpstr>
      <vt:lpstr>Poppins Light</vt:lpstr>
      <vt:lpstr>Open Sans</vt:lpstr>
      <vt:lpstr>source-serif-pro</vt:lpstr>
      <vt:lpstr>Distintivo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Mynor Moran</cp:lastModifiedBy>
  <cp:revision>2</cp:revision>
  <dcterms:created xsi:type="dcterms:W3CDTF">2006-08-16T00:00:00Z</dcterms:created>
  <dcterms:modified xsi:type="dcterms:W3CDTF">2025-07-05T21:18:30Z</dcterms:modified>
</cp:coreProperties>
</file>