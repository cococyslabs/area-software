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Play"/>
      <p:regular r:id="rId16"/>
      <p:bold r:id="rId17"/>
    </p:embeddedFont>
    <p:embeddedFont>
      <p:font typeface="Gill Sans"/>
      <p:regular r:id="rId18"/>
      <p:bold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DjVZ2NozWKfLzpoc/I6RejPyt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Gill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 title="scalloped circle"/>
          <p:cNvSpPr/>
          <p:nvPr/>
        </p:nvSpPr>
        <p:spPr>
          <a:xfrm>
            <a:off x="5335525" y="946405"/>
            <a:ext cx="7853363" cy="7843838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9" name="Google Shape;19;p14"/>
          <p:cNvSpPr txBox="1"/>
          <p:nvPr>
            <p:ph type="ctrTitle"/>
          </p:nvPr>
        </p:nvSpPr>
        <p:spPr>
          <a:xfrm>
            <a:off x="1617785" y="1647582"/>
            <a:ext cx="15477627" cy="6592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0"/>
              <a:buFont typeface="Impact"/>
              <a:buNone/>
              <a:defRPr sz="1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subTitle"/>
          </p:nvPr>
        </p:nvSpPr>
        <p:spPr>
          <a:xfrm>
            <a:off x="3322568" y="8968795"/>
            <a:ext cx="12068060" cy="1113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b="1" i="0" sz="3000" cap="none">
                <a:solidFill>
                  <a:schemeClr val="dk2"/>
                </a:solidFill>
              </a:defRPr>
            </a:lvl1pPr>
            <a:lvl2pPr lvl="1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617785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6270498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5E0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3600828" y="9563519"/>
            <a:ext cx="3494585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95E0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4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1877517" y="3429002"/>
            <a:ext cx="15267483" cy="539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4864394" y="1610833"/>
            <a:ext cx="12280607" cy="60969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0"/>
              <a:buFont typeface="Impact"/>
              <a:buNone/>
              <a:defRPr sz="12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4864395" y="7739672"/>
            <a:ext cx="10526232" cy="14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b="1" i="0" sz="30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854820" y="9563519"/>
            <a:ext cx="2240921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7918596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4913651" y="9563519"/>
            <a:ext cx="223134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" name="Google Shape;37;p16" title="left scallop shape"/>
          <p:cNvGrpSpPr/>
          <p:nvPr/>
        </p:nvGrpSpPr>
        <p:grpSpPr>
          <a:xfrm>
            <a:off x="0" y="0"/>
            <a:ext cx="4221957" cy="10287000"/>
            <a:chOff x="0" y="0"/>
            <a:chExt cx="2814638" cy="6858000"/>
          </a:xfrm>
        </p:grpSpPr>
        <p:sp>
          <p:nvSpPr>
            <p:cNvPr id="38" name="Google Shape;38;p16" title="left scallop shape"/>
            <p:cNvSpPr/>
            <p:nvPr/>
          </p:nvSpPr>
          <p:spPr>
            <a:xfrm>
              <a:off x="0" y="0"/>
              <a:ext cx="2814638" cy="6858000"/>
            </a:xfrm>
            <a:custGeom>
              <a:rect b="b" l="l" r="r" t="t"/>
              <a:pathLst>
                <a:path extrusionOk="0" h="4320" w="1773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9" name="Google Shape;39;p16" title="left scallop inline"/>
            <p:cNvSpPr/>
            <p:nvPr/>
          </p:nvSpPr>
          <p:spPr>
            <a:xfrm>
              <a:off x="874382" y="0"/>
              <a:ext cx="1646238" cy="6858000"/>
            </a:xfrm>
            <a:custGeom>
              <a:rect b="b" l="l" r="r" t="t"/>
              <a:pathLst>
                <a:path extrusionOk="0" h="4320" w="1037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1885950" y="3429000"/>
            <a:ext cx="7200900" cy="54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9971694" y="3429000"/>
            <a:ext cx="7200900" cy="54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1879092" y="571500"/>
            <a:ext cx="15259050" cy="2240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1877517" y="3299450"/>
            <a:ext cx="7200900" cy="9487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" name="Google Shape;50;p18"/>
          <p:cNvSpPr txBox="1"/>
          <p:nvPr>
            <p:ph idx="2" type="body"/>
          </p:nvPr>
        </p:nvSpPr>
        <p:spPr>
          <a:xfrm>
            <a:off x="1885950" y="4363653"/>
            <a:ext cx="7200900" cy="4494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3" type="body"/>
          </p:nvPr>
        </p:nvSpPr>
        <p:spPr>
          <a:xfrm>
            <a:off x="9950796" y="3299450"/>
            <a:ext cx="7200900" cy="9487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850"/>
              <a:buNone/>
              <a:defRPr b="1" sz="285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2" name="Google Shape;52;p18"/>
          <p:cNvSpPr txBox="1"/>
          <p:nvPr>
            <p:ph idx="4" type="body"/>
          </p:nvPr>
        </p:nvSpPr>
        <p:spPr>
          <a:xfrm>
            <a:off x="9950796" y="4363653"/>
            <a:ext cx="7200900" cy="4494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 title="right scallop background shape"/>
          <p:cNvSpPr/>
          <p:nvPr/>
        </p:nvSpPr>
        <p:spPr>
          <a:xfrm>
            <a:off x="11084718" y="0"/>
            <a:ext cx="7203282" cy="102870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63" name="Google Shape;63;p20"/>
          <p:cNvSpPr txBox="1"/>
          <p:nvPr>
            <p:ph type="title"/>
          </p:nvPr>
        </p:nvSpPr>
        <p:spPr>
          <a:xfrm>
            <a:off x="12506827" y="685799"/>
            <a:ext cx="4638173" cy="1795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50"/>
              <a:buFont typeface="Gill Sans"/>
              <a:buNone/>
              <a:defRPr b="1" i="0" sz="2850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147577" y="1380566"/>
            <a:ext cx="9237627" cy="747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4800"/>
              <a:buChar char="•"/>
              <a:defRPr sz="4800"/>
            </a:lvl1pPr>
            <a:lvl2pPr indent="-4953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4200"/>
              <a:buChar char="–"/>
              <a:defRPr sz="4200"/>
            </a:lvl2pPr>
            <a:lvl3pPr indent="-4572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600"/>
              <a:buChar char="•"/>
              <a:defRPr sz="3600"/>
            </a:lvl3pPr>
            <a:lvl4pPr indent="-4191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–"/>
              <a:defRPr sz="3000"/>
            </a:lvl4pPr>
            <a:lvl5pPr indent="-4191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•"/>
              <a:defRPr sz="3000"/>
            </a:lvl5pPr>
            <a:lvl6pPr indent="-4191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–"/>
              <a:defRPr sz="3000"/>
            </a:lvl6pPr>
            <a:lvl7pPr indent="-4191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•"/>
              <a:defRPr sz="3000"/>
            </a:lvl7pPr>
            <a:lvl8pPr indent="-4191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–"/>
              <a:defRPr sz="3000"/>
            </a:lvl8pPr>
            <a:lvl9pPr indent="-4191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3000"/>
              <a:buChar char="•"/>
              <a:defRPr sz="3000"/>
            </a:lvl9pPr>
          </a:lstStyle>
          <a:p/>
        </p:txBody>
      </p:sp>
      <p:sp>
        <p:nvSpPr>
          <p:cNvPr id="65" name="Google Shape;65;p20"/>
          <p:cNvSpPr txBox="1"/>
          <p:nvPr>
            <p:ph idx="2" type="body"/>
          </p:nvPr>
        </p:nvSpPr>
        <p:spPr>
          <a:xfrm>
            <a:off x="12506828" y="2612004"/>
            <a:ext cx="4638173" cy="62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100"/>
              <a:buNone/>
              <a:defRPr sz="210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1147577" y="9563519"/>
            <a:ext cx="185003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3155431" y="9563519"/>
            <a:ext cx="522326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536521" y="9563519"/>
            <a:ext cx="1848684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0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/>
          <p:nvPr>
            <p:ph idx="2" type="pic"/>
          </p:nvPr>
        </p:nvSpPr>
        <p:spPr>
          <a:xfrm>
            <a:off x="425197" y="1"/>
            <a:ext cx="11033378" cy="10286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 title="right scallop background shape"/>
          <p:cNvSpPr/>
          <p:nvPr/>
        </p:nvSpPr>
        <p:spPr>
          <a:xfrm>
            <a:off x="11084718" y="0"/>
            <a:ext cx="7203282" cy="10287000"/>
          </a:xfrm>
          <a:custGeom>
            <a:rect b="b" l="l" r="r" t="t"/>
            <a:pathLst>
              <a:path extrusionOk="0" h="4320" w="3025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3" name="Google Shape;73;p21" title="left edge border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1"/>
          <p:cNvSpPr txBox="1"/>
          <p:nvPr>
            <p:ph type="title"/>
          </p:nvPr>
        </p:nvSpPr>
        <p:spPr>
          <a:xfrm>
            <a:off x="12506825" y="685800"/>
            <a:ext cx="4638176" cy="1795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50"/>
              <a:buFont typeface="Gill Sans"/>
              <a:buNone/>
              <a:defRPr b="1" i="0" sz="285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12506825" y="2612004"/>
            <a:ext cx="4638176" cy="62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2100"/>
              <a:buNone/>
              <a:defRPr sz="2100"/>
            </a:lvl2pPr>
            <a:lvl3pPr indent="-2286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1148925" y="9563519"/>
            <a:ext cx="1848684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3155432" y="9563519"/>
            <a:ext cx="5223267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8531352" y="9563519"/>
            <a:ext cx="185166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 rot="5400000">
            <a:off x="6816065" y="-1509546"/>
            <a:ext cx="5390387" cy="15267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 rot="5400000">
            <a:off x="12018278" y="3654783"/>
            <a:ext cx="8400606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" type="body"/>
          </p:nvPr>
        </p:nvSpPr>
        <p:spPr>
          <a:xfrm rot="5400000">
            <a:off x="3980086" y="-1520557"/>
            <a:ext cx="8400608" cy="12588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650"/>
              <a:buFont typeface="Impact"/>
              <a:buNone/>
              <a:defRPr b="0" i="0" sz="765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877517" y="3429002"/>
            <a:ext cx="15267483" cy="539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0050" lvl="1" marL="914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Gill Sans"/>
              <a:buChar char="–"/>
              <a:defRPr b="0" i="0" sz="27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0" title="Left scallop edge"/>
          <p:cNvSpPr/>
          <p:nvPr/>
        </p:nvSpPr>
        <p:spPr>
          <a:xfrm>
            <a:off x="1" y="0"/>
            <a:ext cx="1328738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2" name="Google Shape;12;p10" title="right edge border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>
            <a:off x="1877517" y="573578"/>
            <a:ext cx="15267483" cy="223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650"/>
              <a:buFont typeface="Impact"/>
              <a:buNone/>
              <a:defRPr b="0" i="0" sz="765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1877517" y="3429002"/>
            <a:ext cx="15267483" cy="539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0050" lvl="1" marL="914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Gill Sans"/>
              <a:buChar char="–"/>
              <a:defRPr b="0" i="0" sz="27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Gill Sans"/>
              <a:buChar char="–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05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877517" y="9563519"/>
            <a:ext cx="3494583" cy="522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6057900" y="9563519"/>
            <a:ext cx="6172200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12915902" y="9563519"/>
            <a:ext cx="4229099" cy="51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800" u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2" title="Left scallop edge"/>
          <p:cNvSpPr/>
          <p:nvPr/>
        </p:nvSpPr>
        <p:spPr>
          <a:xfrm>
            <a:off x="1" y="0"/>
            <a:ext cx="1328738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98" name="Google Shape;98;p12" title="right edge border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3686175" y="3915649"/>
            <a:ext cx="10377369" cy="3199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ANALISIS Y DISEÑO 2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1600200" y="8217987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143000" y="8733584"/>
            <a:ext cx="44196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838200" y="9323660"/>
            <a:ext cx="78867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"/>
          <p:cNvGrpSpPr/>
          <p:nvPr/>
        </p:nvGrpSpPr>
        <p:grpSpPr>
          <a:xfrm>
            <a:off x="1405646" y="3692152"/>
            <a:ext cx="7269518" cy="845385"/>
            <a:chOff x="0" y="-76200"/>
            <a:chExt cx="3095001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/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651747" y="-320625"/>
            <a:ext cx="11983315" cy="3115046"/>
            <a:chOff x="0" y="-95250"/>
            <a:chExt cx="9591256" cy="4153394"/>
          </a:xfrm>
        </p:grpSpPr>
        <p:sp>
          <p:nvSpPr>
            <p:cNvPr id="121" name="Google Shape;121;p2"/>
            <p:cNvSpPr txBox="1"/>
            <p:nvPr/>
          </p:nvSpPr>
          <p:spPr>
            <a:xfrm>
              <a:off x="1404256" y="979544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866989" y="5480994"/>
            <a:ext cx="8707627" cy="845385"/>
            <a:chOff x="0" y="-76200"/>
            <a:chExt cx="3707276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3592976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944725" y="4586573"/>
            <a:ext cx="5935056" cy="845385"/>
            <a:chOff x="0" y="-76200"/>
            <a:chExt cx="2526853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/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866989" y="7481682"/>
            <a:ext cx="2514689" cy="845385"/>
            <a:chOff x="0" y="-76200"/>
            <a:chExt cx="1070630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956330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/>
          <p:nvPr/>
        </p:nvSpPr>
        <p:spPr>
          <a:xfrm>
            <a:off x="0" y="0"/>
            <a:ext cx="1328737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12076180" y="723481"/>
            <a:ext cx="5484872" cy="8357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BIENVENIDA Y PRESENTACIÓN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0" y="0"/>
            <a:ext cx="11353800" cy="10287000"/>
          </a:xfrm>
          <a:custGeom>
            <a:rect b="b" l="l" r="r" t="t"/>
            <a:pathLst>
              <a:path extrusionOk="0" h="6858000" w="7569200">
                <a:moveTo>
                  <a:pt x="0" y="0"/>
                </a:moveTo>
                <a:lnTo>
                  <a:pt x="7389812" y="0"/>
                </a:lnTo>
                <a:lnTo>
                  <a:pt x="7394575" y="66675"/>
                </a:lnTo>
                <a:lnTo>
                  <a:pt x="7402512" y="122237"/>
                </a:lnTo>
                <a:lnTo>
                  <a:pt x="7412037" y="174625"/>
                </a:lnTo>
                <a:lnTo>
                  <a:pt x="7427912" y="217487"/>
                </a:lnTo>
                <a:lnTo>
                  <a:pt x="7443787" y="260350"/>
                </a:lnTo>
                <a:lnTo>
                  <a:pt x="7462837" y="296862"/>
                </a:lnTo>
                <a:lnTo>
                  <a:pt x="7481887" y="334962"/>
                </a:lnTo>
                <a:lnTo>
                  <a:pt x="7499350" y="369887"/>
                </a:lnTo>
                <a:lnTo>
                  <a:pt x="7516812" y="409575"/>
                </a:lnTo>
                <a:lnTo>
                  <a:pt x="7532687" y="450850"/>
                </a:lnTo>
                <a:lnTo>
                  <a:pt x="7546975" y="496887"/>
                </a:lnTo>
                <a:lnTo>
                  <a:pt x="7558087" y="546100"/>
                </a:lnTo>
                <a:lnTo>
                  <a:pt x="7566025" y="606425"/>
                </a:lnTo>
                <a:lnTo>
                  <a:pt x="7569200" y="673100"/>
                </a:lnTo>
                <a:lnTo>
                  <a:pt x="7566025" y="744537"/>
                </a:lnTo>
                <a:lnTo>
                  <a:pt x="7558087" y="801687"/>
                </a:lnTo>
                <a:lnTo>
                  <a:pt x="7546975" y="854075"/>
                </a:lnTo>
                <a:lnTo>
                  <a:pt x="7532687" y="901700"/>
                </a:lnTo>
                <a:lnTo>
                  <a:pt x="7516812" y="942975"/>
                </a:lnTo>
                <a:lnTo>
                  <a:pt x="7497762" y="981075"/>
                </a:lnTo>
                <a:lnTo>
                  <a:pt x="7478712" y="1017587"/>
                </a:lnTo>
                <a:lnTo>
                  <a:pt x="7459662" y="1055687"/>
                </a:lnTo>
                <a:lnTo>
                  <a:pt x="7442200" y="1095375"/>
                </a:lnTo>
                <a:lnTo>
                  <a:pt x="7424737" y="1136650"/>
                </a:lnTo>
                <a:lnTo>
                  <a:pt x="7410450" y="1182687"/>
                </a:lnTo>
                <a:lnTo>
                  <a:pt x="7400925" y="1235075"/>
                </a:lnTo>
                <a:lnTo>
                  <a:pt x="7391400" y="1295400"/>
                </a:lnTo>
                <a:lnTo>
                  <a:pt x="7389812" y="1363662"/>
                </a:lnTo>
                <a:lnTo>
                  <a:pt x="7391400" y="1431925"/>
                </a:lnTo>
                <a:lnTo>
                  <a:pt x="7400925" y="1492250"/>
                </a:lnTo>
                <a:lnTo>
                  <a:pt x="7410450" y="1544637"/>
                </a:lnTo>
                <a:lnTo>
                  <a:pt x="7424737" y="1589087"/>
                </a:lnTo>
                <a:lnTo>
                  <a:pt x="7442200" y="1631950"/>
                </a:lnTo>
                <a:lnTo>
                  <a:pt x="7459662" y="1671637"/>
                </a:lnTo>
                <a:lnTo>
                  <a:pt x="7478712" y="1708150"/>
                </a:lnTo>
                <a:lnTo>
                  <a:pt x="7497762" y="1743075"/>
                </a:lnTo>
                <a:lnTo>
                  <a:pt x="7516812" y="1782762"/>
                </a:lnTo>
                <a:lnTo>
                  <a:pt x="7532687" y="1824037"/>
                </a:lnTo>
                <a:lnTo>
                  <a:pt x="7546975" y="1870075"/>
                </a:lnTo>
                <a:lnTo>
                  <a:pt x="7558087" y="1922462"/>
                </a:lnTo>
                <a:lnTo>
                  <a:pt x="7566025" y="1982787"/>
                </a:lnTo>
                <a:lnTo>
                  <a:pt x="7569200" y="2051050"/>
                </a:lnTo>
                <a:lnTo>
                  <a:pt x="7566025" y="2119312"/>
                </a:lnTo>
                <a:lnTo>
                  <a:pt x="7558087" y="2179637"/>
                </a:lnTo>
                <a:lnTo>
                  <a:pt x="7546975" y="2232025"/>
                </a:lnTo>
                <a:lnTo>
                  <a:pt x="7532687" y="2278062"/>
                </a:lnTo>
                <a:lnTo>
                  <a:pt x="7516812" y="2319337"/>
                </a:lnTo>
                <a:lnTo>
                  <a:pt x="7497762" y="2359025"/>
                </a:lnTo>
                <a:lnTo>
                  <a:pt x="7478712" y="2395537"/>
                </a:lnTo>
                <a:lnTo>
                  <a:pt x="7459662" y="2433637"/>
                </a:lnTo>
                <a:lnTo>
                  <a:pt x="7442200" y="2471737"/>
                </a:lnTo>
                <a:lnTo>
                  <a:pt x="7424737" y="2513012"/>
                </a:lnTo>
                <a:lnTo>
                  <a:pt x="7410450" y="2560637"/>
                </a:lnTo>
                <a:lnTo>
                  <a:pt x="7400925" y="2613025"/>
                </a:lnTo>
                <a:lnTo>
                  <a:pt x="7391400" y="2671762"/>
                </a:lnTo>
                <a:lnTo>
                  <a:pt x="7389812" y="2741612"/>
                </a:lnTo>
                <a:lnTo>
                  <a:pt x="7391400" y="2809875"/>
                </a:lnTo>
                <a:lnTo>
                  <a:pt x="7400925" y="2868612"/>
                </a:lnTo>
                <a:lnTo>
                  <a:pt x="7410450" y="2922587"/>
                </a:lnTo>
                <a:lnTo>
                  <a:pt x="7424737" y="2967037"/>
                </a:lnTo>
                <a:lnTo>
                  <a:pt x="7442200" y="3009900"/>
                </a:lnTo>
                <a:lnTo>
                  <a:pt x="7459662" y="3046412"/>
                </a:lnTo>
                <a:lnTo>
                  <a:pt x="7478712" y="3084512"/>
                </a:lnTo>
                <a:lnTo>
                  <a:pt x="7497762" y="3121025"/>
                </a:lnTo>
                <a:lnTo>
                  <a:pt x="7516812" y="3160712"/>
                </a:lnTo>
                <a:lnTo>
                  <a:pt x="7532687" y="3201987"/>
                </a:lnTo>
                <a:lnTo>
                  <a:pt x="7546975" y="3248025"/>
                </a:lnTo>
                <a:lnTo>
                  <a:pt x="7558087" y="3300412"/>
                </a:lnTo>
                <a:lnTo>
                  <a:pt x="7566025" y="3360737"/>
                </a:lnTo>
                <a:lnTo>
                  <a:pt x="7569200" y="3427412"/>
                </a:lnTo>
                <a:lnTo>
                  <a:pt x="7566025" y="3497262"/>
                </a:lnTo>
                <a:lnTo>
                  <a:pt x="7558087" y="3557587"/>
                </a:lnTo>
                <a:lnTo>
                  <a:pt x="7546975" y="3609975"/>
                </a:lnTo>
                <a:lnTo>
                  <a:pt x="7532687" y="3656012"/>
                </a:lnTo>
                <a:lnTo>
                  <a:pt x="7516812" y="3697287"/>
                </a:lnTo>
                <a:lnTo>
                  <a:pt x="7497762" y="3736975"/>
                </a:lnTo>
                <a:lnTo>
                  <a:pt x="7459662" y="3811587"/>
                </a:lnTo>
                <a:lnTo>
                  <a:pt x="7442200" y="3848100"/>
                </a:lnTo>
                <a:lnTo>
                  <a:pt x="7424737" y="3890962"/>
                </a:lnTo>
                <a:lnTo>
                  <a:pt x="7410450" y="3935412"/>
                </a:lnTo>
                <a:lnTo>
                  <a:pt x="7400925" y="3987800"/>
                </a:lnTo>
                <a:lnTo>
                  <a:pt x="7391400" y="4048125"/>
                </a:lnTo>
                <a:lnTo>
                  <a:pt x="7389812" y="4116387"/>
                </a:lnTo>
                <a:lnTo>
                  <a:pt x="7391400" y="4186237"/>
                </a:lnTo>
                <a:lnTo>
                  <a:pt x="7400925" y="4244975"/>
                </a:lnTo>
                <a:lnTo>
                  <a:pt x="7410450" y="4297362"/>
                </a:lnTo>
                <a:lnTo>
                  <a:pt x="7424737" y="4343400"/>
                </a:lnTo>
                <a:lnTo>
                  <a:pt x="7442200" y="4386262"/>
                </a:lnTo>
                <a:lnTo>
                  <a:pt x="7459662" y="4424362"/>
                </a:lnTo>
                <a:lnTo>
                  <a:pt x="7497762" y="4498975"/>
                </a:lnTo>
                <a:lnTo>
                  <a:pt x="7516812" y="4537075"/>
                </a:lnTo>
                <a:lnTo>
                  <a:pt x="7532687" y="4579937"/>
                </a:lnTo>
                <a:lnTo>
                  <a:pt x="7546975" y="4625975"/>
                </a:lnTo>
                <a:lnTo>
                  <a:pt x="7558087" y="4678362"/>
                </a:lnTo>
                <a:lnTo>
                  <a:pt x="7566025" y="4738687"/>
                </a:lnTo>
                <a:lnTo>
                  <a:pt x="7569200" y="4806950"/>
                </a:lnTo>
                <a:lnTo>
                  <a:pt x="7566025" y="4875212"/>
                </a:lnTo>
                <a:lnTo>
                  <a:pt x="7558087" y="4935537"/>
                </a:lnTo>
                <a:lnTo>
                  <a:pt x="7546975" y="4987925"/>
                </a:lnTo>
                <a:lnTo>
                  <a:pt x="7532687" y="5033962"/>
                </a:lnTo>
                <a:lnTo>
                  <a:pt x="7516812" y="5075237"/>
                </a:lnTo>
                <a:lnTo>
                  <a:pt x="7497762" y="5114925"/>
                </a:lnTo>
                <a:lnTo>
                  <a:pt x="7478712" y="5149850"/>
                </a:lnTo>
                <a:lnTo>
                  <a:pt x="7459662" y="5186362"/>
                </a:lnTo>
                <a:lnTo>
                  <a:pt x="7442200" y="5226050"/>
                </a:lnTo>
                <a:lnTo>
                  <a:pt x="7424737" y="5268912"/>
                </a:lnTo>
                <a:lnTo>
                  <a:pt x="7410450" y="5313362"/>
                </a:lnTo>
                <a:lnTo>
                  <a:pt x="7400925" y="5365750"/>
                </a:lnTo>
                <a:lnTo>
                  <a:pt x="7391400" y="5426075"/>
                </a:lnTo>
                <a:lnTo>
                  <a:pt x="7389812" y="5494337"/>
                </a:lnTo>
                <a:lnTo>
                  <a:pt x="7391400" y="5562600"/>
                </a:lnTo>
                <a:lnTo>
                  <a:pt x="7400925" y="5622925"/>
                </a:lnTo>
                <a:lnTo>
                  <a:pt x="7410450" y="5675312"/>
                </a:lnTo>
                <a:lnTo>
                  <a:pt x="7424737" y="5721350"/>
                </a:lnTo>
                <a:lnTo>
                  <a:pt x="7442200" y="5762625"/>
                </a:lnTo>
                <a:lnTo>
                  <a:pt x="7459662" y="5802312"/>
                </a:lnTo>
                <a:lnTo>
                  <a:pt x="7478712" y="5840412"/>
                </a:lnTo>
                <a:lnTo>
                  <a:pt x="7497762" y="5876925"/>
                </a:lnTo>
                <a:lnTo>
                  <a:pt x="7516812" y="5915025"/>
                </a:lnTo>
                <a:lnTo>
                  <a:pt x="7532687" y="5956300"/>
                </a:lnTo>
                <a:lnTo>
                  <a:pt x="7546975" y="6003925"/>
                </a:lnTo>
                <a:lnTo>
                  <a:pt x="7558087" y="6056312"/>
                </a:lnTo>
                <a:lnTo>
                  <a:pt x="7566025" y="6113462"/>
                </a:lnTo>
                <a:lnTo>
                  <a:pt x="7569200" y="6183312"/>
                </a:lnTo>
                <a:lnTo>
                  <a:pt x="7566025" y="6251575"/>
                </a:lnTo>
                <a:lnTo>
                  <a:pt x="7558087" y="6311900"/>
                </a:lnTo>
                <a:lnTo>
                  <a:pt x="7546975" y="6361112"/>
                </a:lnTo>
                <a:lnTo>
                  <a:pt x="7532687" y="6407150"/>
                </a:lnTo>
                <a:lnTo>
                  <a:pt x="7516812" y="6448425"/>
                </a:lnTo>
                <a:lnTo>
                  <a:pt x="7499350" y="6488112"/>
                </a:lnTo>
                <a:lnTo>
                  <a:pt x="7481887" y="6523037"/>
                </a:lnTo>
                <a:lnTo>
                  <a:pt x="7462837" y="6561137"/>
                </a:lnTo>
                <a:lnTo>
                  <a:pt x="7443787" y="6597650"/>
                </a:lnTo>
                <a:lnTo>
                  <a:pt x="7427912" y="6640512"/>
                </a:lnTo>
                <a:lnTo>
                  <a:pt x="7412037" y="6683375"/>
                </a:lnTo>
                <a:lnTo>
                  <a:pt x="7402512" y="6735762"/>
                </a:lnTo>
                <a:lnTo>
                  <a:pt x="7394575" y="6791325"/>
                </a:lnTo>
                <a:lnTo>
                  <a:pt x="73898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BDB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49" name="Google Shape;149;p3"/>
          <p:cNvGrpSpPr/>
          <p:nvPr/>
        </p:nvGrpSpPr>
        <p:grpSpPr>
          <a:xfrm>
            <a:off x="1147762" y="724988"/>
            <a:ext cx="9458325" cy="8352986"/>
            <a:chOff x="0" y="3469"/>
            <a:chExt cx="9458325" cy="8352986"/>
          </a:xfrm>
        </p:grpSpPr>
        <p:sp>
          <p:nvSpPr>
            <p:cNvPr id="150" name="Google Shape;150;p3"/>
            <p:cNvSpPr/>
            <p:nvPr/>
          </p:nvSpPr>
          <p:spPr>
            <a:xfrm>
              <a:off x="0" y="3469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31953" y="399137"/>
              <a:ext cx="967187" cy="967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031094" y="3469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2031094" y="3469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lang="en-US" sz="2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Experiencia:</a:t>
              </a:r>
              <a:endParaRPr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0" y="2201624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31953" y="2597291"/>
              <a:ext cx="967187" cy="967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031094" y="2201624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2031094" y="2201624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lang="en-US" sz="2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1. Implementación en metodologías para Desarrollo de software.</a:t>
              </a:r>
              <a:endParaRPr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0" y="4399778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31953" y="4795446"/>
              <a:ext cx="967187" cy="967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2031094" y="4399778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2031094" y="4399778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lang="en-US" sz="2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2. Desarrollo en el sector público.</a:t>
              </a:r>
              <a:endParaRPr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0" y="6597932"/>
              <a:ext cx="9458325" cy="175852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31953" y="6993600"/>
              <a:ext cx="967187" cy="96718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031094" y="6597932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 txBox="1"/>
            <p:nvPr/>
          </p:nvSpPr>
          <p:spPr>
            <a:xfrm>
              <a:off x="2031094" y="6597932"/>
              <a:ext cx="7427230" cy="1758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100" lIns="186100" spcFirstLastPara="1" rIns="186100" wrap="square" tIns="18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Gill Sans"/>
                <a:buNone/>
              </a:pPr>
              <a:r>
                <a:rPr b="1" lang="en-US" sz="2200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3. Análisis y diseño</a:t>
              </a:r>
              <a:endParaRPr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0" y="0"/>
            <a:ext cx="1328737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1877517" y="4000500"/>
            <a:ext cx="7446097" cy="481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MYNOR FRANCISCO MORÁN GARCÍA</a:t>
            </a:r>
            <a:br>
              <a:rPr b="0"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800" u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2992105610101@ingenieria.usac.edu.gt</a:t>
            </a:r>
            <a:endParaRPr b="0"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None/>
            </a:pPr>
            <a:br>
              <a:rPr b="0"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1800" u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[AYD2] Asunto</a:t>
            </a:r>
            <a:endParaRPr b="0"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br>
              <a:rPr b="0"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br>
              <a:rPr lang="en-US" sz="18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585210" y="920169"/>
            <a:ext cx="7853362" cy="7843837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891" y="2846040"/>
            <a:ext cx="4826000" cy="399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/>
        </p:nvSpPr>
        <p:spPr>
          <a:xfrm>
            <a:off x="1066800" y="317778"/>
            <a:ext cx="15773400" cy="178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pic>
        <p:nvPicPr>
          <p:cNvPr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9400" y="2857500"/>
            <a:ext cx="7089276" cy="5201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/>
          <p:nvPr/>
        </p:nvSpPr>
        <p:spPr>
          <a:xfrm>
            <a:off x="10428514" y="8254361"/>
            <a:ext cx="6934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https://docs.google.com/spreadsheets/d/1Xe_O4BUEVAfiZfEbGxdC5qodBwpiZlAl1wEcgLQPbh8/edit?usp=sharing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524000" y="3848100"/>
            <a:ext cx="91440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Nombre.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Intereses y expectativas sobre el curso.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Experiencia previa relacionada con el tema (si aplica).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dato curioso sobre sí mismo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5335524" y="946404"/>
            <a:ext cx="7853362" cy="7843837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" y="0"/>
            <a:ext cx="18287994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967273" y="1432384"/>
            <a:ext cx="8813541" cy="6756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0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EVALUACIÓN DE CONOCIMIENTOS PREVIOS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964735" y="8358996"/>
            <a:ext cx="8816078" cy="126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KAHOOT.IT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10149261" y="0"/>
            <a:ext cx="7923778" cy="10287000"/>
          </a:xfrm>
          <a:custGeom>
            <a:rect b="b" l="l" r="r" t="t"/>
            <a:pathLst>
              <a:path extrusionOk="0" h="6858000" w="5282519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ersona escribiendo en un bloc de notas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23170" r="15785" t="0"/>
          <a:stretch/>
        </p:blipFill>
        <p:spPr>
          <a:xfrm>
            <a:off x="10364221" y="10"/>
            <a:ext cx="7923779" cy="10286990"/>
          </a:xfrm>
          <a:custGeom>
            <a:rect b="b" l="l" r="r" t="t"/>
            <a:pathLst>
              <a:path extrusionOk="0" h="6858000" w="5282519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0" y="0"/>
            <a:ext cx="1328737" cy="10287000"/>
          </a:xfrm>
          <a:custGeom>
            <a:rect b="b" l="l" r="r" t="t"/>
            <a:pathLst>
              <a:path extrusionOk="0" h="4320" w="558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7862804" y="0"/>
            <a:ext cx="425196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0" y="0"/>
            <a:ext cx="18287998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142994" y="1729930"/>
            <a:ext cx="5355849" cy="6827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cap="non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PRESENTACIÓN DE PROGRAMA</a:t>
            </a:r>
            <a:endParaRPr/>
          </a:p>
        </p:txBody>
      </p:sp>
      <p:cxnSp>
        <p:nvCxnSpPr>
          <p:cNvPr id="204" name="Google Shape;204;p7"/>
          <p:cNvCxnSpPr/>
          <p:nvPr/>
        </p:nvCxnSpPr>
        <p:spPr>
          <a:xfrm>
            <a:off x="6995694" y="2943595"/>
            <a:ext cx="0" cy="4399809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p7"/>
          <p:cNvSpPr/>
          <p:nvPr/>
        </p:nvSpPr>
        <p:spPr>
          <a:xfrm rot="5400000">
            <a:off x="8661395" y="660401"/>
            <a:ext cx="965201" cy="1828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>
            <a:off x="7464046" y="2657645"/>
            <a:ext cx="9680953" cy="4971707"/>
            <a:chOff x="0" y="927715"/>
            <a:chExt cx="9680953" cy="4971707"/>
          </a:xfrm>
        </p:grpSpPr>
        <p:sp>
          <p:nvSpPr>
            <p:cNvPr id="207" name="Google Shape;207;p7"/>
            <p:cNvSpPr/>
            <p:nvPr/>
          </p:nvSpPr>
          <p:spPr>
            <a:xfrm rot="5400000">
              <a:off x="4094505" y="1102510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4633882" y="1346775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lang="en-US" sz="19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Competencias y objetivos del curso</a:t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6679858" y="1465546"/>
              <a:ext cx="3001095" cy="161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 rot="5400000">
              <a:off x="1567776" y="1102510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2107153" y="1346775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Gill Sans"/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 rot="5400000">
              <a:off x="2826300" y="3385064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7"/>
            <p:cNvSpPr txBox="1"/>
            <p:nvPr/>
          </p:nvSpPr>
          <p:spPr>
            <a:xfrm>
              <a:off x="3365677" y="3629329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375" lIns="72375" spcFirstLastPara="1" rIns="72375" wrap="square" tIns="723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Gill Sans"/>
                <a:buNone/>
              </a:pPr>
              <a:r>
                <a:rPr lang="en-US" sz="19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Temarios y Contenidos Principales</a:t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0" y="3748100"/>
              <a:ext cx="2904286" cy="1613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 rot="5400000">
              <a:off x="5353029" y="3385064"/>
              <a:ext cx="2689153" cy="2339563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7B32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5892406" y="3629329"/>
              <a:ext cx="1610399" cy="1851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Gill Sans"/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5335524" y="946404"/>
            <a:ext cx="7853362" cy="7843837"/>
          </a:xfrm>
          <a:custGeom>
            <a:rect b="b" l="l" r="r" t="t"/>
            <a:pathLst>
              <a:path extrusionOk="0" h="3294" w="3298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0" y="0"/>
            <a:ext cx="425196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10"/>
            <a:ext cx="18287980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2121696" y="0"/>
            <a:ext cx="16166305" cy="10287000"/>
          </a:xfrm>
          <a:custGeom>
            <a:rect b="b" l="l" r="r" t="t"/>
            <a:pathLst>
              <a:path extrusionOk="0" h="6858000" w="10777537">
                <a:moveTo>
                  <a:pt x="0" y="0"/>
                </a:moveTo>
                <a:lnTo>
                  <a:pt x="10777537" y="0"/>
                </a:lnTo>
                <a:lnTo>
                  <a:pt x="10777537" y="6858000"/>
                </a:lnTo>
                <a:lnTo>
                  <a:pt x="0" y="6858000"/>
                </a:lnTo>
                <a:lnTo>
                  <a:pt x="23812" y="6769100"/>
                </a:lnTo>
                <a:lnTo>
                  <a:pt x="47625" y="6681788"/>
                </a:lnTo>
                <a:lnTo>
                  <a:pt x="74612" y="6596063"/>
                </a:lnTo>
                <a:lnTo>
                  <a:pt x="104775" y="6513513"/>
                </a:lnTo>
                <a:lnTo>
                  <a:pt x="141287" y="6435725"/>
                </a:lnTo>
                <a:lnTo>
                  <a:pt x="184150" y="6362700"/>
                </a:lnTo>
                <a:lnTo>
                  <a:pt x="230188" y="6300788"/>
                </a:lnTo>
                <a:lnTo>
                  <a:pt x="282575" y="6243638"/>
                </a:lnTo>
                <a:lnTo>
                  <a:pt x="339725" y="6188075"/>
                </a:lnTo>
                <a:lnTo>
                  <a:pt x="403225" y="6134100"/>
                </a:lnTo>
                <a:lnTo>
                  <a:pt x="466725" y="6084888"/>
                </a:lnTo>
                <a:lnTo>
                  <a:pt x="533400" y="6032500"/>
                </a:lnTo>
                <a:lnTo>
                  <a:pt x="601663" y="5983288"/>
                </a:lnTo>
                <a:lnTo>
                  <a:pt x="666750" y="5930900"/>
                </a:lnTo>
                <a:lnTo>
                  <a:pt x="731838" y="5878513"/>
                </a:lnTo>
                <a:lnTo>
                  <a:pt x="792163" y="5824538"/>
                </a:lnTo>
                <a:lnTo>
                  <a:pt x="847725" y="5767388"/>
                </a:lnTo>
                <a:lnTo>
                  <a:pt x="896938" y="5707063"/>
                </a:lnTo>
                <a:lnTo>
                  <a:pt x="941388" y="5643563"/>
                </a:lnTo>
                <a:lnTo>
                  <a:pt x="974725" y="5575300"/>
                </a:lnTo>
                <a:lnTo>
                  <a:pt x="1000125" y="5499100"/>
                </a:lnTo>
                <a:lnTo>
                  <a:pt x="1014413" y="5418138"/>
                </a:lnTo>
                <a:lnTo>
                  <a:pt x="1020763" y="5334000"/>
                </a:lnTo>
                <a:lnTo>
                  <a:pt x="1020763" y="5249863"/>
                </a:lnTo>
                <a:lnTo>
                  <a:pt x="1014413" y="5162550"/>
                </a:lnTo>
                <a:lnTo>
                  <a:pt x="1003300" y="5072063"/>
                </a:lnTo>
                <a:lnTo>
                  <a:pt x="990600" y="4983163"/>
                </a:lnTo>
                <a:lnTo>
                  <a:pt x="979488" y="4894263"/>
                </a:lnTo>
                <a:lnTo>
                  <a:pt x="968375" y="4805363"/>
                </a:lnTo>
                <a:lnTo>
                  <a:pt x="960438" y="4714875"/>
                </a:lnTo>
                <a:lnTo>
                  <a:pt x="957263" y="4627563"/>
                </a:lnTo>
                <a:lnTo>
                  <a:pt x="962025" y="4543425"/>
                </a:lnTo>
                <a:lnTo>
                  <a:pt x="973138" y="4459288"/>
                </a:lnTo>
                <a:lnTo>
                  <a:pt x="993775" y="4381500"/>
                </a:lnTo>
                <a:lnTo>
                  <a:pt x="1022350" y="4302125"/>
                </a:lnTo>
                <a:lnTo>
                  <a:pt x="1057275" y="4224338"/>
                </a:lnTo>
                <a:lnTo>
                  <a:pt x="1098550" y="4146550"/>
                </a:lnTo>
                <a:lnTo>
                  <a:pt x="1143000" y="4068763"/>
                </a:lnTo>
                <a:lnTo>
                  <a:pt x="1189038" y="3989388"/>
                </a:lnTo>
                <a:lnTo>
                  <a:pt x="1235075" y="3913188"/>
                </a:lnTo>
                <a:lnTo>
                  <a:pt x="1277938" y="3833813"/>
                </a:lnTo>
                <a:lnTo>
                  <a:pt x="1317625" y="3756025"/>
                </a:lnTo>
                <a:lnTo>
                  <a:pt x="1350963" y="3673475"/>
                </a:lnTo>
                <a:lnTo>
                  <a:pt x="1377950" y="3592513"/>
                </a:lnTo>
                <a:lnTo>
                  <a:pt x="1393825" y="3511550"/>
                </a:lnTo>
                <a:lnTo>
                  <a:pt x="1400175" y="3429000"/>
                </a:lnTo>
                <a:lnTo>
                  <a:pt x="1393825" y="3346450"/>
                </a:lnTo>
                <a:lnTo>
                  <a:pt x="1377950" y="3265488"/>
                </a:lnTo>
                <a:lnTo>
                  <a:pt x="1350963" y="3184525"/>
                </a:lnTo>
                <a:lnTo>
                  <a:pt x="1317625" y="3101975"/>
                </a:lnTo>
                <a:lnTo>
                  <a:pt x="1277938" y="3024188"/>
                </a:lnTo>
                <a:lnTo>
                  <a:pt x="1235075" y="2944813"/>
                </a:lnTo>
                <a:lnTo>
                  <a:pt x="1189038" y="2868613"/>
                </a:lnTo>
                <a:lnTo>
                  <a:pt x="1143000" y="2789238"/>
                </a:lnTo>
                <a:lnTo>
                  <a:pt x="1098550" y="2711450"/>
                </a:lnTo>
                <a:lnTo>
                  <a:pt x="1057275" y="2633663"/>
                </a:lnTo>
                <a:lnTo>
                  <a:pt x="1022350" y="2555875"/>
                </a:lnTo>
                <a:lnTo>
                  <a:pt x="993775" y="2476500"/>
                </a:lnTo>
                <a:lnTo>
                  <a:pt x="973138" y="2398713"/>
                </a:lnTo>
                <a:lnTo>
                  <a:pt x="962025" y="2314575"/>
                </a:lnTo>
                <a:lnTo>
                  <a:pt x="957263" y="2230438"/>
                </a:lnTo>
                <a:lnTo>
                  <a:pt x="960438" y="2143125"/>
                </a:lnTo>
                <a:lnTo>
                  <a:pt x="968375" y="2052638"/>
                </a:lnTo>
                <a:lnTo>
                  <a:pt x="979488" y="1963738"/>
                </a:lnTo>
                <a:lnTo>
                  <a:pt x="990600" y="1874838"/>
                </a:lnTo>
                <a:lnTo>
                  <a:pt x="1003300" y="1785938"/>
                </a:lnTo>
                <a:lnTo>
                  <a:pt x="1014413" y="1695450"/>
                </a:lnTo>
                <a:lnTo>
                  <a:pt x="1020763" y="1608138"/>
                </a:lnTo>
                <a:lnTo>
                  <a:pt x="1020763" y="1524000"/>
                </a:lnTo>
                <a:lnTo>
                  <a:pt x="1014413" y="1439863"/>
                </a:lnTo>
                <a:lnTo>
                  <a:pt x="1000125" y="1358900"/>
                </a:lnTo>
                <a:lnTo>
                  <a:pt x="974725" y="1282700"/>
                </a:lnTo>
                <a:lnTo>
                  <a:pt x="941388" y="1214438"/>
                </a:lnTo>
                <a:lnTo>
                  <a:pt x="896938" y="1150938"/>
                </a:lnTo>
                <a:lnTo>
                  <a:pt x="847725" y="1090613"/>
                </a:lnTo>
                <a:lnTo>
                  <a:pt x="792163" y="1033463"/>
                </a:lnTo>
                <a:lnTo>
                  <a:pt x="731838" y="979488"/>
                </a:lnTo>
                <a:lnTo>
                  <a:pt x="666750" y="927100"/>
                </a:lnTo>
                <a:lnTo>
                  <a:pt x="601663" y="874713"/>
                </a:lnTo>
                <a:lnTo>
                  <a:pt x="533400" y="825500"/>
                </a:lnTo>
                <a:lnTo>
                  <a:pt x="466725" y="773113"/>
                </a:lnTo>
                <a:lnTo>
                  <a:pt x="403225" y="723900"/>
                </a:lnTo>
                <a:lnTo>
                  <a:pt x="339725" y="669925"/>
                </a:lnTo>
                <a:lnTo>
                  <a:pt x="282575" y="614363"/>
                </a:lnTo>
                <a:lnTo>
                  <a:pt x="230188" y="557213"/>
                </a:lnTo>
                <a:lnTo>
                  <a:pt x="184150" y="495300"/>
                </a:lnTo>
                <a:lnTo>
                  <a:pt x="141287" y="422275"/>
                </a:lnTo>
                <a:lnTo>
                  <a:pt x="104775" y="344488"/>
                </a:lnTo>
                <a:lnTo>
                  <a:pt x="74612" y="261938"/>
                </a:lnTo>
                <a:lnTo>
                  <a:pt x="47625" y="176213"/>
                </a:lnTo>
                <a:lnTo>
                  <a:pt x="23812" y="88900"/>
                </a:lnTo>
                <a:close/>
              </a:path>
            </a:pathLst>
          </a:cu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5027350" y="1442308"/>
            <a:ext cx="12068060" cy="6592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0" cap="non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EVALUACIÓN DE CONOCIMIENTO DEL NUEVO CURSO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5027350" y="8363680"/>
            <a:ext cx="10363277" cy="1113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KAHOOT.IT</a:t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311573" y="0"/>
            <a:ext cx="2469357" cy="10287000"/>
          </a:xfrm>
          <a:custGeom>
            <a:rect b="b" l="l" r="r" t="t"/>
            <a:pathLst>
              <a:path extrusionOk="0" h="4320" w="1037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tintivo">
  <a:themeElements>
    <a:clrScheme name="Distintivo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tintivo">
  <a:themeElements>
    <a:clrScheme name="Distintivo">
      <a:dk1>
        <a:srgbClr val="000000"/>
      </a:dk1>
      <a:lt1>
        <a:srgbClr val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