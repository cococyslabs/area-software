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Open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hkTqC1E5rT1DAbtru0xPWp1vX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077ad6c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7077ad6c3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03066e4c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03066e4c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05506ba4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705506ba4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03066e4c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703066e4cc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03066e4c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703066e4cc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03066e4c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703066e4cc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" y="2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931580" y="2935193"/>
            <a:ext cx="14424900" cy="3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Iniciamos en unos minutos</a:t>
            </a:r>
            <a:endParaRPr sz="2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077ad6c3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" y="2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077ad6c38_0_0"/>
          <p:cNvSpPr txBox="1"/>
          <p:nvPr/>
        </p:nvSpPr>
        <p:spPr>
          <a:xfrm>
            <a:off x="1931580" y="2935193"/>
            <a:ext cx="14424900" cy="3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</a:t>
            </a:r>
            <a:endParaRPr sz="2200">
              <a:solidFill>
                <a:schemeClr val="lt2"/>
              </a:solidFill>
            </a:endParaRPr>
          </a:p>
        </p:txBody>
      </p:sp>
      <p:sp>
        <p:nvSpPr>
          <p:cNvPr id="92" name="Google Shape;92;g37077ad6c38_0_0"/>
          <p:cNvSpPr txBox="1"/>
          <p:nvPr/>
        </p:nvSpPr>
        <p:spPr>
          <a:xfrm>
            <a:off x="2572528" y="783090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3" name="Google Shape;93;g37077ad6c38_0_0"/>
          <p:cNvSpPr txBox="1"/>
          <p:nvPr/>
        </p:nvSpPr>
        <p:spPr>
          <a:xfrm>
            <a:off x="2572525" y="7446300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4" name="Google Shape;94;g37077ad6c38_0_0"/>
          <p:cNvSpPr txBox="1"/>
          <p:nvPr/>
        </p:nvSpPr>
        <p:spPr>
          <a:xfrm>
            <a:off x="2572525" y="7061700"/>
            <a:ext cx="64080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95" name="Google Shape;95;g37077ad6c3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525" y="6966913"/>
            <a:ext cx="1343375" cy="13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7077ad6c38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92800" y="160675"/>
            <a:ext cx="69723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" y="2"/>
            <a:ext cx="18288001" cy="102921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2"/>
          <p:cNvGrpSpPr/>
          <p:nvPr/>
        </p:nvGrpSpPr>
        <p:grpSpPr>
          <a:xfrm>
            <a:off x="557222" y="-320617"/>
            <a:ext cx="10534726" cy="2977542"/>
            <a:chOff x="-126042" y="-95250"/>
            <a:chExt cx="14046300" cy="3970057"/>
          </a:xfrm>
        </p:grpSpPr>
        <p:sp>
          <p:nvSpPr>
            <p:cNvPr id="103" name="Google Shape;103;p2"/>
            <p:cNvSpPr txBox="1"/>
            <p:nvPr/>
          </p:nvSpPr>
          <p:spPr>
            <a:xfrm>
              <a:off x="-126042" y="734707"/>
              <a:ext cx="14046300" cy="31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300" u="none" cap="none" strike="noStrike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Agenda</a:t>
              </a:r>
              <a:endParaRPr b="1" sz="17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 txBox="1"/>
          <p:nvPr/>
        </p:nvSpPr>
        <p:spPr>
          <a:xfrm>
            <a:off x="2443350" y="3050925"/>
            <a:ext cx="10224000" cy="53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chemeClr val="lt2"/>
                </a:solidFill>
              </a:rPr>
              <a:t>Presentación Auxiliar de curso</a:t>
            </a:r>
            <a:endParaRPr sz="3999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chemeClr val="lt2"/>
                </a:solidFill>
              </a:rPr>
              <a:t>Presentación de estudiantes</a:t>
            </a:r>
            <a:endParaRPr sz="3999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99">
                <a:solidFill>
                  <a:schemeClr val="lt2"/>
                </a:solidFill>
              </a:rPr>
              <a:t>Evaluación de Conocimientos previos</a:t>
            </a:r>
            <a:endParaRPr sz="3999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chemeClr val="lt2"/>
                </a:solidFill>
              </a:rPr>
              <a:t>Presentación del programa del laboratorio</a:t>
            </a:r>
            <a:endParaRPr sz="3999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chemeClr val="lt2"/>
                </a:solidFill>
              </a:rPr>
              <a:t>Evaluación de Conocimientos</a:t>
            </a:r>
            <a:endParaRPr sz="3999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chemeClr val="lt2"/>
                </a:solidFill>
              </a:rPr>
              <a:t>Dudas y comentarios</a:t>
            </a:r>
            <a:endParaRPr sz="3999">
              <a:solidFill>
                <a:schemeClr val="lt2"/>
              </a:solidFill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125" y="3123763"/>
            <a:ext cx="610476" cy="6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125" y="4126838"/>
            <a:ext cx="610476" cy="6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125" y="4968075"/>
            <a:ext cx="610476" cy="6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125" y="5890213"/>
            <a:ext cx="610476" cy="6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125" y="6812363"/>
            <a:ext cx="610476" cy="6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125" y="7734513"/>
            <a:ext cx="610476" cy="61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" y="2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1890600" y="4002411"/>
            <a:ext cx="422269" cy="422269"/>
          </a:xfrm>
          <a:custGeom>
            <a:rect b="b" l="l" r="r" t="t"/>
            <a:pathLst>
              <a:path extrusionOk="0" h="422269" w="422269">
                <a:moveTo>
                  <a:pt x="0" y="0"/>
                </a:moveTo>
                <a:lnTo>
                  <a:pt x="422269" y="0"/>
                </a:lnTo>
                <a:lnTo>
                  <a:pt x="422269" y="422269"/>
                </a:lnTo>
                <a:lnTo>
                  <a:pt x="0" y="422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/>
          <p:nvPr/>
        </p:nvSpPr>
        <p:spPr>
          <a:xfrm>
            <a:off x="1890600" y="4516126"/>
            <a:ext cx="422269" cy="422269"/>
          </a:xfrm>
          <a:custGeom>
            <a:rect b="b" l="l" r="r" t="t"/>
            <a:pathLst>
              <a:path extrusionOk="0" h="422269" w="422269">
                <a:moveTo>
                  <a:pt x="0" y="0"/>
                </a:moveTo>
                <a:lnTo>
                  <a:pt x="422269" y="0"/>
                </a:lnTo>
                <a:lnTo>
                  <a:pt x="422269" y="422269"/>
                </a:lnTo>
                <a:lnTo>
                  <a:pt x="0" y="422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1937928" y="5077169"/>
            <a:ext cx="374941" cy="374941"/>
          </a:xfrm>
          <a:custGeom>
            <a:rect b="b" l="l" r="r" t="t"/>
            <a:pathLst>
              <a:path extrusionOk="0" h="374941" w="374941">
                <a:moveTo>
                  <a:pt x="0" y="0"/>
                </a:moveTo>
                <a:lnTo>
                  <a:pt x="374941" y="0"/>
                </a:lnTo>
                <a:lnTo>
                  <a:pt x="374941" y="374941"/>
                </a:lnTo>
                <a:lnTo>
                  <a:pt x="0" y="37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1890612" y="2352424"/>
            <a:ext cx="1225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Melyza Alejandra Rodríguez Contreras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2443212" y="3844290"/>
            <a:ext cx="84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2593602600101@ingenieria.usac.edu.gt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443212" y="4967222"/>
            <a:ext cx="84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50697862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2443212" y="4405756"/>
            <a:ext cx="840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[AYD2] Asunto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90900" y="3507875"/>
            <a:ext cx="3513500" cy="35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703066e4cc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48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703066e4cc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3875" y="2353350"/>
            <a:ext cx="4572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703066e4cc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42650" y="3240663"/>
            <a:ext cx="346710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703066e4cc_0_12"/>
          <p:cNvSpPr txBox="1"/>
          <p:nvPr/>
        </p:nvSpPr>
        <p:spPr>
          <a:xfrm>
            <a:off x="8046553" y="2016900"/>
            <a:ext cx="645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chemeClr val="lt2"/>
                </a:solidFill>
              </a:rPr>
              <a:t>Grupo de WhatsApp</a:t>
            </a:r>
            <a:endParaRPr b="1" sz="3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705506ba4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48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05506ba40_0_2"/>
          <p:cNvSpPr txBox="1"/>
          <p:nvPr/>
        </p:nvSpPr>
        <p:spPr>
          <a:xfrm>
            <a:off x="3511800" y="718375"/>
            <a:ext cx="1126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chemeClr val="lt2"/>
                </a:solidFill>
              </a:rPr>
              <a:t>CURSO EN LA PLATAFORMA UEDI</a:t>
            </a:r>
            <a:endParaRPr b="1" sz="3200">
              <a:solidFill>
                <a:schemeClr val="lt2"/>
              </a:solidFill>
            </a:endParaRPr>
          </a:p>
        </p:txBody>
      </p:sp>
      <p:pic>
        <p:nvPicPr>
          <p:cNvPr id="139" name="Google Shape;139;g3705506ba4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0700" y="2908050"/>
            <a:ext cx="10537650" cy="3863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703066e4cc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48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703066e4cc_0_32"/>
          <p:cNvSpPr txBox="1"/>
          <p:nvPr/>
        </p:nvSpPr>
        <p:spPr>
          <a:xfrm>
            <a:off x="2035750" y="1161800"/>
            <a:ext cx="8057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9">
                <a:solidFill>
                  <a:schemeClr val="lt2"/>
                </a:solidFill>
              </a:rPr>
              <a:t>Listado de asistencia</a:t>
            </a:r>
            <a:endParaRPr b="1" sz="4100">
              <a:solidFill>
                <a:schemeClr val="lt2"/>
              </a:solidFill>
            </a:endParaRPr>
          </a:p>
        </p:txBody>
      </p:sp>
      <p:sp>
        <p:nvSpPr>
          <p:cNvPr id="146" name="Google Shape;146;g3703066e4cc_0_32"/>
          <p:cNvSpPr txBox="1"/>
          <p:nvPr/>
        </p:nvSpPr>
        <p:spPr>
          <a:xfrm>
            <a:off x="737950" y="5966750"/>
            <a:ext cx="10653300" cy="17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https://docs.google.com/forms/d/e/1FAIpQLSc3RHblZo650Gk_yKQ-2qXFaLG79hK4hnh87pjRB4aFT00vmQ/viewform?usp=sharing&amp;ouid=101479678041370353006</a:t>
            </a:r>
            <a:endParaRPr b="1" sz="32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g3703066e4cc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0338" y="2100500"/>
            <a:ext cx="3677475" cy="367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703066e4cc_0_32"/>
          <p:cNvPicPr preferRelativeResize="0"/>
          <p:nvPr/>
        </p:nvPicPr>
        <p:blipFill rotWithShape="1">
          <a:blip r:embed="rId5">
            <a:alphaModFix/>
          </a:blip>
          <a:srcRect b="8015" l="19614" r="19657" t="31488"/>
          <a:stretch/>
        </p:blipFill>
        <p:spPr>
          <a:xfrm>
            <a:off x="11975125" y="2431900"/>
            <a:ext cx="4452075" cy="44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48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 txBox="1"/>
          <p:nvPr/>
        </p:nvSpPr>
        <p:spPr>
          <a:xfrm>
            <a:off x="4337966" y="317778"/>
            <a:ext cx="96120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8" u="none" cap="none" strike="noStrike">
                <a:solidFill>
                  <a:schemeClr val="lt2"/>
                </a:solidFill>
              </a:rPr>
              <a:t>PRESENTACIÓN DE ESTUDIANTES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4337966" y="3698875"/>
            <a:ext cx="886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7253650" y="3698875"/>
            <a:ext cx="82548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941" lvl="1" marL="332082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938"/>
              <a:buChar char="•"/>
            </a:pPr>
            <a:r>
              <a:rPr b="1" lang="en-US" sz="2938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endParaRPr b="1" sz="2800">
              <a:solidFill>
                <a:schemeClr val="lt2"/>
              </a:solidFill>
            </a:endParaRPr>
          </a:p>
          <a:p>
            <a:pPr indent="-254941" lvl="1" marL="332082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938"/>
              <a:buChar char="•"/>
            </a:pPr>
            <a:r>
              <a:rPr b="1" lang="en-US" sz="2938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  <a:endParaRPr b="1" sz="2800">
              <a:solidFill>
                <a:schemeClr val="lt2"/>
              </a:solidFill>
            </a:endParaRPr>
          </a:p>
          <a:p>
            <a:pPr indent="-254941" lvl="1" marL="332082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938"/>
              <a:buChar char="•"/>
            </a:pPr>
            <a:r>
              <a:rPr b="1" lang="en-US" sz="2938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tema.</a:t>
            </a:r>
            <a:endParaRPr b="1" sz="2800">
              <a:solidFill>
                <a:schemeClr val="lt2"/>
              </a:solidFill>
            </a:endParaRPr>
          </a:p>
          <a:p>
            <a:pPr indent="-254941" lvl="1" marL="332082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938"/>
              <a:buChar char="•"/>
            </a:pPr>
            <a:r>
              <a:rPr b="1" lang="en-US" sz="2938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 b="1" sz="2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3288" y="3014788"/>
            <a:ext cx="4257425" cy="4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250" y="2868350"/>
            <a:ext cx="2303850" cy="23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48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 txBox="1"/>
          <p:nvPr/>
        </p:nvSpPr>
        <p:spPr>
          <a:xfrm>
            <a:off x="2116048" y="837619"/>
            <a:ext cx="140559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8" u="none" cap="none" strike="noStrike">
                <a:solidFill>
                  <a:schemeClr val="lt2"/>
                </a:solidFill>
              </a:rPr>
              <a:t>EVALUACIÓN DE CONOCIMIENTOS PREVIOS</a:t>
            </a:r>
            <a:endParaRPr b="1" sz="2300">
              <a:solidFill>
                <a:schemeClr val="lt2"/>
              </a:solidFill>
            </a:endParaRPr>
          </a:p>
        </p:txBody>
      </p:sp>
      <p:pic>
        <p:nvPicPr>
          <p:cNvPr id="165" name="Google Shape;16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6048" y="3492023"/>
            <a:ext cx="6966949" cy="40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48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2929825" y="1174825"/>
            <a:ext cx="122394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98" u="none" cap="none" strike="noStrike">
                <a:solidFill>
                  <a:schemeClr val="lt2"/>
                </a:solidFill>
              </a:rPr>
              <a:t>Presentación del programa</a:t>
            </a:r>
            <a:endParaRPr b="1" sz="3000">
              <a:solidFill>
                <a:schemeClr val="lt2"/>
              </a:solidFill>
            </a:endParaRPr>
          </a:p>
        </p:txBody>
      </p:sp>
      <p:pic>
        <p:nvPicPr>
          <p:cNvPr id="172" name="Google Shape;17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5600" y="27839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703066e4cc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48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703066e4cc_0_48"/>
          <p:cNvSpPr txBox="1"/>
          <p:nvPr/>
        </p:nvSpPr>
        <p:spPr>
          <a:xfrm>
            <a:off x="2116048" y="837619"/>
            <a:ext cx="140559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8" u="none" cap="none" strike="noStrike">
                <a:solidFill>
                  <a:schemeClr val="lt2"/>
                </a:solidFill>
              </a:rPr>
              <a:t>EVALUACIÓN DE CONOCIMIENTOS </a:t>
            </a:r>
            <a:r>
              <a:rPr b="1" lang="en-US" sz="6498">
                <a:solidFill>
                  <a:schemeClr val="lt2"/>
                </a:solidFill>
              </a:rPr>
              <a:t>DEL CURSO</a:t>
            </a:r>
            <a:endParaRPr b="1" sz="2300">
              <a:solidFill>
                <a:schemeClr val="lt2"/>
              </a:solidFill>
            </a:endParaRPr>
          </a:p>
        </p:txBody>
      </p:sp>
      <p:pic>
        <p:nvPicPr>
          <p:cNvPr id="179" name="Google Shape;179;g3703066e4cc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800" y="3201221"/>
            <a:ext cx="7577451" cy="57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703066e4cc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873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703066e4cc_0_56"/>
          <p:cNvSpPr txBox="1"/>
          <p:nvPr/>
        </p:nvSpPr>
        <p:spPr>
          <a:xfrm>
            <a:off x="7803049" y="3429000"/>
            <a:ext cx="9259500" cy="25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98">
                <a:solidFill>
                  <a:schemeClr val="lt2"/>
                </a:solidFill>
              </a:rPr>
              <a:t>DUDAS Y COMENTARIOS</a:t>
            </a:r>
            <a:endParaRPr b="1" sz="3700">
              <a:solidFill>
                <a:schemeClr val="lt2"/>
              </a:solidFill>
            </a:endParaRPr>
          </a:p>
        </p:txBody>
      </p:sp>
      <p:pic>
        <p:nvPicPr>
          <p:cNvPr id="186" name="Google Shape;186;g3703066e4cc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4425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484" y="-2585"/>
            <a:ext cx="18288001" cy="10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3886445" y="2160354"/>
            <a:ext cx="8658900" cy="54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99" u="none" cap="none" strike="noStrike">
                <a:solidFill>
                  <a:schemeClr val="lt2"/>
                </a:solidFill>
              </a:rPr>
              <a:t>¡GRACIAS POR SU  ATENCIÓN!</a:t>
            </a:r>
            <a:endParaRPr b="1" sz="4700">
              <a:solidFill>
                <a:schemeClr val="lt2"/>
              </a:solidFill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2924026" y="25883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4" name="Google Shape;19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9875" y="1310801"/>
            <a:ext cx="1385550" cy="137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