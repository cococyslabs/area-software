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Open Sans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gaVgBymXOXzcDzhhWVFrynDD1N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4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s://www.youtube.com/watch?v=ALFE4DTgWuE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14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16.png"/><Relationship Id="rId6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35.png"/><Relationship Id="rId7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0.png"/><Relationship Id="rId6" Type="http://schemas.openxmlformats.org/officeDocument/2006/relationships/image" Target="../media/image47.png"/><Relationship Id="rId7" Type="http://schemas.openxmlformats.org/officeDocument/2006/relationships/image" Target="../media/image32.png"/><Relationship Id="rId8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Relationship Id="rId7" Type="http://schemas.openxmlformats.org/officeDocument/2006/relationships/image" Target="../media/image5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s://www.youtube.com/watch?v=wOjTcRe3ijc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37.png"/><Relationship Id="rId7" Type="http://schemas.openxmlformats.org/officeDocument/2006/relationships/image" Target="../media/image45.png"/><Relationship Id="rId8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6.jpg"/><Relationship Id="rId5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tenor.com/view/gracias-por-su-atenci%C3%B3n-gif-26313656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050" y="0"/>
            <a:ext cx="18288000" cy="10260918"/>
          </a:xfrm>
          <a:custGeom>
            <a:rect b="b" l="l" r="r" t="t"/>
            <a:pathLst>
              <a:path extrusionOk="0" h="10260918" w="18288000">
                <a:moveTo>
                  <a:pt x="0" y="0"/>
                </a:moveTo>
                <a:lnTo>
                  <a:pt x="18288000" y="0"/>
                </a:lnTo>
                <a:lnTo>
                  <a:pt x="18288000" y="10260918"/>
                </a:lnTo>
                <a:lnTo>
                  <a:pt x="0" y="10260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0" y="5320707"/>
            <a:ext cx="18288000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Laboratorio Estructura de Datos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0" y="8407849"/>
            <a:ext cx="8115300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Aux. Steven Mejía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4269539" y="2363391"/>
            <a:ext cx="3694485" cy="431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00/00/0000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4269539" y="3097188"/>
            <a:ext cx="3694485" cy="43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17:20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95" name="Google Shape;95;p2"/>
          <p:cNvGrpSpPr/>
          <p:nvPr/>
        </p:nvGrpSpPr>
        <p:grpSpPr>
          <a:xfrm>
            <a:off x="532978" y="8333207"/>
            <a:ext cx="6376947" cy="1641745"/>
            <a:chOff x="0" y="0"/>
            <a:chExt cx="15090560" cy="3885065"/>
          </a:xfrm>
        </p:grpSpPr>
        <p:sp>
          <p:nvSpPr>
            <p:cNvPr id="96" name="Google Shape;96;p2"/>
            <p:cNvSpPr/>
            <p:nvPr/>
          </p:nvSpPr>
          <p:spPr>
            <a:xfrm>
              <a:off x="31750" y="31750"/>
              <a:ext cx="15027060" cy="3821565"/>
            </a:xfrm>
            <a:custGeom>
              <a:rect b="b" l="l" r="r" t="t"/>
              <a:pathLst>
                <a:path extrusionOk="0" h="3821565" w="15027060">
                  <a:moveTo>
                    <a:pt x="14934349" y="3821565"/>
                  </a:moveTo>
                  <a:lnTo>
                    <a:pt x="92710" y="3821565"/>
                  </a:lnTo>
                  <a:cubicBezTo>
                    <a:pt x="41910" y="3821565"/>
                    <a:pt x="0" y="3779655"/>
                    <a:pt x="0" y="372885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933079" y="0"/>
                  </a:lnTo>
                  <a:cubicBezTo>
                    <a:pt x="14983879" y="0"/>
                    <a:pt x="15025788" y="41910"/>
                    <a:pt x="15025788" y="92710"/>
                  </a:cubicBezTo>
                  <a:lnTo>
                    <a:pt x="15025788" y="3727585"/>
                  </a:lnTo>
                  <a:cubicBezTo>
                    <a:pt x="15027060" y="3779655"/>
                    <a:pt x="14985149" y="3821565"/>
                    <a:pt x="14934349" y="3821565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0"/>
              <a:ext cx="15090560" cy="3885065"/>
            </a:xfrm>
            <a:custGeom>
              <a:rect b="b" l="l" r="r" t="t"/>
              <a:pathLst>
                <a:path extrusionOk="0" h="3885065" w="15090560">
                  <a:moveTo>
                    <a:pt x="14966099" y="59690"/>
                  </a:moveTo>
                  <a:cubicBezTo>
                    <a:pt x="15001660" y="59690"/>
                    <a:pt x="15030869" y="88900"/>
                    <a:pt x="15030869" y="124460"/>
                  </a:cubicBezTo>
                  <a:lnTo>
                    <a:pt x="15030869" y="3760605"/>
                  </a:lnTo>
                  <a:cubicBezTo>
                    <a:pt x="15030869" y="3796165"/>
                    <a:pt x="15001660" y="3825375"/>
                    <a:pt x="14966099" y="3825375"/>
                  </a:cubicBezTo>
                  <a:lnTo>
                    <a:pt x="124460" y="3825375"/>
                  </a:lnTo>
                  <a:cubicBezTo>
                    <a:pt x="88900" y="3825375"/>
                    <a:pt x="59690" y="3796165"/>
                    <a:pt x="59690" y="37606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966099" y="59690"/>
                  </a:lnTo>
                  <a:moveTo>
                    <a:pt x="149660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760605"/>
                  </a:lnTo>
                  <a:cubicBezTo>
                    <a:pt x="0" y="3829185"/>
                    <a:pt x="55880" y="3885065"/>
                    <a:pt x="124460" y="3885065"/>
                  </a:cubicBezTo>
                  <a:lnTo>
                    <a:pt x="14966099" y="3885065"/>
                  </a:lnTo>
                  <a:cubicBezTo>
                    <a:pt x="15034679" y="3885065"/>
                    <a:pt x="15090560" y="3829185"/>
                    <a:pt x="15090560" y="3760605"/>
                  </a:cubicBezTo>
                  <a:lnTo>
                    <a:pt x="15090560" y="124460"/>
                  </a:lnTo>
                  <a:cubicBezTo>
                    <a:pt x="15090560" y="55880"/>
                    <a:pt x="15034679" y="0"/>
                    <a:pt x="149660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654166" y="8345950"/>
            <a:ext cx="6048773" cy="1463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  <p:grpSp>
        <p:nvGrpSpPr>
          <p:cNvPr id="99" name="Google Shape;99;p2"/>
          <p:cNvGrpSpPr/>
          <p:nvPr/>
        </p:nvGrpSpPr>
        <p:grpSpPr>
          <a:xfrm>
            <a:off x="13396871" y="0"/>
            <a:ext cx="4891129" cy="1438784"/>
            <a:chOff x="0" y="0"/>
            <a:chExt cx="6521506" cy="1918378"/>
          </a:xfrm>
        </p:grpSpPr>
        <p:grpSp>
          <p:nvGrpSpPr>
            <p:cNvPr id="100" name="Google Shape;100;p2"/>
            <p:cNvGrpSpPr/>
            <p:nvPr/>
          </p:nvGrpSpPr>
          <p:grpSpPr>
            <a:xfrm>
              <a:off x="0" y="0"/>
              <a:ext cx="6521506" cy="1918378"/>
              <a:chOff x="0" y="0"/>
              <a:chExt cx="7667530" cy="2255494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31750" y="31750"/>
                <a:ext cx="7604030" cy="2191993"/>
              </a:xfrm>
              <a:custGeom>
                <a:rect b="b" l="l" r="r" t="t"/>
                <a:pathLst>
                  <a:path extrusionOk="0" h="2191993" w="7604030">
                    <a:moveTo>
                      <a:pt x="7511320" y="2191993"/>
                    </a:moveTo>
                    <a:lnTo>
                      <a:pt x="92710" y="2191993"/>
                    </a:lnTo>
                    <a:cubicBezTo>
                      <a:pt x="41910" y="2191993"/>
                      <a:pt x="0" y="2150083"/>
                      <a:pt x="0" y="209928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7510050" y="0"/>
                    </a:lnTo>
                    <a:cubicBezTo>
                      <a:pt x="7560850" y="0"/>
                      <a:pt x="7602760" y="41910"/>
                      <a:pt x="7602760" y="92710"/>
                    </a:cubicBezTo>
                    <a:lnTo>
                      <a:pt x="7602760" y="2098013"/>
                    </a:lnTo>
                    <a:cubicBezTo>
                      <a:pt x="7604030" y="2150083"/>
                      <a:pt x="7562120" y="2191993"/>
                      <a:pt x="7511320" y="2191993"/>
                    </a:cubicBezTo>
                    <a:close/>
                  </a:path>
                </a:pathLst>
              </a:custGeom>
              <a:solidFill>
                <a:srgbClr val="DFDF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0" y="0"/>
                <a:ext cx="7667530" cy="2255494"/>
              </a:xfrm>
              <a:custGeom>
                <a:rect b="b" l="l" r="r" t="t"/>
                <a:pathLst>
                  <a:path extrusionOk="0" h="2255494" w="7667530">
                    <a:moveTo>
                      <a:pt x="7543070" y="59690"/>
                    </a:moveTo>
                    <a:cubicBezTo>
                      <a:pt x="7578630" y="59690"/>
                      <a:pt x="7607840" y="88900"/>
                      <a:pt x="7607840" y="124460"/>
                    </a:cubicBezTo>
                    <a:lnTo>
                      <a:pt x="7607840" y="2131033"/>
                    </a:lnTo>
                    <a:cubicBezTo>
                      <a:pt x="7607840" y="2166594"/>
                      <a:pt x="7578630" y="2195803"/>
                      <a:pt x="7543070" y="2195803"/>
                    </a:cubicBezTo>
                    <a:lnTo>
                      <a:pt x="124460" y="2195803"/>
                    </a:lnTo>
                    <a:cubicBezTo>
                      <a:pt x="88900" y="2195803"/>
                      <a:pt x="59690" y="2166594"/>
                      <a:pt x="59690" y="213103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7543070" y="59690"/>
                    </a:lnTo>
                    <a:moveTo>
                      <a:pt x="754307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31033"/>
                    </a:lnTo>
                    <a:cubicBezTo>
                      <a:pt x="0" y="2199613"/>
                      <a:pt x="55880" y="2255494"/>
                      <a:pt x="124460" y="2255494"/>
                    </a:cubicBezTo>
                    <a:lnTo>
                      <a:pt x="7543070" y="2255494"/>
                    </a:lnTo>
                    <a:cubicBezTo>
                      <a:pt x="7611650" y="2255494"/>
                      <a:pt x="7667530" y="2199613"/>
                      <a:pt x="7667530" y="2131033"/>
                    </a:cubicBezTo>
                    <a:lnTo>
                      <a:pt x="7667530" y="124460"/>
                    </a:lnTo>
                    <a:cubicBezTo>
                      <a:pt x="7667530" y="55880"/>
                      <a:pt x="7611650" y="0"/>
                      <a:pt x="75430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" name="Google Shape;103;p2"/>
            <p:cNvSpPr/>
            <p:nvPr/>
          </p:nvSpPr>
          <p:spPr>
            <a:xfrm>
              <a:off x="129759" y="143281"/>
              <a:ext cx="6261987" cy="1659598"/>
            </a:xfrm>
            <a:custGeom>
              <a:rect b="b" l="l" r="r" t="t"/>
              <a:pathLst>
                <a:path extrusionOk="0" h="1659598" w="6261987">
                  <a:moveTo>
                    <a:pt x="0" y="0"/>
                  </a:moveTo>
                  <a:lnTo>
                    <a:pt x="6261987" y="0"/>
                  </a:lnTo>
                  <a:lnTo>
                    <a:pt x="6261987" y="1659598"/>
                  </a:lnTo>
                  <a:lnTo>
                    <a:pt x="0" y="16595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04" name="Google Shape;104;p2"/>
          <p:cNvGrpSpPr/>
          <p:nvPr/>
        </p:nvGrpSpPr>
        <p:grpSpPr>
          <a:xfrm>
            <a:off x="532978" y="7488308"/>
            <a:ext cx="6376947" cy="844899"/>
            <a:chOff x="0" y="0"/>
            <a:chExt cx="6973034" cy="923876"/>
          </a:xfrm>
        </p:grpSpPr>
        <p:sp>
          <p:nvSpPr>
            <p:cNvPr id="105" name="Google Shape;105;p2"/>
            <p:cNvSpPr/>
            <p:nvPr/>
          </p:nvSpPr>
          <p:spPr>
            <a:xfrm>
              <a:off x="31750" y="31750"/>
              <a:ext cx="6909534" cy="860376"/>
            </a:xfrm>
            <a:custGeom>
              <a:rect b="b" l="l" r="r" t="t"/>
              <a:pathLst>
                <a:path extrusionOk="0" h="860376" w="6909534">
                  <a:moveTo>
                    <a:pt x="6816823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815554" y="0"/>
                  </a:lnTo>
                  <a:cubicBezTo>
                    <a:pt x="6866354" y="0"/>
                    <a:pt x="6908264" y="41910"/>
                    <a:pt x="6908264" y="92710"/>
                  </a:cubicBezTo>
                  <a:lnTo>
                    <a:pt x="6908264" y="766396"/>
                  </a:lnTo>
                  <a:cubicBezTo>
                    <a:pt x="6909534" y="818466"/>
                    <a:pt x="6867623" y="860376"/>
                    <a:pt x="6816823" y="860376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0" y="0"/>
              <a:ext cx="6973034" cy="923876"/>
            </a:xfrm>
            <a:custGeom>
              <a:rect b="b" l="l" r="r" t="t"/>
              <a:pathLst>
                <a:path extrusionOk="0" h="923876" w="6973034">
                  <a:moveTo>
                    <a:pt x="6848573" y="59690"/>
                  </a:moveTo>
                  <a:cubicBezTo>
                    <a:pt x="6884134" y="59690"/>
                    <a:pt x="6913344" y="88900"/>
                    <a:pt x="6913344" y="124460"/>
                  </a:cubicBezTo>
                  <a:lnTo>
                    <a:pt x="6913344" y="799416"/>
                  </a:lnTo>
                  <a:cubicBezTo>
                    <a:pt x="6913344" y="834976"/>
                    <a:pt x="6884134" y="864186"/>
                    <a:pt x="6848573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848574" y="59690"/>
                  </a:lnTo>
                  <a:moveTo>
                    <a:pt x="684857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6848574" y="923876"/>
                  </a:lnTo>
                  <a:cubicBezTo>
                    <a:pt x="6917154" y="923876"/>
                    <a:pt x="6973034" y="867996"/>
                    <a:pt x="6973034" y="799416"/>
                  </a:cubicBezTo>
                  <a:lnTo>
                    <a:pt x="6973034" y="124460"/>
                  </a:lnTo>
                  <a:cubicBezTo>
                    <a:pt x="6973034" y="55880"/>
                    <a:pt x="6917154" y="0"/>
                    <a:pt x="6848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1243023" y="7615520"/>
            <a:ext cx="5162357" cy="52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Estructura de Datos A</a:t>
            </a: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1028700" y="3996902"/>
            <a:ext cx="15996208" cy="1146598"/>
            <a:chOff x="0" y="0"/>
            <a:chExt cx="17491459" cy="1253777"/>
          </a:xfrm>
        </p:grpSpPr>
        <p:sp>
          <p:nvSpPr>
            <p:cNvPr id="109" name="Google Shape;109;p2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2363867" y="408601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Unidad 3: Variantes de Listas Enlazadas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117" name="Google Shape;117;p3"/>
          <p:cNvGrpSpPr/>
          <p:nvPr/>
        </p:nvGrpSpPr>
        <p:grpSpPr>
          <a:xfrm>
            <a:off x="1791551" y="2442168"/>
            <a:ext cx="14694422" cy="844899"/>
            <a:chOff x="0" y="0"/>
            <a:chExt cx="19592562" cy="1126532"/>
          </a:xfrm>
        </p:grpSpPr>
        <p:grpSp>
          <p:nvGrpSpPr>
            <p:cNvPr id="118" name="Google Shape;118;p3"/>
            <p:cNvGrpSpPr/>
            <p:nvPr/>
          </p:nvGrpSpPr>
          <p:grpSpPr>
            <a:xfrm>
              <a:off x="0" y="0"/>
              <a:ext cx="19592562" cy="1126532"/>
              <a:chOff x="0" y="0"/>
              <a:chExt cx="16067987" cy="923876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31750" y="31750"/>
                <a:ext cx="16004487" cy="860376"/>
              </a:xfrm>
              <a:custGeom>
                <a:rect b="b" l="l" r="r" t="t"/>
                <a:pathLst>
                  <a:path extrusionOk="0"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0" y="0"/>
                <a:ext cx="16067987" cy="923876"/>
              </a:xfrm>
              <a:custGeom>
                <a:rect b="b" l="l" r="r" t="t"/>
                <a:pathLst>
                  <a:path extrusionOk="0"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" name="Google Shape;121;p3"/>
            <p:cNvSpPr/>
            <p:nvPr/>
          </p:nvSpPr>
          <p:spPr>
            <a:xfrm>
              <a:off x="175496" y="208226"/>
              <a:ext cx="713111" cy="740649"/>
            </a:xfrm>
            <a:custGeom>
              <a:rect b="b" l="l" r="r" t="t"/>
              <a:pathLst>
                <a:path extrusionOk="0" h="740649" w="713111">
                  <a:moveTo>
                    <a:pt x="0" y="0"/>
                  </a:moveTo>
                  <a:lnTo>
                    <a:pt x="713111" y="0"/>
                  </a:lnTo>
                  <a:lnTo>
                    <a:pt x="713111" y="740649"/>
                  </a:lnTo>
                  <a:lnTo>
                    <a:pt x="0" y="7406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1929" r="-1929" t="0"/>
              </a:stretch>
            </a:blipFill>
            <a:ln>
              <a:noFill/>
            </a:ln>
          </p:spPr>
        </p:sp>
        <p:sp>
          <p:nvSpPr>
            <p:cNvPr id="122" name="Google Shape;122;p3"/>
            <p:cNvSpPr txBox="1"/>
            <p:nvPr/>
          </p:nvSpPr>
          <p:spPr>
            <a:xfrm>
              <a:off x="1110551" y="191841"/>
              <a:ext cx="6627223" cy="676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Ultra"/>
                  <a:ea typeface="Ultra"/>
                  <a:cs typeface="Ultra"/>
                  <a:sym typeface="Ultra"/>
                </a:rPr>
                <a:t>Avisos</a:t>
              </a:r>
              <a:endParaRPr/>
            </a:p>
          </p:txBody>
        </p:sp>
      </p:grpSp>
      <p:grpSp>
        <p:nvGrpSpPr>
          <p:cNvPr id="123" name="Google Shape;123;p3"/>
          <p:cNvGrpSpPr/>
          <p:nvPr/>
        </p:nvGrpSpPr>
        <p:grpSpPr>
          <a:xfrm>
            <a:off x="1791551" y="4552173"/>
            <a:ext cx="14694422" cy="844899"/>
            <a:chOff x="0" y="0"/>
            <a:chExt cx="19592562" cy="1126532"/>
          </a:xfrm>
        </p:grpSpPr>
        <p:grpSp>
          <p:nvGrpSpPr>
            <p:cNvPr id="124" name="Google Shape;124;p3"/>
            <p:cNvGrpSpPr/>
            <p:nvPr/>
          </p:nvGrpSpPr>
          <p:grpSpPr>
            <a:xfrm>
              <a:off x="0" y="0"/>
              <a:ext cx="19592562" cy="1126532"/>
              <a:chOff x="0" y="0"/>
              <a:chExt cx="16067987" cy="923876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31750" y="31750"/>
                <a:ext cx="16004487" cy="860376"/>
              </a:xfrm>
              <a:custGeom>
                <a:rect b="b" l="l" r="r" t="t"/>
                <a:pathLst>
                  <a:path extrusionOk="0"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0" y="0"/>
                <a:ext cx="16067987" cy="923876"/>
              </a:xfrm>
              <a:custGeom>
                <a:rect b="b" l="l" r="r" t="t"/>
                <a:pathLst>
                  <a:path extrusionOk="0"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" name="Google Shape;127;p3"/>
            <p:cNvSpPr/>
            <p:nvPr/>
          </p:nvSpPr>
          <p:spPr>
            <a:xfrm>
              <a:off x="179301" y="170704"/>
              <a:ext cx="755932" cy="785123"/>
            </a:xfrm>
            <a:custGeom>
              <a:rect b="b" l="l" r="r" t="t"/>
              <a:pathLst>
                <a:path extrusionOk="0" h="785123" w="755932">
                  <a:moveTo>
                    <a:pt x="0" y="0"/>
                  </a:moveTo>
                  <a:lnTo>
                    <a:pt x="755932" y="0"/>
                  </a:lnTo>
                  <a:lnTo>
                    <a:pt x="755932" y="785124"/>
                  </a:lnTo>
                  <a:lnTo>
                    <a:pt x="0" y="7851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1929" r="-1929" t="0"/>
              </a:stretch>
            </a:blipFill>
            <a:ln>
              <a:noFill/>
            </a:ln>
          </p:spPr>
        </p:sp>
        <p:sp>
          <p:nvSpPr>
            <p:cNvPr id="128" name="Google Shape;128;p3"/>
            <p:cNvSpPr txBox="1"/>
            <p:nvPr/>
          </p:nvSpPr>
          <p:spPr>
            <a:xfrm>
              <a:off x="1116476" y="191841"/>
              <a:ext cx="6627223" cy="676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Ultra"/>
                  <a:ea typeface="Ultra"/>
                  <a:cs typeface="Ultra"/>
                  <a:sym typeface="Ultra"/>
                </a:rPr>
                <a:t>Contenido</a:t>
              </a:r>
              <a:endParaRPr/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1796789" y="3252860"/>
            <a:ext cx="14667236" cy="674186"/>
            <a:chOff x="0" y="0"/>
            <a:chExt cx="34708895" cy="1595411"/>
          </a:xfrm>
        </p:grpSpPr>
        <p:sp>
          <p:nvSpPr>
            <p:cNvPr id="130" name="Google Shape;130;p3"/>
            <p:cNvSpPr/>
            <p:nvPr/>
          </p:nvSpPr>
          <p:spPr>
            <a:xfrm>
              <a:off x="31750" y="31750"/>
              <a:ext cx="34645395" cy="1531911"/>
            </a:xfrm>
            <a:custGeom>
              <a:rect b="b" l="l" r="r" t="t"/>
              <a:pathLst>
                <a:path extrusionOk="0"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0" y="0"/>
              <a:ext cx="34708895" cy="1595411"/>
            </a:xfrm>
            <a:custGeom>
              <a:rect b="b" l="l" r="r" t="t"/>
              <a:pathLst>
                <a:path extrusionOk="0"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3"/>
          <p:cNvSpPr/>
          <p:nvPr/>
        </p:nvSpPr>
        <p:spPr>
          <a:xfrm>
            <a:off x="1946487" y="3443533"/>
            <a:ext cx="399157" cy="297399"/>
          </a:xfrm>
          <a:custGeom>
            <a:rect b="b" l="l" r="r" t="t"/>
            <a:pathLst>
              <a:path extrusionOk="0" h="297399" w="399157">
                <a:moveTo>
                  <a:pt x="0" y="0"/>
                </a:moveTo>
                <a:lnTo>
                  <a:pt x="399158" y="0"/>
                </a:lnTo>
                <a:lnTo>
                  <a:pt x="399158" y="297399"/>
                </a:lnTo>
                <a:lnTo>
                  <a:pt x="0" y="297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7094" l="0" r="0" t="-17118"/>
            </a:stretch>
          </a:blipFill>
          <a:ln>
            <a:noFill/>
          </a:ln>
        </p:spPr>
      </p:sp>
      <p:grpSp>
        <p:nvGrpSpPr>
          <p:cNvPr id="133" name="Google Shape;133;p3"/>
          <p:cNvGrpSpPr/>
          <p:nvPr/>
        </p:nvGrpSpPr>
        <p:grpSpPr>
          <a:xfrm>
            <a:off x="1791551" y="5361957"/>
            <a:ext cx="14694421" cy="4312542"/>
            <a:chOff x="0" y="0"/>
            <a:chExt cx="34773229" cy="10205302"/>
          </a:xfrm>
        </p:grpSpPr>
        <p:sp>
          <p:nvSpPr>
            <p:cNvPr id="134" name="Google Shape;134;p3"/>
            <p:cNvSpPr/>
            <p:nvPr/>
          </p:nvSpPr>
          <p:spPr>
            <a:xfrm>
              <a:off x="31750" y="31750"/>
              <a:ext cx="34709726" cy="10141802"/>
            </a:xfrm>
            <a:custGeom>
              <a:rect b="b" l="l" r="r" t="t"/>
              <a:pathLst>
                <a:path extrusionOk="0" h="10141802" w="34709726">
                  <a:moveTo>
                    <a:pt x="34617019" y="10141802"/>
                  </a:moveTo>
                  <a:lnTo>
                    <a:pt x="92710" y="10141802"/>
                  </a:lnTo>
                  <a:cubicBezTo>
                    <a:pt x="41910" y="10141802"/>
                    <a:pt x="0" y="10099891"/>
                    <a:pt x="0" y="1004909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10047822"/>
                  </a:lnTo>
                  <a:cubicBezTo>
                    <a:pt x="34709726" y="10099891"/>
                    <a:pt x="34667819" y="10141802"/>
                    <a:pt x="34617019" y="10141802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0" y="0"/>
              <a:ext cx="34773229" cy="10205302"/>
            </a:xfrm>
            <a:custGeom>
              <a:rect b="b" l="l" r="r" t="t"/>
              <a:pathLst>
                <a:path extrusionOk="0" h="10205302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10080842"/>
                  </a:lnTo>
                  <a:cubicBezTo>
                    <a:pt x="34713537" y="10116402"/>
                    <a:pt x="34684326" y="10145612"/>
                    <a:pt x="34648769" y="10145612"/>
                  </a:cubicBezTo>
                  <a:lnTo>
                    <a:pt x="124460" y="10145612"/>
                  </a:lnTo>
                  <a:cubicBezTo>
                    <a:pt x="88900" y="10145612"/>
                    <a:pt x="59690" y="10116402"/>
                    <a:pt x="59690" y="1008084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080842"/>
                  </a:lnTo>
                  <a:cubicBezTo>
                    <a:pt x="0" y="10149422"/>
                    <a:pt x="55880" y="10205302"/>
                    <a:pt x="124460" y="10205302"/>
                  </a:cubicBezTo>
                  <a:lnTo>
                    <a:pt x="34648769" y="10205302"/>
                  </a:lnTo>
                  <a:cubicBezTo>
                    <a:pt x="34717348" y="10205302"/>
                    <a:pt x="34773229" y="10149422"/>
                    <a:pt x="34773229" y="10080842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3"/>
          <p:cNvSpPr/>
          <p:nvPr/>
        </p:nvSpPr>
        <p:spPr>
          <a:xfrm>
            <a:off x="2020298" y="5601215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37" name="Google Shape;137;p3"/>
          <p:cNvSpPr/>
          <p:nvPr/>
        </p:nvSpPr>
        <p:spPr>
          <a:xfrm>
            <a:off x="2020298" y="6095558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38" name="Google Shape;138;p3"/>
          <p:cNvSpPr/>
          <p:nvPr/>
        </p:nvSpPr>
        <p:spPr>
          <a:xfrm>
            <a:off x="2020298" y="7612300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39" name="Google Shape;139;p3"/>
          <p:cNvSpPr/>
          <p:nvPr/>
        </p:nvSpPr>
        <p:spPr>
          <a:xfrm>
            <a:off x="2020298" y="8106643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9"/>
                </a:lnTo>
                <a:lnTo>
                  <a:pt x="0" y="294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40" name="Google Shape;140;p3"/>
          <p:cNvSpPr/>
          <p:nvPr/>
        </p:nvSpPr>
        <p:spPr>
          <a:xfrm>
            <a:off x="2020298" y="8600987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41" name="Google Shape;141;p3"/>
          <p:cNvSpPr/>
          <p:nvPr/>
        </p:nvSpPr>
        <p:spPr>
          <a:xfrm>
            <a:off x="2020298" y="9101926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grpSp>
        <p:nvGrpSpPr>
          <p:cNvPr id="142" name="Google Shape;142;p3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143" name="Google Shape;143;p3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3"/>
          <p:cNvSpPr/>
          <p:nvPr/>
        </p:nvSpPr>
        <p:spPr>
          <a:xfrm>
            <a:off x="2020298" y="7085201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46" name="Google Shape;146;p3"/>
          <p:cNvSpPr/>
          <p:nvPr/>
        </p:nvSpPr>
        <p:spPr>
          <a:xfrm>
            <a:off x="2020298" y="6606757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9"/>
                </a:lnTo>
                <a:lnTo>
                  <a:pt x="0" y="294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47" name="Google Shape;147;p3"/>
          <p:cNvSpPr/>
          <p:nvPr/>
        </p:nvSpPr>
        <p:spPr>
          <a:xfrm>
            <a:off x="6867262" y="858466"/>
            <a:ext cx="863809" cy="863809"/>
          </a:xfrm>
          <a:custGeom>
            <a:rect b="b" l="l" r="r" t="t"/>
            <a:pathLst>
              <a:path extrusionOk="0" h="863809" w="863809">
                <a:moveTo>
                  <a:pt x="0" y="0"/>
                </a:moveTo>
                <a:lnTo>
                  <a:pt x="863809" y="0"/>
                </a:lnTo>
                <a:lnTo>
                  <a:pt x="863809" y="863809"/>
                </a:lnTo>
                <a:lnTo>
                  <a:pt x="0" y="86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3"/>
          <p:cNvSpPr txBox="1"/>
          <p:nvPr/>
        </p:nvSpPr>
        <p:spPr>
          <a:xfrm>
            <a:off x="2422800" y="3286574"/>
            <a:ext cx="5308271" cy="45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Foro Semana 4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2422800" y="5408632"/>
            <a:ext cx="5308271" cy="398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Lista Circular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Lista de Listas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Aplicaciones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Conceptos Claves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 de la Semana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156" name="Google Shape;156;p4"/>
          <p:cNvGrpSpPr/>
          <p:nvPr/>
        </p:nvGrpSpPr>
        <p:grpSpPr>
          <a:xfrm>
            <a:off x="1791551" y="2442168"/>
            <a:ext cx="14694422" cy="844899"/>
            <a:chOff x="0" y="0"/>
            <a:chExt cx="19592562" cy="1126532"/>
          </a:xfrm>
        </p:grpSpPr>
        <p:grpSp>
          <p:nvGrpSpPr>
            <p:cNvPr id="157" name="Google Shape;157;p4"/>
            <p:cNvGrpSpPr/>
            <p:nvPr/>
          </p:nvGrpSpPr>
          <p:grpSpPr>
            <a:xfrm>
              <a:off x="0" y="0"/>
              <a:ext cx="19592562" cy="1126532"/>
              <a:chOff x="0" y="0"/>
              <a:chExt cx="16067987" cy="923876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31750" y="31750"/>
                <a:ext cx="16004487" cy="860376"/>
              </a:xfrm>
              <a:custGeom>
                <a:rect b="b" l="l" r="r" t="t"/>
                <a:pathLst>
                  <a:path extrusionOk="0"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0" y="0"/>
                <a:ext cx="16067987" cy="923876"/>
              </a:xfrm>
              <a:custGeom>
                <a:rect b="b" l="l" r="r" t="t"/>
                <a:pathLst>
                  <a:path extrusionOk="0"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" name="Google Shape;160;p4"/>
            <p:cNvSpPr txBox="1"/>
            <p:nvPr/>
          </p:nvSpPr>
          <p:spPr>
            <a:xfrm>
              <a:off x="1110551" y="191791"/>
              <a:ext cx="6627223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Ultra"/>
                  <a:ea typeface="Ultra"/>
                  <a:cs typeface="Ultra"/>
                  <a:sym typeface="Ultra"/>
                </a:rPr>
                <a:t>Videos</a:t>
              </a:r>
              <a:endParaRPr/>
            </a:p>
          </p:txBody>
        </p:sp>
      </p:grpSp>
      <p:grpSp>
        <p:nvGrpSpPr>
          <p:cNvPr id="161" name="Google Shape;161;p4"/>
          <p:cNvGrpSpPr/>
          <p:nvPr/>
        </p:nvGrpSpPr>
        <p:grpSpPr>
          <a:xfrm>
            <a:off x="1791551" y="4552173"/>
            <a:ext cx="14694422" cy="844899"/>
            <a:chOff x="0" y="0"/>
            <a:chExt cx="16067987" cy="923876"/>
          </a:xfrm>
        </p:grpSpPr>
        <p:sp>
          <p:nvSpPr>
            <p:cNvPr id="162" name="Google Shape;162;p4"/>
            <p:cNvSpPr/>
            <p:nvPr/>
          </p:nvSpPr>
          <p:spPr>
            <a:xfrm>
              <a:off x="31750" y="31750"/>
              <a:ext cx="16004487" cy="860376"/>
            </a:xfrm>
            <a:custGeom>
              <a:rect b="b" l="l" r="r" t="t"/>
              <a:pathLst>
                <a:path extrusionOk="0"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0" y="0"/>
              <a:ext cx="16067987" cy="923876"/>
            </a:xfrm>
            <a:custGeom>
              <a:rect b="b" l="l" r="r" t="t"/>
              <a:pathLst>
                <a:path extrusionOk="0"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4"/>
          <p:cNvGrpSpPr/>
          <p:nvPr/>
        </p:nvGrpSpPr>
        <p:grpSpPr>
          <a:xfrm>
            <a:off x="1796789" y="3252860"/>
            <a:ext cx="14667236" cy="674186"/>
            <a:chOff x="0" y="0"/>
            <a:chExt cx="34708895" cy="1595411"/>
          </a:xfrm>
        </p:grpSpPr>
        <p:sp>
          <p:nvSpPr>
            <p:cNvPr id="165" name="Google Shape;165;p4"/>
            <p:cNvSpPr/>
            <p:nvPr/>
          </p:nvSpPr>
          <p:spPr>
            <a:xfrm>
              <a:off x="31750" y="31750"/>
              <a:ext cx="34645395" cy="1531911"/>
            </a:xfrm>
            <a:custGeom>
              <a:rect b="b" l="l" r="r" t="t"/>
              <a:pathLst>
                <a:path extrusionOk="0"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0" y="0"/>
              <a:ext cx="34708895" cy="1595411"/>
            </a:xfrm>
            <a:custGeom>
              <a:rect b="b" l="l" r="r" t="t"/>
              <a:pathLst>
                <a:path extrusionOk="0"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4"/>
          <p:cNvGrpSpPr/>
          <p:nvPr/>
        </p:nvGrpSpPr>
        <p:grpSpPr>
          <a:xfrm>
            <a:off x="1791551" y="5361957"/>
            <a:ext cx="14694421" cy="749856"/>
            <a:chOff x="0" y="0"/>
            <a:chExt cx="34773229" cy="1774477"/>
          </a:xfrm>
        </p:grpSpPr>
        <p:sp>
          <p:nvSpPr>
            <p:cNvPr id="168" name="Google Shape;168;p4"/>
            <p:cNvSpPr/>
            <p:nvPr/>
          </p:nvSpPr>
          <p:spPr>
            <a:xfrm>
              <a:off x="31750" y="31750"/>
              <a:ext cx="34709726" cy="1710977"/>
            </a:xfrm>
            <a:custGeom>
              <a:rect b="b" l="l" r="r" t="t"/>
              <a:pathLst>
                <a:path extrusionOk="0" h="1710977" w="34709726">
                  <a:moveTo>
                    <a:pt x="34617019" y="1710977"/>
                  </a:moveTo>
                  <a:lnTo>
                    <a:pt x="92710" y="1710977"/>
                  </a:lnTo>
                  <a:cubicBezTo>
                    <a:pt x="41910" y="1710977"/>
                    <a:pt x="0" y="1669067"/>
                    <a:pt x="0" y="16182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1616997"/>
                  </a:lnTo>
                  <a:cubicBezTo>
                    <a:pt x="34709726" y="1669067"/>
                    <a:pt x="34667819" y="1710977"/>
                    <a:pt x="34617019" y="171097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0" y="0"/>
              <a:ext cx="34773229" cy="1774477"/>
            </a:xfrm>
            <a:custGeom>
              <a:rect b="b" l="l" r="r" t="t"/>
              <a:pathLst>
                <a:path extrusionOk="0" h="1774477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1650017"/>
                  </a:lnTo>
                  <a:cubicBezTo>
                    <a:pt x="34713537" y="1685577"/>
                    <a:pt x="34684326" y="1714787"/>
                    <a:pt x="34648769" y="1714787"/>
                  </a:cubicBezTo>
                  <a:lnTo>
                    <a:pt x="124460" y="1714787"/>
                  </a:lnTo>
                  <a:cubicBezTo>
                    <a:pt x="88900" y="1714787"/>
                    <a:pt x="59690" y="1685577"/>
                    <a:pt x="59690" y="16500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50017"/>
                  </a:lnTo>
                  <a:cubicBezTo>
                    <a:pt x="0" y="1718597"/>
                    <a:pt x="55880" y="1774477"/>
                    <a:pt x="124460" y="1774477"/>
                  </a:cubicBezTo>
                  <a:lnTo>
                    <a:pt x="34648769" y="1774477"/>
                  </a:lnTo>
                  <a:cubicBezTo>
                    <a:pt x="34717348" y="1774477"/>
                    <a:pt x="34773229" y="1718597"/>
                    <a:pt x="34773229" y="1650017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" name="Google Shape;170;p4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171" name="Google Shape;171;p4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4"/>
          <p:cNvSpPr/>
          <p:nvPr/>
        </p:nvSpPr>
        <p:spPr>
          <a:xfrm>
            <a:off x="1946487" y="2607466"/>
            <a:ext cx="514303" cy="514303"/>
          </a:xfrm>
          <a:custGeom>
            <a:rect b="b" l="l" r="r" t="t"/>
            <a:pathLst>
              <a:path extrusionOk="0" h="514303" w="514303">
                <a:moveTo>
                  <a:pt x="0" y="0"/>
                </a:moveTo>
                <a:lnTo>
                  <a:pt x="514304" y="0"/>
                </a:lnTo>
                <a:lnTo>
                  <a:pt x="514304" y="514303"/>
                </a:lnTo>
                <a:lnTo>
                  <a:pt x="0" y="514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4"/>
          <p:cNvSpPr/>
          <p:nvPr/>
        </p:nvSpPr>
        <p:spPr>
          <a:xfrm>
            <a:off x="1956667" y="3397887"/>
            <a:ext cx="524396" cy="384132"/>
          </a:xfrm>
          <a:custGeom>
            <a:rect b="b" l="l" r="r" t="t"/>
            <a:pathLst>
              <a:path extrusionOk="0"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332" l="0" r="0" t="-18174"/>
            </a:stretch>
          </a:blipFill>
          <a:ln>
            <a:noFill/>
          </a:ln>
        </p:spPr>
      </p:sp>
      <p:sp>
        <p:nvSpPr>
          <p:cNvPr id="175" name="Google Shape;175;p4"/>
          <p:cNvSpPr/>
          <p:nvPr/>
        </p:nvSpPr>
        <p:spPr>
          <a:xfrm>
            <a:off x="1918748" y="4703601"/>
            <a:ext cx="542043" cy="542043"/>
          </a:xfrm>
          <a:custGeom>
            <a:rect b="b" l="l" r="r" t="t"/>
            <a:pathLst>
              <a:path extrusionOk="0" h="542043" w="542043">
                <a:moveTo>
                  <a:pt x="0" y="0"/>
                </a:moveTo>
                <a:lnTo>
                  <a:pt x="542043" y="0"/>
                </a:lnTo>
                <a:lnTo>
                  <a:pt x="542043" y="542043"/>
                </a:lnTo>
                <a:lnTo>
                  <a:pt x="0" y="542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4"/>
          <p:cNvSpPr/>
          <p:nvPr/>
        </p:nvSpPr>
        <p:spPr>
          <a:xfrm>
            <a:off x="1918748" y="5529507"/>
            <a:ext cx="418673" cy="414756"/>
          </a:xfrm>
          <a:custGeom>
            <a:rect b="b" l="l" r="r" t="t"/>
            <a:pathLst>
              <a:path extrusionOk="0" h="414756" w="418673">
                <a:moveTo>
                  <a:pt x="0" y="0"/>
                </a:moveTo>
                <a:lnTo>
                  <a:pt x="418673" y="0"/>
                </a:lnTo>
                <a:lnTo>
                  <a:pt x="418673" y="414756"/>
                </a:lnTo>
                <a:lnTo>
                  <a:pt x="0" y="414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44436" r="-44253" t="0"/>
            </a:stretch>
          </a:blipFill>
          <a:ln>
            <a:noFill/>
          </a:ln>
        </p:spPr>
      </p:sp>
      <p:sp>
        <p:nvSpPr>
          <p:cNvPr id="177" name="Google Shape;177;p4"/>
          <p:cNvSpPr/>
          <p:nvPr/>
        </p:nvSpPr>
        <p:spPr>
          <a:xfrm>
            <a:off x="6361649" y="834837"/>
            <a:ext cx="911068" cy="911068"/>
          </a:xfrm>
          <a:custGeom>
            <a:rect b="b" l="l" r="r" t="t"/>
            <a:pathLst>
              <a:path extrusionOk="0" h="911068" w="911068">
                <a:moveTo>
                  <a:pt x="0" y="0"/>
                </a:moveTo>
                <a:lnTo>
                  <a:pt x="911068" y="0"/>
                </a:lnTo>
                <a:lnTo>
                  <a:pt x="911068" y="911068"/>
                </a:lnTo>
                <a:lnTo>
                  <a:pt x="0" y="911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4"/>
          <p:cNvSpPr txBox="1"/>
          <p:nvPr/>
        </p:nvSpPr>
        <p:spPr>
          <a:xfrm>
            <a:off x="2575026" y="4679347"/>
            <a:ext cx="4970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Cuestionarios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2627551" y="3286574"/>
            <a:ext cx="13202142" cy="45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Lista Circular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2518915" y="5408632"/>
            <a:ext cx="13310779" cy="45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https://quizziz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RECURSOS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187" name="Google Shape;187;p5"/>
          <p:cNvGrpSpPr/>
          <p:nvPr/>
        </p:nvGrpSpPr>
        <p:grpSpPr>
          <a:xfrm>
            <a:off x="1796789" y="2584719"/>
            <a:ext cx="14667236" cy="6673581"/>
            <a:chOff x="0" y="0"/>
            <a:chExt cx="34708895" cy="15792520"/>
          </a:xfrm>
        </p:grpSpPr>
        <p:sp>
          <p:nvSpPr>
            <p:cNvPr id="188" name="Google Shape;188;p5"/>
            <p:cNvSpPr/>
            <p:nvPr/>
          </p:nvSpPr>
          <p:spPr>
            <a:xfrm>
              <a:off x="31750" y="31750"/>
              <a:ext cx="34645395" cy="15729020"/>
            </a:xfrm>
            <a:custGeom>
              <a:rect b="b" l="l" r="r" t="t"/>
              <a:pathLst>
                <a:path extrusionOk="0"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0" y="0"/>
              <a:ext cx="34708895" cy="15792520"/>
            </a:xfrm>
            <a:custGeom>
              <a:rect b="b" l="l" r="r" t="t"/>
              <a:pathLst>
                <a:path extrusionOk="0"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" name="Google Shape;190;p5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191" name="Google Shape;191;p5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5"/>
          <p:cNvSpPr/>
          <p:nvPr/>
        </p:nvSpPr>
        <p:spPr>
          <a:xfrm>
            <a:off x="1945739" y="2954357"/>
            <a:ext cx="535323" cy="535323"/>
          </a:xfrm>
          <a:custGeom>
            <a:rect b="b" l="l" r="r" t="t"/>
            <a:pathLst>
              <a:path extrusionOk="0" h="535323" w="535323">
                <a:moveTo>
                  <a:pt x="0" y="0"/>
                </a:moveTo>
                <a:lnTo>
                  <a:pt x="535323" y="0"/>
                </a:lnTo>
                <a:lnTo>
                  <a:pt x="535323" y="535323"/>
                </a:lnTo>
                <a:lnTo>
                  <a:pt x="0" y="535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5"/>
          <p:cNvSpPr/>
          <p:nvPr/>
        </p:nvSpPr>
        <p:spPr>
          <a:xfrm>
            <a:off x="5645369" y="870220"/>
            <a:ext cx="840302" cy="840302"/>
          </a:xfrm>
          <a:custGeom>
            <a:rect b="b" l="l" r="r" t="t"/>
            <a:pathLst>
              <a:path extrusionOk="0" h="840302" w="840302">
                <a:moveTo>
                  <a:pt x="0" y="0"/>
                </a:moveTo>
                <a:lnTo>
                  <a:pt x="840302" y="0"/>
                </a:lnTo>
                <a:lnTo>
                  <a:pt x="840302" y="840302"/>
                </a:lnTo>
                <a:lnTo>
                  <a:pt x="0" y="8403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5"/>
          <p:cNvSpPr txBox="1"/>
          <p:nvPr/>
        </p:nvSpPr>
        <p:spPr>
          <a:xfrm>
            <a:off x="2652972" y="3011507"/>
            <a:ext cx="13120586" cy="1876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 algoritmos de búsqueda, ordenamiento y comprensión de datos integrando análisis de complejidad y estructuras eficientes para mejorar el rendimiento en el procesamiento de información.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COMPETENCIAS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202" name="Google Shape;202;p6"/>
          <p:cNvGrpSpPr/>
          <p:nvPr/>
        </p:nvGrpSpPr>
        <p:grpSpPr>
          <a:xfrm>
            <a:off x="1145896" y="4570201"/>
            <a:ext cx="15996208" cy="1146598"/>
            <a:chOff x="0" y="0"/>
            <a:chExt cx="17491459" cy="1253777"/>
          </a:xfrm>
        </p:grpSpPr>
        <p:sp>
          <p:nvSpPr>
            <p:cNvPr id="203" name="Google Shape;203;p6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" name="Google Shape;205;p6"/>
          <p:cNvGrpSpPr/>
          <p:nvPr/>
        </p:nvGrpSpPr>
        <p:grpSpPr>
          <a:xfrm>
            <a:off x="12613857" y="0"/>
            <a:ext cx="5674143" cy="1669116"/>
            <a:chOff x="0" y="0"/>
            <a:chExt cx="7565524" cy="2225488"/>
          </a:xfrm>
        </p:grpSpPr>
        <p:grpSp>
          <p:nvGrpSpPr>
            <p:cNvPr id="206" name="Google Shape;206;p6"/>
            <p:cNvGrpSpPr/>
            <p:nvPr/>
          </p:nvGrpSpPr>
          <p:grpSpPr>
            <a:xfrm>
              <a:off x="0" y="0"/>
              <a:ext cx="7565524" cy="2225488"/>
              <a:chOff x="0" y="0"/>
              <a:chExt cx="7667530" cy="2255494"/>
            </a:xfrm>
          </p:grpSpPr>
          <p:sp>
            <p:nvSpPr>
              <p:cNvPr id="207" name="Google Shape;207;p6"/>
              <p:cNvSpPr/>
              <p:nvPr/>
            </p:nvSpPr>
            <p:spPr>
              <a:xfrm>
                <a:off x="31750" y="31750"/>
                <a:ext cx="7604030" cy="2191993"/>
              </a:xfrm>
              <a:custGeom>
                <a:rect b="b" l="l" r="r" t="t"/>
                <a:pathLst>
                  <a:path extrusionOk="0" h="2191993" w="7604030">
                    <a:moveTo>
                      <a:pt x="7511320" y="2191993"/>
                    </a:moveTo>
                    <a:lnTo>
                      <a:pt x="92710" y="2191993"/>
                    </a:lnTo>
                    <a:cubicBezTo>
                      <a:pt x="41910" y="2191993"/>
                      <a:pt x="0" y="2150083"/>
                      <a:pt x="0" y="209928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7510050" y="0"/>
                    </a:lnTo>
                    <a:cubicBezTo>
                      <a:pt x="7560850" y="0"/>
                      <a:pt x="7602760" y="41910"/>
                      <a:pt x="7602760" y="92710"/>
                    </a:cubicBezTo>
                    <a:lnTo>
                      <a:pt x="7602760" y="2098013"/>
                    </a:lnTo>
                    <a:cubicBezTo>
                      <a:pt x="7604030" y="2150083"/>
                      <a:pt x="7562120" y="2191993"/>
                      <a:pt x="7511320" y="2191993"/>
                    </a:cubicBezTo>
                    <a:close/>
                  </a:path>
                </a:pathLst>
              </a:custGeom>
              <a:solidFill>
                <a:srgbClr val="DFDF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0" y="0"/>
                <a:ext cx="7667530" cy="2255494"/>
              </a:xfrm>
              <a:custGeom>
                <a:rect b="b" l="l" r="r" t="t"/>
                <a:pathLst>
                  <a:path extrusionOk="0" h="2255494" w="7667530">
                    <a:moveTo>
                      <a:pt x="7543070" y="59690"/>
                    </a:moveTo>
                    <a:cubicBezTo>
                      <a:pt x="7578630" y="59690"/>
                      <a:pt x="7607840" y="88900"/>
                      <a:pt x="7607840" y="124460"/>
                    </a:cubicBezTo>
                    <a:lnTo>
                      <a:pt x="7607840" y="2131033"/>
                    </a:lnTo>
                    <a:cubicBezTo>
                      <a:pt x="7607840" y="2166594"/>
                      <a:pt x="7578630" y="2195803"/>
                      <a:pt x="7543070" y="2195803"/>
                    </a:cubicBezTo>
                    <a:lnTo>
                      <a:pt x="124460" y="2195803"/>
                    </a:lnTo>
                    <a:cubicBezTo>
                      <a:pt x="88900" y="2195803"/>
                      <a:pt x="59690" y="2166594"/>
                      <a:pt x="59690" y="213103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7543070" y="59690"/>
                    </a:lnTo>
                    <a:moveTo>
                      <a:pt x="754307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31033"/>
                    </a:lnTo>
                    <a:cubicBezTo>
                      <a:pt x="0" y="2199613"/>
                      <a:pt x="55880" y="2255494"/>
                      <a:pt x="124460" y="2255494"/>
                    </a:cubicBezTo>
                    <a:lnTo>
                      <a:pt x="7543070" y="2255494"/>
                    </a:lnTo>
                    <a:cubicBezTo>
                      <a:pt x="7611650" y="2255494"/>
                      <a:pt x="7667530" y="2199613"/>
                      <a:pt x="7667530" y="2131033"/>
                    </a:cubicBezTo>
                    <a:lnTo>
                      <a:pt x="7667530" y="124460"/>
                    </a:lnTo>
                    <a:cubicBezTo>
                      <a:pt x="7667530" y="55880"/>
                      <a:pt x="7611650" y="0"/>
                      <a:pt x="75430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" name="Google Shape;209;p6"/>
            <p:cNvSpPr/>
            <p:nvPr/>
          </p:nvSpPr>
          <p:spPr>
            <a:xfrm>
              <a:off x="63202" y="57318"/>
              <a:ext cx="7439121" cy="2110851"/>
            </a:xfrm>
            <a:custGeom>
              <a:rect b="b" l="l" r="r" t="t"/>
              <a:pathLst>
                <a:path extrusionOk="0" h="2110851" w="7439121">
                  <a:moveTo>
                    <a:pt x="0" y="0"/>
                  </a:moveTo>
                  <a:lnTo>
                    <a:pt x="7439121" y="0"/>
                  </a:lnTo>
                  <a:lnTo>
                    <a:pt x="7439121" y="2110851"/>
                  </a:lnTo>
                  <a:lnTo>
                    <a:pt x="0" y="21108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41239" l="-928" r="-767" t="-59458"/>
              </a:stretch>
            </a:blipFill>
            <a:ln>
              <a:noFill/>
            </a:ln>
          </p:spPr>
        </p:sp>
      </p:grpSp>
      <p:sp>
        <p:nvSpPr>
          <p:cNvPr id="210" name="Google Shape;210;p6"/>
          <p:cNvSpPr txBox="1"/>
          <p:nvPr/>
        </p:nvSpPr>
        <p:spPr>
          <a:xfrm>
            <a:off x="2481062" y="465931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Lista Circular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sp>
        <p:nvSpPr>
          <p:cNvPr id="216" name="Google Shape;216;p7"/>
          <p:cNvSpPr/>
          <p:nvPr/>
        </p:nvSpPr>
        <p:spPr>
          <a:xfrm>
            <a:off x="1969737" y="1818466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7" name="Google Shape;217;p7"/>
          <p:cNvGrpSpPr/>
          <p:nvPr/>
        </p:nvGrpSpPr>
        <p:grpSpPr>
          <a:xfrm>
            <a:off x="1652803" y="1405985"/>
            <a:ext cx="14694422" cy="1008859"/>
            <a:chOff x="0" y="0"/>
            <a:chExt cx="16067987" cy="1103162"/>
          </a:xfrm>
        </p:grpSpPr>
        <p:sp>
          <p:nvSpPr>
            <p:cNvPr id="218" name="Google Shape;218;p7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7"/>
          <p:cNvGrpSpPr/>
          <p:nvPr/>
        </p:nvGrpSpPr>
        <p:grpSpPr>
          <a:xfrm>
            <a:off x="1652803" y="2311760"/>
            <a:ext cx="14694421" cy="994853"/>
            <a:chOff x="0" y="0"/>
            <a:chExt cx="34773229" cy="2354243"/>
          </a:xfrm>
        </p:grpSpPr>
        <p:sp>
          <p:nvSpPr>
            <p:cNvPr id="221" name="Google Shape;221;p7"/>
            <p:cNvSpPr/>
            <p:nvPr/>
          </p:nvSpPr>
          <p:spPr>
            <a:xfrm>
              <a:off x="31750" y="31750"/>
              <a:ext cx="34709726" cy="2290743"/>
            </a:xfrm>
            <a:custGeom>
              <a:rect b="b" l="l" r="r" t="t"/>
              <a:pathLst>
                <a:path extrusionOk="0" h="2290743" w="34709726">
                  <a:moveTo>
                    <a:pt x="34617019" y="2290743"/>
                  </a:moveTo>
                  <a:lnTo>
                    <a:pt x="92710" y="2290743"/>
                  </a:lnTo>
                  <a:cubicBezTo>
                    <a:pt x="41910" y="2290743"/>
                    <a:pt x="0" y="2248833"/>
                    <a:pt x="0" y="219803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2196763"/>
                  </a:lnTo>
                  <a:cubicBezTo>
                    <a:pt x="34709726" y="2248833"/>
                    <a:pt x="34667819" y="2290743"/>
                    <a:pt x="34617019" y="2290743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0" y="0"/>
              <a:ext cx="34773229" cy="2354243"/>
            </a:xfrm>
            <a:custGeom>
              <a:rect b="b" l="l" r="r" t="t"/>
              <a:pathLst>
                <a:path extrusionOk="0" h="2354243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2229783"/>
                  </a:lnTo>
                  <a:cubicBezTo>
                    <a:pt x="34713537" y="2265343"/>
                    <a:pt x="34684326" y="2294553"/>
                    <a:pt x="34648769" y="2294553"/>
                  </a:cubicBezTo>
                  <a:lnTo>
                    <a:pt x="124460" y="2294553"/>
                  </a:lnTo>
                  <a:cubicBezTo>
                    <a:pt x="88900" y="2294553"/>
                    <a:pt x="59690" y="2265343"/>
                    <a:pt x="59690" y="222978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29783"/>
                  </a:lnTo>
                  <a:cubicBezTo>
                    <a:pt x="0" y="2298363"/>
                    <a:pt x="55880" y="2354243"/>
                    <a:pt x="124460" y="2354243"/>
                  </a:cubicBezTo>
                  <a:lnTo>
                    <a:pt x="34648769" y="2354243"/>
                  </a:lnTo>
                  <a:cubicBezTo>
                    <a:pt x="34717348" y="2354243"/>
                    <a:pt x="34773229" y="2298363"/>
                    <a:pt x="34773229" y="2229783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7"/>
          <p:cNvSpPr/>
          <p:nvPr/>
        </p:nvSpPr>
        <p:spPr>
          <a:xfrm>
            <a:off x="7397976" y="1649132"/>
            <a:ext cx="522565" cy="522565"/>
          </a:xfrm>
          <a:custGeom>
            <a:rect b="b" l="l" r="r" t="t"/>
            <a:pathLst>
              <a:path extrusionOk="0" h="522565" w="522565">
                <a:moveTo>
                  <a:pt x="0" y="0"/>
                </a:moveTo>
                <a:lnTo>
                  <a:pt x="522566" y="0"/>
                </a:lnTo>
                <a:lnTo>
                  <a:pt x="522566" y="522565"/>
                </a:lnTo>
                <a:lnTo>
                  <a:pt x="0" y="52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7"/>
          <p:cNvSpPr/>
          <p:nvPr/>
        </p:nvSpPr>
        <p:spPr>
          <a:xfrm>
            <a:off x="5003248" y="7043938"/>
            <a:ext cx="8281505" cy="2070376"/>
          </a:xfrm>
          <a:custGeom>
            <a:rect b="b" l="l" r="r" t="t"/>
            <a:pathLst>
              <a:path extrusionOk="0" h="2070376" w="8281505">
                <a:moveTo>
                  <a:pt x="0" y="0"/>
                </a:moveTo>
                <a:lnTo>
                  <a:pt x="8281504" y="0"/>
                </a:lnTo>
                <a:lnTo>
                  <a:pt x="8281504" y="2070376"/>
                </a:lnTo>
                <a:lnTo>
                  <a:pt x="0" y="20703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7"/>
          <p:cNvSpPr/>
          <p:nvPr/>
        </p:nvSpPr>
        <p:spPr>
          <a:xfrm>
            <a:off x="5003248" y="4421354"/>
            <a:ext cx="8281505" cy="2116228"/>
          </a:xfrm>
          <a:custGeom>
            <a:rect b="b" l="l" r="r" t="t"/>
            <a:pathLst>
              <a:path extrusionOk="0" h="2116228" w="8281505">
                <a:moveTo>
                  <a:pt x="0" y="0"/>
                </a:moveTo>
                <a:lnTo>
                  <a:pt x="8281504" y="0"/>
                </a:lnTo>
                <a:lnTo>
                  <a:pt x="8281504" y="2116228"/>
                </a:lnTo>
                <a:lnTo>
                  <a:pt x="0" y="2116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7"/>
          <p:cNvSpPr txBox="1"/>
          <p:nvPr/>
        </p:nvSpPr>
        <p:spPr>
          <a:xfrm>
            <a:off x="2594656" y="1450609"/>
            <a:ext cx="13368147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Concepto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1969737" y="2356544"/>
            <a:ext cx="13993066" cy="67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Variante de la lista enlazada donde el último nodo apunta al primero.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233" name="Google Shape;233;p8"/>
          <p:cNvGrpSpPr/>
          <p:nvPr/>
        </p:nvGrpSpPr>
        <p:grpSpPr>
          <a:xfrm>
            <a:off x="1796789" y="2584719"/>
            <a:ext cx="14667236" cy="6673581"/>
            <a:chOff x="0" y="0"/>
            <a:chExt cx="34708895" cy="15792520"/>
          </a:xfrm>
        </p:grpSpPr>
        <p:sp>
          <p:nvSpPr>
            <p:cNvPr id="234" name="Google Shape;234;p8"/>
            <p:cNvSpPr/>
            <p:nvPr/>
          </p:nvSpPr>
          <p:spPr>
            <a:xfrm>
              <a:off x="31750" y="31750"/>
              <a:ext cx="34645395" cy="15729020"/>
            </a:xfrm>
            <a:custGeom>
              <a:rect b="b" l="l" r="r" t="t"/>
              <a:pathLst>
                <a:path extrusionOk="0"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0" y="0"/>
              <a:ext cx="34708895" cy="15792520"/>
            </a:xfrm>
            <a:custGeom>
              <a:rect b="b" l="l" r="r" t="t"/>
              <a:pathLst>
                <a:path extrusionOk="0"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8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7" name="Google Shape;237;p8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238" name="Google Shape;238;p8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8"/>
          <p:cNvSpPr/>
          <p:nvPr/>
        </p:nvSpPr>
        <p:spPr>
          <a:xfrm>
            <a:off x="6377959" y="963221"/>
            <a:ext cx="603251" cy="603251"/>
          </a:xfrm>
          <a:custGeom>
            <a:rect b="b" l="l" r="r" t="t"/>
            <a:pathLst>
              <a:path extrusionOk="0" h="603251" w="603251">
                <a:moveTo>
                  <a:pt x="0" y="0"/>
                </a:moveTo>
                <a:lnTo>
                  <a:pt x="603250" y="0"/>
                </a:lnTo>
                <a:lnTo>
                  <a:pt x="603250" y="603251"/>
                </a:lnTo>
                <a:lnTo>
                  <a:pt x="0" y="603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8"/>
          <p:cNvSpPr/>
          <p:nvPr/>
        </p:nvSpPr>
        <p:spPr>
          <a:xfrm>
            <a:off x="2113723" y="3042530"/>
            <a:ext cx="343148" cy="343148"/>
          </a:xfrm>
          <a:custGeom>
            <a:rect b="b" l="l" r="r" t="t"/>
            <a:pathLst>
              <a:path extrusionOk="0"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8"/>
          <p:cNvSpPr txBox="1"/>
          <p:nvPr/>
        </p:nvSpPr>
        <p:spPr>
          <a:xfrm>
            <a:off x="2652972" y="3011507"/>
            <a:ext cx="13120586" cy="1876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tiene fin aparente.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recorridos cíclicos.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2467959" y="887021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Caracteristicas</a:t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2113723" y="3806596"/>
            <a:ext cx="343148" cy="343148"/>
          </a:xfrm>
          <a:custGeom>
            <a:rect b="b" l="l" r="r" t="t"/>
            <a:pathLst>
              <a:path extrusionOk="0"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sp>
        <p:nvSpPr>
          <p:cNvPr id="250" name="Google Shape;250;p9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1" name="Google Shape;251;p9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252" name="Google Shape;252;p9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9"/>
          <p:cNvSpPr/>
          <p:nvPr/>
        </p:nvSpPr>
        <p:spPr>
          <a:xfrm>
            <a:off x="154437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5" name="Google Shape;255;p9"/>
          <p:cNvGrpSpPr/>
          <p:nvPr/>
        </p:nvGrpSpPr>
        <p:grpSpPr>
          <a:xfrm>
            <a:off x="1227439" y="2720472"/>
            <a:ext cx="7623098" cy="1008859"/>
            <a:chOff x="0" y="0"/>
            <a:chExt cx="8335669" cy="1103162"/>
          </a:xfrm>
        </p:grpSpPr>
        <p:sp>
          <p:nvSpPr>
            <p:cNvPr id="256" name="Google Shape;256;p9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9"/>
          <p:cNvGrpSpPr/>
          <p:nvPr/>
        </p:nvGrpSpPr>
        <p:grpSpPr>
          <a:xfrm>
            <a:off x="1227439" y="3626246"/>
            <a:ext cx="7623098" cy="5632054"/>
            <a:chOff x="0" y="0"/>
            <a:chExt cx="18039480" cy="13327827"/>
          </a:xfrm>
        </p:grpSpPr>
        <p:sp>
          <p:nvSpPr>
            <p:cNvPr id="259" name="Google Shape;259;p9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" name="Google Shape;261;p9"/>
          <p:cNvSpPr/>
          <p:nvPr/>
        </p:nvSpPr>
        <p:spPr>
          <a:xfrm>
            <a:off x="7695488" y="989456"/>
            <a:ext cx="637216" cy="637216"/>
          </a:xfrm>
          <a:custGeom>
            <a:rect b="b" l="l" r="r" t="t"/>
            <a:pathLst>
              <a:path extrusionOk="0" h="637216" w="637216">
                <a:moveTo>
                  <a:pt x="0" y="0"/>
                </a:moveTo>
                <a:lnTo>
                  <a:pt x="637216" y="0"/>
                </a:lnTo>
                <a:lnTo>
                  <a:pt x="637216" y="637216"/>
                </a:lnTo>
                <a:lnTo>
                  <a:pt x="0" y="6372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9"/>
          <p:cNvSpPr/>
          <p:nvPr/>
        </p:nvSpPr>
        <p:spPr>
          <a:xfrm>
            <a:off x="984934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3" name="Google Shape;263;p9"/>
          <p:cNvGrpSpPr/>
          <p:nvPr/>
        </p:nvGrpSpPr>
        <p:grpSpPr>
          <a:xfrm>
            <a:off x="9532410" y="2720472"/>
            <a:ext cx="7623098" cy="1008859"/>
            <a:chOff x="0" y="0"/>
            <a:chExt cx="8335669" cy="1103162"/>
          </a:xfrm>
        </p:grpSpPr>
        <p:sp>
          <p:nvSpPr>
            <p:cNvPr id="264" name="Google Shape;264;p9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9"/>
          <p:cNvSpPr/>
          <p:nvPr/>
        </p:nvSpPr>
        <p:spPr>
          <a:xfrm>
            <a:off x="1567136" y="6652753"/>
            <a:ext cx="6943705" cy="1774371"/>
          </a:xfrm>
          <a:custGeom>
            <a:rect b="b" l="l" r="r" t="t"/>
            <a:pathLst>
              <a:path extrusionOk="0" h="1774371" w="6943705">
                <a:moveTo>
                  <a:pt x="0" y="0"/>
                </a:moveTo>
                <a:lnTo>
                  <a:pt x="6943704" y="0"/>
                </a:lnTo>
                <a:lnTo>
                  <a:pt x="6943704" y="1774371"/>
                </a:lnTo>
                <a:lnTo>
                  <a:pt x="0" y="17743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7" name="Google Shape;267;p9"/>
          <p:cNvGrpSpPr/>
          <p:nvPr/>
        </p:nvGrpSpPr>
        <p:grpSpPr>
          <a:xfrm>
            <a:off x="9532410" y="3626246"/>
            <a:ext cx="7623098" cy="5632054"/>
            <a:chOff x="0" y="0"/>
            <a:chExt cx="18039480" cy="13327827"/>
          </a:xfrm>
        </p:grpSpPr>
        <p:sp>
          <p:nvSpPr>
            <p:cNvPr id="268" name="Google Shape;268;p9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9"/>
          <p:cNvSpPr/>
          <p:nvPr/>
        </p:nvSpPr>
        <p:spPr>
          <a:xfrm>
            <a:off x="9899468" y="6691198"/>
            <a:ext cx="6943705" cy="1735926"/>
          </a:xfrm>
          <a:custGeom>
            <a:rect b="b" l="l" r="r" t="t"/>
            <a:pathLst>
              <a:path extrusionOk="0" h="1735926" w="6943705">
                <a:moveTo>
                  <a:pt x="0" y="0"/>
                </a:moveTo>
                <a:lnTo>
                  <a:pt x="6943704" y="0"/>
                </a:lnTo>
                <a:lnTo>
                  <a:pt x="6943704" y="1735926"/>
                </a:lnTo>
                <a:lnTo>
                  <a:pt x="0" y="173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9"/>
          <p:cNvSpPr/>
          <p:nvPr/>
        </p:nvSpPr>
        <p:spPr>
          <a:xfrm>
            <a:off x="2481062" y="2872017"/>
            <a:ext cx="705769" cy="705769"/>
          </a:xfrm>
          <a:custGeom>
            <a:rect b="b" l="l" r="r" t="t"/>
            <a:pathLst>
              <a:path extrusionOk="0" h="705769" w="705769">
                <a:moveTo>
                  <a:pt x="0" y="0"/>
                </a:moveTo>
                <a:lnTo>
                  <a:pt x="705769" y="0"/>
                </a:lnTo>
                <a:lnTo>
                  <a:pt x="705769" y="705768"/>
                </a:lnTo>
                <a:lnTo>
                  <a:pt x="0" y="7057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9"/>
          <p:cNvSpPr txBox="1"/>
          <p:nvPr/>
        </p:nvSpPr>
        <p:spPr>
          <a:xfrm>
            <a:off x="2398694" y="913256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Tipos</a:t>
            </a:r>
            <a:endParaRPr/>
          </a:p>
        </p:txBody>
      </p:sp>
      <p:sp>
        <p:nvSpPr>
          <p:cNvPr id="273" name="Google Shape;273;p9"/>
          <p:cNvSpPr txBox="1"/>
          <p:nvPr/>
        </p:nvSpPr>
        <p:spPr>
          <a:xfrm>
            <a:off x="1644621" y="2811133"/>
            <a:ext cx="6843456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Circular Simple</a:t>
            </a:r>
            <a:endParaRPr/>
          </a:p>
        </p:txBody>
      </p:sp>
      <p:sp>
        <p:nvSpPr>
          <p:cNvPr id="274" name="Google Shape;274;p9"/>
          <p:cNvSpPr txBox="1"/>
          <p:nvPr/>
        </p:nvSpPr>
        <p:spPr>
          <a:xfrm>
            <a:off x="9949592" y="2811133"/>
            <a:ext cx="6843456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Circular Doble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1567136" y="3781137"/>
            <a:ext cx="6719371" cy="2076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lista donde cada nodo apunta al siguiente, y el último nodo apunta al primero, formando un ciclo.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9899468" y="3781137"/>
            <a:ext cx="6893580" cy="2600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nodo tiene dos enlaces: uno al siguiente y otro al anterior, y el último nodo se enlaza con el primero, y viceversa, cerrando el ciclo en ambos sentidos.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10898936" y="2872017"/>
            <a:ext cx="705769" cy="705769"/>
          </a:xfrm>
          <a:custGeom>
            <a:rect b="b" l="l" r="r" t="t"/>
            <a:pathLst>
              <a:path extrusionOk="0" h="705769" w="705769">
                <a:moveTo>
                  <a:pt x="0" y="0"/>
                </a:moveTo>
                <a:lnTo>
                  <a:pt x="705769" y="0"/>
                </a:lnTo>
                <a:lnTo>
                  <a:pt x="705769" y="705768"/>
                </a:lnTo>
                <a:lnTo>
                  <a:pt x="0" y="7057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sp>
        <p:nvSpPr>
          <p:cNvPr id="283" name="Google Shape;283;p10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4" name="Google Shape;284;p10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285" name="Google Shape;285;p10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/>
          <p:nvPr/>
        </p:nvSpPr>
        <p:spPr>
          <a:xfrm>
            <a:off x="154437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8" name="Google Shape;288;p10"/>
          <p:cNvGrpSpPr/>
          <p:nvPr/>
        </p:nvGrpSpPr>
        <p:grpSpPr>
          <a:xfrm>
            <a:off x="1227439" y="2720472"/>
            <a:ext cx="7623098" cy="1008859"/>
            <a:chOff x="0" y="0"/>
            <a:chExt cx="8335669" cy="1103162"/>
          </a:xfrm>
        </p:grpSpPr>
        <p:sp>
          <p:nvSpPr>
            <p:cNvPr id="289" name="Google Shape;289;p10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10"/>
          <p:cNvGrpSpPr/>
          <p:nvPr/>
        </p:nvGrpSpPr>
        <p:grpSpPr>
          <a:xfrm>
            <a:off x="1227439" y="3626246"/>
            <a:ext cx="7623098" cy="5632054"/>
            <a:chOff x="0" y="0"/>
            <a:chExt cx="18039480" cy="13327827"/>
          </a:xfrm>
        </p:grpSpPr>
        <p:sp>
          <p:nvSpPr>
            <p:cNvPr id="292" name="Google Shape;292;p10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10"/>
          <p:cNvSpPr/>
          <p:nvPr/>
        </p:nvSpPr>
        <p:spPr>
          <a:xfrm>
            <a:off x="984934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5" name="Google Shape;295;p10"/>
          <p:cNvGrpSpPr/>
          <p:nvPr/>
        </p:nvGrpSpPr>
        <p:grpSpPr>
          <a:xfrm>
            <a:off x="9532410" y="2720472"/>
            <a:ext cx="7623098" cy="1008859"/>
            <a:chOff x="0" y="0"/>
            <a:chExt cx="8335669" cy="1103162"/>
          </a:xfrm>
        </p:grpSpPr>
        <p:sp>
          <p:nvSpPr>
            <p:cNvPr id="296" name="Google Shape;296;p10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10"/>
          <p:cNvGrpSpPr/>
          <p:nvPr/>
        </p:nvGrpSpPr>
        <p:grpSpPr>
          <a:xfrm>
            <a:off x="9532410" y="3626246"/>
            <a:ext cx="7623098" cy="5632054"/>
            <a:chOff x="0" y="0"/>
            <a:chExt cx="18039480" cy="13327827"/>
          </a:xfrm>
        </p:grpSpPr>
        <p:sp>
          <p:nvSpPr>
            <p:cNvPr id="299" name="Google Shape;299;p10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10"/>
          <p:cNvSpPr/>
          <p:nvPr/>
        </p:nvSpPr>
        <p:spPr>
          <a:xfrm>
            <a:off x="6364262" y="864021"/>
            <a:ext cx="854120" cy="854120"/>
          </a:xfrm>
          <a:custGeom>
            <a:rect b="b" l="l" r="r" t="t"/>
            <a:pathLst>
              <a:path extrusionOk="0" h="854120" w="854120">
                <a:moveTo>
                  <a:pt x="0" y="0"/>
                </a:moveTo>
                <a:lnTo>
                  <a:pt x="854120" y="0"/>
                </a:lnTo>
                <a:lnTo>
                  <a:pt x="854120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10"/>
          <p:cNvSpPr/>
          <p:nvPr/>
        </p:nvSpPr>
        <p:spPr>
          <a:xfrm>
            <a:off x="11258608" y="2897075"/>
            <a:ext cx="603217" cy="603217"/>
          </a:xfrm>
          <a:custGeom>
            <a:rect b="b" l="l" r="r" t="t"/>
            <a:pathLst>
              <a:path extrusionOk="0" h="603217" w="603217">
                <a:moveTo>
                  <a:pt x="0" y="0"/>
                </a:moveTo>
                <a:lnTo>
                  <a:pt x="603217" y="0"/>
                </a:lnTo>
                <a:lnTo>
                  <a:pt x="603217" y="603217"/>
                </a:lnTo>
                <a:lnTo>
                  <a:pt x="0" y="603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10"/>
          <p:cNvSpPr/>
          <p:nvPr/>
        </p:nvSpPr>
        <p:spPr>
          <a:xfrm>
            <a:off x="3472797" y="2967764"/>
            <a:ext cx="485735" cy="485735"/>
          </a:xfrm>
          <a:custGeom>
            <a:rect b="b" l="l" r="r" t="t"/>
            <a:pathLst>
              <a:path extrusionOk="0" h="485735" w="485735">
                <a:moveTo>
                  <a:pt x="0" y="0"/>
                </a:moveTo>
                <a:lnTo>
                  <a:pt x="485735" y="0"/>
                </a:lnTo>
                <a:lnTo>
                  <a:pt x="485735" y="485735"/>
                </a:lnTo>
                <a:lnTo>
                  <a:pt x="0" y="485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0"/>
          <p:cNvSpPr txBox="1"/>
          <p:nvPr/>
        </p:nvSpPr>
        <p:spPr>
          <a:xfrm>
            <a:off x="2481062" y="913256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Comparación</a:t>
            </a:r>
            <a:endParaRPr/>
          </a:p>
        </p:txBody>
      </p:sp>
      <p:sp>
        <p:nvSpPr>
          <p:cNvPr id="305" name="Google Shape;305;p10"/>
          <p:cNvSpPr txBox="1"/>
          <p:nvPr/>
        </p:nvSpPr>
        <p:spPr>
          <a:xfrm>
            <a:off x="1644621" y="2811133"/>
            <a:ext cx="6843456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Ventajas</a:t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9949592" y="2811133"/>
            <a:ext cx="6843456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Desventajas</a:t>
            </a:r>
            <a:endParaRPr/>
          </a:p>
        </p:txBody>
      </p:sp>
      <p:sp>
        <p:nvSpPr>
          <p:cNvPr id="307" name="Google Shape;307;p10"/>
          <p:cNvSpPr txBox="1"/>
          <p:nvPr/>
        </p:nvSpPr>
        <p:spPr>
          <a:xfrm>
            <a:off x="1567136" y="3781137"/>
            <a:ext cx="6719371" cy="3124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Puede iniciarse desde cualquier nodo.</a:t>
            </a:r>
            <a:endParaRPr/>
          </a:p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Eficiente si no se requiere un fin definido.</a:t>
            </a:r>
            <a:endParaRPr/>
          </a:p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Rápidas si se conocen las posiciones.</a:t>
            </a:r>
            <a:endParaRPr/>
          </a:p>
        </p:txBody>
      </p:sp>
      <p:sp>
        <p:nvSpPr>
          <p:cNvPr id="308" name="Google Shape;308;p10"/>
          <p:cNvSpPr txBox="1"/>
          <p:nvPr/>
        </p:nvSpPr>
        <p:spPr>
          <a:xfrm>
            <a:off x="9899468" y="3781137"/>
            <a:ext cx="6893580" cy="3124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Puede ser más complejo detectar el final (no hay null).</a:t>
            </a:r>
            <a:endParaRPr/>
          </a:p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 consumir más memoria.</a:t>
            </a:r>
            <a:endParaRPr/>
          </a:p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Más complicada la implementación que una lista simple.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sp>
        <p:nvSpPr>
          <p:cNvPr id="314" name="Google Shape;314;p11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5" name="Google Shape;315;p11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316" name="Google Shape;316;p11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11"/>
          <p:cNvSpPr/>
          <p:nvPr/>
        </p:nvSpPr>
        <p:spPr>
          <a:xfrm>
            <a:off x="154437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9" name="Google Shape;319;p11"/>
          <p:cNvGrpSpPr/>
          <p:nvPr/>
        </p:nvGrpSpPr>
        <p:grpSpPr>
          <a:xfrm>
            <a:off x="1227439" y="2720472"/>
            <a:ext cx="7623098" cy="1008859"/>
            <a:chOff x="0" y="0"/>
            <a:chExt cx="8335669" cy="1103162"/>
          </a:xfrm>
        </p:grpSpPr>
        <p:sp>
          <p:nvSpPr>
            <p:cNvPr id="320" name="Google Shape;320;p11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" name="Google Shape;322;p11"/>
          <p:cNvGrpSpPr/>
          <p:nvPr/>
        </p:nvGrpSpPr>
        <p:grpSpPr>
          <a:xfrm>
            <a:off x="1227439" y="3626246"/>
            <a:ext cx="7623098" cy="5632054"/>
            <a:chOff x="0" y="0"/>
            <a:chExt cx="18039480" cy="13327827"/>
          </a:xfrm>
        </p:grpSpPr>
        <p:sp>
          <p:nvSpPr>
            <p:cNvPr id="323" name="Google Shape;323;p11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11"/>
          <p:cNvSpPr/>
          <p:nvPr/>
        </p:nvSpPr>
        <p:spPr>
          <a:xfrm>
            <a:off x="984934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6" name="Google Shape;326;p11"/>
          <p:cNvGrpSpPr/>
          <p:nvPr/>
        </p:nvGrpSpPr>
        <p:grpSpPr>
          <a:xfrm>
            <a:off x="9532410" y="2720472"/>
            <a:ext cx="7623098" cy="1008859"/>
            <a:chOff x="0" y="0"/>
            <a:chExt cx="8335669" cy="1103162"/>
          </a:xfrm>
        </p:grpSpPr>
        <p:sp>
          <p:nvSpPr>
            <p:cNvPr id="327" name="Google Shape;327;p11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" name="Google Shape;329;p11"/>
          <p:cNvGrpSpPr/>
          <p:nvPr/>
        </p:nvGrpSpPr>
        <p:grpSpPr>
          <a:xfrm>
            <a:off x="9532410" y="3626246"/>
            <a:ext cx="7623098" cy="5632054"/>
            <a:chOff x="0" y="0"/>
            <a:chExt cx="18039480" cy="13327827"/>
          </a:xfrm>
        </p:grpSpPr>
        <p:sp>
          <p:nvSpPr>
            <p:cNvPr id="330" name="Google Shape;330;p11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11"/>
          <p:cNvSpPr/>
          <p:nvPr/>
        </p:nvSpPr>
        <p:spPr>
          <a:xfrm>
            <a:off x="6771465" y="989456"/>
            <a:ext cx="663650" cy="663650"/>
          </a:xfrm>
          <a:custGeom>
            <a:rect b="b" l="l" r="r" t="t"/>
            <a:pathLst>
              <a:path extrusionOk="0" h="663650" w="663650">
                <a:moveTo>
                  <a:pt x="0" y="0"/>
                </a:moveTo>
                <a:lnTo>
                  <a:pt x="663651" y="0"/>
                </a:lnTo>
                <a:lnTo>
                  <a:pt x="663651" y="663650"/>
                </a:lnTo>
                <a:lnTo>
                  <a:pt x="0" y="66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11"/>
          <p:cNvSpPr/>
          <p:nvPr/>
        </p:nvSpPr>
        <p:spPr>
          <a:xfrm>
            <a:off x="3039839" y="6286314"/>
            <a:ext cx="3998298" cy="2699167"/>
          </a:xfrm>
          <a:custGeom>
            <a:rect b="b" l="l" r="r" t="t"/>
            <a:pathLst>
              <a:path extrusionOk="0" h="2699167" w="3998298">
                <a:moveTo>
                  <a:pt x="0" y="0"/>
                </a:moveTo>
                <a:lnTo>
                  <a:pt x="3998298" y="0"/>
                </a:lnTo>
                <a:lnTo>
                  <a:pt x="3998298" y="2699167"/>
                </a:lnTo>
                <a:lnTo>
                  <a:pt x="0" y="2699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1"/>
          <p:cNvSpPr/>
          <p:nvPr/>
        </p:nvSpPr>
        <p:spPr>
          <a:xfrm>
            <a:off x="11104869" y="5939661"/>
            <a:ext cx="4478178" cy="3045820"/>
          </a:xfrm>
          <a:custGeom>
            <a:rect b="b" l="l" r="r" t="t"/>
            <a:pathLst>
              <a:path extrusionOk="0" h="3045820" w="4478178">
                <a:moveTo>
                  <a:pt x="0" y="0"/>
                </a:moveTo>
                <a:lnTo>
                  <a:pt x="4478179" y="0"/>
                </a:lnTo>
                <a:lnTo>
                  <a:pt x="4478179" y="3045820"/>
                </a:lnTo>
                <a:lnTo>
                  <a:pt x="0" y="3045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11"/>
          <p:cNvSpPr/>
          <p:nvPr/>
        </p:nvSpPr>
        <p:spPr>
          <a:xfrm>
            <a:off x="2751022" y="2922658"/>
            <a:ext cx="577633" cy="577633"/>
          </a:xfrm>
          <a:custGeom>
            <a:rect b="b" l="l" r="r" t="t"/>
            <a:pathLst>
              <a:path extrusionOk="0" h="577633" w="577633">
                <a:moveTo>
                  <a:pt x="0" y="0"/>
                </a:moveTo>
                <a:lnTo>
                  <a:pt x="577634" y="0"/>
                </a:lnTo>
                <a:lnTo>
                  <a:pt x="577634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11"/>
          <p:cNvSpPr txBox="1"/>
          <p:nvPr/>
        </p:nvSpPr>
        <p:spPr>
          <a:xfrm>
            <a:off x="2481062" y="913256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Aplicaciones</a:t>
            </a:r>
            <a:endParaRPr/>
          </a:p>
        </p:txBody>
      </p:sp>
      <p:sp>
        <p:nvSpPr>
          <p:cNvPr id="337" name="Google Shape;337;p11"/>
          <p:cNvSpPr txBox="1"/>
          <p:nvPr/>
        </p:nvSpPr>
        <p:spPr>
          <a:xfrm>
            <a:off x="1667384" y="2811133"/>
            <a:ext cx="6843456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Buffer Circular</a:t>
            </a:r>
            <a:endParaRPr/>
          </a:p>
        </p:txBody>
      </p:sp>
      <p:sp>
        <p:nvSpPr>
          <p:cNvPr id="338" name="Google Shape;338;p11"/>
          <p:cNvSpPr txBox="1"/>
          <p:nvPr/>
        </p:nvSpPr>
        <p:spPr>
          <a:xfrm>
            <a:off x="9949592" y="2811133"/>
            <a:ext cx="6843456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Turnos en Juegos</a:t>
            </a:r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1567136" y="3781137"/>
            <a:ext cx="6719371" cy="2076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Usado para almacenar datos de forma continua (como audio o video), sobrescribiendo los más antiguos cuando se llena.</a:t>
            </a:r>
            <a:endParaRPr/>
          </a:p>
        </p:txBody>
      </p:sp>
      <p:sp>
        <p:nvSpPr>
          <p:cNvPr id="340" name="Google Shape;340;p11"/>
          <p:cNvSpPr txBox="1"/>
          <p:nvPr/>
        </p:nvSpPr>
        <p:spPr>
          <a:xfrm>
            <a:off x="9899468" y="3781137"/>
            <a:ext cx="6893580" cy="2600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 el turno de jugadores o procesos en orden repetitivo, ideal para juegos o sistemas operativos.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10816053" y="2936084"/>
            <a:ext cx="577633" cy="577633"/>
          </a:xfrm>
          <a:custGeom>
            <a:rect b="b" l="l" r="r" t="t"/>
            <a:pathLst>
              <a:path extrusionOk="0"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347" name="Google Shape;347;p12"/>
          <p:cNvGrpSpPr/>
          <p:nvPr/>
        </p:nvGrpSpPr>
        <p:grpSpPr>
          <a:xfrm>
            <a:off x="1796789" y="2584719"/>
            <a:ext cx="14667236" cy="6673581"/>
            <a:chOff x="0" y="0"/>
            <a:chExt cx="34708895" cy="15792520"/>
          </a:xfrm>
        </p:grpSpPr>
        <p:sp>
          <p:nvSpPr>
            <p:cNvPr id="348" name="Google Shape;348;p12"/>
            <p:cNvSpPr/>
            <p:nvPr/>
          </p:nvSpPr>
          <p:spPr>
            <a:xfrm>
              <a:off x="31750" y="31750"/>
              <a:ext cx="34645395" cy="15729020"/>
            </a:xfrm>
            <a:custGeom>
              <a:rect b="b" l="l" r="r" t="t"/>
              <a:pathLst>
                <a:path extrusionOk="0"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2"/>
            <p:cNvSpPr/>
            <p:nvPr/>
          </p:nvSpPr>
          <p:spPr>
            <a:xfrm>
              <a:off x="0" y="0"/>
              <a:ext cx="34708895" cy="15792520"/>
            </a:xfrm>
            <a:custGeom>
              <a:rect b="b" l="l" r="r" t="t"/>
              <a:pathLst>
                <a:path extrusionOk="0"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12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1" name="Google Shape;351;p12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352" name="Google Shape;352;p12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4" name="Google Shape;354;p12"/>
          <p:cNvSpPr/>
          <p:nvPr/>
        </p:nvSpPr>
        <p:spPr>
          <a:xfrm>
            <a:off x="6377959" y="963221"/>
            <a:ext cx="603251" cy="603251"/>
          </a:xfrm>
          <a:custGeom>
            <a:rect b="b" l="l" r="r" t="t"/>
            <a:pathLst>
              <a:path extrusionOk="0" h="603251" w="603251">
                <a:moveTo>
                  <a:pt x="0" y="0"/>
                </a:moveTo>
                <a:lnTo>
                  <a:pt x="603250" y="0"/>
                </a:lnTo>
                <a:lnTo>
                  <a:pt x="603250" y="603251"/>
                </a:lnTo>
                <a:lnTo>
                  <a:pt x="0" y="603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2"/>
          <p:cNvSpPr txBox="1"/>
          <p:nvPr/>
        </p:nvSpPr>
        <p:spPr>
          <a:xfrm>
            <a:off x="2652972" y="3011507"/>
            <a:ext cx="13120586" cy="4476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5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Lista Circular:</a:t>
            </a: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Estructura de datos enlazada donde el último nodo apunta al primero, formando un ciclo cerrado.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5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Recorrido Cíclico:</a:t>
            </a: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puede recorrer indefinidamente sin encontrar un final (no hay null).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5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Aplicaciones Comunes:</a:t>
            </a: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Buffers de datos y sistemas de turnos en juegos o procesos.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5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Ventaja Principal: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Eficiente para estructuras repetitivas o sin un inicio/fin definidos.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2076015" y="2954357"/>
            <a:ext cx="442755" cy="442755"/>
          </a:xfrm>
          <a:custGeom>
            <a:rect b="b" l="l" r="r" t="t"/>
            <a:pathLst>
              <a:path extrusionOk="0" h="442755" w="442755">
                <a:moveTo>
                  <a:pt x="0" y="0"/>
                </a:moveTo>
                <a:lnTo>
                  <a:pt x="442755" y="0"/>
                </a:lnTo>
                <a:lnTo>
                  <a:pt x="442755" y="442755"/>
                </a:lnTo>
                <a:lnTo>
                  <a:pt x="0" y="442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12"/>
          <p:cNvSpPr txBox="1"/>
          <p:nvPr/>
        </p:nvSpPr>
        <p:spPr>
          <a:xfrm>
            <a:off x="2467959" y="887021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Conceptos Claves</a:t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2076015" y="4116183"/>
            <a:ext cx="442755" cy="442755"/>
          </a:xfrm>
          <a:custGeom>
            <a:rect b="b" l="l" r="r" t="t"/>
            <a:pathLst>
              <a:path extrusionOk="0" h="442755" w="442755">
                <a:moveTo>
                  <a:pt x="0" y="0"/>
                </a:moveTo>
                <a:lnTo>
                  <a:pt x="442755" y="0"/>
                </a:lnTo>
                <a:lnTo>
                  <a:pt x="442755" y="442754"/>
                </a:lnTo>
                <a:lnTo>
                  <a:pt x="0" y="442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12"/>
          <p:cNvSpPr/>
          <p:nvPr/>
        </p:nvSpPr>
        <p:spPr>
          <a:xfrm>
            <a:off x="2076015" y="5273312"/>
            <a:ext cx="442755" cy="442755"/>
          </a:xfrm>
          <a:custGeom>
            <a:rect b="b" l="l" r="r" t="t"/>
            <a:pathLst>
              <a:path extrusionOk="0" h="442755" w="442755">
                <a:moveTo>
                  <a:pt x="0" y="0"/>
                </a:moveTo>
                <a:lnTo>
                  <a:pt x="442755" y="0"/>
                </a:lnTo>
                <a:lnTo>
                  <a:pt x="442755" y="442755"/>
                </a:lnTo>
                <a:lnTo>
                  <a:pt x="0" y="442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2"/>
          <p:cNvSpPr/>
          <p:nvPr/>
        </p:nvSpPr>
        <p:spPr>
          <a:xfrm>
            <a:off x="2076015" y="6382376"/>
            <a:ext cx="442755" cy="442755"/>
          </a:xfrm>
          <a:custGeom>
            <a:rect b="b" l="l" r="r" t="t"/>
            <a:pathLst>
              <a:path extrusionOk="0" h="442755" w="442755">
                <a:moveTo>
                  <a:pt x="0" y="0"/>
                </a:moveTo>
                <a:lnTo>
                  <a:pt x="442755" y="0"/>
                </a:lnTo>
                <a:lnTo>
                  <a:pt x="442755" y="442755"/>
                </a:lnTo>
                <a:lnTo>
                  <a:pt x="0" y="442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366" name="Google Shape;366;p13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367" name="Google Shape;367;p13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13"/>
          <p:cNvSpPr/>
          <p:nvPr/>
        </p:nvSpPr>
        <p:spPr>
          <a:xfrm>
            <a:off x="2113723" y="2954357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0" name="Google Shape;370;p13"/>
          <p:cNvGrpSpPr/>
          <p:nvPr/>
        </p:nvGrpSpPr>
        <p:grpSpPr>
          <a:xfrm>
            <a:off x="1796789" y="2541876"/>
            <a:ext cx="14694422" cy="844899"/>
            <a:chOff x="0" y="0"/>
            <a:chExt cx="16067987" cy="923876"/>
          </a:xfrm>
        </p:grpSpPr>
        <p:sp>
          <p:nvSpPr>
            <p:cNvPr id="371" name="Google Shape;371;p13"/>
            <p:cNvSpPr/>
            <p:nvPr/>
          </p:nvSpPr>
          <p:spPr>
            <a:xfrm>
              <a:off x="31750" y="31750"/>
              <a:ext cx="16004487" cy="860376"/>
            </a:xfrm>
            <a:custGeom>
              <a:rect b="b" l="l" r="r" t="t"/>
              <a:pathLst>
                <a:path extrusionOk="0"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0" y="0"/>
              <a:ext cx="16067987" cy="923876"/>
            </a:xfrm>
            <a:custGeom>
              <a:rect b="b" l="l" r="r" t="t"/>
              <a:pathLst>
                <a:path extrusionOk="0"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3" name="Google Shape;373;p13"/>
          <p:cNvGrpSpPr/>
          <p:nvPr/>
        </p:nvGrpSpPr>
        <p:grpSpPr>
          <a:xfrm>
            <a:off x="1796789" y="3351660"/>
            <a:ext cx="14694421" cy="1326543"/>
            <a:chOff x="0" y="0"/>
            <a:chExt cx="34773229" cy="3139164"/>
          </a:xfrm>
        </p:grpSpPr>
        <p:sp>
          <p:nvSpPr>
            <p:cNvPr id="374" name="Google Shape;374;p13"/>
            <p:cNvSpPr/>
            <p:nvPr/>
          </p:nvSpPr>
          <p:spPr>
            <a:xfrm>
              <a:off x="31750" y="31750"/>
              <a:ext cx="34709726" cy="3075664"/>
            </a:xfrm>
            <a:custGeom>
              <a:rect b="b" l="l" r="r" t="t"/>
              <a:pathLst>
                <a:path extrusionOk="0" h="3075664" w="34709726">
                  <a:moveTo>
                    <a:pt x="34617019" y="3075664"/>
                  </a:moveTo>
                  <a:lnTo>
                    <a:pt x="92710" y="3075664"/>
                  </a:lnTo>
                  <a:cubicBezTo>
                    <a:pt x="41910" y="3075664"/>
                    <a:pt x="0" y="3033754"/>
                    <a:pt x="0" y="298295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2981684"/>
                  </a:lnTo>
                  <a:cubicBezTo>
                    <a:pt x="34709726" y="3033754"/>
                    <a:pt x="34667819" y="3075664"/>
                    <a:pt x="34617019" y="3075664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0" y="0"/>
              <a:ext cx="34773229" cy="3139164"/>
            </a:xfrm>
            <a:custGeom>
              <a:rect b="b" l="l" r="r" t="t"/>
              <a:pathLst>
                <a:path extrusionOk="0" h="3139164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3014704"/>
                  </a:lnTo>
                  <a:cubicBezTo>
                    <a:pt x="34713537" y="3050264"/>
                    <a:pt x="34684326" y="3079474"/>
                    <a:pt x="34648769" y="3079474"/>
                  </a:cubicBezTo>
                  <a:lnTo>
                    <a:pt x="124460" y="3079474"/>
                  </a:lnTo>
                  <a:cubicBezTo>
                    <a:pt x="88900" y="3079474"/>
                    <a:pt x="59690" y="3050264"/>
                    <a:pt x="59690" y="301470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014704"/>
                  </a:lnTo>
                  <a:cubicBezTo>
                    <a:pt x="0" y="3083284"/>
                    <a:pt x="55880" y="3139164"/>
                    <a:pt x="124460" y="3139164"/>
                  </a:cubicBezTo>
                  <a:lnTo>
                    <a:pt x="34648769" y="3139164"/>
                  </a:lnTo>
                  <a:cubicBezTo>
                    <a:pt x="34717348" y="3139164"/>
                    <a:pt x="34773229" y="3083284"/>
                    <a:pt x="34773229" y="3014704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13"/>
          <p:cNvSpPr/>
          <p:nvPr/>
        </p:nvSpPr>
        <p:spPr>
          <a:xfrm>
            <a:off x="5447249" y="867442"/>
            <a:ext cx="845857" cy="845857"/>
          </a:xfrm>
          <a:custGeom>
            <a:rect b="b" l="l" r="r" t="t"/>
            <a:pathLst>
              <a:path extrusionOk="0" h="845857" w="845857">
                <a:moveTo>
                  <a:pt x="0" y="0"/>
                </a:moveTo>
                <a:lnTo>
                  <a:pt x="845856" y="0"/>
                </a:lnTo>
                <a:lnTo>
                  <a:pt x="845856" y="845857"/>
                </a:lnTo>
                <a:lnTo>
                  <a:pt x="0" y="845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7" name="Google Shape;377;p13"/>
          <p:cNvSpPr/>
          <p:nvPr/>
        </p:nvSpPr>
        <p:spPr>
          <a:xfrm>
            <a:off x="1990640" y="2657573"/>
            <a:ext cx="613506" cy="613506"/>
          </a:xfrm>
          <a:custGeom>
            <a:rect b="b" l="l" r="r" t="t"/>
            <a:pathLst>
              <a:path extrusionOk="0" h="613506" w="613506">
                <a:moveTo>
                  <a:pt x="0" y="0"/>
                </a:moveTo>
                <a:lnTo>
                  <a:pt x="613506" y="0"/>
                </a:lnTo>
                <a:lnTo>
                  <a:pt x="613506" y="613506"/>
                </a:lnTo>
                <a:lnTo>
                  <a:pt x="0" y="613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78" name="Google Shape;378;p13"/>
          <p:cNvPicPr preferRelativeResize="0"/>
          <p:nvPr/>
        </p:nvPicPr>
        <p:blipFill rotWithShape="1">
          <a:blip r:embed="rId7">
            <a:alphaModFix/>
          </a:blip>
          <a:srcRect b="294" l="0" r="0" t="294"/>
          <a:stretch/>
        </p:blipFill>
        <p:spPr>
          <a:xfrm>
            <a:off x="7214471" y="5261704"/>
            <a:ext cx="3791569" cy="4121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3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VALOR SEMANAL</a:t>
            </a:r>
            <a:endParaRPr/>
          </a:p>
        </p:txBody>
      </p:sp>
      <p:sp>
        <p:nvSpPr>
          <p:cNvPr id="380" name="Google Shape;380;p13"/>
          <p:cNvSpPr txBox="1"/>
          <p:nvPr/>
        </p:nvSpPr>
        <p:spPr>
          <a:xfrm>
            <a:off x="2746864" y="2669051"/>
            <a:ext cx="4970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Pensamiento Crítico</a:t>
            </a:r>
            <a:endParaRPr/>
          </a:p>
        </p:txBody>
      </p:sp>
      <p:sp>
        <p:nvSpPr>
          <p:cNvPr id="381" name="Google Shape;381;p13"/>
          <p:cNvSpPr txBox="1"/>
          <p:nvPr/>
        </p:nvSpPr>
        <p:spPr>
          <a:xfrm>
            <a:off x="2113723" y="3398335"/>
            <a:ext cx="13993066" cy="959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“El pensamiento crítico no te dice qué pensar, sino cómo pensar con claridad, cuestionar con lógica y decidir con conciencia”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387" name="Google Shape;387;p14"/>
          <p:cNvGrpSpPr/>
          <p:nvPr/>
        </p:nvGrpSpPr>
        <p:grpSpPr>
          <a:xfrm>
            <a:off x="1791551" y="2442168"/>
            <a:ext cx="14694422" cy="844899"/>
            <a:chOff x="0" y="0"/>
            <a:chExt cx="19592562" cy="1126532"/>
          </a:xfrm>
        </p:grpSpPr>
        <p:grpSp>
          <p:nvGrpSpPr>
            <p:cNvPr id="388" name="Google Shape;388;p14"/>
            <p:cNvGrpSpPr/>
            <p:nvPr/>
          </p:nvGrpSpPr>
          <p:grpSpPr>
            <a:xfrm>
              <a:off x="0" y="0"/>
              <a:ext cx="19592562" cy="1126532"/>
              <a:chOff x="0" y="0"/>
              <a:chExt cx="16067987" cy="923876"/>
            </a:xfrm>
          </p:grpSpPr>
          <p:sp>
            <p:nvSpPr>
              <p:cNvPr id="389" name="Google Shape;389;p14"/>
              <p:cNvSpPr/>
              <p:nvPr/>
            </p:nvSpPr>
            <p:spPr>
              <a:xfrm>
                <a:off x="31750" y="31750"/>
                <a:ext cx="16004487" cy="860376"/>
              </a:xfrm>
              <a:custGeom>
                <a:rect b="b" l="l" r="r" t="t"/>
                <a:pathLst>
                  <a:path extrusionOk="0"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4"/>
              <p:cNvSpPr/>
              <p:nvPr/>
            </p:nvSpPr>
            <p:spPr>
              <a:xfrm>
                <a:off x="0" y="0"/>
                <a:ext cx="16067987" cy="923876"/>
              </a:xfrm>
              <a:custGeom>
                <a:rect b="b" l="l" r="r" t="t"/>
                <a:pathLst>
                  <a:path extrusionOk="0"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1" name="Google Shape;391;p14"/>
            <p:cNvSpPr txBox="1"/>
            <p:nvPr/>
          </p:nvSpPr>
          <p:spPr>
            <a:xfrm>
              <a:off x="1110551" y="191791"/>
              <a:ext cx="6627223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Ultra"/>
                  <a:ea typeface="Ultra"/>
                  <a:cs typeface="Ultra"/>
                  <a:sym typeface="Ultra"/>
                </a:rPr>
                <a:t>Videos</a:t>
              </a:r>
              <a:endParaRPr/>
            </a:p>
          </p:txBody>
        </p:sp>
      </p:grpSp>
      <p:grpSp>
        <p:nvGrpSpPr>
          <p:cNvPr id="392" name="Google Shape;392;p14"/>
          <p:cNvGrpSpPr/>
          <p:nvPr/>
        </p:nvGrpSpPr>
        <p:grpSpPr>
          <a:xfrm>
            <a:off x="1791551" y="4552173"/>
            <a:ext cx="14694422" cy="844899"/>
            <a:chOff x="0" y="0"/>
            <a:chExt cx="16067987" cy="923876"/>
          </a:xfrm>
        </p:grpSpPr>
        <p:sp>
          <p:nvSpPr>
            <p:cNvPr id="393" name="Google Shape;393;p14"/>
            <p:cNvSpPr/>
            <p:nvPr/>
          </p:nvSpPr>
          <p:spPr>
            <a:xfrm>
              <a:off x="31750" y="31750"/>
              <a:ext cx="16004487" cy="860376"/>
            </a:xfrm>
            <a:custGeom>
              <a:rect b="b" l="l" r="r" t="t"/>
              <a:pathLst>
                <a:path extrusionOk="0"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0" y="0"/>
              <a:ext cx="16067987" cy="923876"/>
            </a:xfrm>
            <a:custGeom>
              <a:rect b="b" l="l" r="r" t="t"/>
              <a:pathLst>
                <a:path extrusionOk="0"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" name="Google Shape;395;p14"/>
          <p:cNvGrpSpPr/>
          <p:nvPr/>
        </p:nvGrpSpPr>
        <p:grpSpPr>
          <a:xfrm>
            <a:off x="1796789" y="3252860"/>
            <a:ext cx="14667236" cy="674186"/>
            <a:chOff x="0" y="0"/>
            <a:chExt cx="34708895" cy="1595411"/>
          </a:xfrm>
        </p:grpSpPr>
        <p:sp>
          <p:nvSpPr>
            <p:cNvPr id="396" name="Google Shape;396;p14"/>
            <p:cNvSpPr/>
            <p:nvPr/>
          </p:nvSpPr>
          <p:spPr>
            <a:xfrm>
              <a:off x="31750" y="31750"/>
              <a:ext cx="34645395" cy="1531911"/>
            </a:xfrm>
            <a:custGeom>
              <a:rect b="b" l="l" r="r" t="t"/>
              <a:pathLst>
                <a:path extrusionOk="0"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0" y="0"/>
              <a:ext cx="34708895" cy="1595411"/>
            </a:xfrm>
            <a:custGeom>
              <a:rect b="b" l="l" r="r" t="t"/>
              <a:pathLst>
                <a:path extrusionOk="0"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14"/>
          <p:cNvGrpSpPr/>
          <p:nvPr/>
        </p:nvGrpSpPr>
        <p:grpSpPr>
          <a:xfrm>
            <a:off x="1791551" y="5361957"/>
            <a:ext cx="14694421" cy="1481237"/>
            <a:chOff x="0" y="0"/>
            <a:chExt cx="34773229" cy="3505234"/>
          </a:xfrm>
        </p:grpSpPr>
        <p:sp>
          <p:nvSpPr>
            <p:cNvPr id="399" name="Google Shape;399;p14"/>
            <p:cNvSpPr/>
            <p:nvPr/>
          </p:nvSpPr>
          <p:spPr>
            <a:xfrm>
              <a:off x="31750" y="31750"/>
              <a:ext cx="34709726" cy="3441734"/>
            </a:xfrm>
            <a:custGeom>
              <a:rect b="b" l="l" r="r" t="t"/>
              <a:pathLst>
                <a:path extrusionOk="0" h="3441734" w="34709726">
                  <a:moveTo>
                    <a:pt x="34617019" y="3441734"/>
                  </a:moveTo>
                  <a:lnTo>
                    <a:pt x="92710" y="3441734"/>
                  </a:lnTo>
                  <a:cubicBezTo>
                    <a:pt x="41910" y="3441734"/>
                    <a:pt x="0" y="3399824"/>
                    <a:pt x="0" y="334902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3347754"/>
                  </a:lnTo>
                  <a:cubicBezTo>
                    <a:pt x="34709726" y="3399824"/>
                    <a:pt x="34667819" y="3441734"/>
                    <a:pt x="34617019" y="3441734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0" y="0"/>
              <a:ext cx="34773229" cy="3505234"/>
            </a:xfrm>
            <a:custGeom>
              <a:rect b="b" l="l" r="r" t="t"/>
              <a:pathLst>
                <a:path extrusionOk="0" h="3505234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3380774"/>
                  </a:lnTo>
                  <a:cubicBezTo>
                    <a:pt x="34713537" y="3416334"/>
                    <a:pt x="34684326" y="3445544"/>
                    <a:pt x="34648769" y="3445544"/>
                  </a:cubicBezTo>
                  <a:lnTo>
                    <a:pt x="124460" y="3445544"/>
                  </a:lnTo>
                  <a:cubicBezTo>
                    <a:pt x="88900" y="3445544"/>
                    <a:pt x="59690" y="3416334"/>
                    <a:pt x="59690" y="338077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380774"/>
                  </a:lnTo>
                  <a:cubicBezTo>
                    <a:pt x="0" y="3449354"/>
                    <a:pt x="55880" y="3505234"/>
                    <a:pt x="124460" y="3505234"/>
                  </a:cubicBezTo>
                  <a:lnTo>
                    <a:pt x="34648769" y="3505234"/>
                  </a:lnTo>
                  <a:cubicBezTo>
                    <a:pt x="34717348" y="3505234"/>
                    <a:pt x="34773229" y="3449354"/>
                    <a:pt x="34773229" y="3380774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14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402" name="Google Shape;402;p14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4" name="Google Shape;404;p14"/>
          <p:cNvSpPr/>
          <p:nvPr/>
        </p:nvSpPr>
        <p:spPr>
          <a:xfrm>
            <a:off x="1946487" y="2607466"/>
            <a:ext cx="514303" cy="514303"/>
          </a:xfrm>
          <a:custGeom>
            <a:rect b="b" l="l" r="r" t="t"/>
            <a:pathLst>
              <a:path extrusionOk="0" h="514303" w="514303">
                <a:moveTo>
                  <a:pt x="0" y="0"/>
                </a:moveTo>
                <a:lnTo>
                  <a:pt x="514304" y="0"/>
                </a:lnTo>
                <a:lnTo>
                  <a:pt x="514304" y="514303"/>
                </a:lnTo>
                <a:lnTo>
                  <a:pt x="0" y="514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14"/>
          <p:cNvSpPr/>
          <p:nvPr/>
        </p:nvSpPr>
        <p:spPr>
          <a:xfrm>
            <a:off x="1956667" y="3397887"/>
            <a:ext cx="524396" cy="384132"/>
          </a:xfrm>
          <a:custGeom>
            <a:rect b="b" l="l" r="r" t="t"/>
            <a:pathLst>
              <a:path extrusionOk="0"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332" l="0" r="0" t="-18174"/>
            </a:stretch>
          </a:blipFill>
          <a:ln>
            <a:noFill/>
          </a:ln>
        </p:spPr>
      </p:sp>
      <p:sp>
        <p:nvSpPr>
          <p:cNvPr id="406" name="Google Shape;406;p14"/>
          <p:cNvSpPr/>
          <p:nvPr/>
        </p:nvSpPr>
        <p:spPr>
          <a:xfrm>
            <a:off x="1956667" y="4746060"/>
            <a:ext cx="628687" cy="502850"/>
          </a:xfrm>
          <a:custGeom>
            <a:rect b="b" l="l" r="r" t="t"/>
            <a:pathLst>
              <a:path extrusionOk="0" h="502850" w="628687">
                <a:moveTo>
                  <a:pt x="0" y="0"/>
                </a:moveTo>
                <a:lnTo>
                  <a:pt x="628686" y="0"/>
                </a:lnTo>
                <a:lnTo>
                  <a:pt x="628686" y="502850"/>
                </a:lnTo>
                <a:lnTo>
                  <a:pt x="0" y="502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2129" l="0" r="0" t="-12893"/>
            </a:stretch>
          </a:blipFill>
          <a:ln>
            <a:noFill/>
          </a:ln>
        </p:spPr>
      </p:sp>
      <p:sp>
        <p:nvSpPr>
          <p:cNvPr id="407" name="Google Shape;407;p14"/>
          <p:cNvSpPr/>
          <p:nvPr/>
        </p:nvSpPr>
        <p:spPr>
          <a:xfrm>
            <a:off x="2008812" y="5549688"/>
            <a:ext cx="262198" cy="374394"/>
          </a:xfrm>
          <a:custGeom>
            <a:rect b="b" l="l" r="r" t="t"/>
            <a:pathLst>
              <a:path extrusionOk="0" h="374394" w="262198">
                <a:moveTo>
                  <a:pt x="0" y="0"/>
                </a:moveTo>
                <a:lnTo>
                  <a:pt x="262198" y="0"/>
                </a:lnTo>
                <a:lnTo>
                  <a:pt x="262198" y="374394"/>
                </a:lnTo>
                <a:lnTo>
                  <a:pt x="0" y="374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931" l="-23735" r="-24544" t="-1913"/>
            </a:stretch>
          </a:blipFill>
          <a:ln>
            <a:noFill/>
          </a:ln>
        </p:spPr>
      </p:sp>
      <p:sp>
        <p:nvSpPr>
          <p:cNvPr id="408" name="Google Shape;408;p14"/>
          <p:cNvSpPr/>
          <p:nvPr/>
        </p:nvSpPr>
        <p:spPr>
          <a:xfrm>
            <a:off x="5973586" y="870124"/>
            <a:ext cx="840494" cy="840494"/>
          </a:xfrm>
          <a:custGeom>
            <a:rect b="b" l="l" r="r" t="t"/>
            <a:pathLst>
              <a:path extrusionOk="0" h="840494" w="840494">
                <a:moveTo>
                  <a:pt x="0" y="0"/>
                </a:moveTo>
                <a:lnTo>
                  <a:pt x="840494" y="0"/>
                </a:lnTo>
                <a:lnTo>
                  <a:pt x="840494" y="840494"/>
                </a:lnTo>
                <a:lnTo>
                  <a:pt x="0" y="840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14"/>
          <p:cNvSpPr txBox="1"/>
          <p:nvPr/>
        </p:nvSpPr>
        <p:spPr>
          <a:xfrm>
            <a:off x="2710954" y="4679385"/>
            <a:ext cx="4970417" cy="52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Libros</a:t>
            </a:r>
            <a:endParaRPr/>
          </a:p>
        </p:txBody>
      </p:sp>
      <p:sp>
        <p:nvSpPr>
          <p:cNvPr id="410" name="Google Shape;410;p14"/>
          <p:cNvSpPr txBox="1"/>
          <p:nvPr/>
        </p:nvSpPr>
        <p:spPr>
          <a:xfrm>
            <a:off x="2627551" y="3286574"/>
            <a:ext cx="13202142" cy="45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Teoria Lista Circular</a:t>
            </a:r>
            <a:endParaRPr/>
          </a:p>
        </p:txBody>
      </p:sp>
      <p:sp>
        <p:nvSpPr>
          <p:cNvPr id="411" name="Google Shape;411;p14"/>
          <p:cNvSpPr txBox="1"/>
          <p:nvPr/>
        </p:nvSpPr>
        <p:spPr>
          <a:xfrm>
            <a:off x="2518915" y="5408632"/>
            <a:ext cx="13310779" cy="959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Joyanes Aguilar, L. (2011). Estructuras de datos en Java: algoritmos, TDA y programación orientada a objetos (3.ª ed.). McGraw-Hill.</a:t>
            </a:r>
            <a:endParaRPr/>
          </a:p>
        </p:txBody>
      </p:sp>
      <p:sp>
        <p:nvSpPr>
          <p:cNvPr id="412" name="Google Shape;412;p14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REFERENCIAS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418" name="Google Shape;418;p15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419" name="Google Shape;419;p15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1" name="Google Shape;421;p15"/>
          <p:cNvPicPr preferRelativeResize="0"/>
          <p:nvPr/>
        </p:nvPicPr>
        <p:blipFill rotWithShape="1">
          <a:blip r:embed="rId4">
            <a:alphaModFix/>
          </a:blip>
          <a:srcRect b="21346" l="0" r="0" t="0"/>
          <a:stretch/>
        </p:blipFill>
        <p:spPr>
          <a:xfrm>
            <a:off x="5477334" y="3318061"/>
            <a:ext cx="7333332" cy="515511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5"/>
          <p:cNvSpPr/>
          <p:nvPr/>
        </p:nvSpPr>
        <p:spPr>
          <a:xfrm>
            <a:off x="4599681" y="851544"/>
            <a:ext cx="877653" cy="877653"/>
          </a:xfrm>
          <a:custGeom>
            <a:rect b="b" l="l" r="r" t="t"/>
            <a:pathLst>
              <a:path extrusionOk="0" h="877653" w="877653">
                <a:moveTo>
                  <a:pt x="0" y="0"/>
                </a:moveTo>
                <a:lnTo>
                  <a:pt x="877653" y="0"/>
                </a:lnTo>
                <a:lnTo>
                  <a:pt x="877653" y="877653"/>
                </a:lnTo>
                <a:lnTo>
                  <a:pt x="0" y="877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15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DUDAS/COMENTARIOS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">
            <a:hlinkClick r:id="rId3"/>
          </p:cNvPr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429" name="Google Shape;429;p16"/>
          <p:cNvGrpSpPr/>
          <p:nvPr/>
        </p:nvGrpSpPr>
        <p:grpSpPr>
          <a:xfrm>
            <a:off x="1145896" y="1371968"/>
            <a:ext cx="15996208" cy="1146598"/>
            <a:chOff x="0" y="0"/>
            <a:chExt cx="17491459" cy="1253777"/>
          </a:xfrm>
        </p:grpSpPr>
        <p:sp>
          <p:nvSpPr>
            <p:cNvPr id="430" name="Google Shape;430;p16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2" name="Google Shape;432;p16"/>
          <p:cNvPicPr preferRelativeResize="0"/>
          <p:nvPr/>
        </p:nvPicPr>
        <p:blipFill rotWithShape="1">
          <a:blip r:embed="rId5">
            <a:alphaModFix/>
          </a:blip>
          <a:srcRect b="0" l="0" r="0" t="24291"/>
          <a:stretch/>
        </p:blipFill>
        <p:spPr>
          <a:xfrm>
            <a:off x="4921955" y="3460633"/>
            <a:ext cx="8444090" cy="479468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6"/>
          <p:cNvSpPr txBox="1"/>
          <p:nvPr/>
        </p:nvSpPr>
        <p:spPr>
          <a:xfrm>
            <a:off x="2481062" y="1461080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!Gracias por su Atención!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