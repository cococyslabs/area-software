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Open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fPhUCzxJ520+hpbJC1Op7AAxg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hyperlink" Target="https://youtu.be/r9ZAUnM7BuA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41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Relationship Id="rId8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Relationship Id="rId8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3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hyperlink" Target="https://www.youtube.com/watch?v=z4JHXbgf1Tw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34.png"/><Relationship Id="rId7" Type="http://schemas.openxmlformats.org/officeDocument/2006/relationships/image" Target="../media/image50.png"/><Relationship Id="rId8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47.jpg"/><Relationship Id="rId5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enor.com/view/gracias-por-su-atenci%C3%B3n-gif-26313656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050" y="0"/>
            <a:ext cx="18288000" cy="10260918"/>
          </a:xfrm>
          <a:custGeom>
            <a:rect b="b" l="l" r="r" t="t"/>
            <a:pathLst>
              <a:path extrusionOk="0"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0" y="5320707"/>
            <a:ext cx="18288000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Laboratorio Estructuras de Datos 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0" y="8407849"/>
            <a:ext cx="8115300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Aux. Steven Mejía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4269539" y="2363391"/>
            <a:ext cx="3694485" cy="431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4269539" y="3097188"/>
            <a:ext cx="3694485" cy="431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95" name="Google Shape;95;p2"/>
          <p:cNvGrpSpPr/>
          <p:nvPr/>
        </p:nvGrpSpPr>
        <p:grpSpPr>
          <a:xfrm>
            <a:off x="532978" y="8333207"/>
            <a:ext cx="6376947" cy="1641745"/>
            <a:chOff x="0" y="0"/>
            <a:chExt cx="15090560" cy="3885065"/>
          </a:xfrm>
        </p:grpSpPr>
        <p:sp>
          <p:nvSpPr>
            <p:cNvPr id="96" name="Google Shape;96;p2"/>
            <p:cNvSpPr/>
            <p:nvPr/>
          </p:nvSpPr>
          <p:spPr>
            <a:xfrm>
              <a:off x="31750" y="31750"/>
              <a:ext cx="15027060" cy="3821565"/>
            </a:xfrm>
            <a:custGeom>
              <a:rect b="b" l="l" r="r" t="t"/>
              <a:pathLst>
                <a:path extrusionOk="0" h="3821565" w="15027060">
                  <a:moveTo>
                    <a:pt x="14934349" y="3821565"/>
                  </a:moveTo>
                  <a:lnTo>
                    <a:pt x="92710" y="3821565"/>
                  </a:lnTo>
                  <a:cubicBezTo>
                    <a:pt x="41910" y="3821565"/>
                    <a:pt x="0" y="3779655"/>
                    <a:pt x="0" y="372885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933079" y="0"/>
                  </a:lnTo>
                  <a:cubicBezTo>
                    <a:pt x="14983879" y="0"/>
                    <a:pt x="15025788" y="41910"/>
                    <a:pt x="15025788" y="92710"/>
                  </a:cubicBezTo>
                  <a:lnTo>
                    <a:pt x="15025788" y="3727585"/>
                  </a:lnTo>
                  <a:cubicBezTo>
                    <a:pt x="15027060" y="3779655"/>
                    <a:pt x="14985149" y="3821565"/>
                    <a:pt x="14934349" y="3821565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0"/>
              <a:ext cx="15090560" cy="3885065"/>
            </a:xfrm>
            <a:custGeom>
              <a:rect b="b" l="l" r="r" t="t"/>
              <a:pathLst>
                <a:path extrusionOk="0" h="3885065" w="15090560">
                  <a:moveTo>
                    <a:pt x="14966099" y="59690"/>
                  </a:moveTo>
                  <a:cubicBezTo>
                    <a:pt x="15001660" y="59690"/>
                    <a:pt x="15030869" y="88900"/>
                    <a:pt x="15030869" y="124460"/>
                  </a:cubicBezTo>
                  <a:lnTo>
                    <a:pt x="15030869" y="3760605"/>
                  </a:lnTo>
                  <a:cubicBezTo>
                    <a:pt x="15030869" y="3796165"/>
                    <a:pt x="15001660" y="3825375"/>
                    <a:pt x="14966099" y="3825375"/>
                  </a:cubicBezTo>
                  <a:lnTo>
                    <a:pt x="124460" y="3825375"/>
                  </a:lnTo>
                  <a:cubicBezTo>
                    <a:pt x="88900" y="3825375"/>
                    <a:pt x="59690" y="3796165"/>
                    <a:pt x="59690" y="37606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966099" y="59690"/>
                  </a:lnTo>
                  <a:moveTo>
                    <a:pt x="149660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760605"/>
                  </a:lnTo>
                  <a:cubicBezTo>
                    <a:pt x="0" y="3829185"/>
                    <a:pt x="55880" y="3885065"/>
                    <a:pt x="124460" y="3885065"/>
                  </a:cubicBezTo>
                  <a:lnTo>
                    <a:pt x="14966099" y="3885065"/>
                  </a:lnTo>
                  <a:cubicBezTo>
                    <a:pt x="15034679" y="3885065"/>
                    <a:pt x="15090560" y="3829185"/>
                    <a:pt x="15090560" y="3760605"/>
                  </a:cubicBezTo>
                  <a:lnTo>
                    <a:pt x="15090560" y="124460"/>
                  </a:lnTo>
                  <a:cubicBezTo>
                    <a:pt x="15090560" y="55880"/>
                    <a:pt x="15034679" y="0"/>
                    <a:pt x="14966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654166" y="8345950"/>
            <a:ext cx="6048773" cy="1463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  <p:grpSp>
        <p:nvGrpSpPr>
          <p:cNvPr id="99" name="Google Shape;99;p2"/>
          <p:cNvGrpSpPr/>
          <p:nvPr/>
        </p:nvGrpSpPr>
        <p:grpSpPr>
          <a:xfrm>
            <a:off x="13396871" y="0"/>
            <a:ext cx="4891129" cy="1438784"/>
            <a:chOff x="0" y="0"/>
            <a:chExt cx="6521506" cy="1918378"/>
          </a:xfrm>
        </p:grpSpPr>
        <p:grpSp>
          <p:nvGrpSpPr>
            <p:cNvPr id="100" name="Google Shape;100;p2"/>
            <p:cNvGrpSpPr/>
            <p:nvPr/>
          </p:nvGrpSpPr>
          <p:grpSpPr>
            <a:xfrm>
              <a:off x="0" y="0"/>
              <a:ext cx="6521506" cy="1918378"/>
              <a:chOff x="0" y="0"/>
              <a:chExt cx="7667530" cy="2255494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31750" y="31750"/>
                <a:ext cx="7604030" cy="2191993"/>
              </a:xfrm>
              <a:custGeom>
                <a:rect b="b" l="l" r="r" t="t"/>
                <a:pathLst>
                  <a:path extrusionOk="0" h="2191993" w="7604030">
                    <a:moveTo>
                      <a:pt x="7511320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7510050" y="0"/>
                    </a:lnTo>
                    <a:cubicBezTo>
                      <a:pt x="7560850" y="0"/>
                      <a:pt x="7602760" y="41910"/>
                      <a:pt x="7602760" y="92710"/>
                    </a:cubicBezTo>
                    <a:lnTo>
                      <a:pt x="7602760" y="2098013"/>
                    </a:lnTo>
                    <a:cubicBezTo>
                      <a:pt x="7604030" y="2150083"/>
                      <a:pt x="7562120" y="2191993"/>
                      <a:pt x="7511320" y="2191993"/>
                    </a:cubicBez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0" y="0"/>
                <a:ext cx="7667530" cy="2255494"/>
              </a:xfrm>
              <a:custGeom>
                <a:rect b="b" l="l" r="r" t="t"/>
                <a:pathLst>
                  <a:path extrusionOk="0" h="2255494" w="7667530">
                    <a:moveTo>
                      <a:pt x="7543070" y="59690"/>
                    </a:moveTo>
                    <a:cubicBezTo>
                      <a:pt x="7578630" y="59690"/>
                      <a:pt x="7607840" y="88900"/>
                      <a:pt x="7607840" y="124460"/>
                    </a:cubicBezTo>
                    <a:lnTo>
                      <a:pt x="7607840" y="2131033"/>
                    </a:lnTo>
                    <a:cubicBezTo>
                      <a:pt x="7607840" y="2166594"/>
                      <a:pt x="7578630" y="2195803"/>
                      <a:pt x="7543070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7543070" y="59690"/>
                    </a:lnTo>
                    <a:moveTo>
                      <a:pt x="754307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7543070" y="2255494"/>
                    </a:lnTo>
                    <a:cubicBezTo>
                      <a:pt x="7611650" y="2255494"/>
                      <a:pt x="7667530" y="2199613"/>
                      <a:pt x="7667530" y="2131033"/>
                    </a:cubicBezTo>
                    <a:lnTo>
                      <a:pt x="7667530" y="124460"/>
                    </a:lnTo>
                    <a:cubicBezTo>
                      <a:pt x="7667530" y="55880"/>
                      <a:pt x="7611650" y="0"/>
                      <a:pt x="75430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" name="Google Shape;103;p2"/>
            <p:cNvSpPr/>
            <p:nvPr/>
          </p:nvSpPr>
          <p:spPr>
            <a:xfrm>
              <a:off x="129759" y="143281"/>
              <a:ext cx="6261987" cy="1659598"/>
            </a:xfrm>
            <a:custGeom>
              <a:rect b="b" l="l" r="r" t="t"/>
              <a:pathLst>
                <a:path extrusionOk="0" h="1659598" w="6261987">
                  <a:moveTo>
                    <a:pt x="0" y="0"/>
                  </a:moveTo>
                  <a:lnTo>
                    <a:pt x="6261987" y="0"/>
                  </a:lnTo>
                  <a:lnTo>
                    <a:pt x="6261987" y="1659598"/>
                  </a:lnTo>
                  <a:lnTo>
                    <a:pt x="0" y="16595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04" name="Google Shape;104;p2"/>
          <p:cNvGrpSpPr/>
          <p:nvPr/>
        </p:nvGrpSpPr>
        <p:grpSpPr>
          <a:xfrm>
            <a:off x="532978" y="7488308"/>
            <a:ext cx="6376947" cy="844899"/>
            <a:chOff x="0" y="0"/>
            <a:chExt cx="6973034" cy="923876"/>
          </a:xfrm>
        </p:grpSpPr>
        <p:sp>
          <p:nvSpPr>
            <p:cNvPr id="105" name="Google Shape;105;p2"/>
            <p:cNvSpPr/>
            <p:nvPr/>
          </p:nvSpPr>
          <p:spPr>
            <a:xfrm>
              <a:off x="31750" y="31750"/>
              <a:ext cx="6909534" cy="860376"/>
            </a:xfrm>
            <a:custGeom>
              <a:rect b="b" l="l" r="r" t="t"/>
              <a:pathLst>
                <a:path extrusionOk="0" h="860376" w="6909534">
                  <a:moveTo>
                    <a:pt x="6816823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815554" y="0"/>
                  </a:lnTo>
                  <a:cubicBezTo>
                    <a:pt x="6866354" y="0"/>
                    <a:pt x="6908264" y="41910"/>
                    <a:pt x="6908264" y="92710"/>
                  </a:cubicBezTo>
                  <a:lnTo>
                    <a:pt x="6908264" y="766396"/>
                  </a:lnTo>
                  <a:cubicBezTo>
                    <a:pt x="6909534" y="818466"/>
                    <a:pt x="6867623" y="860376"/>
                    <a:pt x="6816823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0"/>
              <a:ext cx="6973034" cy="923876"/>
            </a:xfrm>
            <a:custGeom>
              <a:rect b="b" l="l" r="r" t="t"/>
              <a:pathLst>
                <a:path extrusionOk="0" h="923876" w="6973034">
                  <a:moveTo>
                    <a:pt x="6848573" y="59690"/>
                  </a:moveTo>
                  <a:cubicBezTo>
                    <a:pt x="6884134" y="59690"/>
                    <a:pt x="6913344" y="88900"/>
                    <a:pt x="6913344" y="124460"/>
                  </a:cubicBezTo>
                  <a:lnTo>
                    <a:pt x="6913344" y="799416"/>
                  </a:lnTo>
                  <a:cubicBezTo>
                    <a:pt x="6913344" y="834976"/>
                    <a:pt x="6884134" y="864186"/>
                    <a:pt x="6848573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848574" y="59690"/>
                  </a:lnTo>
                  <a:moveTo>
                    <a:pt x="684857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6848574" y="923876"/>
                  </a:lnTo>
                  <a:cubicBezTo>
                    <a:pt x="6917154" y="923876"/>
                    <a:pt x="6973034" y="867996"/>
                    <a:pt x="6973034" y="799416"/>
                  </a:cubicBezTo>
                  <a:lnTo>
                    <a:pt x="6973034" y="124460"/>
                  </a:lnTo>
                  <a:cubicBezTo>
                    <a:pt x="6973034" y="55880"/>
                    <a:pt x="6917154" y="0"/>
                    <a:pt x="68485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1243023" y="7615520"/>
            <a:ext cx="5162357" cy="52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Estructura de Datos A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1028700" y="3996902"/>
            <a:ext cx="15996208" cy="1146598"/>
            <a:chOff x="0" y="0"/>
            <a:chExt cx="17491459" cy="1253777"/>
          </a:xfrm>
        </p:grpSpPr>
        <p:sp>
          <p:nvSpPr>
            <p:cNvPr id="109" name="Google Shape;109;p2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2363867" y="408601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Unidad 4: Matrices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117" name="Google Shape;117;p3"/>
          <p:cNvGrpSpPr/>
          <p:nvPr/>
        </p:nvGrpSpPr>
        <p:grpSpPr>
          <a:xfrm>
            <a:off x="1791551" y="2442168"/>
            <a:ext cx="14694422" cy="844899"/>
            <a:chOff x="0" y="0"/>
            <a:chExt cx="19592562" cy="1126532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" name="Google Shape;121;p3"/>
            <p:cNvSpPr/>
            <p:nvPr/>
          </p:nvSpPr>
          <p:spPr>
            <a:xfrm>
              <a:off x="175496" y="208226"/>
              <a:ext cx="713111" cy="740649"/>
            </a:xfrm>
            <a:custGeom>
              <a:rect b="b" l="l" r="r" t="t"/>
              <a:pathLst>
                <a:path extrusionOk="0" h="740649" w="713111">
                  <a:moveTo>
                    <a:pt x="0" y="0"/>
                  </a:moveTo>
                  <a:lnTo>
                    <a:pt x="713111" y="0"/>
                  </a:lnTo>
                  <a:lnTo>
                    <a:pt x="713111" y="740649"/>
                  </a:lnTo>
                  <a:lnTo>
                    <a:pt x="0" y="7406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1929" r="-1929" t="0"/>
              </a:stretch>
            </a:blip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1110551" y="191841"/>
              <a:ext cx="6627223" cy="676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Avisos</a:t>
              </a:r>
              <a:endParaRPr/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1791551" y="4552173"/>
            <a:ext cx="14694422" cy="844899"/>
            <a:chOff x="0" y="0"/>
            <a:chExt cx="19592562" cy="1126532"/>
          </a:xfrm>
        </p:grpSpPr>
        <p:grpSp>
          <p:nvGrpSpPr>
            <p:cNvPr id="124" name="Google Shape;124;p3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3"/>
            <p:cNvSpPr/>
            <p:nvPr/>
          </p:nvSpPr>
          <p:spPr>
            <a:xfrm>
              <a:off x="179301" y="170704"/>
              <a:ext cx="755932" cy="785123"/>
            </a:xfrm>
            <a:custGeom>
              <a:rect b="b" l="l" r="r" t="t"/>
              <a:pathLst>
                <a:path extrusionOk="0" h="785123" w="755932">
                  <a:moveTo>
                    <a:pt x="0" y="0"/>
                  </a:moveTo>
                  <a:lnTo>
                    <a:pt x="755932" y="0"/>
                  </a:lnTo>
                  <a:lnTo>
                    <a:pt x="755932" y="785124"/>
                  </a:lnTo>
                  <a:lnTo>
                    <a:pt x="0" y="7851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1929" r="-1929" t="0"/>
              </a:stretch>
            </a:blipFill>
            <a:ln>
              <a:noFill/>
            </a:ln>
          </p:spPr>
        </p:sp>
        <p:sp>
          <p:nvSpPr>
            <p:cNvPr id="128" name="Google Shape;128;p3"/>
            <p:cNvSpPr txBox="1"/>
            <p:nvPr/>
          </p:nvSpPr>
          <p:spPr>
            <a:xfrm>
              <a:off x="1116476" y="191841"/>
              <a:ext cx="6627223" cy="676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Contenido</a:t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1796789" y="3252860"/>
            <a:ext cx="14667236" cy="674186"/>
            <a:chOff x="0" y="0"/>
            <a:chExt cx="34708895" cy="1595411"/>
          </a:xfrm>
        </p:grpSpPr>
        <p:sp>
          <p:nvSpPr>
            <p:cNvPr id="130" name="Google Shape;130;p3"/>
            <p:cNvSpPr/>
            <p:nvPr/>
          </p:nvSpPr>
          <p:spPr>
            <a:xfrm>
              <a:off x="31750" y="31750"/>
              <a:ext cx="34645395" cy="1531911"/>
            </a:xfrm>
            <a:custGeom>
              <a:rect b="b" l="l" r="r" t="t"/>
              <a:pathLst>
                <a:path extrusionOk="0"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0" y="0"/>
              <a:ext cx="34708895" cy="1595411"/>
            </a:xfrm>
            <a:custGeom>
              <a:rect b="b" l="l" r="r" t="t"/>
              <a:pathLst>
                <a:path extrusionOk="0"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3"/>
          <p:cNvSpPr/>
          <p:nvPr/>
        </p:nvSpPr>
        <p:spPr>
          <a:xfrm>
            <a:off x="1946487" y="3443533"/>
            <a:ext cx="399157" cy="297399"/>
          </a:xfrm>
          <a:custGeom>
            <a:rect b="b" l="l" r="r" t="t"/>
            <a:pathLst>
              <a:path extrusionOk="0" h="297399" w="399157">
                <a:moveTo>
                  <a:pt x="0" y="0"/>
                </a:moveTo>
                <a:lnTo>
                  <a:pt x="399158" y="0"/>
                </a:lnTo>
                <a:lnTo>
                  <a:pt x="399158" y="297399"/>
                </a:lnTo>
                <a:lnTo>
                  <a:pt x="0" y="297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7094" l="0" r="0" t="-17118"/>
            </a:stretch>
          </a:blipFill>
          <a:ln>
            <a:noFill/>
          </a:ln>
        </p:spPr>
      </p:sp>
      <p:grpSp>
        <p:nvGrpSpPr>
          <p:cNvPr id="133" name="Google Shape;133;p3"/>
          <p:cNvGrpSpPr/>
          <p:nvPr/>
        </p:nvGrpSpPr>
        <p:grpSpPr>
          <a:xfrm>
            <a:off x="1791551" y="5361957"/>
            <a:ext cx="14694421" cy="4312542"/>
            <a:chOff x="0" y="0"/>
            <a:chExt cx="34773229" cy="10205302"/>
          </a:xfrm>
        </p:grpSpPr>
        <p:sp>
          <p:nvSpPr>
            <p:cNvPr id="134" name="Google Shape;134;p3"/>
            <p:cNvSpPr/>
            <p:nvPr/>
          </p:nvSpPr>
          <p:spPr>
            <a:xfrm>
              <a:off x="31750" y="31750"/>
              <a:ext cx="34709726" cy="10141802"/>
            </a:xfrm>
            <a:custGeom>
              <a:rect b="b" l="l" r="r" t="t"/>
              <a:pathLst>
                <a:path extrusionOk="0" h="10141802" w="34709726">
                  <a:moveTo>
                    <a:pt x="34617019" y="10141802"/>
                  </a:moveTo>
                  <a:lnTo>
                    <a:pt x="92710" y="10141802"/>
                  </a:lnTo>
                  <a:cubicBezTo>
                    <a:pt x="41910" y="10141802"/>
                    <a:pt x="0" y="10099891"/>
                    <a:pt x="0" y="1004909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0047822"/>
                  </a:lnTo>
                  <a:cubicBezTo>
                    <a:pt x="34709726" y="10099891"/>
                    <a:pt x="34667819" y="10141802"/>
                    <a:pt x="34617019" y="10141802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0" y="0"/>
              <a:ext cx="34773229" cy="10205302"/>
            </a:xfrm>
            <a:custGeom>
              <a:rect b="b" l="l" r="r" t="t"/>
              <a:pathLst>
                <a:path extrusionOk="0" h="10205302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0080842"/>
                  </a:lnTo>
                  <a:cubicBezTo>
                    <a:pt x="34713537" y="10116402"/>
                    <a:pt x="34684326" y="10145612"/>
                    <a:pt x="34648769" y="10145612"/>
                  </a:cubicBezTo>
                  <a:lnTo>
                    <a:pt x="124460" y="10145612"/>
                  </a:lnTo>
                  <a:cubicBezTo>
                    <a:pt x="88900" y="10145612"/>
                    <a:pt x="59690" y="10116402"/>
                    <a:pt x="59690" y="1008084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080842"/>
                  </a:lnTo>
                  <a:cubicBezTo>
                    <a:pt x="0" y="10149422"/>
                    <a:pt x="55880" y="10205302"/>
                    <a:pt x="124460" y="10205302"/>
                  </a:cubicBezTo>
                  <a:lnTo>
                    <a:pt x="34648769" y="10205302"/>
                  </a:lnTo>
                  <a:cubicBezTo>
                    <a:pt x="34717348" y="10205302"/>
                    <a:pt x="34773229" y="10149422"/>
                    <a:pt x="34773229" y="10080842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2020298" y="5601215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37" name="Google Shape;137;p3"/>
          <p:cNvSpPr/>
          <p:nvPr/>
        </p:nvSpPr>
        <p:spPr>
          <a:xfrm>
            <a:off x="2020298" y="6095558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38" name="Google Shape;138;p3"/>
          <p:cNvSpPr/>
          <p:nvPr/>
        </p:nvSpPr>
        <p:spPr>
          <a:xfrm>
            <a:off x="2020298" y="7612300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39" name="Google Shape;139;p3"/>
          <p:cNvSpPr/>
          <p:nvPr/>
        </p:nvSpPr>
        <p:spPr>
          <a:xfrm>
            <a:off x="2020298" y="8106643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0" name="Google Shape;140;p3"/>
          <p:cNvSpPr/>
          <p:nvPr/>
        </p:nvSpPr>
        <p:spPr>
          <a:xfrm>
            <a:off x="2020298" y="8600987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grpSp>
        <p:nvGrpSpPr>
          <p:cNvPr id="141" name="Google Shape;141;p3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142" name="Google Shape;142;p3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3"/>
          <p:cNvSpPr/>
          <p:nvPr/>
        </p:nvSpPr>
        <p:spPr>
          <a:xfrm>
            <a:off x="2020298" y="7085201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5" name="Google Shape;145;p3"/>
          <p:cNvSpPr/>
          <p:nvPr/>
        </p:nvSpPr>
        <p:spPr>
          <a:xfrm>
            <a:off x="2020298" y="6606757"/>
            <a:ext cx="251535" cy="294318"/>
          </a:xfrm>
          <a:custGeom>
            <a:rect b="b" l="l" r="r" t="t"/>
            <a:pathLst>
              <a:path extrusionOk="0"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65" l="-7897" r="-10917" t="-479"/>
            </a:stretch>
          </a:blip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>
            <a:off x="6867262" y="858466"/>
            <a:ext cx="863809" cy="863809"/>
          </a:xfrm>
          <a:custGeom>
            <a:rect b="b" l="l" r="r" t="t"/>
            <a:pathLst>
              <a:path extrusionOk="0" h="863809" w="863809">
                <a:moveTo>
                  <a:pt x="0" y="0"/>
                </a:moveTo>
                <a:lnTo>
                  <a:pt x="863809" y="0"/>
                </a:lnTo>
                <a:lnTo>
                  <a:pt x="863809" y="863809"/>
                </a:lnTo>
                <a:lnTo>
                  <a:pt x="0" y="863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 txBox="1"/>
          <p:nvPr/>
        </p:nvSpPr>
        <p:spPr>
          <a:xfrm>
            <a:off x="2422800" y="3286574"/>
            <a:ext cx="5308271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Foro Semana 6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2422800" y="5408632"/>
            <a:ext cx="5308271" cy="3483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Matriz Dispersa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Conceptos Claves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de la Semana</a:t>
            </a:r>
            <a:endParaRPr/>
          </a:p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155" name="Google Shape;155;p4"/>
          <p:cNvGrpSpPr/>
          <p:nvPr/>
        </p:nvGrpSpPr>
        <p:grpSpPr>
          <a:xfrm>
            <a:off x="1791551" y="2442168"/>
            <a:ext cx="14694422" cy="844899"/>
            <a:chOff x="0" y="0"/>
            <a:chExt cx="19592562" cy="1126532"/>
          </a:xfrm>
        </p:grpSpPr>
        <p:grpSp>
          <p:nvGrpSpPr>
            <p:cNvPr id="156" name="Google Shape;156;p4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" name="Google Shape;159;p4"/>
            <p:cNvSpPr txBox="1"/>
            <p:nvPr/>
          </p:nvSpPr>
          <p:spPr>
            <a:xfrm>
              <a:off x="1110551" y="191791"/>
              <a:ext cx="662722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Videos</a:t>
              </a:r>
              <a:endParaRPr/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1791551" y="4552173"/>
            <a:ext cx="14694422" cy="844899"/>
            <a:chOff x="0" y="0"/>
            <a:chExt cx="16067987" cy="923876"/>
          </a:xfrm>
        </p:grpSpPr>
        <p:sp>
          <p:nvSpPr>
            <p:cNvPr id="161" name="Google Shape;161;p4"/>
            <p:cNvSpPr/>
            <p:nvPr/>
          </p:nvSpPr>
          <p:spPr>
            <a:xfrm>
              <a:off x="31750" y="31750"/>
              <a:ext cx="16004487" cy="860376"/>
            </a:xfrm>
            <a:custGeom>
              <a:rect b="b" l="l" r="r" t="t"/>
              <a:pathLst>
                <a:path extrusionOk="0"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0" y="0"/>
              <a:ext cx="16067987" cy="923876"/>
            </a:xfrm>
            <a:custGeom>
              <a:rect b="b" l="l" r="r" t="t"/>
              <a:pathLst>
                <a:path extrusionOk="0"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1796789" y="3252860"/>
            <a:ext cx="14667236" cy="674186"/>
            <a:chOff x="0" y="0"/>
            <a:chExt cx="34708895" cy="1595411"/>
          </a:xfrm>
        </p:grpSpPr>
        <p:sp>
          <p:nvSpPr>
            <p:cNvPr id="164" name="Google Shape;164;p4"/>
            <p:cNvSpPr/>
            <p:nvPr/>
          </p:nvSpPr>
          <p:spPr>
            <a:xfrm>
              <a:off x="31750" y="31750"/>
              <a:ext cx="34645395" cy="1531911"/>
            </a:xfrm>
            <a:custGeom>
              <a:rect b="b" l="l" r="r" t="t"/>
              <a:pathLst>
                <a:path extrusionOk="0"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0" y="0"/>
              <a:ext cx="34708895" cy="1595411"/>
            </a:xfrm>
            <a:custGeom>
              <a:rect b="b" l="l" r="r" t="t"/>
              <a:pathLst>
                <a:path extrusionOk="0"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791551" y="5361957"/>
            <a:ext cx="14694421" cy="749856"/>
            <a:chOff x="0" y="0"/>
            <a:chExt cx="34773229" cy="1774477"/>
          </a:xfrm>
        </p:grpSpPr>
        <p:sp>
          <p:nvSpPr>
            <p:cNvPr id="167" name="Google Shape;167;p4"/>
            <p:cNvSpPr/>
            <p:nvPr/>
          </p:nvSpPr>
          <p:spPr>
            <a:xfrm>
              <a:off x="31750" y="31750"/>
              <a:ext cx="34709726" cy="1710977"/>
            </a:xfrm>
            <a:custGeom>
              <a:rect b="b" l="l" r="r" t="t"/>
              <a:pathLst>
                <a:path extrusionOk="0" h="1710977" w="34709726">
                  <a:moveTo>
                    <a:pt x="34617019" y="1710977"/>
                  </a:moveTo>
                  <a:lnTo>
                    <a:pt x="92710" y="1710977"/>
                  </a:lnTo>
                  <a:cubicBezTo>
                    <a:pt x="41910" y="1710977"/>
                    <a:pt x="0" y="1669067"/>
                    <a:pt x="0" y="16182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616997"/>
                  </a:lnTo>
                  <a:cubicBezTo>
                    <a:pt x="34709726" y="1669067"/>
                    <a:pt x="34667819" y="1710977"/>
                    <a:pt x="34617019" y="171097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0" y="0"/>
              <a:ext cx="34773229" cy="1774477"/>
            </a:xfrm>
            <a:custGeom>
              <a:rect b="b" l="l" r="r" t="t"/>
              <a:pathLst>
                <a:path extrusionOk="0" h="1774477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650017"/>
                  </a:lnTo>
                  <a:cubicBezTo>
                    <a:pt x="34713537" y="1685577"/>
                    <a:pt x="34684326" y="1714787"/>
                    <a:pt x="34648769" y="1714787"/>
                  </a:cubicBezTo>
                  <a:lnTo>
                    <a:pt x="124460" y="1714787"/>
                  </a:lnTo>
                  <a:cubicBezTo>
                    <a:pt x="88900" y="1714787"/>
                    <a:pt x="59690" y="1685577"/>
                    <a:pt x="59690" y="16500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50017"/>
                  </a:lnTo>
                  <a:cubicBezTo>
                    <a:pt x="0" y="1718597"/>
                    <a:pt x="55880" y="1774477"/>
                    <a:pt x="124460" y="1774477"/>
                  </a:cubicBezTo>
                  <a:lnTo>
                    <a:pt x="34648769" y="1774477"/>
                  </a:lnTo>
                  <a:cubicBezTo>
                    <a:pt x="34717348" y="1774477"/>
                    <a:pt x="34773229" y="1718597"/>
                    <a:pt x="34773229" y="1650017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170" name="Google Shape;170;p4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4"/>
          <p:cNvSpPr/>
          <p:nvPr/>
        </p:nvSpPr>
        <p:spPr>
          <a:xfrm>
            <a:off x="1946487" y="2607466"/>
            <a:ext cx="514303" cy="514303"/>
          </a:xfrm>
          <a:custGeom>
            <a:rect b="b" l="l" r="r" t="t"/>
            <a:pathLst>
              <a:path extrusionOk="0"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4"/>
          <p:cNvSpPr/>
          <p:nvPr/>
        </p:nvSpPr>
        <p:spPr>
          <a:xfrm>
            <a:off x="1956667" y="3397887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32" l="0" r="0" t="-18174"/>
            </a:stretch>
          </a:blipFill>
          <a:ln>
            <a:noFill/>
          </a:ln>
        </p:spPr>
      </p:sp>
      <p:sp>
        <p:nvSpPr>
          <p:cNvPr id="174" name="Google Shape;174;p4"/>
          <p:cNvSpPr/>
          <p:nvPr/>
        </p:nvSpPr>
        <p:spPr>
          <a:xfrm>
            <a:off x="1918748" y="4703601"/>
            <a:ext cx="542043" cy="542043"/>
          </a:xfrm>
          <a:custGeom>
            <a:rect b="b" l="l" r="r" t="t"/>
            <a:pathLst>
              <a:path extrusionOk="0" h="542043" w="542043">
                <a:moveTo>
                  <a:pt x="0" y="0"/>
                </a:moveTo>
                <a:lnTo>
                  <a:pt x="542043" y="0"/>
                </a:lnTo>
                <a:lnTo>
                  <a:pt x="542043" y="542043"/>
                </a:lnTo>
                <a:lnTo>
                  <a:pt x="0" y="542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4"/>
          <p:cNvSpPr/>
          <p:nvPr/>
        </p:nvSpPr>
        <p:spPr>
          <a:xfrm>
            <a:off x="1918748" y="5529507"/>
            <a:ext cx="418673" cy="414756"/>
          </a:xfrm>
          <a:custGeom>
            <a:rect b="b" l="l" r="r" t="t"/>
            <a:pathLst>
              <a:path extrusionOk="0" h="414756" w="418673">
                <a:moveTo>
                  <a:pt x="0" y="0"/>
                </a:moveTo>
                <a:lnTo>
                  <a:pt x="418673" y="0"/>
                </a:lnTo>
                <a:lnTo>
                  <a:pt x="418673" y="414756"/>
                </a:lnTo>
                <a:lnTo>
                  <a:pt x="0" y="414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44436" r="-44253" t="0"/>
            </a:stretch>
          </a:blipFill>
          <a:ln>
            <a:noFill/>
          </a:ln>
        </p:spPr>
      </p:sp>
      <p:sp>
        <p:nvSpPr>
          <p:cNvPr id="176" name="Google Shape;176;p4"/>
          <p:cNvSpPr/>
          <p:nvPr/>
        </p:nvSpPr>
        <p:spPr>
          <a:xfrm>
            <a:off x="6361649" y="834837"/>
            <a:ext cx="911068" cy="911068"/>
          </a:xfrm>
          <a:custGeom>
            <a:rect b="b" l="l" r="r" t="t"/>
            <a:pathLst>
              <a:path extrusionOk="0" h="911068" w="911068">
                <a:moveTo>
                  <a:pt x="0" y="0"/>
                </a:moveTo>
                <a:lnTo>
                  <a:pt x="911068" y="0"/>
                </a:lnTo>
                <a:lnTo>
                  <a:pt x="911068" y="911068"/>
                </a:lnTo>
                <a:lnTo>
                  <a:pt x="0" y="91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4"/>
          <p:cNvSpPr txBox="1"/>
          <p:nvPr/>
        </p:nvSpPr>
        <p:spPr>
          <a:xfrm>
            <a:off x="2575026" y="4679347"/>
            <a:ext cx="4970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Cuestionarios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2627551" y="3286574"/>
            <a:ext cx="13202142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Matriz Dispersa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2518915" y="5408632"/>
            <a:ext cx="13310779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https://quizziz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RECURSOS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186" name="Google Shape;186;p5"/>
          <p:cNvGrpSpPr/>
          <p:nvPr/>
        </p:nvGrpSpPr>
        <p:grpSpPr>
          <a:xfrm>
            <a:off x="1796789" y="2584719"/>
            <a:ext cx="14667236" cy="6673581"/>
            <a:chOff x="0" y="0"/>
            <a:chExt cx="34708895" cy="15792520"/>
          </a:xfrm>
        </p:grpSpPr>
        <p:sp>
          <p:nvSpPr>
            <p:cNvPr id="187" name="Google Shape;187;p5"/>
            <p:cNvSpPr/>
            <p:nvPr/>
          </p:nvSpPr>
          <p:spPr>
            <a:xfrm>
              <a:off x="31750" y="31750"/>
              <a:ext cx="34645395" cy="15729020"/>
            </a:xfrm>
            <a:custGeom>
              <a:rect b="b" l="l" r="r" t="t"/>
              <a:pathLst>
                <a:path extrusionOk="0"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0" y="0"/>
              <a:ext cx="34708895" cy="15792520"/>
            </a:xfrm>
            <a:custGeom>
              <a:rect b="b" l="l" r="r" t="t"/>
              <a:pathLst>
                <a:path extrusionOk="0"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190" name="Google Shape;190;p5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5"/>
          <p:cNvSpPr/>
          <p:nvPr/>
        </p:nvSpPr>
        <p:spPr>
          <a:xfrm>
            <a:off x="1945739" y="2954357"/>
            <a:ext cx="535323" cy="535323"/>
          </a:xfrm>
          <a:custGeom>
            <a:rect b="b" l="l" r="r" t="t"/>
            <a:pathLst>
              <a:path extrusionOk="0" h="535323" w="535323">
                <a:moveTo>
                  <a:pt x="0" y="0"/>
                </a:moveTo>
                <a:lnTo>
                  <a:pt x="535323" y="0"/>
                </a:lnTo>
                <a:lnTo>
                  <a:pt x="535323" y="535323"/>
                </a:lnTo>
                <a:lnTo>
                  <a:pt x="0" y="535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5"/>
          <p:cNvSpPr/>
          <p:nvPr/>
        </p:nvSpPr>
        <p:spPr>
          <a:xfrm>
            <a:off x="5645369" y="870220"/>
            <a:ext cx="840302" cy="840302"/>
          </a:xfrm>
          <a:custGeom>
            <a:rect b="b" l="l" r="r" t="t"/>
            <a:pathLst>
              <a:path extrusionOk="0" h="840302" w="840302">
                <a:moveTo>
                  <a:pt x="0" y="0"/>
                </a:moveTo>
                <a:lnTo>
                  <a:pt x="840302" y="0"/>
                </a:lnTo>
                <a:lnTo>
                  <a:pt x="840302" y="840302"/>
                </a:lnTo>
                <a:lnTo>
                  <a:pt x="0" y="8403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5"/>
          <p:cNvSpPr txBox="1"/>
          <p:nvPr/>
        </p:nvSpPr>
        <p:spPr>
          <a:xfrm>
            <a:off x="2652972" y="3011507"/>
            <a:ext cx="13120586" cy="1876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 algoritmos de búsqueda, ordenamiento y comprensión de datos integrando análisis de complejidad y estructuras eficientes para mejorar el rendimiento en el procesamiento de información.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COMPETENCIAS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201" name="Google Shape;201;p6"/>
          <p:cNvGrpSpPr/>
          <p:nvPr/>
        </p:nvGrpSpPr>
        <p:grpSpPr>
          <a:xfrm>
            <a:off x="1145896" y="4570201"/>
            <a:ext cx="15996208" cy="1146598"/>
            <a:chOff x="0" y="0"/>
            <a:chExt cx="17491459" cy="1253777"/>
          </a:xfrm>
        </p:grpSpPr>
        <p:sp>
          <p:nvSpPr>
            <p:cNvPr id="202" name="Google Shape;202;p6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6"/>
          <p:cNvSpPr txBox="1"/>
          <p:nvPr/>
        </p:nvSpPr>
        <p:spPr>
          <a:xfrm>
            <a:off x="2481062" y="465931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Matriz Dispersa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15721527" y="0"/>
            <a:ext cx="2566473" cy="2311420"/>
          </a:xfrm>
          <a:custGeom>
            <a:rect b="b" l="l" r="r" t="t"/>
            <a:pathLst>
              <a:path extrusionOk="0" h="2311420" w="2566473">
                <a:moveTo>
                  <a:pt x="0" y="0"/>
                </a:moveTo>
                <a:lnTo>
                  <a:pt x="2566473" y="0"/>
                </a:lnTo>
                <a:lnTo>
                  <a:pt x="2566473" y="2311420"/>
                </a:lnTo>
                <a:lnTo>
                  <a:pt x="0" y="2311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211" name="Google Shape;211;p7"/>
          <p:cNvSpPr/>
          <p:nvPr/>
        </p:nvSpPr>
        <p:spPr>
          <a:xfrm>
            <a:off x="1969737" y="1818466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2" name="Google Shape;212;p7"/>
          <p:cNvGrpSpPr/>
          <p:nvPr/>
        </p:nvGrpSpPr>
        <p:grpSpPr>
          <a:xfrm>
            <a:off x="1652803" y="1405985"/>
            <a:ext cx="14694422" cy="1008859"/>
            <a:chOff x="0" y="0"/>
            <a:chExt cx="16067987" cy="1103162"/>
          </a:xfrm>
        </p:grpSpPr>
        <p:sp>
          <p:nvSpPr>
            <p:cNvPr id="213" name="Google Shape;213;p7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7"/>
          <p:cNvGrpSpPr/>
          <p:nvPr/>
        </p:nvGrpSpPr>
        <p:grpSpPr>
          <a:xfrm>
            <a:off x="1652803" y="2311760"/>
            <a:ext cx="14694421" cy="1826773"/>
            <a:chOff x="0" y="0"/>
            <a:chExt cx="34773229" cy="4322919"/>
          </a:xfrm>
        </p:grpSpPr>
        <p:sp>
          <p:nvSpPr>
            <p:cNvPr id="216" name="Google Shape;216;p7"/>
            <p:cNvSpPr/>
            <p:nvPr/>
          </p:nvSpPr>
          <p:spPr>
            <a:xfrm>
              <a:off x="31750" y="31750"/>
              <a:ext cx="34709726" cy="4259419"/>
            </a:xfrm>
            <a:custGeom>
              <a:rect b="b" l="l" r="r" t="t"/>
              <a:pathLst>
                <a:path extrusionOk="0" h="4259419" w="34709726">
                  <a:moveTo>
                    <a:pt x="34617019" y="4259419"/>
                  </a:moveTo>
                  <a:lnTo>
                    <a:pt x="92710" y="4259419"/>
                  </a:lnTo>
                  <a:cubicBezTo>
                    <a:pt x="41910" y="4259419"/>
                    <a:pt x="0" y="4217509"/>
                    <a:pt x="0" y="416670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4165439"/>
                  </a:lnTo>
                  <a:cubicBezTo>
                    <a:pt x="34709726" y="4217509"/>
                    <a:pt x="34667819" y="4259419"/>
                    <a:pt x="34617019" y="4259419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0" y="0"/>
              <a:ext cx="34773229" cy="4322919"/>
            </a:xfrm>
            <a:custGeom>
              <a:rect b="b" l="l" r="r" t="t"/>
              <a:pathLst>
                <a:path extrusionOk="0" h="4322919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4198459"/>
                  </a:lnTo>
                  <a:cubicBezTo>
                    <a:pt x="34713537" y="4234019"/>
                    <a:pt x="34684326" y="4263229"/>
                    <a:pt x="34648769" y="4263229"/>
                  </a:cubicBezTo>
                  <a:lnTo>
                    <a:pt x="124460" y="4263229"/>
                  </a:lnTo>
                  <a:cubicBezTo>
                    <a:pt x="88900" y="4263229"/>
                    <a:pt x="59690" y="4234019"/>
                    <a:pt x="59690" y="419845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198459"/>
                  </a:lnTo>
                  <a:cubicBezTo>
                    <a:pt x="0" y="4267039"/>
                    <a:pt x="55880" y="4322919"/>
                    <a:pt x="124460" y="4322919"/>
                  </a:cubicBezTo>
                  <a:lnTo>
                    <a:pt x="34648769" y="4322919"/>
                  </a:lnTo>
                  <a:cubicBezTo>
                    <a:pt x="34717348" y="4322919"/>
                    <a:pt x="34773229" y="4267039"/>
                    <a:pt x="34773229" y="4198459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7"/>
          <p:cNvSpPr/>
          <p:nvPr/>
        </p:nvSpPr>
        <p:spPr>
          <a:xfrm>
            <a:off x="7397976" y="1649132"/>
            <a:ext cx="522565" cy="522565"/>
          </a:xfrm>
          <a:custGeom>
            <a:rect b="b" l="l" r="r" t="t"/>
            <a:pathLst>
              <a:path extrusionOk="0" h="522565" w="522565">
                <a:moveTo>
                  <a:pt x="0" y="0"/>
                </a:moveTo>
                <a:lnTo>
                  <a:pt x="522566" y="0"/>
                </a:lnTo>
                <a:lnTo>
                  <a:pt x="522566" y="522565"/>
                </a:lnTo>
                <a:lnTo>
                  <a:pt x="0" y="52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7"/>
          <p:cNvSpPr/>
          <p:nvPr/>
        </p:nvSpPr>
        <p:spPr>
          <a:xfrm>
            <a:off x="3713108" y="5352566"/>
            <a:ext cx="4207434" cy="3537782"/>
          </a:xfrm>
          <a:custGeom>
            <a:rect b="b" l="l" r="r" t="t"/>
            <a:pathLst>
              <a:path extrusionOk="0" h="3537782" w="4207434">
                <a:moveTo>
                  <a:pt x="0" y="0"/>
                </a:moveTo>
                <a:lnTo>
                  <a:pt x="4207434" y="0"/>
                </a:lnTo>
                <a:lnTo>
                  <a:pt x="4207434" y="3537783"/>
                </a:lnTo>
                <a:lnTo>
                  <a:pt x="0" y="353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>
            <a:off x="9407161" y="5290654"/>
            <a:ext cx="4065647" cy="3661607"/>
          </a:xfrm>
          <a:custGeom>
            <a:rect b="b" l="l" r="r" t="t"/>
            <a:pathLst>
              <a:path extrusionOk="0" h="3661607" w="4065647">
                <a:moveTo>
                  <a:pt x="0" y="0"/>
                </a:moveTo>
                <a:lnTo>
                  <a:pt x="4065647" y="0"/>
                </a:lnTo>
                <a:lnTo>
                  <a:pt x="4065647" y="3661607"/>
                </a:lnTo>
                <a:lnTo>
                  <a:pt x="0" y="3661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7"/>
          <p:cNvSpPr txBox="1"/>
          <p:nvPr/>
        </p:nvSpPr>
        <p:spPr>
          <a:xfrm>
            <a:off x="2594656" y="1450609"/>
            <a:ext cx="13368147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Concepto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1969737" y="2356544"/>
            <a:ext cx="13993066" cy="2934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matriz en la que la mayoría de sus elementos son cero. Se usa para ahorrar espacio y mejorar eficiencia cuando hay pocos datos no nulos.</a:t>
            </a:r>
            <a:endParaRPr/>
          </a:p>
          <a:p>
            <a:pPr indent="0" lvl="0" marL="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228" name="Google Shape;228;p8"/>
          <p:cNvGrpSpPr/>
          <p:nvPr/>
        </p:nvGrpSpPr>
        <p:grpSpPr>
          <a:xfrm>
            <a:off x="1796789" y="2584719"/>
            <a:ext cx="14667236" cy="6673581"/>
            <a:chOff x="0" y="0"/>
            <a:chExt cx="34708895" cy="15792520"/>
          </a:xfrm>
        </p:grpSpPr>
        <p:sp>
          <p:nvSpPr>
            <p:cNvPr id="229" name="Google Shape;229;p8"/>
            <p:cNvSpPr/>
            <p:nvPr/>
          </p:nvSpPr>
          <p:spPr>
            <a:xfrm>
              <a:off x="31750" y="31750"/>
              <a:ext cx="34645395" cy="15729020"/>
            </a:xfrm>
            <a:custGeom>
              <a:rect b="b" l="l" r="r" t="t"/>
              <a:pathLst>
                <a:path extrusionOk="0"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0" y="0"/>
              <a:ext cx="34708895" cy="15792520"/>
            </a:xfrm>
            <a:custGeom>
              <a:rect b="b" l="l" r="r" t="t"/>
              <a:pathLst>
                <a:path extrusionOk="0"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8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2" name="Google Shape;232;p8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233" name="Google Shape;233;p8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8"/>
          <p:cNvSpPr/>
          <p:nvPr/>
        </p:nvSpPr>
        <p:spPr>
          <a:xfrm>
            <a:off x="6377959" y="963221"/>
            <a:ext cx="603251" cy="603251"/>
          </a:xfrm>
          <a:custGeom>
            <a:rect b="b" l="l" r="r" t="t"/>
            <a:pathLst>
              <a:path extrusionOk="0"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8"/>
          <p:cNvSpPr/>
          <p:nvPr/>
        </p:nvSpPr>
        <p:spPr>
          <a:xfrm>
            <a:off x="2113723" y="3042530"/>
            <a:ext cx="343148" cy="343148"/>
          </a:xfrm>
          <a:custGeom>
            <a:rect b="b" l="l" r="r" t="t"/>
            <a:pathLst>
              <a:path extrusionOk="0"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8"/>
          <p:cNvSpPr txBox="1"/>
          <p:nvPr/>
        </p:nvSpPr>
        <p:spPr>
          <a:xfrm>
            <a:off x="2652972" y="3011507"/>
            <a:ext cx="13120586" cy="224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Tiene muchos ceros y pocos elementos significativos (no nulos).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representa con estructuras especiales para evitar almacenar ceros.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Común en problemas de álgebra lineal, grafos, inteligencia artificial, etc.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2467959" y="887021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Caracteristicas</a:t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2113723" y="3806596"/>
            <a:ext cx="343148" cy="343148"/>
          </a:xfrm>
          <a:custGeom>
            <a:rect b="b" l="l" r="r" t="t"/>
            <a:pathLst>
              <a:path extrusionOk="0"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8"/>
          <p:cNvSpPr/>
          <p:nvPr/>
        </p:nvSpPr>
        <p:spPr>
          <a:xfrm>
            <a:off x="2113723" y="4568844"/>
            <a:ext cx="343148" cy="343148"/>
          </a:xfrm>
          <a:custGeom>
            <a:rect b="b" l="l" r="r" t="t"/>
            <a:pathLst>
              <a:path extrusionOk="0"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246" name="Google Shape;246;p9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9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248" name="Google Shape;248;p9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9"/>
          <p:cNvSpPr/>
          <p:nvPr/>
        </p:nvSpPr>
        <p:spPr>
          <a:xfrm>
            <a:off x="1125651" y="3052960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1" name="Google Shape;251;p9"/>
          <p:cNvGrpSpPr/>
          <p:nvPr/>
        </p:nvGrpSpPr>
        <p:grpSpPr>
          <a:xfrm>
            <a:off x="808717" y="2304511"/>
            <a:ext cx="5095340" cy="1344827"/>
            <a:chOff x="0" y="0"/>
            <a:chExt cx="5571628" cy="1470535"/>
          </a:xfrm>
        </p:grpSpPr>
        <p:sp>
          <p:nvSpPr>
            <p:cNvPr id="252" name="Google Shape;252;p9"/>
            <p:cNvSpPr/>
            <p:nvPr/>
          </p:nvSpPr>
          <p:spPr>
            <a:xfrm>
              <a:off x="31750" y="31750"/>
              <a:ext cx="5508128" cy="1407035"/>
            </a:xfrm>
            <a:custGeom>
              <a:rect b="b" l="l" r="r" t="t"/>
              <a:pathLst>
                <a:path extrusionOk="0" h="1407035" w="5508128">
                  <a:moveTo>
                    <a:pt x="5415418" y="1407035"/>
                  </a:moveTo>
                  <a:lnTo>
                    <a:pt x="92710" y="1407035"/>
                  </a:lnTo>
                  <a:cubicBezTo>
                    <a:pt x="41910" y="1407035"/>
                    <a:pt x="0" y="1365125"/>
                    <a:pt x="0" y="131432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414148" y="0"/>
                  </a:lnTo>
                  <a:cubicBezTo>
                    <a:pt x="5464948" y="0"/>
                    <a:pt x="5506858" y="41910"/>
                    <a:pt x="5506858" y="92710"/>
                  </a:cubicBezTo>
                  <a:lnTo>
                    <a:pt x="5506858" y="1313055"/>
                  </a:lnTo>
                  <a:cubicBezTo>
                    <a:pt x="5508128" y="1365125"/>
                    <a:pt x="5466218" y="1407035"/>
                    <a:pt x="5415418" y="1407035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0" y="0"/>
              <a:ext cx="5571628" cy="1470535"/>
            </a:xfrm>
            <a:custGeom>
              <a:rect b="b" l="l" r="r" t="t"/>
              <a:pathLst>
                <a:path extrusionOk="0" h="1470535" w="5571628">
                  <a:moveTo>
                    <a:pt x="5447168" y="59690"/>
                  </a:moveTo>
                  <a:cubicBezTo>
                    <a:pt x="5482728" y="59690"/>
                    <a:pt x="5511938" y="88900"/>
                    <a:pt x="5511938" y="124460"/>
                  </a:cubicBezTo>
                  <a:lnTo>
                    <a:pt x="5511938" y="1346075"/>
                  </a:lnTo>
                  <a:cubicBezTo>
                    <a:pt x="5511938" y="1381635"/>
                    <a:pt x="5482728" y="1410845"/>
                    <a:pt x="5447168" y="1410845"/>
                  </a:cubicBezTo>
                  <a:lnTo>
                    <a:pt x="124460" y="1410845"/>
                  </a:lnTo>
                  <a:cubicBezTo>
                    <a:pt x="88900" y="1410845"/>
                    <a:pt x="59690" y="1381635"/>
                    <a:pt x="59690" y="134607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447168" y="59690"/>
                  </a:lnTo>
                  <a:moveTo>
                    <a:pt x="544716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46075"/>
                  </a:lnTo>
                  <a:cubicBezTo>
                    <a:pt x="0" y="1414655"/>
                    <a:pt x="55880" y="1470535"/>
                    <a:pt x="124460" y="1470535"/>
                  </a:cubicBezTo>
                  <a:lnTo>
                    <a:pt x="5447168" y="1470535"/>
                  </a:lnTo>
                  <a:cubicBezTo>
                    <a:pt x="5515748" y="1470535"/>
                    <a:pt x="5571628" y="1414655"/>
                    <a:pt x="5571628" y="1346075"/>
                  </a:cubicBezTo>
                  <a:lnTo>
                    <a:pt x="5571628" y="124460"/>
                  </a:lnTo>
                  <a:cubicBezTo>
                    <a:pt x="5571628" y="55880"/>
                    <a:pt x="5515748" y="0"/>
                    <a:pt x="5447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9"/>
          <p:cNvGrpSpPr/>
          <p:nvPr/>
        </p:nvGrpSpPr>
        <p:grpSpPr>
          <a:xfrm>
            <a:off x="808717" y="3598023"/>
            <a:ext cx="5095340" cy="6124232"/>
            <a:chOff x="0" y="0"/>
            <a:chExt cx="12057733" cy="14492529"/>
          </a:xfrm>
        </p:grpSpPr>
        <p:sp>
          <p:nvSpPr>
            <p:cNvPr id="255" name="Google Shape;255;p9"/>
            <p:cNvSpPr/>
            <p:nvPr/>
          </p:nvSpPr>
          <p:spPr>
            <a:xfrm>
              <a:off x="31750" y="31750"/>
              <a:ext cx="11994233" cy="14429029"/>
            </a:xfrm>
            <a:custGeom>
              <a:rect b="b" l="l" r="r" t="t"/>
              <a:pathLst>
                <a:path extrusionOk="0" h="14429029" w="11994233">
                  <a:moveTo>
                    <a:pt x="11901523" y="14429029"/>
                  </a:moveTo>
                  <a:lnTo>
                    <a:pt x="92710" y="14429029"/>
                  </a:lnTo>
                  <a:cubicBezTo>
                    <a:pt x="41910" y="14429029"/>
                    <a:pt x="0" y="14387119"/>
                    <a:pt x="0" y="1433631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1900253" y="0"/>
                  </a:lnTo>
                  <a:cubicBezTo>
                    <a:pt x="11951053" y="0"/>
                    <a:pt x="11992963" y="41910"/>
                    <a:pt x="11992963" y="92710"/>
                  </a:cubicBezTo>
                  <a:lnTo>
                    <a:pt x="11992963" y="14335049"/>
                  </a:lnTo>
                  <a:cubicBezTo>
                    <a:pt x="11994233" y="14387119"/>
                    <a:pt x="11952323" y="14429029"/>
                    <a:pt x="11901523" y="14429029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0" y="0"/>
              <a:ext cx="12057733" cy="14492529"/>
            </a:xfrm>
            <a:custGeom>
              <a:rect b="b" l="l" r="r" t="t"/>
              <a:pathLst>
                <a:path extrusionOk="0" h="14492529" w="12057733">
                  <a:moveTo>
                    <a:pt x="11933273" y="59690"/>
                  </a:moveTo>
                  <a:cubicBezTo>
                    <a:pt x="11968833" y="59690"/>
                    <a:pt x="11998043" y="88900"/>
                    <a:pt x="11998043" y="124460"/>
                  </a:cubicBezTo>
                  <a:lnTo>
                    <a:pt x="11998043" y="14368069"/>
                  </a:lnTo>
                  <a:cubicBezTo>
                    <a:pt x="11998043" y="14403629"/>
                    <a:pt x="11968833" y="14432838"/>
                    <a:pt x="11933273" y="14432838"/>
                  </a:cubicBezTo>
                  <a:lnTo>
                    <a:pt x="124460" y="14432838"/>
                  </a:lnTo>
                  <a:cubicBezTo>
                    <a:pt x="88900" y="14432838"/>
                    <a:pt x="59690" y="14403629"/>
                    <a:pt x="59690" y="1436806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933273" y="59690"/>
                  </a:lnTo>
                  <a:moveTo>
                    <a:pt x="1193327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368069"/>
                  </a:lnTo>
                  <a:cubicBezTo>
                    <a:pt x="0" y="14436649"/>
                    <a:pt x="55880" y="14492529"/>
                    <a:pt x="124460" y="14492529"/>
                  </a:cubicBezTo>
                  <a:lnTo>
                    <a:pt x="11933273" y="14492529"/>
                  </a:lnTo>
                  <a:cubicBezTo>
                    <a:pt x="12001853" y="14492529"/>
                    <a:pt x="12057733" y="14436649"/>
                    <a:pt x="12057733" y="14368069"/>
                  </a:cubicBezTo>
                  <a:lnTo>
                    <a:pt x="12057733" y="124460"/>
                  </a:lnTo>
                  <a:cubicBezTo>
                    <a:pt x="12057733" y="55880"/>
                    <a:pt x="12001853" y="0"/>
                    <a:pt x="119332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9"/>
          <p:cNvSpPr/>
          <p:nvPr/>
        </p:nvSpPr>
        <p:spPr>
          <a:xfrm>
            <a:off x="7695488" y="989456"/>
            <a:ext cx="637216" cy="637216"/>
          </a:xfrm>
          <a:custGeom>
            <a:rect b="b" l="l" r="r" t="t"/>
            <a:pathLst>
              <a:path extrusionOk="0" h="637216" w="637216">
                <a:moveTo>
                  <a:pt x="0" y="0"/>
                </a:moveTo>
                <a:lnTo>
                  <a:pt x="637216" y="0"/>
                </a:lnTo>
                <a:lnTo>
                  <a:pt x="637216" y="637216"/>
                </a:lnTo>
                <a:lnTo>
                  <a:pt x="0" y="637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9"/>
          <p:cNvSpPr/>
          <p:nvPr/>
        </p:nvSpPr>
        <p:spPr>
          <a:xfrm>
            <a:off x="17582231" y="0"/>
            <a:ext cx="705769" cy="705769"/>
          </a:xfrm>
          <a:custGeom>
            <a:rect b="b" l="l" r="r" t="t"/>
            <a:pathLst>
              <a:path extrusionOk="0" h="705769" w="705769">
                <a:moveTo>
                  <a:pt x="0" y="0"/>
                </a:moveTo>
                <a:lnTo>
                  <a:pt x="705769" y="0"/>
                </a:lnTo>
                <a:lnTo>
                  <a:pt x="705769" y="705769"/>
                </a:lnTo>
                <a:lnTo>
                  <a:pt x="0" y="705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9"/>
          <p:cNvSpPr/>
          <p:nvPr/>
        </p:nvSpPr>
        <p:spPr>
          <a:xfrm>
            <a:off x="6913264" y="3052960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9"/>
          <p:cNvGrpSpPr/>
          <p:nvPr/>
        </p:nvGrpSpPr>
        <p:grpSpPr>
          <a:xfrm>
            <a:off x="6596330" y="2304511"/>
            <a:ext cx="5095340" cy="1344827"/>
            <a:chOff x="0" y="0"/>
            <a:chExt cx="5571628" cy="1470535"/>
          </a:xfrm>
        </p:grpSpPr>
        <p:sp>
          <p:nvSpPr>
            <p:cNvPr id="261" name="Google Shape;261;p9"/>
            <p:cNvSpPr/>
            <p:nvPr/>
          </p:nvSpPr>
          <p:spPr>
            <a:xfrm>
              <a:off x="31750" y="31750"/>
              <a:ext cx="5508128" cy="1407035"/>
            </a:xfrm>
            <a:custGeom>
              <a:rect b="b" l="l" r="r" t="t"/>
              <a:pathLst>
                <a:path extrusionOk="0" h="1407035" w="5508128">
                  <a:moveTo>
                    <a:pt x="5415418" y="1407035"/>
                  </a:moveTo>
                  <a:lnTo>
                    <a:pt x="92710" y="1407035"/>
                  </a:lnTo>
                  <a:cubicBezTo>
                    <a:pt x="41910" y="1407035"/>
                    <a:pt x="0" y="1365125"/>
                    <a:pt x="0" y="131432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414148" y="0"/>
                  </a:lnTo>
                  <a:cubicBezTo>
                    <a:pt x="5464948" y="0"/>
                    <a:pt x="5506858" y="41910"/>
                    <a:pt x="5506858" y="92710"/>
                  </a:cubicBezTo>
                  <a:lnTo>
                    <a:pt x="5506858" y="1313055"/>
                  </a:lnTo>
                  <a:cubicBezTo>
                    <a:pt x="5508128" y="1365125"/>
                    <a:pt x="5466218" y="1407035"/>
                    <a:pt x="5415418" y="1407035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0" y="0"/>
              <a:ext cx="5571628" cy="1470535"/>
            </a:xfrm>
            <a:custGeom>
              <a:rect b="b" l="l" r="r" t="t"/>
              <a:pathLst>
                <a:path extrusionOk="0" h="1470535" w="5571628">
                  <a:moveTo>
                    <a:pt x="5447168" y="59690"/>
                  </a:moveTo>
                  <a:cubicBezTo>
                    <a:pt x="5482728" y="59690"/>
                    <a:pt x="5511938" y="88900"/>
                    <a:pt x="5511938" y="124460"/>
                  </a:cubicBezTo>
                  <a:lnTo>
                    <a:pt x="5511938" y="1346075"/>
                  </a:lnTo>
                  <a:cubicBezTo>
                    <a:pt x="5511938" y="1381635"/>
                    <a:pt x="5482728" y="1410845"/>
                    <a:pt x="5447168" y="1410845"/>
                  </a:cubicBezTo>
                  <a:lnTo>
                    <a:pt x="124460" y="1410845"/>
                  </a:lnTo>
                  <a:cubicBezTo>
                    <a:pt x="88900" y="1410845"/>
                    <a:pt x="59690" y="1381635"/>
                    <a:pt x="59690" y="134607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447168" y="59690"/>
                  </a:lnTo>
                  <a:moveTo>
                    <a:pt x="544716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46075"/>
                  </a:lnTo>
                  <a:cubicBezTo>
                    <a:pt x="0" y="1414655"/>
                    <a:pt x="55880" y="1470535"/>
                    <a:pt x="124460" y="1470535"/>
                  </a:cubicBezTo>
                  <a:lnTo>
                    <a:pt x="5447168" y="1470535"/>
                  </a:lnTo>
                  <a:cubicBezTo>
                    <a:pt x="5515748" y="1470535"/>
                    <a:pt x="5571628" y="1414655"/>
                    <a:pt x="5571628" y="1346075"/>
                  </a:cubicBezTo>
                  <a:lnTo>
                    <a:pt x="5571628" y="124460"/>
                  </a:lnTo>
                  <a:cubicBezTo>
                    <a:pt x="5571628" y="55880"/>
                    <a:pt x="5515748" y="0"/>
                    <a:pt x="5447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9"/>
          <p:cNvGrpSpPr/>
          <p:nvPr/>
        </p:nvGrpSpPr>
        <p:grpSpPr>
          <a:xfrm>
            <a:off x="6596330" y="3598023"/>
            <a:ext cx="5095340" cy="6124232"/>
            <a:chOff x="0" y="0"/>
            <a:chExt cx="12057733" cy="14492529"/>
          </a:xfrm>
        </p:grpSpPr>
        <p:sp>
          <p:nvSpPr>
            <p:cNvPr id="264" name="Google Shape;264;p9"/>
            <p:cNvSpPr/>
            <p:nvPr/>
          </p:nvSpPr>
          <p:spPr>
            <a:xfrm>
              <a:off x="31750" y="31750"/>
              <a:ext cx="11994233" cy="14429029"/>
            </a:xfrm>
            <a:custGeom>
              <a:rect b="b" l="l" r="r" t="t"/>
              <a:pathLst>
                <a:path extrusionOk="0" h="14429029" w="11994233">
                  <a:moveTo>
                    <a:pt x="11901523" y="14429029"/>
                  </a:moveTo>
                  <a:lnTo>
                    <a:pt x="92710" y="14429029"/>
                  </a:lnTo>
                  <a:cubicBezTo>
                    <a:pt x="41910" y="14429029"/>
                    <a:pt x="0" y="14387119"/>
                    <a:pt x="0" y="1433631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1900253" y="0"/>
                  </a:lnTo>
                  <a:cubicBezTo>
                    <a:pt x="11951053" y="0"/>
                    <a:pt x="11992963" y="41910"/>
                    <a:pt x="11992963" y="92710"/>
                  </a:cubicBezTo>
                  <a:lnTo>
                    <a:pt x="11992963" y="14335049"/>
                  </a:lnTo>
                  <a:cubicBezTo>
                    <a:pt x="11994233" y="14387119"/>
                    <a:pt x="11952323" y="14429029"/>
                    <a:pt x="11901523" y="14429029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0" y="0"/>
              <a:ext cx="12057733" cy="14492529"/>
            </a:xfrm>
            <a:custGeom>
              <a:rect b="b" l="l" r="r" t="t"/>
              <a:pathLst>
                <a:path extrusionOk="0" h="14492529" w="12057733">
                  <a:moveTo>
                    <a:pt x="11933273" y="59690"/>
                  </a:moveTo>
                  <a:cubicBezTo>
                    <a:pt x="11968833" y="59690"/>
                    <a:pt x="11998043" y="88900"/>
                    <a:pt x="11998043" y="124460"/>
                  </a:cubicBezTo>
                  <a:lnTo>
                    <a:pt x="11998043" y="14368069"/>
                  </a:lnTo>
                  <a:cubicBezTo>
                    <a:pt x="11998043" y="14403629"/>
                    <a:pt x="11968833" y="14432838"/>
                    <a:pt x="11933273" y="14432838"/>
                  </a:cubicBezTo>
                  <a:lnTo>
                    <a:pt x="124460" y="14432838"/>
                  </a:lnTo>
                  <a:cubicBezTo>
                    <a:pt x="88900" y="14432838"/>
                    <a:pt x="59690" y="14403629"/>
                    <a:pt x="59690" y="1436806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933273" y="59690"/>
                  </a:lnTo>
                  <a:moveTo>
                    <a:pt x="1193327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368069"/>
                  </a:lnTo>
                  <a:cubicBezTo>
                    <a:pt x="0" y="14436649"/>
                    <a:pt x="55880" y="14492529"/>
                    <a:pt x="124460" y="14492529"/>
                  </a:cubicBezTo>
                  <a:lnTo>
                    <a:pt x="11933273" y="14492529"/>
                  </a:lnTo>
                  <a:cubicBezTo>
                    <a:pt x="12001853" y="14492529"/>
                    <a:pt x="12057733" y="14436649"/>
                    <a:pt x="12057733" y="14368069"/>
                  </a:cubicBezTo>
                  <a:lnTo>
                    <a:pt x="12057733" y="124460"/>
                  </a:lnTo>
                  <a:cubicBezTo>
                    <a:pt x="12057733" y="55880"/>
                    <a:pt x="12001853" y="0"/>
                    <a:pt x="119332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9"/>
          <p:cNvSpPr/>
          <p:nvPr/>
        </p:nvSpPr>
        <p:spPr>
          <a:xfrm>
            <a:off x="12703929" y="3052960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7" name="Google Shape;267;p9"/>
          <p:cNvGrpSpPr/>
          <p:nvPr/>
        </p:nvGrpSpPr>
        <p:grpSpPr>
          <a:xfrm>
            <a:off x="12386995" y="2304511"/>
            <a:ext cx="5095340" cy="1344827"/>
            <a:chOff x="0" y="0"/>
            <a:chExt cx="5571628" cy="1470535"/>
          </a:xfrm>
        </p:grpSpPr>
        <p:sp>
          <p:nvSpPr>
            <p:cNvPr id="268" name="Google Shape;268;p9"/>
            <p:cNvSpPr/>
            <p:nvPr/>
          </p:nvSpPr>
          <p:spPr>
            <a:xfrm>
              <a:off x="31750" y="31750"/>
              <a:ext cx="5508128" cy="1407035"/>
            </a:xfrm>
            <a:custGeom>
              <a:rect b="b" l="l" r="r" t="t"/>
              <a:pathLst>
                <a:path extrusionOk="0" h="1407035" w="5508128">
                  <a:moveTo>
                    <a:pt x="5415418" y="1407035"/>
                  </a:moveTo>
                  <a:lnTo>
                    <a:pt x="92710" y="1407035"/>
                  </a:lnTo>
                  <a:cubicBezTo>
                    <a:pt x="41910" y="1407035"/>
                    <a:pt x="0" y="1365125"/>
                    <a:pt x="0" y="131432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414148" y="0"/>
                  </a:lnTo>
                  <a:cubicBezTo>
                    <a:pt x="5464948" y="0"/>
                    <a:pt x="5506858" y="41910"/>
                    <a:pt x="5506858" y="92710"/>
                  </a:cubicBezTo>
                  <a:lnTo>
                    <a:pt x="5506858" y="1313055"/>
                  </a:lnTo>
                  <a:cubicBezTo>
                    <a:pt x="5508128" y="1365125"/>
                    <a:pt x="5466218" y="1407035"/>
                    <a:pt x="5415418" y="1407035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0" y="0"/>
              <a:ext cx="5571628" cy="1470535"/>
            </a:xfrm>
            <a:custGeom>
              <a:rect b="b" l="l" r="r" t="t"/>
              <a:pathLst>
                <a:path extrusionOk="0" h="1470535" w="5571628">
                  <a:moveTo>
                    <a:pt x="5447168" y="59690"/>
                  </a:moveTo>
                  <a:cubicBezTo>
                    <a:pt x="5482728" y="59690"/>
                    <a:pt x="5511938" y="88900"/>
                    <a:pt x="5511938" y="124460"/>
                  </a:cubicBezTo>
                  <a:lnTo>
                    <a:pt x="5511938" y="1346075"/>
                  </a:lnTo>
                  <a:cubicBezTo>
                    <a:pt x="5511938" y="1381635"/>
                    <a:pt x="5482728" y="1410845"/>
                    <a:pt x="5447168" y="1410845"/>
                  </a:cubicBezTo>
                  <a:lnTo>
                    <a:pt x="124460" y="1410845"/>
                  </a:lnTo>
                  <a:cubicBezTo>
                    <a:pt x="88900" y="1410845"/>
                    <a:pt x="59690" y="1381635"/>
                    <a:pt x="59690" y="134607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447168" y="59690"/>
                  </a:lnTo>
                  <a:moveTo>
                    <a:pt x="544716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46075"/>
                  </a:lnTo>
                  <a:cubicBezTo>
                    <a:pt x="0" y="1414655"/>
                    <a:pt x="55880" y="1470535"/>
                    <a:pt x="124460" y="1470535"/>
                  </a:cubicBezTo>
                  <a:lnTo>
                    <a:pt x="5447168" y="1470535"/>
                  </a:lnTo>
                  <a:cubicBezTo>
                    <a:pt x="5515748" y="1470535"/>
                    <a:pt x="5571628" y="1414655"/>
                    <a:pt x="5571628" y="1346075"/>
                  </a:cubicBezTo>
                  <a:lnTo>
                    <a:pt x="5571628" y="124460"/>
                  </a:lnTo>
                  <a:cubicBezTo>
                    <a:pt x="5571628" y="55880"/>
                    <a:pt x="5515748" y="0"/>
                    <a:pt x="5447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" name="Google Shape;270;p9"/>
          <p:cNvGrpSpPr/>
          <p:nvPr/>
        </p:nvGrpSpPr>
        <p:grpSpPr>
          <a:xfrm>
            <a:off x="12386995" y="3598023"/>
            <a:ext cx="5095340" cy="6124232"/>
            <a:chOff x="0" y="0"/>
            <a:chExt cx="12057733" cy="14492529"/>
          </a:xfrm>
        </p:grpSpPr>
        <p:sp>
          <p:nvSpPr>
            <p:cNvPr id="271" name="Google Shape;271;p9"/>
            <p:cNvSpPr/>
            <p:nvPr/>
          </p:nvSpPr>
          <p:spPr>
            <a:xfrm>
              <a:off x="31750" y="31750"/>
              <a:ext cx="11994233" cy="14429029"/>
            </a:xfrm>
            <a:custGeom>
              <a:rect b="b" l="l" r="r" t="t"/>
              <a:pathLst>
                <a:path extrusionOk="0" h="14429029" w="11994233">
                  <a:moveTo>
                    <a:pt x="11901523" y="14429029"/>
                  </a:moveTo>
                  <a:lnTo>
                    <a:pt x="92710" y="14429029"/>
                  </a:lnTo>
                  <a:cubicBezTo>
                    <a:pt x="41910" y="14429029"/>
                    <a:pt x="0" y="14387119"/>
                    <a:pt x="0" y="1433631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1900253" y="0"/>
                  </a:lnTo>
                  <a:cubicBezTo>
                    <a:pt x="11951053" y="0"/>
                    <a:pt x="11992963" y="41910"/>
                    <a:pt x="11992963" y="92710"/>
                  </a:cubicBezTo>
                  <a:lnTo>
                    <a:pt x="11992963" y="14335049"/>
                  </a:lnTo>
                  <a:cubicBezTo>
                    <a:pt x="11994233" y="14387119"/>
                    <a:pt x="11952323" y="14429029"/>
                    <a:pt x="11901523" y="14429029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0" y="0"/>
              <a:ext cx="12057733" cy="14492529"/>
            </a:xfrm>
            <a:custGeom>
              <a:rect b="b" l="l" r="r" t="t"/>
              <a:pathLst>
                <a:path extrusionOk="0" h="14492529" w="12057733">
                  <a:moveTo>
                    <a:pt x="11933273" y="59690"/>
                  </a:moveTo>
                  <a:cubicBezTo>
                    <a:pt x="11968833" y="59690"/>
                    <a:pt x="11998043" y="88900"/>
                    <a:pt x="11998043" y="124460"/>
                  </a:cubicBezTo>
                  <a:lnTo>
                    <a:pt x="11998043" y="14368069"/>
                  </a:lnTo>
                  <a:cubicBezTo>
                    <a:pt x="11998043" y="14403629"/>
                    <a:pt x="11968833" y="14432838"/>
                    <a:pt x="11933273" y="14432838"/>
                  </a:cubicBezTo>
                  <a:lnTo>
                    <a:pt x="124460" y="14432838"/>
                  </a:lnTo>
                  <a:cubicBezTo>
                    <a:pt x="88900" y="14432838"/>
                    <a:pt x="59690" y="14403629"/>
                    <a:pt x="59690" y="1436806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933273" y="59690"/>
                  </a:lnTo>
                  <a:moveTo>
                    <a:pt x="1193327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368069"/>
                  </a:lnTo>
                  <a:cubicBezTo>
                    <a:pt x="0" y="14436649"/>
                    <a:pt x="55880" y="14492529"/>
                    <a:pt x="124460" y="14492529"/>
                  </a:cubicBezTo>
                  <a:lnTo>
                    <a:pt x="11933273" y="14492529"/>
                  </a:lnTo>
                  <a:cubicBezTo>
                    <a:pt x="12001853" y="14492529"/>
                    <a:pt x="12057733" y="14436649"/>
                    <a:pt x="12057733" y="14368069"/>
                  </a:cubicBezTo>
                  <a:lnTo>
                    <a:pt x="12057733" y="124460"/>
                  </a:lnTo>
                  <a:cubicBezTo>
                    <a:pt x="12057733" y="55880"/>
                    <a:pt x="12001853" y="0"/>
                    <a:pt x="119332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9"/>
          <p:cNvSpPr/>
          <p:nvPr/>
        </p:nvSpPr>
        <p:spPr>
          <a:xfrm>
            <a:off x="6802957" y="6817511"/>
            <a:ext cx="4649122" cy="2440789"/>
          </a:xfrm>
          <a:custGeom>
            <a:rect b="b" l="l" r="r" t="t"/>
            <a:pathLst>
              <a:path extrusionOk="0" h="2440789" w="4649122">
                <a:moveTo>
                  <a:pt x="0" y="0"/>
                </a:moveTo>
                <a:lnTo>
                  <a:pt x="4649122" y="0"/>
                </a:lnTo>
                <a:lnTo>
                  <a:pt x="4649122" y="2440789"/>
                </a:lnTo>
                <a:lnTo>
                  <a:pt x="0" y="2440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9"/>
          <p:cNvSpPr/>
          <p:nvPr/>
        </p:nvSpPr>
        <p:spPr>
          <a:xfrm>
            <a:off x="13113427" y="6376787"/>
            <a:ext cx="3642476" cy="2881513"/>
          </a:xfrm>
          <a:custGeom>
            <a:rect b="b" l="l" r="r" t="t"/>
            <a:pathLst>
              <a:path extrusionOk="0" h="2881513" w="3642476">
                <a:moveTo>
                  <a:pt x="0" y="0"/>
                </a:moveTo>
                <a:lnTo>
                  <a:pt x="3642476" y="0"/>
                </a:lnTo>
                <a:lnTo>
                  <a:pt x="3642476" y="2881513"/>
                </a:lnTo>
                <a:lnTo>
                  <a:pt x="0" y="2881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9"/>
          <p:cNvSpPr/>
          <p:nvPr/>
        </p:nvSpPr>
        <p:spPr>
          <a:xfrm>
            <a:off x="1060132" y="6602311"/>
            <a:ext cx="4408485" cy="2812582"/>
          </a:xfrm>
          <a:custGeom>
            <a:rect b="b" l="l" r="r" t="t"/>
            <a:pathLst>
              <a:path extrusionOk="0" h="2812582" w="4408485">
                <a:moveTo>
                  <a:pt x="0" y="0"/>
                </a:moveTo>
                <a:lnTo>
                  <a:pt x="4408485" y="0"/>
                </a:lnTo>
                <a:lnTo>
                  <a:pt x="4408485" y="2812582"/>
                </a:lnTo>
                <a:lnTo>
                  <a:pt x="0" y="2812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9"/>
          <p:cNvSpPr txBox="1"/>
          <p:nvPr/>
        </p:nvSpPr>
        <p:spPr>
          <a:xfrm>
            <a:off x="2398694" y="913256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Tipos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808717" y="2335574"/>
            <a:ext cx="509534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Lista de coordenadas (COO)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1060132" y="3944733"/>
            <a:ext cx="4621798" cy="2076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Guarda solo las posiciones (fila, columna) y el valor de los elementos no nulos.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6596330" y="2335574"/>
            <a:ext cx="509534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Formato Comprimido por Filas (CSR)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6834627" y="3944733"/>
            <a:ext cx="4621798" cy="2076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Guarda los valores no nulos por fila, junto con índices para saber dónde empiezan y terminan.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12386995" y="2335574"/>
            <a:ext cx="509534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Formato Comprimido por Columnas (CSC)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12606070" y="3944733"/>
            <a:ext cx="4621798" cy="1552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al CSR, pero organizado por columnas.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288" name="Google Shape;288;p10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9" name="Google Shape;289;p10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290" name="Google Shape;290;p10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/>
        </p:nvSpPr>
        <p:spPr>
          <a:xfrm>
            <a:off x="154437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10"/>
          <p:cNvGrpSpPr/>
          <p:nvPr/>
        </p:nvGrpSpPr>
        <p:grpSpPr>
          <a:xfrm>
            <a:off x="1227439" y="2720472"/>
            <a:ext cx="7623098" cy="1008859"/>
            <a:chOff x="0" y="0"/>
            <a:chExt cx="8335669" cy="1103162"/>
          </a:xfrm>
        </p:grpSpPr>
        <p:sp>
          <p:nvSpPr>
            <p:cNvPr id="294" name="Google Shape;294;p10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10"/>
          <p:cNvGrpSpPr/>
          <p:nvPr/>
        </p:nvGrpSpPr>
        <p:grpSpPr>
          <a:xfrm>
            <a:off x="1227439" y="3626246"/>
            <a:ext cx="7623098" cy="5632054"/>
            <a:chOff x="0" y="0"/>
            <a:chExt cx="18039480" cy="13327827"/>
          </a:xfrm>
        </p:grpSpPr>
        <p:sp>
          <p:nvSpPr>
            <p:cNvPr id="297" name="Google Shape;297;p10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10"/>
          <p:cNvSpPr/>
          <p:nvPr/>
        </p:nvSpPr>
        <p:spPr>
          <a:xfrm>
            <a:off x="984934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0" name="Google Shape;300;p10"/>
          <p:cNvGrpSpPr/>
          <p:nvPr/>
        </p:nvGrpSpPr>
        <p:grpSpPr>
          <a:xfrm>
            <a:off x="9532410" y="2720472"/>
            <a:ext cx="7623098" cy="1008859"/>
            <a:chOff x="0" y="0"/>
            <a:chExt cx="8335669" cy="1103162"/>
          </a:xfrm>
        </p:grpSpPr>
        <p:sp>
          <p:nvSpPr>
            <p:cNvPr id="301" name="Google Shape;301;p10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10"/>
          <p:cNvGrpSpPr/>
          <p:nvPr/>
        </p:nvGrpSpPr>
        <p:grpSpPr>
          <a:xfrm>
            <a:off x="9532410" y="3626246"/>
            <a:ext cx="7623098" cy="5632054"/>
            <a:chOff x="0" y="0"/>
            <a:chExt cx="18039480" cy="13327827"/>
          </a:xfrm>
        </p:grpSpPr>
        <p:sp>
          <p:nvSpPr>
            <p:cNvPr id="304" name="Google Shape;304;p10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10"/>
          <p:cNvSpPr/>
          <p:nvPr/>
        </p:nvSpPr>
        <p:spPr>
          <a:xfrm>
            <a:off x="6364262" y="864021"/>
            <a:ext cx="854120" cy="854120"/>
          </a:xfrm>
          <a:custGeom>
            <a:rect b="b" l="l" r="r" t="t"/>
            <a:pathLst>
              <a:path extrusionOk="0" h="854120" w="854120">
                <a:moveTo>
                  <a:pt x="0" y="0"/>
                </a:moveTo>
                <a:lnTo>
                  <a:pt x="854120" y="0"/>
                </a:lnTo>
                <a:lnTo>
                  <a:pt x="854120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0"/>
          <p:cNvSpPr/>
          <p:nvPr/>
        </p:nvSpPr>
        <p:spPr>
          <a:xfrm>
            <a:off x="11258608" y="2897075"/>
            <a:ext cx="603217" cy="603217"/>
          </a:xfrm>
          <a:custGeom>
            <a:rect b="b" l="l" r="r" t="t"/>
            <a:pathLst>
              <a:path extrusionOk="0" h="603217" w="603217">
                <a:moveTo>
                  <a:pt x="0" y="0"/>
                </a:moveTo>
                <a:lnTo>
                  <a:pt x="603217" y="0"/>
                </a:lnTo>
                <a:lnTo>
                  <a:pt x="603217" y="603217"/>
                </a:lnTo>
                <a:lnTo>
                  <a:pt x="0" y="603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0"/>
          <p:cNvSpPr/>
          <p:nvPr/>
        </p:nvSpPr>
        <p:spPr>
          <a:xfrm>
            <a:off x="3472797" y="2967764"/>
            <a:ext cx="485735" cy="485735"/>
          </a:xfrm>
          <a:custGeom>
            <a:rect b="b" l="l" r="r" t="t"/>
            <a:pathLst>
              <a:path extrusionOk="0" h="485735" w="485735">
                <a:moveTo>
                  <a:pt x="0" y="0"/>
                </a:moveTo>
                <a:lnTo>
                  <a:pt x="485735" y="0"/>
                </a:lnTo>
                <a:lnTo>
                  <a:pt x="485735" y="485735"/>
                </a:lnTo>
                <a:lnTo>
                  <a:pt x="0" y="485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10"/>
          <p:cNvSpPr txBox="1"/>
          <p:nvPr/>
        </p:nvSpPr>
        <p:spPr>
          <a:xfrm>
            <a:off x="2481062" y="913256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Comparación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1644621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Ventajas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9949592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Desventajas</a:t>
            </a:r>
            <a:endParaRPr/>
          </a:p>
        </p:txBody>
      </p:sp>
      <p:sp>
        <p:nvSpPr>
          <p:cNvPr id="312" name="Google Shape;312;p10"/>
          <p:cNvSpPr txBox="1"/>
          <p:nvPr/>
        </p:nvSpPr>
        <p:spPr>
          <a:xfrm>
            <a:off x="1567136" y="3781137"/>
            <a:ext cx="6719371" cy="3648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Ahorra memoria al no guardar ceros.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el rendimiento en operaciones matemáticas.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grandes volúmenes de datos dispersos.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9899468" y="3781137"/>
            <a:ext cx="6893580" cy="3124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Requiere estructuras más complejas para su manejo.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Difícil de manipular como una matriz normal.</a:t>
            </a:r>
            <a:endParaRPr/>
          </a:p>
          <a:p>
            <a:pPr indent="-323413" lvl="1" marL="646829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5"/>
              <a:buFont typeface="Arial"/>
              <a:buChar char="•"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Algunas operaciones son más lentas o complicadas.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sp>
        <p:nvSpPr>
          <p:cNvPr id="319" name="Google Shape;319;p11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0" name="Google Shape;320;p11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321" name="Google Shape;321;p11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" name="Google Shape;323;p11"/>
          <p:cNvSpPr/>
          <p:nvPr/>
        </p:nvSpPr>
        <p:spPr>
          <a:xfrm>
            <a:off x="154437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4" name="Google Shape;324;p11"/>
          <p:cNvGrpSpPr/>
          <p:nvPr/>
        </p:nvGrpSpPr>
        <p:grpSpPr>
          <a:xfrm>
            <a:off x="1227439" y="2720472"/>
            <a:ext cx="7623098" cy="1008859"/>
            <a:chOff x="0" y="0"/>
            <a:chExt cx="8335669" cy="1103162"/>
          </a:xfrm>
        </p:grpSpPr>
        <p:sp>
          <p:nvSpPr>
            <p:cNvPr id="325" name="Google Shape;325;p11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11"/>
          <p:cNvGrpSpPr/>
          <p:nvPr/>
        </p:nvGrpSpPr>
        <p:grpSpPr>
          <a:xfrm>
            <a:off x="1227439" y="3626246"/>
            <a:ext cx="7623098" cy="5632054"/>
            <a:chOff x="0" y="0"/>
            <a:chExt cx="18039480" cy="13327827"/>
          </a:xfrm>
        </p:grpSpPr>
        <p:sp>
          <p:nvSpPr>
            <p:cNvPr id="328" name="Google Shape;328;p11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11"/>
          <p:cNvSpPr/>
          <p:nvPr/>
        </p:nvSpPr>
        <p:spPr>
          <a:xfrm>
            <a:off x="9849343" y="3132952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1" name="Google Shape;331;p11"/>
          <p:cNvGrpSpPr/>
          <p:nvPr/>
        </p:nvGrpSpPr>
        <p:grpSpPr>
          <a:xfrm>
            <a:off x="9532410" y="2720472"/>
            <a:ext cx="7623098" cy="1008859"/>
            <a:chOff x="0" y="0"/>
            <a:chExt cx="8335669" cy="1103162"/>
          </a:xfrm>
        </p:grpSpPr>
        <p:sp>
          <p:nvSpPr>
            <p:cNvPr id="332" name="Google Shape;332;p11"/>
            <p:cNvSpPr/>
            <p:nvPr/>
          </p:nvSpPr>
          <p:spPr>
            <a:xfrm>
              <a:off x="31750" y="31750"/>
              <a:ext cx="8272169" cy="1039662"/>
            </a:xfrm>
            <a:custGeom>
              <a:rect b="b" l="l" r="r" t="t"/>
              <a:pathLst>
                <a:path extrusionOk="0"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0" y="0"/>
              <a:ext cx="8335669" cy="1103162"/>
            </a:xfrm>
            <a:custGeom>
              <a:rect b="b" l="l" r="r" t="t"/>
              <a:pathLst>
                <a:path extrusionOk="0"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11"/>
          <p:cNvGrpSpPr/>
          <p:nvPr/>
        </p:nvGrpSpPr>
        <p:grpSpPr>
          <a:xfrm>
            <a:off x="9532410" y="3626246"/>
            <a:ext cx="7623098" cy="5632054"/>
            <a:chOff x="0" y="0"/>
            <a:chExt cx="18039480" cy="13327827"/>
          </a:xfrm>
        </p:grpSpPr>
        <p:sp>
          <p:nvSpPr>
            <p:cNvPr id="335" name="Google Shape;335;p11"/>
            <p:cNvSpPr/>
            <p:nvPr/>
          </p:nvSpPr>
          <p:spPr>
            <a:xfrm>
              <a:off x="31750" y="31750"/>
              <a:ext cx="17975980" cy="13264327"/>
            </a:xfrm>
            <a:custGeom>
              <a:rect b="b" l="l" r="r" t="t"/>
              <a:pathLst>
                <a:path extrusionOk="0"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0" y="0"/>
              <a:ext cx="18039480" cy="13327827"/>
            </a:xfrm>
            <a:custGeom>
              <a:rect b="b" l="l" r="r" t="t"/>
              <a:pathLst>
                <a:path extrusionOk="0"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11"/>
          <p:cNvSpPr/>
          <p:nvPr/>
        </p:nvSpPr>
        <p:spPr>
          <a:xfrm>
            <a:off x="6771465" y="989456"/>
            <a:ext cx="663650" cy="663650"/>
          </a:xfrm>
          <a:custGeom>
            <a:rect b="b" l="l" r="r" t="t"/>
            <a:pathLst>
              <a:path extrusionOk="0" h="663650" w="663650">
                <a:moveTo>
                  <a:pt x="0" y="0"/>
                </a:moveTo>
                <a:lnTo>
                  <a:pt x="663651" y="0"/>
                </a:lnTo>
                <a:lnTo>
                  <a:pt x="663651" y="663650"/>
                </a:lnTo>
                <a:lnTo>
                  <a:pt x="0" y="66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1"/>
          <p:cNvSpPr/>
          <p:nvPr/>
        </p:nvSpPr>
        <p:spPr>
          <a:xfrm>
            <a:off x="1439226" y="2877808"/>
            <a:ext cx="577633" cy="577633"/>
          </a:xfrm>
          <a:custGeom>
            <a:rect b="b" l="l" r="r" t="t"/>
            <a:pathLst>
              <a:path extrusionOk="0"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1"/>
          <p:cNvSpPr txBox="1"/>
          <p:nvPr/>
        </p:nvSpPr>
        <p:spPr>
          <a:xfrm>
            <a:off x="10816053" y="2801165"/>
            <a:ext cx="6222267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ML y Ciencia de Datos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10816053" y="2936084"/>
            <a:ext cx="577633" cy="577633"/>
          </a:xfrm>
          <a:custGeom>
            <a:rect b="b" l="l" r="r" t="t"/>
            <a:pathLst>
              <a:path extrusionOk="0"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1"/>
          <p:cNvSpPr/>
          <p:nvPr/>
        </p:nvSpPr>
        <p:spPr>
          <a:xfrm>
            <a:off x="2016859" y="5762439"/>
            <a:ext cx="5933900" cy="3094436"/>
          </a:xfrm>
          <a:custGeom>
            <a:rect b="b" l="l" r="r" t="t"/>
            <a:pathLst>
              <a:path extrusionOk="0" h="3094436" w="5933900">
                <a:moveTo>
                  <a:pt x="0" y="0"/>
                </a:moveTo>
                <a:lnTo>
                  <a:pt x="5933900" y="0"/>
                </a:lnTo>
                <a:lnTo>
                  <a:pt x="5933900" y="3094436"/>
                </a:lnTo>
                <a:lnTo>
                  <a:pt x="0" y="3094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11"/>
          <p:cNvSpPr/>
          <p:nvPr/>
        </p:nvSpPr>
        <p:spPr>
          <a:xfrm>
            <a:off x="9952517" y="6091188"/>
            <a:ext cx="6840531" cy="2436939"/>
          </a:xfrm>
          <a:custGeom>
            <a:rect b="b" l="l" r="r" t="t"/>
            <a:pathLst>
              <a:path extrusionOk="0" h="2436939" w="6840531">
                <a:moveTo>
                  <a:pt x="0" y="0"/>
                </a:moveTo>
                <a:lnTo>
                  <a:pt x="6840531" y="0"/>
                </a:lnTo>
                <a:lnTo>
                  <a:pt x="6840531" y="2436939"/>
                </a:lnTo>
                <a:lnTo>
                  <a:pt x="0" y="2436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1"/>
          <p:cNvSpPr txBox="1"/>
          <p:nvPr/>
        </p:nvSpPr>
        <p:spPr>
          <a:xfrm>
            <a:off x="2481062" y="913256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Aplicaciones</a:t>
            </a:r>
            <a:endParaRPr/>
          </a:p>
        </p:txBody>
      </p:sp>
      <p:sp>
        <p:nvSpPr>
          <p:cNvPr id="344" name="Google Shape;344;p11"/>
          <p:cNvSpPr txBox="1"/>
          <p:nvPr/>
        </p:nvSpPr>
        <p:spPr>
          <a:xfrm>
            <a:off x="1667384" y="2811133"/>
            <a:ext cx="6843456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Compresión de Multimedia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1567136" y="3781137"/>
            <a:ext cx="6719371" cy="1552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almacenar solo las partes con información relevante, se reduce el tamaño.</a:t>
            </a:r>
            <a:endParaRPr/>
          </a:p>
        </p:txBody>
      </p:sp>
      <p:sp>
        <p:nvSpPr>
          <p:cNvPr id="346" name="Google Shape;346;p11"/>
          <p:cNvSpPr txBox="1"/>
          <p:nvPr/>
        </p:nvSpPr>
        <p:spPr>
          <a:xfrm>
            <a:off x="9899468" y="3781137"/>
            <a:ext cx="6893580" cy="1552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Usadas en la resolución de sistemas de ecuaciones grandes y dispersos.</a:t>
            </a:r>
            <a:endParaRPr/>
          </a:p>
          <a:p>
            <a:pPr indent="0" lvl="0" marL="0" marR="0" rtl="0" algn="just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352" name="Google Shape;352;p12"/>
          <p:cNvGrpSpPr/>
          <p:nvPr/>
        </p:nvGrpSpPr>
        <p:grpSpPr>
          <a:xfrm>
            <a:off x="1796789" y="2584719"/>
            <a:ext cx="14667236" cy="6673581"/>
            <a:chOff x="0" y="0"/>
            <a:chExt cx="34708895" cy="15792520"/>
          </a:xfrm>
        </p:grpSpPr>
        <p:sp>
          <p:nvSpPr>
            <p:cNvPr id="353" name="Google Shape;353;p12"/>
            <p:cNvSpPr/>
            <p:nvPr/>
          </p:nvSpPr>
          <p:spPr>
            <a:xfrm>
              <a:off x="31750" y="31750"/>
              <a:ext cx="34645395" cy="15729020"/>
            </a:xfrm>
            <a:custGeom>
              <a:rect b="b" l="l" r="r" t="t"/>
              <a:pathLst>
                <a:path extrusionOk="0"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0" y="0"/>
              <a:ext cx="34708895" cy="15792520"/>
            </a:xfrm>
            <a:custGeom>
              <a:rect b="b" l="l" r="r" t="t"/>
              <a:pathLst>
                <a:path extrusionOk="0"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12"/>
          <p:cNvSpPr/>
          <p:nvPr/>
        </p:nvSpPr>
        <p:spPr>
          <a:xfrm>
            <a:off x="2113723" y="1199133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6" name="Google Shape;356;p12"/>
          <p:cNvGrpSpPr/>
          <p:nvPr/>
        </p:nvGrpSpPr>
        <p:grpSpPr>
          <a:xfrm>
            <a:off x="1796789" y="786652"/>
            <a:ext cx="14694422" cy="1008859"/>
            <a:chOff x="0" y="0"/>
            <a:chExt cx="16067987" cy="1103162"/>
          </a:xfrm>
        </p:grpSpPr>
        <p:sp>
          <p:nvSpPr>
            <p:cNvPr id="357" name="Google Shape;357;p12"/>
            <p:cNvSpPr/>
            <p:nvPr/>
          </p:nvSpPr>
          <p:spPr>
            <a:xfrm>
              <a:off x="31750" y="31750"/>
              <a:ext cx="16004487" cy="1039662"/>
            </a:xfrm>
            <a:custGeom>
              <a:rect b="b" l="l" r="r" t="t"/>
              <a:pathLst>
                <a:path extrusionOk="0"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0" y="0"/>
              <a:ext cx="16067987" cy="1103162"/>
            </a:xfrm>
            <a:custGeom>
              <a:rect b="b" l="l" r="r" t="t"/>
              <a:pathLst>
                <a:path extrusionOk="0"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12"/>
          <p:cNvSpPr/>
          <p:nvPr/>
        </p:nvSpPr>
        <p:spPr>
          <a:xfrm>
            <a:off x="6377959" y="963221"/>
            <a:ext cx="603251" cy="603251"/>
          </a:xfrm>
          <a:custGeom>
            <a:rect b="b" l="l" r="r" t="t"/>
            <a:pathLst>
              <a:path extrusionOk="0"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2"/>
          <p:cNvSpPr/>
          <p:nvPr/>
        </p:nvSpPr>
        <p:spPr>
          <a:xfrm>
            <a:off x="2052703" y="2954357"/>
            <a:ext cx="489379" cy="489379"/>
          </a:xfrm>
          <a:custGeom>
            <a:rect b="b" l="l" r="r" t="t"/>
            <a:pathLst>
              <a:path extrusionOk="0" h="489379" w="489379">
                <a:moveTo>
                  <a:pt x="0" y="0"/>
                </a:moveTo>
                <a:lnTo>
                  <a:pt x="489379" y="0"/>
                </a:lnTo>
                <a:lnTo>
                  <a:pt x="489379" y="489379"/>
                </a:lnTo>
                <a:lnTo>
                  <a:pt x="0" y="489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2"/>
          <p:cNvSpPr txBox="1"/>
          <p:nvPr/>
        </p:nvSpPr>
        <p:spPr>
          <a:xfrm>
            <a:off x="2652972" y="3011507"/>
            <a:ext cx="13120586" cy="224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5" u="none" cap="none" strike="noStrike">
                <a:solidFill>
                  <a:srgbClr val="000000"/>
                </a:solidFill>
                <a:latin typeface="Ultra"/>
                <a:ea typeface="Ultra"/>
                <a:cs typeface="Ultra"/>
                <a:sym typeface="Ultra"/>
              </a:rPr>
              <a:t>Matriz Dispersa:</a:t>
            </a: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una matriz en la que la mayoría de sus elementos son cero. Se usa para ahorrar espacio y mejorar eficiencia cuando hay pocos datos no nulos.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2467959" y="887021"/>
            <a:ext cx="13490613" cy="67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Conceptos Claves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368" name="Google Shape;368;p13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369" name="Google Shape;369;p13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13"/>
          <p:cNvSpPr/>
          <p:nvPr/>
        </p:nvSpPr>
        <p:spPr>
          <a:xfrm>
            <a:off x="2113723" y="2954357"/>
            <a:ext cx="367339" cy="367339"/>
          </a:xfrm>
          <a:custGeom>
            <a:rect b="b" l="l" r="r" t="t"/>
            <a:pathLst>
              <a:path extrusionOk="0"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2" name="Google Shape;372;p13"/>
          <p:cNvGrpSpPr/>
          <p:nvPr/>
        </p:nvGrpSpPr>
        <p:grpSpPr>
          <a:xfrm>
            <a:off x="1796789" y="2541876"/>
            <a:ext cx="14694422" cy="844899"/>
            <a:chOff x="0" y="0"/>
            <a:chExt cx="16067987" cy="923876"/>
          </a:xfrm>
        </p:grpSpPr>
        <p:sp>
          <p:nvSpPr>
            <p:cNvPr id="373" name="Google Shape;373;p13"/>
            <p:cNvSpPr/>
            <p:nvPr/>
          </p:nvSpPr>
          <p:spPr>
            <a:xfrm>
              <a:off x="31750" y="31750"/>
              <a:ext cx="16004487" cy="860376"/>
            </a:xfrm>
            <a:custGeom>
              <a:rect b="b" l="l" r="r" t="t"/>
              <a:pathLst>
                <a:path extrusionOk="0"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0" y="0"/>
              <a:ext cx="16067987" cy="923876"/>
            </a:xfrm>
            <a:custGeom>
              <a:rect b="b" l="l" r="r" t="t"/>
              <a:pathLst>
                <a:path extrusionOk="0"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13"/>
          <p:cNvGrpSpPr/>
          <p:nvPr/>
        </p:nvGrpSpPr>
        <p:grpSpPr>
          <a:xfrm>
            <a:off x="1796789" y="3351660"/>
            <a:ext cx="14694421" cy="1661823"/>
            <a:chOff x="0" y="0"/>
            <a:chExt cx="34773229" cy="3932579"/>
          </a:xfrm>
        </p:grpSpPr>
        <p:sp>
          <p:nvSpPr>
            <p:cNvPr id="376" name="Google Shape;376;p13"/>
            <p:cNvSpPr/>
            <p:nvPr/>
          </p:nvSpPr>
          <p:spPr>
            <a:xfrm>
              <a:off x="31750" y="31750"/>
              <a:ext cx="34709726" cy="3869079"/>
            </a:xfrm>
            <a:custGeom>
              <a:rect b="b" l="l" r="r" t="t"/>
              <a:pathLst>
                <a:path extrusionOk="0" h="3869079" w="34709726">
                  <a:moveTo>
                    <a:pt x="34617019" y="3869079"/>
                  </a:moveTo>
                  <a:lnTo>
                    <a:pt x="92710" y="3869079"/>
                  </a:lnTo>
                  <a:cubicBezTo>
                    <a:pt x="41910" y="3869079"/>
                    <a:pt x="0" y="3827168"/>
                    <a:pt x="0" y="377636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3775099"/>
                  </a:lnTo>
                  <a:cubicBezTo>
                    <a:pt x="34709726" y="3827168"/>
                    <a:pt x="34667819" y="3869079"/>
                    <a:pt x="34617019" y="3869079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0" y="0"/>
              <a:ext cx="34773229" cy="3932579"/>
            </a:xfrm>
            <a:custGeom>
              <a:rect b="b" l="l" r="r" t="t"/>
              <a:pathLst>
                <a:path extrusionOk="0" h="3932579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808119"/>
                  </a:lnTo>
                  <a:cubicBezTo>
                    <a:pt x="34713537" y="3843679"/>
                    <a:pt x="34684326" y="3872888"/>
                    <a:pt x="34648769" y="3872888"/>
                  </a:cubicBezTo>
                  <a:lnTo>
                    <a:pt x="124460" y="3872888"/>
                  </a:lnTo>
                  <a:cubicBezTo>
                    <a:pt x="88900" y="3872888"/>
                    <a:pt x="59690" y="3843679"/>
                    <a:pt x="59690" y="380811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808119"/>
                  </a:lnTo>
                  <a:cubicBezTo>
                    <a:pt x="0" y="3876699"/>
                    <a:pt x="55880" y="3932579"/>
                    <a:pt x="124460" y="3932579"/>
                  </a:cubicBezTo>
                  <a:lnTo>
                    <a:pt x="34648769" y="3932579"/>
                  </a:lnTo>
                  <a:cubicBezTo>
                    <a:pt x="34717348" y="3932579"/>
                    <a:pt x="34773229" y="3876699"/>
                    <a:pt x="34773229" y="3808119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13"/>
          <p:cNvSpPr/>
          <p:nvPr/>
        </p:nvSpPr>
        <p:spPr>
          <a:xfrm>
            <a:off x="5447249" y="867442"/>
            <a:ext cx="845857" cy="845857"/>
          </a:xfrm>
          <a:custGeom>
            <a:rect b="b" l="l" r="r" t="t"/>
            <a:pathLst>
              <a:path extrusionOk="0" h="845857" w="845857">
                <a:moveTo>
                  <a:pt x="0" y="0"/>
                </a:moveTo>
                <a:lnTo>
                  <a:pt x="845856" y="0"/>
                </a:lnTo>
                <a:lnTo>
                  <a:pt x="845856" y="845857"/>
                </a:lnTo>
                <a:lnTo>
                  <a:pt x="0" y="845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13"/>
          <p:cNvSpPr/>
          <p:nvPr/>
        </p:nvSpPr>
        <p:spPr>
          <a:xfrm>
            <a:off x="1990640" y="2657573"/>
            <a:ext cx="613506" cy="613506"/>
          </a:xfrm>
          <a:custGeom>
            <a:rect b="b" l="l" r="r" t="t"/>
            <a:pathLst>
              <a:path extrusionOk="0" h="613506" w="613506">
                <a:moveTo>
                  <a:pt x="0" y="0"/>
                </a:moveTo>
                <a:lnTo>
                  <a:pt x="613506" y="0"/>
                </a:lnTo>
                <a:lnTo>
                  <a:pt x="613506" y="613506"/>
                </a:lnTo>
                <a:lnTo>
                  <a:pt x="0" y="613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80" name="Google Shape;38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8629" y="5842159"/>
            <a:ext cx="6383254" cy="359058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3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VALOR SEMANAL</a:t>
            </a:r>
            <a:endParaRPr/>
          </a:p>
        </p:txBody>
      </p:sp>
      <p:sp>
        <p:nvSpPr>
          <p:cNvPr id="382" name="Google Shape;382;p13"/>
          <p:cNvSpPr txBox="1"/>
          <p:nvPr/>
        </p:nvSpPr>
        <p:spPr>
          <a:xfrm>
            <a:off x="2746864" y="2669051"/>
            <a:ext cx="497041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Curiosidad</a:t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2113723" y="3322135"/>
            <a:ext cx="13993066" cy="142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“La curiosidad es la chispa que enciende el deseo de entender lo invisible, lo complejo y lo desconocido”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389" name="Google Shape;389;p14"/>
          <p:cNvGrpSpPr/>
          <p:nvPr/>
        </p:nvGrpSpPr>
        <p:grpSpPr>
          <a:xfrm>
            <a:off x="1791551" y="2442168"/>
            <a:ext cx="14694422" cy="844899"/>
            <a:chOff x="0" y="0"/>
            <a:chExt cx="19592562" cy="1126532"/>
          </a:xfrm>
        </p:grpSpPr>
        <p:grpSp>
          <p:nvGrpSpPr>
            <p:cNvPr id="390" name="Google Shape;390;p14"/>
            <p:cNvGrpSpPr/>
            <p:nvPr/>
          </p:nvGrpSpPr>
          <p:grpSpPr>
            <a:xfrm>
              <a:off x="0" y="0"/>
              <a:ext cx="19592562" cy="1126532"/>
              <a:chOff x="0" y="0"/>
              <a:chExt cx="16067987" cy="923876"/>
            </a:xfrm>
          </p:grpSpPr>
          <p:sp>
            <p:nvSpPr>
              <p:cNvPr id="391" name="Google Shape;391;p14"/>
              <p:cNvSpPr/>
              <p:nvPr/>
            </p:nvSpPr>
            <p:spPr>
              <a:xfrm>
                <a:off x="31750" y="31750"/>
                <a:ext cx="16004487" cy="860376"/>
              </a:xfrm>
              <a:custGeom>
                <a:rect b="b" l="l" r="r" t="t"/>
                <a:pathLst>
                  <a:path extrusionOk="0"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4"/>
              <p:cNvSpPr/>
              <p:nvPr/>
            </p:nvSpPr>
            <p:spPr>
              <a:xfrm>
                <a:off x="0" y="0"/>
                <a:ext cx="16067987" cy="923876"/>
              </a:xfrm>
              <a:custGeom>
                <a:rect b="b" l="l" r="r" t="t"/>
                <a:pathLst>
                  <a:path extrusionOk="0"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3" name="Google Shape;393;p14"/>
            <p:cNvSpPr txBox="1"/>
            <p:nvPr/>
          </p:nvSpPr>
          <p:spPr>
            <a:xfrm>
              <a:off x="1110551" y="191791"/>
              <a:ext cx="662722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Ultra"/>
                  <a:ea typeface="Ultra"/>
                  <a:cs typeface="Ultra"/>
                  <a:sym typeface="Ultra"/>
                </a:rPr>
                <a:t>Videos</a:t>
              </a:r>
              <a:endParaRPr/>
            </a:p>
          </p:txBody>
        </p:sp>
      </p:grpSp>
      <p:grpSp>
        <p:nvGrpSpPr>
          <p:cNvPr id="394" name="Google Shape;394;p14"/>
          <p:cNvGrpSpPr/>
          <p:nvPr/>
        </p:nvGrpSpPr>
        <p:grpSpPr>
          <a:xfrm>
            <a:off x="1791551" y="4552173"/>
            <a:ext cx="14694422" cy="844899"/>
            <a:chOff x="0" y="0"/>
            <a:chExt cx="16067987" cy="923876"/>
          </a:xfrm>
        </p:grpSpPr>
        <p:sp>
          <p:nvSpPr>
            <p:cNvPr id="395" name="Google Shape;395;p14"/>
            <p:cNvSpPr/>
            <p:nvPr/>
          </p:nvSpPr>
          <p:spPr>
            <a:xfrm>
              <a:off x="31750" y="31750"/>
              <a:ext cx="16004487" cy="860376"/>
            </a:xfrm>
            <a:custGeom>
              <a:rect b="b" l="l" r="r" t="t"/>
              <a:pathLst>
                <a:path extrusionOk="0"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0" y="0"/>
              <a:ext cx="16067987" cy="923876"/>
            </a:xfrm>
            <a:custGeom>
              <a:rect b="b" l="l" r="r" t="t"/>
              <a:pathLst>
                <a:path extrusionOk="0"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14"/>
          <p:cNvGrpSpPr/>
          <p:nvPr/>
        </p:nvGrpSpPr>
        <p:grpSpPr>
          <a:xfrm>
            <a:off x="1796789" y="3252860"/>
            <a:ext cx="14667236" cy="674186"/>
            <a:chOff x="0" y="0"/>
            <a:chExt cx="34708895" cy="1595411"/>
          </a:xfrm>
        </p:grpSpPr>
        <p:sp>
          <p:nvSpPr>
            <p:cNvPr id="398" name="Google Shape;398;p14"/>
            <p:cNvSpPr/>
            <p:nvPr/>
          </p:nvSpPr>
          <p:spPr>
            <a:xfrm>
              <a:off x="31750" y="31750"/>
              <a:ext cx="34645395" cy="1531911"/>
            </a:xfrm>
            <a:custGeom>
              <a:rect b="b" l="l" r="r" t="t"/>
              <a:pathLst>
                <a:path extrusionOk="0"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0" y="0"/>
              <a:ext cx="34708895" cy="1595411"/>
            </a:xfrm>
            <a:custGeom>
              <a:rect b="b" l="l" r="r" t="t"/>
              <a:pathLst>
                <a:path extrusionOk="0"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14"/>
          <p:cNvGrpSpPr/>
          <p:nvPr/>
        </p:nvGrpSpPr>
        <p:grpSpPr>
          <a:xfrm>
            <a:off x="1791551" y="5361957"/>
            <a:ext cx="14694421" cy="1338141"/>
            <a:chOff x="0" y="0"/>
            <a:chExt cx="34773229" cy="3166608"/>
          </a:xfrm>
        </p:grpSpPr>
        <p:sp>
          <p:nvSpPr>
            <p:cNvPr id="401" name="Google Shape;401;p14"/>
            <p:cNvSpPr/>
            <p:nvPr/>
          </p:nvSpPr>
          <p:spPr>
            <a:xfrm>
              <a:off x="31750" y="31750"/>
              <a:ext cx="34709726" cy="3103108"/>
            </a:xfrm>
            <a:custGeom>
              <a:rect b="b" l="l" r="r" t="t"/>
              <a:pathLst>
                <a:path extrusionOk="0" h="3103108" w="34709726">
                  <a:moveTo>
                    <a:pt x="34617019" y="3103108"/>
                  </a:moveTo>
                  <a:lnTo>
                    <a:pt x="92710" y="3103108"/>
                  </a:lnTo>
                  <a:cubicBezTo>
                    <a:pt x="41910" y="3103108"/>
                    <a:pt x="0" y="3061198"/>
                    <a:pt x="0" y="301039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3009128"/>
                  </a:lnTo>
                  <a:cubicBezTo>
                    <a:pt x="34709726" y="3061198"/>
                    <a:pt x="34667819" y="3103108"/>
                    <a:pt x="34617019" y="3103108"/>
                  </a:cubicBezTo>
                  <a:close/>
                </a:path>
              </a:pathLst>
            </a:custGeom>
            <a:solidFill>
              <a:srgbClr val="92B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0" y="0"/>
              <a:ext cx="34773229" cy="3166608"/>
            </a:xfrm>
            <a:custGeom>
              <a:rect b="b" l="l" r="r" t="t"/>
              <a:pathLst>
                <a:path extrusionOk="0" h="3166608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042148"/>
                  </a:lnTo>
                  <a:cubicBezTo>
                    <a:pt x="34713537" y="3077708"/>
                    <a:pt x="34684326" y="3106918"/>
                    <a:pt x="34648769" y="3106918"/>
                  </a:cubicBezTo>
                  <a:lnTo>
                    <a:pt x="124460" y="3106918"/>
                  </a:lnTo>
                  <a:cubicBezTo>
                    <a:pt x="88900" y="3106918"/>
                    <a:pt x="59690" y="3077708"/>
                    <a:pt x="59690" y="304214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042148"/>
                  </a:lnTo>
                  <a:cubicBezTo>
                    <a:pt x="0" y="3110728"/>
                    <a:pt x="55880" y="3166608"/>
                    <a:pt x="124460" y="3166608"/>
                  </a:cubicBezTo>
                  <a:lnTo>
                    <a:pt x="34648769" y="3166608"/>
                  </a:lnTo>
                  <a:cubicBezTo>
                    <a:pt x="34717348" y="3166608"/>
                    <a:pt x="34773229" y="3110728"/>
                    <a:pt x="34773229" y="3042148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14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404" name="Google Shape;404;p14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14"/>
          <p:cNvSpPr/>
          <p:nvPr/>
        </p:nvSpPr>
        <p:spPr>
          <a:xfrm>
            <a:off x="1946487" y="2607466"/>
            <a:ext cx="514303" cy="514303"/>
          </a:xfrm>
          <a:custGeom>
            <a:rect b="b" l="l" r="r" t="t"/>
            <a:pathLst>
              <a:path extrusionOk="0"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14"/>
          <p:cNvSpPr/>
          <p:nvPr/>
        </p:nvSpPr>
        <p:spPr>
          <a:xfrm>
            <a:off x="1956667" y="3397887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32" l="0" r="0" t="-18174"/>
            </a:stretch>
          </a:blipFill>
          <a:ln>
            <a:noFill/>
          </a:ln>
        </p:spPr>
      </p:sp>
      <p:sp>
        <p:nvSpPr>
          <p:cNvPr id="408" name="Google Shape;408;p14"/>
          <p:cNvSpPr/>
          <p:nvPr/>
        </p:nvSpPr>
        <p:spPr>
          <a:xfrm>
            <a:off x="1956667" y="4746060"/>
            <a:ext cx="628687" cy="502850"/>
          </a:xfrm>
          <a:custGeom>
            <a:rect b="b" l="l" r="r" t="t"/>
            <a:pathLst>
              <a:path extrusionOk="0" h="502850" w="628687">
                <a:moveTo>
                  <a:pt x="0" y="0"/>
                </a:moveTo>
                <a:lnTo>
                  <a:pt x="628686" y="0"/>
                </a:lnTo>
                <a:lnTo>
                  <a:pt x="628686" y="502850"/>
                </a:lnTo>
                <a:lnTo>
                  <a:pt x="0" y="50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2129" l="0" r="0" t="-12893"/>
            </a:stretch>
          </a:blipFill>
          <a:ln>
            <a:noFill/>
          </a:ln>
        </p:spPr>
      </p:sp>
      <p:sp>
        <p:nvSpPr>
          <p:cNvPr id="409" name="Google Shape;409;p14"/>
          <p:cNvSpPr/>
          <p:nvPr/>
        </p:nvSpPr>
        <p:spPr>
          <a:xfrm>
            <a:off x="2008812" y="5549688"/>
            <a:ext cx="262198" cy="374394"/>
          </a:xfrm>
          <a:custGeom>
            <a:rect b="b" l="l" r="r" t="t"/>
            <a:pathLst>
              <a:path extrusionOk="0" h="374394" w="262198">
                <a:moveTo>
                  <a:pt x="0" y="0"/>
                </a:moveTo>
                <a:lnTo>
                  <a:pt x="262198" y="0"/>
                </a:lnTo>
                <a:lnTo>
                  <a:pt x="262198" y="374394"/>
                </a:lnTo>
                <a:lnTo>
                  <a:pt x="0" y="37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931" l="-23735" r="-24544" t="-1913"/>
            </a:stretch>
          </a:blipFill>
          <a:ln>
            <a:noFill/>
          </a:ln>
        </p:spPr>
      </p:sp>
      <p:sp>
        <p:nvSpPr>
          <p:cNvPr id="410" name="Google Shape;410;p14"/>
          <p:cNvSpPr/>
          <p:nvPr/>
        </p:nvSpPr>
        <p:spPr>
          <a:xfrm>
            <a:off x="5973586" y="870124"/>
            <a:ext cx="840494" cy="840494"/>
          </a:xfrm>
          <a:custGeom>
            <a:rect b="b" l="l" r="r" t="t"/>
            <a:pathLst>
              <a:path extrusionOk="0" h="840494" w="840494">
                <a:moveTo>
                  <a:pt x="0" y="0"/>
                </a:moveTo>
                <a:lnTo>
                  <a:pt x="840494" y="0"/>
                </a:lnTo>
                <a:lnTo>
                  <a:pt x="840494" y="840494"/>
                </a:lnTo>
                <a:lnTo>
                  <a:pt x="0" y="840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p14"/>
          <p:cNvSpPr txBox="1"/>
          <p:nvPr/>
        </p:nvSpPr>
        <p:spPr>
          <a:xfrm>
            <a:off x="2710954" y="4679385"/>
            <a:ext cx="4970417" cy="52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Libros</a:t>
            </a:r>
            <a:endParaRPr/>
          </a:p>
        </p:txBody>
      </p:sp>
      <p:sp>
        <p:nvSpPr>
          <p:cNvPr id="412" name="Google Shape;412;p14"/>
          <p:cNvSpPr txBox="1"/>
          <p:nvPr/>
        </p:nvSpPr>
        <p:spPr>
          <a:xfrm>
            <a:off x="2627551" y="3286574"/>
            <a:ext cx="13202142" cy="45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Matriz Dispersa</a:t>
            </a:r>
            <a:endParaRPr/>
          </a:p>
        </p:txBody>
      </p:sp>
      <p:sp>
        <p:nvSpPr>
          <p:cNvPr id="413" name="Google Shape;413;p14"/>
          <p:cNvSpPr txBox="1"/>
          <p:nvPr/>
        </p:nvSpPr>
        <p:spPr>
          <a:xfrm>
            <a:off x="2518915" y="5408632"/>
            <a:ext cx="13628771" cy="959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Cormen, T. H., Leiserson, C. E., Rivest, R. L., &amp; Stein, C. (2010). Introducción a los algoritmos (3.ª ed., trad. Alfonso Martín Cerdá). Editorial Reverté.</a:t>
            </a:r>
            <a:endParaRPr/>
          </a:p>
        </p:txBody>
      </p:sp>
      <p:sp>
        <p:nvSpPr>
          <p:cNvPr id="414" name="Google Shape;414;p14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REFERENCIAS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420" name="Google Shape;420;p15"/>
          <p:cNvGrpSpPr/>
          <p:nvPr/>
        </p:nvGrpSpPr>
        <p:grpSpPr>
          <a:xfrm>
            <a:off x="1145896" y="717072"/>
            <a:ext cx="15996208" cy="1146598"/>
            <a:chOff x="0" y="0"/>
            <a:chExt cx="17491459" cy="1253777"/>
          </a:xfrm>
        </p:grpSpPr>
        <p:sp>
          <p:nvSpPr>
            <p:cNvPr id="421" name="Google Shape;421;p15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3" name="Google Shape;423;p15"/>
          <p:cNvPicPr preferRelativeResize="0"/>
          <p:nvPr/>
        </p:nvPicPr>
        <p:blipFill rotWithShape="1">
          <a:blip r:embed="rId4">
            <a:alphaModFix/>
          </a:blip>
          <a:srcRect b="21346" l="0" r="0" t="0"/>
          <a:stretch/>
        </p:blipFill>
        <p:spPr>
          <a:xfrm>
            <a:off x="5477334" y="3318061"/>
            <a:ext cx="7333332" cy="515511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5"/>
          <p:cNvSpPr/>
          <p:nvPr/>
        </p:nvSpPr>
        <p:spPr>
          <a:xfrm>
            <a:off x="4599681" y="851544"/>
            <a:ext cx="877653" cy="877653"/>
          </a:xfrm>
          <a:custGeom>
            <a:rect b="b" l="l" r="r" t="t"/>
            <a:pathLst>
              <a:path extrusionOk="0" h="877653" w="877653">
                <a:moveTo>
                  <a:pt x="0" y="0"/>
                </a:moveTo>
                <a:lnTo>
                  <a:pt x="877653" y="0"/>
                </a:lnTo>
                <a:lnTo>
                  <a:pt x="877653" y="877653"/>
                </a:lnTo>
                <a:lnTo>
                  <a:pt x="0" y="877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5"/>
          <p:cNvSpPr txBox="1"/>
          <p:nvPr/>
        </p:nvSpPr>
        <p:spPr>
          <a:xfrm>
            <a:off x="2481062" y="806183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DUDAS/COMENTARIOS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">
            <a:hlinkClick r:id="rId3"/>
          </p:cNvPr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20" l="0" r="0" t="0"/>
            </a:stretch>
          </a:blipFill>
          <a:ln>
            <a:noFill/>
          </a:ln>
        </p:spPr>
      </p:sp>
      <p:grpSp>
        <p:nvGrpSpPr>
          <p:cNvPr id="431" name="Google Shape;431;p16"/>
          <p:cNvGrpSpPr/>
          <p:nvPr/>
        </p:nvGrpSpPr>
        <p:grpSpPr>
          <a:xfrm>
            <a:off x="1145896" y="1371968"/>
            <a:ext cx="15996208" cy="1146598"/>
            <a:chOff x="0" y="0"/>
            <a:chExt cx="17491459" cy="1253777"/>
          </a:xfrm>
        </p:grpSpPr>
        <p:sp>
          <p:nvSpPr>
            <p:cNvPr id="432" name="Google Shape;432;p16"/>
            <p:cNvSpPr/>
            <p:nvPr/>
          </p:nvSpPr>
          <p:spPr>
            <a:xfrm>
              <a:off x="31750" y="31750"/>
              <a:ext cx="17427958" cy="1190277"/>
            </a:xfrm>
            <a:custGeom>
              <a:rect b="b" l="l" r="r" t="t"/>
              <a:pathLst>
                <a:path extrusionOk="0"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0" y="0"/>
              <a:ext cx="17491459" cy="1253777"/>
            </a:xfrm>
            <a:custGeom>
              <a:rect b="b" l="l" r="r" t="t"/>
              <a:pathLst>
                <a:path extrusionOk="0"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4" name="Google Shape;434;p16"/>
          <p:cNvPicPr preferRelativeResize="0"/>
          <p:nvPr/>
        </p:nvPicPr>
        <p:blipFill rotWithShape="1">
          <a:blip r:embed="rId5">
            <a:alphaModFix/>
          </a:blip>
          <a:srcRect b="0" l="0" r="0" t="24291"/>
          <a:stretch/>
        </p:blipFill>
        <p:spPr>
          <a:xfrm>
            <a:off x="4921955" y="3460633"/>
            <a:ext cx="8444090" cy="479468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6"/>
          <p:cNvSpPr txBox="1"/>
          <p:nvPr/>
        </p:nvSpPr>
        <p:spPr>
          <a:xfrm>
            <a:off x="2481062" y="1461080"/>
            <a:ext cx="1329249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!Gracias por su Atención!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