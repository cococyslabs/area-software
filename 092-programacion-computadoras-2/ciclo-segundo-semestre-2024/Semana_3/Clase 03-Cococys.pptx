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Poppins Light" charset="1" panose="00000400000000000000"/>
      <p:regular r:id="rId41"/>
    </p:embeddedFont>
    <p:embeddedFont>
      <p:font typeface="Computer Says No" charset="1" panose="00000400000000000000"/>
      <p:regular r:id="rId42"/>
    </p:embeddedFont>
    <p:embeddedFont>
      <p:font typeface="Poppins" charset="1" panose="00000500000000000000"/>
      <p:regular r:id="rId43"/>
    </p:embeddedFont>
    <p:embeddedFont>
      <p:font typeface="Telegraf" charset="1" panose="00000500000000000000"/>
      <p:regular r:id="rId44"/>
    </p:embeddedFont>
    <p:embeddedFont>
      <p:font typeface="Telegraf Bold" charset="1" panose="00000800000000000000"/>
      <p:regular r:id="rId45"/>
    </p:embeddedFont>
    <p:embeddedFont>
      <p:font typeface="Open Sans Bold" charset="1" panose="020B0806030504020204"/>
      <p:regular r:id="rId46"/>
    </p:embeddedFont>
    <p:embeddedFont>
      <p:font typeface="Open Sans Light" charset="1" panose="020B0306030504020204"/>
      <p:regular r:id="rId47"/>
    </p:embeddedFont>
    <p:embeddedFont>
      <p:font typeface="Poppins Bold" charset="1" panose="00000800000000000000"/>
      <p:regular r:id="rId48"/>
    </p:embeddedFont>
    <p:embeddedFont>
      <p:font typeface="Garet" charset="1" panose="00000000000000000000"/>
      <p:regular r:id="rId49"/>
    </p:embeddedFont>
    <p:embeddedFont>
      <p:font typeface="Arcade Gamer" charset="1" panose="00000000000000000000"/>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16.png" Type="http://schemas.openxmlformats.org/officeDocument/2006/relationships/image"/><Relationship Id="rId14" Target="../media/image17.svg" Type="http://schemas.openxmlformats.org/officeDocument/2006/relationships/image"/><Relationship Id="rId15" Target="../media/image18.png" Type="http://schemas.openxmlformats.org/officeDocument/2006/relationships/image"/><Relationship Id="rId16" Target="../media/image19.svg" Type="http://schemas.openxmlformats.org/officeDocument/2006/relationships/image"/><Relationship Id="rId17" Target="../media/image20.png" Type="http://schemas.openxmlformats.org/officeDocument/2006/relationships/image"/><Relationship Id="rId18" Target="../media/image21.svg" Type="http://schemas.openxmlformats.org/officeDocument/2006/relationships/image"/><Relationship Id="rId19" Target="../media/image22.png" Type="http://schemas.openxmlformats.org/officeDocument/2006/relationships/image"/><Relationship Id="rId2" Target="../media/image5.png" Type="http://schemas.openxmlformats.org/officeDocument/2006/relationships/image"/><Relationship Id="rId20" Target="../media/image23.svg" Type="http://schemas.openxmlformats.org/officeDocument/2006/relationships/image"/><Relationship Id="rId21" Target="../media/image24.gif" Type="http://schemas.openxmlformats.org/officeDocument/2006/relationships/image"/><Relationship Id="rId22" Target="../media/image25.gif" Type="http://schemas.openxmlformats.org/officeDocument/2006/relationships/image"/><Relationship Id="rId23" Target="../media/image26.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gif"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gif" Type="http://schemas.openxmlformats.org/officeDocument/2006/relationships/image"/><Relationship Id="rId11" Target="../media/image36.gif" Type="http://schemas.openxmlformats.org/officeDocument/2006/relationships/image"/><Relationship Id="rId12" Target="../media/image37.png" Type="http://schemas.openxmlformats.org/officeDocument/2006/relationships/image"/><Relationship Id="rId13" Target="../media/image38.svg" Type="http://schemas.openxmlformats.org/officeDocument/2006/relationships/image"/><Relationship Id="rId14" Target="../media/image39.png" Type="http://schemas.openxmlformats.org/officeDocument/2006/relationships/image"/><Relationship Id="rId15" Target="../media/image40.svg" Type="http://schemas.openxmlformats.org/officeDocument/2006/relationships/image"/><Relationship Id="rId16" Target="../media/image41.png" Type="http://schemas.openxmlformats.org/officeDocument/2006/relationships/image"/><Relationship Id="rId17" Target="../media/image42.svg" Type="http://schemas.openxmlformats.org/officeDocument/2006/relationships/image"/><Relationship Id="rId18" Target="../media/image43.png" Type="http://schemas.openxmlformats.org/officeDocument/2006/relationships/image"/><Relationship Id="rId19" Target="../media/image44.svg" Type="http://schemas.openxmlformats.org/officeDocument/2006/relationships/image"/><Relationship Id="rId2" Target="../media/image27.png" Type="http://schemas.openxmlformats.org/officeDocument/2006/relationships/image"/><Relationship Id="rId20" Target="../media/image45.png" Type="http://schemas.openxmlformats.org/officeDocument/2006/relationships/image"/><Relationship Id="rId21" Target="../media/image46.svg" Type="http://schemas.openxmlformats.org/officeDocument/2006/relationships/image"/><Relationship Id="rId22" Target="../media/image47.gif" Type="http://schemas.openxmlformats.org/officeDocument/2006/relationships/image"/><Relationship Id="rId23" Target="../media/image48.png" Type="http://schemas.openxmlformats.org/officeDocument/2006/relationships/image"/><Relationship Id="rId24" Target="../media/image49.svg" Type="http://schemas.openxmlformats.org/officeDocument/2006/relationships/image"/><Relationship Id="rId3" Target="../media/image28.svg" Type="http://schemas.openxmlformats.org/officeDocument/2006/relationships/image"/><Relationship Id="rId4" Target="../media/image29.gif"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gi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svg" Type="http://schemas.openxmlformats.org/officeDocument/2006/relationships/image"/><Relationship Id="rId11" Target="../media/image58.png" Type="http://schemas.openxmlformats.org/officeDocument/2006/relationships/image"/><Relationship Id="rId12" Target="../media/image59.svg" Type="http://schemas.openxmlformats.org/officeDocument/2006/relationships/image"/><Relationship Id="rId13" Target="../media/image60.png" Type="http://schemas.openxmlformats.org/officeDocument/2006/relationships/image"/><Relationship Id="rId14" Target="../media/image61.svg" Type="http://schemas.openxmlformats.org/officeDocument/2006/relationships/image"/><Relationship Id="rId15" Target="../media/image62.png" Type="http://schemas.openxmlformats.org/officeDocument/2006/relationships/image"/><Relationship Id="rId16" Target="../media/image63.svg" Type="http://schemas.openxmlformats.org/officeDocument/2006/relationships/image"/><Relationship Id="rId17" Target="slide3.xml" Type="http://schemas.openxmlformats.org/officeDocument/2006/relationships/slide"/><Relationship Id="rId18" Target="../media/image64.png" Type="http://schemas.openxmlformats.org/officeDocument/2006/relationships/image"/><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34.gif"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5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svg" Type="http://schemas.openxmlformats.org/officeDocument/2006/relationships/image"/><Relationship Id="rId11" Target="../media/image58.png" Type="http://schemas.openxmlformats.org/officeDocument/2006/relationships/image"/><Relationship Id="rId12" Target="../media/image59.svg" Type="http://schemas.openxmlformats.org/officeDocument/2006/relationships/image"/><Relationship Id="rId13" Target="../media/image60.png" Type="http://schemas.openxmlformats.org/officeDocument/2006/relationships/image"/><Relationship Id="rId14" Target="../media/image61.svg" Type="http://schemas.openxmlformats.org/officeDocument/2006/relationships/image"/><Relationship Id="rId15" Target="../media/image62.png" Type="http://schemas.openxmlformats.org/officeDocument/2006/relationships/image"/><Relationship Id="rId16" Target="../media/image63.svg" Type="http://schemas.openxmlformats.org/officeDocument/2006/relationships/image"/><Relationship Id="rId17" Target="../media/image65.jpeg" Type="http://schemas.openxmlformats.org/officeDocument/2006/relationships/image"/><Relationship Id="rId18" Target="https://www.youtube.com/watch?v=H3Gj9V--2J4" TargetMode="External" Type="http://schemas.openxmlformats.org/officeDocument/2006/relationships/video"/><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34.gif"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5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4.png" Type="http://schemas.openxmlformats.org/officeDocument/2006/relationships/image"/><Relationship Id="rId11" Target="../media/image75.svg" Type="http://schemas.openxmlformats.org/officeDocument/2006/relationships/image"/><Relationship Id="rId12" Target="../media/image76.png" Type="http://schemas.openxmlformats.org/officeDocument/2006/relationships/image"/><Relationship Id="rId13" Target="../media/image77.svg" Type="http://schemas.openxmlformats.org/officeDocument/2006/relationships/image"/><Relationship Id="rId14" Target="../media/image78.png" Type="http://schemas.openxmlformats.org/officeDocument/2006/relationships/image"/><Relationship Id="rId15" Target="../media/image79.svg" Type="http://schemas.openxmlformats.org/officeDocument/2006/relationships/image"/><Relationship Id="rId16" Target="../media/image80.png" Type="http://schemas.openxmlformats.org/officeDocument/2006/relationships/image"/><Relationship Id="rId17" Target="../media/image81.svg" Type="http://schemas.openxmlformats.org/officeDocument/2006/relationships/image"/><Relationship Id="rId18" Target="../media/image82.png" Type="http://schemas.openxmlformats.org/officeDocument/2006/relationships/image"/><Relationship Id="rId19" Target="../media/image83.svg" Type="http://schemas.openxmlformats.org/officeDocument/2006/relationships/image"/><Relationship Id="rId2" Target="../media/image66.png" Type="http://schemas.openxmlformats.org/officeDocument/2006/relationships/image"/><Relationship Id="rId20" Target="../media/image84.png" Type="http://schemas.openxmlformats.org/officeDocument/2006/relationships/image"/><Relationship Id="rId21" Target="../media/image85.svg" Type="http://schemas.openxmlformats.org/officeDocument/2006/relationships/image"/><Relationship Id="rId22" Target="slide3.xml" Type="http://schemas.openxmlformats.org/officeDocument/2006/relationships/slide"/><Relationship Id="rId23" Target="../media/image86.png" Type="http://schemas.openxmlformats.org/officeDocument/2006/relationships/image"/><Relationship Id="rId24" Target="../media/image87.svg" Type="http://schemas.openxmlformats.org/officeDocument/2006/relationships/image"/><Relationship Id="rId25" Target="../media/image35.gif" Type="http://schemas.openxmlformats.org/officeDocument/2006/relationships/image"/><Relationship Id="rId26" Target="../media/image36.gif" Type="http://schemas.openxmlformats.org/officeDocument/2006/relationships/image"/><Relationship Id="rId27" Target="../media/image24.gif" Type="http://schemas.openxmlformats.org/officeDocument/2006/relationships/image"/><Relationship Id="rId28" Target="../media/image88.png" Type="http://schemas.openxmlformats.org/officeDocument/2006/relationships/image"/><Relationship Id="rId29" Target="../media/image89.svg" Type="http://schemas.openxmlformats.org/officeDocument/2006/relationships/image"/><Relationship Id="rId3" Target="../media/image67.svg" Type="http://schemas.openxmlformats.org/officeDocument/2006/relationships/image"/><Relationship Id="rId30" Target="../media/image90.png" Type="http://schemas.openxmlformats.org/officeDocument/2006/relationships/image"/><Relationship Id="rId31" Target="../media/image91.svg" Type="http://schemas.openxmlformats.org/officeDocument/2006/relationships/image"/><Relationship Id="rId32" Target="../media/image92.png" Type="http://schemas.openxmlformats.org/officeDocument/2006/relationships/image"/><Relationship Id="rId33" Target="../media/image93.svg" Type="http://schemas.openxmlformats.org/officeDocument/2006/relationships/image"/><Relationship Id="rId34" Target="../media/image94.png" Type="http://schemas.openxmlformats.org/officeDocument/2006/relationships/image"/><Relationship Id="rId35" Target="../media/image95.svg" Type="http://schemas.openxmlformats.org/officeDocument/2006/relationships/image"/><Relationship Id="rId36" Target="../media/image96.png" Type="http://schemas.openxmlformats.org/officeDocument/2006/relationships/image"/><Relationship Id="rId37" Target="../media/image97.svg" Type="http://schemas.openxmlformats.org/officeDocument/2006/relationships/image"/><Relationship Id="rId38" Target="../media/image98.png" Type="http://schemas.openxmlformats.org/officeDocument/2006/relationships/image"/><Relationship Id="rId4" Target="../media/image68.png" Type="http://schemas.openxmlformats.org/officeDocument/2006/relationships/image"/><Relationship Id="rId5" Target="../media/image69.svg" Type="http://schemas.openxmlformats.org/officeDocument/2006/relationships/image"/><Relationship Id="rId6" Target="../media/image70.png" Type="http://schemas.openxmlformats.org/officeDocument/2006/relationships/image"/><Relationship Id="rId7" Target="../media/image71.svg" Type="http://schemas.openxmlformats.org/officeDocument/2006/relationships/image"/><Relationship Id="rId8" Target="../media/image72.png" Type="http://schemas.openxmlformats.org/officeDocument/2006/relationships/image"/><Relationship Id="rId9" Target="../media/image7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5.pn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99.png" Type="http://schemas.openxmlformats.org/officeDocument/2006/relationships/image"/><Relationship Id="rId5" Target="../media/image100.svg" Type="http://schemas.openxmlformats.org/officeDocument/2006/relationships/image"/><Relationship Id="rId6" Target="../media/image101.png" Type="http://schemas.openxmlformats.org/officeDocument/2006/relationships/image"/><Relationship Id="rId7" Target="../media/image102.svg" Type="http://schemas.openxmlformats.org/officeDocument/2006/relationships/image"/><Relationship Id="rId8" Target="../media/image103.png" Type="http://schemas.openxmlformats.org/officeDocument/2006/relationships/image"/><Relationship Id="rId9" Target="../media/image10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99.png" Type="http://schemas.openxmlformats.org/officeDocument/2006/relationships/image"/><Relationship Id="rId5" Target="../media/image100.svg" Type="http://schemas.openxmlformats.org/officeDocument/2006/relationships/image"/><Relationship Id="rId6" Target="../media/image101.png" Type="http://schemas.openxmlformats.org/officeDocument/2006/relationships/image"/><Relationship Id="rId7" Target="../media/image102.svg" Type="http://schemas.openxmlformats.org/officeDocument/2006/relationships/image"/><Relationship Id="rId8" Target="../media/image106.png" Type="http://schemas.openxmlformats.org/officeDocument/2006/relationships/image"/><Relationship Id="rId9" Target="../media/image10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8.png" Type="http://schemas.openxmlformats.org/officeDocument/2006/relationships/image"/><Relationship Id="rId3" Target="../media/image109.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99.png" Type="http://schemas.openxmlformats.org/officeDocument/2006/relationships/image"/><Relationship Id="rId7" Target="../media/image100.svg" Type="http://schemas.openxmlformats.org/officeDocument/2006/relationships/image"/><Relationship Id="rId8" Target="../media/image101.png" Type="http://schemas.openxmlformats.org/officeDocument/2006/relationships/image"/><Relationship Id="rId9" Target="../media/image10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99.png" Type="http://schemas.openxmlformats.org/officeDocument/2006/relationships/image"/><Relationship Id="rId5" Target="../media/image100.svg" Type="http://schemas.openxmlformats.org/officeDocument/2006/relationships/image"/><Relationship Id="rId6" Target="../media/image101.png" Type="http://schemas.openxmlformats.org/officeDocument/2006/relationships/image"/><Relationship Id="rId7" Target="../media/image102.svg" Type="http://schemas.openxmlformats.org/officeDocument/2006/relationships/image"/><Relationship Id="rId8" Target="../media/image1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1.png" Type="http://schemas.openxmlformats.org/officeDocument/2006/relationships/image"/><Relationship Id="rId2" Target="../media/image108.png" Type="http://schemas.openxmlformats.org/officeDocument/2006/relationships/image"/><Relationship Id="rId3" Target="../media/image109.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99.png" Type="http://schemas.openxmlformats.org/officeDocument/2006/relationships/image"/><Relationship Id="rId7" Target="../media/image100.svg" Type="http://schemas.openxmlformats.org/officeDocument/2006/relationships/image"/><Relationship Id="rId8" Target="../media/image101.png" Type="http://schemas.openxmlformats.org/officeDocument/2006/relationships/image"/><Relationship Id="rId9" Target="../media/image10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png" Type="http://schemas.openxmlformats.org/officeDocument/2006/relationships/image"/><Relationship Id="rId11" Target="../media/image77.svg" Type="http://schemas.openxmlformats.org/officeDocument/2006/relationships/image"/><Relationship Id="rId12" Target="../media/image78.png" Type="http://schemas.openxmlformats.org/officeDocument/2006/relationships/image"/><Relationship Id="rId13" Target="../media/image79.svg" Type="http://schemas.openxmlformats.org/officeDocument/2006/relationships/image"/><Relationship Id="rId14" Target="../media/image80.png" Type="http://schemas.openxmlformats.org/officeDocument/2006/relationships/image"/><Relationship Id="rId15" Target="../media/image81.svg" Type="http://schemas.openxmlformats.org/officeDocument/2006/relationships/image"/><Relationship Id="rId16" Target="../media/image82.png" Type="http://schemas.openxmlformats.org/officeDocument/2006/relationships/image"/><Relationship Id="rId17" Target="../media/image83.svg" Type="http://schemas.openxmlformats.org/officeDocument/2006/relationships/image"/><Relationship Id="rId18" Target="../media/image84.png" Type="http://schemas.openxmlformats.org/officeDocument/2006/relationships/image"/><Relationship Id="rId19" Target="../media/image85.svg" Type="http://schemas.openxmlformats.org/officeDocument/2006/relationships/image"/><Relationship Id="rId2" Target="../media/image66.png" Type="http://schemas.openxmlformats.org/officeDocument/2006/relationships/image"/><Relationship Id="rId20" Target="slide3.xml" Type="http://schemas.openxmlformats.org/officeDocument/2006/relationships/slide"/><Relationship Id="rId21" Target="../media/image86.png" Type="http://schemas.openxmlformats.org/officeDocument/2006/relationships/image"/><Relationship Id="rId22" Target="../media/image87.svg" Type="http://schemas.openxmlformats.org/officeDocument/2006/relationships/image"/><Relationship Id="rId23" Target="../media/image35.gif" Type="http://schemas.openxmlformats.org/officeDocument/2006/relationships/image"/><Relationship Id="rId24" Target="../media/image36.gif" Type="http://schemas.openxmlformats.org/officeDocument/2006/relationships/image"/><Relationship Id="rId25" Target="../media/image24.gif" Type="http://schemas.openxmlformats.org/officeDocument/2006/relationships/image"/><Relationship Id="rId26" Target="../media/image88.png" Type="http://schemas.openxmlformats.org/officeDocument/2006/relationships/image"/><Relationship Id="rId27" Target="../media/image89.svg" Type="http://schemas.openxmlformats.org/officeDocument/2006/relationships/image"/><Relationship Id="rId28" Target="../media/image90.png" Type="http://schemas.openxmlformats.org/officeDocument/2006/relationships/image"/><Relationship Id="rId29" Target="../media/image91.svg" Type="http://schemas.openxmlformats.org/officeDocument/2006/relationships/image"/><Relationship Id="rId3" Target="../media/image67.svg" Type="http://schemas.openxmlformats.org/officeDocument/2006/relationships/image"/><Relationship Id="rId30" Target="../media/image92.png" Type="http://schemas.openxmlformats.org/officeDocument/2006/relationships/image"/><Relationship Id="rId31" Target="../media/image93.svg" Type="http://schemas.openxmlformats.org/officeDocument/2006/relationships/image"/><Relationship Id="rId32" Target="../media/image94.png" Type="http://schemas.openxmlformats.org/officeDocument/2006/relationships/image"/><Relationship Id="rId33" Target="../media/image95.svg" Type="http://schemas.openxmlformats.org/officeDocument/2006/relationships/image"/><Relationship Id="rId34" Target="../media/image96.png" Type="http://schemas.openxmlformats.org/officeDocument/2006/relationships/image"/><Relationship Id="rId35" Target="../media/image97.svg" Type="http://schemas.openxmlformats.org/officeDocument/2006/relationships/image"/><Relationship Id="rId36" Target="../media/image112.png" Type="http://schemas.openxmlformats.org/officeDocument/2006/relationships/image"/><Relationship Id="rId4" Target="../media/image68.png" Type="http://schemas.openxmlformats.org/officeDocument/2006/relationships/image"/><Relationship Id="rId5" Target="../media/image69.svg" Type="http://schemas.openxmlformats.org/officeDocument/2006/relationships/image"/><Relationship Id="rId6" Target="../media/image72.png" Type="http://schemas.openxmlformats.org/officeDocument/2006/relationships/image"/><Relationship Id="rId7" Target="../media/image73.svg" Type="http://schemas.openxmlformats.org/officeDocument/2006/relationships/image"/><Relationship Id="rId8" Target="../media/image74.png" Type="http://schemas.openxmlformats.org/officeDocument/2006/relationships/image"/><Relationship Id="rId9" Target="../media/image7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3.png" Type="http://schemas.openxmlformats.org/officeDocument/2006/relationships/image"/><Relationship Id="rId2" Target="../media/image108.png" Type="http://schemas.openxmlformats.org/officeDocument/2006/relationships/image"/><Relationship Id="rId3" Target="../media/image109.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99.png" Type="http://schemas.openxmlformats.org/officeDocument/2006/relationships/image"/><Relationship Id="rId7" Target="../media/image100.svg" Type="http://schemas.openxmlformats.org/officeDocument/2006/relationships/image"/><Relationship Id="rId8" Target="../media/image101.png" Type="http://schemas.openxmlformats.org/officeDocument/2006/relationships/image"/><Relationship Id="rId9" Target="../media/image10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4.png" Type="http://schemas.openxmlformats.org/officeDocument/2006/relationships/image"/><Relationship Id="rId2" Target="../media/image108.png" Type="http://schemas.openxmlformats.org/officeDocument/2006/relationships/image"/><Relationship Id="rId3" Target="../media/image109.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99.png" Type="http://schemas.openxmlformats.org/officeDocument/2006/relationships/image"/><Relationship Id="rId7" Target="../media/image100.svg" Type="http://schemas.openxmlformats.org/officeDocument/2006/relationships/image"/><Relationship Id="rId8" Target="../media/image101.png" Type="http://schemas.openxmlformats.org/officeDocument/2006/relationships/image"/><Relationship Id="rId9" Target="../media/image10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8.svg" Type="http://schemas.openxmlformats.org/officeDocument/2006/relationships/image"/><Relationship Id="rId11" Target="../media/image119.png" Type="http://schemas.openxmlformats.org/officeDocument/2006/relationships/image"/><Relationship Id="rId12" Target="../media/image120.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121.png" Type="http://schemas.openxmlformats.org/officeDocument/2006/relationships/image"/><Relationship Id="rId16" Target="../media/image122.svg" Type="http://schemas.openxmlformats.org/officeDocument/2006/relationships/image"/><Relationship Id="rId17" Target="slide3.xml" Type="http://schemas.openxmlformats.org/officeDocument/2006/relationships/slide"/><Relationship Id="rId18" Target="../media/image123.pn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5.png" Type="http://schemas.openxmlformats.org/officeDocument/2006/relationships/image"/><Relationship Id="rId7" Target="../media/image116.svg" Type="http://schemas.openxmlformats.org/officeDocument/2006/relationships/image"/><Relationship Id="rId8" Target="../media/image34.gif" Type="http://schemas.openxmlformats.org/officeDocument/2006/relationships/image"/><Relationship Id="rId9" Target="../media/image1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8.svg" Type="http://schemas.openxmlformats.org/officeDocument/2006/relationships/image"/><Relationship Id="rId11" Target="../media/image119.png" Type="http://schemas.openxmlformats.org/officeDocument/2006/relationships/image"/><Relationship Id="rId12" Target="../media/image120.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121.png" Type="http://schemas.openxmlformats.org/officeDocument/2006/relationships/image"/><Relationship Id="rId16" Target="../media/image122.svg" Type="http://schemas.openxmlformats.org/officeDocument/2006/relationships/image"/><Relationship Id="rId17" Target="slide3.xml" Type="http://schemas.openxmlformats.org/officeDocument/2006/relationships/slide"/><Relationship Id="rId18" Target="../media/image124.pn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5.png" Type="http://schemas.openxmlformats.org/officeDocument/2006/relationships/image"/><Relationship Id="rId7" Target="../media/image116.svg" Type="http://schemas.openxmlformats.org/officeDocument/2006/relationships/image"/><Relationship Id="rId8" Target="../media/image34.gif" Type="http://schemas.openxmlformats.org/officeDocument/2006/relationships/image"/><Relationship Id="rId9" Target="../media/image1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8.svg" Type="http://schemas.openxmlformats.org/officeDocument/2006/relationships/image"/><Relationship Id="rId11" Target="../media/image119.png" Type="http://schemas.openxmlformats.org/officeDocument/2006/relationships/image"/><Relationship Id="rId12" Target="../media/image120.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121.png" Type="http://schemas.openxmlformats.org/officeDocument/2006/relationships/image"/><Relationship Id="rId16" Target="../media/image122.svg" Type="http://schemas.openxmlformats.org/officeDocument/2006/relationships/image"/><Relationship Id="rId17" Target="slide3.xml" Type="http://schemas.openxmlformats.org/officeDocument/2006/relationships/slide"/><Relationship Id="rId18" Target="../media/image125.pn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5.png" Type="http://schemas.openxmlformats.org/officeDocument/2006/relationships/image"/><Relationship Id="rId7" Target="../media/image116.svg" Type="http://schemas.openxmlformats.org/officeDocument/2006/relationships/image"/><Relationship Id="rId8" Target="../media/image34.gif" Type="http://schemas.openxmlformats.org/officeDocument/2006/relationships/image"/><Relationship Id="rId9" Target="../media/image11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6.png" Type="http://schemas.openxmlformats.org/officeDocument/2006/relationships/image"/><Relationship Id="rId2" Target="../media/image108.png" Type="http://schemas.openxmlformats.org/officeDocument/2006/relationships/image"/><Relationship Id="rId3" Target="../media/image109.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99.png" Type="http://schemas.openxmlformats.org/officeDocument/2006/relationships/image"/><Relationship Id="rId7" Target="../media/image100.svg" Type="http://schemas.openxmlformats.org/officeDocument/2006/relationships/image"/><Relationship Id="rId8" Target="../media/image101.png" Type="http://schemas.openxmlformats.org/officeDocument/2006/relationships/image"/><Relationship Id="rId9" Target="../media/image10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7.png" Type="http://schemas.openxmlformats.org/officeDocument/2006/relationships/image"/><Relationship Id="rId2" Target="../media/image108.png" Type="http://schemas.openxmlformats.org/officeDocument/2006/relationships/image"/><Relationship Id="rId3" Target="../media/image109.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99.png" Type="http://schemas.openxmlformats.org/officeDocument/2006/relationships/image"/><Relationship Id="rId7" Target="../media/image100.svg" Type="http://schemas.openxmlformats.org/officeDocument/2006/relationships/image"/><Relationship Id="rId8" Target="../media/image101.png" Type="http://schemas.openxmlformats.org/officeDocument/2006/relationships/image"/><Relationship Id="rId9" Target="../media/image10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99.png" Type="http://schemas.openxmlformats.org/officeDocument/2006/relationships/image"/><Relationship Id="rId5" Target="../media/image100.svg" Type="http://schemas.openxmlformats.org/officeDocument/2006/relationships/image"/><Relationship Id="rId6" Target="../media/image101.png" Type="http://schemas.openxmlformats.org/officeDocument/2006/relationships/image"/><Relationship Id="rId7" Target="../media/image102.svg" Type="http://schemas.openxmlformats.org/officeDocument/2006/relationships/image"/><Relationship Id="rId8" Target="../media/image12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9.png" Type="http://schemas.openxmlformats.org/officeDocument/2006/relationships/image"/><Relationship Id="rId2" Target="../media/image108.png" Type="http://schemas.openxmlformats.org/officeDocument/2006/relationships/image"/><Relationship Id="rId3" Target="../media/image109.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99.png" Type="http://schemas.openxmlformats.org/officeDocument/2006/relationships/image"/><Relationship Id="rId7" Target="../media/image100.svg" Type="http://schemas.openxmlformats.org/officeDocument/2006/relationships/image"/><Relationship Id="rId8" Target="../media/image101.png" Type="http://schemas.openxmlformats.org/officeDocument/2006/relationships/image"/><Relationship Id="rId9" Target="../media/image10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8.svg" Type="http://schemas.openxmlformats.org/officeDocument/2006/relationships/image"/><Relationship Id="rId11" Target="../media/image119.png" Type="http://schemas.openxmlformats.org/officeDocument/2006/relationships/image"/><Relationship Id="rId12" Target="../media/image120.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121.png" Type="http://schemas.openxmlformats.org/officeDocument/2006/relationships/image"/><Relationship Id="rId16" Target="../media/image122.svg" Type="http://schemas.openxmlformats.org/officeDocument/2006/relationships/image"/><Relationship Id="rId17" Target="slide3.xml" Type="http://schemas.openxmlformats.org/officeDocument/2006/relationships/slide"/><Relationship Id="rId2" Target="../media/image27.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5.png" Type="http://schemas.openxmlformats.org/officeDocument/2006/relationships/image"/><Relationship Id="rId7" Target="../media/image116.svg" Type="http://schemas.openxmlformats.org/officeDocument/2006/relationships/image"/><Relationship Id="rId8" Target="../media/image34.gif" Type="http://schemas.openxmlformats.org/officeDocument/2006/relationships/image"/><Relationship Id="rId9" Target="../media/image11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8.svg" Type="http://schemas.openxmlformats.org/officeDocument/2006/relationships/image"/><Relationship Id="rId11" Target="../media/image119.png" Type="http://schemas.openxmlformats.org/officeDocument/2006/relationships/image"/><Relationship Id="rId12" Target="../media/image120.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121.png" Type="http://schemas.openxmlformats.org/officeDocument/2006/relationships/image"/><Relationship Id="rId16" Target="../media/image122.svg" Type="http://schemas.openxmlformats.org/officeDocument/2006/relationships/image"/><Relationship Id="rId17" Target="slide3.xml" Type="http://schemas.openxmlformats.org/officeDocument/2006/relationships/slide"/><Relationship Id="rId18" Target="../media/image65.jpeg" Type="http://schemas.openxmlformats.org/officeDocument/2006/relationships/image"/><Relationship Id="rId19" Target="https://youtu.be/mJ0Ln1p2h8g" TargetMode="External" Type="http://schemas.openxmlformats.org/officeDocument/2006/relationships/video"/><Relationship Id="rId2" Target="../media/image27.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5.png" Type="http://schemas.openxmlformats.org/officeDocument/2006/relationships/image"/><Relationship Id="rId7" Target="../media/image116.svg" Type="http://schemas.openxmlformats.org/officeDocument/2006/relationships/image"/><Relationship Id="rId8" Target="../media/image34.gif" Type="http://schemas.openxmlformats.org/officeDocument/2006/relationships/image"/><Relationship Id="rId9" Target="../media/image11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8.svg" Type="http://schemas.openxmlformats.org/officeDocument/2006/relationships/image"/><Relationship Id="rId11" Target="../media/image119.png" Type="http://schemas.openxmlformats.org/officeDocument/2006/relationships/image"/><Relationship Id="rId12" Target="../media/image120.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121.png" Type="http://schemas.openxmlformats.org/officeDocument/2006/relationships/image"/><Relationship Id="rId16" Target="../media/image122.svg" Type="http://schemas.openxmlformats.org/officeDocument/2006/relationships/image"/><Relationship Id="rId17" Target="slide3.xml" Type="http://schemas.openxmlformats.org/officeDocument/2006/relationships/slide"/><Relationship Id="rId18" Target="../media/image65.jpeg" Type="http://schemas.openxmlformats.org/officeDocument/2006/relationships/image"/><Relationship Id="rId19" Target="https://www.youtube.com/watch?v=hB01oKun8uc" TargetMode="External" Type="http://schemas.openxmlformats.org/officeDocument/2006/relationships/video"/><Relationship Id="rId2" Target="../media/image27.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5.png" Type="http://schemas.openxmlformats.org/officeDocument/2006/relationships/image"/><Relationship Id="rId7" Target="../media/image116.svg" Type="http://schemas.openxmlformats.org/officeDocument/2006/relationships/image"/><Relationship Id="rId8" Target="../media/image34.gif" Type="http://schemas.openxmlformats.org/officeDocument/2006/relationships/image"/><Relationship Id="rId9" Target="../media/image11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8.svg" Type="http://schemas.openxmlformats.org/officeDocument/2006/relationships/image"/><Relationship Id="rId11" Target="../media/image119.png" Type="http://schemas.openxmlformats.org/officeDocument/2006/relationships/image"/><Relationship Id="rId12" Target="../media/image120.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121.png" Type="http://schemas.openxmlformats.org/officeDocument/2006/relationships/image"/><Relationship Id="rId16" Target="../media/image122.svg" Type="http://schemas.openxmlformats.org/officeDocument/2006/relationships/image"/><Relationship Id="rId17" Target="slide3.xml" Type="http://schemas.openxmlformats.org/officeDocument/2006/relationships/slide"/><Relationship Id="rId2" Target="../media/image27.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5.png" Type="http://schemas.openxmlformats.org/officeDocument/2006/relationships/image"/><Relationship Id="rId7" Target="../media/image116.svg" Type="http://schemas.openxmlformats.org/officeDocument/2006/relationships/image"/><Relationship Id="rId8" Target="../media/image34.gif" Type="http://schemas.openxmlformats.org/officeDocument/2006/relationships/image"/><Relationship Id="rId9" Target="../media/image11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0.svg" Type="http://schemas.openxmlformats.org/officeDocument/2006/relationships/image"/><Relationship Id="rId11" Target="../media/image43.png" Type="http://schemas.openxmlformats.org/officeDocument/2006/relationships/image"/><Relationship Id="rId12" Target="../media/image44.svg" Type="http://schemas.openxmlformats.org/officeDocument/2006/relationships/image"/><Relationship Id="rId13" Target="../media/image121.png" Type="http://schemas.openxmlformats.org/officeDocument/2006/relationships/image"/><Relationship Id="rId14" Target="../media/image122.svg" Type="http://schemas.openxmlformats.org/officeDocument/2006/relationships/image"/><Relationship Id="rId15" Target="slide3.xml" Type="http://schemas.openxmlformats.org/officeDocument/2006/relationships/slide"/><Relationship Id="rId16" Target="../media/image130.pn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4.gif" Type="http://schemas.openxmlformats.org/officeDocument/2006/relationships/image"/><Relationship Id="rId7" Target="../media/image117.png" Type="http://schemas.openxmlformats.org/officeDocument/2006/relationships/image"/><Relationship Id="rId8" Target="../media/image118.svg" Type="http://schemas.openxmlformats.org/officeDocument/2006/relationships/image"/><Relationship Id="rId9" Target="../media/image11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svg" Type="http://schemas.openxmlformats.org/officeDocument/2006/relationships/image"/><Relationship Id="rId11" Target="../media/image121.png" Type="http://schemas.openxmlformats.org/officeDocument/2006/relationships/image"/><Relationship Id="rId12" Target="../media/image122.svg" Type="http://schemas.openxmlformats.org/officeDocument/2006/relationships/image"/><Relationship Id="rId13" Target="slide3.xml" Type="http://schemas.openxmlformats.org/officeDocument/2006/relationships/slide"/><Relationship Id="rId14" Target="../media/image131.png" Type="http://schemas.openxmlformats.org/officeDocument/2006/relationships/image"/><Relationship Id="rId15" Target="../media/image132.png" Type="http://schemas.openxmlformats.org/officeDocument/2006/relationships/image"/><Relationship Id="rId16" Target="../media/image133.png" Type="http://schemas.openxmlformats.org/officeDocument/2006/relationships/image"/><Relationship Id="rId17" Target="../media/image134.png" Type="http://schemas.openxmlformats.org/officeDocument/2006/relationships/image"/><Relationship Id="rId18" Target="../media/image135.png" Type="http://schemas.openxmlformats.org/officeDocument/2006/relationships/image"/><Relationship Id="rId19" Target="../media/image136.png" Type="http://schemas.openxmlformats.org/officeDocument/2006/relationships/image"/><Relationship Id="rId2" Target="../media/image5.png" Type="http://schemas.openxmlformats.org/officeDocument/2006/relationships/image"/><Relationship Id="rId20" Target="../media/image137.png" Type="http://schemas.openxmlformats.org/officeDocument/2006/relationships/image"/><Relationship Id="rId21" Target="../media/image138.png" Type="http://schemas.openxmlformats.org/officeDocument/2006/relationships/image"/><Relationship Id="rId3" Target="../media/image6.svg" Type="http://schemas.openxmlformats.org/officeDocument/2006/relationships/image"/><Relationship Id="rId4" Target="../media/image34.gif" Type="http://schemas.openxmlformats.org/officeDocument/2006/relationships/image"/><Relationship Id="rId5" Target="../media/image117.png" Type="http://schemas.openxmlformats.org/officeDocument/2006/relationships/image"/><Relationship Id="rId6" Target="../media/image118.svg" Type="http://schemas.openxmlformats.org/officeDocument/2006/relationships/image"/><Relationship Id="rId7" Target="../media/image119.png" Type="http://schemas.openxmlformats.org/officeDocument/2006/relationships/image"/><Relationship Id="rId8" Target="../media/image120.svg" Type="http://schemas.openxmlformats.org/officeDocument/2006/relationships/image"/><Relationship Id="rId9" Target="../media/image4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svg" Type="http://schemas.openxmlformats.org/officeDocument/2006/relationships/image"/><Relationship Id="rId11" Target="../media/image121.png" Type="http://schemas.openxmlformats.org/officeDocument/2006/relationships/image"/><Relationship Id="rId12" Target="../media/image122.svg" Type="http://schemas.openxmlformats.org/officeDocument/2006/relationships/image"/><Relationship Id="rId13" Target="slide3.xml" Type="http://schemas.openxmlformats.org/officeDocument/2006/relationships/slide"/><Relationship Id="rId14" Target="../media/image139.png" Type="http://schemas.openxmlformats.org/officeDocument/2006/relationships/image"/><Relationship Id="rId15" Target="../media/image140.png" Type="http://schemas.openxmlformats.org/officeDocument/2006/relationships/image"/><Relationship Id="rId16" Target="../media/image141.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4.gif" Type="http://schemas.openxmlformats.org/officeDocument/2006/relationships/image"/><Relationship Id="rId5" Target="../media/image117.png" Type="http://schemas.openxmlformats.org/officeDocument/2006/relationships/image"/><Relationship Id="rId6" Target="../media/image118.svg" Type="http://schemas.openxmlformats.org/officeDocument/2006/relationships/image"/><Relationship Id="rId7" Target="../media/image119.png" Type="http://schemas.openxmlformats.org/officeDocument/2006/relationships/image"/><Relationship Id="rId8" Target="../media/image120.svg" Type="http://schemas.openxmlformats.org/officeDocument/2006/relationships/image"/><Relationship Id="rId9" Target="../media/image4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0.svg" Type="http://schemas.openxmlformats.org/officeDocument/2006/relationships/image"/><Relationship Id="rId11" Target="../media/image43.png" Type="http://schemas.openxmlformats.org/officeDocument/2006/relationships/image"/><Relationship Id="rId12" Target="../media/image44.svg" Type="http://schemas.openxmlformats.org/officeDocument/2006/relationships/image"/><Relationship Id="rId13" Target="../media/image121.png" Type="http://schemas.openxmlformats.org/officeDocument/2006/relationships/image"/><Relationship Id="rId14" Target="../media/image122.svg" Type="http://schemas.openxmlformats.org/officeDocument/2006/relationships/image"/><Relationship Id="rId15" Target="slide3.xml" Type="http://schemas.openxmlformats.org/officeDocument/2006/relationships/slide"/><Relationship Id="rId16" Target="https://docs.microsoft.com/es-es/office/vba/language/glossary/vbe-glossary#procedure" TargetMode="External" Type="http://schemas.openxmlformats.org/officeDocument/2006/relationships/hyperlink"/><Relationship Id="rId2" Target="../media/image27.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4.gif" Type="http://schemas.openxmlformats.org/officeDocument/2006/relationships/image"/><Relationship Id="rId7" Target="../media/image117.png" Type="http://schemas.openxmlformats.org/officeDocument/2006/relationships/image"/><Relationship Id="rId8" Target="../media/image118.svg" Type="http://schemas.openxmlformats.org/officeDocument/2006/relationships/image"/><Relationship Id="rId9" Target="../media/image11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svg" Type="http://schemas.openxmlformats.org/officeDocument/2006/relationships/image"/><Relationship Id="rId11" Target="../media/image121.png" Type="http://schemas.openxmlformats.org/officeDocument/2006/relationships/image"/><Relationship Id="rId12" Target="../media/image122.svg" Type="http://schemas.openxmlformats.org/officeDocument/2006/relationships/image"/><Relationship Id="rId13" Target="slide3.xml" Type="http://schemas.openxmlformats.org/officeDocument/2006/relationships/slide"/><Relationship Id="rId14" Target="../media/image142.png" Type="http://schemas.openxmlformats.org/officeDocument/2006/relationships/image"/><Relationship Id="rId15" Target="../media/image143.png" Type="http://schemas.openxmlformats.org/officeDocument/2006/relationships/image"/><Relationship Id="rId16" Target="../media/image144.png" Type="http://schemas.openxmlformats.org/officeDocument/2006/relationships/image"/><Relationship Id="rId17" Target="../media/image145.png" Type="http://schemas.openxmlformats.org/officeDocument/2006/relationships/image"/><Relationship Id="rId18" Target="../media/image146.png" Type="http://schemas.openxmlformats.org/officeDocument/2006/relationships/image"/><Relationship Id="rId19" Target="../media/image147.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4.gif" Type="http://schemas.openxmlformats.org/officeDocument/2006/relationships/image"/><Relationship Id="rId5" Target="../media/image117.png" Type="http://schemas.openxmlformats.org/officeDocument/2006/relationships/image"/><Relationship Id="rId6" Target="../media/image118.svg" Type="http://schemas.openxmlformats.org/officeDocument/2006/relationships/image"/><Relationship Id="rId7" Target="../media/image119.png" Type="http://schemas.openxmlformats.org/officeDocument/2006/relationships/image"/><Relationship Id="rId8" Target="../media/image120.svg" Type="http://schemas.openxmlformats.org/officeDocument/2006/relationships/image"/><Relationship Id="rId9" Target="../media/image4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8.svg" Type="http://schemas.openxmlformats.org/officeDocument/2006/relationships/image"/><Relationship Id="rId11" Target="../media/image119.png" Type="http://schemas.openxmlformats.org/officeDocument/2006/relationships/image"/><Relationship Id="rId12" Target="../media/image120.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121.png" Type="http://schemas.openxmlformats.org/officeDocument/2006/relationships/image"/><Relationship Id="rId16" Target="../media/image122.svg" Type="http://schemas.openxmlformats.org/officeDocument/2006/relationships/image"/><Relationship Id="rId17" Target="slide3.xml" Type="http://schemas.openxmlformats.org/officeDocument/2006/relationships/slide"/><Relationship Id="rId18" Target="../media/image148.png" Type="http://schemas.openxmlformats.org/officeDocument/2006/relationships/image"/><Relationship Id="rId19" Target="../media/image149.png" Type="http://schemas.openxmlformats.org/officeDocument/2006/relationships/image"/><Relationship Id="rId2" Target="../media/image27.png" Type="http://schemas.openxmlformats.org/officeDocument/2006/relationships/image"/><Relationship Id="rId20" Target="../media/image150.png" Type="http://schemas.openxmlformats.org/officeDocument/2006/relationships/image"/><Relationship Id="rId21" Target="../media/image151.png" Type="http://schemas.openxmlformats.org/officeDocument/2006/relationships/image"/><Relationship Id="rId22" Target="../media/image152.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5.png" Type="http://schemas.openxmlformats.org/officeDocument/2006/relationships/image"/><Relationship Id="rId7" Target="../media/image116.svg" Type="http://schemas.openxmlformats.org/officeDocument/2006/relationships/image"/><Relationship Id="rId8" Target="../media/image34.gif" Type="http://schemas.openxmlformats.org/officeDocument/2006/relationships/image"/><Relationship Id="rId9" Target="../media/image117.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8.svg" Type="http://schemas.openxmlformats.org/officeDocument/2006/relationships/image"/><Relationship Id="rId11" Target="../media/image119.png" Type="http://schemas.openxmlformats.org/officeDocument/2006/relationships/image"/><Relationship Id="rId12" Target="../media/image120.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121.png" Type="http://schemas.openxmlformats.org/officeDocument/2006/relationships/image"/><Relationship Id="rId16" Target="../media/image122.svg" Type="http://schemas.openxmlformats.org/officeDocument/2006/relationships/image"/><Relationship Id="rId17" Target="slide3.xml" Type="http://schemas.openxmlformats.org/officeDocument/2006/relationships/slide"/><Relationship Id="rId18" Target="https://docs.microsoft.com/es-es/office/vba/language/reference/user-interface-help/isarray-function" TargetMode="External" Type="http://schemas.openxmlformats.org/officeDocument/2006/relationships/hyperlink"/><Relationship Id="rId19" Target="https://docs.microsoft.com/es-es/office/vba/language/reference/user-interface-help/isdate-function" TargetMode="External" Type="http://schemas.openxmlformats.org/officeDocument/2006/relationships/hyperlink"/><Relationship Id="rId2" Target="../media/image27.png" Type="http://schemas.openxmlformats.org/officeDocument/2006/relationships/image"/><Relationship Id="rId20" Target="https://docs.microsoft.com/es-es/office/vba/language/reference/user-interface-help/isempty-function" TargetMode="External" Type="http://schemas.openxmlformats.org/officeDocument/2006/relationships/hyperlink"/><Relationship Id="rId21" Target="https://docs.microsoft.com/es-es/office/vba/language/reference/user-interface-help/iserror-function" TargetMode="External" Type="http://schemas.openxmlformats.org/officeDocument/2006/relationships/hyperlink"/><Relationship Id="rId22" Target="https://docs.microsoft.com/es-es/office/vba/language/reference/user-interface-help/ismissing-function" TargetMode="External" Type="http://schemas.openxmlformats.org/officeDocument/2006/relationships/hyperlink"/><Relationship Id="rId23" Target="https://docs.microsoft.com/es-es/office/vba/language/reference/user-interface-help/isnull-function" TargetMode="External" Type="http://schemas.openxmlformats.org/officeDocument/2006/relationships/hyperlink"/><Relationship Id="rId24" Target="https://docs.microsoft.com/es-es/office/vba/language/reference/user-interface-help/isnumeric-function" TargetMode="External" Type="http://schemas.openxmlformats.org/officeDocument/2006/relationships/hyperlink"/><Relationship Id="rId25" Target="https://docs.microsoft.com/es-es/office/vba/language/reference/user-interface-help/isobject-function" TargetMode="External" Type="http://schemas.openxmlformats.org/officeDocument/2006/relationships/hyperlink"/><Relationship Id="rId26" Target="https://docs.microsoft.com/es-es/office/vba/language/reference/user-interface-help/ltrim-rtrim-and-trim-functions" TargetMode="External" Type="http://schemas.openxmlformats.org/officeDocument/2006/relationships/hyperlink"/><Relationship Id="rId27" Target="../media/image153.png" Type="http://schemas.openxmlformats.org/officeDocument/2006/relationships/image"/><Relationship Id="rId28" Target="../media/image154.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5.png" Type="http://schemas.openxmlformats.org/officeDocument/2006/relationships/image"/><Relationship Id="rId7" Target="../media/image116.svg" Type="http://schemas.openxmlformats.org/officeDocument/2006/relationships/image"/><Relationship Id="rId8" Target="../media/image34.gif" Type="http://schemas.openxmlformats.org/officeDocument/2006/relationships/image"/><Relationship Id="rId9" Target="../media/image11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2" Target="../media/image155.png" Type="http://schemas.openxmlformats.org/officeDocument/2006/relationships/image"/><Relationship Id="rId3" Target="../media/image156.svg" Type="http://schemas.openxmlformats.org/officeDocument/2006/relationships/image"/><Relationship Id="rId4" Target="../media/image34.gif"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157.png" Type="http://schemas.openxmlformats.org/officeDocument/2006/relationships/image"/><Relationship Id="rId8" Target="../media/image158.svg" Type="http://schemas.openxmlformats.org/officeDocument/2006/relationships/image"/><Relationship Id="rId9" Target="../media/image2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5.png" Type="http://schemas.openxmlformats.org/officeDocument/2006/relationships/image"/><Relationship Id="rId11" Target="../media/image166.svg" Type="http://schemas.openxmlformats.org/officeDocument/2006/relationships/image"/><Relationship Id="rId12" Target="../media/image167.png" Type="http://schemas.openxmlformats.org/officeDocument/2006/relationships/image"/><Relationship Id="rId13" Target="../media/image168.svg" Type="http://schemas.openxmlformats.org/officeDocument/2006/relationships/image"/><Relationship Id="rId14" Target="../media/image169.png" Type="http://schemas.openxmlformats.org/officeDocument/2006/relationships/image"/><Relationship Id="rId15" Target="../media/image170.svg" Type="http://schemas.openxmlformats.org/officeDocument/2006/relationships/image"/><Relationship Id="rId16" Target="../media/image171.png" Type="http://schemas.openxmlformats.org/officeDocument/2006/relationships/image"/><Relationship Id="rId17" Target="../media/image172.svg" Type="http://schemas.openxmlformats.org/officeDocument/2006/relationships/image"/><Relationship Id="rId18" Target="../media/image173.gif" Type="http://schemas.openxmlformats.org/officeDocument/2006/relationships/image"/><Relationship Id="rId19" Target="../media/image174.png" Type="http://schemas.openxmlformats.org/officeDocument/2006/relationships/image"/><Relationship Id="rId2" Target="../media/image50.png" Type="http://schemas.openxmlformats.org/officeDocument/2006/relationships/image"/><Relationship Id="rId20" Target="../media/image175.svg" Type="http://schemas.openxmlformats.org/officeDocument/2006/relationships/image"/><Relationship Id="rId3" Target="../media/image51.svg" Type="http://schemas.openxmlformats.org/officeDocument/2006/relationships/image"/><Relationship Id="rId4" Target="../media/image159.png" Type="http://schemas.openxmlformats.org/officeDocument/2006/relationships/image"/><Relationship Id="rId5" Target="../media/image160.svg" Type="http://schemas.openxmlformats.org/officeDocument/2006/relationships/image"/><Relationship Id="rId6" Target="../media/image161.png" Type="http://schemas.openxmlformats.org/officeDocument/2006/relationships/image"/><Relationship Id="rId7" Target="../media/image162.svg" Type="http://schemas.openxmlformats.org/officeDocument/2006/relationships/image"/><Relationship Id="rId8" Target="../media/image163.png" Type="http://schemas.openxmlformats.org/officeDocument/2006/relationships/image"/><Relationship Id="rId9" Target="../media/image164.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gif" Type="http://schemas.openxmlformats.org/officeDocument/2006/relationships/image"/><Relationship Id="rId11" Target="../media/image182.gif" Type="http://schemas.openxmlformats.org/officeDocument/2006/relationships/image"/><Relationship Id="rId12" Target="../media/image183.gif" Type="http://schemas.openxmlformats.org/officeDocument/2006/relationships/image"/><Relationship Id="rId13" Target="../media/image184.gif" Type="http://schemas.openxmlformats.org/officeDocument/2006/relationships/image"/><Relationship Id="rId14" Target="../media/image185.gif" Type="http://schemas.openxmlformats.org/officeDocument/2006/relationships/image"/><Relationship Id="rId15" Target="../media/image186.gif" Type="http://schemas.openxmlformats.org/officeDocument/2006/relationships/image"/><Relationship Id="rId16" Target="../media/image47.gif" Type="http://schemas.openxmlformats.org/officeDocument/2006/relationships/image"/><Relationship Id="rId17" Target="../media/image187.gif" Type="http://schemas.openxmlformats.org/officeDocument/2006/relationships/image"/><Relationship Id="rId18" Target="../media/image173.gif" Type="http://schemas.openxmlformats.org/officeDocument/2006/relationships/image"/><Relationship Id="rId19" Target="../media/image188.gif" Type="http://schemas.openxmlformats.org/officeDocument/2006/relationships/image"/><Relationship Id="rId2" Target="../media/image9.gif" Type="http://schemas.openxmlformats.org/officeDocument/2006/relationships/image"/><Relationship Id="rId20" Target="../media/image29.gif" Type="http://schemas.openxmlformats.org/officeDocument/2006/relationships/image"/><Relationship Id="rId3" Target="../media/image176.gif" Type="http://schemas.openxmlformats.org/officeDocument/2006/relationships/image"/><Relationship Id="rId4" Target="../media/image34.gif" Type="http://schemas.openxmlformats.org/officeDocument/2006/relationships/image"/><Relationship Id="rId5" Target="../media/image177.gif" Type="http://schemas.openxmlformats.org/officeDocument/2006/relationships/image"/><Relationship Id="rId6" Target="../media/image178.gif" Type="http://schemas.openxmlformats.org/officeDocument/2006/relationships/image"/><Relationship Id="rId7" Target="../media/image179.gif" Type="http://schemas.openxmlformats.org/officeDocument/2006/relationships/image"/><Relationship Id="rId8" Target="../media/image180.gif" Type="http://schemas.openxmlformats.org/officeDocument/2006/relationships/image"/><Relationship Id="rId9" Target="../media/image181.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9794" y="0"/>
            <a:ext cx="18258206" cy="10287000"/>
          </a:xfrm>
          <a:custGeom>
            <a:avLst/>
            <a:gdLst/>
            <a:ahLst/>
            <a:cxnLst/>
            <a:rect r="r" b="b" t="t" l="l"/>
            <a:pathLst>
              <a:path h="10287000" w="18258206">
                <a:moveTo>
                  <a:pt x="0" y="0"/>
                </a:moveTo>
                <a:lnTo>
                  <a:pt x="18258206" y="0"/>
                </a:lnTo>
                <a:lnTo>
                  <a:pt x="18258206"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042863" y="4549584"/>
            <a:ext cx="12202273" cy="1187832"/>
          </a:xfrm>
          <a:custGeom>
            <a:avLst/>
            <a:gdLst/>
            <a:ahLst/>
            <a:cxnLst/>
            <a:rect r="r" b="b" t="t" l="l"/>
            <a:pathLst>
              <a:path h="1187832" w="12202273">
                <a:moveTo>
                  <a:pt x="0" y="0"/>
                </a:moveTo>
                <a:lnTo>
                  <a:pt x="12202274" y="0"/>
                </a:lnTo>
                <a:lnTo>
                  <a:pt x="12202274" y="1187832"/>
                </a:lnTo>
                <a:lnTo>
                  <a:pt x="0" y="1187832"/>
                </a:lnTo>
                <a:lnTo>
                  <a:pt x="0" y="0"/>
                </a:lnTo>
                <a:close/>
              </a:path>
            </a:pathLst>
          </a:custGeom>
          <a:blipFill>
            <a:blip r:embed="rId3"/>
            <a:stretch>
              <a:fillRect l="0" t="0" r="0" b="0"/>
            </a:stretch>
          </a:blipFill>
        </p:spPr>
      </p:sp>
      <p:sp>
        <p:nvSpPr>
          <p:cNvPr name="Freeform 4" id="4"/>
          <p:cNvSpPr/>
          <p:nvPr/>
        </p:nvSpPr>
        <p:spPr>
          <a:xfrm flipH="false" flipV="false" rot="0">
            <a:off x="3319220" y="5529408"/>
            <a:ext cx="11679354" cy="1146517"/>
          </a:xfrm>
          <a:custGeom>
            <a:avLst/>
            <a:gdLst/>
            <a:ahLst/>
            <a:cxnLst/>
            <a:rect r="r" b="b" t="t" l="l"/>
            <a:pathLst>
              <a:path h="1146517" w="11679354">
                <a:moveTo>
                  <a:pt x="0" y="0"/>
                </a:moveTo>
                <a:lnTo>
                  <a:pt x="11679354" y="0"/>
                </a:lnTo>
                <a:lnTo>
                  <a:pt x="11679354" y="1146516"/>
                </a:lnTo>
                <a:lnTo>
                  <a:pt x="0" y="1146516"/>
                </a:lnTo>
                <a:lnTo>
                  <a:pt x="0" y="0"/>
                </a:lnTo>
                <a:close/>
              </a:path>
            </a:pathLst>
          </a:custGeom>
          <a:blipFill>
            <a:blip r:embed="rId4"/>
            <a:stretch>
              <a:fillRect l="0" t="0" r="0" b="0"/>
            </a:stretch>
          </a:blipFill>
        </p:spPr>
      </p:sp>
      <p:sp>
        <p:nvSpPr>
          <p:cNvPr name="Freeform 5" id="5"/>
          <p:cNvSpPr/>
          <p:nvPr/>
        </p:nvSpPr>
        <p:spPr>
          <a:xfrm flipH="false" flipV="false" rot="0">
            <a:off x="12502687" y="2006946"/>
            <a:ext cx="5484899" cy="1382748"/>
          </a:xfrm>
          <a:custGeom>
            <a:avLst/>
            <a:gdLst/>
            <a:ahLst/>
            <a:cxnLst/>
            <a:rect r="r" b="b" t="t" l="l"/>
            <a:pathLst>
              <a:path h="1382748" w="5484899">
                <a:moveTo>
                  <a:pt x="0" y="0"/>
                </a:moveTo>
                <a:lnTo>
                  <a:pt x="5484899" y="0"/>
                </a:lnTo>
                <a:lnTo>
                  <a:pt x="5484899" y="1382747"/>
                </a:lnTo>
                <a:lnTo>
                  <a:pt x="0" y="1382747"/>
                </a:lnTo>
                <a:lnTo>
                  <a:pt x="0" y="0"/>
                </a:lnTo>
                <a:close/>
              </a:path>
            </a:pathLst>
          </a:custGeom>
          <a:blipFill>
            <a:blip r:embed="rId5"/>
            <a:stretch>
              <a:fillRect l="0" t="0" r="0" b="0"/>
            </a:stretch>
          </a:blipFill>
        </p:spPr>
      </p:sp>
      <p:grpSp>
        <p:nvGrpSpPr>
          <p:cNvPr name="Group 6" id="6"/>
          <p:cNvGrpSpPr/>
          <p:nvPr/>
        </p:nvGrpSpPr>
        <p:grpSpPr>
          <a:xfrm rot="0">
            <a:off x="14901486" y="2082065"/>
            <a:ext cx="1758816" cy="616255"/>
            <a:chOff x="0" y="0"/>
            <a:chExt cx="463227" cy="162306"/>
          </a:xfrm>
        </p:grpSpPr>
        <p:sp>
          <p:nvSpPr>
            <p:cNvPr name="Freeform 7" id="7"/>
            <p:cNvSpPr/>
            <p:nvPr/>
          </p:nvSpPr>
          <p:spPr>
            <a:xfrm flipH="false" flipV="false" rot="0">
              <a:off x="0" y="0"/>
              <a:ext cx="463227" cy="162306"/>
            </a:xfrm>
            <a:custGeom>
              <a:avLst/>
              <a:gdLst/>
              <a:ahLst/>
              <a:cxnLst/>
              <a:rect r="r" b="b" t="t" l="l"/>
              <a:pathLst>
                <a:path h="162306" w="463227">
                  <a:moveTo>
                    <a:pt x="0" y="0"/>
                  </a:moveTo>
                  <a:lnTo>
                    <a:pt x="463227" y="0"/>
                  </a:lnTo>
                  <a:lnTo>
                    <a:pt x="463227" y="162306"/>
                  </a:lnTo>
                  <a:lnTo>
                    <a:pt x="0" y="162306"/>
                  </a:lnTo>
                  <a:close/>
                </a:path>
              </a:pathLst>
            </a:custGeom>
            <a:solidFill>
              <a:srgbClr val="FFFFFF"/>
            </a:solidFill>
          </p:spPr>
        </p:sp>
        <p:sp>
          <p:nvSpPr>
            <p:cNvPr name="TextBox 8" id="8"/>
            <p:cNvSpPr txBox="true"/>
            <p:nvPr/>
          </p:nvSpPr>
          <p:spPr>
            <a:xfrm>
              <a:off x="0" y="-9525"/>
              <a:ext cx="463227" cy="171831"/>
            </a:xfrm>
            <a:prstGeom prst="rect">
              <a:avLst/>
            </a:prstGeom>
          </p:spPr>
          <p:txBody>
            <a:bodyPr anchor="ctr" rtlCol="false" tIns="50800" lIns="50800" bIns="50800" rIns="50800"/>
            <a:lstStyle/>
            <a:p>
              <a:pPr algn="ctr">
                <a:lnSpc>
                  <a:spcPts val="2240"/>
                </a:lnSpc>
              </a:pPr>
              <a:r>
                <a:rPr lang="en-US" sz="2000">
                  <a:solidFill>
                    <a:srgbClr val="000000"/>
                  </a:solidFill>
                  <a:latin typeface="Poppins Light"/>
                  <a:ea typeface="Poppins Light"/>
                  <a:cs typeface="Poppins Light"/>
                  <a:sym typeface="Poppins Light"/>
                </a:rPr>
                <a:t>03/08/2024</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grpSp>
        <p:nvGrpSpPr>
          <p:cNvPr name="Group 2" id="2"/>
          <p:cNvGrpSpPr/>
          <p:nvPr/>
        </p:nvGrpSpPr>
        <p:grpSpPr>
          <a:xfrm rot="0">
            <a:off x="0" y="9705109"/>
            <a:ext cx="18288000" cy="1163782"/>
            <a:chOff x="0" y="0"/>
            <a:chExt cx="24384000" cy="1551709"/>
          </a:xfrm>
        </p:grpSpPr>
        <p:sp>
          <p:nvSpPr>
            <p:cNvPr name="Freeform 3" id="3"/>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1509980" y="1509980"/>
            <a:ext cx="15268040" cy="6685149"/>
            <a:chOff x="0" y="0"/>
            <a:chExt cx="4021212" cy="1760698"/>
          </a:xfrm>
        </p:grpSpPr>
        <p:sp>
          <p:nvSpPr>
            <p:cNvPr name="Freeform 7" id="7"/>
            <p:cNvSpPr/>
            <p:nvPr/>
          </p:nvSpPr>
          <p:spPr>
            <a:xfrm flipH="false" flipV="false" rot="0">
              <a:off x="0" y="0"/>
              <a:ext cx="4021212" cy="1760698"/>
            </a:xfrm>
            <a:custGeom>
              <a:avLst/>
              <a:gdLst/>
              <a:ahLst/>
              <a:cxnLst/>
              <a:rect r="r" b="b" t="t" l="l"/>
              <a:pathLst>
                <a:path h="1760698" w="4021212">
                  <a:moveTo>
                    <a:pt x="24846" y="0"/>
                  </a:moveTo>
                  <a:lnTo>
                    <a:pt x="3996366" y="0"/>
                  </a:lnTo>
                  <a:cubicBezTo>
                    <a:pt x="4010088" y="0"/>
                    <a:pt x="4021212" y="11124"/>
                    <a:pt x="4021212" y="24846"/>
                  </a:cubicBezTo>
                  <a:lnTo>
                    <a:pt x="4021212" y="1735851"/>
                  </a:lnTo>
                  <a:cubicBezTo>
                    <a:pt x="4021212" y="1749574"/>
                    <a:pt x="4010088" y="1760698"/>
                    <a:pt x="3996366" y="1760698"/>
                  </a:cubicBezTo>
                  <a:lnTo>
                    <a:pt x="24846" y="1760698"/>
                  </a:lnTo>
                  <a:cubicBezTo>
                    <a:pt x="11124" y="1760698"/>
                    <a:pt x="0" y="1749574"/>
                    <a:pt x="0" y="1735851"/>
                  </a:cubicBezTo>
                  <a:lnTo>
                    <a:pt x="0" y="24846"/>
                  </a:lnTo>
                  <a:cubicBezTo>
                    <a:pt x="0" y="11124"/>
                    <a:pt x="11124" y="0"/>
                    <a:pt x="24846" y="0"/>
                  </a:cubicBezTo>
                  <a:close/>
                </a:path>
              </a:pathLst>
            </a:custGeom>
            <a:solidFill>
              <a:srgbClr val="050E5D"/>
            </a:solidFill>
            <a:ln w="47625" cap="rnd">
              <a:solidFill>
                <a:srgbClr val="21EF80"/>
              </a:solidFill>
              <a:prstDash val="solid"/>
              <a:round/>
            </a:ln>
          </p:spPr>
        </p:sp>
        <p:sp>
          <p:nvSpPr>
            <p:cNvPr name="TextBox 8" id="8"/>
            <p:cNvSpPr txBox="true"/>
            <p:nvPr/>
          </p:nvSpPr>
          <p:spPr>
            <a:xfrm>
              <a:off x="0" y="-47625"/>
              <a:ext cx="4021212" cy="1808323"/>
            </a:xfrm>
            <a:prstGeom prst="rect">
              <a:avLst/>
            </a:prstGeom>
          </p:spPr>
          <p:txBody>
            <a:bodyPr anchor="ctr" rtlCol="false" tIns="254000" lIns="254000" bIns="254000" rIns="254000"/>
            <a:lstStyle/>
            <a:p>
              <a:pPr algn="ctr">
                <a:lnSpc>
                  <a:spcPts val="2100"/>
                </a:lnSpc>
              </a:pPr>
            </a:p>
          </p:txBody>
        </p:sp>
      </p:grpSp>
      <p:sp>
        <p:nvSpPr>
          <p:cNvPr name="Freeform 9" id="9"/>
          <p:cNvSpPr/>
          <p:nvPr/>
        </p:nvSpPr>
        <p:spPr>
          <a:xfrm flipH="false" flipV="false" rot="0">
            <a:off x="15341087" y="6151992"/>
            <a:ext cx="3370555" cy="3571879"/>
          </a:xfrm>
          <a:custGeom>
            <a:avLst/>
            <a:gdLst/>
            <a:ahLst/>
            <a:cxnLst/>
            <a:rect r="r" b="b" t="t" l="l"/>
            <a:pathLst>
              <a:path h="3571879" w="3370555">
                <a:moveTo>
                  <a:pt x="0" y="0"/>
                </a:moveTo>
                <a:lnTo>
                  <a:pt x="3370556" y="0"/>
                </a:lnTo>
                <a:lnTo>
                  <a:pt x="3370556" y="3571879"/>
                </a:lnTo>
                <a:lnTo>
                  <a:pt x="0" y="35718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10" id="10"/>
          <p:cNvPicPr>
            <a:picLocks noChangeAspect="true"/>
          </p:cNvPicPr>
          <p:nvPr/>
        </p:nvPicPr>
        <p:blipFill>
          <a:blip r:embed="rId6"/>
          <a:srcRect l="0" t="0" r="0" b="0"/>
          <a:stretch>
            <a:fillRect/>
          </a:stretch>
        </p:blipFill>
        <p:spPr>
          <a:xfrm flipH="false" flipV="false" rot="0">
            <a:off x="2361856" y="6943369"/>
            <a:ext cx="2319862" cy="2761741"/>
          </a:xfrm>
          <a:prstGeom prst="rect">
            <a:avLst/>
          </a:prstGeom>
        </p:spPr>
      </p:pic>
      <p:sp>
        <p:nvSpPr>
          <p:cNvPr name="Freeform 11" id="11"/>
          <p:cNvSpPr/>
          <p:nvPr/>
        </p:nvSpPr>
        <p:spPr>
          <a:xfrm flipH="false" flipV="false" rot="0">
            <a:off x="5425744" y="6115484"/>
            <a:ext cx="2196534" cy="938519"/>
          </a:xfrm>
          <a:custGeom>
            <a:avLst/>
            <a:gdLst/>
            <a:ahLst/>
            <a:cxnLst/>
            <a:rect r="r" b="b" t="t" l="l"/>
            <a:pathLst>
              <a:path h="938519" w="2196534">
                <a:moveTo>
                  <a:pt x="0" y="0"/>
                </a:moveTo>
                <a:lnTo>
                  <a:pt x="2196534" y="0"/>
                </a:lnTo>
                <a:lnTo>
                  <a:pt x="2196534" y="938519"/>
                </a:lnTo>
                <a:lnTo>
                  <a:pt x="0" y="9385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8068873" y="6111491"/>
            <a:ext cx="2196534" cy="942513"/>
          </a:xfrm>
          <a:custGeom>
            <a:avLst/>
            <a:gdLst/>
            <a:ahLst/>
            <a:cxnLst/>
            <a:rect r="r" b="b" t="t" l="l"/>
            <a:pathLst>
              <a:path h="942513" w="2196534">
                <a:moveTo>
                  <a:pt x="0" y="0"/>
                </a:moveTo>
                <a:lnTo>
                  <a:pt x="2196534" y="0"/>
                </a:lnTo>
                <a:lnTo>
                  <a:pt x="2196534" y="942512"/>
                </a:lnTo>
                <a:lnTo>
                  <a:pt x="0" y="94251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10713082" y="6136966"/>
            <a:ext cx="2221897" cy="917038"/>
          </a:xfrm>
          <a:custGeom>
            <a:avLst/>
            <a:gdLst/>
            <a:ahLst/>
            <a:cxnLst/>
            <a:rect r="r" b="b" t="t" l="l"/>
            <a:pathLst>
              <a:path h="917038" w="2221897">
                <a:moveTo>
                  <a:pt x="0" y="0"/>
                </a:moveTo>
                <a:lnTo>
                  <a:pt x="2221897" y="0"/>
                </a:lnTo>
                <a:lnTo>
                  <a:pt x="2221897" y="917037"/>
                </a:lnTo>
                <a:lnTo>
                  <a:pt x="0" y="91703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2695009" y="596383"/>
            <a:ext cx="2377744" cy="432317"/>
          </a:xfrm>
          <a:custGeom>
            <a:avLst/>
            <a:gdLst/>
            <a:ahLst/>
            <a:cxnLst/>
            <a:rect r="r" b="b" t="t" l="l"/>
            <a:pathLst>
              <a:path h="432317" w="2377744">
                <a:moveTo>
                  <a:pt x="0" y="0"/>
                </a:moveTo>
                <a:lnTo>
                  <a:pt x="2377745" y="0"/>
                </a:lnTo>
                <a:lnTo>
                  <a:pt x="2377745" y="432317"/>
                </a:lnTo>
                <a:lnTo>
                  <a:pt x="0" y="43231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false" flipV="false" rot="0">
            <a:off x="13424017" y="670536"/>
            <a:ext cx="2087036" cy="379461"/>
          </a:xfrm>
          <a:custGeom>
            <a:avLst/>
            <a:gdLst/>
            <a:ahLst/>
            <a:cxnLst/>
            <a:rect r="r" b="b" t="t" l="l"/>
            <a:pathLst>
              <a:path h="379461" w="2087036">
                <a:moveTo>
                  <a:pt x="0" y="0"/>
                </a:moveTo>
                <a:lnTo>
                  <a:pt x="2087036" y="0"/>
                </a:lnTo>
                <a:lnTo>
                  <a:pt x="2087036" y="379461"/>
                </a:lnTo>
                <a:lnTo>
                  <a:pt x="0" y="37946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6" id="16"/>
          <p:cNvSpPr/>
          <p:nvPr/>
        </p:nvSpPr>
        <p:spPr>
          <a:xfrm flipH="true" flipV="false" rot="0">
            <a:off x="13950410" y="8614008"/>
            <a:ext cx="1855950" cy="1091101"/>
          </a:xfrm>
          <a:custGeom>
            <a:avLst/>
            <a:gdLst/>
            <a:ahLst/>
            <a:cxnLst/>
            <a:rect r="r" b="b" t="t" l="l"/>
            <a:pathLst>
              <a:path h="1091101" w="1855950">
                <a:moveTo>
                  <a:pt x="1855950" y="0"/>
                </a:moveTo>
                <a:lnTo>
                  <a:pt x="0" y="0"/>
                </a:lnTo>
                <a:lnTo>
                  <a:pt x="0" y="1091101"/>
                </a:lnTo>
                <a:lnTo>
                  <a:pt x="1855950" y="1091101"/>
                </a:lnTo>
                <a:lnTo>
                  <a:pt x="1855950" y="0"/>
                </a:lnTo>
                <a:close/>
              </a:path>
            </a:pathLst>
          </a:custGeom>
          <a:blipFill>
            <a:blip r:embed="rId17">
              <a:extLst>
                <a:ext uri="{96DAC541-7B7A-43D3-8B79-37D633B846F1}">
                  <asvg:svgBlip xmlns:asvg="http://schemas.microsoft.com/office/drawing/2016/SVG/main" r:embed="rId18"/>
                </a:ext>
              </a:extLst>
            </a:blip>
            <a:stretch>
              <a:fillRect l="0" t="0" r="0" b="-10100"/>
            </a:stretch>
          </a:blipFill>
        </p:spPr>
      </p:sp>
      <p:sp>
        <p:nvSpPr>
          <p:cNvPr name="Freeform 17" id="17"/>
          <p:cNvSpPr/>
          <p:nvPr/>
        </p:nvSpPr>
        <p:spPr>
          <a:xfrm flipH="false" flipV="false" rot="0">
            <a:off x="375433" y="6228904"/>
            <a:ext cx="2319577" cy="3476205"/>
          </a:xfrm>
          <a:custGeom>
            <a:avLst/>
            <a:gdLst/>
            <a:ahLst/>
            <a:cxnLst/>
            <a:rect r="r" b="b" t="t" l="l"/>
            <a:pathLst>
              <a:path h="3476205" w="2319577">
                <a:moveTo>
                  <a:pt x="0" y="0"/>
                </a:moveTo>
                <a:lnTo>
                  <a:pt x="2319576" y="0"/>
                </a:lnTo>
                <a:lnTo>
                  <a:pt x="2319576" y="3476205"/>
                </a:lnTo>
                <a:lnTo>
                  <a:pt x="0" y="347620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pic>
        <p:nvPicPr>
          <p:cNvPr name="Picture 18" id="18"/>
          <p:cNvPicPr>
            <a:picLocks noChangeAspect="true"/>
          </p:cNvPicPr>
          <p:nvPr/>
        </p:nvPicPr>
        <p:blipFill>
          <a:blip r:embed="rId21">
            <a:alphaModFix amt="71000"/>
          </a:blip>
          <a:srcRect l="0" t="0" r="0" b="0"/>
          <a:stretch>
            <a:fillRect/>
          </a:stretch>
        </p:blipFill>
        <p:spPr>
          <a:xfrm flipH="false" flipV="false" rot="604890">
            <a:off x="17509575" y="4896612"/>
            <a:ext cx="554300" cy="577396"/>
          </a:xfrm>
          <a:prstGeom prst="rect">
            <a:avLst/>
          </a:prstGeom>
        </p:spPr>
      </p:pic>
      <p:pic>
        <p:nvPicPr>
          <p:cNvPr name="Picture 19" id="19"/>
          <p:cNvPicPr>
            <a:picLocks noChangeAspect="true"/>
          </p:cNvPicPr>
          <p:nvPr/>
        </p:nvPicPr>
        <p:blipFill>
          <a:blip r:embed="rId21">
            <a:alphaModFix amt="71000"/>
          </a:blip>
          <a:srcRect l="0" t="0" r="0" b="0"/>
          <a:stretch>
            <a:fillRect/>
          </a:stretch>
        </p:blipFill>
        <p:spPr>
          <a:xfrm flipH="false" flipV="false" rot="-1221735">
            <a:off x="17085962" y="3338385"/>
            <a:ext cx="397359" cy="413915"/>
          </a:xfrm>
          <a:prstGeom prst="rect">
            <a:avLst/>
          </a:prstGeom>
        </p:spPr>
      </p:pic>
      <p:pic>
        <p:nvPicPr>
          <p:cNvPr name="Picture 20" id="20"/>
          <p:cNvPicPr>
            <a:picLocks noChangeAspect="true"/>
          </p:cNvPicPr>
          <p:nvPr/>
        </p:nvPicPr>
        <p:blipFill>
          <a:blip r:embed="rId21">
            <a:alphaModFix amt="71000"/>
          </a:blip>
          <a:srcRect l="0" t="0" r="0" b="0"/>
          <a:stretch>
            <a:fillRect/>
          </a:stretch>
        </p:blipFill>
        <p:spPr>
          <a:xfrm flipH="false" flipV="false" rot="0">
            <a:off x="17517576" y="1957766"/>
            <a:ext cx="269149" cy="280364"/>
          </a:xfrm>
          <a:prstGeom prst="rect">
            <a:avLst/>
          </a:prstGeom>
        </p:spPr>
      </p:pic>
      <p:pic>
        <p:nvPicPr>
          <p:cNvPr name="Picture 21" id="21"/>
          <p:cNvPicPr>
            <a:picLocks noChangeAspect="true"/>
          </p:cNvPicPr>
          <p:nvPr/>
        </p:nvPicPr>
        <p:blipFill>
          <a:blip r:embed="rId21">
            <a:alphaModFix amt="71000"/>
          </a:blip>
          <a:srcRect l="0" t="0" r="0" b="0"/>
          <a:stretch>
            <a:fillRect/>
          </a:stretch>
        </p:blipFill>
        <p:spPr>
          <a:xfrm flipH="false" flipV="false" rot="-599390">
            <a:off x="421312" y="5056909"/>
            <a:ext cx="554300" cy="577396"/>
          </a:xfrm>
          <a:prstGeom prst="rect">
            <a:avLst/>
          </a:prstGeom>
        </p:spPr>
      </p:pic>
      <p:pic>
        <p:nvPicPr>
          <p:cNvPr name="Picture 22" id="22"/>
          <p:cNvPicPr>
            <a:picLocks noChangeAspect="true"/>
          </p:cNvPicPr>
          <p:nvPr/>
        </p:nvPicPr>
        <p:blipFill>
          <a:blip r:embed="rId21">
            <a:alphaModFix amt="71000"/>
          </a:blip>
          <a:srcRect l="0" t="0" r="0" b="0"/>
          <a:stretch>
            <a:fillRect/>
          </a:stretch>
        </p:blipFill>
        <p:spPr>
          <a:xfrm flipH="false" flipV="false" rot="368085">
            <a:off x="788009" y="3418711"/>
            <a:ext cx="397359" cy="413915"/>
          </a:xfrm>
          <a:prstGeom prst="rect">
            <a:avLst/>
          </a:prstGeom>
        </p:spPr>
      </p:pic>
      <p:pic>
        <p:nvPicPr>
          <p:cNvPr name="Picture 23" id="23"/>
          <p:cNvPicPr>
            <a:picLocks noChangeAspect="true"/>
          </p:cNvPicPr>
          <p:nvPr/>
        </p:nvPicPr>
        <p:blipFill>
          <a:blip r:embed="rId21">
            <a:alphaModFix amt="71000"/>
          </a:blip>
          <a:srcRect l="0" t="0" r="0" b="0"/>
          <a:stretch>
            <a:fillRect/>
          </a:stretch>
        </p:blipFill>
        <p:spPr>
          <a:xfrm flipH="false" flipV="false" rot="-980286">
            <a:off x="463881" y="1925570"/>
            <a:ext cx="269149" cy="280364"/>
          </a:xfrm>
          <a:prstGeom prst="rect">
            <a:avLst/>
          </a:prstGeom>
        </p:spPr>
      </p:pic>
      <p:pic>
        <p:nvPicPr>
          <p:cNvPr name="Picture 24" id="24"/>
          <p:cNvPicPr>
            <a:picLocks noChangeAspect="true"/>
          </p:cNvPicPr>
          <p:nvPr/>
        </p:nvPicPr>
        <p:blipFill>
          <a:blip r:embed="rId22"/>
          <a:srcRect l="0" t="0" r="0" b="0"/>
          <a:stretch>
            <a:fillRect/>
          </a:stretch>
        </p:blipFill>
        <p:spPr>
          <a:xfrm flipH="false" flipV="false" rot="0">
            <a:off x="12445942" y="6532526"/>
            <a:ext cx="978075" cy="934061"/>
          </a:xfrm>
          <a:prstGeom prst="rect">
            <a:avLst/>
          </a:prstGeom>
        </p:spPr>
      </p:pic>
      <p:sp>
        <p:nvSpPr>
          <p:cNvPr name="TextBox 25" id="25"/>
          <p:cNvSpPr txBox="true"/>
          <p:nvPr/>
        </p:nvSpPr>
        <p:spPr>
          <a:xfrm rot="0">
            <a:off x="2334212" y="2552572"/>
            <a:ext cx="13564288" cy="1525903"/>
          </a:xfrm>
          <a:prstGeom prst="rect">
            <a:avLst/>
          </a:prstGeom>
        </p:spPr>
        <p:txBody>
          <a:bodyPr anchor="t" rtlCol="false" tIns="0" lIns="0" bIns="0" rIns="0">
            <a:spAutoFit/>
          </a:bodyPr>
          <a:lstStyle/>
          <a:p>
            <a:pPr algn="l">
              <a:lnSpc>
                <a:spcPts val="11759"/>
              </a:lnSpc>
            </a:pPr>
            <a:r>
              <a:rPr lang="en-US" sz="10499">
                <a:solidFill>
                  <a:srgbClr val="FFFFFF"/>
                </a:solidFill>
                <a:latin typeface="Computer Says No"/>
                <a:ea typeface="Computer Says No"/>
                <a:cs typeface="Computer Says No"/>
                <a:sym typeface="Computer Says No"/>
              </a:rPr>
              <a:t>CLASE 03</a:t>
            </a:r>
          </a:p>
        </p:txBody>
      </p:sp>
      <p:sp>
        <p:nvSpPr>
          <p:cNvPr name="TextBox 26" id="26"/>
          <p:cNvSpPr txBox="true"/>
          <p:nvPr/>
        </p:nvSpPr>
        <p:spPr>
          <a:xfrm rot="0">
            <a:off x="5679767" y="4429125"/>
            <a:ext cx="6563991" cy="485775"/>
          </a:xfrm>
          <a:prstGeom prst="rect">
            <a:avLst/>
          </a:prstGeom>
        </p:spPr>
        <p:txBody>
          <a:bodyPr anchor="t" rtlCol="false" tIns="0" lIns="0" bIns="0" rIns="0">
            <a:spAutoFit/>
          </a:bodyPr>
          <a:lstStyle/>
          <a:p>
            <a:pPr algn="l" marL="0" indent="0" lvl="0">
              <a:lnSpc>
                <a:spcPts val="3600"/>
              </a:lnSpc>
              <a:spcBef>
                <a:spcPct val="0"/>
              </a:spcBef>
            </a:pPr>
            <a:r>
              <a:rPr lang="en-US" sz="3000">
                <a:solidFill>
                  <a:srgbClr val="FFFFFF"/>
                </a:solidFill>
                <a:latin typeface="Poppins Light"/>
                <a:ea typeface="Poppins Light"/>
                <a:cs typeface="Poppins Light"/>
                <a:sym typeface="Poppins Light"/>
              </a:rPr>
              <a:t>Introducción a Programación</a:t>
            </a:r>
          </a:p>
        </p:txBody>
      </p:sp>
      <p:sp>
        <p:nvSpPr>
          <p:cNvPr name="Freeform 27" id="27"/>
          <p:cNvSpPr/>
          <p:nvPr/>
        </p:nvSpPr>
        <p:spPr>
          <a:xfrm flipH="false" flipV="false" rot="0">
            <a:off x="13687079" y="1550631"/>
            <a:ext cx="3090940" cy="1994712"/>
          </a:xfrm>
          <a:custGeom>
            <a:avLst/>
            <a:gdLst/>
            <a:ahLst/>
            <a:cxnLst/>
            <a:rect r="r" b="b" t="t" l="l"/>
            <a:pathLst>
              <a:path h="1994712" w="3090940">
                <a:moveTo>
                  <a:pt x="0" y="0"/>
                </a:moveTo>
                <a:lnTo>
                  <a:pt x="3090941" y="0"/>
                </a:lnTo>
                <a:lnTo>
                  <a:pt x="3090941" y="1994711"/>
                </a:lnTo>
                <a:lnTo>
                  <a:pt x="0" y="1994711"/>
                </a:lnTo>
                <a:lnTo>
                  <a:pt x="0" y="0"/>
                </a:lnTo>
                <a:close/>
              </a:path>
            </a:pathLst>
          </a:custGeom>
          <a:blipFill>
            <a:blip r:embed="rId23"/>
            <a:stretch>
              <a:fillRect l="0" t="0" r="-118898"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2934751"/>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77270" y="1391758"/>
            <a:ext cx="4180395" cy="2256674"/>
            <a:chOff x="0" y="0"/>
            <a:chExt cx="1101009" cy="594350"/>
          </a:xfrm>
        </p:grpSpPr>
        <p:sp>
          <p:nvSpPr>
            <p:cNvPr name="Freeform 4" id="4"/>
            <p:cNvSpPr/>
            <p:nvPr/>
          </p:nvSpPr>
          <p:spPr>
            <a:xfrm flipH="false" flipV="false" rot="0">
              <a:off x="0" y="0"/>
              <a:ext cx="1101009" cy="594350"/>
            </a:xfrm>
            <a:custGeom>
              <a:avLst/>
              <a:gdLst/>
              <a:ahLst/>
              <a:cxnLst/>
              <a:rect r="r" b="b" t="t" l="l"/>
              <a:pathLst>
                <a:path h="594350" w="1101009">
                  <a:moveTo>
                    <a:pt x="90746" y="0"/>
                  </a:moveTo>
                  <a:lnTo>
                    <a:pt x="1010263" y="0"/>
                  </a:lnTo>
                  <a:cubicBezTo>
                    <a:pt x="1060381" y="0"/>
                    <a:pt x="1101009" y="40628"/>
                    <a:pt x="1101009" y="90746"/>
                  </a:cubicBezTo>
                  <a:lnTo>
                    <a:pt x="1101009" y="503604"/>
                  </a:lnTo>
                  <a:cubicBezTo>
                    <a:pt x="1101009" y="553722"/>
                    <a:pt x="1060381" y="594350"/>
                    <a:pt x="1010263" y="594350"/>
                  </a:cubicBezTo>
                  <a:lnTo>
                    <a:pt x="90746" y="594350"/>
                  </a:lnTo>
                  <a:cubicBezTo>
                    <a:pt x="40628" y="594350"/>
                    <a:pt x="0" y="553722"/>
                    <a:pt x="0" y="503604"/>
                  </a:cubicBezTo>
                  <a:lnTo>
                    <a:pt x="0" y="90746"/>
                  </a:lnTo>
                  <a:cubicBezTo>
                    <a:pt x="0" y="40628"/>
                    <a:pt x="40628" y="0"/>
                    <a:pt x="90746" y="0"/>
                  </a:cubicBezTo>
                  <a:close/>
                </a:path>
              </a:pathLst>
            </a:custGeom>
            <a:solidFill>
              <a:srgbClr val="050E5D"/>
            </a:solidFill>
            <a:ln w="47625" cap="rnd">
              <a:solidFill>
                <a:srgbClr val="21EF80"/>
              </a:solidFill>
              <a:prstDash val="solid"/>
              <a:round/>
            </a:ln>
          </p:spPr>
        </p:sp>
        <p:sp>
          <p:nvSpPr>
            <p:cNvPr name="TextBox 5" id="5"/>
            <p:cNvSpPr txBox="true"/>
            <p:nvPr/>
          </p:nvSpPr>
          <p:spPr>
            <a:xfrm>
              <a:off x="0" y="-47625"/>
              <a:ext cx="1101009" cy="641975"/>
            </a:xfrm>
            <a:prstGeom prst="rect">
              <a:avLst/>
            </a:prstGeom>
          </p:spPr>
          <p:txBody>
            <a:bodyPr anchor="ctr" rtlCol="false" tIns="254000" lIns="254000" bIns="254000" rIns="254000"/>
            <a:lstStyle/>
            <a:p>
              <a:pPr algn="ctr">
                <a:lnSpc>
                  <a:spcPts val="2100"/>
                </a:lnSpc>
              </a:pPr>
            </a:p>
          </p:txBody>
        </p:sp>
      </p:grpSp>
      <p:pic>
        <p:nvPicPr>
          <p:cNvPr name="Picture 6" id="6"/>
          <p:cNvPicPr>
            <a:picLocks noChangeAspect="true"/>
          </p:cNvPicPr>
          <p:nvPr/>
        </p:nvPicPr>
        <p:blipFill>
          <a:blip r:embed="rId4"/>
          <a:srcRect l="0" t="0" r="0" b="0"/>
          <a:stretch>
            <a:fillRect/>
          </a:stretch>
        </p:blipFill>
        <p:spPr>
          <a:xfrm flipH="false" flipV="false" rot="0">
            <a:off x="7580595" y="3104879"/>
            <a:ext cx="821672" cy="877409"/>
          </a:xfrm>
          <a:prstGeom prst="rect">
            <a:avLst/>
          </a:prstGeom>
        </p:spPr>
      </p:pic>
      <p:sp>
        <p:nvSpPr>
          <p:cNvPr name="Freeform 7" id="7"/>
          <p:cNvSpPr/>
          <p:nvPr/>
        </p:nvSpPr>
        <p:spPr>
          <a:xfrm flipH="false" flipV="false" rot="0">
            <a:off x="10879815" y="2043969"/>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0972800" y="7854572"/>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0" y="9465127"/>
            <a:ext cx="21945600" cy="1103930"/>
            <a:chOff x="0" y="0"/>
            <a:chExt cx="29260800" cy="1471907"/>
          </a:xfrm>
        </p:grpSpPr>
        <p:sp>
          <p:nvSpPr>
            <p:cNvPr name="Freeform 10" id="10"/>
            <p:cNvSpPr/>
            <p:nvPr/>
          </p:nvSpPr>
          <p:spPr>
            <a:xfrm flipH="false" flipV="false" rot="0">
              <a:off x="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975360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950720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pic>
        <p:nvPicPr>
          <p:cNvPr name="Picture 13" id="13"/>
          <p:cNvPicPr>
            <a:picLocks noChangeAspect="true"/>
          </p:cNvPicPr>
          <p:nvPr/>
        </p:nvPicPr>
        <p:blipFill>
          <a:blip r:embed="rId9"/>
          <a:srcRect l="0" t="0" r="0" b="0"/>
          <a:stretch>
            <a:fillRect/>
          </a:stretch>
        </p:blipFill>
        <p:spPr>
          <a:xfrm flipH="false" flipV="false" rot="0">
            <a:off x="16848318" y="719461"/>
            <a:ext cx="744368" cy="331244"/>
          </a:xfrm>
          <a:prstGeom prst="rect">
            <a:avLst/>
          </a:prstGeom>
        </p:spPr>
      </p:pic>
      <p:pic>
        <p:nvPicPr>
          <p:cNvPr name="Picture 14" id="14"/>
          <p:cNvPicPr>
            <a:picLocks noChangeAspect="true"/>
          </p:cNvPicPr>
          <p:nvPr/>
        </p:nvPicPr>
        <p:blipFill>
          <a:blip r:embed="rId10"/>
          <a:srcRect l="0" t="0" r="0" b="0"/>
          <a:stretch>
            <a:fillRect/>
          </a:stretch>
        </p:blipFill>
        <p:spPr>
          <a:xfrm flipH="false" flipV="false" rot="0">
            <a:off x="7605371" y="4814575"/>
            <a:ext cx="772120" cy="877409"/>
          </a:xfrm>
          <a:prstGeom prst="rect">
            <a:avLst/>
          </a:prstGeom>
        </p:spPr>
      </p:pic>
      <p:pic>
        <p:nvPicPr>
          <p:cNvPr name="Picture 15" id="15"/>
          <p:cNvPicPr>
            <a:picLocks noChangeAspect="true"/>
          </p:cNvPicPr>
          <p:nvPr/>
        </p:nvPicPr>
        <p:blipFill>
          <a:blip r:embed="rId11"/>
          <a:srcRect l="0" t="0" r="0" b="0"/>
          <a:stretch>
            <a:fillRect/>
          </a:stretch>
        </p:blipFill>
        <p:spPr>
          <a:xfrm flipH="false" flipV="false" rot="0">
            <a:off x="7605371" y="7546968"/>
            <a:ext cx="769314" cy="859569"/>
          </a:xfrm>
          <a:prstGeom prst="rect">
            <a:avLst/>
          </a:prstGeom>
        </p:spPr>
      </p:pic>
      <p:sp>
        <p:nvSpPr>
          <p:cNvPr name="Freeform 16" id="16"/>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577270" y="668737"/>
            <a:ext cx="1082363" cy="464432"/>
          </a:xfrm>
          <a:custGeom>
            <a:avLst/>
            <a:gdLst/>
            <a:ahLst/>
            <a:cxnLst/>
            <a:rect r="r" b="b" t="t" l="l"/>
            <a:pathLst>
              <a:path h="464432" w="1082363">
                <a:moveTo>
                  <a:pt x="0" y="0"/>
                </a:moveTo>
                <a:lnTo>
                  <a:pt x="1082364" y="0"/>
                </a:lnTo>
                <a:lnTo>
                  <a:pt x="1082364" y="464432"/>
                </a:lnTo>
                <a:lnTo>
                  <a:pt x="0" y="46443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8" id="18"/>
          <p:cNvGrpSpPr/>
          <p:nvPr/>
        </p:nvGrpSpPr>
        <p:grpSpPr>
          <a:xfrm rot="0">
            <a:off x="2251760" y="572874"/>
            <a:ext cx="1211480" cy="624416"/>
            <a:chOff x="0" y="0"/>
            <a:chExt cx="1615307" cy="832555"/>
          </a:xfrm>
        </p:grpSpPr>
        <p:sp>
          <p:nvSpPr>
            <p:cNvPr name="TextBox 19" id="19"/>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20" id="20"/>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grpSp>
        <p:nvGrpSpPr>
          <p:cNvPr name="Group 21" id="21"/>
          <p:cNvGrpSpPr/>
          <p:nvPr/>
        </p:nvGrpSpPr>
        <p:grpSpPr>
          <a:xfrm rot="0">
            <a:off x="5209095" y="713838"/>
            <a:ext cx="862336" cy="327152"/>
            <a:chOff x="0" y="0"/>
            <a:chExt cx="1149782" cy="436203"/>
          </a:xfrm>
        </p:grpSpPr>
        <p:sp>
          <p:nvSpPr>
            <p:cNvPr name="TextBox 22" id="22"/>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23" id="23"/>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grpSp>
        <p:nvGrpSpPr>
          <p:cNvPr name="Group 24" id="24"/>
          <p:cNvGrpSpPr/>
          <p:nvPr/>
        </p:nvGrpSpPr>
        <p:grpSpPr>
          <a:xfrm rot="0">
            <a:off x="3881134" y="688074"/>
            <a:ext cx="908861" cy="327152"/>
            <a:chOff x="0" y="0"/>
            <a:chExt cx="1211815" cy="436203"/>
          </a:xfrm>
        </p:grpSpPr>
        <p:sp>
          <p:nvSpPr>
            <p:cNvPr name="TextBox 25" id="25"/>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26" id="26"/>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sp>
        <p:nvSpPr>
          <p:cNvPr name="Freeform 27" id="27"/>
          <p:cNvSpPr/>
          <p:nvPr/>
        </p:nvSpPr>
        <p:spPr>
          <a:xfrm flipH="false" flipV="false" rot="0">
            <a:off x="10972800" y="3430323"/>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8" id="28"/>
          <p:cNvSpPr/>
          <p:nvPr/>
        </p:nvSpPr>
        <p:spPr>
          <a:xfrm flipH="false" flipV="false" rot="0">
            <a:off x="10972800" y="5028406"/>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9" id="29"/>
          <p:cNvSpPr/>
          <p:nvPr/>
        </p:nvSpPr>
        <p:spPr>
          <a:xfrm flipH="false" flipV="false" rot="0">
            <a:off x="10972800" y="6547889"/>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30" id="30"/>
          <p:cNvPicPr>
            <a:picLocks noChangeAspect="true"/>
          </p:cNvPicPr>
          <p:nvPr/>
        </p:nvPicPr>
        <p:blipFill>
          <a:blip r:embed="rId22"/>
          <a:srcRect l="0" t="0" r="0" b="0"/>
          <a:stretch>
            <a:fillRect/>
          </a:stretch>
        </p:blipFill>
        <p:spPr>
          <a:xfrm flipH="false" flipV="false" rot="0">
            <a:off x="7605371" y="6311110"/>
            <a:ext cx="1018464" cy="616171"/>
          </a:xfrm>
          <a:prstGeom prst="rect">
            <a:avLst/>
          </a:prstGeom>
        </p:spPr>
      </p:pic>
      <p:pic>
        <p:nvPicPr>
          <p:cNvPr name="Picture 31" id="31"/>
          <p:cNvPicPr>
            <a:picLocks noChangeAspect="true"/>
          </p:cNvPicPr>
          <p:nvPr/>
        </p:nvPicPr>
        <p:blipFill>
          <a:blip r:embed="rId4"/>
          <a:srcRect l="0" t="0" r="0" b="0"/>
          <a:stretch>
            <a:fillRect/>
          </a:stretch>
        </p:blipFill>
        <p:spPr>
          <a:xfrm flipH="false" flipV="false" rot="0">
            <a:off x="7553013" y="1605264"/>
            <a:ext cx="821672" cy="877409"/>
          </a:xfrm>
          <a:prstGeom prst="rect">
            <a:avLst/>
          </a:prstGeom>
        </p:spPr>
      </p:pic>
      <p:sp>
        <p:nvSpPr>
          <p:cNvPr name="Freeform 32" id="32"/>
          <p:cNvSpPr/>
          <p:nvPr/>
        </p:nvSpPr>
        <p:spPr>
          <a:xfrm flipH="false" flipV="false" rot="0">
            <a:off x="-185970" y="7299879"/>
            <a:ext cx="3620220" cy="2343270"/>
          </a:xfrm>
          <a:custGeom>
            <a:avLst/>
            <a:gdLst/>
            <a:ahLst/>
            <a:cxnLst/>
            <a:rect r="r" b="b" t="t" l="l"/>
            <a:pathLst>
              <a:path h="2343270" w="3620220">
                <a:moveTo>
                  <a:pt x="0" y="0"/>
                </a:moveTo>
                <a:lnTo>
                  <a:pt x="3620221" y="0"/>
                </a:lnTo>
                <a:lnTo>
                  <a:pt x="3620221" y="2343270"/>
                </a:lnTo>
                <a:lnTo>
                  <a:pt x="0" y="234327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33" id="33"/>
          <p:cNvGrpSpPr/>
          <p:nvPr/>
        </p:nvGrpSpPr>
        <p:grpSpPr>
          <a:xfrm rot="0">
            <a:off x="10718334" y="1212691"/>
            <a:ext cx="4166532" cy="664149"/>
            <a:chOff x="0" y="0"/>
            <a:chExt cx="1097358" cy="174920"/>
          </a:xfrm>
        </p:grpSpPr>
        <p:sp>
          <p:nvSpPr>
            <p:cNvPr name="Freeform 34" id="34"/>
            <p:cNvSpPr/>
            <p:nvPr/>
          </p:nvSpPr>
          <p:spPr>
            <a:xfrm flipH="false" flipV="false" rot="0">
              <a:off x="0" y="0"/>
              <a:ext cx="1097358" cy="174920"/>
            </a:xfrm>
            <a:custGeom>
              <a:avLst/>
              <a:gdLst/>
              <a:ahLst/>
              <a:cxnLst/>
              <a:rect r="r" b="b" t="t" l="l"/>
              <a:pathLst>
                <a:path h="174920" w="1097358">
                  <a:moveTo>
                    <a:pt x="87460" y="0"/>
                  </a:moveTo>
                  <a:lnTo>
                    <a:pt x="1009898" y="0"/>
                  </a:lnTo>
                  <a:cubicBezTo>
                    <a:pt x="1033094" y="0"/>
                    <a:pt x="1055340" y="9215"/>
                    <a:pt x="1071742" y="25616"/>
                  </a:cubicBezTo>
                  <a:cubicBezTo>
                    <a:pt x="1088144" y="42018"/>
                    <a:pt x="1097358" y="64264"/>
                    <a:pt x="1097358" y="87460"/>
                  </a:cubicBezTo>
                  <a:lnTo>
                    <a:pt x="1097358" y="87460"/>
                  </a:lnTo>
                  <a:cubicBezTo>
                    <a:pt x="1097358" y="135763"/>
                    <a:pt x="1058201" y="174920"/>
                    <a:pt x="1009898" y="174920"/>
                  </a:cubicBezTo>
                  <a:lnTo>
                    <a:pt x="87460" y="174920"/>
                  </a:lnTo>
                  <a:cubicBezTo>
                    <a:pt x="64264" y="174920"/>
                    <a:pt x="42018" y="165705"/>
                    <a:pt x="25616" y="149303"/>
                  </a:cubicBezTo>
                  <a:cubicBezTo>
                    <a:pt x="9215" y="132902"/>
                    <a:pt x="0" y="110656"/>
                    <a:pt x="0" y="87460"/>
                  </a:cubicBezTo>
                  <a:lnTo>
                    <a:pt x="0" y="87460"/>
                  </a:lnTo>
                  <a:cubicBezTo>
                    <a:pt x="0" y="64264"/>
                    <a:pt x="9215" y="42018"/>
                    <a:pt x="25616" y="25616"/>
                  </a:cubicBezTo>
                  <a:cubicBezTo>
                    <a:pt x="42018" y="9215"/>
                    <a:pt x="64264" y="0"/>
                    <a:pt x="87460" y="0"/>
                  </a:cubicBezTo>
                  <a:close/>
                </a:path>
              </a:pathLst>
            </a:custGeom>
            <a:solidFill>
              <a:srgbClr val="03093A"/>
            </a:solidFill>
          </p:spPr>
        </p:sp>
        <p:sp>
          <p:nvSpPr>
            <p:cNvPr name="TextBox 35" id="35"/>
            <p:cNvSpPr txBox="true"/>
            <p:nvPr/>
          </p:nvSpPr>
          <p:spPr>
            <a:xfrm>
              <a:off x="0" y="0"/>
              <a:ext cx="1097358" cy="174920"/>
            </a:xfrm>
            <a:prstGeom prst="rect">
              <a:avLst/>
            </a:prstGeom>
          </p:spPr>
          <p:txBody>
            <a:bodyPr anchor="ctr" rtlCol="false" tIns="50800" lIns="50800" bIns="50800" rIns="50800"/>
            <a:lstStyle/>
            <a:p>
              <a:pPr algn="ctr">
                <a:lnSpc>
                  <a:spcPts val="2463"/>
                </a:lnSpc>
              </a:pPr>
            </a:p>
          </p:txBody>
        </p:sp>
      </p:grpSp>
      <p:sp>
        <p:nvSpPr>
          <p:cNvPr name="TextBox 36" id="36"/>
          <p:cNvSpPr txBox="true"/>
          <p:nvPr/>
        </p:nvSpPr>
        <p:spPr>
          <a:xfrm rot="0">
            <a:off x="9518873" y="1325083"/>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Sentencia de control</a:t>
            </a:r>
          </a:p>
        </p:txBody>
      </p:sp>
      <p:sp>
        <p:nvSpPr>
          <p:cNvPr name="TextBox 37" id="37"/>
          <p:cNvSpPr txBox="true"/>
          <p:nvPr/>
        </p:nvSpPr>
        <p:spPr>
          <a:xfrm rot="0">
            <a:off x="1028700" y="1924465"/>
            <a:ext cx="3039297" cy="1238886"/>
          </a:xfrm>
          <a:prstGeom prst="rect">
            <a:avLst/>
          </a:prstGeom>
        </p:spPr>
        <p:txBody>
          <a:bodyPr anchor="t" rtlCol="false" tIns="0" lIns="0" bIns="0" rIns="0">
            <a:spAutoFit/>
          </a:bodyPr>
          <a:lstStyle/>
          <a:p>
            <a:pPr algn="l">
              <a:lnSpc>
                <a:spcPts val="9520"/>
              </a:lnSpc>
            </a:pPr>
            <a:r>
              <a:rPr lang="en-US" sz="8500">
                <a:solidFill>
                  <a:srgbClr val="FFFFFF"/>
                </a:solidFill>
                <a:latin typeface="Computer Says No"/>
                <a:ea typeface="Computer Says No"/>
                <a:cs typeface="Computer Says No"/>
                <a:sym typeface="Computer Says No"/>
              </a:rPr>
              <a:t>AGENDA</a:t>
            </a:r>
          </a:p>
        </p:txBody>
      </p:sp>
      <p:grpSp>
        <p:nvGrpSpPr>
          <p:cNvPr name="Group 38" id="38"/>
          <p:cNvGrpSpPr/>
          <p:nvPr/>
        </p:nvGrpSpPr>
        <p:grpSpPr>
          <a:xfrm rot="0">
            <a:off x="10540412" y="2729284"/>
            <a:ext cx="4344454" cy="605790"/>
            <a:chOff x="0" y="0"/>
            <a:chExt cx="1144218" cy="159550"/>
          </a:xfrm>
        </p:grpSpPr>
        <p:sp>
          <p:nvSpPr>
            <p:cNvPr name="Freeform 39" id="39"/>
            <p:cNvSpPr/>
            <p:nvPr/>
          </p:nvSpPr>
          <p:spPr>
            <a:xfrm flipH="false" flipV="false" rot="0">
              <a:off x="0" y="0"/>
              <a:ext cx="1144218" cy="159550"/>
            </a:xfrm>
            <a:custGeom>
              <a:avLst/>
              <a:gdLst/>
              <a:ahLst/>
              <a:cxnLst/>
              <a:rect r="r" b="b" t="t" l="l"/>
              <a:pathLst>
                <a:path h="159550" w="1144218">
                  <a:moveTo>
                    <a:pt x="79775" y="0"/>
                  </a:moveTo>
                  <a:lnTo>
                    <a:pt x="1064443" y="0"/>
                  </a:lnTo>
                  <a:cubicBezTo>
                    <a:pt x="1085601" y="0"/>
                    <a:pt x="1105892" y="8405"/>
                    <a:pt x="1120853" y="23365"/>
                  </a:cubicBezTo>
                  <a:cubicBezTo>
                    <a:pt x="1135813" y="38326"/>
                    <a:pt x="1144218" y="58617"/>
                    <a:pt x="1144218" y="79775"/>
                  </a:cubicBezTo>
                  <a:lnTo>
                    <a:pt x="1144218" y="79775"/>
                  </a:lnTo>
                  <a:cubicBezTo>
                    <a:pt x="1144218" y="123833"/>
                    <a:pt x="1108502" y="159550"/>
                    <a:pt x="1064443" y="159550"/>
                  </a:cubicBezTo>
                  <a:lnTo>
                    <a:pt x="79775" y="159550"/>
                  </a:lnTo>
                  <a:cubicBezTo>
                    <a:pt x="58617" y="159550"/>
                    <a:pt x="38326" y="151145"/>
                    <a:pt x="23365" y="136184"/>
                  </a:cubicBezTo>
                  <a:cubicBezTo>
                    <a:pt x="8405" y="121223"/>
                    <a:pt x="0" y="100932"/>
                    <a:pt x="0" y="79775"/>
                  </a:cubicBezTo>
                  <a:lnTo>
                    <a:pt x="0" y="79775"/>
                  </a:lnTo>
                  <a:cubicBezTo>
                    <a:pt x="0" y="58617"/>
                    <a:pt x="8405" y="38326"/>
                    <a:pt x="23365" y="23365"/>
                  </a:cubicBezTo>
                  <a:cubicBezTo>
                    <a:pt x="38326" y="8405"/>
                    <a:pt x="58617" y="0"/>
                    <a:pt x="79775" y="0"/>
                  </a:cubicBezTo>
                  <a:close/>
                </a:path>
              </a:pathLst>
            </a:custGeom>
            <a:solidFill>
              <a:srgbClr val="03093A"/>
            </a:solidFill>
          </p:spPr>
        </p:sp>
        <p:sp>
          <p:nvSpPr>
            <p:cNvPr name="TextBox 40" id="40"/>
            <p:cNvSpPr txBox="true"/>
            <p:nvPr/>
          </p:nvSpPr>
          <p:spPr>
            <a:xfrm>
              <a:off x="0" y="0"/>
              <a:ext cx="1144218" cy="159550"/>
            </a:xfrm>
            <a:prstGeom prst="rect">
              <a:avLst/>
            </a:prstGeom>
          </p:spPr>
          <p:txBody>
            <a:bodyPr anchor="ctr" rtlCol="false" tIns="50800" lIns="50800" bIns="50800" rIns="50800"/>
            <a:lstStyle/>
            <a:p>
              <a:pPr algn="ctr">
                <a:lnSpc>
                  <a:spcPts val="2463"/>
                </a:lnSpc>
              </a:pPr>
            </a:p>
          </p:txBody>
        </p:sp>
      </p:grpSp>
      <p:sp>
        <p:nvSpPr>
          <p:cNvPr name="TextBox 41" id="41"/>
          <p:cNvSpPr txBox="true"/>
          <p:nvPr/>
        </p:nvSpPr>
        <p:spPr>
          <a:xfrm rot="0">
            <a:off x="9518873" y="2767384"/>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IF/IF-ELSE/IF-ELSEIF</a:t>
            </a:r>
          </a:p>
        </p:txBody>
      </p:sp>
      <p:grpSp>
        <p:nvGrpSpPr>
          <p:cNvPr name="Group 42" id="42"/>
          <p:cNvGrpSpPr/>
          <p:nvPr/>
        </p:nvGrpSpPr>
        <p:grpSpPr>
          <a:xfrm rot="0">
            <a:off x="10879815" y="4173273"/>
            <a:ext cx="4166532" cy="664149"/>
            <a:chOff x="0" y="0"/>
            <a:chExt cx="1097358" cy="174920"/>
          </a:xfrm>
        </p:grpSpPr>
        <p:sp>
          <p:nvSpPr>
            <p:cNvPr name="Freeform 43" id="43"/>
            <p:cNvSpPr/>
            <p:nvPr/>
          </p:nvSpPr>
          <p:spPr>
            <a:xfrm flipH="false" flipV="false" rot="0">
              <a:off x="0" y="0"/>
              <a:ext cx="1097358" cy="174920"/>
            </a:xfrm>
            <a:custGeom>
              <a:avLst/>
              <a:gdLst/>
              <a:ahLst/>
              <a:cxnLst/>
              <a:rect r="r" b="b" t="t" l="l"/>
              <a:pathLst>
                <a:path h="174920" w="1097358">
                  <a:moveTo>
                    <a:pt x="87460" y="0"/>
                  </a:moveTo>
                  <a:lnTo>
                    <a:pt x="1009898" y="0"/>
                  </a:lnTo>
                  <a:cubicBezTo>
                    <a:pt x="1033094" y="0"/>
                    <a:pt x="1055340" y="9215"/>
                    <a:pt x="1071742" y="25616"/>
                  </a:cubicBezTo>
                  <a:cubicBezTo>
                    <a:pt x="1088144" y="42018"/>
                    <a:pt x="1097358" y="64264"/>
                    <a:pt x="1097358" y="87460"/>
                  </a:cubicBezTo>
                  <a:lnTo>
                    <a:pt x="1097358" y="87460"/>
                  </a:lnTo>
                  <a:cubicBezTo>
                    <a:pt x="1097358" y="135763"/>
                    <a:pt x="1058201" y="174920"/>
                    <a:pt x="1009898" y="174920"/>
                  </a:cubicBezTo>
                  <a:lnTo>
                    <a:pt x="87460" y="174920"/>
                  </a:lnTo>
                  <a:cubicBezTo>
                    <a:pt x="64264" y="174920"/>
                    <a:pt x="42018" y="165705"/>
                    <a:pt x="25616" y="149303"/>
                  </a:cubicBezTo>
                  <a:cubicBezTo>
                    <a:pt x="9215" y="132902"/>
                    <a:pt x="0" y="110656"/>
                    <a:pt x="0" y="87460"/>
                  </a:cubicBezTo>
                  <a:lnTo>
                    <a:pt x="0" y="87460"/>
                  </a:lnTo>
                  <a:cubicBezTo>
                    <a:pt x="0" y="64264"/>
                    <a:pt x="9215" y="42018"/>
                    <a:pt x="25616" y="25616"/>
                  </a:cubicBezTo>
                  <a:cubicBezTo>
                    <a:pt x="42018" y="9215"/>
                    <a:pt x="64264" y="0"/>
                    <a:pt x="87460" y="0"/>
                  </a:cubicBezTo>
                  <a:close/>
                </a:path>
              </a:pathLst>
            </a:custGeom>
            <a:solidFill>
              <a:srgbClr val="03093A"/>
            </a:solidFill>
          </p:spPr>
        </p:sp>
        <p:sp>
          <p:nvSpPr>
            <p:cNvPr name="TextBox 44" id="44"/>
            <p:cNvSpPr txBox="true"/>
            <p:nvPr/>
          </p:nvSpPr>
          <p:spPr>
            <a:xfrm>
              <a:off x="0" y="0"/>
              <a:ext cx="1097358" cy="174920"/>
            </a:xfrm>
            <a:prstGeom prst="rect">
              <a:avLst/>
            </a:prstGeom>
          </p:spPr>
          <p:txBody>
            <a:bodyPr anchor="ctr" rtlCol="false" tIns="50800" lIns="50800" bIns="50800" rIns="50800"/>
            <a:lstStyle/>
            <a:p>
              <a:pPr algn="ctr">
                <a:lnSpc>
                  <a:spcPts val="2463"/>
                </a:lnSpc>
              </a:pPr>
            </a:p>
          </p:txBody>
        </p:sp>
      </p:grpSp>
      <p:sp>
        <p:nvSpPr>
          <p:cNvPr name="TextBox 45" id="45"/>
          <p:cNvSpPr txBox="true"/>
          <p:nvPr/>
        </p:nvSpPr>
        <p:spPr>
          <a:xfrm rot="0">
            <a:off x="9611858" y="4232116"/>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Select-Case</a:t>
            </a:r>
          </a:p>
        </p:txBody>
      </p:sp>
      <p:grpSp>
        <p:nvGrpSpPr>
          <p:cNvPr name="Group 46" id="46"/>
          <p:cNvGrpSpPr/>
          <p:nvPr/>
        </p:nvGrpSpPr>
        <p:grpSpPr>
          <a:xfrm rot="0">
            <a:off x="10879815" y="5770871"/>
            <a:ext cx="4166532" cy="664149"/>
            <a:chOff x="0" y="0"/>
            <a:chExt cx="1097358" cy="174920"/>
          </a:xfrm>
        </p:grpSpPr>
        <p:sp>
          <p:nvSpPr>
            <p:cNvPr name="Freeform 47" id="47"/>
            <p:cNvSpPr/>
            <p:nvPr/>
          </p:nvSpPr>
          <p:spPr>
            <a:xfrm flipH="false" flipV="false" rot="0">
              <a:off x="0" y="0"/>
              <a:ext cx="1097358" cy="174920"/>
            </a:xfrm>
            <a:custGeom>
              <a:avLst/>
              <a:gdLst/>
              <a:ahLst/>
              <a:cxnLst/>
              <a:rect r="r" b="b" t="t" l="l"/>
              <a:pathLst>
                <a:path h="174920" w="1097358">
                  <a:moveTo>
                    <a:pt x="87460" y="0"/>
                  </a:moveTo>
                  <a:lnTo>
                    <a:pt x="1009898" y="0"/>
                  </a:lnTo>
                  <a:cubicBezTo>
                    <a:pt x="1033094" y="0"/>
                    <a:pt x="1055340" y="9215"/>
                    <a:pt x="1071742" y="25616"/>
                  </a:cubicBezTo>
                  <a:cubicBezTo>
                    <a:pt x="1088144" y="42018"/>
                    <a:pt x="1097358" y="64264"/>
                    <a:pt x="1097358" y="87460"/>
                  </a:cubicBezTo>
                  <a:lnTo>
                    <a:pt x="1097358" y="87460"/>
                  </a:lnTo>
                  <a:cubicBezTo>
                    <a:pt x="1097358" y="135763"/>
                    <a:pt x="1058201" y="174920"/>
                    <a:pt x="1009898" y="174920"/>
                  </a:cubicBezTo>
                  <a:lnTo>
                    <a:pt x="87460" y="174920"/>
                  </a:lnTo>
                  <a:cubicBezTo>
                    <a:pt x="64264" y="174920"/>
                    <a:pt x="42018" y="165705"/>
                    <a:pt x="25616" y="149303"/>
                  </a:cubicBezTo>
                  <a:cubicBezTo>
                    <a:pt x="9215" y="132902"/>
                    <a:pt x="0" y="110656"/>
                    <a:pt x="0" y="87460"/>
                  </a:cubicBezTo>
                  <a:lnTo>
                    <a:pt x="0" y="87460"/>
                  </a:lnTo>
                  <a:cubicBezTo>
                    <a:pt x="0" y="64264"/>
                    <a:pt x="9215" y="42018"/>
                    <a:pt x="25616" y="25616"/>
                  </a:cubicBezTo>
                  <a:cubicBezTo>
                    <a:pt x="42018" y="9215"/>
                    <a:pt x="64264" y="0"/>
                    <a:pt x="87460" y="0"/>
                  </a:cubicBezTo>
                  <a:close/>
                </a:path>
              </a:pathLst>
            </a:custGeom>
            <a:solidFill>
              <a:srgbClr val="03093A"/>
            </a:solidFill>
          </p:spPr>
        </p:sp>
        <p:sp>
          <p:nvSpPr>
            <p:cNvPr name="TextBox 48" id="48"/>
            <p:cNvSpPr txBox="true"/>
            <p:nvPr/>
          </p:nvSpPr>
          <p:spPr>
            <a:xfrm>
              <a:off x="0" y="0"/>
              <a:ext cx="1097358" cy="174920"/>
            </a:xfrm>
            <a:prstGeom prst="rect">
              <a:avLst/>
            </a:prstGeom>
          </p:spPr>
          <p:txBody>
            <a:bodyPr anchor="ctr" rtlCol="false" tIns="50800" lIns="50800" bIns="50800" rIns="50800"/>
            <a:lstStyle/>
            <a:p>
              <a:pPr algn="ctr">
                <a:lnSpc>
                  <a:spcPts val="2463"/>
                </a:lnSpc>
              </a:pPr>
            </a:p>
          </p:txBody>
        </p:sp>
      </p:grpSp>
      <p:sp>
        <p:nvSpPr>
          <p:cNvPr name="TextBox 49" id="49"/>
          <p:cNvSpPr txBox="true"/>
          <p:nvPr/>
        </p:nvSpPr>
        <p:spPr>
          <a:xfrm rot="0">
            <a:off x="9611858" y="5886295"/>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Funciones Basicas</a:t>
            </a:r>
          </a:p>
        </p:txBody>
      </p:sp>
      <p:grpSp>
        <p:nvGrpSpPr>
          <p:cNvPr name="Group 50" id="50"/>
          <p:cNvGrpSpPr/>
          <p:nvPr/>
        </p:nvGrpSpPr>
        <p:grpSpPr>
          <a:xfrm rot="0">
            <a:off x="10879815" y="7190423"/>
            <a:ext cx="4166532" cy="664149"/>
            <a:chOff x="0" y="0"/>
            <a:chExt cx="1097358" cy="174920"/>
          </a:xfrm>
        </p:grpSpPr>
        <p:sp>
          <p:nvSpPr>
            <p:cNvPr name="Freeform 51" id="51"/>
            <p:cNvSpPr/>
            <p:nvPr/>
          </p:nvSpPr>
          <p:spPr>
            <a:xfrm flipH="false" flipV="false" rot="0">
              <a:off x="0" y="0"/>
              <a:ext cx="1097358" cy="174920"/>
            </a:xfrm>
            <a:custGeom>
              <a:avLst/>
              <a:gdLst/>
              <a:ahLst/>
              <a:cxnLst/>
              <a:rect r="r" b="b" t="t" l="l"/>
              <a:pathLst>
                <a:path h="174920" w="1097358">
                  <a:moveTo>
                    <a:pt x="87460" y="0"/>
                  </a:moveTo>
                  <a:lnTo>
                    <a:pt x="1009898" y="0"/>
                  </a:lnTo>
                  <a:cubicBezTo>
                    <a:pt x="1033094" y="0"/>
                    <a:pt x="1055340" y="9215"/>
                    <a:pt x="1071742" y="25616"/>
                  </a:cubicBezTo>
                  <a:cubicBezTo>
                    <a:pt x="1088144" y="42018"/>
                    <a:pt x="1097358" y="64264"/>
                    <a:pt x="1097358" y="87460"/>
                  </a:cubicBezTo>
                  <a:lnTo>
                    <a:pt x="1097358" y="87460"/>
                  </a:lnTo>
                  <a:cubicBezTo>
                    <a:pt x="1097358" y="135763"/>
                    <a:pt x="1058201" y="174920"/>
                    <a:pt x="1009898" y="174920"/>
                  </a:cubicBezTo>
                  <a:lnTo>
                    <a:pt x="87460" y="174920"/>
                  </a:lnTo>
                  <a:cubicBezTo>
                    <a:pt x="64264" y="174920"/>
                    <a:pt x="42018" y="165705"/>
                    <a:pt x="25616" y="149303"/>
                  </a:cubicBezTo>
                  <a:cubicBezTo>
                    <a:pt x="9215" y="132902"/>
                    <a:pt x="0" y="110656"/>
                    <a:pt x="0" y="87460"/>
                  </a:cubicBezTo>
                  <a:lnTo>
                    <a:pt x="0" y="87460"/>
                  </a:lnTo>
                  <a:cubicBezTo>
                    <a:pt x="0" y="64264"/>
                    <a:pt x="9215" y="42018"/>
                    <a:pt x="25616" y="25616"/>
                  </a:cubicBezTo>
                  <a:cubicBezTo>
                    <a:pt x="42018" y="9215"/>
                    <a:pt x="64264" y="0"/>
                    <a:pt x="87460" y="0"/>
                  </a:cubicBezTo>
                  <a:close/>
                </a:path>
              </a:pathLst>
            </a:custGeom>
            <a:solidFill>
              <a:srgbClr val="03093A"/>
            </a:solidFill>
          </p:spPr>
        </p:sp>
        <p:sp>
          <p:nvSpPr>
            <p:cNvPr name="TextBox 52" id="52"/>
            <p:cNvSpPr txBox="true"/>
            <p:nvPr/>
          </p:nvSpPr>
          <p:spPr>
            <a:xfrm>
              <a:off x="0" y="0"/>
              <a:ext cx="1097358" cy="174920"/>
            </a:xfrm>
            <a:prstGeom prst="rect">
              <a:avLst/>
            </a:prstGeom>
          </p:spPr>
          <p:txBody>
            <a:bodyPr anchor="ctr" rtlCol="false" tIns="50800" lIns="50800" bIns="50800" rIns="50800"/>
            <a:lstStyle/>
            <a:p>
              <a:pPr algn="ctr">
                <a:lnSpc>
                  <a:spcPts val="2463"/>
                </a:lnSpc>
              </a:pPr>
            </a:p>
          </p:txBody>
        </p:sp>
      </p:grpSp>
      <p:sp>
        <p:nvSpPr>
          <p:cNvPr name="TextBox 53" id="53"/>
          <p:cNvSpPr txBox="true"/>
          <p:nvPr/>
        </p:nvSpPr>
        <p:spPr>
          <a:xfrm rot="0">
            <a:off x="9773339" y="7233204"/>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Repaso y Ejemplos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grpSp>
        <p:nvGrpSpPr>
          <p:cNvPr name="Group 2" id="2"/>
          <p:cNvGrpSpPr/>
          <p:nvPr/>
        </p:nvGrpSpPr>
        <p:grpSpPr>
          <a:xfrm rot="0">
            <a:off x="8851339" y="3259059"/>
            <a:ext cx="9331854" cy="3086100"/>
            <a:chOff x="0" y="0"/>
            <a:chExt cx="2457772" cy="812800"/>
          </a:xfrm>
        </p:grpSpPr>
        <p:sp>
          <p:nvSpPr>
            <p:cNvPr name="Freeform 3" id="3"/>
            <p:cNvSpPr/>
            <p:nvPr/>
          </p:nvSpPr>
          <p:spPr>
            <a:xfrm flipH="false" flipV="false" rot="0">
              <a:off x="0" y="0"/>
              <a:ext cx="2457772" cy="812800"/>
            </a:xfrm>
            <a:custGeom>
              <a:avLst/>
              <a:gdLst/>
              <a:ahLst/>
              <a:cxnLst/>
              <a:rect r="r" b="b" t="t" l="l"/>
              <a:pathLst>
                <a:path h="812800" w="2457772">
                  <a:moveTo>
                    <a:pt x="42311" y="0"/>
                  </a:moveTo>
                  <a:lnTo>
                    <a:pt x="2415461" y="0"/>
                  </a:lnTo>
                  <a:cubicBezTo>
                    <a:pt x="2426683" y="0"/>
                    <a:pt x="2437445" y="4458"/>
                    <a:pt x="2445380" y="12393"/>
                  </a:cubicBezTo>
                  <a:cubicBezTo>
                    <a:pt x="2453315" y="20327"/>
                    <a:pt x="2457772" y="31089"/>
                    <a:pt x="2457772" y="42311"/>
                  </a:cubicBezTo>
                  <a:lnTo>
                    <a:pt x="2457772" y="770489"/>
                  </a:lnTo>
                  <a:cubicBezTo>
                    <a:pt x="2457772" y="781711"/>
                    <a:pt x="2453315" y="792473"/>
                    <a:pt x="2445380" y="800407"/>
                  </a:cubicBezTo>
                  <a:cubicBezTo>
                    <a:pt x="2437445" y="808342"/>
                    <a:pt x="2426683" y="812800"/>
                    <a:pt x="2415461" y="812800"/>
                  </a:cubicBezTo>
                  <a:lnTo>
                    <a:pt x="42311" y="812800"/>
                  </a:lnTo>
                  <a:cubicBezTo>
                    <a:pt x="31089" y="812800"/>
                    <a:pt x="20327" y="808342"/>
                    <a:pt x="12393" y="800407"/>
                  </a:cubicBezTo>
                  <a:cubicBezTo>
                    <a:pt x="4458" y="792473"/>
                    <a:pt x="0" y="781711"/>
                    <a:pt x="0" y="770489"/>
                  </a:cubicBezTo>
                  <a:lnTo>
                    <a:pt x="0" y="42311"/>
                  </a:lnTo>
                  <a:cubicBezTo>
                    <a:pt x="0" y="31089"/>
                    <a:pt x="4458" y="20327"/>
                    <a:pt x="12393" y="12393"/>
                  </a:cubicBezTo>
                  <a:cubicBezTo>
                    <a:pt x="20327" y="4458"/>
                    <a:pt x="31089" y="0"/>
                    <a:pt x="42311" y="0"/>
                  </a:cubicBezTo>
                  <a:close/>
                </a:path>
              </a:pathLst>
            </a:custGeom>
            <a:solidFill>
              <a:srgbClr val="585EFF"/>
            </a:solidFill>
          </p:spPr>
        </p:sp>
        <p:sp>
          <p:nvSpPr>
            <p:cNvPr name="TextBox 4" id="4"/>
            <p:cNvSpPr txBox="true"/>
            <p:nvPr/>
          </p:nvSpPr>
          <p:spPr>
            <a:xfrm>
              <a:off x="0" y="0"/>
              <a:ext cx="2457772" cy="812800"/>
            </a:xfrm>
            <a:prstGeom prst="rect">
              <a:avLst/>
            </a:prstGeom>
          </p:spPr>
          <p:txBody>
            <a:bodyPr anchor="ctr" rtlCol="false" tIns="50800" lIns="50800" bIns="50800" rIns="50800"/>
            <a:lstStyle/>
            <a:p>
              <a:pPr algn="ctr">
                <a:lnSpc>
                  <a:spcPts val="2463"/>
                </a:lnSpc>
              </a:pPr>
            </a:p>
          </p:txBody>
        </p:sp>
      </p:grpSp>
      <p:sp>
        <p:nvSpPr>
          <p:cNvPr name="Freeform 5" id="5"/>
          <p:cNvSpPr/>
          <p:nvPr/>
        </p:nvSpPr>
        <p:spPr>
          <a:xfrm flipH="false" flipV="false" rot="0">
            <a:off x="-185970" y="5891813"/>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626131" y="6032413"/>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7" id="7"/>
          <p:cNvPicPr>
            <a:picLocks noChangeAspect="true"/>
          </p:cNvPicPr>
          <p:nvPr/>
        </p:nvPicPr>
        <p:blipFill>
          <a:blip r:embed="rId6"/>
          <a:srcRect l="0" t="0" r="0" b="0"/>
          <a:stretch>
            <a:fillRect/>
          </a:stretch>
        </p:blipFill>
        <p:spPr>
          <a:xfrm flipH="false" flipV="false" rot="0">
            <a:off x="16514932" y="719461"/>
            <a:ext cx="744368" cy="331244"/>
          </a:xfrm>
          <a:prstGeom prst="rect">
            <a:avLst/>
          </a:prstGeom>
        </p:spPr>
      </p:pic>
      <p:sp>
        <p:nvSpPr>
          <p:cNvPr name="Freeform 8" id="8"/>
          <p:cNvSpPr/>
          <p:nvPr/>
        </p:nvSpPr>
        <p:spPr>
          <a:xfrm flipH="false" flipV="false" rot="0">
            <a:off x="14000181"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028700" y="668737"/>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0" y="0"/>
            <a:ext cx="8506283" cy="10287000"/>
            <a:chOff x="0" y="0"/>
            <a:chExt cx="2240338" cy="2709333"/>
          </a:xfrm>
        </p:grpSpPr>
        <p:sp>
          <p:nvSpPr>
            <p:cNvPr name="Freeform 11" id="11"/>
            <p:cNvSpPr/>
            <p:nvPr/>
          </p:nvSpPr>
          <p:spPr>
            <a:xfrm flipH="false" flipV="false" rot="0">
              <a:off x="0" y="0"/>
              <a:ext cx="2240338" cy="2709333"/>
            </a:xfrm>
            <a:custGeom>
              <a:avLst/>
              <a:gdLst/>
              <a:ahLst/>
              <a:cxnLst/>
              <a:rect r="r" b="b" t="t" l="l"/>
              <a:pathLst>
                <a:path h="2709333" w="2240338">
                  <a:moveTo>
                    <a:pt x="0" y="0"/>
                  </a:moveTo>
                  <a:lnTo>
                    <a:pt x="2240338" y="0"/>
                  </a:lnTo>
                  <a:lnTo>
                    <a:pt x="2240338" y="2709333"/>
                  </a:lnTo>
                  <a:lnTo>
                    <a:pt x="0" y="2709333"/>
                  </a:lnTo>
                  <a:close/>
                </a:path>
              </a:pathLst>
            </a:custGeom>
            <a:solidFill>
              <a:srgbClr val="050E5D"/>
            </a:solidFill>
          </p:spPr>
        </p:sp>
        <p:sp>
          <p:nvSpPr>
            <p:cNvPr name="TextBox 12" id="12"/>
            <p:cNvSpPr txBox="true"/>
            <p:nvPr/>
          </p:nvSpPr>
          <p:spPr>
            <a:xfrm>
              <a:off x="0" y="0"/>
              <a:ext cx="2240338" cy="2709333"/>
            </a:xfrm>
            <a:prstGeom prst="rect">
              <a:avLst/>
            </a:prstGeom>
          </p:spPr>
          <p:txBody>
            <a:bodyPr anchor="ctr" rtlCol="false" tIns="50800" lIns="50800" bIns="50800" rIns="50800"/>
            <a:lstStyle/>
            <a:p>
              <a:pPr algn="ctr">
                <a:lnSpc>
                  <a:spcPts val="2463"/>
                </a:lnSpc>
              </a:pPr>
            </a:p>
          </p:txBody>
        </p:sp>
      </p:grpSp>
      <p:grpSp>
        <p:nvGrpSpPr>
          <p:cNvPr name="Group 13" id="13"/>
          <p:cNvGrpSpPr/>
          <p:nvPr/>
        </p:nvGrpSpPr>
        <p:grpSpPr>
          <a:xfrm rot="0">
            <a:off x="2486381" y="588745"/>
            <a:ext cx="1211480" cy="624416"/>
            <a:chOff x="0" y="0"/>
            <a:chExt cx="1615307" cy="832555"/>
          </a:xfrm>
        </p:grpSpPr>
        <p:sp>
          <p:nvSpPr>
            <p:cNvPr name="TextBox 14" id="14"/>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5" id="15"/>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6" id="16"/>
          <p:cNvGrpSpPr/>
          <p:nvPr/>
        </p:nvGrpSpPr>
        <p:grpSpPr>
          <a:xfrm rot="0">
            <a:off x="5443716" y="729709"/>
            <a:ext cx="862336" cy="327152"/>
            <a:chOff x="0" y="0"/>
            <a:chExt cx="1149782" cy="436203"/>
          </a:xfrm>
        </p:grpSpPr>
        <p:sp>
          <p:nvSpPr>
            <p:cNvPr name="TextBox 17" id="17"/>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8" id="18"/>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9" id="19"/>
          <p:cNvGrpSpPr/>
          <p:nvPr/>
        </p:nvGrpSpPr>
        <p:grpSpPr>
          <a:xfrm rot="0">
            <a:off x="4115755" y="703945"/>
            <a:ext cx="908861" cy="327152"/>
            <a:chOff x="0" y="0"/>
            <a:chExt cx="1211815" cy="436203"/>
          </a:xfrm>
        </p:grpSpPr>
        <p:sp>
          <p:nvSpPr>
            <p:cNvPr name="TextBox 20" id="20"/>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21" id="21"/>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22" id="22"/>
          <p:cNvGrpSpPr/>
          <p:nvPr/>
        </p:nvGrpSpPr>
        <p:grpSpPr>
          <a:xfrm rot="0">
            <a:off x="12779030" y="8337550"/>
            <a:ext cx="2442301" cy="930987"/>
            <a:chOff x="0" y="0"/>
            <a:chExt cx="643240" cy="245198"/>
          </a:xfrm>
        </p:grpSpPr>
        <p:sp>
          <p:nvSpPr>
            <p:cNvPr name="Freeform 23" id="23"/>
            <p:cNvSpPr/>
            <p:nvPr/>
          </p:nvSpPr>
          <p:spPr>
            <a:xfrm flipH="false" flipV="false" rot="0">
              <a:off x="0" y="0"/>
              <a:ext cx="643240" cy="245198"/>
            </a:xfrm>
            <a:custGeom>
              <a:avLst/>
              <a:gdLst/>
              <a:ahLst/>
              <a:cxnLst/>
              <a:rect r="r" b="b" t="t" l="l"/>
              <a:pathLst>
                <a:path h="245198" w="643240">
                  <a:moveTo>
                    <a:pt x="122599" y="0"/>
                  </a:moveTo>
                  <a:lnTo>
                    <a:pt x="520641" y="0"/>
                  </a:lnTo>
                  <a:cubicBezTo>
                    <a:pt x="588350" y="0"/>
                    <a:pt x="643240" y="54889"/>
                    <a:pt x="643240" y="122599"/>
                  </a:cubicBezTo>
                  <a:lnTo>
                    <a:pt x="643240" y="122599"/>
                  </a:lnTo>
                  <a:cubicBezTo>
                    <a:pt x="643240" y="190309"/>
                    <a:pt x="588350" y="245198"/>
                    <a:pt x="520641" y="245198"/>
                  </a:cubicBezTo>
                  <a:lnTo>
                    <a:pt x="122599" y="245198"/>
                  </a:lnTo>
                  <a:cubicBezTo>
                    <a:pt x="54889" y="245198"/>
                    <a:pt x="0" y="190309"/>
                    <a:pt x="0" y="122599"/>
                  </a:cubicBezTo>
                  <a:lnTo>
                    <a:pt x="0" y="122599"/>
                  </a:lnTo>
                  <a:cubicBezTo>
                    <a:pt x="0" y="54889"/>
                    <a:pt x="54889" y="0"/>
                    <a:pt x="122599" y="0"/>
                  </a:cubicBezTo>
                  <a:close/>
                </a:path>
              </a:pathLst>
            </a:custGeom>
            <a:solidFill>
              <a:srgbClr val="050E5D"/>
            </a:solidFill>
            <a:ln cap="rnd">
              <a:noFill/>
              <a:prstDash val="solid"/>
              <a:round/>
            </a:ln>
          </p:spPr>
        </p:sp>
        <p:sp>
          <p:nvSpPr>
            <p:cNvPr name="TextBox 24" id="24"/>
            <p:cNvSpPr txBox="true"/>
            <p:nvPr/>
          </p:nvSpPr>
          <p:spPr>
            <a:xfrm>
              <a:off x="0" y="-38100"/>
              <a:ext cx="643240" cy="283298"/>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a:t>
              </a:r>
            </a:p>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Agenda Page</a:t>
              </a:r>
            </a:p>
          </p:txBody>
        </p:sp>
      </p:grpSp>
      <p:grpSp>
        <p:nvGrpSpPr>
          <p:cNvPr name="Group 25" id="25"/>
          <p:cNvGrpSpPr/>
          <p:nvPr/>
        </p:nvGrpSpPr>
        <p:grpSpPr>
          <a:xfrm rot="0">
            <a:off x="317044" y="4452543"/>
            <a:ext cx="7395908" cy="4805757"/>
            <a:chOff x="0" y="0"/>
            <a:chExt cx="1947893" cy="1265714"/>
          </a:xfrm>
        </p:grpSpPr>
        <p:sp>
          <p:nvSpPr>
            <p:cNvPr name="Freeform 26" id="26"/>
            <p:cNvSpPr/>
            <p:nvPr/>
          </p:nvSpPr>
          <p:spPr>
            <a:xfrm flipH="false" flipV="false" rot="0">
              <a:off x="0" y="0"/>
              <a:ext cx="1947894" cy="1265714"/>
            </a:xfrm>
            <a:custGeom>
              <a:avLst/>
              <a:gdLst/>
              <a:ahLst/>
              <a:cxnLst/>
              <a:rect r="r" b="b" t="t" l="l"/>
              <a:pathLst>
                <a:path h="1265714" w="1947894">
                  <a:moveTo>
                    <a:pt x="51292" y="0"/>
                  </a:moveTo>
                  <a:lnTo>
                    <a:pt x="1896601" y="0"/>
                  </a:lnTo>
                  <a:cubicBezTo>
                    <a:pt x="1910205" y="0"/>
                    <a:pt x="1923251" y="5404"/>
                    <a:pt x="1932870" y="15023"/>
                  </a:cubicBezTo>
                  <a:cubicBezTo>
                    <a:pt x="1942490" y="24642"/>
                    <a:pt x="1947894" y="37689"/>
                    <a:pt x="1947894" y="51292"/>
                  </a:cubicBezTo>
                  <a:lnTo>
                    <a:pt x="1947894" y="1214421"/>
                  </a:lnTo>
                  <a:cubicBezTo>
                    <a:pt x="1947894" y="1228025"/>
                    <a:pt x="1942490" y="1241071"/>
                    <a:pt x="1932870" y="1250691"/>
                  </a:cubicBezTo>
                  <a:cubicBezTo>
                    <a:pt x="1923251" y="1260310"/>
                    <a:pt x="1910205" y="1265714"/>
                    <a:pt x="1896601" y="1265714"/>
                  </a:cubicBezTo>
                  <a:lnTo>
                    <a:pt x="51292" y="1265714"/>
                  </a:lnTo>
                  <a:cubicBezTo>
                    <a:pt x="37689" y="1265714"/>
                    <a:pt x="24642" y="1260310"/>
                    <a:pt x="15023" y="1250691"/>
                  </a:cubicBezTo>
                  <a:cubicBezTo>
                    <a:pt x="5404" y="1241071"/>
                    <a:pt x="0" y="1228025"/>
                    <a:pt x="0" y="1214421"/>
                  </a:cubicBezTo>
                  <a:lnTo>
                    <a:pt x="0" y="51292"/>
                  </a:lnTo>
                  <a:cubicBezTo>
                    <a:pt x="0" y="37689"/>
                    <a:pt x="5404" y="24642"/>
                    <a:pt x="15023" y="15023"/>
                  </a:cubicBezTo>
                  <a:cubicBezTo>
                    <a:pt x="24642" y="5404"/>
                    <a:pt x="37689" y="0"/>
                    <a:pt x="51292" y="0"/>
                  </a:cubicBezTo>
                  <a:close/>
                </a:path>
              </a:pathLst>
            </a:custGeom>
            <a:solidFill>
              <a:srgbClr val="3613C8"/>
            </a:solidFill>
            <a:ln w="47625" cap="rnd">
              <a:solidFill>
                <a:srgbClr val="21EF80"/>
              </a:solidFill>
              <a:prstDash val="solid"/>
              <a:round/>
            </a:ln>
          </p:spPr>
        </p:sp>
        <p:sp>
          <p:nvSpPr>
            <p:cNvPr name="TextBox 27" id="27"/>
            <p:cNvSpPr txBox="true"/>
            <p:nvPr/>
          </p:nvSpPr>
          <p:spPr>
            <a:xfrm>
              <a:off x="0" y="-66675"/>
              <a:ext cx="1947893" cy="1332389"/>
            </a:xfrm>
            <a:prstGeom prst="rect">
              <a:avLst/>
            </a:prstGeom>
          </p:spPr>
          <p:txBody>
            <a:bodyPr anchor="t" rtlCol="false" tIns="254000" lIns="254000" bIns="254000" rIns="254000"/>
            <a:lstStyle/>
            <a:p>
              <a:pPr algn="l">
                <a:lnSpc>
                  <a:spcPts val="3359"/>
                </a:lnSpc>
              </a:pPr>
              <a:r>
                <a:rPr lang="en-US" sz="2399" spc="47">
                  <a:solidFill>
                    <a:srgbClr val="FFFFFF"/>
                  </a:solidFill>
                  <a:latin typeface="Poppins Light"/>
                  <a:ea typeface="Poppins Light"/>
                  <a:cs typeface="Poppins Light"/>
                  <a:sym typeface="Poppins Light"/>
                </a:rPr>
                <a:t>Hasta ahora un programa no era más que una secuencia de instrucciones que son ejecutadas en el orden en que son formuladas. Además, si quisiéramos que un conjunto de ellas se repitiera varias veces, no tenemos más remedio que escribirlas varias veces.</a:t>
              </a:r>
              <a:r>
                <a:rPr lang="en-US" sz="2399" spc="47">
                  <a:solidFill>
                    <a:srgbClr val="FFFFFF"/>
                  </a:solidFill>
                  <a:latin typeface="Poppins Light"/>
                  <a:ea typeface="Poppins Light"/>
                  <a:cs typeface="Poppins Light"/>
                  <a:sym typeface="Poppins Light"/>
                </a:rPr>
                <a:t> </a:t>
              </a:r>
            </a:p>
            <a:p>
              <a:pPr algn="l">
                <a:lnSpc>
                  <a:spcPts val="3359"/>
                </a:lnSpc>
              </a:pPr>
            </a:p>
          </p:txBody>
        </p:sp>
      </p:grpSp>
      <p:sp>
        <p:nvSpPr>
          <p:cNvPr name="Freeform 28" id="28"/>
          <p:cNvSpPr/>
          <p:nvPr/>
        </p:nvSpPr>
        <p:spPr>
          <a:xfrm flipH="false" flipV="false" rot="0">
            <a:off x="9162832" y="3415141"/>
            <a:ext cx="8708869" cy="2773936"/>
          </a:xfrm>
          <a:custGeom>
            <a:avLst/>
            <a:gdLst/>
            <a:ahLst/>
            <a:cxnLst/>
            <a:rect r="r" b="b" t="t" l="l"/>
            <a:pathLst>
              <a:path h="2773936" w="8708869">
                <a:moveTo>
                  <a:pt x="0" y="0"/>
                </a:moveTo>
                <a:lnTo>
                  <a:pt x="8708869" y="0"/>
                </a:lnTo>
                <a:lnTo>
                  <a:pt x="8708869" y="2773936"/>
                </a:lnTo>
                <a:lnTo>
                  <a:pt x="0" y="2773936"/>
                </a:lnTo>
                <a:lnTo>
                  <a:pt x="0" y="0"/>
                </a:lnTo>
                <a:close/>
              </a:path>
            </a:pathLst>
          </a:custGeom>
          <a:blipFill>
            <a:blip r:embed="rId18"/>
            <a:stretch>
              <a:fillRect l="0" t="0" r="0" b="0"/>
            </a:stretch>
          </a:blipFill>
        </p:spPr>
      </p:sp>
      <p:sp>
        <p:nvSpPr>
          <p:cNvPr name="TextBox 29" id="29"/>
          <p:cNvSpPr txBox="true"/>
          <p:nvPr/>
        </p:nvSpPr>
        <p:spPr>
          <a:xfrm rot="0">
            <a:off x="317044" y="1279836"/>
            <a:ext cx="7872195" cy="2991732"/>
          </a:xfrm>
          <a:prstGeom prst="rect">
            <a:avLst/>
          </a:prstGeom>
        </p:spPr>
        <p:txBody>
          <a:bodyPr anchor="t" rtlCol="false" tIns="0" lIns="0" bIns="0" rIns="0">
            <a:spAutoFit/>
          </a:bodyPr>
          <a:lstStyle/>
          <a:p>
            <a:pPr algn="l">
              <a:lnSpc>
                <a:spcPts val="11647"/>
              </a:lnSpc>
            </a:pPr>
            <a:r>
              <a:rPr lang="en-US" sz="10399">
                <a:solidFill>
                  <a:srgbClr val="FFFFFF"/>
                </a:solidFill>
                <a:latin typeface="Computer Says No"/>
                <a:ea typeface="Computer Says No"/>
                <a:cs typeface="Computer Says No"/>
                <a:sym typeface="Computer Says No"/>
              </a:rPr>
              <a:t>SENTENCIAS DE CONTROL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5891813"/>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626131" y="6032413"/>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4" id="4"/>
          <p:cNvPicPr>
            <a:picLocks noChangeAspect="true"/>
          </p:cNvPicPr>
          <p:nvPr/>
        </p:nvPicPr>
        <p:blipFill>
          <a:blip r:embed="rId6"/>
          <a:srcRect l="0" t="0" r="0" b="0"/>
          <a:stretch>
            <a:fillRect/>
          </a:stretch>
        </p:blipFill>
        <p:spPr>
          <a:xfrm flipH="false" flipV="false" rot="0">
            <a:off x="16514932" y="719461"/>
            <a:ext cx="744368" cy="331244"/>
          </a:xfrm>
          <a:prstGeom prst="rect">
            <a:avLst/>
          </a:prstGeom>
        </p:spPr>
      </p:pic>
      <p:sp>
        <p:nvSpPr>
          <p:cNvPr name="Freeform 5" id="5"/>
          <p:cNvSpPr/>
          <p:nvPr/>
        </p:nvSpPr>
        <p:spPr>
          <a:xfrm flipH="false" flipV="false" rot="0">
            <a:off x="14000181"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028700" y="668737"/>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7" id="7"/>
          <p:cNvGrpSpPr/>
          <p:nvPr/>
        </p:nvGrpSpPr>
        <p:grpSpPr>
          <a:xfrm rot="0">
            <a:off x="0" y="0"/>
            <a:ext cx="8506283" cy="10287000"/>
            <a:chOff x="0" y="0"/>
            <a:chExt cx="2240338" cy="2709333"/>
          </a:xfrm>
        </p:grpSpPr>
        <p:sp>
          <p:nvSpPr>
            <p:cNvPr name="Freeform 8" id="8"/>
            <p:cNvSpPr/>
            <p:nvPr/>
          </p:nvSpPr>
          <p:spPr>
            <a:xfrm flipH="false" flipV="false" rot="0">
              <a:off x="0" y="0"/>
              <a:ext cx="2240338" cy="2709333"/>
            </a:xfrm>
            <a:custGeom>
              <a:avLst/>
              <a:gdLst/>
              <a:ahLst/>
              <a:cxnLst/>
              <a:rect r="r" b="b" t="t" l="l"/>
              <a:pathLst>
                <a:path h="2709333" w="2240338">
                  <a:moveTo>
                    <a:pt x="0" y="0"/>
                  </a:moveTo>
                  <a:lnTo>
                    <a:pt x="2240338" y="0"/>
                  </a:lnTo>
                  <a:lnTo>
                    <a:pt x="2240338" y="2709333"/>
                  </a:lnTo>
                  <a:lnTo>
                    <a:pt x="0" y="2709333"/>
                  </a:lnTo>
                  <a:close/>
                </a:path>
              </a:pathLst>
            </a:custGeom>
            <a:solidFill>
              <a:srgbClr val="050E5D"/>
            </a:solidFill>
          </p:spPr>
        </p:sp>
        <p:sp>
          <p:nvSpPr>
            <p:cNvPr name="TextBox 9" id="9"/>
            <p:cNvSpPr txBox="true"/>
            <p:nvPr/>
          </p:nvSpPr>
          <p:spPr>
            <a:xfrm>
              <a:off x="0" y="0"/>
              <a:ext cx="2240338" cy="2709333"/>
            </a:xfrm>
            <a:prstGeom prst="rect">
              <a:avLst/>
            </a:prstGeom>
          </p:spPr>
          <p:txBody>
            <a:bodyPr anchor="ctr" rtlCol="false" tIns="50800" lIns="50800" bIns="50800" rIns="50800"/>
            <a:lstStyle/>
            <a:p>
              <a:pPr algn="ctr">
                <a:lnSpc>
                  <a:spcPts val="2463"/>
                </a:lnSpc>
              </a:pPr>
            </a:p>
          </p:txBody>
        </p:sp>
      </p:grpSp>
      <p:grpSp>
        <p:nvGrpSpPr>
          <p:cNvPr name="Group 10" id="10"/>
          <p:cNvGrpSpPr/>
          <p:nvPr/>
        </p:nvGrpSpPr>
        <p:grpSpPr>
          <a:xfrm rot="0">
            <a:off x="2486381"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5443716"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4115755"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sp>
        <p:nvSpPr>
          <p:cNvPr name="TextBox 19" id="19"/>
          <p:cNvSpPr txBox="true"/>
          <p:nvPr/>
        </p:nvSpPr>
        <p:spPr>
          <a:xfrm rot="0">
            <a:off x="4115755" y="1334699"/>
            <a:ext cx="11569843" cy="1515357"/>
          </a:xfrm>
          <a:prstGeom prst="rect">
            <a:avLst/>
          </a:prstGeom>
        </p:spPr>
        <p:txBody>
          <a:bodyPr anchor="t" rtlCol="false" tIns="0" lIns="0" bIns="0" rIns="0">
            <a:spAutoFit/>
          </a:bodyPr>
          <a:lstStyle/>
          <a:p>
            <a:pPr algn="l">
              <a:lnSpc>
                <a:spcPts val="11647"/>
              </a:lnSpc>
            </a:pPr>
            <a:r>
              <a:rPr lang="en-US" sz="10399">
                <a:solidFill>
                  <a:srgbClr val="FFFFFF"/>
                </a:solidFill>
                <a:latin typeface="Computer Says No"/>
                <a:ea typeface="Computer Says No"/>
                <a:cs typeface="Computer Says No"/>
                <a:sym typeface="Computer Says No"/>
              </a:rPr>
              <a:t>SENTENCIAS DE CONTROL</a:t>
            </a:r>
          </a:p>
        </p:txBody>
      </p:sp>
      <p:pic>
        <p:nvPicPr>
          <p:cNvPr name="Picture 20" id="20"/>
          <p:cNvPicPr>
            <a:picLocks noChangeAspect="true"/>
          </p:cNvPicPr>
          <p:nvPr>
            <a:videoFile r:link="rId18"/>
          </p:nvPr>
        </p:nvPicPr>
        <p:blipFill>
          <a:blip r:embed="rId17"/>
          <a:stretch>
            <a:fillRect/>
          </a:stretch>
        </p:blipFill>
        <p:spPr>
          <a:xfrm rot="0">
            <a:off x="4570185" y="2850056"/>
            <a:ext cx="9321828" cy="6991371"/>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7002032" y="6114605"/>
            <a:ext cx="3590504" cy="3590504"/>
          </a:xfrm>
          <a:custGeom>
            <a:avLst/>
            <a:gdLst/>
            <a:ahLst/>
            <a:cxnLst/>
            <a:rect r="r" b="b" t="t" l="l"/>
            <a:pathLst>
              <a:path h="3590504" w="3590504">
                <a:moveTo>
                  <a:pt x="0" y="0"/>
                </a:moveTo>
                <a:lnTo>
                  <a:pt x="3590504" y="0"/>
                </a:lnTo>
                <a:lnTo>
                  <a:pt x="3590504" y="3590504"/>
                </a:lnTo>
                <a:lnTo>
                  <a:pt x="0" y="35905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381398"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808423"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814350" y="8857429"/>
            <a:ext cx="471618" cy="847680"/>
          </a:xfrm>
          <a:custGeom>
            <a:avLst/>
            <a:gdLst/>
            <a:ahLst/>
            <a:cxnLst/>
            <a:rect r="r" b="b" t="t" l="l"/>
            <a:pathLst>
              <a:path h="847680" w="471618">
                <a:moveTo>
                  <a:pt x="0" y="0"/>
                </a:moveTo>
                <a:lnTo>
                  <a:pt x="471618" y="0"/>
                </a:lnTo>
                <a:lnTo>
                  <a:pt x="471618" y="847680"/>
                </a:lnTo>
                <a:lnTo>
                  <a:pt x="0" y="8476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7151826" y="716781"/>
            <a:ext cx="548836" cy="587276"/>
          </a:xfrm>
          <a:custGeom>
            <a:avLst/>
            <a:gdLst/>
            <a:ahLst/>
            <a:cxnLst/>
            <a:rect r="r" b="b" t="t" l="l"/>
            <a:pathLst>
              <a:path h="587276" w="548836">
                <a:moveTo>
                  <a:pt x="0" y="0"/>
                </a:moveTo>
                <a:lnTo>
                  <a:pt x="548836" y="0"/>
                </a:lnTo>
                <a:lnTo>
                  <a:pt x="548836" y="587277"/>
                </a:lnTo>
                <a:lnTo>
                  <a:pt x="0" y="5872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6272125" y="756289"/>
            <a:ext cx="587276" cy="547769"/>
          </a:xfrm>
          <a:custGeom>
            <a:avLst/>
            <a:gdLst/>
            <a:ahLst/>
            <a:cxnLst/>
            <a:rect r="r" b="b" t="t" l="l"/>
            <a:pathLst>
              <a:path h="547769" w="587276">
                <a:moveTo>
                  <a:pt x="0" y="0"/>
                </a:moveTo>
                <a:lnTo>
                  <a:pt x="587276" y="0"/>
                </a:lnTo>
                <a:lnTo>
                  <a:pt x="587276" y="547769"/>
                </a:lnTo>
                <a:lnTo>
                  <a:pt x="0" y="547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9939918" y="697028"/>
            <a:ext cx="548836" cy="587276"/>
          </a:xfrm>
          <a:custGeom>
            <a:avLst/>
            <a:gdLst/>
            <a:ahLst/>
            <a:cxnLst/>
            <a:rect r="r" b="b" t="t" l="l"/>
            <a:pathLst>
              <a:path h="587276" w="548836">
                <a:moveTo>
                  <a:pt x="0" y="0"/>
                </a:moveTo>
                <a:lnTo>
                  <a:pt x="548836" y="0"/>
                </a:lnTo>
                <a:lnTo>
                  <a:pt x="548836" y="587276"/>
                </a:lnTo>
                <a:lnTo>
                  <a:pt x="0" y="58727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0735167" y="716781"/>
            <a:ext cx="587276" cy="547769"/>
          </a:xfrm>
          <a:custGeom>
            <a:avLst/>
            <a:gdLst/>
            <a:ahLst/>
            <a:cxnLst/>
            <a:rect r="r" b="b" t="t" l="l"/>
            <a:pathLst>
              <a:path h="547769" w="587276">
                <a:moveTo>
                  <a:pt x="0" y="0"/>
                </a:moveTo>
                <a:lnTo>
                  <a:pt x="587277" y="0"/>
                </a:lnTo>
                <a:lnTo>
                  <a:pt x="587277" y="547769"/>
                </a:lnTo>
                <a:lnTo>
                  <a:pt x="0" y="54776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0">
            <a:off x="-337725"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992632"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8467052" y="736535"/>
            <a:ext cx="702268" cy="547769"/>
          </a:xfrm>
          <a:custGeom>
            <a:avLst/>
            <a:gdLst/>
            <a:ahLst/>
            <a:cxnLst/>
            <a:rect r="r" b="b" t="t" l="l"/>
            <a:pathLst>
              <a:path h="547769" w="702268">
                <a:moveTo>
                  <a:pt x="0" y="0"/>
                </a:moveTo>
                <a:lnTo>
                  <a:pt x="702268" y="0"/>
                </a:lnTo>
                <a:lnTo>
                  <a:pt x="702268" y="547769"/>
                </a:lnTo>
                <a:lnTo>
                  <a:pt x="0" y="54776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18" id="18"/>
          <p:cNvGrpSpPr/>
          <p:nvPr/>
        </p:nvGrpSpPr>
        <p:grpSpPr>
          <a:xfrm rot="0">
            <a:off x="14507255" y="697028"/>
            <a:ext cx="3052218" cy="717550"/>
            <a:chOff x="0" y="0"/>
            <a:chExt cx="803876" cy="188984"/>
          </a:xfrm>
        </p:grpSpPr>
        <p:sp>
          <p:nvSpPr>
            <p:cNvPr name="Freeform 19" id="19"/>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0D1781"/>
            </a:solidFill>
            <a:ln cap="rnd">
              <a:noFill/>
              <a:prstDash val="solid"/>
              <a:round/>
            </a:ln>
          </p:spPr>
        </p:sp>
        <p:sp>
          <p:nvSpPr>
            <p:cNvPr name="TextBox 20" id="20"/>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22" action="ppaction://hlinksldjump"/>
                </a:rPr>
                <a:t>Back to</a:t>
              </a:r>
              <a:r>
                <a:rPr lang="en-US" sz="1300">
                  <a:solidFill>
                    <a:srgbClr val="FFFFFF"/>
                  </a:solidFill>
                  <a:latin typeface="Poppins Light"/>
                  <a:ea typeface="Poppins Light"/>
                  <a:cs typeface="Poppins Light"/>
                  <a:sym typeface="Poppins Light"/>
                </a:rPr>
                <a:t> </a:t>
              </a:r>
              <a:r>
                <a:rPr lang="en-US" sz="1300">
                  <a:solidFill>
                    <a:srgbClr val="FFFFFF"/>
                  </a:solidFill>
                  <a:latin typeface="Poppins Light"/>
                  <a:ea typeface="Poppins Light"/>
                  <a:cs typeface="Poppins Light"/>
                  <a:sym typeface="Poppins Light"/>
                  <a:hlinkClick r:id="rId22" action="ppaction://hlinksldjump"/>
                </a:rPr>
                <a:t>Agenda Page</a:t>
              </a:r>
            </a:p>
          </p:txBody>
        </p:sp>
      </p:grpSp>
      <p:sp>
        <p:nvSpPr>
          <p:cNvPr name="Freeform 21" id="21"/>
          <p:cNvSpPr/>
          <p:nvPr/>
        </p:nvSpPr>
        <p:spPr>
          <a:xfrm flipH="false" flipV="false" rot="0">
            <a:off x="675294" y="697028"/>
            <a:ext cx="1738558" cy="717550"/>
          </a:xfrm>
          <a:custGeom>
            <a:avLst/>
            <a:gdLst/>
            <a:ahLst/>
            <a:cxnLst/>
            <a:rect r="r" b="b" t="t" l="l"/>
            <a:pathLst>
              <a:path h="717550" w="1738558">
                <a:moveTo>
                  <a:pt x="0" y="0"/>
                </a:moveTo>
                <a:lnTo>
                  <a:pt x="1738558" y="0"/>
                </a:lnTo>
                <a:lnTo>
                  <a:pt x="1738558" y="717550"/>
                </a:lnTo>
                <a:lnTo>
                  <a:pt x="0" y="71755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pic>
        <p:nvPicPr>
          <p:cNvPr name="Picture 22" id="22"/>
          <p:cNvPicPr>
            <a:picLocks noChangeAspect="true"/>
          </p:cNvPicPr>
          <p:nvPr/>
        </p:nvPicPr>
        <p:blipFill>
          <a:blip r:embed="rId25"/>
          <a:srcRect l="0" t="0" r="0" b="0"/>
          <a:stretch>
            <a:fillRect/>
          </a:stretch>
        </p:blipFill>
        <p:spPr>
          <a:xfrm flipH="false" flipV="false" rot="0">
            <a:off x="4751254" y="6789831"/>
            <a:ext cx="971251" cy="1103694"/>
          </a:xfrm>
          <a:prstGeom prst="rect">
            <a:avLst/>
          </a:prstGeom>
        </p:spPr>
      </p:pic>
      <p:pic>
        <p:nvPicPr>
          <p:cNvPr name="Picture 23" id="23"/>
          <p:cNvPicPr>
            <a:picLocks noChangeAspect="true"/>
          </p:cNvPicPr>
          <p:nvPr/>
        </p:nvPicPr>
        <p:blipFill>
          <a:blip r:embed="rId26"/>
          <a:srcRect l="0" t="0" r="0" b="0"/>
          <a:stretch>
            <a:fillRect/>
          </a:stretch>
        </p:blipFill>
        <p:spPr>
          <a:xfrm flipH="false" flipV="false" rot="0">
            <a:off x="11868886" y="6773499"/>
            <a:ext cx="1003961" cy="1120026"/>
          </a:xfrm>
          <a:prstGeom prst="rect">
            <a:avLst/>
          </a:prstGeom>
        </p:spPr>
      </p:pic>
      <p:pic>
        <p:nvPicPr>
          <p:cNvPr name="Picture 24" id="24"/>
          <p:cNvPicPr>
            <a:picLocks noChangeAspect="true"/>
          </p:cNvPicPr>
          <p:nvPr/>
        </p:nvPicPr>
        <p:blipFill>
          <a:blip r:embed="rId27"/>
          <a:srcRect l="0" t="0" r="0" b="0"/>
          <a:stretch>
            <a:fillRect/>
          </a:stretch>
        </p:blipFill>
        <p:spPr>
          <a:xfrm flipH="false" flipV="false" rot="0">
            <a:off x="2719050" y="2222014"/>
            <a:ext cx="517579" cy="539145"/>
          </a:xfrm>
          <a:prstGeom prst="rect">
            <a:avLst/>
          </a:prstGeom>
        </p:spPr>
      </p:pic>
      <p:pic>
        <p:nvPicPr>
          <p:cNvPr name="Picture 25" id="25"/>
          <p:cNvPicPr>
            <a:picLocks noChangeAspect="true"/>
          </p:cNvPicPr>
          <p:nvPr/>
        </p:nvPicPr>
        <p:blipFill>
          <a:blip r:embed="rId27"/>
          <a:srcRect l="0" t="0" r="0" b="0"/>
          <a:stretch>
            <a:fillRect/>
          </a:stretch>
        </p:blipFill>
        <p:spPr>
          <a:xfrm flipH="false" flipV="false" rot="0">
            <a:off x="15104488" y="2491586"/>
            <a:ext cx="517579" cy="539145"/>
          </a:xfrm>
          <a:prstGeom prst="rect">
            <a:avLst/>
          </a:prstGeom>
        </p:spPr>
      </p:pic>
      <p:sp>
        <p:nvSpPr>
          <p:cNvPr name="Freeform 26" id="26"/>
          <p:cNvSpPr/>
          <p:nvPr/>
        </p:nvSpPr>
        <p:spPr>
          <a:xfrm flipH="false" flipV="false" rot="0">
            <a:off x="2098480" y="6789831"/>
            <a:ext cx="843782" cy="662098"/>
          </a:xfrm>
          <a:custGeom>
            <a:avLst/>
            <a:gdLst/>
            <a:ahLst/>
            <a:cxnLst/>
            <a:rect r="r" b="b" t="t" l="l"/>
            <a:pathLst>
              <a:path h="662098" w="843782">
                <a:moveTo>
                  <a:pt x="0" y="0"/>
                </a:moveTo>
                <a:lnTo>
                  <a:pt x="843781" y="0"/>
                </a:lnTo>
                <a:lnTo>
                  <a:pt x="843781"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7" id="27"/>
          <p:cNvSpPr/>
          <p:nvPr/>
        </p:nvSpPr>
        <p:spPr>
          <a:xfrm flipH="false" flipV="false" rot="0">
            <a:off x="1028700"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30">
              <a:extLst>
                <a:ext uri="{96DAC541-7B7A-43D3-8B79-37D633B846F1}">
                  <asvg:svgBlip xmlns:asvg="http://schemas.microsoft.com/office/drawing/2016/SVG/main" r:embed="rId31"/>
                </a:ext>
              </a:extLst>
            </a:blip>
            <a:stretch>
              <a:fillRect l="0" t="0" r="-419968" b="0"/>
            </a:stretch>
          </a:blipFill>
        </p:spPr>
      </p:sp>
      <p:sp>
        <p:nvSpPr>
          <p:cNvPr name="Freeform 28" id="28"/>
          <p:cNvSpPr/>
          <p:nvPr/>
        </p:nvSpPr>
        <p:spPr>
          <a:xfrm flipH="false" flipV="false" rot="0">
            <a:off x="14682597" y="6773499"/>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9" id="29"/>
          <p:cNvSpPr/>
          <p:nvPr/>
        </p:nvSpPr>
        <p:spPr>
          <a:xfrm flipH="false" flipV="false" rot="0">
            <a:off x="16415518"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30">
              <a:extLst>
                <a:ext uri="{96DAC541-7B7A-43D3-8B79-37D633B846F1}">
                  <asvg:svgBlip xmlns:asvg="http://schemas.microsoft.com/office/drawing/2016/SVG/main" r:embed="rId31"/>
                </a:ext>
              </a:extLst>
            </a:blip>
            <a:stretch>
              <a:fillRect l="0" t="0" r="-419968" b="0"/>
            </a:stretch>
          </a:blipFill>
        </p:spPr>
      </p:sp>
      <p:sp>
        <p:nvSpPr>
          <p:cNvPr name="Freeform 30" id="30"/>
          <p:cNvSpPr/>
          <p:nvPr/>
        </p:nvSpPr>
        <p:spPr>
          <a:xfrm flipH="false" flipV="false" rot="0">
            <a:off x="2298984" y="6844147"/>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1" id="31"/>
          <p:cNvSpPr/>
          <p:nvPr/>
        </p:nvSpPr>
        <p:spPr>
          <a:xfrm flipH="false" flipV="false" rot="0">
            <a:off x="14882622" y="6827814"/>
            <a:ext cx="442773" cy="553467"/>
          </a:xfrm>
          <a:custGeom>
            <a:avLst/>
            <a:gdLst/>
            <a:ahLst/>
            <a:cxnLst/>
            <a:rect r="r" b="b" t="t" l="l"/>
            <a:pathLst>
              <a:path h="553467" w="442773">
                <a:moveTo>
                  <a:pt x="0" y="0"/>
                </a:moveTo>
                <a:lnTo>
                  <a:pt x="442774" y="0"/>
                </a:lnTo>
                <a:lnTo>
                  <a:pt x="442774" y="553467"/>
                </a:lnTo>
                <a:lnTo>
                  <a:pt x="0" y="553467"/>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2" id="32"/>
          <p:cNvSpPr/>
          <p:nvPr/>
        </p:nvSpPr>
        <p:spPr>
          <a:xfrm flipH="false" flipV="false" rot="0">
            <a:off x="1229204" y="4701514"/>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3" id="33"/>
          <p:cNvSpPr/>
          <p:nvPr/>
        </p:nvSpPr>
        <p:spPr>
          <a:xfrm flipH="false" flipV="false" rot="0">
            <a:off x="16616700" y="4701514"/>
            <a:ext cx="442773" cy="553467"/>
          </a:xfrm>
          <a:custGeom>
            <a:avLst/>
            <a:gdLst/>
            <a:ahLst/>
            <a:cxnLst/>
            <a:rect r="r" b="b" t="t" l="l"/>
            <a:pathLst>
              <a:path h="553467" w="442773">
                <a:moveTo>
                  <a:pt x="0" y="0"/>
                </a:moveTo>
                <a:lnTo>
                  <a:pt x="442774" y="0"/>
                </a:lnTo>
                <a:lnTo>
                  <a:pt x="442774"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4" id="34"/>
          <p:cNvSpPr/>
          <p:nvPr/>
        </p:nvSpPr>
        <p:spPr>
          <a:xfrm flipH="true" flipV="false" rot="0">
            <a:off x="14621255" y="6205320"/>
            <a:ext cx="966466" cy="568179"/>
          </a:xfrm>
          <a:custGeom>
            <a:avLst/>
            <a:gdLst/>
            <a:ahLst/>
            <a:cxnLst/>
            <a:rect r="r" b="b" t="t" l="l"/>
            <a:pathLst>
              <a:path h="568179" w="966466">
                <a:moveTo>
                  <a:pt x="966466" y="0"/>
                </a:moveTo>
                <a:lnTo>
                  <a:pt x="0" y="0"/>
                </a:lnTo>
                <a:lnTo>
                  <a:pt x="0" y="568179"/>
                </a:lnTo>
                <a:lnTo>
                  <a:pt x="966466" y="568179"/>
                </a:lnTo>
                <a:lnTo>
                  <a:pt x="966466" y="0"/>
                </a:lnTo>
                <a:close/>
              </a:path>
            </a:pathLst>
          </a:custGeom>
          <a:blipFill>
            <a:blip r:embed="rId34">
              <a:extLst>
                <a:ext uri="{96DAC541-7B7A-43D3-8B79-37D633B846F1}">
                  <asvg:svgBlip xmlns:asvg="http://schemas.microsoft.com/office/drawing/2016/SVG/main" r:embed="rId35"/>
                </a:ext>
              </a:extLst>
            </a:blip>
            <a:stretch>
              <a:fillRect l="0" t="0" r="0" b="-10100"/>
            </a:stretch>
          </a:blipFill>
        </p:spPr>
      </p:sp>
      <p:sp>
        <p:nvSpPr>
          <p:cNvPr name="Freeform 35" id="35"/>
          <p:cNvSpPr/>
          <p:nvPr/>
        </p:nvSpPr>
        <p:spPr>
          <a:xfrm flipH="false" flipV="false" rot="0">
            <a:off x="1028700" y="3684108"/>
            <a:ext cx="843782" cy="963090"/>
          </a:xfrm>
          <a:custGeom>
            <a:avLst/>
            <a:gdLst/>
            <a:ahLst/>
            <a:cxnLst/>
            <a:rect r="r" b="b" t="t" l="l"/>
            <a:pathLst>
              <a:path h="963090" w="843782">
                <a:moveTo>
                  <a:pt x="0" y="0"/>
                </a:moveTo>
                <a:lnTo>
                  <a:pt x="843782" y="0"/>
                </a:lnTo>
                <a:lnTo>
                  <a:pt x="843782" y="963090"/>
                </a:lnTo>
                <a:lnTo>
                  <a:pt x="0" y="963090"/>
                </a:lnTo>
                <a:lnTo>
                  <a:pt x="0" y="0"/>
                </a:lnTo>
                <a:close/>
              </a:path>
            </a:pathLst>
          </a:custGeom>
          <a:blipFill>
            <a:blip r:embed="rId36">
              <a:extLst>
                <a:ext uri="{96DAC541-7B7A-43D3-8B79-37D633B846F1}">
                  <asvg:svgBlip xmlns:asvg="http://schemas.microsoft.com/office/drawing/2016/SVG/main" r:embed="rId37"/>
                </a:ext>
              </a:extLst>
            </a:blip>
            <a:stretch>
              <a:fillRect l="0" t="0" r="0" b="-4299"/>
            </a:stretch>
          </a:blipFill>
        </p:spPr>
      </p:sp>
      <p:grpSp>
        <p:nvGrpSpPr>
          <p:cNvPr name="Group 36" id="36"/>
          <p:cNvGrpSpPr/>
          <p:nvPr/>
        </p:nvGrpSpPr>
        <p:grpSpPr>
          <a:xfrm rot="0">
            <a:off x="2298984" y="1992975"/>
            <a:ext cx="7839250" cy="6864455"/>
            <a:chOff x="0" y="0"/>
            <a:chExt cx="2064658" cy="1807922"/>
          </a:xfrm>
        </p:grpSpPr>
        <p:sp>
          <p:nvSpPr>
            <p:cNvPr name="Freeform 37" id="37"/>
            <p:cNvSpPr/>
            <p:nvPr/>
          </p:nvSpPr>
          <p:spPr>
            <a:xfrm flipH="false" flipV="false" rot="0">
              <a:off x="0" y="0"/>
              <a:ext cx="2064658" cy="1807922"/>
            </a:xfrm>
            <a:custGeom>
              <a:avLst/>
              <a:gdLst/>
              <a:ahLst/>
              <a:cxnLst/>
              <a:rect r="r" b="b" t="t" l="l"/>
              <a:pathLst>
                <a:path h="1807922" w="2064658">
                  <a:moveTo>
                    <a:pt x="50367" y="0"/>
                  </a:moveTo>
                  <a:lnTo>
                    <a:pt x="2014292" y="0"/>
                  </a:lnTo>
                  <a:cubicBezTo>
                    <a:pt x="2042108" y="0"/>
                    <a:pt x="2064658" y="22550"/>
                    <a:pt x="2064658" y="50367"/>
                  </a:cubicBezTo>
                  <a:lnTo>
                    <a:pt x="2064658" y="1757555"/>
                  </a:lnTo>
                  <a:cubicBezTo>
                    <a:pt x="2064658" y="1770914"/>
                    <a:pt x="2059352" y="1783724"/>
                    <a:pt x="2049906" y="1793170"/>
                  </a:cubicBezTo>
                  <a:cubicBezTo>
                    <a:pt x="2040461" y="1802616"/>
                    <a:pt x="2027650" y="1807922"/>
                    <a:pt x="2014292" y="1807922"/>
                  </a:cubicBezTo>
                  <a:lnTo>
                    <a:pt x="50367" y="1807922"/>
                  </a:lnTo>
                  <a:cubicBezTo>
                    <a:pt x="37009" y="1807922"/>
                    <a:pt x="24198" y="1802616"/>
                    <a:pt x="14752" y="1793170"/>
                  </a:cubicBezTo>
                  <a:cubicBezTo>
                    <a:pt x="5306" y="1783724"/>
                    <a:pt x="0" y="1770914"/>
                    <a:pt x="0" y="1757555"/>
                  </a:cubicBezTo>
                  <a:lnTo>
                    <a:pt x="0" y="50367"/>
                  </a:lnTo>
                  <a:cubicBezTo>
                    <a:pt x="0" y="37009"/>
                    <a:pt x="5306" y="24198"/>
                    <a:pt x="14752" y="14752"/>
                  </a:cubicBezTo>
                  <a:cubicBezTo>
                    <a:pt x="24198" y="5306"/>
                    <a:pt x="37009" y="0"/>
                    <a:pt x="50367" y="0"/>
                  </a:cubicBezTo>
                  <a:close/>
                </a:path>
              </a:pathLst>
            </a:custGeom>
            <a:solidFill>
              <a:srgbClr val="0D1781"/>
            </a:solidFill>
          </p:spPr>
        </p:sp>
        <p:sp>
          <p:nvSpPr>
            <p:cNvPr name="TextBox 38" id="38"/>
            <p:cNvSpPr txBox="true"/>
            <p:nvPr/>
          </p:nvSpPr>
          <p:spPr>
            <a:xfrm>
              <a:off x="0" y="0"/>
              <a:ext cx="2064658" cy="1807922"/>
            </a:xfrm>
            <a:prstGeom prst="rect">
              <a:avLst/>
            </a:prstGeom>
          </p:spPr>
          <p:txBody>
            <a:bodyPr anchor="ctr" rtlCol="false" tIns="50800" lIns="50800" bIns="50800" rIns="50800"/>
            <a:lstStyle/>
            <a:p>
              <a:pPr algn="ctr">
                <a:lnSpc>
                  <a:spcPts val="2463"/>
                </a:lnSpc>
              </a:pPr>
            </a:p>
          </p:txBody>
        </p:sp>
      </p:grpSp>
      <p:grpSp>
        <p:nvGrpSpPr>
          <p:cNvPr name="Group 39" id="39"/>
          <p:cNvGrpSpPr/>
          <p:nvPr/>
        </p:nvGrpSpPr>
        <p:grpSpPr>
          <a:xfrm rot="0">
            <a:off x="11657455" y="1634426"/>
            <a:ext cx="4758063" cy="7512291"/>
            <a:chOff x="0" y="0"/>
            <a:chExt cx="1253152" cy="1978546"/>
          </a:xfrm>
        </p:grpSpPr>
        <p:sp>
          <p:nvSpPr>
            <p:cNvPr name="Freeform 40" id="40"/>
            <p:cNvSpPr/>
            <p:nvPr/>
          </p:nvSpPr>
          <p:spPr>
            <a:xfrm flipH="false" flipV="false" rot="0">
              <a:off x="0" y="0"/>
              <a:ext cx="1253152" cy="1978546"/>
            </a:xfrm>
            <a:custGeom>
              <a:avLst/>
              <a:gdLst/>
              <a:ahLst/>
              <a:cxnLst/>
              <a:rect r="r" b="b" t="t" l="l"/>
              <a:pathLst>
                <a:path h="1978546" w="1253152">
                  <a:moveTo>
                    <a:pt x="79729" y="0"/>
                  </a:moveTo>
                  <a:lnTo>
                    <a:pt x="1173424" y="0"/>
                  </a:lnTo>
                  <a:cubicBezTo>
                    <a:pt x="1194569" y="0"/>
                    <a:pt x="1214848" y="8400"/>
                    <a:pt x="1229800" y="23352"/>
                  </a:cubicBezTo>
                  <a:cubicBezTo>
                    <a:pt x="1244752" y="38304"/>
                    <a:pt x="1253152" y="58583"/>
                    <a:pt x="1253152" y="79729"/>
                  </a:cubicBezTo>
                  <a:lnTo>
                    <a:pt x="1253152" y="1898817"/>
                  </a:lnTo>
                  <a:cubicBezTo>
                    <a:pt x="1253152" y="1919963"/>
                    <a:pt x="1244752" y="1940242"/>
                    <a:pt x="1229800" y="1955194"/>
                  </a:cubicBezTo>
                  <a:cubicBezTo>
                    <a:pt x="1214848" y="1970146"/>
                    <a:pt x="1194569" y="1978546"/>
                    <a:pt x="1173424" y="1978546"/>
                  </a:cubicBezTo>
                  <a:lnTo>
                    <a:pt x="79729" y="1978546"/>
                  </a:lnTo>
                  <a:cubicBezTo>
                    <a:pt x="58583" y="1978546"/>
                    <a:pt x="38304" y="1970146"/>
                    <a:pt x="23352" y="1955194"/>
                  </a:cubicBezTo>
                  <a:cubicBezTo>
                    <a:pt x="8400" y="1940242"/>
                    <a:pt x="0" y="1919963"/>
                    <a:pt x="0" y="1898817"/>
                  </a:cubicBezTo>
                  <a:lnTo>
                    <a:pt x="0" y="79729"/>
                  </a:lnTo>
                  <a:cubicBezTo>
                    <a:pt x="0" y="58583"/>
                    <a:pt x="8400" y="38304"/>
                    <a:pt x="23352" y="23352"/>
                  </a:cubicBezTo>
                  <a:cubicBezTo>
                    <a:pt x="38304" y="8400"/>
                    <a:pt x="58583" y="0"/>
                    <a:pt x="79729" y="0"/>
                  </a:cubicBezTo>
                  <a:close/>
                </a:path>
              </a:pathLst>
            </a:custGeom>
            <a:solidFill>
              <a:srgbClr val="9867FE"/>
            </a:solidFill>
            <a:ln w="47625" cap="rnd">
              <a:solidFill>
                <a:srgbClr val="21EF80"/>
              </a:solidFill>
              <a:prstDash val="solid"/>
              <a:round/>
            </a:ln>
          </p:spPr>
        </p:sp>
        <p:sp>
          <p:nvSpPr>
            <p:cNvPr name="TextBox 41" id="41"/>
            <p:cNvSpPr txBox="true"/>
            <p:nvPr/>
          </p:nvSpPr>
          <p:spPr>
            <a:xfrm>
              <a:off x="0" y="-66675"/>
              <a:ext cx="1253152" cy="2045221"/>
            </a:xfrm>
            <a:prstGeom prst="rect">
              <a:avLst/>
            </a:prstGeom>
          </p:spPr>
          <p:txBody>
            <a:bodyPr anchor="t" rtlCol="false" tIns="254000" lIns="254000" bIns="254000" rIns="254000"/>
            <a:lstStyle/>
            <a:p>
              <a:pPr algn="l">
                <a:lnSpc>
                  <a:spcPts val="3359"/>
                </a:lnSpc>
              </a:pPr>
            </a:p>
          </p:txBody>
        </p:sp>
      </p:grpSp>
      <p:sp>
        <p:nvSpPr>
          <p:cNvPr name="Freeform 42" id="42"/>
          <p:cNvSpPr/>
          <p:nvPr/>
        </p:nvSpPr>
        <p:spPr>
          <a:xfrm flipH="false" flipV="false" rot="0">
            <a:off x="12041599" y="1828272"/>
            <a:ext cx="3989776" cy="7124599"/>
          </a:xfrm>
          <a:custGeom>
            <a:avLst/>
            <a:gdLst/>
            <a:ahLst/>
            <a:cxnLst/>
            <a:rect r="r" b="b" t="t" l="l"/>
            <a:pathLst>
              <a:path h="7124599" w="3989776">
                <a:moveTo>
                  <a:pt x="0" y="0"/>
                </a:moveTo>
                <a:lnTo>
                  <a:pt x="3989776" y="0"/>
                </a:lnTo>
                <a:lnTo>
                  <a:pt x="3989776" y="7124599"/>
                </a:lnTo>
                <a:lnTo>
                  <a:pt x="0" y="7124599"/>
                </a:lnTo>
                <a:lnTo>
                  <a:pt x="0" y="0"/>
                </a:lnTo>
                <a:close/>
              </a:path>
            </a:pathLst>
          </a:custGeom>
          <a:blipFill>
            <a:blip r:embed="rId38"/>
            <a:stretch>
              <a:fillRect l="0" t="0" r="0" b="0"/>
            </a:stretch>
          </a:blipFill>
        </p:spPr>
      </p:sp>
      <p:sp>
        <p:nvSpPr>
          <p:cNvPr name="TextBox 43" id="43"/>
          <p:cNvSpPr txBox="true"/>
          <p:nvPr/>
        </p:nvSpPr>
        <p:spPr>
          <a:xfrm rot="0">
            <a:off x="2852181" y="2424911"/>
            <a:ext cx="7087737" cy="6784161"/>
          </a:xfrm>
          <a:prstGeom prst="rect">
            <a:avLst/>
          </a:prstGeom>
        </p:spPr>
        <p:txBody>
          <a:bodyPr anchor="t" rtlCol="false" tIns="0" lIns="0" bIns="0" rIns="0">
            <a:spAutoFit/>
          </a:bodyPr>
          <a:lstStyle/>
          <a:p>
            <a:pPr algn="l">
              <a:lnSpc>
                <a:spcPts val="3380"/>
              </a:lnSpc>
            </a:pPr>
            <a:r>
              <a:rPr lang="en-US" sz="2414">
                <a:solidFill>
                  <a:srgbClr val="FFFFFF"/>
                </a:solidFill>
                <a:latin typeface="Poppins"/>
                <a:ea typeface="Poppins"/>
                <a:cs typeface="Poppins"/>
                <a:sym typeface="Poppins"/>
              </a:rPr>
              <a:t>El orden de ejecución de las sentencias es lo que se conoce por el flujo del programa, y se puede variar a voluntad utilizando las sentencias de control de flujo, con las que es muy fácil alterarlo para adecuarlo a nuestras necesidades. Esto es lo que hace potentes a los lenguajes de programación. Básicamente, existen tres tipos de sentencias:</a:t>
            </a:r>
          </a:p>
          <a:p>
            <a:pPr algn="l" marL="521327" indent="-260663" lvl="1">
              <a:lnSpc>
                <a:spcPts val="3380"/>
              </a:lnSpc>
              <a:buFont typeface="Arial"/>
              <a:buChar char="•"/>
            </a:pPr>
            <a:r>
              <a:rPr lang="en-US" sz="2414">
                <a:solidFill>
                  <a:srgbClr val="FFFFFF"/>
                </a:solidFill>
                <a:latin typeface="Poppins"/>
                <a:ea typeface="Poppins"/>
                <a:cs typeface="Poppins"/>
                <a:sym typeface="Poppins"/>
              </a:rPr>
              <a:t>secuencial</a:t>
            </a:r>
          </a:p>
          <a:p>
            <a:pPr algn="l" marL="521327" indent="-260663" lvl="1">
              <a:lnSpc>
                <a:spcPts val="3380"/>
              </a:lnSpc>
              <a:buFont typeface="Arial"/>
              <a:buChar char="•"/>
            </a:pPr>
            <a:r>
              <a:rPr lang="en-US" sz="2414">
                <a:solidFill>
                  <a:srgbClr val="FFFFFF"/>
                </a:solidFill>
                <a:latin typeface="Poppins"/>
                <a:ea typeface="Poppins"/>
                <a:cs typeface="Poppins"/>
                <a:sym typeface="Poppins"/>
              </a:rPr>
              <a:t>condicional </a:t>
            </a:r>
          </a:p>
          <a:p>
            <a:pPr algn="l" marL="521327" indent="-260663" lvl="1">
              <a:lnSpc>
                <a:spcPts val="3380"/>
              </a:lnSpc>
              <a:buFont typeface="Arial"/>
              <a:buChar char="•"/>
            </a:pPr>
            <a:r>
              <a:rPr lang="en-US" sz="2414">
                <a:solidFill>
                  <a:srgbClr val="FFFFFF"/>
                </a:solidFill>
                <a:latin typeface="Poppins"/>
                <a:ea typeface="Poppins"/>
                <a:cs typeface="Poppins"/>
                <a:sym typeface="Poppins"/>
              </a:rPr>
              <a:t>iterativa </a:t>
            </a:r>
          </a:p>
          <a:p>
            <a:pPr algn="l">
              <a:lnSpc>
                <a:spcPts val="3380"/>
              </a:lnSpc>
            </a:pPr>
          </a:p>
          <a:p>
            <a:pPr algn="l">
              <a:lnSpc>
                <a:spcPts val="3380"/>
              </a:lnSpc>
            </a:pPr>
            <a:r>
              <a:rPr lang="en-US" sz="2414">
                <a:solidFill>
                  <a:srgbClr val="FFFFFF"/>
                </a:solidFill>
                <a:latin typeface="Poppins"/>
                <a:ea typeface="Poppins"/>
                <a:cs typeface="Poppins"/>
                <a:sym typeface="Poppins"/>
              </a:rPr>
              <a:t>C</a:t>
            </a:r>
            <a:r>
              <a:rPr lang="en-US" sz="2414">
                <a:solidFill>
                  <a:srgbClr val="FFFFFF"/>
                </a:solidFill>
                <a:latin typeface="Poppins"/>
                <a:ea typeface="Poppins"/>
                <a:cs typeface="Poppins"/>
                <a:sym typeface="Poppins"/>
              </a:rPr>
              <a:t>on ellas se puede escribir cualquier programa.</a:t>
            </a:r>
          </a:p>
          <a:p>
            <a:pPr algn="l">
              <a:lnSpc>
                <a:spcPts val="3380"/>
              </a:lnSpc>
            </a:pPr>
          </a:p>
          <a:p>
            <a:pPr algn="l">
              <a:lnSpc>
                <a:spcPts val="338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grpSp>
        <p:nvGrpSpPr>
          <p:cNvPr name="Group 2" id="2"/>
          <p:cNvGrpSpPr/>
          <p:nvPr/>
        </p:nvGrpSpPr>
        <p:grpSpPr>
          <a:xfrm rot="0">
            <a:off x="1453428" y="2119334"/>
            <a:ext cx="15545661" cy="7303182"/>
            <a:chOff x="0" y="0"/>
            <a:chExt cx="4094330" cy="1923472"/>
          </a:xfrm>
        </p:grpSpPr>
        <p:sp>
          <p:nvSpPr>
            <p:cNvPr name="Freeform 3" id="3"/>
            <p:cNvSpPr/>
            <p:nvPr/>
          </p:nvSpPr>
          <p:spPr>
            <a:xfrm flipH="false" flipV="false" rot="0">
              <a:off x="0" y="0"/>
              <a:ext cx="4094330" cy="1923472"/>
            </a:xfrm>
            <a:custGeom>
              <a:avLst/>
              <a:gdLst/>
              <a:ahLst/>
              <a:cxnLst/>
              <a:rect r="r" b="b" t="t" l="l"/>
              <a:pathLst>
                <a:path h="1923472" w="4094330">
                  <a:moveTo>
                    <a:pt x="25399" y="0"/>
                  </a:moveTo>
                  <a:lnTo>
                    <a:pt x="4068932" y="0"/>
                  </a:lnTo>
                  <a:cubicBezTo>
                    <a:pt x="4082959" y="0"/>
                    <a:pt x="4094330" y="11371"/>
                    <a:pt x="4094330" y="25399"/>
                  </a:cubicBezTo>
                  <a:lnTo>
                    <a:pt x="4094330" y="1898073"/>
                  </a:lnTo>
                  <a:cubicBezTo>
                    <a:pt x="4094330" y="1912101"/>
                    <a:pt x="4082959" y="1923472"/>
                    <a:pt x="4068932" y="1923472"/>
                  </a:cubicBezTo>
                  <a:lnTo>
                    <a:pt x="25399" y="1923472"/>
                  </a:lnTo>
                  <a:cubicBezTo>
                    <a:pt x="18662" y="1923472"/>
                    <a:pt x="12202" y="1920796"/>
                    <a:pt x="7439" y="1916033"/>
                  </a:cubicBezTo>
                  <a:cubicBezTo>
                    <a:pt x="2676" y="1911270"/>
                    <a:pt x="0" y="1904810"/>
                    <a:pt x="0" y="1898073"/>
                  </a:cubicBezTo>
                  <a:lnTo>
                    <a:pt x="0" y="25399"/>
                  </a:lnTo>
                  <a:cubicBezTo>
                    <a:pt x="0" y="11371"/>
                    <a:pt x="11371" y="0"/>
                    <a:pt x="25399" y="0"/>
                  </a:cubicBezTo>
                  <a:close/>
                </a:path>
              </a:pathLst>
            </a:custGeom>
            <a:solidFill>
              <a:srgbClr val="585EFF"/>
            </a:solidFill>
          </p:spPr>
        </p:sp>
        <p:sp>
          <p:nvSpPr>
            <p:cNvPr name="TextBox 4" id="4"/>
            <p:cNvSpPr txBox="true"/>
            <p:nvPr/>
          </p:nvSpPr>
          <p:spPr>
            <a:xfrm>
              <a:off x="0" y="0"/>
              <a:ext cx="4094330" cy="1923472"/>
            </a:xfrm>
            <a:prstGeom prst="rect">
              <a:avLst/>
            </a:prstGeom>
          </p:spPr>
          <p:txBody>
            <a:bodyPr anchor="ctr" rtlCol="false" tIns="50800" lIns="50800" bIns="50800" rIns="50800"/>
            <a:lstStyle/>
            <a:p>
              <a:pPr algn="ctr">
                <a:lnSpc>
                  <a:spcPts val="2463"/>
                </a:lnSpc>
              </a:pPr>
            </a:p>
          </p:txBody>
        </p:sp>
      </p:grpSp>
      <p:sp>
        <p:nvSpPr>
          <p:cNvPr name="Freeform 5" id="5"/>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2324824" y="3657753"/>
            <a:ext cx="6726191" cy="1485747"/>
            <a:chOff x="0" y="0"/>
            <a:chExt cx="1771507" cy="391308"/>
          </a:xfrm>
        </p:grpSpPr>
        <p:sp>
          <p:nvSpPr>
            <p:cNvPr name="Freeform 9" id="9"/>
            <p:cNvSpPr/>
            <p:nvPr/>
          </p:nvSpPr>
          <p:spPr>
            <a:xfrm flipH="false" flipV="false" rot="0">
              <a:off x="0" y="0"/>
              <a:ext cx="1771507" cy="391308"/>
            </a:xfrm>
            <a:custGeom>
              <a:avLst/>
              <a:gdLst/>
              <a:ahLst/>
              <a:cxnLst/>
              <a:rect r="r" b="b" t="t" l="l"/>
              <a:pathLst>
                <a:path h="391308" w="1771507">
                  <a:moveTo>
                    <a:pt x="56400" y="0"/>
                  </a:moveTo>
                  <a:lnTo>
                    <a:pt x="1715108" y="0"/>
                  </a:lnTo>
                  <a:cubicBezTo>
                    <a:pt x="1730066" y="0"/>
                    <a:pt x="1744411" y="5942"/>
                    <a:pt x="1754988" y="16519"/>
                  </a:cubicBezTo>
                  <a:cubicBezTo>
                    <a:pt x="1765565" y="27096"/>
                    <a:pt x="1771507" y="41441"/>
                    <a:pt x="1771507" y="56400"/>
                  </a:cubicBezTo>
                  <a:lnTo>
                    <a:pt x="1771507" y="334908"/>
                  </a:lnTo>
                  <a:cubicBezTo>
                    <a:pt x="1771507" y="349866"/>
                    <a:pt x="1765565" y="364212"/>
                    <a:pt x="1754988" y="374789"/>
                  </a:cubicBezTo>
                  <a:cubicBezTo>
                    <a:pt x="1744411" y="385366"/>
                    <a:pt x="1730066" y="391308"/>
                    <a:pt x="1715108" y="391308"/>
                  </a:cubicBezTo>
                  <a:lnTo>
                    <a:pt x="56400" y="391308"/>
                  </a:lnTo>
                  <a:cubicBezTo>
                    <a:pt x="41441" y="391308"/>
                    <a:pt x="27096" y="385366"/>
                    <a:pt x="16519" y="374789"/>
                  </a:cubicBezTo>
                  <a:cubicBezTo>
                    <a:pt x="5942" y="364212"/>
                    <a:pt x="0" y="349866"/>
                    <a:pt x="0" y="334908"/>
                  </a:cubicBezTo>
                  <a:lnTo>
                    <a:pt x="0" y="56400"/>
                  </a:lnTo>
                  <a:cubicBezTo>
                    <a:pt x="0" y="41441"/>
                    <a:pt x="5942" y="27096"/>
                    <a:pt x="16519" y="16519"/>
                  </a:cubicBezTo>
                  <a:cubicBezTo>
                    <a:pt x="27096" y="5942"/>
                    <a:pt x="41441" y="0"/>
                    <a:pt x="56400" y="0"/>
                  </a:cubicBezTo>
                  <a:close/>
                </a:path>
              </a:pathLst>
            </a:custGeom>
            <a:solidFill>
              <a:srgbClr val="3613C8"/>
            </a:solidFill>
            <a:ln w="47625" cap="rnd">
              <a:solidFill>
                <a:srgbClr val="21EF80"/>
              </a:solidFill>
              <a:prstDash val="solid"/>
              <a:round/>
            </a:ln>
          </p:spPr>
        </p:sp>
        <p:sp>
          <p:nvSpPr>
            <p:cNvPr name="TextBox 10" id="10"/>
            <p:cNvSpPr txBox="true"/>
            <p:nvPr/>
          </p:nvSpPr>
          <p:spPr>
            <a:xfrm>
              <a:off x="0" y="-66675"/>
              <a:ext cx="1771507" cy="457983"/>
            </a:xfrm>
            <a:prstGeom prst="rect">
              <a:avLst/>
            </a:prstGeom>
          </p:spPr>
          <p:txBody>
            <a:bodyPr anchor="t" rtlCol="false" tIns="254000" lIns="254000" bIns="254000" rIns="254000"/>
            <a:lstStyle/>
            <a:p>
              <a:pPr algn="l">
                <a:lnSpc>
                  <a:spcPts val="3359"/>
                </a:lnSpc>
              </a:pPr>
              <a:r>
                <a:rPr lang="en-US" sz="2399">
                  <a:solidFill>
                    <a:srgbClr val="FFFFFF"/>
                  </a:solidFill>
                  <a:latin typeface="Poppins Light"/>
                  <a:ea typeface="Poppins Light"/>
                  <a:cs typeface="Poppins Light"/>
                  <a:sym typeface="Poppins Light"/>
                </a:rPr>
                <a:t>Es una serie de pasos. Puede ser solo un paso </a:t>
              </a:r>
            </a:p>
          </p:txBody>
        </p:sp>
      </p:grpSp>
      <p:grpSp>
        <p:nvGrpSpPr>
          <p:cNvPr name="Group 11" id="11"/>
          <p:cNvGrpSpPr/>
          <p:nvPr/>
        </p:nvGrpSpPr>
        <p:grpSpPr>
          <a:xfrm rot="0">
            <a:off x="9615026" y="3662384"/>
            <a:ext cx="6726191" cy="1904847"/>
            <a:chOff x="0" y="0"/>
            <a:chExt cx="1771507" cy="501688"/>
          </a:xfrm>
        </p:grpSpPr>
        <p:sp>
          <p:nvSpPr>
            <p:cNvPr name="Freeform 12" id="12"/>
            <p:cNvSpPr/>
            <p:nvPr/>
          </p:nvSpPr>
          <p:spPr>
            <a:xfrm flipH="false" flipV="false" rot="0">
              <a:off x="0" y="0"/>
              <a:ext cx="1771507" cy="501688"/>
            </a:xfrm>
            <a:custGeom>
              <a:avLst/>
              <a:gdLst/>
              <a:ahLst/>
              <a:cxnLst/>
              <a:rect r="r" b="b" t="t" l="l"/>
              <a:pathLst>
                <a:path h="501688" w="1771507">
                  <a:moveTo>
                    <a:pt x="56400" y="0"/>
                  </a:moveTo>
                  <a:lnTo>
                    <a:pt x="1715108" y="0"/>
                  </a:lnTo>
                  <a:cubicBezTo>
                    <a:pt x="1730066" y="0"/>
                    <a:pt x="1744411" y="5942"/>
                    <a:pt x="1754988" y="16519"/>
                  </a:cubicBezTo>
                  <a:cubicBezTo>
                    <a:pt x="1765565" y="27096"/>
                    <a:pt x="1771507" y="41441"/>
                    <a:pt x="1771507" y="56400"/>
                  </a:cubicBezTo>
                  <a:lnTo>
                    <a:pt x="1771507" y="445289"/>
                  </a:lnTo>
                  <a:cubicBezTo>
                    <a:pt x="1771507" y="460247"/>
                    <a:pt x="1765565" y="474592"/>
                    <a:pt x="1754988" y="485169"/>
                  </a:cubicBezTo>
                  <a:cubicBezTo>
                    <a:pt x="1744411" y="495746"/>
                    <a:pt x="1730066" y="501688"/>
                    <a:pt x="1715108" y="501688"/>
                  </a:cubicBezTo>
                  <a:lnTo>
                    <a:pt x="56400" y="501688"/>
                  </a:lnTo>
                  <a:cubicBezTo>
                    <a:pt x="41441" y="501688"/>
                    <a:pt x="27096" y="495746"/>
                    <a:pt x="16519" y="485169"/>
                  </a:cubicBezTo>
                  <a:cubicBezTo>
                    <a:pt x="5942" y="474592"/>
                    <a:pt x="0" y="460247"/>
                    <a:pt x="0" y="445289"/>
                  </a:cubicBezTo>
                  <a:lnTo>
                    <a:pt x="0" y="56400"/>
                  </a:lnTo>
                  <a:cubicBezTo>
                    <a:pt x="0" y="41441"/>
                    <a:pt x="5942" y="27096"/>
                    <a:pt x="16519" y="16519"/>
                  </a:cubicBezTo>
                  <a:cubicBezTo>
                    <a:pt x="27096" y="5942"/>
                    <a:pt x="41441" y="0"/>
                    <a:pt x="56400" y="0"/>
                  </a:cubicBezTo>
                  <a:close/>
                </a:path>
              </a:pathLst>
            </a:custGeom>
            <a:solidFill>
              <a:srgbClr val="3613C8"/>
            </a:solidFill>
            <a:ln w="47625" cap="rnd">
              <a:solidFill>
                <a:srgbClr val="21EF80"/>
              </a:solidFill>
              <a:prstDash val="solid"/>
              <a:round/>
            </a:ln>
          </p:spPr>
        </p:sp>
        <p:sp>
          <p:nvSpPr>
            <p:cNvPr name="TextBox 13" id="13"/>
            <p:cNvSpPr txBox="true"/>
            <p:nvPr/>
          </p:nvSpPr>
          <p:spPr>
            <a:xfrm>
              <a:off x="0" y="-66675"/>
              <a:ext cx="1771507" cy="568363"/>
            </a:xfrm>
            <a:prstGeom prst="rect">
              <a:avLst/>
            </a:prstGeom>
          </p:spPr>
          <p:txBody>
            <a:bodyPr anchor="t" rtlCol="false" tIns="254000" lIns="254000" bIns="254000" rIns="254000"/>
            <a:lstStyle/>
            <a:p>
              <a:pPr algn="l">
                <a:lnSpc>
                  <a:spcPts val="3359"/>
                </a:lnSpc>
              </a:pPr>
              <a:r>
                <a:rPr lang="en-US" sz="2399">
                  <a:solidFill>
                    <a:srgbClr val="FFFFFF"/>
                  </a:solidFill>
                  <a:latin typeface="Poppins Light"/>
                  <a:ea typeface="Poppins Light"/>
                  <a:cs typeface="Poppins Light"/>
                  <a:sym typeface="Poppins Light"/>
                </a:rPr>
                <a:t>Se especifica si una condicion es verdadera se hace la primer secuencia de paso, si no se realiza la otra </a:t>
              </a:r>
            </a:p>
          </p:txBody>
        </p:sp>
      </p:grpSp>
      <p:sp>
        <p:nvSpPr>
          <p:cNvPr name="Freeform 14" id="14"/>
          <p:cNvSpPr/>
          <p:nvPr/>
        </p:nvSpPr>
        <p:spPr>
          <a:xfrm flipH="false" flipV="false" rot="0">
            <a:off x="9051015" y="5770925"/>
            <a:ext cx="4189968" cy="3471046"/>
          </a:xfrm>
          <a:custGeom>
            <a:avLst/>
            <a:gdLst/>
            <a:ahLst/>
            <a:cxnLst/>
            <a:rect r="r" b="b" t="t" l="l"/>
            <a:pathLst>
              <a:path h="3471046" w="4189968">
                <a:moveTo>
                  <a:pt x="0" y="0"/>
                </a:moveTo>
                <a:lnTo>
                  <a:pt x="4189968" y="0"/>
                </a:lnTo>
                <a:lnTo>
                  <a:pt x="4189968" y="3471046"/>
                </a:lnTo>
                <a:lnTo>
                  <a:pt x="0" y="3471046"/>
                </a:lnTo>
                <a:lnTo>
                  <a:pt x="0" y="0"/>
                </a:lnTo>
                <a:close/>
              </a:path>
            </a:pathLst>
          </a:custGeom>
          <a:blipFill>
            <a:blip r:embed="rId8"/>
            <a:stretch>
              <a:fillRect l="0" t="0" r="0" b="0"/>
            </a:stretch>
          </a:blipFill>
        </p:spPr>
      </p:sp>
      <p:sp>
        <p:nvSpPr>
          <p:cNvPr name="Freeform 15" id="15"/>
          <p:cNvSpPr/>
          <p:nvPr/>
        </p:nvSpPr>
        <p:spPr>
          <a:xfrm flipH="false" flipV="false" rot="0">
            <a:off x="13451796" y="5770925"/>
            <a:ext cx="3348767" cy="1180833"/>
          </a:xfrm>
          <a:custGeom>
            <a:avLst/>
            <a:gdLst/>
            <a:ahLst/>
            <a:cxnLst/>
            <a:rect r="r" b="b" t="t" l="l"/>
            <a:pathLst>
              <a:path h="1180833" w="3348767">
                <a:moveTo>
                  <a:pt x="0" y="0"/>
                </a:moveTo>
                <a:lnTo>
                  <a:pt x="3348767" y="0"/>
                </a:lnTo>
                <a:lnTo>
                  <a:pt x="3348767" y="1180833"/>
                </a:lnTo>
                <a:lnTo>
                  <a:pt x="0" y="1180833"/>
                </a:lnTo>
                <a:lnTo>
                  <a:pt x="0" y="0"/>
                </a:lnTo>
                <a:close/>
              </a:path>
            </a:pathLst>
          </a:custGeom>
          <a:blipFill>
            <a:blip r:embed="rId9"/>
            <a:stretch>
              <a:fillRect l="0" t="0" r="0" b="0"/>
            </a:stretch>
          </a:blipFill>
        </p:spPr>
      </p:sp>
      <p:sp>
        <p:nvSpPr>
          <p:cNvPr name="Freeform 16" id="16"/>
          <p:cNvSpPr/>
          <p:nvPr/>
        </p:nvSpPr>
        <p:spPr>
          <a:xfrm flipH="false" flipV="false" rot="0">
            <a:off x="3221587" y="5400324"/>
            <a:ext cx="4349001" cy="3102869"/>
          </a:xfrm>
          <a:custGeom>
            <a:avLst/>
            <a:gdLst/>
            <a:ahLst/>
            <a:cxnLst/>
            <a:rect r="r" b="b" t="t" l="l"/>
            <a:pathLst>
              <a:path h="3102869" w="4349001">
                <a:moveTo>
                  <a:pt x="0" y="0"/>
                </a:moveTo>
                <a:lnTo>
                  <a:pt x="4349001" y="0"/>
                </a:lnTo>
                <a:lnTo>
                  <a:pt x="4349001" y="3102868"/>
                </a:lnTo>
                <a:lnTo>
                  <a:pt x="0" y="3102868"/>
                </a:lnTo>
                <a:lnTo>
                  <a:pt x="0" y="0"/>
                </a:lnTo>
                <a:close/>
              </a:path>
            </a:pathLst>
          </a:custGeom>
          <a:blipFill>
            <a:blip r:embed="rId10"/>
            <a:stretch>
              <a:fillRect l="0" t="0" r="0" b="0"/>
            </a:stretch>
          </a:blipFill>
        </p:spPr>
      </p:sp>
      <p:sp>
        <p:nvSpPr>
          <p:cNvPr name="TextBox 17" id="17"/>
          <p:cNvSpPr txBox="true"/>
          <p:nvPr/>
        </p:nvSpPr>
        <p:spPr>
          <a:xfrm rot="0">
            <a:off x="10608460" y="2643658"/>
            <a:ext cx="4739323" cy="1014095"/>
          </a:xfrm>
          <a:prstGeom prst="rect">
            <a:avLst/>
          </a:prstGeom>
        </p:spPr>
        <p:txBody>
          <a:bodyPr anchor="t" rtlCol="false" tIns="0" lIns="0" bIns="0" rIns="0">
            <a:spAutoFit/>
          </a:bodyPr>
          <a:lstStyle/>
          <a:p>
            <a:pPr algn="l">
              <a:lnSpc>
                <a:spcPts val="7839"/>
              </a:lnSpc>
            </a:pPr>
            <a:r>
              <a:rPr lang="en-US" sz="6999">
                <a:solidFill>
                  <a:srgbClr val="FFFFFF"/>
                </a:solidFill>
                <a:latin typeface="Computer Says No"/>
                <a:ea typeface="Computer Says No"/>
                <a:cs typeface="Computer Says No"/>
                <a:sym typeface="Computer Says No"/>
              </a:rPr>
              <a:t>SELECCION SIMPLE</a:t>
            </a:r>
          </a:p>
        </p:txBody>
      </p:sp>
      <p:sp>
        <p:nvSpPr>
          <p:cNvPr name="TextBox 18" id="18"/>
          <p:cNvSpPr txBox="true"/>
          <p:nvPr/>
        </p:nvSpPr>
        <p:spPr>
          <a:xfrm rot="0">
            <a:off x="4292860" y="2648289"/>
            <a:ext cx="3014153" cy="1014095"/>
          </a:xfrm>
          <a:prstGeom prst="rect">
            <a:avLst/>
          </a:prstGeom>
        </p:spPr>
        <p:txBody>
          <a:bodyPr anchor="t" rtlCol="false" tIns="0" lIns="0" bIns="0" rIns="0">
            <a:spAutoFit/>
          </a:bodyPr>
          <a:lstStyle/>
          <a:p>
            <a:pPr algn="l">
              <a:lnSpc>
                <a:spcPts val="7839"/>
              </a:lnSpc>
            </a:pPr>
            <a:r>
              <a:rPr lang="en-US" sz="6999">
                <a:solidFill>
                  <a:srgbClr val="FFFFFF"/>
                </a:solidFill>
                <a:latin typeface="Computer Says No"/>
                <a:ea typeface="Computer Says No"/>
                <a:cs typeface="Computer Says No"/>
                <a:sym typeface="Computer Says No"/>
              </a:rPr>
              <a:t>SECUENCIA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grpSp>
        <p:nvGrpSpPr>
          <p:cNvPr name="Group 2" id="2"/>
          <p:cNvGrpSpPr/>
          <p:nvPr/>
        </p:nvGrpSpPr>
        <p:grpSpPr>
          <a:xfrm rot="0">
            <a:off x="1453428" y="2119334"/>
            <a:ext cx="15545661" cy="7303182"/>
            <a:chOff x="0" y="0"/>
            <a:chExt cx="4094330" cy="1923472"/>
          </a:xfrm>
        </p:grpSpPr>
        <p:sp>
          <p:nvSpPr>
            <p:cNvPr name="Freeform 3" id="3"/>
            <p:cNvSpPr/>
            <p:nvPr/>
          </p:nvSpPr>
          <p:spPr>
            <a:xfrm flipH="false" flipV="false" rot="0">
              <a:off x="0" y="0"/>
              <a:ext cx="4094330" cy="1923472"/>
            </a:xfrm>
            <a:custGeom>
              <a:avLst/>
              <a:gdLst/>
              <a:ahLst/>
              <a:cxnLst/>
              <a:rect r="r" b="b" t="t" l="l"/>
              <a:pathLst>
                <a:path h="1923472" w="4094330">
                  <a:moveTo>
                    <a:pt x="25399" y="0"/>
                  </a:moveTo>
                  <a:lnTo>
                    <a:pt x="4068932" y="0"/>
                  </a:lnTo>
                  <a:cubicBezTo>
                    <a:pt x="4082959" y="0"/>
                    <a:pt x="4094330" y="11371"/>
                    <a:pt x="4094330" y="25399"/>
                  </a:cubicBezTo>
                  <a:lnTo>
                    <a:pt x="4094330" y="1898073"/>
                  </a:lnTo>
                  <a:cubicBezTo>
                    <a:pt x="4094330" y="1912101"/>
                    <a:pt x="4082959" y="1923472"/>
                    <a:pt x="4068932" y="1923472"/>
                  </a:cubicBezTo>
                  <a:lnTo>
                    <a:pt x="25399" y="1923472"/>
                  </a:lnTo>
                  <a:cubicBezTo>
                    <a:pt x="18662" y="1923472"/>
                    <a:pt x="12202" y="1920796"/>
                    <a:pt x="7439" y="1916033"/>
                  </a:cubicBezTo>
                  <a:cubicBezTo>
                    <a:pt x="2676" y="1911270"/>
                    <a:pt x="0" y="1904810"/>
                    <a:pt x="0" y="1898073"/>
                  </a:cubicBezTo>
                  <a:lnTo>
                    <a:pt x="0" y="25399"/>
                  </a:lnTo>
                  <a:cubicBezTo>
                    <a:pt x="0" y="11371"/>
                    <a:pt x="11371" y="0"/>
                    <a:pt x="25399" y="0"/>
                  </a:cubicBezTo>
                  <a:close/>
                </a:path>
              </a:pathLst>
            </a:custGeom>
            <a:solidFill>
              <a:srgbClr val="585EFF"/>
            </a:solidFill>
          </p:spPr>
        </p:sp>
        <p:sp>
          <p:nvSpPr>
            <p:cNvPr name="TextBox 4" id="4"/>
            <p:cNvSpPr txBox="true"/>
            <p:nvPr/>
          </p:nvSpPr>
          <p:spPr>
            <a:xfrm>
              <a:off x="0" y="0"/>
              <a:ext cx="4094330" cy="1923472"/>
            </a:xfrm>
            <a:prstGeom prst="rect">
              <a:avLst/>
            </a:prstGeom>
          </p:spPr>
          <p:txBody>
            <a:bodyPr anchor="ctr" rtlCol="false" tIns="50800" lIns="50800" bIns="50800" rIns="50800"/>
            <a:lstStyle/>
            <a:p>
              <a:pPr algn="ctr">
                <a:lnSpc>
                  <a:spcPts val="2463"/>
                </a:lnSpc>
              </a:pPr>
            </a:p>
          </p:txBody>
        </p:sp>
      </p:grpSp>
      <p:sp>
        <p:nvSpPr>
          <p:cNvPr name="Freeform 5" id="5"/>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010937" y="2453131"/>
            <a:ext cx="14430574" cy="6619452"/>
          </a:xfrm>
          <a:custGeom>
            <a:avLst/>
            <a:gdLst/>
            <a:ahLst/>
            <a:cxnLst/>
            <a:rect r="r" b="b" t="t" l="l"/>
            <a:pathLst>
              <a:path h="6619452" w="14430574">
                <a:moveTo>
                  <a:pt x="0" y="0"/>
                </a:moveTo>
                <a:lnTo>
                  <a:pt x="14430574" y="0"/>
                </a:lnTo>
                <a:lnTo>
                  <a:pt x="14430574" y="6619452"/>
                </a:lnTo>
                <a:lnTo>
                  <a:pt x="0" y="6619452"/>
                </a:lnTo>
                <a:lnTo>
                  <a:pt x="0" y="0"/>
                </a:lnTo>
                <a:close/>
              </a:path>
            </a:pathLst>
          </a:custGeom>
          <a:blipFill>
            <a:blip r:embed="rId8"/>
            <a:stretch>
              <a:fillRect l="0" t="-13584" r="0" b="-13584"/>
            </a:stretch>
          </a:blipFill>
        </p:spPr>
      </p:sp>
      <p:sp>
        <p:nvSpPr>
          <p:cNvPr name="Freeform 9" id="9"/>
          <p:cNvSpPr/>
          <p:nvPr/>
        </p:nvSpPr>
        <p:spPr>
          <a:xfrm flipH="false" flipV="false" rot="0">
            <a:off x="2981140" y="4735197"/>
            <a:ext cx="1558388" cy="2071457"/>
          </a:xfrm>
          <a:custGeom>
            <a:avLst/>
            <a:gdLst/>
            <a:ahLst/>
            <a:cxnLst/>
            <a:rect r="r" b="b" t="t" l="l"/>
            <a:pathLst>
              <a:path h="2071457" w="1558388">
                <a:moveTo>
                  <a:pt x="0" y="0"/>
                </a:moveTo>
                <a:lnTo>
                  <a:pt x="1558388" y="0"/>
                </a:lnTo>
                <a:lnTo>
                  <a:pt x="1558388" y="2071457"/>
                </a:lnTo>
                <a:lnTo>
                  <a:pt x="0" y="2071457"/>
                </a:lnTo>
                <a:lnTo>
                  <a:pt x="0" y="0"/>
                </a:lnTo>
                <a:close/>
              </a:path>
            </a:pathLst>
          </a:custGeom>
          <a:blipFill>
            <a:blip r:embed="rId9"/>
            <a:stretch>
              <a:fillRect l="0" t="0" r="0" b="0"/>
            </a:stretch>
          </a:blipFill>
        </p:spPr>
      </p:sp>
      <p:sp>
        <p:nvSpPr>
          <p:cNvPr name="TextBox 10" id="10"/>
          <p:cNvSpPr txBox="true"/>
          <p:nvPr/>
        </p:nvSpPr>
        <p:spPr>
          <a:xfrm rot="0">
            <a:off x="7263986" y="1127049"/>
            <a:ext cx="4962957" cy="1014095"/>
          </a:xfrm>
          <a:prstGeom prst="rect">
            <a:avLst/>
          </a:prstGeom>
        </p:spPr>
        <p:txBody>
          <a:bodyPr anchor="t" rtlCol="false" tIns="0" lIns="0" bIns="0" rIns="0">
            <a:spAutoFit/>
          </a:bodyPr>
          <a:lstStyle/>
          <a:p>
            <a:pPr algn="l">
              <a:lnSpc>
                <a:spcPts val="7839"/>
              </a:lnSpc>
            </a:pPr>
            <a:r>
              <a:rPr lang="en-US" sz="6999">
                <a:solidFill>
                  <a:srgbClr val="FFFFFF"/>
                </a:solidFill>
                <a:latin typeface="Computer Says No"/>
                <a:ea typeface="Computer Says No"/>
                <a:cs typeface="Computer Says No"/>
                <a:sym typeface="Computer Says No"/>
              </a:rPr>
              <a:t>EJEMPLO TEORICO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5970"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2980121" y="1912485"/>
            <a:ext cx="12141788" cy="6834272"/>
            <a:chOff x="0" y="0"/>
            <a:chExt cx="3197837" cy="1799973"/>
          </a:xfrm>
        </p:grpSpPr>
        <p:sp>
          <p:nvSpPr>
            <p:cNvPr name="Freeform 8" id="8"/>
            <p:cNvSpPr/>
            <p:nvPr/>
          </p:nvSpPr>
          <p:spPr>
            <a:xfrm flipH="false" flipV="false" rot="0">
              <a:off x="0" y="0"/>
              <a:ext cx="3197837" cy="1799973"/>
            </a:xfrm>
            <a:custGeom>
              <a:avLst/>
              <a:gdLst/>
              <a:ahLst/>
              <a:cxnLst/>
              <a:rect r="r" b="b" t="t" l="l"/>
              <a:pathLst>
                <a:path h="1799973" w="3197837">
                  <a:moveTo>
                    <a:pt x="31244" y="0"/>
                  </a:moveTo>
                  <a:lnTo>
                    <a:pt x="3166594" y="0"/>
                  </a:lnTo>
                  <a:cubicBezTo>
                    <a:pt x="3183849" y="0"/>
                    <a:pt x="3197837" y="13988"/>
                    <a:pt x="3197837" y="31244"/>
                  </a:cubicBezTo>
                  <a:lnTo>
                    <a:pt x="3197837" y="1768729"/>
                  </a:lnTo>
                  <a:cubicBezTo>
                    <a:pt x="3197837" y="1777016"/>
                    <a:pt x="3194546" y="1784963"/>
                    <a:pt x="3188686" y="1790822"/>
                  </a:cubicBezTo>
                  <a:cubicBezTo>
                    <a:pt x="3182827" y="1796681"/>
                    <a:pt x="3174880" y="1799973"/>
                    <a:pt x="3166594" y="1799973"/>
                  </a:cubicBezTo>
                  <a:lnTo>
                    <a:pt x="31244" y="1799973"/>
                  </a:lnTo>
                  <a:cubicBezTo>
                    <a:pt x="22957" y="1799973"/>
                    <a:pt x="15010" y="1796681"/>
                    <a:pt x="9151" y="1790822"/>
                  </a:cubicBezTo>
                  <a:cubicBezTo>
                    <a:pt x="3292" y="1784963"/>
                    <a:pt x="0" y="1777016"/>
                    <a:pt x="0" y="1768729"/>
                  </a:cubicBezTo>
                  <a:lnTo>
                    <a:pt x="0" y="31244"/>
                  </a:lnTo>
                  <a:cubicBezTo>
                    <a:pt x="0" y="22957"/>
                    <a:pt x="3292" y="15010"/>
                    <a:pt x="9151" y="9151"/>
                  </a:cubicBezTo>
                  <a:cubicBezTo>
                    <a:pt x="15010" y="3292"/>
                    <a:pt x="22957" y="0"/>
                    <a:pt x="31244" y="0"/>
                  </a:cubicBezTo>
                  <a:close/>
                </a:path>
              </a:pathLst>
            </a:custGeom>
            <a:solidFill>
              <a:srgbClr val="3613C8"/>
            </a:solidFill>
            <a:ln w="47625" cap="rnd">
              <a:solidFill>
                <a:srgbClr val="21EF80"/>
              </a:solidFill>
              <a:prstDash val="solid"/>
              <a:round/>
            </a:ln>
          </p:spPr>
        </p:sp>
        <p:sp>
          <p:nvSpPr>
            <p:cNvPr name="TextBox 9" id="9"/>
            <p:cNvSpPr txBox="true"/>
            <p:nvPr/>
          </p:nvSpPr>
          <p:spPr>
            <a:xfrm>
              <a:off x="0" y="-104775"/>
              <a:ext cx="3197837" cy="1904748"/>
            </a:xfrm>
            <a:prstGeom prst="rect">
              <a:avLst/>
            </a:prstGeom>
          </p:spPr>
          <p:txBody>
            <a:bodyPr anchor="t" rtlCol="false" tIns="254000" lIns="254000" bIns="254000" rIns="254000"/>
            <a:lstStyle/>
            <a:p>
              <a:pPr algn="l">
                <a:lnSpc>
                  <a:spcPts val="4900"/>
                </a:lnSpc>
              </a:pPr>
              <a:r>
                <a:rPr lang="en-US" sz="3500">
                  <a:solidFill>
                    <a:srgbClr val="FFFFFF"/>
                  </a:solidFill>
                  <a:latin typeface="Poppins Light"/>
                  <a:ea typeface="Poppins Light"/>
                  <a:cs typeface="Poppins Light"/>
                  <a:sym typeface="Poppins Light"/>
                </a:rPr>
                <a:t>Exiten dos formas de alterar el flujo dependiendo de una condición. La idea básica es la de encontrarnos ante una bifurcación de un camino, en la que seguiremos por uno u otro camino dependiendo de la respuesta a una pregunta que se halla escrita en la bifurcación. Una variante de esto es que en lugar de dos posibilidades, se nos presenten más caminos por los que poder seguir.</a:t>
              </a:r>
            </a:p>
          </p:txBody>
        </p:sp>
      </p:grpSp>
      <p:sp>
        <p:nvSpPr>
          <p:cNvPr name="Freeform 10" id="10"/>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4889430" y="878769"/>
            <a:ext cx="8509139" cy="1014095"/>
          </a:xfrm>
          <a:prstGeom prst="rect">
            <a:avLst/>
          </a:prstGeom>
        </p:spPr>
        <p:txBody>
          <a:bodyPr anchor="t" rtlCol="false" tIns="0" lIns="0" bIns="0" rIns="0">
            <a:spAutoFit/>
          </a:bodyPr>
          <a:lstStyle/>
          <a:p>
            <a:pPr algn="l">
              <a:lnSpc>
                <a:spcPts val="7839"/>
              </a:lnSpc>
            </a:pPr>
            <a:r>
              <a:rPr lang="en-US" sz="6999">
                <a:solidFill>
                  <a:srgbClr val="FFFFFF"/>
                </a:solidFill>
                <a:latin typeface="Computer Says No"/>
                <a:ea typeface="Computer Says No"/>
                <a:cs typeface="Computer Says No"/>
                <a:sym typeface="Computer Says No"/>
              </a:rPr>
              <a:t>SENTENCIAS DE CONTROL</a:t>
            </a:r>
          </a:p>
        </p:txBody>
      </p:sp>
      <p:sp>
        <p:nvSpPr>
          <p:cNvPr name="Freeform 12" id="12"/>
          <p:cNvSpPr/>
          <p:nvPr/>
        </p:nvSpPr>
        <p:spPr>
          <a:xfrm flipH="false" flipV="false" rot="0">
            <a:off x="332257" y="5717507"/>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028700" y="2273864"/>
            <a:ext cx="16230600" cy="2051775"/>
            <a:chOff x="0" y="0"/>
            <a:chExt cx="4274726" cy="540385"/>
          </a:xfrm>
        </p:grpSpPr>
        <p:sp>
          <p:nvSpPr>
            <p:cNvPr name="Freeform 6" id="6"/>
            <p:cNvSpPr/>
            <p:nvPr/>
          </p:nvSpPr>
          <p:spPr>
            <a:xfrm flipH="false" flipV="false" rot="0">
              <a:off x="0" y="0"/>
              <a:ext cx="4274726" cy="540385"/>
            </a:xfrm>
            <a:custGeom>
              <a:avLst/>
              <a:gdLst/>
              <a:ahLst/>
              <a:cxnLst/>
              <a:rect r="r" b="b" t="t" l="l"/>
              <a:pathLst>
                <a:path h="540385" w="4274726">
                  <a:moveTo>
                    <a:pt x="23373" y="0"/>
                  </a:moveTo>
                  <a:lnTo>
                    <a:pt x="4251353" y="0"/>
                  </a:lnTo>
                  <a:cubicBezTo>
                    <a:pt x="4264261" y="0"/>
                    <a:pt x="4274726" y="10464"/>
                    <a:pt x="4274726" y="23373"/>
                  </a:cubicBezTo>
                  <a:lnTo>
                    <a:pt x="4274726" y="517012"/>
                  </a:lnTo>
                  <a:cubicBezTo>
                    <a:pt x="4274726" y="529921"/>
                    <a:pt x="4264261" y="540385"/>
                    <a:pt x="4251353" y="540385"/>
                  </a:cubicBezTo>
                  <a:lnTo>
                    <a:pt x="23373" y="540385"/>
                  </a:lnTo>
                  <a:cubicBezTo>
                    <a:pt x="10464" y="540385"/>
                    <a:pt x="0" y="529921"/>
                    <a:pt x="0" y="517012"/>
                  </a:cubicBezTo>
                  <a:lnTo>
                    <a:pt x="0" y="23373"/>
                  </a:lnTo>
                  <a:cubicBezTo>
                    <a:pt x="0" y="10464"/>
                    <a:pt x="10464" y="0"/>
                    <a:pt x="23373" y="0"/>
                  </a:cubicBezTo>
                  <a:close/>
                </a:path>
              </a:pathLst>
            </a:custGeom>
            <a:solidFill>
              <a:srgbClr val="3613C8"/>
            </a:solidFill>
            <a:ln w="47625" cap="rnd">
              <a:solidFill>
                <a:srgbClr val="21EF80"/>
              </a:solidFill>
              <a:prstDash val="solid"/>
              <a:round/>
            </a:ln>
          </p:spPr>
        </p:sp>
        <p:sp>
          <p:nvSpPr>
            <p:cNvPr name="TextBox 7" id="7"/>
            <p:cNvSpPr txBox="true"/>
            <p:nvPr/>
          </p:nvSpPr>
          <p:spPr>
            <a:xfrm>
              <a:off x="0" y="-66675"/>
              <a:ext cx="4274726" cy="607060"/>
            </a:xfrm>
            <a:prstGeom prst="rect">
              <a:avLst/>
            </a:prstGeom>
          </p:spPr>
          <p:txBody>
            <a:bodyPr anchor="t" rtlCol="false" tIns="254000" lIns="254000" bIns="254000" rIns="254000"/>
            <a:lstStyle/>
            <a:p>
              <a:pPr algn="l">
                <a:lnSpc>
                  <a:spcPts val="3359"/>
                </a:lnSpc>
              </a:pPr>
              <a:r>
                <a:rPr lang="en-US" sz="2399">
                  <a:solidFill>
                    <a:srgbClr val="FFFFFF"/>
                  </a:solidFill>
                  <a:latin typeface="Poppins Light"/>
                  <a:ea typeface="Poppins Light"/>
                  <a:cs typeface="Poppins Light"/>
                  <a:sym typeface="Poppins Light"/>
                </a:rPr>
                <a:t>Es la forma más elemental de control de flujo condicional. Una sentencia if evaluará primero su condición, y si se evalúa como true ejecutará la sentencia o bloque de sentencias que se encuentre justo después de la condición.</a:t>
              </a:r>
              <a:r>
                <a:rPr lang="en-US" sz="2399">
                  <a:solidFill>
                    <a:srgbClr val="FFFFFF"/>
                  </a:solidFill>
                  <a:latin typeface="Poppins Light"/>
                  <a:ea typeface="Poppins Light"/>
                  <a:cs typeface="Poppins Light"/>
                  <a:sym typeface="Poppins Light"/>
                </a:rPr>
                <a:t> </a:t>
              </a:r>
            </a:p>
          </p:txBody>
        </p:sp>
      </p:grpSp>
      <p:grpSp>
        <p:nvGrpSpPr>
          <p:cNvPr name="Group 8" id="8"/>
          <p:cNvGrpSpPr/>
          <p:nvPr/>
        </p:nvGrpSpPr>
        <p:grpSpPr>
          <a:xfrm rot="0">
            <a:off x="3442595" y="4878250"/>
            <a:ext cx="11026574" cy="2532432"/>
            <a:chOff x="0" y="0"/>
            <a:chExt cx="2904118" cy="666978"/>
          </a:xfrm>
        </p:grpSpPr>
        <p:sp>
          <p:nvSpPr>
            <p:cNvPr name="Freeform 9" id="9"/>
            <p:cNvSpPr/>
            <p:nvPr/>
          </p:nvSpPr>
          <p:spPr>
            <a:xfrm flipH="false" flipV="false" rot="0">
              <a:off x="0" y="0"/>
              <a:ext cx="2904118" cy="666978"/>
            </a:xfrm>
            <a:custGeom>
              <a:avLst/>
              <a:gdLst/>
              <a:ahLst/>
              <a:cxnLst/>
              <a:rect r="r" b="b" t="t" l="l"/>
              <a:pathLst>
                <a:path h="666978" w="2904118">
                  <a:moveTo>
                    <a:pt x="35808" y="0"/>
                  </a:moveTo>
                  <a:lnTo>
                    <a:pt x="2868310" y="0"/>
                  </a:lnTo>
                  <a:cubicBezTo>
                    <a:pt x="2877807" y="0"/>
                    <a:pt x="2886915" y="3773"/>
                    <a:pt x="2893630" y="10488"/>
                  </a:cubicBezTo>
                  <a:cubicBezTo>
                    <a:pt x="2900346" y="17203"/>
                    <a:pt x="2904118" y="26311"/>
                    <a:pt x="2904118" y="35808"/>
                  </a:cubicBezTo>
                  <a:lnTo>
                    <a:pt x="2904118" y="631170"/>
                  </a:lnTo>
                  <a:cubicBezTo>
                    <a:pt x="2904118" y="650946"/>
                    <a:pt x="2888087" y="666978"/>
                    <a:pt x="2868310" y="666978"/>
                  </a:cubicBezTo>
                  <a:lnTo>
                    <a:pt x="35808" y="666978"/>
                  </a:lnTo>
                  <a:cubicBezTo>
                    <a:pt x="26311" y="666978"/>
                    <a:pt x="17203" y="663205"/>
                    <a:pt x="10488" y="656490"/>
                  </a:cubicBezTo>
                  <a:cubicBezTo>
                    <a:pt x="3773" y="649775"/>
                    <a:pt x="0" y="640667"/>
                    <a:pt x="0" y="631170"/>
                  </a:cubicBezTo>
                  <a:lnTo>
                    <a:pt x="0" y="35808"/>
                  </a:lnTo>
                  <a:cubicBezTo>
                    <a:pt x="0" y="26311"/>
                    <a:pt x="3773" y="17203"/>
                    <a:pt x="10488" y="10488"/>
                  </a:cubicBezTo>
                  <a:cubicBezTo>
                    <a:pt x="17203" y="3773"/>
                    <a:pt x="26311" y="0"/>
                    <a:pt x="35808" y="0"/>
                  </a:cubicBezTo>
                  <a:close/>
                </a:path>
              </a:pathLst>
            </a:custGeom>
            <a:solidFill>
              <a:srgbClr val="3613C8"/>
            </a:solidFill>
          </p:spPr>
        </p:sp>
        <p:sp>
          <p:nvSpPr>
            <p:cNvPr name="TextBox 10" id="10"/>
            <p:cNvSpPr txBox="true"/>
            <p:nvPr/>
          </p:nvSpPr>
          <p:spPr>
            <a:xfrm>
              <a:off x="0" y="0"/>
              <a:ext cx="2904118" cy="666978"/>
            </a:xfrm>
            <a:prstGeom prst="rect">
              <a:avLst/>
            </a:prstGeom>
          </p:spPr>
          <p:txBody>
            <a:bodyPr anchor="ctr" rtlCol="false" tIns="50800" lIns="50800" bIns="50800" rIns="50800"/>
            <a:lstStyle/>
            <a:p>
              <a:pPr algn="ctr">
                <a:lnSpc>
                  <a:spcPts val="2463"/>
                </a:lnSpc>
              </a:pPr>
            </a:p>
          </p:txBody>
        </p:sp>
      </p:grpSp>
      <p:sp>
        <p:nvSpPr>
          <p:cNvPr name="Freeform 11" id="11"/>
          <p:cNvSpPr/>
          <p:nvPr/>
        </p:nvSpPr>
        <p:spPr>
          <a:xfrm flipH="false" flipV="false" rot="0">
            <a:off x="3892383" y="5396675"/>
            <a:ext cx="10001286" cy="1275332"/>
          </a:xfrm>
          <a:custGeom>
            <a:avLst/>
            <a:gdLst/>
            <a:ahLst/>
            <a:cxnLst/>
            <a:rect r="r" b="b" t="t" l="l"/>
            <a:pathLst>
              <a:path h="1275332" w="10001286">
                <a:moveTo>
                  <a:pt x="0" y="0"/>
                </a:moveTo>
                <a:lnTo>
                  <a:pt x="10001286" y="0"/>
                </a:lnTo>
                <a:lnTo>
                  <a:pt x="10001286" y="1275332"/>
                </a:lnTo>
                <a:lnTo>
                  <a:pt x="0" y="1275332"/>
                </a:lnTo>
                <a:lnTo>
                  <a:pt x="0" y="0"/>
                </a:lnTo>
                <a:close/>
              </a:path>
            </a:pathLst>
          </a:custGeom>
          <a:blipFill>
            <a:blip r:embed="rId8"/>
            <a:stretch>
              <a:fillRect l="0" t="0" r="0" b="0"/>
            </a:stretch>
          </a:blipFill>
        </p:spPr>
      </p:sp>
      <p:sp>
        <p:nvSpPr>
          <p:cNvPr name="TextBox 12" id="12"/>
          <p:cNvSpPr txBox="true"/>
          <p:nvPr/>
        </p:nvSpPr>
        <p:spPr>
          <a:xfrm rot="0">
            <a:off x="4889430" y="878769"/>
            <a:ext cx="8509139" cy="1014095"/>
          </a:xfrm>
          <a:prstGeom prst="rect">
            <a:avLst/>
          </a:prstGeom>
        </p:spPr>
        <p:txBody>
          <a:bodyPr anchor="t" rtlCol="false" tIns="0" lIns="0" bIns="0" rIns="0">
            <a:spAutoFit/>
          </a:bodyPr>
          <a:lstStyle/>
          <a:p>
            <a:pPr algn="l">
              <a:lnSpc>
                <a:spcPts val="7839"/>
              </a:lnSpc>
            </a:pPr>
            <a:r>
              <a:rPr lang="en-US" sz="6999">
                <a:solidFill>
                  <a:srgbClr val="FFFFFF"/>
                </a:solidFill>
                <a:latin typeface="Computer Says No"/>
                <a:ea typeface="Computer Says No"/>
                <a:cs typeface="Computer Says No"/>
                <a:sym typeface="Computer Says No"/>
              </a:rPr>
              <a:t>IF SIMPLE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5657"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442595" y="602008"/>
            <a:ext cx="12293213" cy="9247082"/>
            <a:chOff x="0" y="0"/>
            <a:chExt cx="3237719" cy="2435446"/>
          </a:xfrm>
        </p:grpSpPr>
        <p:sp>
          <p:nvSpPr>
            <p:cNvPr name="Freeform 10" id="10"/>
            <p:cNvSpPr/>
            <p:nvPr/>
          </p:nvSpPr>
          <p:spPr>
            <a:xfrm flipH="false" flipV="false" rot="0">
              <a:off x="0" y="0"/>
              <a:ext cx="3237719" cy="2435446"/>
            </a:xfrm>
            <a:custGeom>
              <a:avLst/>
              <a:gdLst/>
              <a:ahLst/>
              <a:cxnLst/>
              <a:rect r="r" b="b" t="t" l="l"/>
              <a:pathLst>
                <a:path h="2435446" w="3237719">
                  <a:moveTo>
                    <a:pt x="30859" y="0"/>
                  </a:moveTo>
                  <a:lnTo>
                    <a:pt x="3206860" y="0"/>
                  </a:lnTo>
                  <a:cubicBezTo>
                    <a:pt x="3223903" y="0"/>
                    <a:pt x="3237719" y="13816"/>
                    <a:pt x="3237719" y="30859"/>
                  </a:cubicBezTo>
                  <a:lnTo>
                    <a:pt x="3237719" y="2404587"/>
                  </a:lnTo>
                  <a:cubicBezTo>
                    <a:pt x="3237719" y="2412771"/>
                    <a:pt x="3234468" y="2420620"/>
                    <a:pt x="3228680" y="2426407"/>
                  </a:cubicBezTo>
                  <a:cubicBezTo>
                    <a:pt x="3222893" y="2432194"/>
                    <a:pt x="3215044" y="2435446"/>
                    <a:pt x="3206860" y="2435446"/>
                  </a:cubicBezTo>
                  <a:lnTo>
                    <a:pt x="30859" y="2435446"/>
                  </a:lnTo>
                  <a:cubicBezTo>
                    <a:pt x="22675" y="2435446"/>
                    <a:pt x="14825" y="2432194"/>
                    <a:pt x="9038" y="2426407"/>
                  </a:cubicBezTo>
                  <a:cubicBezTo>
                    <a:pt x="3251" y="2420620"/>
                    <a:pt x="0" y="2412771"/>
                    <a:pt x="0" y="2404587"/>
                  </a:cubicBezTo>
                  <a:lnTo>
                    <a:pt x="0" y="30859"/>
                  </a:lnTo>
                  <a:cubicBezTo>
                    <a:pt x="0" y="22675"/>
                    <a:pt x="3251" y="14825"/>
                    <a:pt x="9038" y="9038"/>
                  </a:cubicBezTo>
                  <a:cubicBezTo>
                    <a:pt x="14825" y="3251"/>
                    <a:pt x="22675" y="0"/>
                    <a:pt x="30859" y="0"/>
                  </a:cubicBezTo>
                  <a:close/>
                </a:path>
              </a:pathLst>
            </a:custGeom>
            <a:solidFill>
              <a:srgbClr val="3613C8"/>
            </a:solidFill>
            <a:ln w="47625" cap="rnd">
              <a:solidFill>
                <a:srgbClr val="21EF80"/>
              </a:solidFill>
              <a:prstDash val="solid"/>
              <a:round/>
            </a:ln>
          </p:spPr>
        </p:sp>
        <p:sp>
          <p:nvSpPr>
            <p:cNvPr name="TextBox 11" id="11"/>
            <p:cNvSpPr txBox="true"/>
            <p:nvPr/>
          </p:nvSpPr>
          <p:spPr>
            <a:xfrm>
              <a:off x="0" y="-66675"/>
              <a:ext cx="3237719" cy="2502121"/>
            </a:xfrm>
            <a:prstGeom prst="rect">
              <a:avLst/>
            </a:prstGeom>
          </p:spPr>
          <p:txBody>
            <a:bodyPr anchor="t" rtlCol="false" tIns="254000" lIns="254000" bIns="254000" rIns="254000"/>
            <a:lstStyle/>
            <a:p>
              <a:pPr algn="l">
                <a:lnSpc>
                  <a:spcPts val="3359"/>
                </a:lnSpc>
              </a:pPr>
            </a:p>
          </p:txBody>
        </p:sp>
      </p:grpSp>
      <p:sp>
        <p:nvSpPr>
          <p:cNvPr name="Freeform 12" id="12"/>
          <p:cNvSpPr/>
          <p:nvPr/>
        </p:nvSpPr>
        <p:spPr>
          <a:xfrm flipH="false" flipV="false" rot="0">
            <a:off x="167854" y="531764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4889430" y="878769"/>
            <a:ext cx="8697499" cy="1037597"/>
          </a:xfrm>
          <a:prstGeom prst="rect">
            <a:avLst/>
          </a:prstGeom>
        </p:spPr>
        <p:txBody>
          <a:bodyPr anchor="t" rtlCol="false" tIns="0" lIns="0" bIns="0" rIns="0">
            <a:spAutoFit/>
          </a:bodyPr>
          <a:lstStyle/>
          <a:p>
            <a:pPr algn="l">
              <a:lnSpc>
                <a:spcPts val="8013"/>
              </a:lnSpc>
            </a:pPr>
            <a:r>
              <a:rPr lang="en-US" sz="7154">
                <a:solidFill>
                  <a:srgbClr val="FFFFFF"/>
                </a:solidFill>
                <a:latin typeface="Computer Says No"/>
                <a:ea typeface="Computer Says No"/>
                <a:cs typeface="Computer Says No"/>
                <a:sym typeface="Computer Says No"/>
              </a:rPr>
              <a:t>IF  DIAGRAMA DE FLUJO</a:t>
            </a:r>
          </a:p>
        </p:txBody>
      </p:sp>
      <p:sp>
        <p:nvSpPr>
          <p:cNvPr name="Freeform 14" id="14"/>
          <p:cNvSpPr/>
          <p:nvPr/>
        </p:nvSpPr>
        <p:spPr>
          <a:xfrm flipH="false" flipV="false" rot="0">
            <a:off x="4967357" y="1912485"/>
            <a:ext cx="9243689" cy="7532959"/>
          </a:xfrm>
          <a:custGeom>
            <a:avLst/>
            <a:gdLst/>
            <a:ahLst/>
            <a:cxnLst/>
            <a:rect r="r" b="b" t="t" l="l"/>
            <a:pathLst>
              <a:path h="7532959" w="9243689">
                <a:moveTo>
                  <a:pt x="0" y="0"/>
                </a:moveTo>
                <a:lnTo>
                  <a:pt x="9243689" y="0"/>
                </a:lnTo>
                <a:lnTo>
                  <a:pt x="9243689" y="7532959"/>
                </a:lnTo>
                <a:lnTo>
                  <a:pt x="0" y="7532959"/>
                </a:lnTo>
                <a:lnTo>
                  <a:pt x="0" y="0"/>
                </a:lnTo>
                <a:close/>
              </a:path>
            </a:pathLst>
          </a:custGeom>
          <a:blipFill>
            <a:blip r:embed="rId10"/>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13381398"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808423"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814350" y="8857429"/>
            <a:ext cx="471618" cy="847680"/>
          </a:xfrm>
          <a:custGeom>
            <a:avLst/>
            <a:gdLst/>
            <a:ahLst/>
            <a:cxnLst/>
            <a:rect r="r" b="b" t="t" l="l"/>
            <a:pathLst>
              <a:path h="847680" w="471618">
                <a:moveTo>
                  <a:pt x="0" y="0"/>
                </a:moveTo>
                <a:lnTo>
                  <a:pt x="471618" y="0"/>
                </a:lnTo>
                <a:lnTo>
                  <a:pt x="471618"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7151826" y="716781"/>
            <a:ext cx="548836" cy="587276"/>
          </a:xfrm>
          <a:custGeom>
            <a:avLst/>
            <a:gdLst/>
            <a:ahLst/>
            <a:cxnLst/>
            <a:rect r="r" b="b" t="t" l="l"/>
            <a:pathLst>
              <a:path h="587276" w="548836">
                <a:moveTo>
                  <a:pt x="0" y="0"/>
                </a:moveTo>
                <a:lnTo>
                  <a:pt x="548836" y="0"/>
                </a:lnTo>
                <a:lnTo>
                  <a:pt x="548836" y="587277"/>
                </a:lnTo>
                <a:lnTo>
                  <a:pt x="0" y="5872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6272125" y="756289"/>
            <a:ext cx="587276" cy="547769"/>
          </a:xfrm>
          <a:custGeom>
            <a:avLst/>
            <a:gdLst/>
            <a:ahLst/>
            <a:cxnLst/>
            <a:rect r="r" b="b" t="t" l="l"/>
            <a:pathLst>
              <a:path h="547769" w="587276">
                <a:moveTo>
                  <a:pt x="0" y="0"/>
                </a:moveTo>
                <a:lnTo>
                  <a:pt x="587276" y="0"/>
                </a:lnTo>
                <a:lnTo>
                  <a:pt x="587276" y="547769"/>
                </a:lnTo>
                <a:lnTo>
                  <a:pt x="0" y="5477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9939918" y="697028"/>
            <a:ext cx="548836" cy="587276"/>
          </a:xfrm>
          <a:custGeom>
            <a:avLst/>
            <a:gdLst/>
            <a:ahLst/>
            <a:cxnLst/>
            <a:rect r="r" b="b" t="t" l="l"/>
            <a:pathLst>
              <a:path h="587276" w="548836">
                <a:moveTo>
                  <a:pt x="0" y="0"/>
                </a:moveTo>
                <a:lnTo>
                  <a:pt x="548836" y="0"/>
                </a:lnTo>
                <a:lnTo>
                  <a:pt x="548836" y="587276"/>
                </a:lnTo>
                <a:lnTo>
                  <a:pt x="0" y="587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0735167" y="716781"/>
            <a:ext cx="587276" cy="547769"/>
          </a:xfrm>
          <a:custGeom>
            <a:avLst/>
            <a:gdLst/>
            <a:ahLst/>
            <a:cxnLst/>
            <a:rect r="r" b="b" t="t" l="l"/>
            <a:pathLst>
              <a:path h="547769" w="587276">
                <a:moveTo>
                  <a:pt x="0" y="0"/>
                </a:moveTo>
                <a:lnTo>
                  <a:pt x="587277" y="0"/>
                </a:lnTo>
                <a:lnTo>
                  <a:pt x="587277" y="547769"/>
                </a:lnTo>
                <a:lnTo>
                  <a:pt x="0" y="54776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337725"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992632"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8467052" y="736535"/>
            <a:ext cx="702268" cy="547769"/>
          </a:xfrm>
          <a:custGeom>
            <a:avLst/>
            <a:gdLst/>
            <a:ahLst/>
            <a:cxnLst/>
            <a:rect r="r" b="b" t="t" l="l"/>
            <a:pathLst>
              <a:path h="547769" w="702268">
                <a:moveTo>
                  <a:pt x="0" y="0"/>
                </a:moveTo>
                <a:lnTo>
                  <a:pt x="702268" y="0"/>
                </a:lnTo>
                <a:lnTo>
                  <a:pt x="702268" y="547769"/>
                </a:lnTo>
                <a:lnTo>
                  <a:pt x="0" y="54776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7" id="17"/>
          <p:cNvGrpSpPr/>
          <p:nvPr/>
        </p:nvGrpSpPr>
        <p:grpSpPr>
          <a:xfrm rot="0">
            <a:off x="14507255" y="697028"/>
            <a:ext cx="3052218" cy="717550"/>
            <a:chOff x="0" y="0"/>
            <a:chExt cx="803876" cy="188984"/>
          </a:xfrm>
        </p:grpSpPr>
        <p:sp>
          <p:nvSpPr>
            <p:cNvPr name="Freeform 18" id="18"/>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0D1781"/>
            </a:solidFill>
            <a:ln cap="rnd">
              <a:noFill/>
              <a:prstDash val="solid"/>
              <a:round/>
            </a:ln>
          </p:spPr>
        </p:sp>
        <p:sp>
          <p:nvSpPr>
            <p:cNvPr name="TextBox 19" id="19"/>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20" action="ppaction://hlinksldjump"/>
                </a:rPr>
                <a:t>Back to</a:t>
              </a:r>
              <a:r>
                <a:rPr lang="en-US" sz="1300">
                  <a:solidFill>
                    <a:srgbClr val="FFFFFF"/>
                  </a:solidFill>
                  <a:latin typeface="Poppins Light"/>
                  <a:ea typeface="Poppins Light"/>
                  <a:cs typeface="Poppins Light"/>
                  <a:sym typeface="Poppins Light"/>
                </a:rPr>
                <a:t> </a:t>
              </a:r>
              <a:r>
                <a:rPr lang="en-US" sz="1300">
                  <a:solidFill>
                    <a:srgbClr val="FFFFFF"/>
                  </a:solidFill>
                  <a:latin typeface="Poppins Light"/>
                  <a:ea typeface="Poppins Light"/>
                  <a:cs typeface="Poppins Light"/>
                  <a:sym typeface="Poppins Light"/>
                  <a:hlinkClick r:id="rId20" action="ppaction://hlinksldjump"/>
                </a:rPr>
                <a:t>Agenda Page</a:t>
              </a:r>
            </a:p>
          </p:txBody>
        </p:sp>
      </p:grpSp>
      <p:sp>
        <p:nvSpPr>
          <p:cNvPr name="Freeform 20" id="20"/>
          <p:cNvSpPr/>
          <p:nvPr/>
        </p:nvSpPr>
        <p:spPr>
          <a:xfrm flipH="false" flipV="false" rot="0">
            <a:off x="675294" y="697028"/>
            <a:ext cx="1738558" cy="717550"/>
          </a:xfrm>
          <a:custGeom>
            <a:avLst/>
            <a:gdLst/>
            <a:ahLst/>
            <a:cxnLst/>
            <a:rect r="r" b="b" t="t" l="l"/>
            <a:pathLst>
              <a:path h="717550" w="1738558">
                <a:moveTo>
                  <a:pt x="0" y="0"/>
                </a:moveTo>
                <a:lnTo>
                  <a:pt x="1738558" y="0"/>
                </a:lnTo>
                <a:lnTo>
                  <a:pt x="1738558" y="717550"/>
                </a:lnTo>
                <a:lnTo>
                  <a:pt x="0" y="71755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pic>
        <p:nvPicPr>
          <p:cNvPr name="Picture 21" id="21"/>
          <p:cNvPicPr>
            <a:picLocks noChangeAspect="true"/>
          </p:cNvPicPr>
          <p:nvPr/>
        </p:nvPicPr>
        <p:blipFill>
          <a:blip r:embed="rId23"/>
          <a:srcRect l="0" t="0" r="0" b="0"/>
          <a:stretch>
            <a:fillRect/>
          </a:stretch>
        </p:blipFill>
        <p:spPr>
          <a:xfrm flipH="false" flipV="false" rot="0">
            <a:off x="4751254" y="6789831"/>
            <a:ext cx="971251" cy="1103694"/>
          </a:xfrm>
          <a:prstGeom prst="rect">
            <a:avLst/>
          </a:prstGeom>
        </p:spPr>
      </p:pic>
      <p:pic>
        <p:nvPicPr>
          <p:cNvPr name="Picture 22" id="22"/>
          <p:cNvPicPr>
            <a:picLocks noChangeAspect="true"/>
          </p:cNvPicPr>
          <p:nvPr/>
        </p:nvPicPr>
        <p:blipFill>
          <a:blip r:embed="rId24"/>
          <a:srcRect l="0" t="0" r="0" b="0"/>
          <a:stretch>
            <a:fillRect/>
          </a:stretch>
        </p:blipFill>
        <p:spPr>
          <a:xfrm flipH="false" flipV="false" rot="0">
            <a:off x="11868886" y="6773499"/>
            <a:ext cx="1003961" cy="1120026"/>
          </a:xfrm>
          <a:prstGeom prst="rect">
            <a:avLst/>
          </a:prstGeom>
        </p:spPr>
      </p:pic>
      <p:pic>
        <p:nvPicPr>
          <p:cNvPr name="Picture 23" id="23"/>
          <p:cNvPicPr>
            <a:picLocks noChangeAspect="true"/>
          </p:cNvPicPr>
          <p:nvPr/>
        </p:nvPicPr>
        <p:blipFill>
          <a:blip r:embed="rId25"/>
          <a:srcRect l="0" t="0" r="0" b="0"/>
          <a:stretch>
            <a:fillRect/>
          </a:stretch>
        </p:blipFill>
        <p:spPr>
          <a:xfrm flipH="false" flipV="false" rot="0">
            <a:off x="2719050" y="2222014"/>
            <a:ext cx="517579" cy="539145"/>
          </a:xfrm>
          <a:prstGeom prst="rect">
            <a:avLst/>
          </a:prstGeom>
        </p:spPr>
      </p:pic>
      <p:pic>
        <p:nvPicPr>
          <p:cNvPr name="Picture 24" id="24"/>
          <p:cNvPicPr>
            <a:picLocks noChangeAspect="true"/>
          </p:cNvPicPr>
          <p:nvPr/>
        </p:nvPicPr>
        <p:blipFill>
          <a:blip r:embed="rId25"/>
          <a:srcRect l="0" t="0" r="0" b="0"/>
          <a:stretch>
            <a:fillRect/>
          </a:stretch>
        </p:blipFill>
        <p:spPr>
          <a:xfrm flipH="false" flipV="false" rot="0">
            <a:off x="15104488" y="2491586"/>
            <a:ext cx="517579" cy="539145"/>
          </a:xfrm>
          <a:prstGeom prst="rect">
            <a:avLst/>
          </a:prstGeom>
        </p:spPr>
      </p:pic>
      <p:sp>
        <p:nvSpPr>
          <p:cNvPr name="Freeform 25" id="25"/>
          <p:cNvSpPr/>
          <p:nvPr/>
        </p:nvSpPr>
        <p:spPr>
          <a:xfrm flipH="false" flipV="false" rot="0">
            <a:off x="2098480" y="6789831"/>
            <a:ext cx="843782" cy="662098"/>
          </a:xfrm>
          <a:custGeom>
            <a:avLst/>
            <a:gdLst/>
            <a:ahLst/>
            <a:cxnLst/>
            <a:rect r="r" b="b" t="t" l="l"/>
            <a:pathLst>
              <a:path h="662098" w="843782">
                <a:moveTo>
                  <a:pt x="0" y="0"/>
                </a:moveTo>
                <a:lnTo>
                  <a:pt x="843781" y="0"/>
                </a:lnTo>
                <a:lnTo>
                  <a:pt x="843781" y="662098"/>
                </a:lnTo>
                <a:lnTo>
                  <a:pt x="0" y="662098"/>
                </a:lnTo>
                <a:lnTo>
                  <a:pt x="0" y="0"/>
                </a:lnTo>
                <a:close/>
              </a:path>
            </a:pathLst>
          </a:custGeom>
          <a:blipFill>
            <a:blip r:embed="rId26">
              <a:extLst>
                <a:ext uri="{96DAC541-7B7A-43D3-8B79-37D633B846F1}">
                  <asvg:svgBlip xmlns:asvg="http://schemas.microsoft.com/office/drawing/2016/SVG/main" r:embed="rId27"/>
                </a:ext>
              </a:extLst>
            </a:blip>
            <a:stretch>
              <a:fillRect l="0" t="0" r="-419968" b="0"/>
            </a:stretch>
          </a:blipFill>
        </p:spPr>
      </p:sp>
      <p:sp>
        <p:nvSpPr>
          <p:cNvPr name="Freeform 26" id="26"/>
          <p:cNvSpPr/>
          <p:nvPr/>
        </p:nvSpPr>
        <p:spPr>
          <a:xfrm flipH="false" flipV="false" rot="0">
            <a:off x="1028700"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7" id="27"/>
          <p:cNvSpPr/>
          <p:nvPr/>
        </p:nvSpPr>
        <p:spPr>
          <a:xfrm flipH="false" flipV="false" rot="0">
            <a:off x="14682597" y="6773499"/>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26">
              <a:extLst>
                <a:ext uri="{96DAC541-7B7A-43D3-8B79-37D633B846F1}">
                  <asvg:svgBlip xmlns:asvg="http://schemas.microsoft.com/office/drawing/2016/SVG/main" r:embed="rId27"/>
                </a:ext>
              </a:extLst>
            </a:blip>
            <a:stretch>
              <a:fillRect l="0" t="0" r="-419968" b="0"/>
            </a:stretch>
          </a:blipFill>
        </p:spPr>
      </p:sp>
      <p:sp>
        <p:nvSpPr>
          <p:cNvPr name="Freeform 28" id="28"/>
          <p:cNvSpPr/>
          <p:nvPr/>
        </p:nvSpPr>
        <p:spPr>
          <a:xfrm flipH="false" flipV="false" rot="0">
            <a:off x="16415518"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9" id="29"/>
          <p:cNvSpPr/>
          <p:nvPr/>
        </p:nvSpPr>
        <p:spPr>
          <a:xfrm flipH="false" flipV="false" rot="0">
            <a:off x="2298984" y="6844147"/>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30" id="30"/>
          <p:cNvSpPr/>
          <p:nvPr/>
        </p:nvSpPr>
        <p:spPr>
          <a:xfrm flipH="false" flipV="false" rot="0">
            <a:off x="14882622" y="6827814"/>
            <a:ext cx="442773" cy="553467"/>
          </a:xfrm>
          <a:custGeom>
            <a:avLst/>
            <a:gdLst/>
            <a:ahLst/>
            <a:cxnLst/>
            <a:rect r="r" b="b" t="t" l="l"/>
            <a:pathLst>
              <a:path h="553467" w="442773">
                <a:moveTo>
                  <a:pt x="0" y="0"/>
                </a:moveTo>
                <a:lnTo>
                  <a:pt x="442774" y="0"/>
                </a:lnTo>
                <a:lnTo>
                  <a:pt x="442774" y="553467"/>
                </a:lnTo>
                <a:lnTo>
                  <a:pt x="0" y="553467"/>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31" id="31"/>
          <p:cNvSpPr/>
          <p:nvPr/>
        </p:nvSpPr>
        <p:spPr>
          <a:xfrm flipH="false" flipV="false" rot="0">
            <a:off x="1229204" y="4701514"/>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32" id="32"/>
          <p:cNvSpPr/>
          <p:nvPr/>
        </p:nvSpPr>
        <p:spPr>
          <a:xfrm flipH="false" flipV="false" rot="0">
            <a:off x="16616700" y="4701514"/>
            <a:ext cx="442773" cy="553467"/>
          </a:xfrm>
          <a:custGeom>
            <a:avLst/>
            <a:gdLst/>
            <a:ahLst/>
            <a:cxnLst/>
            <a:rect r="r" b="b" t="t" l="l"/>
            <a:pathLst>
              <a:path h="553467" w="442773">
                <a:moveTo>
                  <a:pt x="0" y="0"/>
                </a:moveTo>
                <a:lnTo>
                  <a:pt x="442774" y="0"/>
                </a:lnTo>
                <a:lnTo>
                  <a:pt x="442774" y="553466"/>
                </a:lnTo>
                <a:lnTo>
                  <a:pt x="0" y="553466"/>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33" id="33"/>
          <p:cNvSpPr/>
          <p:nvPr/>
        </p:nvSpPr>
        <p:spPr>
          <a:xfrm flipH="true" flipV="false" rot="0">
            <a:off x="14621255" y="6205320"/>
            <a:ext cx="966466" cy="568179"/>
          </a:xfrm>
          <a:custGeom>
            <a:avLst/>
            <a:gdLst/>
            <a:ahLst/>
            <a:cxnLst/>
            <a:rect r="r" b="b" t="t" l="l"/>
            <a:pathLst>
              <a:path h="568179" w="966466">
                <a:moveTo>
                  <a:pt x="966466" y="0"/>
                </a:moveTo>
                <a:lnTo>
                  <a:pt x="0" y="0"/>
                </a:lnTo>
                <a:lnTo>
                  <a:pt x="0" y="568179"/>
                </a:lnTo>
                <a:lnTo>
                  <a:pt x="966466" y="568179"/>
                </a:lnTo>
                <a:lnTo>
                  <a:pt x="966466" y="0"/>
                </a:lnTo>
                <a:close/>
              </a:path>
            </a:pathLst>
          </a:custGeom>
          <a:blipFill>
            <a:blip r:embed="rId32">
              <a:extLst>
                <a:ext uri="{96DAC541-7B7A-43D3-8B79-37D633B846F1}">
                  <asvg:svgBlip xmlns:asvg="http://schemas.microsoft.com/office/drawing/2016/SVG/main" r:embed="rId33"/>
                </a:ext>
              </a:extLst>
            </a:blip>
            <a:stretch>
              <a:fillRect l="0" t="0" r="0" b="-10100"/>
            </a:stretch>
          </a:blipFill>
        </p:spPr>
      </p:sp>
      <p:sp>
        <p:nvSpPr>
          <p:cNvPr name="Freeform 34" id="34"/>
          <p:cNvSpPr/>
          <p:nvPr/>
        </p:nvSpPr>
        <p:spPr>
          <a:xfrm flipH="false" flipV="false" rot="0">
            <a:off x="1028700" y="3684108"/>
            <a:ext cx="843782" cy="963090"/>
          </a:xfrm>
          <a:custGeom>
            <a:avLst/>
            <a:gdLst/>
            <a:ahLst/>
            <a:cxnLst/>
            <a:rect r="r" b="b" t="t" l="l"/>
            <a:pathLst>
              <a:path h="963090" w="843782">
                <a:moveTo>
                  <a:pt x="0" y="0"/>
                </a:moveTo>
                <a:lnTo>
                  <a:pt x="843782" y="0"/>
                </a:lnTo>
                <a:lnTo>
                  <a:pt x="843782" y="963090"/>
                </a:lnTo>
                <a:lnTo>
                  <a:pt x="0" y="963090"/>
                </a:lnTo>
                <a:lnTo>
                  <a:pt x="0" y="0"/>
                </a:lnTo>
                <a:close/>
              </a:path>
            </a:pathLst>
          </a:custGeom>
          <a:blipFill>
            <a:blip r:embed="rId34">
              <a:extLst>
                <a:ext uri="{96DAC541-7B7A-43D3-8B79-37D633B846F1}">
                  <asvg:svgBlip xmlns:asvg="http://schemas.microsoft.com/office/drawing/2016/SVG/main" r:embed="rId35"/>
                </a:ext>
              </a:extLst>
            </a:blip>
            <a:stretch>
              <a:fillRect l="0" t="0" r="0" b="-4299"/>
            </a:stretch>
          </a:blipFill>
        </p:spPr>
      </p:sp>
      <p:grpSp>
        <p:nvGrpSpPr>
          <p:cNvPr name="Group 35" id="35"/>
          <p:cNvGrpSpPr/>
          <p:nvPr/>
        </p:nvGrpSpPr>
        <p:grpSpPr>
          <a:xfrm rot="0">
            <a:off x="360716" y="2670992"/>
            <a:ext cx="13925783" cy="4173154"/>
            <a:chOff x="0" y="0"/>
            <a:chExt cx="3667696" cy="1099102"/>
          </a:xfrm>
        </p:grpSpPr>
        <p:sp>
          <p:nvSpPr>
            <p:cNvPr name="Freeform 36" id="36"/>
            <p:cNvSpPr/>
            <p:nvPr/>
          </p:nvSpPr>
          <p:spPr>
            <a:xfrm flipH="false" flipV="false" rot="0">
              <a:off x="0" y="0"/>
              <a:ext cx="3667696" cy="1099102"/>
            </a:xfrm>
            <a:custGeom>
              <a:avLst/>
              <a:gdLst/>
              <a:ahLst/>
              <a:cxnLst/>
              <a:rect r="r" b="b" t="t" l="l"/>
              <a:pathLst>
                <a:path h="1099102" w="3667696">
                  <a:moveTo>
                    <a:pt x="28353" y="0"/>
                  </a:moveTo>
                  <a:lnTo>
                    <a:pt x="3639343" y="0"/>
                  </a:lnTo>
                  <a:cubicBezTo>
                    <a:pt x="3646863" y="0"/>
                    <a:pt x="3654074" y="2987"/>
                    <a:pt x="3659391" y="8304"/>
                  </a:cubicBezTo>
                  <a:cubicBezTo>
                    <a:pt x="3664709" y="13622"/>
                    <a:pt x="3667696" y="20833"/>
                    <a:pt x="3667696" y="28353"/>
                  </a:cubicBezTo>
                  <a:lnTo>
                    <a:pt x="3667696" y="1070749"/>
                  </a:lnTo>
                  <a:cubicBezTo>
                    <a:pt x="3667696" y="1078269"/>
                    <a:pt x="3664709" y="1085481"/>
                    <a:pt x="3659391" y="1090798"/>
                  </a:cubicBezTo>
                  <a:cubicBezTo>
                    <a:pt x="3654074" y="1096115"/>
                    <a:pt x="3646863" y="1099102"/>
                    <a:pt x="3639343" y="1099102"/>
                  </a:cubicBezTo>
                  <a:lnTo>
                    <a:pt x="28353" y="1099102"/>
                  </a:lnTo>
                  <a:cubicBezTo>
                    <a:pt x="20833" y="1099102"/>
                    <a:pt x="13622" y="1096115"/>
                    <a:pt x="8304" y="1090798"/>
                  </a:cubicBezTo>
                  <a:cubicBezTo>
                    <a:pt x="2987" y="1085481"/>
                    <a:pt x="0" y="1078269"/>
                    <a:pt x="0" y="1070749"/>
                  </a:cubicBezTo>
                  <a:lnTo>
                    <a:pt x="0" y="28353"/>
                  </a:lnTo>
                  <a:cubicBezTo>
                    <a:pt x="0" y="20833"/>
                    <a:pt x="2987" y="13622"/>
                    <a:pt x="8304" y="8304"/>
                  </a:cubicBezTo>
                  <a:cubicBezTo>
                    <a:pt x="13622" y="2987"/>
                    <a:pt x="20833" y="0"/>
                    <a:pt x="28353" y="0"/>
                  </a:cubicBezTo>
                  <a:close/>
                </a:path>
              </a:pathLst>
            </a:custGeom>
            <a:solidFill>
              <a:srgbClr val="0D1781"/>
            </a:solidFill>
          </p:spPr>
        </p:sp>
        <p:sp>
          <p:nvSpPr>
            <p:cNvPr name="TextBox 37" id="37"/>
            <p:cNvSpPr txBox="true"/>
            <p:nvPr/>
          </p:nvSpPr>
          <p:spPr>
            <a:xfrm>
              <a:off x="0" y="0"/>
              <a:ext cx="3667696" cy="1099102"/>
            </a:xfrm>
            <a:prstGeom prst="rect">
              <a:avLst/>
            </a:prstGeom>
          </p:spPr>
          <p:txBody>
            <a:bodyPr anchor="ctr" rtlCol="false" tIns="50800" lIns="50800" bIns="50800" rIns="50800"/>
            <a:lstStyle/>
            <a:p>
              <a:pPr algn="ctr">
                <a:lnSpc>
                  <a:spcPts val="2463"/>
                </a:lnSpc>
              </a:pPr>
            </a:p>
          </p:txBody>
        </p:sp>
      </p:grpSp>
      <p:sp>
        <p:nvSpPr>
          <p:cNvPr name="Freeform 38" id="38"/>
          <p:cNvSpPr/>
          <p:nvPr/>
        </p:nvSpPr>
        <p:spPr>
          <a:xfrm flipH="false" flipV="false" rot="0">
            <a:off x="6565763" y="6169992"/>
            <a:ext cx="10077890" cy="2687437"/>
          </a:xfrm>
          <a:custGeom>
            <a:avLst/>
            <a:gdLst/>
            <a:ahLst/>
            <a:cxnLst/>
            <a:rect r="r" b="b" t="t" l="l"/>
            <a:pathLst>
              <a:path h="2687437" w="10077890">
                <a:moveTo>
                  <a:pt x="0" y="0"/>
                </a:moveTo>
                <a:lnTo>
                  <a:pt x="10077890" y="0"/>
                </a:lnTo>
                <a:lnTo>
                  <a:pt x="10077890" y="2687437"/>
                </a:lnTo>
                <a:lnTo>
                  <a:pt x="0" y="2687437"/>
                </a:lnTo>
                <a:lnTo>
                  <a:pt x="0" y="0"/>
                </a:lnTo>
                <a:close/>
              </a:path>
            </a:pathLst>
          </a:custGeom>
          <a:blipFill>
            <a:blip r:embed="rId36"/>
            <a:stretch>
              <a:fillRect l="0" t="0" r="0" b="0"/>
            </a:stretch>
          </a:blipFill>
        </p:spPr>
      </p:sp>
      <p:sp>
        <p:nvSpPr>
          <p:cNvPr name="TextBox 39" id="39"/>
          <p:cNvSpPr txBox="true"/>
          <p:nvPr/>
        </p:nvSpPr>
        <p:spPr>
          <a:xfrm rot="0">
            <a:off x="2520370" y="1522273"/>
            <a:ext cx="10861028" cy="1238886"/>
          </a:xfrm>
          <a:prstGeom prst="rect">
            <a:avLst/>
          </a:prstGeom>
        </p:spPr>
        <p:txBody>
          <a:bodyPr anchor="t" rtlCol="false" tIns="0" lIns="0" bIns="0" rIns="0">
            <a:spAutoFit/>
          </a:bodyPr>
          <a:lstStyle/>
          <a:p>
            <a:pPr algn="ctr">
              <a:lnSpc>
                <a:spcPts val="9520"/>
              </a:lnSpc>
            </a:pPr>
            <a:r>
              <a:rPr lang="en-US" sz="8500">
                <a:solidFill>
                  <a:srgbClr val="FFFFFF"/>
                </a:solidFill>
                <a:latin typeface="Computer Says No"/>
                <a:ea typeface="Computer Says No"/>
                <a:cs typeface="Computer Says No"/>
                <a:sym typeface="Computer Says No"/>
              </a:rPr>
              <a:t>IF-ELSE</a:t>
            </a:r>
          </a:p>
        </p:txBody>
      </p:sp>
      <p:sp>
        <p:nvSpPr>
          <p:cNvPr name="TextBox 40" id="40"/>
          <p:cNvSpPr txBox="true"/>
          <p:nvPr/>
        </p:nvSpPr>
        <p:spPr>
          <a:xfrm rot="0">
            <a:off x="769087" y="3122207"/>
            <a:ext cx="13136799" cy="2286635"/>
          </a:xfrm>
          <a:prstGeom prst="rect">
            <a:avLst/>
          </a:prstGeom>
        </p:spPr>
        <p:txBody>
          <a:bodyPr anchor="t" rtlCol="false" tIns="0" lIns="0" bIns="0" rIns="0">
            <a:spAutoFit/>
          </a:bodyPr>
          <a:lstStyle/>
          <a:p>
            <a:pPr algn="l">
              <a:lnSpc>
                <a:spcPts val="3640"/>
              </a:lnSpc>
            </a:pPr>
            <a:r>
              <a:rPr lang="en-US" sz="2600">
                <a:solidFill>
                  <a:srgbClr val="FFFFFF"/>
                </a:solidFill>
                <a:latin typeface="Poppins"/>
                <a:ea typeface="Poppins"/>
                <a:cs typeface="Poppins"/>
                <a:sym typeface="Poppins"/>
              </a:rPr>
              <a:t>Si la condición se evalúa como false y existe una cláusula else, entonces se ejecutará la sentencia o bloque de sentencias que siguen al else. Esta parte es opcional. La única restricción que se impone a la expresión condicional es que sea una expresión válida de tipo booleano que se evalúe como true o como false.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5657"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442595" y="602008"/>
            <a:ext cx="12293213" cy="9247082"/>
            <a:chOff x="0" y="0"/>
            <a:chExt cx="3237719" cy="2435446"/>
          </a:xfrm>
        </p:grpSpPr>
        <p:sp>
          <p:nvSpPr>
            <p:cNvPr name="Freeform 10" id="10"/>
            <p:cNvSpPr/>
            <p:nvPr/>
          </p:nvSpPr>
          <p:spPr>
            <a:xfrm flipH="false" flipV="false" rot="0">
              <a:off x="0" y="0"/>
              <a:ext cx="3237719" cy="2435446"/>
            </a:xfrm>
            <a:custGeom>
              <a:avLst/>
              <a:gdLst/>
              <a:ahLst/>
              <a:cxnLst/>
              <a:rect r="r" b="b" t="t" l="l"/>
              <a:pathLst>
                <a:path h="2435446" w="3237719">
                  <a:moveTo>
                    <a:pt x="30859" y="0"/>
                  </a:moveTo>
                  <a:lnTo>
                    <a:pt x="3206860" y="0"/>
                  </a:lnTo>
                  <a:cubicBezTo>
                    <a:pt x="3223903" y="0"/>
                    <a:pt x="3237719" y="13816"/>
                    <a:pt x="3237719" y="30859"/>
                  </a:cubicBezTo>
                  <a:lnTo>
                    <a:pt x="3237719" y="2404587"/>
                  </a:lnTo>
                  <a:cubicBezTo>
                    <a:pt x="3237719" y="2412771"/>
                    <a:pt x="3234468" y="2420620"/>
                    <a:pt x="3228680" y="2426407"/>
                  </a:cubicBezTo>
                  <a:cubicBezTo>
                    <a:pt x="3222893" y="2432194"/>
                    <a:pt x="3215044" y="2435446"/>
                    <a:pt x="3206860" y="2435446"/>
                  </a:cubicBezTo>
                  <a:lnTo>
                    <a:pt x="30859" y="2435446"/>
                  </a:lnTo>
                  <a:cubicBezTo>
                    <a:pt x="22675" y="2435446"/>
                    <a:pt x="14825" y="2432194"/>
                    <a:pt x="9038" y="2426407"/>
                  </a:cubicBezTo>
                  <a:cubicBezTo>
                    <a:pt x="3251" y="2420620"/>
                    <a:pt x="0" y="2412771"/>
                    <a:pt x="0" y="2404587"/>
                  </a:cubicBezTo>
                  <a:lnTo>
                    <a:pt x="0" y="30859"/>
                  </a:lnTo>
                  <a:cubicBezTo>
                    <a:pt x="0" y="22675"/>
                    <a:pt x="3251" y="14825"/>
                    <a:pt x="9038" y="9038"/>
                  </a:cubicBezTo>
                  <a:cubicBezTo>
                    <a:pt x="14825" y="3251"/>
                    <a:pt x="22675" y="0"/>
                    <a:pt x="30859" y="0"/>
                  </a:cubicBezTo>
                  <a:close/>
                </a:path>
              </a:pathLst>
            </a:custGeom>
            <a:solidFill>
              <a:srgbClr val="3613C8"/>
            </a:solidFill>
            <a:ln w="47625" cap="rnd">
              <a:solidFill>
                <a:srgbClr val="21EF80"/>
              </a:solidFill>
              <a:prstDash val="solid"/>
              <a:round/>
            </a:ln>
          </p:spPr>
        </p:sp>
        <p:sp>
          <p:nvSpPr>
            <p:cNvPr name="TextBox 11" id="11"/>
            <p:cNvSpPr txBox="true"/>
            <p:nvPr/>
          </p:nvSpPr>
          <p:spPr>
            <a:xfrm>
              <a:off x="0" y="-66675"/>
              <a:ext cx="3237719" cy="2502121"/>
            </a:xfrm>
            <a:prstGeom prst="rect">
              <a:avLst/>
            </a:prstGeom>
          </p:spPr>
          <p:txBody>
            <a:bodyPr anchor="t" rtlCol="false" tIns="254000" lIns="254000" bIns="254000" rIns="254000"/>
            <a:lstStyle/>
            <a:p>
              <a:pPr algn="l">
                <a:lnSpc>
                  <a:spcPts val="3359"/>
                </a:lnSpc>
              </a:pPr>
            </a:p>
          </p:txBody>
        </p:sp>
      </p:grpSp>
      <p:sp>
        <p:nvSpPr>
          <p:cNvPr name="Freeform 12" id="12"/>
          <p:cNvSpPr/>
          <p:nvPr/>
        </p:nvSpPr>
        <p:spPr>
          <a:xfrm flipH="false" flipV="false" rot="0">
            <a:off x="1195" y="5225549"/>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4889430" y="878769"/>
            <a:ext cx="8697499" cy="1037597"/>
          </a:xfrm>
          <a:prstGeom prst="rect">
            <a:avLst/>
          </a:prstGeom>
        </p:spPr>
        <p:txBody>
          <a:bodyPr anchor="t" rtlCol="false" tIns="0" lIns="0" bIns="0" rIns="0">
            <a:spAutoFit/>
          </a:bodyPr>
          <a:lstStyle/>
          <a:p>
            <a:pPr algn="l">
              <a:lnSpc>
                <a:spcPts val="8013"/>
              </a:lnSpc>
            </a:pPr>
            <a:r>
              <a:rPr lang="en-US" sz="7154">
                <a:solidFill>
                  <a:srgbClr val="FFFFFF"/>
                </a:solidFill>
                <a:latin typeface="Computer Says No"/>
                <a:ea typeface="Computer Says No"/>
                <a:cs typeface="Computer Says No"/>
                <a:sym typeface="Computer Says No"/>
              </a:rPr>
              <a:t>IF - ELSE DIAGRAMA DE FLUJO</a:t>
            </a:r>
          </a:p>
        </p:txBody>
      </p:sp>
      <p:sp>
        <p:nvSpPr>
          <p:cNvPr name="Freeform 14" id="14"/>
          <p:cNvSpPr/>
          <p:nvPr/>
        </p:nvSpPr>
        <p:spPr>
          <a:xfrm flipH="false" flipV="false" rot="0">
            <a:off x="4990860" y="2230831"/>
            <a:ext cx="8494640" cy="7224978"/>
          </a:xfrm>
          <a:custGeom>
            <a:avLst/>
            <a:gdLst/>
            <a:ahLst/>
            <a:cxnLst/>
            <a:rect r="r" b="b" t="t" l="l"/>
            <a:pathLst>
              <a:path h="7224978" w="8494640">
                <a:moveTo>
                  <a:pt x="0" y="0"/>
                </a:moveTo>
                <a:lnTo>
                  <a:pt x="8494640" y="0"/>
                </a:lnTo>
                <a:lnTo>
                  <a:pt x="8494640" y="7224978"/>
                </a:lnTo>
                <a:lnTo>
                  <a:pt x="0" y="7224978"/>
                </a:lnTo>
                <a:lnTo>
                  <a:pt x="0" y="0"/>
                </a:lnTo>
                <a:close/>
              </a:path>
            </a:pathLst>
          </a:custGeom>
          <a:blipFill>
            <a:blip r:embed="rId10"/>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5657"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442595" y="602008"/>
            <a:ext cx="12293213" cy="9247082"/>
            <a:chOff x="0" y="0"/>
            <a:chExt cx="3237719" cy="2435446"/>
          </a:xfrm>
        </p:grpSpPr>
        <p:sp>
          <p:nvSpPr>
            <p:cNvPr name="Freeform 10" id="10"/>
            <p:cNvSpPr/>
            <p:nvPr/>
          </p:nvSpPr>
          <p:spPr>
            <a:xfrm flipH="false" flipV="false" rot="0">
              <a:off x="0" y="0"/>
              <a:ext cx="3237719" cy="2435446"/>
            </a:xfrm>
            <a:custGeom>
              <a:avLst/>
              <a:gdLst/>
              <a:ahLst/>
              <a:cxnLst/>
              <a:rect r="r" b="b" t="t" l="l"/>
              <a:pathLst>
                <a:path h="2435446" w="3237719">
                  <a:moveTo>
                    <a:pt x="30859" y="0"/>
                  </a:moveTo>
                  <a:lnTo>
                    <a:pt x="3206860" y="0"/>
                  </a:lnTo>
                  <a:cubicBezTo>
                    <a:pt x="3223903" y="0"/>
                    <a:pt x="3237719" y="13816"/>
                    <a:pt x="3237719" y="30859"/>
                  </a:cubicBezTo>
                  <a:lnTo>
                    <a:pt x="3237719" y="2404587"/>
                  </a:lnTo>
                  <a:cubicBezTo>
                    <a:pt x="3237719" y="2412771"/>
                    <a:pt x="3234468" y="2420620"/>
                    <a:pt x="3228680" y="2426407"/>
                  </a:cubicBezTo>
                  <a:cubicBezTo>
                    <a:pt x="3222893" y="2432194"/>
                    <a:pt x="3215044" y="2435446"/>
                    <a:pt x="3206860" y="2435446"/>
                  </a:cubicBezTo>
                  <a:lnTo>
                    <a:pt x="30859" y="2435446"/>
                  </a:lnTo>
                  <a:cubicBezTo>
                    <a:pt x="22675" y="2435446"/>
                    <a:pt x="14825" y="2432194"/>
                    <a:pt x="9038" y="2426407"/>
                  </a:cubicBezTo>
                  <a:cubicBezTo>
                    <a:pt x="3251" y="2420620"/>
                    <a:pt x="0" y="2412771"/>
                    <a:pt x="0" y="2404587"/>
                  </a:cubicBezTo>
                  <a:lnTo>
                    <a:pt x="0" y="30859"/>
                  </a:lnTo>
                  <a:cubicBezTo>
                    <a:pt x="0" y="22675"/>
                    <a:pt x="3251" y="14825"/>
                    <a:pt x="9038" y="9038"/>
                  </a:cubicBezTo>
                  <a:cubicBezTo>
                    <a:pt x="14825" y="3251"/>
                    <a:pt x="22675" y="0"/>
                    <a:pt x="30859" y="0"/>
                  </a:cubicBezTo>
                  <a:close/>
                </a:path>
              </a:pathLst>
            </a:custGeom>
            <a:solidFill>
              <a:srgbClr val="3613C8"/>
            </a:solidFill>
            <a:ln w="47625" cap="rnd">
              <a:solidFill>
                <a:srgbClr val="21EF80"/>
              </a:solidFill>
              <a:prstDash val="solid"/>
              <a:round/>
            </a:ln>
          </p:spPr>
        </p:sp>
        <p:sp>
          <p:nvSpPr>
            <p:cNvPr name="TextBox 11" id="11"/>
            <p:cNvSpPr txBox="true"/>
            <p:nvPr/>
          </p:nvSpPr>
          <p:spPr>
            <a:xfrm>
              <a:off x="0" y="-66675"/>
              <a:ext cx="3237719" cy="2502121"/>
            </a:xfrm>
            <a:prstGeom prst="rect">
              <a:avLst/>
            </a:prstGeom>
          </p:spPr>
          <p:txBody>
            <a:bodyPr anchor="t" rtlCol="false" tIns="254000" lIns="254000" bIns="254000" rIns="254000"/>
            <a:lstStyle/>
            <a:p>
              <a:pPr algn="l">
                <a:lnSpc>
                  <a:spcPts val="3359"/>
                </a:lnSpc>
              </a:pPr>
            </a:p>
          </p:txBody>
        </p:sp>
      </p:grpSp>
      <p:sp>
        <p:nvSpPr>
          <p:cNvPr name="Freeform 12" id="12"/>
          <p:cNvSpPr/>
          <p:nvPr/>
        </p:nvSpPr>
        <p:spPr>
          <a:xfrm flipH="false" flipV="false" rot="0">
            <a:off x="1195" y="5225549"/>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4889430" y="878769"/>
            <a:ext cx="8697499" cy="1037597"/>
          </a:xfrm>
          <a:prstGeom prst="rect">
            <a:avLst/>
          </a:prstGeom>
        </p:spPr>
        <p:txBody>
          <a:bodyPr anchor="t" rtlCol="false" tIns="0" lIns="0" bIns="0" rIns="0">
            <a:spAutoFit/>
          </a:bodyPr>
          <a:lstStyle/>
          <a:p>
            <a:pPr algn="l">
              <a:lnSpc>
                <a:spcPts val="8013"/>
              </a:lnSpc>
            </a:pPr>
            <a:r>
              <a:rPr lang="en-US" sz="7154">
                <a:solidFill>
                  <a:srgbClr val="FFFFFF"/>
                </a:solidFill>
                <a:latin typeface="Computer Says No"/>
                <a:ea typeface="Computer Says No"/>
                <a:cs typeface="Computer Says No"/>
                <a:sym typeface="Computer Says No"/>
              </a:rPr>
              <a:t>IF - SINTAXYS</a:t>
            </a:r>
          </a:p>
        </p:txBody>
      </p:sp>
      <p:sp>
        <p:nvSpPr>
          <p:cNvPr name="Freeform 14" id="14"/>
          <p:cNvSpPr/>
          <p:nvPr/>
        </p:nvSpPr>
        <p:spPr>
          <a:xfrm flipH="false" flipV="false" rot="0">
            <a:off x="4081755" y="2723911"/>
            <a:ext cx="11014892" cy="4839179"/>
          </a:xfrm>
          <a:custGeom>
            <a:avLst/>
            <a:gdLst/>
            <a:ahLst/>
            <a:cxnLst/>
            <a:rect r="r" b="b" t="t" l="l"/>
            <a:pathLst>
              <a:path h="4839179" w="11014892">
                <a:moveTo>
                  <a:pt x="0" y="0"/>
                </a:moveTo>
                <a:lnTo>
                  <a:pt x="11014893" y="0"/>
                </a:lnTo>
                <a:lnTo>
                  <a:pt x="11014893" y="4839178"/>
                </a:lnTo>
                <a:lnTo>
                  <a:pt x="0" y="4839178"/>
                </a:lnTo>
                <a:lnTo>
                  <a:pt x="0" y="0"/>
                </a:lnTo>
                <a:close/>
              </a:path>
            </a:pathLst>
          </a:custGeom>
          <a:blipFill>
            <a:blip r:embed="rId10"/>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92985"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true" flipV="false" rot="0">
            <a:off x="8712793" y="305497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sp>
        <p:nvSpPr>
          <p:cNvPr name="Freeform 9" id="9"/>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7234164"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10191499"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8863538"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692051" y="534510"/>
            <a:ext cx="3052218" cy="717550"/>
            <a:chOff x="0" y="0"/>
            <a:chExt cx="803876" cy="188984"/>
          </a:xfrm>
        </p:grpSpPr>
        <p:sp>
          <p:nvSpPr>
            <p:cNvPr name="Freeform 20" id="20"/>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1" id="21"/>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 Agenda Page</a:t>
              </a:r>
            </a:p>
          </p:txBody>
        </p:sp>
      </p:grpSp>
      <p:sp>
        <p:nvSpPr>
          <p:cNvPr name="TextBox 22" id="22"/>
          <p:cNvSpPr txBox="true"/>
          <p:nvPr/>
        </p:nvSpPr>
        <p:spPr>
          <a:xfrm rot="0">
            <a:off x="136039" y="1448428"/>
            <a:ext cx="8576754"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IF-ELSE EJEMPLO</a:t>
            </a:r>
          </a:p>
        </p:txBody>
      </p:sp>
      <p:grpSp>
        <p:nvGrpSpPr>
          <p:cNvPr name="Group 23" id="23"/>
          <p:cNvGrpSpPr/>
          <p:nvPr/>
        </p:nvGrpSpPr>
        <p:grpSpPr>
          <a:xfrm rot="0">
            <a:off x="1616375" y="2773003"/>
            <a:ext cx="9006292" cy="6932106"/>
            <a:chOff x="0" y="0"/>
            <a:chExt cx="2372028" cy="1825740"/>
          </a:xfrm>
        </p:grpSpPr>
        <p:sp>
          <p:nvSpPr>
            <p:cNvPr name="Freeform 24" id="24"/>
            <p:cNvSpPr/>
            <p:nvPr/>
          </p:nvSpPr>
          <p:spPr>
            <a:xfrm flipH="false" flipV="false" rot="0">
              <a:off x="0" y="0"/>
              <a:ext cx="2372028" cy="1825740"/>
            </a:xfrm>
            <a:custGeom>
              <a:avLst/>
              <a:gdLst/>
              <a:ahLst/>
              <a:cxnLst/>
              <a:rect r="r" b="b" t="t" l="l"/>
              <a:pathLst>
                <a:path h="1825740" w="2372028">
                  <a:moveTo>
                    <a:pt x="42121" y="0"/>
                  </a:moveTo>
                  <a:lnTo>
                    <a:pt x="2329907" y="0"/>
                  </a:lnTo>
                  <a:cubicBezTo>
                    <a:pt x="2341078" y="0"/>
                    <a:pt x="2351792" y="4438"/>
                    <a:pt x="2359691" y="12337"/>
                  </a:cubicBezTo>
                  <a:cubicBezTo>
                    <a:pt x="2367590" y="20236"/>
                    <a:pt x="2372028" y="30950"/>
                    <a:pt x="2372028" y="42121"/>
                  </a:cubicBezTo>
                  <a:lnTo>
                    <a:pt x="2372028" y="1783619"/>
                  </a:lnTo>
                  <a:cubicBezTo>
                    <a:pt x="2372028" y="1806882"/>
                    <a:pt x="2353170" y="1825740"/>
                    <a:pt x="2329907" y="1825740"/>
                  </a:cubicBezTo>
                  <a:lnTo>
                    <a:pt x="42121" y="1825740"/>
                  </a:lnTo>
                  <a:cubicBezTo>
                    <a:pt x="30950" y="1825740"/>
                    <a:pt x="20236" y="1821302"/>
                    <a:pt x="12337" y="1813403"/>
                  </a:cubicBezTo>
                  <a:cubicBezTo>
                    <a:pt x="4438" y="1805504"/>
                    <a:pt x="0" y="1794790"/>
                    <a:pt x="0" y="1783619"/>
                  </a:cubicBezTo>
                  <a:lnTo>
                    <a:pt x="0" y="42121"/>
                  </a:lnTo>
                  <a:cubicBezTo>
                    <a:pt x="0" y="30950"/>
                    <a:pt x="4438" y="20236"/>
                    <a:pt x="12337" y="12337"/>
                  </a:cubicBezTo>
                  <a:cubicBezTo>
                    <a:pt x="20236" y="4438"/>
                    <a:pt x="30950" y="0"/>
                    <a:pt x="42121" y="0"/>
                  </a:cubicBezTo>
                  <a:close/>
                </a:path>
              </a:pathLst>
            </a:custGeom>
            <a:solidFill>
              <a:srgbClr val="3613C8"/>
            </a:solidFill>
            <a:ln w="47625" cap="rnd">
              <a:solidFill>
                <a:srgbClr val="21EF80"/>
              </a:solidFill>
              <a:prstDash val="solid"/>
              <a:round/>
            </a:ln>
          </p:spPr>
        </p:sp>
        <p:sp>
          <p:nvSpPr>
            <p:cNvPr name="TextBox 25" id="25"/>
            <p:cNvSpPr txBox="true"/>
            <p:nvPr/>
          </p:nvSpPr>
          <p:spPr>
            <a:xfrm>
              <a:off x="0" y="-66675"/>
              <a:ext cx="2372028" cy="1892415"/>
            </a:xfrm>
            <a:prstGeom prst="rect">
              <a:avLst/>
            </a:prstGeom>
          </p:spPr>
          <p:txBody>
            <a:bodyPr anchor="t" rtlCol="false" tIns="254000" lIns="254000" bIns="254000" rIns="254000"/>
            <a:lstStyle/>
            <a:p>
              <a:pPr algn="l">
                <a:lnSpc>
                  <a:spcPts val="3359"/>
                </a:lnSpc>
              </a:pPr>
            </a:p>
          </p:txBody>
        </p:sp>
      </p:grpSp>
      <p:sp>
        <p:nvSpPr>
          <p:cNvPr name="Freeform 26" id="26"/>
          <p:cNvSpPr/>
          <p:nvPr/>
        </p:nvSpPr>
        <p:spPr>
          <a:xfrm flipH="false" flipV="false" rot="0">
            <a:off x="2825604" y="3135238"/>
            <a:ext cx="6587834" cy="6337210"/>
          </a:xfrm>
          <a:custGeom>
            <a:avLst/>
            <a:gdLst/>
            <a:ahLst/>
            <a:cxnLst/>
            <a:rect r="r" b="b" t="t" l="l"/>
            <a:pathLst>
              <a:path h="6337210" w="6587834">
                <a:moveTo>
                  <a:pt x="0" y="0"/>
                </a:moveTo>
                <a:lnTo>
                  <a:pt x="6587835" y="0"/>
                </a:lnTo>
                <a:lnTo>
                  <a:pt x="6587835" y="6337211"/>
                </a:lnTo>
                <a:lnTo>
                  <a:pt x="0" y="6337211"/>
                </a:lnTo>
                <a:lnTo>
                  <a:pt x="0" y="0"/>
                </a:lnTo>
                <a:close/>
              </a:path>
            </a:pathLst>
          </a:custGeom>
          <a:blipFill>
            <a:blip r:embed="rId18"/>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true" flipV="false" rot="0">
            <a:off x="8712793" y="305497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sp>
        <p:nvSpPr>
          <p:cNvPr name="Freeform 9" id="9"/>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7234164"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10191499"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8863538"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692051" y="534510"/>
            <a:ext cx="3052218" cy="717550"/>
            <a:chOff x="0" y="0"/>
            <a:chExt cx="803876" cy="188984"/>
          </a:xfrm>
        </p:grpSpPr>
        <p:sp>
          <p:nvSpPr>
            <p:cNvPr name="Freeform 20" id="20"/>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1" id="21"/>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 Agenda Page</a:t>
              </a:r>
            </a:p>
          </p:txBody>
        </p:sp>
      </p:grpSp>
      <p:grpSp>
        <p:nvGrpSpPr>
          <p:cNvPr name="Group 22" id="22"/>
          <p:cNvGrpSpPr/>
          <p:nvPr/>
        </p:nvGrpSpPr>
        <p:grpSpPr>
          <a:xfrm rot="0">
            <a:off x="1028700" y="3211642"/>
            <a:ext cx="11000698" cy="5755081"/>
            <a:chOff x="0" y="0"/>
            <a:chExt cx="2897303" cy="1515742"/>
          </a:xfrm>
        </p:grpSpPr>
        <p:sp>
          <p:nvSpPr>
            <p:cNvPr name="Freeform 23" id="23"/>
            <p:cNvSpPr/>
            <p:nvPr/>
          </p:nvSpPr>
          <p:spPr>
            <a:xfrm flipH="false" flipV="false" rot="0">
              <a:off x="0" y="0"/>
              <a:ext cx="2897303" cy="1515741"/>
            </a:xfrm>
            <a:custGeom>
              <a:avLst/>
              <a:gdLst/>
              <a:ahLst/>
              <a:cxnLst/>
              <a:rect r="r" b="b" t="t" l="l"/>
              <a:pathLst>
                <a:path h="1515741" w="2897303">
                  <a:moveTo>
                    <a:pt x="34485" y="0"/>
                  </a:moveTo>
                  <a:lnTo>
                    <a:pt x="2862819" y="0"/>
                  </a:lnTo>
                  <a:cubicBezTo>
                    <a:pt x="2871965" y="0"/>
                    <a:pt x="2880736" y="3633"/>
                    <a:pt x="2887203" y="10100"/>
                  </a:cubicBezTo>
                  <a:cubicBezTo>
                    <a:pt x="2893670" y="16567"/>
                    <a:pt x="2897303" y="25339"/>
                    <a:pt x="2897303" y="34485"/>
                  </a:cubicBezTo>
                  <a:lnTo>
                    <a:pt x="2897303" y="1481257"/>
                  </a:lnTo>
                  <a:cubicBezTo>
                    <a:pt x="2897303" y="1500302"/>
                    <a:pt x="2881864" y="1515741"/>
                    <a:pt x="2862819" y="1515741"/>
                  </a:cubicBezTo>
                  <a:lnTo>
                    <a:pt x="34485" y="1515741"/>
                  </a:lnTo>
                  <a:cubicBezTo>
                    <a:pt x="15439" y="1515741"/>
                    <a:pt x="0" y="1500302"/>
                    <a:pt x="0" y="1481257"/>
                  </a:cubicBezTo>
                  <a:lnTo>
                    <a:pt x="0" y="34485"/>
                  </a:lnTo>
                  <a:cubicBezTo>
                    <a:pt x="0" y="15439"/>
                    <a:pt x="15439" y="0"/>
                    <a:pt x="34485" y="0"/>
                  </a:cubicBezTo>
                  <a:close/>
                </a:path>
              </a:pathLst>
            </a:custGeom>
            <a:solidFill>
              <a:srgbClr val="3613C8"/>
            </a:solidFill>
            <a:ln w="47625" cap="rnd">
              <a:solidFill>
                <a:srgbClr val="21EF80"/>
              </a:solidFill>
              <a:prstDash val="solid"/>
              <a:round/>
            </a:ln>
          </p:spPr>
        </p:sp>
        <p:sp>
          <p:nvSpPr>
            <p:cNvPr name="TextBox 24" id="24"/>
            <p:cNvSpPr txBox="true"/>
            <p:nvPr/>
          </p:nvSpPr>
          <p:spPr>
            <a:xfrm>
              <a:off x="0" y="-66675"/>
              <a:ext cx="2897303" cy="1582417"/>
            </a:xfrm>
            <a:prstGeom prst="rect">
              <a:avLst/>
            </a:prstGeom>
          </p:spPr>
          <p:txBody>
            <a:bodyPr anchor="t" rtlCol="false" tIns="254000" lIns="254000" bIns="254000" rIns="254000"/>
            <a:lstStyle/>
            <a:p>
              <a:pPr algn="l">
                <a:lnSpc>
                  <a:spcPts val="3359"/>
                </a:lnSpc>
              </a:pPr>
            </a:p>
          </p:txBody>
        </p:sp>
      </p:grpSp>
      <p:sp>
        <p:nvSpPr>
          <p:cNvPr name="Freeform 25" id="25"/>
          <p:cNvSpPr/>
          <p:nvPr/>
        </p:nvSpPr>
        <p:spPr>
          <a:xfrm flipH="false" flipV="false" rot="0">
            <a:off x="1514426" y="3594795"/>
            <a:ext cx="10029246" cy="4988774"/>
          </a:xfrm>
          <a:custGeom>
            <a:avLst/>
            <a:gdLst/>
            <a:ahLst/>
            <a:cxnLst/>
            <a:rect r="r" b="b" t="t" l="l"/>
            <a:pathLst>
              <a:path h="4988774" w="10029246">
                <a:moveTo>
                  <a:pt x="0" y="0"/>
                </a:moveTo>
                <a:lnTo>
                  <a:pt x="10029246" y="0"/>
                </a:lnTo>
                <a:lnTo>
                  <a:pt x="10029246" y="4988775"/>
                </a:lnTo>
                <a:lnTo>
                  <a:pt x="0" y="4988775"/>
                </a:lnTo>
                <a:lnTo>
                  <a:pt x="0" y="0"/>
                </a:lnTo>
                <a:close/>
              </a:path>
            </a:pathLst>
          </a:custGeom>
          <a:blipFill>
            <a:blip r:embed="rId18"/>
            <a:stretch>
              <a:fillRect l="0" t="0" r="0" b="0"/>
            </a:stretch>
          </a:blipFill>
        </p:spPr>
      </p:sp>
      <p:sp>
        <p:nvSpPr>
          <p:cNvPr name="TextBox 26" id="26"/>
          <p:cNvSpPr txBox="true"/>
          <p:nvPr/>
        </p:nvSpPr>
        <p:spPr>
          <a:xfrm rot="0">
            <a:off x="-185970" y="1757492"/>
            <a:ext cx="8576754"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IF-ELSE EJEMPLO</a:t>
            </a:r>
          </a:p>
        </p:txBody>
      </p:sp>
      <p:grpSp>
        <p:nvGrpSpPr>
          <p:cNvPr name="Group 27" id="27"/>
          <p:cNvGrpSpPr/>
          <p:nvPr/>
        </p:nvGrpSpPr>
        <p:grpSpPr>
          <a:xfrm rot="0">
            <a:off x="9315421" y="1690817"/>
            <a:ext cx="7532898" cy="1364160"/>
            <a:chOff x="0" y="0"/>
            <a:chExt cx="1983973" cy="359285"/>
          </a:xfrm>
        </p:grpSpPr>
        <p:sp>
          <p:nvSpPr>
            <p:cNvPr name="Freeform 28" id="28"/>
            <p:cNvSpPr/>
            <p:nvPr/>
          </p:nvSpPr>
          <p:spPr>
            <a:xfrm flipH="false" flipV="false" rot="0">
              <a:off x="0" y="0"/>
              <a:ext cx="1983973" cy="359285"/>
            </a:xfrm>
            <a:custGeom>
              <a:avLst/>
              <a:gdLst/>
              <a:ahLst/>
              <a:cxnLst/>
              <a:rect r="r" b="b" t="t" l="l"/>
              <a:pathLst>
                <a:path h="359285" w="1983973">
                  <a:moveTo>
                    <a:pt x="50360" y="0"/>
                  </a:moveTo>
                  <a:lnTo>
                    <a:pt x="1933613" y="0"/>
                  </a:lnTo>
                  <a:cubicBezTo>
                    <a:pt x="1946970" y="0"/>
                    <a:pt x="1959779" y="5306"/>
                    <a:pt x="1969223" y="14750"/>
                  </a:cubicBezTo>
                  <a:cubicBezTo>
                    <a:pt x="1978667" y="24194"/>
                    <a:pt x="1983973" y="37003"/>
                    <a:pt x="1983973" y="50360"/>
                  </a:cubicBezTo>
                  <a:lnTo>
                    <a:pt x="1983973" y="308925"/>
                  </a:lnTo>
                  <a:cubicBezTo>
                    <a:pt x="1983973" y="322282"/>
                    <a:pt x="1978667" y="335091"/>
                    <a:pt x="1969223" y="344535"/>
                  </a:cubicBezTo>
                  <a:cubicBezTo>
                    <a:pt x="1959779" y="353979"/>
                    <a:pt x="1946970" y="359285"/>
                    <a:pt x="1933613" y="359285"/>
                  </a:cubicBezTo>
                  <a:lnTo>
                    <a:pt x="50360" y="359285"/>
                  </a:lnTo>
                  <a:cubicBezTo>
                    <a:pt x="37003" y="359285"/>
                    <a:pt x="24194" y="353979"/>
                    <a:pt x="14750" y="344535"/>
                  </a:cubicBezTo>
                  <a:cubicBezTo>
                    <a:pt x="5306" y="335091"/>
                    <a:pt x="0" y="322282"/>
                    <a:pt x="0" y="308925"/>
                  </a:cubicBezTo>
                  <a:lnTo>
                    <a:pt x="0" y="50360"/>
                  </a:lnTo>
                  <a:cubicBezTo>
                    <a:pt x="0" y="37003"/>
                    <a:pt x="5306" y="24194"/>
                    <a:pt x="14750" y="14750"/>
                  </a:cubicBezTo>
                  <a:cubicBezTo>
                    <a:pt x="24194" y="5306"/>
                    <a:pt x="37003" y="0"/>
                    <a:pt x="50360" y="0"/>
                  </a:cubicBezTo>
                  <a:close/>
                </a:path>
              </a:pathLst>
            </a:custGeom>
            <a:solidFill>
              <a:srgbClr val="3613C8"/>
            </a:solidFill>
            <a:ln w="47625" cap="rnd">
              <a:solidFill>
                <a:srgbClr val="21EF80"/>
              </a:solidFill>
              <a:prstDash val="solid"/>
              <a:round/>
            </a:ln>
          </p:spPr>
        </p:sp>
        <p:sp>
          <p:nvSpPr>
            <p:cNvPr name="TextBox 29" id="29"/>
            <p:cNvSpPr txBox="true"/>
            <p:nvPr/>
          </p:nvSpPr>
          <p:spPr>
            <a:xfrm>
              <a:off x="0" y="-66675"/>
              <a:ext cx="1983973" cy="425960"/>
            </a:xfrm>
            <a:prstGeom prst="rect">
              <a:avLst/>
            </a:prstGeom>
          </p:spPr>
          <p:txBody>
            <a:bodyPr anchor="t" rtlCol="false" tIns="254000" lIns="254000" bIns="254000" rIns="254000"/>
            <a:lstStyle/>
            <a:p>
              <a:pPr algn="l">
                <a:lnSpc>
                  <a:spcPts val="3359"/>
                </a:lnSpc>
              </a:pPr>
            </a:p>
          </p:txBody>
        </p:sp>
      </p:grpSp>
      <p:sp>
        <p:nvSpPr>
          <p:cNvPr name="TextBox 30" id="30"/>
          <p:cNvSpPr txBox="true"/>
          <p:nvPr/>
        </p:nvSpPr>
        <p:spPr>
          <a:xfrm rot="0">
            <a:off x="9797670" y="2095180"/>
            <a:ext cx="6568399" cy="420206"/>
          </a:xfrm>
          <a:prstGeom prst="rect">
            <a:avLst/>
          </a:prstGeom>
        </p:spPr>
        <p:txBody>
          <a:bodyPr anchor="t" rtlCol="false" tIns="0" lIns="0" bIns="0" rIns="0">
            <a:spAutoFit/>
          </a:bodyPr>
          <a:lstStyle/>
          <a:p>
            <a:pPr algn="l">
              <a:lnSpc>
                <a:spcPts val="3289"/>
              </a:lnSpc>
            </a:pPr>
            <a:r>
              <a:rPr lang="en-US" sz="2349">
                <a:solidFill>
                  <a:srgbClr val="FFFFFF"/>
                </a:solidFill>
                <a:latin typeface="Poppins"/>
                <a:ea typeface="Poppins"/>
                <a:cs typeface="Poppins"/>
                <a:sym typeface="Poppins"/>
              </a:rPr>
              <a:t>Se imprimira si un numero es par o impar</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true" flipV="false" rot="0">
            <a:off x="8712793" y="305497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sp>
        <p:nvSpPr>
          <p:cNvPr name="Freeform 9" id="9"/>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7234164"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10191499"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8863538"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692051" y="534510"/>
            <a:ext cx="3052218" cy="717550"/>
            <a:chOff x="0" y="0"/>
            <a:chExt cx="803876" cy="188984"/>
          </a:xfrm>
        </p:grpSpPr>
        <p:sp>
          <p:nvSpPr>
            <p:cNvPr name="Freeform 20" id="20"/>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1" id="21"/>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 Agenda Page</a:t>
              </a:r>
            </a:p>
          </p:txBody>
        </p:sp>
      </p:grpSp>
      <p:grpSp>
        <p:nvGrpSpPr>
          <p:cNvPr name="Group 22" id="22"/>
          <p:cNvGrpSpPr/>
          <p:nvPr/>
        </p:nvGrpSpPr>
        <p:grpSpPr>
          <a:xfrm rot="0">
            <a:off x="11719601" y="1557606"/>
            <a:ext cx="6022153" cy="2994743"/>
            <a:chOff x="0" y="0"/>
            <a:chExt cx="1586081" cy="788739"/>
          </a:xfrm>
        </p:grpSpPr>
        <p:sp>
          <p:nvSpPr>
            <p:cNvPr name="Freeform 23" id="23"/>
            <p:cNvSpPr/>
            <p:nvPr/>
          </p:nvSpPr>
          <p:spPr>
            <a:xfrm flipH="false" flipV="false" rot="0">
              <a:off x="0" y="0"/>
              <a:ext cx="1586081" cy="788739"/>
            </a:xfrm>
            <a:custGeom>
              <a:avLst/>
              <a:gdLst/>
              <a:ahLst/>
              <a:cxnLst/>
              <a:rect r="r" b="b" t="t" l="l"/>
              <a:pathLst>
                <a:path h="788739" w="1586081">
                  <a:moveTo>
                    <a:pt x="62993" y="0"/>
                  </a:moveTo>
                  <a:lnTo>
                    <a:pt x="1523088" y="0"/>
                  </a:lnTo>
                  <a:cubicBezTo>
                    <a:pt x="1557879" y="0"/>
                    <a:pt x="1586081" y="28203"/>
                    <a:pt x="1586081" y="62993"/>
                  </a:cubicBezTo>
                  <a:lnTo>
                    <a:pt x="1586081" y="725746"/>
                  </a:lnTo>
                  <a:cubicBezTo>
                    <a:pt x="1586081" y="742453"/>
                    <a:pt x="1579445" y="758475"/>
                    <a:pt x="1567631" y="770289"/>
                  </a:cubicBezTo>
                  <a:cubicBezTo>
                    <a:pt x="1555818" y="782102"/>
                    <a:pt x="1539795" y="788739"/>
                    <a:pt x="1523088" y="788739"/>
                  </a:cubicBezTo>
                  <a:lnTo>
                    <a:pt x="62993" y="788739"/>
                  </a:lnTo>
                  <a:cubicBezTo>
                    <a:pt x="46286" y="788739"/>
                    <a:pt x="30264" y="782102"/>
                    <a:pt x="18450" y="770289"/>
                  </a:cubicBezTo>
                  <a:cubicBezTo>
                    <a:pt x="6637" y="758475"/>
                    <a:pt x="0" y="742453"/>
                    <a:pt x="0" y="725746"/>
                  </a:cubicBezTo>
                  <a:lnTo>
                    <a:pt x="0" y="62993"/>
                  </a:lnTo>
                  <a:cubicBezTo>
                    <a:pt x="0" y="46286"/>
                    <a:pt x="6637" y="30264"/>
                    <a:pt x="18450" y="18450"/>
                  </a:cubicBezTo>
                  <a:cubicBezTo>
                    <a:pt x="30264" y="6637"/>
                    <a:pt x="46286" y="0"/>
                    <a:pt x="62993" y="0"/>
                  </a:cubicBezTo>
                  <a:close/>
                </a:path>
              </a:pathLst>
            </a:custGeom>
            <a:solidFill>
              <a:srgbClr val="3613C8"/>
            </a:solidFill>
            <a:ln w="47625" cap="rnd">
              <a:solidFill>
                <a:srgbClr val="21EF80"/>
              </a:solidFill>
              <a:prstDash val="solid"/>
              <a:round/>
            </a:ln>
          </p:spPr>
        </p:sp>
        <p:sp>
          <p:nvSpPr>
            <p:cNvPr name="TextBox 24" id="24"/>
            <p:cNvSpPr txBox="true"/>
            <p:nvPr/>
          </p:nvSpPr>
          <p:spPr>
            <a:xfrm>
              <a:off x="0" y="-66675"/>
              <a:ext cx="1586081" cy="855414"/>
            </a:xfrm>
            <a:prstGeom prst="rect">
              <a:avLst/>
            </a:prstGeom>
          </p:spPr>
          <p:txBody>
            <a:bodyPr anchor="t" rtlCol="false" tIns="254000" lIns="254000" bIns="254000" rIns="254000"/>
            <a:lstStyle/>
            <a:p>
              <a:pPr algn="l">
                <a:lnSpc>
                  <a:spcPts val="3359"/>
                </a:lnSpc>
              </a:pPr>
            </a:p>
          </p:txBody>
        </p:sp>
      </p:grpSp>
      <p:grpSp>
        <p:nvGrpSpPr>
          <p:cNvPr name="Group 25" id="25"/>
          <p:cNvGrpSpPr/>
          <p:nvPr/>
        </p:nvGrpSpPr>
        <p:grpSpPr>
          <a:xfrm rot="0">
            <a:off x="213409" y="3211642"/>
            <a:ext cx="11353013" cy="6787608"/>
            <a:chOff x="0" y="0"/>
            <a:chExt cx="2990094" cy="1787683"/>
          </a:xfrm>
        </p:grpSpPr>
        <p:sp>
          <p:nvSpPr>
            <p:cNvPr name="Freeform 26" id="26"/>
            <p:cNvSpPr/>
            <p:nvPr/>
          </p:nvSpPr>
          <p:spPr>
            <a:xfrm flipH="false" flipV="false" rot="0">
              <a:off x="0" y="0"/>
              <a:ext cx="2990094" cy="1787683"/>
            </a:xfrm>
            <a:custGeom>
              <a:avLst/>
              <a:gdLst/>
              <a:ahLst/>
              <a:cxnLst/>
              <a:rect r="r" b="b" t="t" l="l"/>
              <a:pathLst>
                <a:path h="1787683" w="2990094">
                  <a:moveTo>
                    <a:pt x="33414" y="0"/>
                  </a:moveTo>
                  <a:lnTo>
                    <a:pt x="2956679" y="0"/>
                  </a:lnTo>
                  <a:cubicBezTo>
                    <a:pt x="2965541" y="0"/>
                    <a:pt x="2974041" y="3520"/>
                    <a:pt x="2980307" y="9787"/>
                  </a:cubicBezTo>
                  <a:cubicBezTo>
                    <a:pt x="2986573" y="16053"/>
                    <a:pt x="2990094" y="24552"/>
                    <a:pt x="2990094" y="33414"/>
                  </a:cubicBezTo>
                  <a:lnTo>
                    <a:pt x="2990094" y="1754268"/>
                  </a:lnTo>
                  <a:cubicBezTo>
                    <a:pt x="2990094" y="1772723"/>
                    <a:pt x="2975134" y="1787683"/>
                    <a:pt x="2956679" y="1787683"/>
                  </a:cubicBezTo>
                  <a:lnTo>
                    <a:pt x="33414" y="1787683"/>
                  </a:lnTo>
                  <a:cubicBezTo>
                    <a:pt x="14960" y="1787683"/>
                    <a:pt x="0" y="1772723"/>
                    <a:pt x="0" y="1754268"/>
                  </a:cubicBezTo>
                  <a:lnTo>
                    <a:pt x="0" y="33414"/>
                  </a:lnTo>
                  <a:cubicBezTo>
                    <a:pt x="0" y="14960"/>
                    <a:pt x="14960" y="0"/>
                    <a:pt x="33414" y="0"/>
                  </a:cubicBezTo>
                  <a:close/>
                </a:path>
              </a:pathLst>
            </a:custGeom>
            <a:solidFill>
              <a:srgbClr val="3613C8"/>
            </a:solidFill>
            <a:ln w="47625" cap="rnd">
              <a:solidFill>
                <a:srgbClr val="21EF80"/>
              </a:solidFill>
              <a:prstDash val="solid"/>
              <a:round/>
            </a:ln>
          </p:spPr>
        </p:sp>
        <p:sp>
          <p:nvSpPr>
            <p:cNvPr name="TextBox 27" id="27"/>
            <p:cNvSpPr txBox="true"/>
            <p:nvPr/>
          </p:nvSpPr>
          <p:spPr>
            <a:xfrm>
              <a:off x="0" y="-66675"/>
              <a:ext cx="2990094" cy="1854358"/>
            </a:xfrm>
            <a:prstGeom prst="rect">
              <a:avLst/>
            </a:prstGeom>
          </p:spPr>
          <p:txBody>
            <a:bodyPr anchor="t" rtlCol="false" tIns="254000" lIns="254000" bIns="254000" rIns="254000"/>
            <a:lstStyle/>
            <a:p>
              <a:pPr algn="l">
                <a:lnSpc>
                  <a:spcPts val="3359"/>
                </a:lnSpc>
              </a:pPr>
            </a:p>
          </p:txBody>
        </p:sp>
      </p:grpSp>
      <p:sp>
        <p:nvSpPr>
          <p:cNvPr name="Freeform 28" id="28"/>
          <p:cNvSpPr/>
          <p:nvPr/>
        </p:nvSpPr>
        <p:spPr>
          <a:xfrm flipH="false" flipV="false" rot="0">
            <a:off x="540477" y="3515345"/>
            <a:ext cx="10513359" cy="6042725"/>
          </a:xfrm>
          <a:custGeom>
            <a:avLst/>
            <a:gdLst/>
            <a:ahLst/>
            <a:cxnLst/>
            <a:rect r="r" b="b" t="t" l="l"/>
            <a:pathLst>
              <a:path h="6042725" w="10513359">
                <a:moveTo>
                  <a:pt x="0" y="0"/>
                </a:moveTo>
                <a:lnTo>
                  <a:pt x="10513359" y="0"/>
                </a:lnTo>
                <a:lnTo>
                  <a:pt x="10513359" y="6042725"/>
                </a:lnTo>
                <a:lnTo>
                  <a:pt x="0" y="6042725"/>
                </a:lnTo>
                <a:lnTo>
                  <a:pt x="0" y="0"/>
                </a:lnTo>
                <a:close/>
              </a:path>
            </a:pathLst>
          </a:custGeom>
          <a:blipFill>
            <a:blip r:embed="rId18"/>
            <a:stretch>
              <a:fillRect l="0" t="0" r="0" b="0"/>
            </a:stretch>
          </a:blipFill>
        </p:spPr>
      </p:sp>
      <p:sp>
        <p:nvSpPr>
          <p:cNvPr name="TextBox 29" id="29"/>
          <p:cNvSpPr txBox="true"/>
          <p:nvPr/>
        </p:nvSpPr>
        <p:spPr>
          <a:xfrm rot="0">
            <a:off x="-185970" y="1757492"/>
            <a:ext cx="8576754"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IF-ELSE-IF EJEMPLO</a:t>
            </a:r>
          </a:p>
        </p:txBody>
      </p:sp>
      <p:sp>
        <p:nvSpPr>
          <p:cNvPr name="TextBox 30" id="30"/>
          <p:cNvSpPr txBox="true"/>
          <p:nvPr/>
        </p:nvSpPr>
        <p:spPr>
          <a:xfrm rot="0">
            <a:off x="12146300" y="1775522"/>
            <a:ext cx="5113000" cy="2430827"/>
          </a:xfrm>
          <a:prstGeom prst="rect">
            <a:avLst/>
          </a:prstGeom>
        </p:spPr>
        <p:txBody>
          <a:bodyPr anchor="t" rtlCol="false" tIns="0" lIns="0" bIns="0" rIns="0">
            <a:spAutoFit/>
          </a:bodyPr>
          <a:lstStyle/>
          <a:p>
            <a:pPr algn="l">
              <a:lnSpc>
                <a:spcPts val="3845"/>
              </a:lnSpc>
            </a:pPr>
            <a:r>
              <a:rPr lang="en-US" sz="2746">
                <a:solidFill>
                  <a:srgbClr val="FFFFFF"/>
                </a:solidFill>
                <a:latin typeface="Poppins"/>
                <a:ea typeface="Poppins"/>
                <a:cs typeface="Poppins"/>
                <a:sym typeface="Poppins"/>
              </a:rPr>
              <a:t>Podemos construir una serie de comprobaciones un if a clausula de un if anterior. En este ejemplo veremos la petición de una pizza.</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5657"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442595" y="602008"/>
            <a:ext cx="12293213" cy="9247082"/>
            <a:chOff x="0" y="0"/>
            <a:chExt cx="3237719" cy="2435446"/>
          </a:xfrm>
        </p:grpSpPr>
        <p:sp>
          <p:nvSpPr>
            <p:cNvPr name="Freeform 10" id="10"/>
            <p:cNvSpPr/>
            <p:nvPr/>
          </p:nvSpPr>
          <p:spPr>
            <a:xfrm flipH="false" flipV="false" rot="0">
              <a:off x="0" y="0"/>
              <a:ext cx="3237719" cy="2435446"/>
            </a:xfrm>
            <a:custGeom>
              <a:avLst/>
              <a:gdLst/>
              <a:ahLst/>
              <a:cxnLst/>
              <a:rect r="r" b="b" t="t" l="l"/>
              <a:pathLst>
                <a:path h="2435446" w="3237719">
                  <a:moveTo>
                    <a:pt x="30859" y="0"/>
                  </a:moveTo>
                  <a:lnTo>
                    <a:pt x="3206860" y="0"/>
                  </a:lnTo>
                  <a:cubicBezTo>
                    <a:pt x="3223903" y="0"/>
                    <a:pt x="3237719" y="13816"/>
                    <a:pt x="3237719" y="30859"/>
                  </a:cubicBezTo>
                  <a:lnTo>
                    <a:pt x="3237719" y="2404587"/>
                  </a:lnTo>
                  <a:cubicBezTo>
                    <a:pt x="3237719" y="2412771"/>
                    <a:pt x="3234468" y="2420620"/>
                    <a:pt x="3228680" y="2426407"/>
                  </a:cubicBezTo>
                  <a:cubicBezTo>
                    <a:pt x="3222893" y="2432194"/>
                    <a:pt x="3215044" y="2435446"/>
                    <a:pt x="3206860" y="2435446"/>
                  </a:cubicBezTo>
                  <a:lnTo>
                    <a:pt x="30859" y="2435446"/>
                  </a:lnTo>
                  <a:cubicBezTo>
                    <a:pt x="22675" y="2435446"/>
                    <a:pt x="14825" y="2432194"/>
                    <a:pt x="9038" y="2426407"/>
                  </a:cubicBezTo>
                  <a:cubicBezTo>
                    <a:pt x="3251" y="2420620"/>
                    <a:pt x="0" y="2412771"/>
                    <a:pt x="0" y="2404587"/>
                  </a:cubicBezTo>
                  <a:lnTo>
                    <a:pt x="0" y="30859"/>
                  </a:lnTo>
                  <a:cubicBezTo>
                    <a:pt x="0" y="22675"/>
                    <a:pt x="3251" y="14825"/>
                    <a:pt x="9038" y="9038"/>
                  </a:cubicBezTo>
                  <a:cubicBezTo>
                    <a:pt x="14825" y="3251"/>
                    <a:pt x="22675" y="0"/>
                    <a:pt x="30859" y="0"/>
                  </a:cubicBezTo>
                  <a:close/>
                </a:path>
              </a:pathLst>
            </a:custGeom>
            <a:solidFill>
              <a:srgbClr val="3613C8"/>
            </a:solidFill>
            <a:ln w="47625" cap="rnd">
              <a:solidFill>
                <a:srgbClr val="21EF80"/>
              </a:solidFill>
              <a:prstDash val="solid"/>
              <a:round/>
            </a:ln>
          </p:spPr>
        </p:sp>
        <p:sp>
          <p:nvSpPr>
            <p:cNvPr name="TextBox 11" id="11"/>
            <p:cNvSpPr txBox="true"/>
            <p:nvPr/>
          </p:nvSpPr>
          <p:spPr>
            <a:xfrm>
              <a:off x="0" y="-66675"/>
              <a:ext cx="3237719" cy="2502121"/>
            </a:xfrm>
            <a:prstGeom prst="rect">
              <a:avLst/>
            </a:prstGeom>
          </p:spPr>
          <p:txBody>
            <a:bodyPr anchor="t" rtlCol="false" tIns="254000" lIns="254000" bIns="254000" rIns="254000"/>
            <a:lstStyle/>
            <a:p>
              <a:pPr algn="l">
                <a:lnSpc>
                  <a:spcPts val="3359"/>
                </a:lnSpc>
              </a:pPr>
            </a:p>
          </p:txBody>
        </p:sp>
      </p:grpSp>
      <p:sp>
        <p:nvSpPr>
          <p:cNvPr name="Freeform 12" id="12"/>
          <p:cNvSpPr/>
          <p:nvPr/>
        </p:nvSpPr>
        <p:spPr>
          <a:xfrm flipH="false" flipV="false" rot="0">
            <a:off x="1195" y="5225549"/>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4889430" y="878769"/>
            <a:ext cx="8697499" cy="1037597"/>
          </a:xfrm>
          <a:prstGeom prst="rect">
            <a:avLst/>
          </a:prstGeom>
        </p:spPr>
        <p:txBody>
          <a:bodyPr anchor="t" rtlCol="false" tIns="0" lIns="0" bIns="0" rIns="0">
            <a:spAutoFit/>
          </a:bodyPr>
          <a:lstStyle/>
          <a:p>
            <a:pPr algn="l">
              <a:lnSpc>
                <a:spcPts val="8013"/>
              </a:lnSpc>
            </a:pPr>
            <a:r>
              <a:rPr lang="en-US" sz="7154">
                <a:solidFill>
                  <a:srgbClr val="FFFFFF"/>
                </a:solidFill>
                <a:latin typeface="Computer Says No"/>
                <a:ea typeface="Computer Says No"/>
                <a:cs typeface="Computer Says No"/>
                <a:sym typeface="Computer Says No"/>
              </a:rPr>
              <a:t>IF-ELSE-IF DIAGRAMA DE FLUJO</a:t>
            </a:r>
          </a:p>
        </p:txBody>
      </p:sp>
      <p:sp>
        <p:nvSpPr>
          <p:cNvPr name="Freeform 14" id="14"/>
          <p:cNvSpPr/>
          <p:nvPr/>
        </p:nvSpPr>
        <p:spPr>
          <a:xfrm flipH="false" flipV="false" rot="0">
            <a:off x="5114089" y="1896214"/>
            <a:ext cx="8248182" cy="7952876"/>
          </a:xfrm>
          <a:custGeom>
            <a:avLst/>
            <a:gdLst/>
            <a:ahLst/>
            <a:cxnLst/>
            <a:rect r="r" b="b" t="t" l="l"/>
            <a:pathLst>
              <a:path h="7952876" w="8248182">
                <a:moveTo>
                  <a:pt x="0" y="0"/>
                </a:moveTo>
                <a:lnTo>
                  <a:pt x="8248182" y="0"/>
                </a:lnTo>
                <a:lnTo>
                  <a:pt x="8248182" y="7952876"/>
                </a:lnTo>
                <a:lnTo>
                  <a:pt x="0" y="7952876"/>
                </a:lnTo>
                <a:lnTo>
                  <a:pt x="0" y="0"/>
                </a:lnTo>
                <a:close/>
              </a:path>
            </a:pathLst>
          </a:custGeom>
          <a:blipFill>
            <a:blip r:embed="rId10"/>
            <a:stretch>
              <a:fillRect l="0" t="0" r="0" b="-3169"/>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5657"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442595" y="602008"/>
            <a:ext cx="12293213" cy="9247082"/>
            <a:chOff x="0" y="0"/>
            <a:chExt cx="3237719" cy="2435446"/>
          </a:xfrm>
        </p:grpSpPr>
        <p:sp>
          <p:nvSpPr>
            <p:cNvPr name="Freeform 10" id="10"/>
            <p:cNvSpPr/>
            <p:nvPr/>
          </p:nvSpPr>
          <p:spPr>
            <a:xfrm flipH="false" flipV="false" rot="0">
              <a:off x="0" y="0"/>
              <a:ext cx="3237719" cy="2435446"/>
            </a:xfrm>
            <a:custGeom>
              <a:avLst/>
              <a:gdLst/>
              <a:ahLst/>
              <a:cxnLst/>
              <a:rect r="r" b="b" t="t" l="l"/>
              <a:pathLst>
                <a:path h="2435446" w="3237719">
                  <a:moveTo>
                    <a:pt x="30859" y="0"/>
                  </a:moveTo>
                  <a:lnTo>
                    <a:pt x="3206860" y="0"/>
                  </a:lnTo>
                  <a:cubicBezTo>
                    <a:pt x="3223903" y="0"/>
                    <a:pt x="3237719" y="13816"/>
                    <a:pt x="3237719" y="30859"/>
                  </a:cubicBezTo>
                  <a:lnTo>
                    <a:pt x="3237719" y="2404587"/>
                  </a:lnTo>
                  <a:cubicBezTo>
                    <a:pt x="3237719" y="2412771"/>
                    <a:pt x="3234468" y="2420620"/>
                    <a:pt x="3228680" y="2426407"/>
                  </a:cubicBezTo>
                  <a:cubicBezTo>
                    <a:pt x="3222893" y="2432194"/>
                    <a:pt x="3215044" y="2435446"/>
                    <a:pt x="3206860" y="2435446"/>
                  </a:cubicBezTo>
                  <a:lnTo>
                    <a:pt x="30859" y="2435446"/>
                  </a:lnTo>
                  <a:cubicBezTo>
                    <a:pt x="22675" y="2435446"/>
                    <a:pt x="14825" y="2432194"/>
                    <a:pt x="9038" y="2426407"/>
                  </a:cubicBezTo>
                  <a:cubicBezTo>
                    <a:pt x="3251" y="2420620"/>
                    <a:pt x="0" y="2412771"/>
                    <a:pt x="0" y="2404587"/>
                  </a:cubicBezTo>
                  <a:lnTo>
                    <a:pt x="0" y="30859"/>
                  </a:lnTo>
                  <a:cubicBezTo>
                    <a:pt x="0" y="22675"/>
                    <a:pt x="3251" y="14825"/>
                    <a:pt x="9038" y="9038"/>
                  </a:cubicBezTo>
                  <a:cubicBezTo>
                    <a:pt x="14825" y="3251"/>
                    <a:pt x="22675" y="0"/>
                    <a:pt x="30859" y="0"/>
                  </a:cubicBezTo>
                  <a:close/>
                </a:path>
              </a:pathLst>
            </a:custGeom>
            <a:solidFill>
              <a:srgbClr val="3613C8"/>
            </a:solidFill>
            <a:ln w="47625" cap="rnd">
              <a:solidFill>
                <a:srgbClr val="21EF80"/>
              </a:solidFill>
              <a:prstDash val="solid"/>
              <a:round/>
            </a:ln>
          </p:spPr>
        </p:sp>
        <p:sp>
          <p:nvSpPr>
            <p:cNvPr name="TextBox 11" id="11"/>
            <p:cNvSpPr txBox="true"/>
            <p:nvPr/>
          </p:nvSpPr>
          <p:spPr>
            <a:xfrm>
              <a:off x="0" y="-66675"/>
              <a:ext cx="3237719" cy="2502121"/>
            </a:xfrm>
            <a:prstGeom prst="rect">
              <a:avLst/>
            </a:prstGeom>
          </p:spPr>
          <p:txBody>
            <a:bodyPr anchor="t" rtlCol="false" tIns="254000" lIns="254000" bIns="254000" rIns="254000"/>
            <a:lstStyle/>
            <a:p>
              <a:pPr algn="l">
                <a:lnSpc>
                  <a:spcPts val="3359"/>
                </a:lnSpc>
              </a:pPr>
            </a:p>
          </p:txBody>
        </p:sp>
      </p:grpSp>
      <p:sp>
        <p:nvSpPr>
          <p:cNvPr name="Freeform 12" id="12"/>
          <p:cNvSpPr/>
          <p:nvPr/>
        </p:nvSpPr>
        <p:spPr>
          <a:xfrm flipH="false" flipV="false" rot="0">
            <a:off x="1195" y="5225549"/>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5775392" y="1442409"/>
            <a:ext cx="7627619" cy="7932723"/>
          </a:xfrm>
          <a:custGeom>
            <a:avLst/>
            <a:gdLst/>
            <a:ahLst/>
            <a:cxnLst/>
            <a:rect r="r" b="b" t="t" l="l"/>
            <a:pathLst>
              <a:path h="7932723" w="7627619">
                <a:moveTo>
                  <a:pt x="0" y="0"/>
                </a:moveTo>
                <a:lnTo>
                  <a:pt x="7627619" y="0"/>
                </a:lnTo>
                <a:lnTo>
                  <a:pt x="7627619" y="7932723"/>
                </a:lnTo>
                <a:lnTo>
                  <a:pt x="0" y="7932723"/>
                </a:lnTo>
                <a:lnTo>
                  <a:pt x="0" y="0"/>
                </a:lnTo>
                <a:close/>
              </a:path>
            </a:pathLst>
          </a:custGeom>
          <a:blipFill>
            <a:blip r:embed="rId10"/>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028700" y="2273864"/>
            <a:ext cx="16230600" cy="2097710"/>
            <a:chOff x="0" y="0"/>
            <a:chExt cx="4274726" cy="552483"/>
          </a:xfrm>
        </p:grpSpPr>
        <p:sp>
          <p:nvSpPr>
            <p:cNvPr name="Freeform 6" id="6"/>
            <p:cNvSpPr/>
            <p:nvPr/>
          </p:nvSpPr>
          <p:spPr>
            <a:xfrm flipH="false" flipV="false" rot="0">
              <a:off x="0" y="0"/>
              <a:ext cx="4274726" cy="552483"/>
            </a:xfrm>
            <a:custGeom>
              <a:avLst/>
              <a:gdLst/>
              <a:ahLst/>
              <a:cxnLst/>
              <a:rect r="r" b="b" t="t" l="l"/>
              <a:pathLst>
                <a:path h="552483" w="4274726">
                  <a:moveTo>
                    <a:pt x="23373" y="0"/>
                  </a:moveTo>
                  <a:lnTo>
                    <a:pt x="4251353" y="0"/>
                  </a:lnTo>
                  <a:cubicBezTo>
                    <a:pt x="4264261" y="0"/>
                    <a:pt x="4274726" y="10464"/>
                    <a:pt x="4274726" y="23373"/>
                  </a:cubicBezTo>
                  <a:lnTo>
                    <a:pt x="4274726" y="529110"/>
                  </a:lnTo>
                  <a:cubicBezTo>
                    <a:pt x="4274726" y="542019"/>
                    <a:pt x="4264261" y="552483"/>
                    <a:pt x="4251353" y="552483"/>
                  </a:cubicBezTo>
                  <a:lnTo>
                    <a:pt x="23373" y="552483"/>
                  </a:lnTo>
                  <a:cubicBezTo>
                    <a:pt x="10464" y="552483"/>
                    <a:pt x="0" y="542019"/>
                    <a:pt x="0" y="529110"/>
                  </a:cubicBezTo>
                  <a:lnTo>
                    <a:pt x="0" y="23373"/>
                  </a:lnTo>
                  <a:cubicBezTo>
                    <a:pt x="0" y="10464"/>
                    <a:pt x="10464" y="0"/>
                    <a:pt x="23373" y="0"/>
                  </a:cubicBezTo>
                  <a:close/>
                </a:path>
              </a:pathLst>
            </a:custGeom>
            <a:solidFill>
              <a:srgbClr val="3613C8"/>
            </a:solidFill>
            <a:ln w="47625" cap="rnd">
              <a:solidFill>
                <a:srgbClr val="21EF80"/>
              </a:solidFill>
              <a:prstDash val="solid"/>
              <a:round/>
            </a:ln>
          </p:spPr>
        </p:sp>
        <p:sp>
          <p:nvSpPr>
            <p:cNvPr name="TextBox 7" id="7"/>
            <p:cNvSpPr txBox="true"/>
            <p:nvPr/>
          </p:nvSpPr>
          <p:spPr>
            <a:xfrm>
              <a:off x="0" y="-76200"/>
              <a:ext cx="4274726" cy="628683"/>
            </a:xfrm>
            <a:prstGeom prst="rect">
              <a:avLst/>
            </a:prstGeom>
          </p:spPr>
          <p:txBody>
            <a:bodyPr anchor="t" rtlCol="false" tIns="254000" lIns="254000" bIns="254000" rIns="254000"/>
            <a:lstStyle/>
            <a:p>
              <a:pPr algn="l">
                <a:lnSpc>
                  <a:spcPts val="3779"/>
                </a:lnSpc>
              </a:pPr>
              <a:r>
                <a:rPr lang="en-US" sz="2700">
                  <a:solidFill>
                    <a:srgbClr val="FFFFFF"/>
                  </a:solidFill>
                  <a:latin typeface="Poppins Light"/>
                  <a:ea typeface="Poppins Light"/>
                  <a:cs typeface="Poppins Light"/>
                  <a:sym typeface="Poppins Light"/>
                </a:rPr>
                <a:t>Mediante esta instrucción establecemos una serie de casos que se podrían cumplir para el valor de una expresión o variable, y en función del valor de la variable se ejecutarán una serie de instrucciones asociadas u otra.</a:t>
              </a:r>
            </a:p>
          </p:txBody>
        </p:sp>
      </p:grpSp>
      <p:grpSp>
        <p:nvGrpSpPr>
          <p:cNvPr name="Group 8" id="8"/>
          <p:cNvGrpSpPr/>
          <p:nvPr/>
        </p:nvGrpSpPr>
        <p:grpSpPr>
          <a:xfrm rot="0">
            <a:off x="6775697" y="4752574"/>
            <a:ext cx="6398598" cy="5687685"/>
            <a:chOff x="0" y="0"/>
            <a:chExt cx="1685227" cy="1497991"/>
          </a:xfrm>
        </p:grpSpPr>
        <p:sp>
          <p:nvSpPr>
            <p:cNvPr name="Freeform 9" id="9"/>
            <p:cNvSpPr/>
            <p:nvPr/>
          </p:nvSpPr>
          <p:spPr>
            <a:xfrm flipH="false" flipV="false" rot="0">
              <a:off x="0" y="0"/>
              <a:ext cx="1685227" cy="1497991"/>
            </a:xfrm>
            <a:custGeom>
              <a:avLst/>
              <a:gdLst/>
              <a:ahLst/>
              <a:cxnLst/>
              <a:rect r="r" b="b" t="t" l="l"/>
              <a:pathLst>
                <a:path h="1497991" w="1685227">
                  <a:moveTo>
                    <a:pt x="61707" y="0"/>
                  </a:moveTo>
                  <a:lnTo>
                    <a:pt x="1623520" y="0"/>
                  </a:lnTo>
                  <a:cubicBezTo>
                    <a:pt x="1639886" y="0"/>
                    <a:pt x="1655582" y="6501"/>
                    <a:pt x="1667154" y="18074"/>
                  </a:cubicBezTo>
                  <a:cubicBezTo>
                    <a:pt x="1678726" y="29646"/>
                    <a:pt x="1685227" y="45341"/>
                    <a:pt x="1685227" y="61707"/>
                  </a:cubicBezTo>
                  <a:lnTo>
                    <a:pt x="1685227" y="1436284"/>
                  </a:lnTo>
                  <a:cubicBezTo>
                    <a:pt x="1685227" y="1452650"/>
                    <a:pt x="1678726" y="1468345"/>
                    <a:pt x="1667154" y="1479918"/>
                  </a:cubicBezTo>
                  <a:cubicBezTo>
                    <a:pt x="1655582" y="1491490"/>
                    <a:pt x="1639886" y="1497991"/>
                    <a:pt x="1623520" y="1497991"/>
                  </a:cubicBezTo>
                  <a:lnTo>
                    <a:pt x="61707" y="1497991"/>
                  </a:lnTo>
                  <a:cubicBezTo>
                    <a:pt x="45341" y="1497991"/>
                    <a:pt x="29646" y="1491490"/>
                    <a:pt x="18074" y="1479918"/>
                  </a:cubicBezTo>
                  <a:cubicBezTo>
                    <a:pt x="6501" y="1468345"/>
                    <a:pt x="0" y="1452650"/>
                    <a:pt x="0" y="1436284"/>
                  </a:cubicBezTo>
                  <a:lnTo>
                    <a:pt x="0" y="61707"/>
                  </a:lnTo>
                  <a:cubicBezTo>
                    <a:pt x="0" y="45341"/>
                    <a:pt x="6501" y="29646"/>
                    <a:pt x="18074" y="18074"/>
                  </a:cubicBezTo>
                  <a:cubicBezTo>
                    <a:pt x="29646" y="6501"/>
                    <a:pt x="45341" y="0"/>
                    <a:pt x="61707" y="0"/>
                  </a:cubicBezTo>
                  <a:close/>
                </a:path>
              </a:pathLst>
            </a:custGeom>
            <a:solidFill>
              <a:srgbClr val="3613C8"/>
            </a:solidFill>
          </p:spPr>
        </p:sp>
        <p:sp>
          <p:nvSpPr>
            <p:cNvPr name="TextBox 10" id="10"/>
            <p:cNvSpPr txBox="true"/>
            <p:nvPr/>
          </p:nvSpPr>
          <p:spPr>
            <a:xfrm>
              <a:off x="0" y="0"/>
              <a:ext cx="1685227" cy="1497991"/>
            </a:xfrm>
            <a:prstGeom prst="rect">
              <a:avLst/>
            </a:prstGeom>
          </p:spPr>
          <p:txBody>
            <a:bodyPr anchor="ctr" rtlCol="false" tIns="50800" lIns="50800" bIns="50800" rIns="50800"/>
            <a:lstStyle/>
            <a:p>
              <a:pPr algn="ctr">
                <a:lnSpc>
                  <a:spcPts val="2463"/>
                </a:lnSpc>
              </a:pPr>
            </a:p>
          </p:txBody>
        </p:sp>
      </p:grpSp>
      <p:sp>
        <p:nvSpPr>
          <p:cNvPr name="TextBox 11" id="11"/>
          <p:cNvSpPr txBox="true"/>
          <p:nvPr/>
        </p:nvSpPr>
        <p:spPr>
          <a:xfrm rot="0">
            <a:off x="4889430" y="878769"/>
            <a:ext cx="8509139" cy="1014095"/>
          </a:xfrm>
          <a:prstGeom prst="rect">
            <a:avLst/>
          </a:prstGeom>
        </p:spPr>
        <p:txBody>
          <a:bodyPr anchor="t" rtlCol="false" tIns="0" lIns="0" bIns="0" rIns="0">
            <a:spAutoFit/>
          </a:bodyPr>
          <a:lstStyle/>
          <a:p>
            <a:pPr algn="l">
              <a:lnSpc>
                <a:spcPts val="7839"/>
              </a:lnSpc>
            </a:pPr>
            <a:r>
              <a:rPr lang="en-US" sz="6999">
                <a:solidFill>
                  <a:srgbClr val="FFFFFF"/>
                </a:solidFill>
                <a:latin typeface="Computer Says No"/>
                <a:ea typeface="Computer Says No"/>
                <a:cs typeface="Computer Says No"/>
                <a:sym typeface="Computer Says No"/>
              </a:rPr>
              <a:t>SELECT-CASE</a:t>
            </a:r>
          </a:p>
        </p:txBody>
      </p:sp>
      <p:sp>
        <p:nvSpPr>
          <p:cNvPr name="Freeform 12" id="12"/>
          <p:cNvSpPr/>
          <p:nvPr/>
        </p:nvSpPr>
        <p:spPr>
          <a:xfrm flipH="false" flipV="false" rot="0">
            <a:off x="7452586" y="5052146"/>
            <a:ext cx="4714689" cy="5088541"/>
          </a:xfrm>
          <a:custGeom>
            <a:avLst/>
            <a:gdLst/>
            <a:ahLst/>
            <a:cxnLst/>
            <a:rect r="r" b="b" t="t" l="l"/>
            <a:pathLst>
              <a:path h="5088541" w="4714689">
                <a:moveTo>
                  <a:pt x="0" y="0"/>
                </a:moveTo>
                <a:lnTo>
                  <a:pt x="4714689" y="0"/>
                </a:lnTo>
                <a:lnTo>
                  <a:pt x="4714689" y="5088541"/>
                </a:lnTo>
                <a:lnTo>
                  <a:pt x="0" y="5088541"/>
                </a:lnTo>
                <a:lnTo>
                  <a:pt x="0" y="0"/>
                </a:lnTo>
                <a:close/>
              </a:path>
            </a:pathLst>
          </a:custGeom>
          <a:blipFill>
            <a:blip r:embed="rId8"/>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5657"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442595" y="602008"/>
            <a:ext cx="12293213" cy="9247082"/>
            <a:chOff x="0" y="0"/>
            <a:chExt cx="3237719" cy="2435446"/>
          </a:xfrm>
        </p:grpSpPr>
        <p:sp>
          <p:nvSpPr>
            <p:cNvPr name="Freeform 10" id="10"/>
            <p:cNvSpPr/>
            <p:nvPr/>
          </p:nvSpPr>
          <p:spPr>
            <a:xfrm flipH="false" flipV="false" rot="0">
              <a:off x="0" y="0"/>
              <a:ext cx="3237719" cy="2435446"/>
            </a:xfrm>
            <a:custGeom>
              <a:avLst/>
              <a:gdLst/>
              <a:ahLst/>
              <a:cxnLst/>
              <a:rect r="r" b="b" t="t" l="l"/>
              <a:pathLst>
                <a:path h="2435446" w="3237719">
                  <a:moveTo>
                    <a:pt x="30859" y="0"/>
                  </a:moveTo>
                  <a:lnTo>
                    <a:pt x="3206860" y="0"/>
                  </a:lnTo>
                  <a:cubicBezTo>
                    <a:pt x="3223903" y="0"/>
                    <a:pt x="3237719" y="13816"/>
                    <a:pt x="3237719" y="30859"/>
                  </a:cubicBezTo>
                  <a:lnTo>
                    <a:pt x="3237719" y="2404587"/>
                  </a:lnTo>
                  <a:cubicBezTo>
                    <a:pt x="3237719" y="2412771"/>
                    <a:pt x="3234468" y="2420620"/>
                    <a:pt x="3228680" y="2426407"/>
                  </a:cubicBezTo>
                  <a:cubicBezTo>
                    <a:pt x="3222893" y="2432194"/>
                    <a:pt x="3215044" y="2435446"/>
                    <a:pt x="3206860" y="2435446"/>
                  </a:cubicBezTo>
                  <a:lnTo>
                    <a:pt x="30859" y="2435446"/>
                  </a:lnTo>
                  <a:cubicBezTo>
                    <a:pt x="22675" y="2435446"/>
                    <a:pt x="14825" y="2432194"/>
                    <a:pt x="9038" y="2426407"/>
                  </a:cubicBezTo>
                  <a:cubicBezTo>
                    <a:pt x="3251" y="2420620"/>
                    <a:pt x="0" y="2412771"/>
                    <a:pt x="0" y="2404587"/>
                  </a:cubicBezTo>
                  <a:lnTo>
                    <a:pt x="0" y="30859"/>
                  </a:lnTo>
                  <a:cubicBezTo>
                    <a:pt x="0" y="22675"/>
                    <a:pt x="3251" y="14825"/>
                    <a:pt x="9038" y="9038"/>
                  </a:cubicBezTo>
                  <a:cubicBezTo>
                    <a:pt x="14825" y="3251"/>
                    <a:pt x="22675" y="0"/>
                    <a:pt x="30859" y="0"/>
                  </a:cubicBezTo>
                  <a:close/>
                </a:path>
              </a:pathLst>
            </a:custGeom>
            <a:solidFill>
              <a:srgbClr val="3613C8"/>
            </a:solidFill>
            <a:ln w="47625" cap="rnd">
              <a:solidFill>
                <a:srgbClr val="21EF80"/>
              </a:solidFill>
              <a:prstDash val="solid"/>
              <a:round/>
            </a:ln>
          </p:spPr>
        </p:sp>
        <p:sp>
          <p:nvSpPr>
            <p:cNvPr name="TextBox 11" id="11"/>
            <p:cNvSpPr txBox="true"/>
            <p:nvPr/>
          </p:nvSpPr>
          <p:spPr>
            <a:xfrm>
              <a:off x="0" y="-66675"/>
              <a:ext cx="3237719" cy="2502121"/>
            </a:xfrm>
            <a:prstGeom prst="rect">
              <a:avLst/>
            </a:prstGeom>
          </p:spPr>
          <p:txBody>
            <a:bodyPr anchor="t" rtlCol="false" tIns="254000" lIns="254000" bIns="254000" rIns="254000"/>
            <a:lstStyle/>
            <a:p>
              <a:pPr algn="l">
                <a:lnSpc>
                  <a:spcPts val="3359"/>
                </a:lnSpc>
              </a:pPr>
            </a:p>
          </p:txBody>
        </p:sp>
      </p:grpSp>
      <p:sp>
        <p:nvSpPr>
          <p:cNvPr name="Freeform 12" id="12"/>
          <p:cNvSpPr/>
          <p:nvPr/>
        </p:nvSpPr>
        <p:spPr>
          <a:xfrm flipH="false" flipV="false" rot="0">
            <a:off x="1195" y="5225549"/>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4889430" y="878769"/>
            <a:ext cx="8697499" cy="1037597"/>
          </a:xfrm>
          <a:prstGeom prst="rect">
            <a:avLst/>
          </a:prstGeom>
        </p:spPr>
        <p:txBody>
          <a:bodyPr anchor="t" rtlCol="false" tIns="0" lIns="0" bIns="0" rIns="0">
            <a:spAutoFit/>
          </a:bodyPr>
          <a:lstStyle/>
          <a:p>
            <a:pPr algn="l">
              <a:lnSpc>
                <a:spcPts val="8013"/>
              </a:lnSpc>
            </a:pPr>
            <a:r>
              <a:rPr lang="en-US" sz="7154">
                <a:solidFill>
                  <a:srgbClr val="FFFFFF"/>
                </a:solidFill>
                <a:latin typeface="Computer Says No"/>
                <a:ea typeface="Computer Says No"/>
                <a:cs typeface="Computer Says No"/>
                <a:sym typeface="Computer Says No"/>
              </a:rPr>
              <a:t>SELECT - CASE</a:t>
            </a:r>
          </a:p>
        </p:txBody>
      </p:sp>
      <p:sp>
        <p:nvSpPr>
          <p:cNvPr name="Freeform 14" id="14"/>
          <p:cNvSpPr/>
          <p:nvPr/>
        </p:nvSpPr>
        <p:spPr>
          <a:xfrm flipH="false" flipV="false" rot="0">
            <a:off x="4238376" y="2280910"/>
            <a:ext cx="10698291" cy="6242797"/>
          </a:xfrm>
          <a:custGeom>
            <a:avLst/>
            <a:gdLst/>
            <a:ahLst/>
            <a:cxnLst/>
            <a:rect r="r" b="b" t="t" l="l"/>
            <a:pathLst>
              <a:path h="6242797" w="10698291">
                <a:moveTo>
                  <a:pt x="0" y="0"/>
                </a:moveTo>
                <a:lnTo>
                  <a:pt x="10698291" y="0"/>
                </a:lnTo>
                <a:lnTo>
                  <a:pt x="10698291" y="6242798"/>
                </a:lnTo>
                <a:lnTo>
                  <a:pt x="0" y="6242798"/>
                </a:lnTo>
                <a:lnTo>
                  <a:pt x="0" y="0"/>
                </a:lnTo>
                <a:close/>
              </a:path>
            </a:pathLst>
          </a:custGeom>
          <a:blipFill>
            <a:blip r:embed="rId10"/>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true" flipV="false" rot="0">
            <a:off x="8712793" y="305497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sp>
        <p:nvSpPr>
          <p:cNvPr name="Freeform 9" id="9"/>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7234164"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10191499"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8863538"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692051" y="534510"/>
            <a:ext cx="3052218" cy="717550"/>
            <a:chOff x="0" y="0"/>
            <a:chExt cx="803876" cy="188984"/>
          </a:xfrm>
        </p:grpSpPr>
        <p:sp>
          <p:nvSpPr>
            <p:cNvPr name="Freeform 20" id="20"/>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1" id="21"/>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 Agenda Page</a:t>
              </a:r>
            </a:p>
          </p:txBody>
        </p:sp>
      </p:grpSp>
      <p:sp>
        <p:nvSpPr>
          <p:cNvPr name="TextBox 22" id="22"/>
          <p:cNvSpPr txBox="true"/>
          <p:nvPr/>
        </p:nvSpPr>
        <p:spPr>
          <a:xfrm rot="0">
            <a:off x="0" y="1600828"/>
            <a:ext cx="8576754"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SELECT-CASE</a:t>
            </a:r>
          </a:p>
        </p:txBody>
      </p:sp>
      <p:grpSp>
        <p:nvGrpSpPr>
          <p:cNvPr name="Group 23" id="23"/>
          <p:cNvGrpSpPr/>
          <p:nvPr/>
        </p:nvGrpSpPr>
        <p:grpSpPr>
          <a:xfrm rot="0">
            <a:off x="1330209" y="3054978"/>
            <a:ext cx="15975520" cy="5907710"/>
            <a:chOff x="0" y="0"/>
            <a:chExt cx="4207544" cy="1555940"/>
          </a:xfrm>
        </p:grpSpPr>
        <p:sp>
          <p:nvSpPr>
            <p:cNvPr name="Freeform 24" id="24"/>
            <p:cNvSpPr/>
            <p:nvPr/>
          </p:nvSpPr>
          <p:spPr>
            <a:xfrm flipH="false" flipV="false" rot="0">
              <a:off x="0" y="0"/>
              <a:ext cx="4207544" cy="1555940"/>
            </a:xfrm>
            <a:custGeom>
              <a:avLst/>
              <a:gdLst/>
              <a:ahLst/>
              <a:cxnLst/>
              <a:rect r="r" b="b" t="t" l="l"/>
              <a:pathLst>
                <a:path h="1555940" w="4207544">
                  <a:moveTo>
                    <a:pt x="23746" y="0"/>
                  </a:moveTo>
                  <a:lnTo>
                    <a:pt x="4183799" y="0"/>
                  </a:lnTo>
                  <a:cubicBezTo>
                    <a:pt x="4190096" y="0"/>
                    <a:pt x="4196136" y="2502"/>
                    <a:pt x="4200589" y="6955"/>
                  </a:cubicBezTo>
                  <a:cubicBezTo>
                    <a:pt x="4205043" y="11408"/>
                    <a:pt x="4207544" y="17448"/>
                    <a:pt x="4207544" y="23746"/>
                  </a:cubicBezTo>
                  <a:lnTo>
                    <a:pt x="4207544" y="1532194"/>
                  </a:lnTo>
                  <a:cubicBezTo>
                    <a:pt x="4207544" y="1538492"/>
                    <a:pt x="4205043" y="1544532"/>
                    <a:pt x="4200589" y="1548985"/>
                  </a:cubicBezTo>
                  <a:cubicBezTo>
                    <a:pt x="4196136" y="1553438"/>
                    <a:pt x="4190096" y="1555940"/>
                    <a:pt x="4183799" y="1555940"/>
                  </a:cubicBezTo>
                  <a:lnTo>
                    <a:pt x="23746" y="1555940"/>
                  </a:lnTo>
                  <a:cubicBezTo>
                    <a:pt x="17448" y="1555940"/>
                    <a:pt x="11408" y="1553438"/>
                    <a:pt x="6955" y="1548985"/>
                  </a:cubicBezTo>
                  <a:cubicBezTo>
                    <a:pt x="2502" y="1544532"/>
                    <a:pt x="0" y="1538492"/>
                    <a:pt x="0" y="1532194"/>
                  </a:cubicBezTo>
                  <a:lnTo>
                    <a:pt x="0" y="23746"/>
                  </a:lnTo>
                  <a:cubicBezTo>
                    <a:pt x="0" y="17448"/>
                    <a:pt x="2502" y="11408"/>
                    <a:pt x="6955" y="6955"/>
                  </a:cubicBezTo>
                  <a:cubicBezTo>
                    <a:pt x="11408" y="2502"/>
                    <a:pt x="17448" y="0"/>
                    <a:pt x="23746" y="0"/>
                  </a:cubicBezTo>
                  <a:close/>
                </a:path>
              </a:pathLst>
            </a:custGeom>
            <a:solidFill>
              <a:srgbClr val="3613C8"/>
            </a:solidFill>
            <a:ln w="47625" cap="rnd">
              <a:solidFill>
                <a:srgbClr val="21EF80"/>
              </a:solidFill>
              <a:prstDash val="solid"/>
              <a:round/>
            </a:ln>
          </p:spPr>
        </p:sp>
        <p:sp>
          <p:nvSpPr>
            <p:cNvPr name="TextBox 25" id="25"/>
            <p:cNvSpPr txBox="true"/>
            <p:nvPr/>
          </p:nvSpPr>
          <p:spPr>
            <a:xfrm>
              <a:off x="0" y="-76200"/>
              <a:ext cx="4207544" cy="1632140"/>
            </a:xfrm>
            <a:prstGeom prst="rect">
              <a:avLst/>
            </a:prstGeom>
          </p:spPr>
          <p:txBody>
            <a:bodyPr anchor="t" rtlCol="false" tIns="254000" lIns="254000" bIns="254000" rIns="254000"/>
            <a:lstStyle/>
            <a:p>
              <a:pPr algn="l">
                <a:lnSpc>
                  <a:spcPts val="3779"/>
                </a:lnSpc>
              </a:pPr>
              <a:r>
                <a:rPr lang="en-US" sz="2700">
                  <a:solidFill>
                    <a:srgbClr val="FFFFFF"/>
                  </a:solidFill>
                  <a:latin typeface="Poppins Light"/>
                  <a:ea typeface="Poppins Light"/>
                  <a:cs typeface="Poppins Light"/>
                  <a:sym typeface="Poppins Light"/>
                </a:rPr>
                <a:t>La expresión a evaluar puede ser un valor numérico o una cadena de texto. Sólo se puede evaluar una expresión y no múltiples expresiones. La evaluación de expresiones puede ser:</a:t>
              </a:r>
            </a:p>
            <a:p>
              <a:pPr algn="l">
                <a:lnSpc>
                  <a:spcPts val="3779"/>
                </a:lnSpc>
              </a:pP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De coincidencia: por ejemplo, Case 12 indicaría que si la expresión evaluada vale 12 se ejecutarán las instrucciones anexas. </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De intervalo: usando la palabra clave To. Por ejemplo, Case 12 To 14 indicaría que si la expresión evaluada tiene un valor comprendido entre 12 y 14 (incluidos los extremos de los intervalos), se ejecutarán las instrucciones anexas. </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De comparación: usando la palabra clave Is. Por ejemplo, Case Is &lt;= 14 indicaría que si la expresión evaluada tiene un valor menor o igual a 14 se ejecutarán las instrucciones anexas.</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true" flipV="false" rot="0">
            <a:off x="8712793" y="305497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sp>
        <p:nvSpPr>
          <p:cNvPr name="Freeform 9" id="9"/>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7234164"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10191499"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8863538"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692051" y="534510"/>
            <a:ext cx="3052218" cy="717550"/>
            <a:chOff x="0" y="0"/>
            <a:chExt cx="803876" cy="188984"/>
          </a:xfrm>
        </p:grpSpPr>
        <p:sp>
          <p:nvSpPr>
            <p:cNvPr name="Freeform 20" id="20"/>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1" id="21"/>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 Agenda Page</a:t>
              </a:r>
            </a:p>
          </p:txBody>
        </p:sp>
      </p:grpSp>
      <p:sp>
        <p:nvSpPr>
          <p:cNvPr name="TextBox 22" id="22"/>
          <p:cNvSpPr txBox="true"/>
          <p:nvPr/>
        </p:nvSpPr>
        <p:spPr>
          <a:xfrm rot="0">
            <a:off x="0" y="1600828"/>
            <a:ext cx="8576754"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¿CUAL ESCOGER?</a:t>
            </a:r>
          </a:p>
        </p:txBody>
      </p:sp>
      <p:pic>
        <p:nvPicPr>
          <p:cNvPr name="Picture 23" id="23"/>
          <p:cNvPicPr>
            <a:picLocks noChangeAspect="true"/>
          </p:cNvPicPr>
          <p:nvPr>
            <a:videoFile r:link="rId19"/>
          </p:nvPr>
        </p:nvPicPr>
        <p:blipFill>
          <a:blip r:embed="rId18"/>
          <a:stretch>
            <a:fillRect/>
          </a:stretch>
        </p:blipFill>
        <p:spPr>
          <a:xfrm rot="0">
            <a:off x="5203169" y="3054978"/>
            <a:ext cx="8229600" cy="6172200"/>
          </a:xfrm>
          <a:prstGeom prst="rect">
            <a:avLst/>
          </a:prstGeom>
        </p:spPr>
      </p:pic>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true" flipV="false" rot="0">
            <a:off x="8712793" y="305497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sp>
        <p:nvSpPr>
          <p:cNvPr name="Freeform 9" id="9"/>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7234164"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10191499"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8863538"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692051" y="534510"/>
            <a:ext cx="3052218" cy="717550"/>
            <a:chOff x="0" y="0"/>
            <a:chExt cx="803876" cy="188984"/>
          </a:xfrm>
        </p:grpSpPr>
        <p:sp>
          <p:nvSpPr>
            <p:cNvPr name="Freeform 20" id="20"/>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1" id="21"/>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 Agenda Page</a:t>
              </a:r>
            </a:p>
          </p:txBody>
        </p:sp>
      </p:grpSp>
      <p:sp>
        <p:nvSpPr>
          <p:cNvPr name="TextBox 22" id="22"/>
          <p:cNvSpPr txBox="true"/>
          <p:nvPr/>
        </p:nvSpPr>
        <p:spPr>
          <a:xfrm rot="0">
            <a:off x="0" y="1600828"/>
            <a:ext cx="8576754"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BUENAS PRÁCTICAS</a:t>
            </a:r>
          </a:p>
        </p:txBody>
      </p:sp>
      <p:pic>
        <p:nvPicPr>
          <p:cNvPr name="Picture 23" id="23"/>
          <p:cNvPicPr>
            <a:picLocks noChangeAspect="true"/>
          </p:cNvPicPr>
          <p:nvPr>
            <a:videoFile r:link="rId19"/>
          </p:nvPr>
        </p:nvPicPr>
        <p:blipFill>
          <a:blip r:embed="rId18"/>
          <a:stretch>
            <a:fillRect/>
          </a:stretch>
        </p:blipFill>
        <p:spPr>
          <a:xfrm rot="0">
            <a:off x="5471654" y="3054978"/>
            <a:ext cx="8229600" cy="6172200"/>
          </a:xfrm>
          <a:prstGeom prst="rect">
            <a:avLst/>
          </a:prstGeom>
        </p:spPr>
      </p:pic>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true" flipV="false" rot="0">
            <a:off x="8712793" y="305497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sp>
        <p:nvSpPr>
          <p:cNvPr name="Freeform 9" id="9"/>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7234164"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10191499"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8863538"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692051" y="534510"/>
            <a:ext cx="3052218" cy="717550"/>
            <a:chOff x="0" y="0"/>
            <a:chExt cx="803876" cy="188984"/>
          </a:xfrm>
        </p:grpSpPr>
        <p:sp>
          <p:nvSpPr>
            <p:cNvPr name="Freeform 20" id="20"/>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1" id="21"/>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 Agenda Page</a:t>
              </a:r>
            </a:p>
          </p:txBody>
        </p:sp>
      </p:grpSp>
      <p:sp>
        <p:nvSpPr>
          <p:cNvPr name="TextBox 22" id="22"/>
          <p:cNvSpPr txBox="true"/>
          <p:nvPr/>
        </p:nvSpPr>
        <p:spPr>
          <a:xfrm rot="0">
            <a:off x="0" y="1600828"/>
            <a:ext cx="8576754"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FUNCIONES BÁSICAS</a:t>
            </a:r>
          </a:p>
        </p:txBody>
      </p:sp>
      <p:grpSp>
        <p:nvGrpSpPr>
          <p:cNvPr name="Group 23" id="23"/>
          <p:cNvGrpSpPr/>
          <p:nvPr/>
        </p:nvGrpSpPr>
        <p:grpSpPr>
          <a:xfrm rot="0">
            <a:off x="1330209" y="3054978"/>
            <a:ext cx="15975520" cy="4955210"/>
            <a:chOff x="0" y="0"/>
            <a:chExt cx="4207544" cy="1305076"/>
          </a:xfrm>
        </p:grpSpPr>
        <p:sp>
          <p:nvSpPr>
            <p:cNvPr name="Freeform 24" id="24"/>
            <p:cNvSpPr/>
            <p:nvPr/>
          </p:nvSpPr>
          <p:spPr>
            <a:xfrm flipH="false" flipV="false" rot="0">
              <a:off x="0" y="0"/>
              <a:ext cx="4207544" cy="1305076"/>
            </a:xfrm>
            <a:custGeom>
              <a:avLst/>
              <a:gdLst/>
              <a:ahLst/>
              <a:cxnLst/>
              <a:rect r="r" b="b" t="t" l="l"/>
              <a:pathLst>
                <a:path h="1305076" w="4207544">
                  <a:moveTo>
                    <a:pt x="23746" y="0"/>
                  </a:moveTo>
                  <a:lnTo>
                    <a:pt x="4183799" y="0"/>
                  </a:lnTo>
                  <a:cubicBezTo>
                    <a:pt x="4190096" y="0"/>
                    <a:pt x="4196136" y="2502"/>
                    <a:pt x="4200589" y="6955"/>
                  </a:cubicBezTo>
                  <a:cubicBezTo>
                    <a:pt x="4205043" y="11408"/>
                    <a:pt x="4207544" y="17448"/>
                    <a:pt x="4207544" y="23746"/>
                  </a:cubicBezTo>
                  <a:lnTo>
                    <a:pt x="4207544" y="1281330"/>
                  </a:lnTo>
                  <a:cubicBezTo>
                    <a:pt x="4207544" y="1287628"/>
                    <a:pt x="4205043" y="1293668"/>
                    <a:pt x="4200589" y="1298121"/>
                  </a:cubicBezTo>
                  <a:cubicBezTo>
                    <a:pt x="4196136" y="1302574"/>
                    <a:pt x="4190096" y="1305076"/>
                    <a:pt x="4183799" y="1305076"/>
                  </a:cubicBezTo>
                  <a:lnTo>
                    <a:pt x="23746" y="1305076"/>
                  </a:lnTo>
                  <a:cubicBezTo>
                    <a:pt x="17448" y="1305076"/>
                    <a:pt x="11408" y="1302574"/>
                    <a:pt x="6955" y="1298121"/>
                  </a:cubicBezTo>
                  <a:cubicBezTo>
                    <a:pt x="2502" y="1293668"/>
                    <a:pt x="0" y="1287628"/>
                    <a:pt x="0" y="1281330"/>
                  </a:cubicBezTo>
                  <a:lnTo>
                    <a:pt x="0" y="23746"/>
                  </a:lnTo>
                  <a:cubicBezTo>
                    <a:pt x="0" y="17448"/>
                    <a:pt x="2502" y="11408"/>
                    <a:pt x="6955" y="6955"/>
                  </a:cubicBezTo>
                  <a:cubicBezTo>
                    <a:pt x="11408" y="2502"/>
                    <a:pt x="17448" y="0"/>
                    <a:pt x="23746" y="0"/>
                  </a:cubicBezTo>
                  <a:close/>
                </a:path>
              </a:pathLst>
            </a:custGeom>
            <a:solidFill>
              <a:srgbClr val="3613C8"/>
            </a:solidFill>
            <a:ln w="47625" cap="rnd">
              <a:solidFill>
                <a:srgbClr val="21EF80"/>
              </a:solidFill>
              <a:prstDash val="solid"/>
              <a:round/>
            </a:ln>
          </p:spPr>
        </p:sp>
        <p:sp>
          <p:nvSpPr>
            <p:cNvPr name="TextBox 25" id="25"/>
            <p:cNvSpPr txBox="true"/>
            <p:nvPr/>
          </p:nvSpPr>
          <p:spPr>
            <a:xfrm>
              <a:off x="0" y="-76200"/>
              <a:ext cx="4207544" cy="1381276"/>
            </a:xfrm>
            <a:prstGeom prst="rect">
              <a:avLst/>
            </a:prstGeom>
          </p:spPr>
          <p:txBody>
            <a:bodyPr anchor="t" rtlCol="false" tIns="254000" lIns="254000" bIns="254000" rIns="254000"/>
            <a:lstStyle/>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Visual Basic cuenta con diferentes funciones por defecto que facilitan el trabajo a la hora de escribir código. Existen diferentes tipos de funciones</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Funciones Matemáticas </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Funciones de Conversión </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Funciones de Conversión de Tipo </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Funciones varias</a:t>
              </a:r>
            </a:p>
            <a:p>
              <a:pPr algn="l">
                <a:lnSpc>
                  <a:spcPts val="3779"/>
                </a:lnSpc>
              </a:pPr>
            </a:p>
            <a:p>
              <a:pPr algn="l">
                <a:lnSpc>
                  <a:spcPts val="3779"/>
                </a:lnSpc>
              </a:pPr>
              <a:r>
                <a:rPr lang="en-US" sz="2700">
                  <a:solidFill>
                    <a:srgbClr val="FFFFFF"/>
                  </a:solidFill>
                  <a:latin typeface="Poppins Light"/>
                  <a:ea typeface="Poppins Light"/>
                  <a:cs typeface="Poppins Light"/>
                  <a:sym typeface="Poppins Light"/>
                </a:rPr>
                <a:t>Documentación : https://learn.microsoft.com/es-es/office/vba/language/reference/functions-visual-basic-for-applications</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pic>
        <p:nvPicPr>
          <p:cNvPr name="Picture 7" id="7"/>
          <p:cNvPicPr>
            <a:picLocks noChangeAspect="true"/>
          </p:cNvPicPr>
          <p:nvPr/>
        </p:nvPicPr>
        <p:blipFill>
          <a:blip r:embed="rId6"/>
          <a:srcRect l="0" t="0" r="0" b="0"/>
          <a:stretch>
            <a:fillRect/>
          </a:stretch>
        </p:blipFill>
        <p:spPr>
          <a:xfrm flipH="false" flipV="false" rot="0">
            <a:off x="16848318" y="719461"/>
            <a:ext cx="744368" cy="331244"/>
          </a:xfrm>
          <a:prstGeom prst="rect">
            <a:avLst/>
          </a:prstGeom>
        </p:spPr>
      </p:pic>
      <p:sp>
        <p:nvSpPr>
          <p:cNvPr name="Freeform 8" id="8"/>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7234164" y="588745"/>
            <a:ext cx="1211480" cy="624416"/>
            <a:chOff x="0" y="0"/>
            <a:chExt cx="1615307" cy="832555"/>
          </a:xfrm>
        </p:grpSpPr>
        <p:sp>
          <p:nvSpPr>
            <p:cNvPr name="TextBox 10" id="10"/>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1" id="11"/>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grpSp>
        <p:nvGrpSpPr>
          <p:cNvPr name="Group 12" id="12"/>
          <p:cNvGrpSpPr/>
          <p:nvPr/>
        </p:nvGrpSpPr>
        <p:grpSpPr>
          <a:xfrm rot="0">
            <a:off x="10191499" y="729709"/>
            <a:ext cx="862336" cy="327152"/>
            <a:chOff x="0" y="0"/>
            <a:chExt cx="1149782" cy="436203"/>
          </a:xfrm>
        </p:grpSpPr>
        <p:sp>
          <p:nvSpPr>
            <p:cNvPr name="TextBox 13" id="13"/>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4" id="14"/>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5" id="15"/>
          <p:cNvGrpSpPr/>
          <p:nvPr/>
        </p:nvGrpSpPr>
        <p:grpSpPr>
          <a:xfrm rot="0">
            <a:off x="8863538" y="703945"/>
            <a:ext cx="908861" cy="327152"/>
            <a:chOff x="0" y="0"/>
            <a:chExt cx="1211815" cy="436203"/>
          </a:xfrm>
        </p:grpSpPr>
        <p:sp>
          <p:nvSpPr>
            <p:cNvPr name="TextBox 16" id="16"/>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7" id="17"/>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8" id="18"/>
          <p:cNvGrpSpPr/>
          <p:nvPr/>
        </p:nvGrpSpPr>
        <p:grpSpPr>
          <a:xfrm rot="0">
            <a:off x="692051" y="534510"/>
            <a:ext cx="3052218" cy="717550"/>
            <a:chOff x="0" y="0"/>
            <a:chExt cx="803876" cy="188984"/>
          </a:xfrm>
        </p:grpSpPr>
        <p:sp>
          <p:nvSpPr>
            <p:cNvPr name="Freeform 19" id="19"/>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0" id="20"/>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5" action="ppaction://hlinksldjump"/>
                </a:rPr>
                <a:t>Back to Agenda Page</a:t>
              </a:r>
            </a:p>
          </p:txBody>
        </p:sp>
      </p:grpSp>
      <p:grpSp>
        <p:nvGrpSpPr>
          <p:cNvPr name="Group 21" id="21"/>
          <p:cNvGrpSpPr/>
          <p:nvPr/>
        </p:nvGrpSpPr>
        <p:grpSpPr>
          <a:xfrm rot="0">
            <a:off x="-185970" y="5620747"/>
            <a:ext cx="18809678" cy="4955210"/>
            <a:chOff x="0" y="0"/>
            <a:chExt cx="4953989" cy="1305076"/>
          </a:xfrm>
        </p:grpSpPr>
        <p:sp>
          <p:nvSpPr>
            <p:cNvPr name="Freeform 22" id="22"/>
            <p:cNvSpPr/>
            <p:nvPr/>
          </p:nvSpPr>
          <p:spPr>
            <a:xfrm flipH="false" flipV="false" rot="0">
              <a:off x="0" y="0"/>
              <a:ext cx="4953989" cy="1305076"/>
            </a:xfrm>
            <a:custGeom>
              <a:avLst/>
              <a:gdLst/>
              <a:ahLst/>
              <a:cxnLst/>
              <a:rect r="r" b="b" t="t" l="l"/>
              <a:pathLst>
                <a:path h="1305076" w="4953989">
                  <a:moveTo>
                    <a:pt x="20168" y="0"/>
                  </a:moveTo>
                  <a:lnTo>
                    <a:pt x="4933821" y="0"/>
                  </a:lnTo>
                  <a:cubicBezTo>
                    <a:pt x="4939170" y="0"/>
                    <a:pt x="4944300" y="2125"/>
                    <a:pt x="4948082" y="5907"/>
                  </a:cubicBezTo>
                  <a:cubicBezTo>
                    <a:pt x="4951864" y="9689"/>
                    <a:pt x="4953989" y="14819"/>
                    <a:pt x="4953989" y="20168"/>
                  </a:cubicBezTo>
                  <a:lnTo>
                    <a:pt x="4953989" y="1284908"/>
                  </a:lnTo>
                  <a:cubicBezTo>
                    <a:pt x="4953989" y="1290257"/>
                    <a:pt x="4951864" y="1295387"/>
                    <a:pt x="4948082" y="1299169"/>
                  </a:cubicBezTo>
                  <a:cubicBezTo>
                    <a:pt x="4944300" y="1302951"/>
                    <a:pt x="4939170" y="1305076"/>
                    <a:pt x="4933821" y="1305076"/>
                  </a:cubicBezTo>
                  <a:lnTo>
                    <a:pt x="20168" y="1305076"/>
                  </a:lnTo>
                  <a:cubicBezTo>
                    <a:pt x="14819" y="1305076"/>
                    <a:pt x="9689" y="1302951"/>
                    <a:pt x="5907" y="1299169"/>
                  </a:cubicBezTo>
                  <a:cubicBezTo>
                    <a:pt x="2125" y="1295387"/>
                    <a:pt x="0" y="1290257"/>
                    <a:pt x="0" y="1284908"/>
                  </a:cubicBezTo>
                  <a:lnTo>
                    <a:pt x="0" y="20168"/>
                  </a:lnTo>
                  <a:cubicBezTo>
                    <a:pt x="0" y="14819"/>
                    <a:pt x="2125" y="9689"/>
                    <a:pt x="5907" y="5907"/>
                  </a:cubicBezTo>
                  <a:cubicBezTo>
                    <a:pt x="9689" y="2125"/>
                    <a:pt x="14819" y="0"/>
                    <a:pt x="20168" y="0"/>
                  </a:cubicBezTo>
                  <a:close/>
                </a:path>
              </a:pathLst>
            </a:custGeom>
            <a:solidFill>
              <a:srgbClr val="3613C8"/>
            </a:solidFill>
            <a:ln w="47625" cap="rnd">
              <a:solidFill>
                <a:srgbClr val="21EF80"/>
              </a:solidFill>
              <a:prstDash val="solid"/>
              <a:round/>
            </a:ln>
          </p:spPr>
        </p:sp>
        <p:sp>
          <p:nvSpPr>
            <p:cNvPr name="TextBox 23" id="23"/>
            <p:cNvSpPr txBox="true"/>
            <p:nvPr/>
          </p:nvSpPr>
          <p:spPr>
            <a:xfrm>
              <a:off x="0" y="-76200"/>
              <a:ext cx="4953989" cy="1381276"/>
            </a:xfrm>
            <a:prstGeom prst="rect">
              <a:avLst/>
            </a:prstGeom>
          </p:spPr>
          <p:txBody>
            <a:bodyPr anchor="t" rtlCol="false" tIns="254000" lIns="254000" bIns="254000" rIns="254000"/>
            <a:lstStyle/>
            <a:p>
              <a:pPr algn="l">
                <a:lnSpc>
                  <a:spcPts val="3779"/>
                </a:lnSpc>
              </a:pPr>
            </a:p>
          </p:txBody>
        </p:sp>
      </p:grpSp>
      <p:grpSp>
        <p:nvGrpSpPr>
          <p:cNvPr name="Group 24" id="24"/>
          <p:cNvGrpSpPr/>
          <p:nvPr/>
        </p:nvGrpSpPr>
        <p:grpSpPr>
          <a:xfrm rot="0">
            <a:off x="213585" y="5557228"/>
            <a:ext cx="3272194" cy="3701072"/>
            <a:chOff x="0" y="0"/>
            <a:chExt cx="4362926" cy="4934762"/>
          </a:xfrm>
        </p:grpSpPr>
        <p:grpSp>
          <p:nvGrpSpPr>
            <p:cNvPr name="Group 25" id="25"/>
            <p:cNvGrpSpPr/>
            <p:nvPr/>
          </p:nvGrpSpPr>
          <p:grpSpPr>
            <a:xfrm rot="0">
              <a:off x="0" y="0"/>
              <a:ext cx="464378" cy="464378"/>
              <a:chOff x="0" y="0"/>
              <a:chExt cx="6350000" cy="6350000"/>
            </a:xfrm>
          </p:grpSpPr>
          <p:sp>
            <p:nvSpPr>
              <p:cNvPr name="Freeform 26" id="2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1EF80"/>
              </a:solidFill>
            </p:spPr>
          </p:sp>
        </p:grpSp>
        <p:sp>
          <p:nvSpPr>
            <p:cNvPr name="TextBox 27" id="27"/>
            <p:cNvSpPr txBox="true"/>
            <p:nvPr/>
          </p:nvSpPr>
          <p:spPr>
            <a:xfrm rot="0">
              <a:off x="0" y="2241397"/>
              <a:ext cx="4362926" cy="2693365"/>
            </a:xfrm>
            <a:prstGeom prst="rect">
              <a:avLst/>
            </a:prstGeom>
          </p:spPr>
          <p:txBody>
            <a:bodyPr anchor="t" rtlCol="false" tIns="0" lIns="0" bIns="0" rIns="0">
              <a:spAutoFit/>
            </a:bodyPr>
            <a:lstStyle/>
            <a:p>
              <a:pPr algn="l">
                <a:lnSpc>
                  <a:spcPts val="3218"/>
                </a:lnSpc>
              </a:pPr>
              <a:r>
                <a:rPr lang="en-US" sz="2299">
                  <a:solidFill>
                    <a:srgbClr val="FFFFFF"/>
                  </a:solidFill>
                  <a:latin typeface="Telegraf"/>
                  <a:ea typeface="Telegraf"/>
                  <a:cs typeface="Telegraf"/>
                  <a:sym typeface="Telegraf"/>
                </a:rPr>
                <a:t>Devuelve el valor absoluto, una potencia, y una raiz cuadra de un valor numérico respectivamente.</a:t>
              </a:r>
            </a:p>
          </p:txBody>
        </p:sp>
        <p:sp>
          <p:nvSpPr>
            <p:cNvPr name="TextBox 28" id="28"/>
            <p:cNvSpPr txBox="true"/>
            <p:nvPr/>
          </p:nvSpPr>
          <p:spPr>
            <a:xfrm rot="0">
              <a:off x="0" y="1308891"/>
              <a:ext cx="4362926" cy="536485"/>
            </a:xfrm>
            <a:prstGeom prst="rect">
              <a:avLst/>
            </a:prstGeom>
          </p:spPr>
          <p:txBody>
            <a:bodyPr anchor="t" rtlCol="false" tIns="0" lIns="0" bIns="0" rIns="0">
              <a:spAutoFit/>
            </a:bodyPr>
            <a:lstStyle/>
            <a:p>
              <a:pPr algn="l">
                <a:lnSpc>
                  <a:spcPts val="3034"/>
                </a:lnSpc>
              </a:pPr>
              <a:r>
                <a:rPr lang="en-US" sz="2529" b="true">
                  <a:solidFill>
                    <a:srgbClr val="FFFFFF"/>
                  </a:solidFill>
                  <a:latin typeface="Telegraf Bold"/>
                  <a:ea typeface="Telegraf Bold"/>
                  <a:cs typeface="Telegraf Bold"/>
                  <a:sym typeface="Telegraf Bold"/>
                </a:rPr>
                <a:t>Abs, Pow, Sqr</a:t>
              </a:r>
            </a:p>
          </p:txBody>
        </p:sp>
      </p:grpSp>
      <p:grpSp>
        <p:nvGrpSpPr>
          <p:cNvPr name="Group 29" id="29"/>
          <p:cNvGrpSpPr/>
          <p:nvPr/>
        </p:nvGrpSpPr>
        <p:grpSpPr>
          <a:xfrm rot="0">
            <a:off x="3485780" y="5557228"/>
            <a:ext cx="4179558" cy="3687858"/>
            <a:chOff x="0" y="0"/>
            <a:chExt cx="5572744" cy="4917145"/>
          </a:xfrm>
        </p:grpSpPr>
        <p:grpSp>
          <p:nvGrpSpPr>
            <p:cNvPr name="Group 30" id="30"/>
            <p:cNvGrpSpPr/>
            <p:nvPr/>
          </p:nvGrpSpPr>
          <p:grpSpPr>
            <a:xfrm rot="0">
              <a:off x="0" y="0"/>
              <a:ext cx="593148" cy="593148"/>
              <a:chOff x="0" y="0"/>
              <a:chExt cx="6350000" cy="6350000"/>
            </a:xfrm>
          </p:grpSpPr>
          <p:sp>
            <p:nvSpPr>
              <p:cNvPr name="Freeform 31" id="3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1EF80"/>
              </a:solidFill>
            </p:spPr>
          </p:sp>
        </p:grpSp>
        <p:sp>
          <p:nvSpPr>
            <p:cNvPr name="TextBox 32" id="32"/>
            <p:cNvSpPr txBox="true"/>
            <p:nvPr/>
          </p:nvSpPr>
          <p:spPr>
            <a:xfrm rot="0">
              <a:off x="0" y="2863955"/>
              <a:ext cx="5572744" cy="2053190"/>
            </a:xfrm>
            <a:prstGeom prst="rect">
              <a:avLst/>
            </a:prstGeom>
          </p:spPr>
          <p:txBody>
            <a:bodyPr anchor="t" rtlCol="false" tIns="0" lIns="0" bIns="0" rIns="0">
              <a:spAutoFit/>
            </a:bodyPr>
            <a:lstStyle/>
            <a:p>
              <a:pPr algn="l" marL="0" indent="0" lvl="1">
                <a:lnSpc>
                  <a:spcPts val="4111"/>
                </a:lnSpc>
                <a:spcBef>
                  <a:spcPct val="0"/>
                </a:spcBef>
              </a:pPr>
              <a:r>
                <a:rPr lang="en-US" sz="2936">
                  <a:solidFill>
                    <a:srgbClr val="FFFFFF"/>
                  </a:solidFill>
                  <a:latin typeface="Telegraf"/>
                  <a:ea typeface="Telegraf"/>
                  <a:cs typeface="Telegraf"/>
                  <a:sym typeface="Telegraf"/>
                </a:rPr>
                <a:t>Incluye todas las que derivan de la tangente,, seno, y coseno.</a:t>
              </a:r>
            </a:p>
          </p:txBody>
        </p:sp>
        <p:sp>
          <p:nvSpPr>
            <p:cNvPr name="TextBox 33" id="33"/>
            <p:cNvSpPr txBox="true"/>
            <p:nvPr/>
          </p:nvSpPr>
          <p:spPr>
            <a:xfrm rot="0">
              <a:off x="0" y="1670239"/>
              <a:ext cx="5572744" cy="685800"/>
            </a:xfrm>
            <a:prstGeom prst="rect">
              <a:avLst/>
            </a:prstGeom>
          </p:spPr>
          <p:txBody>
            <a:bodyPr anchor="t" rtlCol="false" tIns="0" lIns="0" bIns="0" rIns="0">
              <a:spAutoFit/>
            </a:bodyPr>
            <a:lstStyle/>
            <a:p>
              <a:pPr algn="l" marL="0" indent="0" lvl="0">
                <a:lnSpc>
                  <a:spcPts val="3876"/>
                </a:lnSpc>
                <a:spcBef>
                  <a:spcPct val="0"/>
                </a:spcBef>
              </a:pPr>
              <a:r>
                <a:rPr lang="en-US" b="true" sz="3230">
                  <a:solidFill>
                    <a:srgbClr val="FFFFFF"/>
                  </a:solidFill>
                  <a:latin typeface="Telegraf Bold"/>
                  <a:ea typeface="Telegraf Bold"/>
                  <a:cs typeface="Telegraf Bold"/>
                  <a:sym typeface="Telegraf Bold"/>
                </a:rPr>
                <a:t>Trigonométricas</a:t>
              </a:r>
            </a:p>
          </p:txBody>
        </p:sp>
      </p:grpSp>
      <p:grpSp>
        <p:nvGrpSpPr>
          <p:cNvPr name="Group 34" id="34"/>
          <p:cNvGrpSpPr/>
          <p:nvPr/>
        </p:nvGrpSpPr>
        <p:grpSpPr>
          <a:xfrm rot="0">
            <a:off x="7529162" y="5491410"/>
            <a:ext cx="3858997" cy="4246549"/>
            <a:chOff x="0" y="0"/>
            <a:chExt cx="5145329" cy="5662066"/>
          </a:xfrm>
        </p:grpSpPr>
        <p:grpSp>
          <p:nvGrpSpPr>
            <p:cNvPr name="Group 35" id="35"/>
            <p:cNvGrpSpPr/>
            <p:nvPr/>
          </p:nvGrpSpPr>
          <p:grpSpPr>
            <a:xfrm rot="0">
              <a:off x="0" y="0"/>
              <a:ext cx="547656" cy="479595"/>
              <a:chOff x="0" y="0"/>
              <a:chExt cx="7251148" cy="6350000"/>
            </a:xfrm>
          </p:grpSpPr>
          <p:sp>
            <p:nvSpPr>
              <p:cNvPr name="Freeform 36" id="36"/>
              <p:cNvSpPr/>
              <p:nvPr/>
            </p:nvSpPr>
            <p:spPr>
              <a:xfrm flipH="false" flipV="false" rot="0">
                <a:off x="0" y="0"/>
                <a:ext cx="7251148" cy="6350000"/>
              </a:xfrm>
              <a:custGeom>
                <a:avLst/>
                <a:gdLst/>
                <a:ahLst/>
                <a:cxnLst/>
                <a:rect r="r" b="b" t="t" l="l"/>
                <a:pathLst>
                  <a:path h="6350000" w="7251148">
                    <a:moveTo>
                      <a:pt x="3625574" y="0"/>
                    </a:moveTo>
                    <a:cubicBezTo>
                      <a:pt x="1623225" y="0"/>
                      <a:pt x="0" y="1421496"/>
                      <a:pt x="0" y="3175000"/>
                    </a:cubicBezTo>
                    <a:cubicBezTo>
                      <a:pt x="0" y="4928504"/>
                      <a:pt x="1623225" y="6350000"/>
                      <a:pt x="3625574" y="6350000"/>
                    </a:cubicBezTo>
                    <a:cubicBezTo>
                      <a:pt x="5627924" y="6350000"/>
                      <a:pt x="7251148" y="4928504"/>
                      <a:pt x="7251148" y="3175000"/>
                    </a:cubicBezTo>
                    <a:cubicBezTo>
                      <a:pt x="7251148" y="1421496"/>
                      <a:pt x="5627924" y="0"/>
                      <a:pt x="3625574" y="0"/>
                    </a:cubicBezTo>
                    <a:close/>
                  </a:path>
                </a:pathLst>
              </a:custGeom>
              <a:solidFill>
                <a:srgbClr val="21EF80"/>
              </a:solidFill>
            </p:spPr>
          </p:sp>
        </p:grpSp>
        <p:sp>
          <p:nvSpPr>
            <p:cNvPr name="TextBox 37" id="37"/>
            <p:cNvSpPr txBox="true"/>
            <p:nvPr/>
          </p:nvSpPr>
          <p:spPr>
            <a:xfrm rot="0">
              <a:off x="0" y="2313485"/>
              <a:ext cx="5145329" cy="3348581"/>
            </a:xfrm>
            <a:prstGeom prst="rect">
              <a:avLst/>
            </a:prstGeom>
          </p:spPr>
          <p:txBody>
            <a:bodyPr anchor="t" rtlCol="false" tIns="0" lIns="0" bIns="0" rIns="0">
              <a:spAutoFit/>
            </a:bodyPr>
            <a:lstStyle/>
            <a:p>
              <a:pPr algn="l">
                <a:lnSpc>
                  <a:spcPts val="3324"/>
                </a:lnSpc>
              </a:pPr>
              <a:r>
                <a:rPr lang="en-US" sz="2374">
                  <a:solidFill>
                    <a:srgbClr val="FFFFFF"/>
                  </a:solidFill>
                  <a:latin typeface="Telegraf"/>
                  <a:ea typeface="Telegraf"/>
                  <a:cs typeface="Telegraf"/>
                  <a:sym typeface="Telegraf"/>
                </a:rPr>
                <a:t>Si es Log, devuelve el logaritmo natural de la base que se especifique.</a:t>
              </a:r>
            </a:p>
            <a:p>
              <a:pPr algn="l" marL="0" indent="0" lvl="1">
                <a:lnSpc>
                  <a:spcPts val="3324"/>
                </a:lnSpc>
                <a:spcBef>
                  <a:spcPct val="0"/>
                </a:spcBef>
              </a:pPr>
              <a:r>
                <a:rPr lang="en-US" sz="2374">
                  <a:solidFill>
                    <a:srgbClr val="FFFFFF"/>
                  </a:solidFill>
                  <a:latin typeface="Telegraf"/>
                  <a:ea typeface="Telegraf"/>
                  <a:cs typeface="Telegraf"/>
                  <a:sym typeface="Telegraf"/>
                </a:rPr>
                <a:t>Si es EXP devuelve el "e" elevado al número especificado.</a:t>
              </a:r>
            </a:p>
          </p:txBody>
        </p:sp>
        <p:sp>
          <p:nvSpPr>
            <p:cNvPr name="TextBox 38" id="38"/>
            <p:cNvSpPr txBox="true"/>
            <p:nvPr/>
          </p:nvSpPr>
          <p:spPr>
            <a:xfrm rot="0">
              <a:off x="0" y="1343191"/>
              <a:ext cx="5145329" cy="558800"/>
            </a:xfrm>
            <a:prstGeom prst="rect">
              <a:avLst/>
            </a:prstGeom>
          </p:spPr>
          <p:txBody>
            <a:bodyPr anchor="t" rtlCol="false" tIns="0" lIns="0" bIns="0" rIns="0">
              <a:spAutoFit/>
            </a:bodyPr>
            <a:lstStyle/>
            <a:p>
              <a:pPr algn="l" marL="0" indent="0" lvl="0">
                <a:lnSpc>
                  <a:spcPts val="3134"/>
                </a:lnSpc>
                <a:spcBef>
                  <a:spcPct val="0"/>
                </a:spcBef>
              </a:pPr>
              <a:r>
                <a:rPr lang="en-US" b="true" sz="2612">
                  <a:solidFill>
                    <a:srgbClr val="FFFFFF"/>
                  </a:solidFill>
                  <a:latin typeface="Telegraf Bold"/>
                  <a:ea typeface="Telegraf Bold"/>
                  <a:cs typeface="Telegraf Bold"/>
                  <a:sym typeface="Telegraf Bold"/>
                </a:rPr>
                <a:t>Log y Exp</a:t>
              </a:r>
            </a:p>
          </p:txBody>
        </p:sp>
      </p:grpSp>
      <p:grpSp>
        <p:nvGrpSpPr>
          <p:cNvPr name="Group 39" id="39"/>
          <p:cNvGrpSpPr/>
          <p:nvPr/>
        </p:nvGrpSpPr>
        <p:grpSpPr>
          <a:xfrm rot="0">
            <a:off x="11053836" y="5491410"/>
            <a:ext cx="4000052" cy="4645386"/>
            <a:chOff x="0" y="0"/>
            <a:chExt cx="5333403" cy="6193848"/>
          </a:xfrm>
        </p:grpSpPr>
        <p:grpSp>
          <p:nvGrpSpPr>
            <p:cNvPr name="Group 40" id="40"/>
            <p:cNvGrpSpPr/>
            <p:nvPr/>
          </p:nvGrpSpPr>
          <p:grpSpPr>
            <a:xfrm rot="0">
              <a:off x="0" y="0"/>
              <a:ext cx="567674" cy="526837"/>
              <a:chOff x="0" y="0"/>
              <a:chExt cx="6842204" cy="6350000"/>
            </a:xfrm>
          </p:grpSpPr>
          <p:sp>
            <p:nvSpPr>
              <p:cNvPr name="Freeform 41" id="41"/>
              <p:cNvSpPr/>
              <p:nvPr/>
            </p:nvSpPr>
            <p:spPr>
              <a:xfrm flipH="false" flipV="false" rot="0">
                <a:off x="0" y="0"/>
                <a:ext cx="6842204" cy="6350000"/>
              </a:xfrm>
              <a:custGeom>
                <a:avLst/>
                <a:gdLst/>
                <a:ahLst/>
                <a:cxnLst/>
                <a:rect r="r" b="b" t="t" l="l"/>
                <a:pathLst>
                  <a:path h="6350000" w="6842204">
                    <a:moveTo>
                      <a:pt x="3421102" y="0"/>
                    </a:moveTo>
                    <a:cubicBezTo>
                      <a:pt x="1531680" y="0"/>
                      <a:pt x="0" y="1421496"/>
                      <a:pt x="0" y="3175000"/>
                    </a:cubicBezTo>
                    <a:cubicBezTo>
                      <a:pt x="0" y="4928504"/>
                      <a:pt x="1531680" y="6350000"/>
                      <a:pt x="3421102" y="6350000"/>
                    </a:cubicBezTo>
                    <a:cubicBezTo>
                      <a:pt x="5310525" y="6350000"/>
                      <a:pt x="6842204" y="4928504"/>
                      <a:pt x="6842204" y="3175000"/>
                    </a:cubicBezTo>
                    <a:cubicBezTo>
                      <a:pt x="6842204" y="1421496"/>
                      <a:pt x="5310525" y="0"/>
                      <a:pt x="3421102" y="0"/>
                    </a:cubicBezTo>
                    <a:close/>
                  </a:path>
                </a:pathLst>
              </a:custGeom>
              <a:solidFill>
                <a:srgbClr val="21EF80"/>
              </a:solidFill>
            </p:spPr>
          </p:sp>
        </p:grpSp>
        <p:sp>
          <p:nvSpPr>
            <p:cNvPr name="TextBox 42" id="42"/>
            <p:cNvSpPr txBox="true"/>
            <p:nvPr/>
          </p:nvSpPr>
          <p:spPr>
            <a:xfrm rot="0">
              <a:off x="0" y="2538864"/>
              <a:ext cx="5333403" cy="3654984"/>
            </a:xfrm>
            <a:prstGeom prst="rect">
              <a:avLst/>
            </a:prstGeom>
          </p:spPr>
          <p:txBody>
            <a:bodyPr anchor="t" rtlCol="false" tIns="0" lIns="0" bIns="0" rIns="0">
              <a:spAutoFit/>
            </a:bodyPr>
            <a:lstStyle/>
            <a:p>
              <a:pPr algn="l">
                <a:lnSpc>
                  <a:spcPts val="3651"/>
                </a:lnSpc>
              </a:pPr>
              <a:r>
                <a:rPr lang="en-US" sz="2608">
                  <a:solidFill>
                    <a:srgbClr val="FFFFFF"/>
                  </a:solidFill>
                  <a:latin typeface="Telegraf"/>
                  <a:ea typeface="Telegraf"/>
                  <a:cs typeface="Telegraf"/>
                  <a:sym typeface="Telegraf"/>
                </a:rPr>
                <a:t>Devuelve un valor pseudo aleatorio. Se requiere de una formula para establecer minimo y maximo.</a:t>
              </a:r>
            </a:p>
            <a:p>
              <a:pPr algn="l" marL="0" indent="0" lvl="1">
                <a:lnSpc>
                  <a:spcPts val="3651"/>
                </a:lnSpc>
                <a:spcBef>
                  <a:spcPct val="0"/>
                </a:spcBef>
              </a:pPr>
              <a:r>
                <a:rPr lang="en-US" sz="2608">
                  <a:solidFill>
                    <a:srgbClr val="FFFFFF"/>
                  </a:solidFill>
                  <a:latin typeface="Telegraf"/>
                  <a:ea typeface="Telegraf"/>
                  <a:cs typeface="Telegraf"/>
                  <a:sym typeface="Telegraf"/>
                </a:rPr>
                <a:t>Int((max * Rnd) + min)</a:t>
              </a:r>
            </a:p>
          </p:txBody>
        </p:sp>
        <p:sp>
          <p:nvSpPr>
            <p:cNvPr name="TextBox 43" id="43"/>
            <p:cNvSpPr txBox="true"/>
            <p:nvPr/>
          </p:nvSpPr>
          <p:spPr>
            <a:xfrm rot="0">
              <a:off x="0" y="1479254"/>
              <a:ext cx="5333403" cy="609600"/>
            </a:xfrm>
            <a:prstGeom prst="rect">
              <a:avLst/>
            </a:prstGeom>
          </p:spPr>
          <p:txBody>
            <a:bodyPr anchor="t" rtlCol="false" tIns="0" lIns="0" bIns="0" rIns="0">
              <a:spAutoFit/>
            </a:bodyPr>
            <a:lstStyle/>
            <a:p>
              <a:pPr algn="l" marL="0" indent="0" lvl="0">
                <a:lnSpc>
                  <a:spcPts val="3443"/>
                </a:lnSpc>
                <a:spcBef>
                  <a:spcPct val="0"/>
                </a:spcBef>
              </a:pPr>
              <a:r>
                <a:rPr lang="en-US" b="true" sz="2869">
                  <a:solidFill>
                    <a:srgbClr val="FFFFFF"/>
                  </a:solidFill>
                  <a:latin typeface="Telegraf Bold"/>
                  <a:ea typeface="Telegraf Bold"/>
                  <a:cs typeface="Telegraf Bold"/>
                  <a:sym typeface="Telegraf Bold"/>
                </a:rPr>
                <a:t>Rnd</a:t>
              </a:r>
            </a:p>
          </p:txBody>
        </p:sp>
      </p:grpSp>
      <p:grpSp>
        <p:nvGrpSpPr>
          <p:cNvPr name="Group 44" id="44"/>
          <p:cNvGrpSpPr/>
          <p:nvPr/>
        </p:nvGrpSpPr>
        <p:grpSpPr>
          <a:xfrm rot="0">
            <a:off x="15053888" y="5557228"/>
            <a:ext cx="3234112" cy="3612119"/>
            <a:chOff x="0" y="0"/>
            <a:chExt cx="4312150" cy="4816158"/>
          </a:xfrm>
        </p:grpSpPr>
        <p:grpSp>
          <p:nvGrpSpPr>
            <p:cNvPr name="Group 45" id="45"/>
            <p:cNvGrpSpPr/>
            <p:nvPr/>
          </p:nvGrpSpPr>
          <p:grpSpPr>
            <a:xfrm rot="0">
              <a:off x="0" y="0"/>
              <a:ext cx="458974" cy="579691"/>
              <a:chOff x="0" y="0"/>
              <a:chExt cx="5027650" cy="6350000"/>
            </a:xfrm>
          </p:grpSpPr>
          <p:sp>
            <p:nvSpPr>
              <p:cNvPr name="Freeform 46" id="46"/>
              <p:cNvSpPr/>
              <p:nvPr/>
            </p:nvSpPr>
            <p:spPr>
              <a:xfrm flipH="false" flipV="false" rot="0">
                <a:off x="0" y="0"/>
                <a:ext cx="5027650" cy="6350000"/>
              </a:xfrm>
              <a:custGeom>
                <a:avLst/>
                <a:gdLst/>
                <a:ahLst/>
                <a:cxnLst/>
                <a:rect r="r" b="b" t="t" l="l"/>
                <a:pathLst>
                  <a:path h="6350000" w="5027650">
                    <a:moveTo>
                      <a:pt x="2513825" y="0"/>
                    </a:moveTo>
                    <a:cubicBezTo>
                      <a:pt x="1125478" y="0"/>
                      <a:pt x="0" y="1421496"/>
                      <a:pt x="0" y="3175000"/>
                    </a:cubicBezTo>
                    <a:cubicBezTo>
                      <a:pt x="0" y="4928504"/>
                      <a:pt x="1125478" y="6350000"/>
                      <a:pt x="2513825" y="6350000"/>
                    </a:cubicBezTo>
                    <a:cubicBezTo>
                      <a:pt x="3902172" y="6350000"/>
                      <a:pt x="5027650" y="4928504"/>
                      <a:pt x="5027650" y="3175000"/>
                    </a:cubicBezTo>
                    <a:cubicBezTo>
                      <a:pt x="5027650" y="1421496"/>
                      <a:pt x="3902172" y="0"/>
                      <a:pt x="2513825" y="0"/>
                    </a:cubicBezTo>
                    <a:close/>
                  </a:path>
                </a:pathLst>
              </a:custGeom>
              <a:solidFill>
                <a:srgbClr val="21EF80"/>
              </a:solidFill>
            </p:spPr>
          </p:sp>
        </p:grpSp>
        <p:sp>
          <p:nvSpPr>
            <p:cNvPr name="TextBox 47" id="47"/>
            <p:cNvSpPr txBox="true"/>
            <p:nvPr/>
          </p:nvSpPr>
          <p:spPr>
            <a:xfrm rot="0">
              <a:off x="0" y="2798812"/>
              <a:ext cx="4312150" cy="2017346"/>
            </a:xfrm>
            <a:prstGeom prst="rect">
              <a:avLst/>
            </a:prstGeom>
          </p:spPr>
          <p:txBody>
            <a:bodyPr anchor="t" rtlCol="false" tIns="0" lIns="0" bIns="0" rIns="0">
              <a:spAutoFit/>
            </a:bodyPr>
            <a:lstStyle/>
            <a:p>
              <a:pPr algn="l" marL="0" indent="0" lvl="1">
                <a:lnSpc>
                  <a:spcPts val="4018"/>
                </a:lnSpc>
                <a:spcBef>
                  <a:spcPct val="0"/>
                </a:spcBef>
              </a:pPr>
              <a:r>
                <a:rPr lang="en-US" sz="2870">
                  <a:solidFill>
                    <a:srgbClr val="FFFFFF"/>
                  </a:solidFill>
                  <a:latin typeface="Telegraf"/>
                  <a:ea typeface="Telegraf"/>
                  <a:cs typeface="Telegraf"/>
                  <a:sym typeface="Telegraf"/>
                </a:rPr>
                <a:t>Devuelve el signo que posee un valor numérico.</a:t>
              </a:r>
            </a:p>
          </p:txBody>
        </p:sp>
        <p:sp>
          <p:nvSpPr>
            <p:cNvPr name="TextBox 48" id="48"/>
            <p:cNvSpPr txBox="true"/>
            <p:nvPr/>
          </p:nvSpPr>
          <p:spPr>
            <a:xfrm rot="0">
              <a:off x="0" y="1631481"/>
              <a:ext cx="4312150" cy="673100"/>
            </a:xfrm>
            <a:prstGeom prst="rect">
              <a:avLst/>
            </a:prstGeom>
          </p:spPr>
          <p:txBody>
            <a:bodyPr anchor="t" rtlCol="false" tIns="0" lIns="0" bIns="0" rIns="0">
              <a:spAutoFit/>
            </a:bodyPr>
            <a:lstStyle/>
            <a:p>
              <a:pPr algn="l" marL="0" indent="0" lvl="0">
                <a:lnSpc>
                  <a:spcPts val="3788"/>
                </a:lnSpc>
                <a:spcBef>
                  <a:spcPct val="0"/>
                </a:spcBef>
              </a:pPr>
              <a:r>
                <a:rPr lang="en-US" b="true" sz="3157">
                  <a:solidFill>
                    <a:srgbClr val="FFFFFF"/>
                  </a:solidFill>
                  <a:latin typeface="Telegraf Bold"/>
                  <a:ea typeface="Telegraf Bold"/>
                  <a:cs typeface="Telegraf Bold"/>
                  <a:sym typeface="Telegraf Bold"/>
                </a:rPr>
                <a:t>Sgn</a:t>
              </a:r>
            </a:p>
          </p:txBody>
        </p:sp>
      </p:grpSp>
      <p:sp>
        <p:nvSpPr>
          <p:cNvPr name="Freeform 49" id="49"/>
          <p:cNvSpPr/>
          <p:nvPr/>
        </p:nvSpPr>
        <p:spPr>
          <a:xfrm flipH="false" flipV="false" rot="0">
            <a:off x="4656516" y="3211642"/>
            <a:ext cx="8784410" cy="1568645"/>
          </a:xfrm>
          <a:custGeom>
            <a:avLst/>
            <a:gdLst/>
            <a:ahLst/>
            <a:cxnLst/>
            <a:rect r="r" b="b" t="t" l="l"/>
            <a:pathLst>
              <a:path h="1568645" w="8784410">
                <a:moveTo>
                  <a:pt x="0" y="0"/>
                </a:moveTo>
                <a:lnTo>
                  <a:pt x="8784410" y="0"/>
                </a:lnTo>
                <a:lnTo>
                  <a:pt x="8784410" y="1568645"/>
                </a:lnTo>
                <a:lnTo>
                  <a:pt x="0" y="1568645"/>
                </a:lnTo>
                <a:lnTo>
                  <a:pt x="0" y="0"/>
                </a:lnTo>
                <a:close/>
              </a:path>
            </a:pathLst>
          </a:custGeom>
          <a:blipFill>
            <a:blip r:embed="rId16"/>
            <a:stretch>
              <a:fillRect l="0" t="0" r="0" b="0"/>
            </a:stretch>
          </a:blipFill>
        </p:spPr>
      </p:sp>
      <p:sp>
        <p:nvSpPr>
          <p:cNvPr name="TextBox 50" id="50"/>
          <p:cNvSpPr txBox="true"/>
          <p:nvPr/>
        </p:nvSpPr>
        <p:spPr>
          <a:xfrm rot="0">
            <a:off x="0" y="1600828"/>
            <a:ext cx="8576754"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FUNCIONES MATEMATICAS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grpSp>
        <p:nvGrpSpPr>
          <p:cNvPr name="Group 2" id="2"/>
          <p:cNvGrpSpPr/>
          <p:nvPr/>
        </p:nvGrpSpPr>
        <p:grpSpPr>
          <a:xfrm rot="0">
            <a:off x="1478668" y="9666210"/>
            <a:ext cx="18288000" cy="1163782"/>
            <a:chOff x="0" y="0"/>
            <a:chExt cx="24384000" cy="1551709"/>
          </a:xfrm>
        </p:grpSpPr>
        <p:sp>
          <p:nvSpPr>
            <p:cNvPr name="Freeform 3" id="3"/>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pic>
        <p:nvPicPr>
          <p:cNvPr name="Picture 6" id="6"/>
          <p:cNvPicPr>
            <a:picLocks noChangeAspect="true"/>
          </p:cNvPicPr>
          <p:nvPr/>
        </p:nvPicPr>
        <p:blipFill>
          <a:blip r:embed="rId4"/>
          <a:srcRect l="0" t="0" r="0" b="0"/>
          <a:stretch>
            <a:fillRect/>
          </a:stretch>
        </p:blipFill>
        <p:spPr>
          <a:xfrm flipH="false" flipV="false" rot="0">
            <a:off x="16848318" y="719461"/>
            <a:ext cx="744368" cy="331244"/>
          </a:xfrm>
          <a:prstGeom prst="rect">
            <a:avLst/>
          </a:prstGeom>
        </p:spPr>
      </p:pic>
      <p:sp>
        <p:nvSpPr>
          <p:cNvPr name="Freeform 7" id="7"/>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7234164" y="588745"/>
            <a:ext cx="1211480" cy="624416"/>
            <a:chOff x="0" y="0"/>
            <a:chExt cx="1615307" cy="832555"/>
          </a:xfrm>
        </p:grpSpPr>
        <p:sp>
          <p:nvSpPr>
            <p:cNvPr name="TextBox 9" id="9"/>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0" id="10"/>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11" id="11"/>
          <p:cNvGrpSpPr/>
          <p:nvPr/>
        </p:nvGrpSpPr>
        <p:grpSpPr>
          <a:xfrm rot="0">
            <a:off x="10191499" y="729709"/>
            <a:ext cx="862336" cy="327152"/>
            <a:chOff x="0" y="0"/>
            <a:chExt cx="1149782" cy="436203"/>
          </a:xfrm>
        </p:grpSpPr>
        <p:sp>
          <p:nvSpPr>
            <p:cNvPr name="TextBox 12" id="12"/>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3" id="13"/>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grpSp>
        <p:nvGrpSpPr>
          <p:cNvPr name="Group 14" id="14"/>
          <p:cNvGrpSpPr/>
          <p:nvPr/>
        </p:nvGrpSpPr>
        <p:grpSpPr>
          <a:xfrm rot="0">
            <a:off x="8863538" y="703945"/>
            <a:ext cx="908861" cy="327152"/>
            <a:chOff x="0" y="0"/>
            <a:chExt cx="1211815" cy="436203"/>
          </a:xfrm>
        </p:grpSpPr>
        <p:sp>
          <p:nvSpPr>
            <p:cNvPr name="TextBox 15" id="15"/>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6" id="16"/>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7" id="17"/>
          <p:cNvGrpSpPr/>
          <p:nvPr/>
        </p:nvGrpSpPr>
        <p:grpSpPr>
          <a:xfrm rot="0">
            <a:off x="692051" y="534510"/>
            <a:ext cx="3052218" cy="717550"/>
            <a:chOff x="0" y="0"/>
            <a:chExt cx="803876" cy="188984"/>
          </a:xfrm>
        </p:grpSpPr>
        <p:sp>
          <p:nvSpPr>
            <p:cNvPr name="Freeform 18" id="18"/>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19" id="19"/>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3" action="ppaction://hlinksldjump"/>
                </a:rPr>
                <a:t>Back to Agenda Page</a:t>
              </a:r>
            </a:p>
          </p:txBody>
        </p:sp>
      </p:grpSp>
      <p:grpSp>
        <p:nvGrpSpPr>
          <p:cNvPr name="Group 20" id="20"/>
          <p:cNvGrpSpPr/>
          <p:nvPr/>
        </p:nvGrpSpPr>
        <p:grpSpPr>
          <a:xfrm rot="0">
            <a:off x="1620717" y="2132507"/>
            <a:ext cx="7092115" cy="4729729"/>
            <a:chOff x="0" y="0"/>
            <a:chExt cx="1867882" cy="1245690"/>
          </a:xfrm>
        </p:grpSpPr>
        <p:sp>
          <p:nvSpPr>
            <p:cNvPr name="Freeform 21" id="21"/>
            <p:cNvSpPr/>
            <p:nvPr/>
          </p:nvSpPr>
          <p:spPr>
            <a:xfrm flipH="false" flipV="false" rot="0">
              <a:off x="0" y="0"/>
              <a:ext cx="1867882" cy="1245690"/>
            </a:xfrm>
            <a:custGeom>
              <a:avLst/>
              <a:gdLst/>
              <a:ahLst/>
              <a:cxnLst/>
              <a:rect r="r" b="b" t="t" l="l"/>
              <a:pathLst>
                <a:path h="1245690" w="1867882">
                  <a:moveTo>
                    <a:pt x="53490" y="0"/>
                  </a:moveTo>
                  <a:lnTo>
                    <a:pt x="1814393" y="0"/>
                  </a:lnTo>
                  <a:cubicBezTo>
                    <a:pt x="1843934" y="0"/>
                    <a:pt x="1867882" y="23948"/>
                    <a:pt x="1867882" y="53490"/>
                  </a:cubicBezTo>
                  <a:lnTo>
                    <a:pt x="1867882" y="1192200"/>
                  </a:lnTo>
                  <a:cubicBezTo>
                    <a:pt x="1867882" y="1206387"/>
                    <a:pt x="1862247" y="1219992"/>
                    <a:pt x="1852215" y="1230023"/>
                  </a:cubicBezTo>
                  <a:cubicBezTo>
                    <a:pt x="1842184" y="1240054"/>
                    <a:pt x="1828579" y="1245690"/>
                    <a:pt x="1814393" y="1245690"/>
                  </a:cubicBezTo>
                  <a:lnTo>
                    <a:pt x="53490" y="1245690"/>
                  </a:lnTo>
                  <a:cubicBezTo>
                    <a:pt x="39303" y="1245690"/>
                    <a:pt x="25698" y="1240054"/>
                    <a:pt x="15667" y="1230023"/>
                  </a:cubicBezTo>
                  <a:cubicBezTo>
                    <a:pt x="5635" y="1219992"/>
                    <a:pt x="0" y="1206387"/>
                    <a:pt x="0" y="1192200"/>
                  </a:cubicBezTo>
                  <a:lnTo>
                    <a:pt x="0" y="53490"/>
                  </a:lnTo>
                  <a:cubicBezTo>
                    <a:pt x="0" y="39303"/>
                    <a:pt x="5635" y="25698"/>
                    <a:pt x="15667" y="15667"/>
                  </a:cubicBezTo>
                  <a:cubicBezTo>
                    <a:pt x="25698" y="5635"/>
                    <a:pt x="39303" y="0"/>
                    <a:pt x="53490" y="0"/>
                  </a:cubicBezTo>
                  <a:close/>
                </a:path>
              </a:pathLst>
            </a:custGeom>
            <a:solidFill>
              <a:srgbClr val="3613C8"/>
            </a:solidFill>
            <a:ln w="47625" cap="rnd">
              <a:solidFill>
                <a:srgbClr val="21EF80"/>
              </a:solidFill>
              <a:prstDash val="solid"/>
              <a:round/>
            </a:ln>
          </p:spPr>
        </p:sp>
        <p:sp>
          <p:nvSpPr>
            <p:cNvPr name="TextBox 22" id="22"/>
            <p:cNvSpPr txBox="true"/>
            <p:nvPr/>
          </p:nvSpPr>
          <p:spPr>
            <a:xfrm>
              <a:off x="0" y="-76200"/>
              <a:ext cx="1867882" cy="1321890"/>
            </a:xfrm>
            <a:prstGeom prst="rect">
              <a:avLst/>
            </a:prstGeom>
          </p:spPr>
          <p:txBody>
            <a:bodyPr anchor="t" rtlCol="false" tIns="254000" lIns="254000" bIns="254000" rIns="254000"/>
            <a:lstStyle/>
            <a:p>
              <a:pPr algn="l">
                <a:lnSpc>
                  <a:spcPts val="3779"/>
                </a:lnSpc>
              </a:pPr>
            </a:p>
          </p:txBody>
        </p:sp>
      </p:grpSp>
      <p:sp>
        <p:nvSpPr>
          <p:cNvPr name="TextBox 23" id="23"/>
          <p:cNvSpPr txBox="true"/>
          <p:nvPr/>
        </p:nvSpPr>
        <p:spPr>
          <a:xfrm rot="0">
            <a:off x="1954435" y="1260786"/>
            <a:ext cx="6537002" cy="1111512"/>
          </a:xfrm>
          <a:prstGeom prst="rect">
            <a:avLst/>
          </a:prstGeom>
        </p:spPr>
        <p:txBody>
          <a:bodyPr anchor="t" rtlCol="false" tIns="0" lIns="0" bIns="0" rIns="0">
            <a:spAutoFit/>
          </a:bodyPr>
          <a:lstStyle/>
          <a:p>
            <a:pPr algn="ctr">
              <a:lnSpc>
                <a:spcPts val="8536"/>
              </a:lnSpc>
            </a:pPr>
            <a:r>
              <a:rPr lang="en-US" sz="7621">
                <a:solidFill>
                  <a:srgbClr val="FFFFFF"/>
                </a:solidFill>
                <a:latin typeface="Computer Says No"/>
                <a:ea typeface="Computer Says No"/>
                <a:cs typeface="Computer Says No"/>
                <a:sym typeface="Computer Says No"/>
              </a:rPr>
              <a:t>FUNCIONES MATEMATICAS</a:t>
            </a:r>
          </a:p>
        </p:txBody>
      </p:sp>
      <p:sp>
        <p:nvSpPr>
          <p:cNvPr name="TextBox 24" id="24"/>
          <p:cNvSpPr txBox="true"/>
          <p:nvPr/>
        </p:nvSpPr>
        <p:spPr>
          <a:xfrm rot="0">
            <a:off x="2170718" y="2559050"/>
            <a:ext cx="3528294" cy="428625"/>
          </a:xfrm>
          <a:prstGeom prst="rect">
            <a:avLst/>
          </a:prstGeom>
        </p:spPr>
        <p:txBody>
          <a:bodyPr anchor="t" rtlCol="false" tIns="0" lIns="0" bIns="0" rIns="0">
            <a:spAutoFit/>
          </a:bodyPr>
          <a:lstStyle/>
          <a:p>
            <a:pPr algn="l">
              <a:lnSpc>
                <a:spcPts val="3120"/>
              </a:lnSpc>
            </a:pPr>
            <a:r>
              <a:rPr lang="en-US" sz="2600" b="true">
                <a:solidFill>
                  <a:srgbClr val="FFFFFF"/>
                </a:solidFill>
                <a:latin typeface="Telegraf Bold"/>
                <a:ea typeface="Telegraf Bold"/>
                <a:cs typeface="Telegraf Bold"/>
                <a:sym typeface="Telegraf Bold"/>
              </a:rPr>
              <a:t>Abs, Pow, Sqr</a:t>
            </a:r>
          </a:p>
        </p:txBody>
      </p:sp>
      <p:sp>
        <p:nvSpPr>
          <p:cNvPr name="Freeform 25" id="25"/>
          <p:cNvSpPr/>
          <p:nvPr/>
        </p:nvSpPr>
        <p:spPr>
          <a:xfrm flipH="false" flipV="false" rot="0">
            <a:off x="2170718" y="3216275"/>
            <a:ext cx="5960445" cy="1147557"/>
          </a:xfrm>
          <a:custGeom>
            <a:avLst/>
            <a:gdLst/>
            <a:ahLst/>
            <a:cxnLst/>
            <a:rect r="r" b="b" t="t" l="l"/>
            <a:pathLst>
              <a:path h="1147557" w="5960445">
                <a:moveTo>
                  <a:pt x="0" y="0"/>
                </a:moveTo>
                <a:lnTo>
                  <a:pt x="5960445" y="0"/>
                </a:lnTo>
                <a:lnTo>
                  <a:pt x="5960445" y="1147557"/>
                </a:lnTo>
                <a:lnTo>
                  <a:pt x="0" y="1147557"/>
                </a:lnTo>
                <a:lnTo>
                  <a:pt x="0" y="0"/>
                </a:lnTo>
                <a:close/>
              </a:path>
            </a:pathLst>
          </a:custGeom>
          <a:blipFill>
            <a:blip r:embed="rId14"/>
            <a:stretch>
              <a:fillRect l="0" t="0" r="0" b="0"/>
            </a:stretch>
          </a:blipFill>
        </p:spPr>
      </p:sp>
      <p:grpSp>
        <p:nvGrpSpPr>
          <p:cNvPr name="Group 26" id="26"/>
          <p:cNvGrpSpPr/>
          <p:nvPr/>
        </p:nvGrpSpPr>
        <p:grpSpPr>
          <a:xfrm rot="0">
            <a:off x="1652385" y="7062261"/>
            <a:ext cx="7060447" cy="2697872"/>
            <a:chOff x="0" y="0"/>
            <a:chExt cx="1859542" cy="710551"/>
          </a:xfrm>
        </p:grpSpPr>
        <p:sp>
          <p:nvSpPr>
            <p:cNvPr name="Freeform 27" id="27"/>
            <p:cNvSpPr/>
            <p:nvPr/>
          </p:nvSpPr>
          <p:spPr>
            <a:xfrm flipH="false" flipV="false" rot="0">
              <a:off x="0" y="0"/>
              <a:ext cx="1859542" cy="710551"/>
            </a:xfrm>
            <a:custGeom>
              <a:avLst/>
              <a:gdLst/>
              <a:ahLst/>
              <a:cxnLst/>
              <a:rect r="r" b="b" t="t" l="l"/>
              <a:pathLst>
                <a:path h="710551" w="1859542">
                  <a:moveTo>
                    <a:pt x="53729" y="0"/>
                  </a:moveTo>
                  <a:lnTo>
                    <a:pt x="1805812" y="0"/>
                  </a:lnTo>
                  <a:cubicBezTo>
                    <a:pt x="1835486" y="0"/>
                    <a:pt x="1859542" y="24056"/>
                    <a:pt x="1859542" y="53729"/>
                  </a:cubicBezTo>
                  <a:lnTo>
                    <a:pt x="1859542" y="656821"/>
                  </a:lnTo>
                  <a:cubicBezTo>
                    <a:pt x="1859542" y="671071"/>
                    <a:pt x="1853881" y="684737"/>
                    <a:pt x="1843805" y="694814"/>
                  </a:cubicBezTo>
                  <a:cubicBezTo>
                    <a:pt x="1833728" y="704890"/>
                    <a:pt x="1820062" y="710551"/>
                    <a:pt x="1805812" y="710551"/>
                  </a:cubicBezTo>
                  <a:lnTo>
                    <a:pt x="53729" y="710551"/>
                  </a:lnTo>
                  <a:cubicBezTo>
                    <a:pt x="24056" y="710551"/>
                    <a:pt x="0" y="686495"/>
                    <a:pt x="0" y="656821"/>
                  </a:cubicBezTo>
                  <a:lnTo>
                    <a:pt x="0" y="53729"/>
                  </a:lnTo>
                  <a:cubicBezTo>
                    <a:pt x="0" y="24056"/>
                    <a:pt x="24056" y="0"/>
                    <a:pt x="53729" y="0"/>
                  </a:cubicBezTo>
                  <a:close/>
                </a:path>
              </a:pathLst>
            </a:custGeom>
            <a:solidFill>
              <a:srgbClr val="3613C8"/>
            </a:solidFill>
            <a:ln w="47625" cap="rnd">
              <a:solidFill>
                <a:srgbClr val="21EF80"/>
              </a:solidFill>
              <a:prstDash val="solid"/>
              <a:round/>
            </a:ln>
          </p:spPr>
        </p:sp>
        <p:sp>
          <p:nvSpPr>
            <p:cNvPr name="TextBox 28" id="28"/>
            <p:cNvSpPr txBox="true"/>
            <p:nvPr/>
          </p:nvSpPr>
          <p:spPr>
            <a:xfrm>
              <a:off x="0" y="-76200"/>
              <a:ext cx="1859542" cy="786751"/>
            </a:xfrm>
            <a:prstGeom prst="rect">
              <a:avLst/>
            </a:prstGeom>
          </p:spPr>
          <p:txBody>
            <a:bodyPr anchor="t" rtlCol="false" tIns="254000" lIns="254000" bIns="254000" rIns="254000"/>
            <a:lstStyle/>
            <a:p>
              <a:pPr algn="l">
                <a:lnSpc>
                  <a:spcPts val="3779"/>
                </a:lnSpc>
              </a:pPr>
            </a:p>
          </p:txBody>
        </p:sp>
      </p:grpSp>
      <p:sp>
        <p:nvSpPr>
          <p:cNvPr name="Freeform 29" id="29"/>
          <p:cNvSpPr/>
          <p:nvPr/>
        </p:nvSpPr>
        <p:spPr>
          <a:xfrm flipH="false" flipV="false" rot="0">
            <a:off x="2133208" y="5211557"/>
            <a:ext cx="6035465" cy="1437015"/>
          </a:xfrm>
          <a:custGeom>
            <a:avLst/>
            <a:gdLst/>
            <a:ahLst/>
            <a:cxnLst/>
            <a:rect r="r" b="b" t="t" l="l"/>
            <a:pathLst>
              <a:path h="1437015" w="6035465">
                <a:moveTo>
                  <a:pt x="0" y="0"/>
                </a:moveTo>
                <a:lnTo>
                  <a:pt x="6035465" y="0"/>
                </a:lnTo>
                <a:lnTo>
                  <a:pt x="6035465" y="1437015"/>
                </a:lnTo>
                <a:lnTo>
                  <a:pt x="0" y="1437015"/>
                </a:lnTo>
                <a:lnTo>
                  <a:pt x="0" y="0"/>
                </a:lnTo>
                <a:close/>
              </a:path>
            </a:pathLst>
          </a:custGeom>
          <a:blipFill>
            <a:blip r:embed="rId15"/>
            <a:stretch>
              <a:fillRect l="0" t="0" r="0" b="0"/>
            </a:stretch>
          </a:blipFill>
        </p:spPr>
      </p:sp>
      <p:sp>
        <p:nvSpPr>
          <p:cNvPr name="Freeform 30" id="30"/>
          <p:cNvSpPr/>
          <p:nvPr/>
        </p:nvSpPr>
        <p:spPr>
          <a:xfrm flipH="false" flipV="false" rot="0">
            <a:off x="2170718" y="4564548"/>
            <a:ext cx="2804869" cy="446293"/>
          </a:xfrm>
          <a:custGeom>
            <a:avLst/>
            <a:gdLst/>
            <a:ahLst/>
            <a:cxnLst/>
            <a:rect r="r" b="b" t="t" l="l"/>
            <a:pathLst>
              <a:path h="446293" w="2804869">
                <a:moveTo>
                  <a:pt x="0" y="0"/>
                </a:moveTo>
                <a:lnTo>
                  <a:pt x="2804869" y="0"/>
                </a:lnTo>
                <a:lnTo>
                  <a:pt x="2804869" y="446293"/>
                </a:lnTo>
                <a:lnTo>
                  <a:pt x="0" y="446293"/>
                </a:lnTo>
                <a:lnTo>
                  <a:pt x="0" y="0"/>
                </a:lnTo>
                <a:close/>
              </a:path>
            </a:pathLst>
          </a:custGeom>
          <a:blipFill>
            <a:blip r:embed="rId16"/>
            <a:stretch>
              <a:fillRect l="0" t="0" r="0" b="-3595"/>
            </a:stretch>
          </a:blipFill>
        </p:spPr>
      </p:sp>
      <p:sp>
        <p:nvSpPr>
          <p:cNvPr name="TextBox 31" id="31"/>
          <p:cNvSpPr txBox="true"/>
          <p:nvPr/>
        </p:nvSpPr>
        <p:spPr>
          <a:xfrm rot="0">
            <a:off x="1954435" y="7105163"/>
            <a:ext cx="3528294" cy="428625"/>
          </a:xfrm>
          <a:prstGeom prst="rect">
            <a:avLst/>
          </a:prstGeom>
        </p:spPr>
        <p:txBody>
          <a:bodyPr anchor="t" rtlCol="false" tIns="0" lIns="0" bIns="0" rIns="0">
            <a:spAutoFit/>
          </a:bodyPr>
          <a:lstStyle/>
          <a:p>
            <a:pPr algn="l">
              <a:lnSpc>
                <a:spcPts val="3120"/>
              </a:lnSpc>
            </a:pPr>
            <a:r>
              <a:rPr lang="en-US" sz="2600" b="true">
                <a:solidFill>
                  <a:srgbClr val="FFFFFF"/>
                </a:solidFill>
                <a:latin typeface="Telegraf Bold"/>
                <a:ea typeface="Telegraf Bold"/>
                <a:cs typeface="Telegraf Bold"/>
                <a:sym typeface="Telegraf Bold"/>
              </a:rPr>
              <a:t>Exp</a:t>
            </a:r>
          </a:p>
        </p:txBody>
      </p:sp>
      <p:sp>
        <p:nvSpPr>
          <p:cNvPr name="Freeform 32" id="32"/>
          <p:cNvSpPr/>
          <p:nvPr/>
        </p:nvSpPr>
        <p:spPr>
          <a:xfrm flipH="false" flipV="false" rot="0">
            <a:off x="1954435" y="7669678"/>
            <a:ext cx="6429621" cy="1536836"/>
          </a:xfrm>
          <a:custGeom>
            <a:avLst/>
            <a:gdLst/>
            <a:ahLst/>
            <a:cxnLst/>
            <a:rect r="r" b="b" t="t" l="l"/>
            <a:pathLst>
              <a:path h="1536836" w="6429621">
                <a:moveTo>
                  <a:pt x="0" y="0"/>
                </a:moveTo>
                <a:lnTo>
                  <a:pt x="6429620" y="0"/>
                </a:lnTo>
                <a:lnTo>
                  <a:pt x="6429620" y="1536836"/>
                </a:lnTo>
                <a:lnTo>
                  <a:pt x="0" y="1536836"/>
                </a:lnTo>
                <a:lnTo>
                  <a:pt x="0" y="0"/>
                </a:lnTo>
                <a:close/>
              </a:path>
            </a:pathLst>
          </a:custGeom>
          <a:blipFill>
            <a:blip r:embed="rId17"/>
            <a:stretch>
              <a:fillRect l="0" t="0" r="0" b="0"/>
            </a:stretch>
          </a:blipFill>
        </p:spPr>
      </p:sp>
      <p:grpSp>
        <p:nvGrpSpPr>
          <p:cNvPr name="Group 33" id="33"/>
          <p:cNvGrpSpPr/>
          <p:nvPr/>
        </p:nvGrpSpPr>
        <p:grpSpPr>
          <a:xfrm rot="0">
            <a:off x="8986446" y="2132507"/>
            <a:ext cx="7092115" cy="4729729"/>
            <a:chOff x="0" y="0"/>
            <a:chExt cx="1867882" cy="1245690"/>
          </a:xfrm>
        </p:grpSpPr>
        <p:sp>
          <p:nvSpPr>
            <p:cNvPr name="Freeform 34" id="34"/>
            <p:cNvSpPr/>
            <p:nvPr/>
          </p:nvSpPr>
          <p:spPr>
            <a:xfrm flipH="false" flipV="false" rot="0">
              <a:off x="0" y="0"/>
              <a:ext cx="1867882" cy="1245690"/>
            </a:xfrm>
            <a:custGeom>
              <a:avLst/>
              <a:gdLst/>
              <a:ahLst/>
              <a:cxnLst/>
              <a:rect r="r" b="b" t="t" l="l"/>
              <a:pathLst>
                <a:path h="1245690" w="1867882">
                  <a:moveTo>
                    <a:pt x="53490" y="0"/>
                  </a:moveTo>
                  <a:lnTo>
                    <a:pt x="1814393" y="0"/>
                  </a:lnTo>
                  <a:cubicBezTo>
                    <a:pt x="1843934" y="0"/>
                    <a:pt x="1867882" y="23948"/>
                    <a:pt x="1867882" y="53490"/>
                  </a:cubicBezTo>
                  <a:lnTo>
                    <a:pt x="1867882" y="1192200"/>
                  </a:lnTo>
                  <a:cubicBezTo>
                    <a:pt x="1867882" y="1206387"/>
                    <a:pt x="1862247" y="1219992"/>
                    <a:pt x="1852215" y="1230023"/>
                  </a:cubicBezTo>
                  <a:cubicBezTo>
                    <a:pt x="1842184" y="1240054"/>
                    <a:pt x="1828579" y="1245690"/>
                    <a:pt x="1814393" y="1245690"/>
                  </a:cubicBezTo>
                  <a:lnTo>
                    <a:pt x="53490" y="1245690"/>
                  </a:lnTo>
                  <a:cubicBezTo>
                    <a:pt x="39303" y="1245690"/>
                    <a:pt x="25698" y="1240054"/>
                    <a:pt x="15667" y="1230023"/>
                  </a:cubicBezTo>
                  <a:cubicBezTo>
                    <a:pt x="5635" y="1219992"/>
                    <a:pt x="0" y="1206387"/>
                    <a:pt x="0" y="1192200"/>
                  </a:cubicBezTo>
                  <a:lnTo>
                    <a:pt x="0" y="53490"/>
                  </a:lnTo>
                  <a:cubicBezTo>
                    <a:pt x="0" y="39303"/>
                    <a:pt x="5635" y="25698"/>
                    <a:pt x="15667" y="15667"/>
                  </a:cubicBezTo>
                  <a:cubicBezTo>
                    <a:pt x="25698" y="5635"/>
                    <a:pt x="39303" y="0"/>
                    <a:pt x="53490" y="0"/>
                  </a:cubicBezTo>
                  <a:close/>
                </a:path>
              </a:pathLst>
            </a:custGeom>
            <a:solidFill>
              <a:srgbClr val="3613C8"/>
            </a:solidFill>
            <a:ln w="47625" cap="rnd">
              <a:solidFill>
                <a:srgbClr val="21EF80"/>
              </a:solidFill>
              <a:prstDash val="solid"/>
              <a:round/>
            </a:ln>
          </p:spPr>
        </p:sp>
        <p:sp>
          <p:nvSpPr>
            <p:cNvPr name="TextBox 35" id="35"/>
            <p:cNvSpPr txBox="true"/>
            <p:nvPr/>
          </p:nvSpPr>
          <p:spPr>
            <a:xfrm>
              <a:off x="0" y="-76200"/>
              <a:ext cx="1867882" cy="1321890"/>
            </a:xfrm>
            <a:prstGeom prst="rect">
              <a:avLst/>
            </a:prstGeom>
          </p:spPr>
          <p:txBody>
            <a:bodyPr anchor="t" rtlCol="false" tIns="254000" lIns="254000" bIns="254000" rIns="254000"/>
            <a:lstStyle/>
            <a:p>
              <a:pPr algn="l">
                <a:lnSpc>
                  <a:spcPts val="3779"/>
                </a:lnSpc>
              </a:pPr>
            </a:p>
          </p:txBody>
        </p:sp>
      </p:grpSp>
      <p:sp>
        <p:nvSpPr>
          <p:cNvPr name="TextBox 36" id="36"/>
          <p:cNvSpPr txBox="true"/>
          <p:nvPr/>
        </p:nvSpPr>
        <p:spPr>
          <a:xfrm rot="0">
            <a:off x="9486920" y="2363788"/>
            <a:ext cx="3528294" cy="428625"/>
          </a:xfrm>
          <a:prstGeom prst="rect">
            <a:avLst/>
          </a:prstGeom>
        </p:spPr>
        <p:txBody>
          <a:bodyPr anchor="t" rtlCol="false" tIns="0" lIns="0" bIns="0" rIns="0">
            <a:spAutoFit/>
          </a:bodyPr>
          <a:lstStyle/>
          <a:p>
            <a:pPr algn="l">
              <a:lnSpc>
                <a:spcPts val="3120"/>
              </a:lnSpc>
            </a:pPr>
            <a:r>
              <a:rPr lang="en-US" sz="2600" b="true">
                <a:solidFill>
                  <a:srgbClr val="FFFFFF"/>
                </a:solidFill>
                <a:latin typeface="Telegraf Bold"/>
                <a:ea typeface="Telegraf Bold"/>
                <a:cs typeface="Telegraf Bold"/>
                <a:sym typeface="Telegraf Bold"/>
              </a:rPr>
              <a:t>Trigometricas</a:t>
            </a:r>
          </a:p>
        </p:txBody>
      </p:sp>
      <p:sp>
        <p:nvSpPr>
          <p:cNvPr name="Freeform 37" id="37"/>
          <p:cNvSpPr/>
          <p:nvPr/>
        </p:nvSpPr>
        <p:spPr>
          <a:xfrm flipH="false" flipV="false" rot="0">
            <a:off x="11251067" y="2891892"/>
            <a:ext cx="1188156" cy="2799492"/>
          </a:xfrm>
          <a:custGeom>
            <a:avLst/>
            <a:gdLst/>
            <a:ahLst/>
            <a:cxnLst/>
            <a:rect r="r" b="b" t="t" l="l"/>
            <a:pathLst>
              <a:path h="2799492" w="1188156">
                <a:moveTo>
                  <a:pt x="0" y="0"/>
                </a:moveTo>
                <a:lnTo>
                  <a:pt x="1188156" y="0"/>
                </a:lnTo>
                <a:lnTo>
                  <a:pt x="1188156" y="2799492"/>
                </a:lnTo>
                <a:lnTo>
                  <a:pt x="0" y="2799492"/>
                </a:lnTo>
                <a:lnTo>
                  <a:pt x="0" y="0"/>
                </a:lnTo>
                <a:close/>
              </a:path>
            </a:pathLst>
          </a:custGeom>
          <a:blipFill>
            <a:blip r:embed="rId18"/>
            <a:stretch>
              <a:fillRect l="0" t="0" r="0" b="0"/>
            </a:stretch>
          </a:blipFill>
        </p:spPr>
      </p:sp>
      <p:sp>
        <p:nvSpPr>
          <p:cNvPr name="Freeform 38" id="38"/>
          <p:cNvSpPr/>
          <p:nvPr/>
        </p:nvSpPr>
        <p:spPr>
          <a:xfrm flipH="false" flipV="false" rot="0">
            <a:off x="9444921" y="2913250"/>
            <a:ext cx="1575901" cy="2778134"/>
          </a:xfrm>
          <a:custGeom>
            <a:avLst/>
            <a:gdLst/>
            <a:ahLst/>
            <a:cxnLst/>
            <a:rect r="r" b="b" t="t" l="l"/>
            <a:pathLst>
              <a:path h="2778134" w="1575901">
                <a:moveTo>
                  <a:pt x="0" y="0"/>
                </a:moveTo>
                <a:lnTo>
                  <a:pt x="1575901" y="0"/>
                </a:lnTo>
                <a:lnTo>
                  <a:pt x="1575901" y="2778134"/>
                </a:lnTo>
                <a:lnTo>
                  <a:pt x="0" y="2778134"/>
                </a:lnTo>
                <a:lnTo>
                  <a:pt x="0" y="0"/>
                </a:lnTo>
                <a:close/>
              </a:path>
            </a:pathLst>
          </a:custGeom>
          <a:blipFill>
            <a:blip r:embed="rId19"/>
            <a:stretch>
              <a:fillRect l="0" t="0" r="0" b="0"/>
            </a:stretch>
          </a:blipFill>
        </p:spPr>
      </p:sp>
      <p:sp>
        <p:nvSpPr>
          <p:cNvPr name="TextBox 39" id="39"/>
          <p:cNvSpPr txBox="true"/>
          <p:nvPr/>
        </p:nvSpPr>
        <p:spPr>
          <a:xfrm rot="0">
            <a:off x="9395434" y="5911015"/>
            <a:ext cx="5786650" cy="476250"/>
          </a:xfrm>
          <a:prstGeom prst="rect">
            <a:avLst/>
          </a:prstGeom>
        </p:spPr>
        <p:txBody>
          <a:bodyPr anchor="t" rtlCol="false" tIns="0" lIns="0" bIns="0" rIns="0">
            <a:spAutoFit/>
          </a:bodyPr>
          <a:lstStyle/>
          <a:p>
            <a:pPr algn="ctr">
              <a:lnSpc>
                <a:spcPts val="1680"/>
              </a:lnSpc>
            </a:pPr>
            <a:r>
              <a:rPr lang="en-US" sz="1200" b="true">
                <a:solidFill>
                  <a:srgbClr val="191919"/>
                </a:solidFill>
                <a:latin typeface="Open Sans Bold"/>
                <a:ea typeface="Open Sans Bold"/>
                <a:cs typeface="Open Sans Bold"/>
                <a:sym typeface="Open Sans Bold"/>
              </a:rPr>
              <a:t>Lista completa de funciones</a:t>
            </a:r>
          </a:p>
          <a:p>
            <a:pPr algn="ctr">
              <a:lnSpc>
                <a:spcPts val="1120"/>
              </a:lnSpc>
            </a:pPr>
          </a:p>
          <a:p>
            <a:pPr algn="ctr">
              <a:lnSpc>
                <a:spcPts val="1120"/>
              </a:lnSpc>
            </a:pPr>
            <a:r>
              <a:rPr lang="en-US" sz="800">
                <a:solidFill>
                  <a:srgbClr val="191919"/>
                </a:solidFill>
                <a:latin typeface="Open Sans Light"/>
                <a:ea typeface="Open Sans Light"/>
                <a:cs typeface="Open Sans Light"/>
                <a:sym typeface="Open Sans Light"/>
              </a:rPr>
              <a:t>https://docs.microsoft.com/es-es/office/vba/language/reference/user-interface-help/derived-math-functions</a:t>
            </a:r>
          </a:p>
        </p:txBody>
      </p:sp>
      <p:grpSp>
        <p:nvGrpSpPr>
          <p:cNvPr name="Group 40" id="40"/>
          <p:cNvGrpSpPr/>
          <p:nvPr/>
        </p:nvGrpSpPr>
        <p:grpSpPr>
          <a:xfrm rot="0">
            <a:off x="8986446" y="7062261"/>
            <a:ext cx="7060447" cy="2697872"/>
            <a:chOff x="0" y="0"/>
            <a:chExt cx="1859542" cy="710551"/>
          </a:xfrm>
        </p:grpSpPr>
        <p:sp>
          <p:nvSpPr>
            <p:cNvPr name="Freeform 41" id="41"/>
            <p:cNvSpPr/>
            <p:nvPr/>
          </p:nvSpPr>
          <p:spPr>
            <a:xfrm flipH="false" flipV="false" rot="0">
              <a:off x="0" y="0"/>
              <a:ext cx="1859542" cy="710551"/>
            </a:xfrm>
            <a:custGeom>
              <a:avLst/>
              <a:gdLst/>
              <a:ahLst/>
              <a:cxnLst/>
              <a:rect r="r" b="b" t="t" l="l"/>
              <a:pathLst>
                <a:path h="710551" w="1859542">
                  <a:moveTo>
                    <a:pt x="53729" y="0"/>
                  </a:moveTo>
                  <a:lnTo>
                    <a:pt x="1805812" y="0"/>
                  </a:lnTo>
                  <a:cubicBezTo>
                    <a:pt x="1835486" y="0"/>
                    <a:pt x="1859542" y="24056"/>
                    <a:pt x="1859542" y="53729"/>
                  </a:cubicBezTo>
                  <a:lnTo>
                    <a:pt x="1859542" y="656821"/>
                  </a:lnTo>
                  <a:cubicBezTo>
                    <a:pt x="1859542" y="671071"/>
                    <a:pt x="1853881" y="684737"/>
                    <a:pt x="1843805" y="694814"/>
                  </a:cubicBezTo>
                  <a:cubicBezTo>
                    <a:pt x="1833728" y="704890"/>
                    <a:pt x="1820062" y="710551"/>
                    <a:pt x="1805812" y="710551"/>
                  </a:cubicBezTo>
                  <a:lnTo>
                    <a:pt x="53729" y="710551"/>
                  </a:lnTo>
                  <a:cubicBezTo>
                    <a:pt x="24056" y="710551"/>
                    <a:pt x="0" y="686495"/>
                    <a:pt x="0" y="656821"/>
                  </a:cubicBezTo>
                  <a:lnTo>
                    <a:pt x="0" y="53729"/>
                  </a:lnTo>
                  <a:cubicBezTo>
                    <a:pt x="0" y="24056"/>
                    <a:pt x="24056" y="0"/>
                    <a:pt x="53729" y="0"/>
                  </a:cubicBezTo>
                  <a:close/>
                </a:path>
              </a:pathLst>
            </a:custGeom>
            <a:solidFill>
              <a:srgbClr val="3613C8"/>
            </a:solidFill>
            <a:ln w="47625" cap="rnd">
              <a:solidFill>
                <a:srgbClr val="21EF80"/>
              </a:solidFill>
              <a:prstDash val="solid"/>
              <a:round/>
            </a:ln>
          </p:spPr>
        </p:sp>
        <p:sp>
          <p:nvSpPr>
            <p:cNvPr name="TextBox 42" id="42"/>
            <p:cNvSpPr txBox="true"/>
            <p:nvPr/>
          </p:nvSpPr>
          <p:spPr>
            <a:xfrm>
              <a:off x="0" y="-76200"/>
              <a:ext cx="1859542" cy="786751"/>
            </a:xfrm>
            <a:prstGeom prst="rect">
              <a:avLst/>
            </a:prstGeom>
          </p:spPr>
          <p:txBody>
            <a:bodyPr anchor="t" rtlCol="false" tIns="254000" lIns="254000" bIns="254000" rIns="254000"/>
            <a:lstStyle/>
            <a:p>
              <a:pPr algn="l">
                <a:lnSpc>
                  <a:spcPts val="3779"/>
                </a:lnSpc>
              </a:pPr>
            </a:p>
          </p:txBody>
        </p:sp>
      </p:grpSp>
      <p:sp>
        <p:nvSpPr>
          <p:cNvPr name="TextBox 43" id="43"/>
          <p:cNvSpPr txBox="true"/>
          <p:nvPr/>
        </p:nvSpPr>
        <p:spPr>
          <a:xfrm rot="0">
            <a:off x="9444921" y="7241053"/>
            <a:ext cx="3528294" cy="428625"/>
          </a:xfrm>
          <a:prstGeom prst="rect">
            <a:avLst/>
          </a:prstGeom>
        </p:spPr>
        <p:txBody>
          <a:bodyPr anchor="t" rtlCol="false" tIns="0" lIns="0" bIns="0" rIns="0">
            <a:spAutoFit/>
          </a:bodyPr>
          <a:lstStyle/>
          <a:p>
            <a:pPr algn="l">
              <a:lnSpc>
                <a:spcPts val="3120"/>
              </a:lnSpc>
            </a:pPr>
            <a:r>
              <a:rPr lang="en-US" sz="2600" b="true">
                <a:solidFill>
                  <a:srgbClr val="FFFFFF"/>
                </a:solidFill>
                <a:latin typeface="Telegraf Bold"/>
                <a:ea typeface="Telegraf Bold"/>
                <a:cs typeface="Telegraf Bold"/>
                <a:sym typeface="Telegraf Bold"/>
              </a:rPr>
              <a:t>Rnd</a:t>
            </a:r>
          </a:p>
        </p:txBody>
      </p:sp>
      <p:sp>
        <p:nvSpPr>
          <p:cNvPr name="Freeform 44" id="44"/>
          <p:cNvSpPr/>
          <p:nvPr/>
        </p:nvSpPr>
        <p:spPr>
          <a:xfrm flipH="false" flipV="false" rot="0">
            <a:off x="10246176" y="7764928"/>
            <a:ext cx="4085168" cy="783685"/>
          </a:xfrm>
          <a:custGeom>
            <a:avLst/>
            <a:gdLst/>
            <a:ahLst/>
            <a:cxnLst/>
            <a:rect r="r" b="b" t="t" l="l"/>
            <a:pathLst>
              <a:path h="783685" w="4085168">
                <a:moveTo>
                  <a:pt x="0" y="0"/>
                </a:moveTo>
                <a:lnTo>
                  <a:pt x="4085167" y="0"/>
                </a:lnTo>
                <a:lnTo>
                  <a:pt x="4085167" y="783685"/>
                </a:lnTo>
                <a:lnTo>
                  <a:pt x="0" y="783685"/>
                </a:lnTo>
                <a:lnTo>
                  <a:pt x="0" y="0"/>
                </a:lnTo>
                <a:close/>
              </a:path>
            </a:pathLst>
          </a:custGeom>
          <a:blipFill>
            <a:blip r:embed="rId20"/>
            <a:stretch>
              <a:fillRect l="0" t="0" r="0" b="0"/>
            </a:stretch>
          </a:blipFill>
        </p:spPr>
      </p:sp>
      <p:sp>
        <p:nvSpPr>
          <p:cNvPr name="Freeform 45" id="45"/>
          <p:cNvSpPr/>
          <p:nvPr/>
        </p:nvSpPr>
        <p:spPr>
          <a:xfrm flipH="false" flipV="false" rot="0">
            <a:off x="9861433" y="8758356"/>
            <a:ext cx="4854654" cy="587595"/>
          </a:xfrm>
          <a:custGeom>
            <a:avLst/>
            <a:gdLst/>
            <a:ahLst/>
            <a:cxnLst/>
            <a:rect r="r" b="b" t="t" l="l"/>
            <a:pathLst>
              <a:path h="587595" w="4854654">
                <a:moveTo>
                  <a:pt x="0" y="0"/>
                </a:moveTo>
                <a:lnTo>
                  <a:pt x="4854653" y="0"/>
                </a:lnTo>
                <a:lnTo>
                  <a:pt x="4854653" y="587595"/>
                </a:lnTo>
                <a:lnTo>
                  <a:pt x="0" y="587595"/>
                </a:lnTo>
                <a:lnTo>
                  <a:pt x="0" y="0"/>
                </a:lnTo>
                <a:close/>
              </a:path>
            </a:pathLst>
          </a:custGeom>
          <a:blipFill>
            <a:blip r:embed="rId21"/>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grpSp>
        <p:nvGrpSpPr>
          <p:cNvPr name="Group 2" id="2"/>
          <p:cNvGrpSpPr/>
          <p:nvPr/>
        </p:nvGrpSpPr>
        <p:grpSpPr>
          <a:xfrm rot="0">
            <a:off x="1478668" y="9666210"/>
            <a:ext cx="18288000" cy="1163782"/>
            <a:chOff x="0" y="0"/>
            <a:chExt cx="24384000" cy="1551709"/>
          </a:xfrm>
        </p:grpSpPr>
        <p:sp>
          <p:nvSpPr>
            <p:cNvPr name="Freeform 3" id="3"/>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pic>
        <p:nvPicPr>
          <p:cNvPr name="Picture 6" id="6"/>
          <p:cNvPicPr>
            <a:picLocks noChangeAspect="true"/>
          </p:cNvPicPr>
          <p:nvPr/>
        </p:nvPicPr>
        <p:blipFill>
          <a:blip r:embed="rId4"/>
          <a:srcRect l="0" t="0" r="0" b="0"/>
          <a:stretch>
            <a:fillRect/>
          </a:stretch>
        </p:blipFill>
        <p:spPr>
          <a:xfrm flipH="false" flipV="false" rot="0">
            <a:off x="16848318" y="719461"/>
            <a:ext cx="744368" cy="331244"/>
          </a:xfrm>
          <a:prstGeom prst="rect">
            <a:avLst/>
          </a:prstGeom>
        </p:spPr>
      </p:pic>
      <p:sp>
        <p:nvSpPr>
          <p:cNvPr name="Freeform 7" id="7"/>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7234164" y="588745"/>
            <a:ext cx="1211480" cy="624416"/>
            <a:chOff x="0" y="0"/>
            <a:chExt cx="1615307" cy="832555"/>
          </a:xfrm>
        </p:grpSpPr>
        <p:sp>
          <p:nvSpPr>
            <p:cNvPr name="TextBox 9" id="9"/>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0" id="10"/>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11" id="11"/>
          <p:cNvGrpSpPr/>
          <p:nvPr/>
        </p:nvGrpSpPr>
        <p:grpSpPr>
          <a:xfrm rot="0">
            <a:off x="10191499" y="729709"/>
            <a:ext cx="862336" cy="327152"/>
            <a:chOff x="0" y="0"/>
            <a:chExt cx="1149782" cy="436203"/>
          </a:xfrm>
        </p:grpSpPr>
        <p:sp>
          <p:nvSpPr>
            <p:cNvPr name="TextBox 12" id="12"/>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3" id="13"/>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grpSp>
        <p:nvGrpSpPr>
          <p:cNvPr name="Group 14" id="14"/>
          <p:cNvGrpSpPr/>
          <p:nvPr/>
        </p:nvGrpSpPr>
        <p:grpSpPr>
          <a:xfrm rot="0">
            <a:off x="8863538" y="703945"/>
            <a:ext cx="908861" cy="327152"/>
            <a:chOff x="0" y="0"/>
            <a:chExt cx="1211815" cy="436203"/>
          </a:xfrm>
        </p:grpSpPr>
        <p:sp>
          <p:nvSpPr>
            <p:cNvPr name="TextBox 15" id="15"/>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6" id="16"/>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7" id="17"/>
          <p:cNvGrpSpPr/>
          <p:nvPr/>
        </p:nvGrpSpPr>
        <p:grpSpPr>
          <a:xfrm rot="0">
            <a:off x="692051" y="534510"/>
            <a:ext cx="3052218" cy="717550"/>
            <a:chOff x="0" y="0"/>
            <a:chExt cx="803876" cy="188984"/>
          </a:xfrm>
        </p:grpSpPr>
        <p:sp>
          <p:nvSpPr>
            <p:cNvPr name="Freeform 18" id="18"/>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19" id="19"/>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3" action="ppaction://hlinksldjump"/>
                </a:rPr>
                <a:t>Back to Agenda Page</a:t>
              </a:r>
            </a:p>
          </p:txBody>
        </p:sp>
      </p:grpSp>
      <p:grpSp>
        <p:nvGrpSpPr>
          <p:cNvPr name="Group 20" id="20"/>
          <p:cNvGrpSpPr/>
          <p:nvPr/>
        </p:nvGrpSpPr>
        <p:grpSpPr>
          <a:xfrm rot="0">
            <a:off x="5613777" y="2537344"/>
            <a:ext cx="7060447" cy="3797558"/>
            <a:chOff x="0" y="0"/>
            <a:chExt cx="1859542" cy="1000180"/>
          </a:xfrm>
        </p:grpSpPr>
        <p:sp>
          <p:nvSpPr>
            <p:cNvPr name="Freeform 21" id="21"/>
            <p:cNvSpPr/>
            <p:nvPr/>
          </p:nvSpPr>
          <p:spPr>
            <a:xfrm flipH="false" flipV="false" rot="0">
              <a:off x="0" y="0"/>
              <a:ext cx="1859542" cy="1000180"/>
            </a:xfrm>
            <a:custGeom>
              <a:avLst/>
              <a:gdLst/>
              <a:ahLst/>
              <a:cxnLst/>
              <a:rect r="r" b="b" t="t" l="l"/>
              <a:pathLst>
                <a:path h="1000180" w="1859542">
                  <a:moveTo>
                    <a:pt x="53729" y="0"/>
                  </a:moveTo>
                  <a:lnTo>
                    <a:pt x="1805812" y="0"/>
                  </a:lnTo>
                  <a:cubicBezTo>
                    <a:pt x="1835486" y="0"/>
                    <a:pt x="1859542" y="24056"/>
                    <a:pt x="1859542" y="53729"/>
                  </a:cubicBezTo>
                  <a:lnTo>
                    <a:pt x="1859542" y="946450"/>
                  </a:lnTo>
                  <a:cubicBezTo>
                    <a:pt x="1859542" y="960700"/>
                    <a:pt x="1853881" y="974367"/>
                    <a:pt x="1843805" y="984443"/>
                  </a:cubicBezTo>
                  <a:cubicBezTo>
                    <a:pt x="1833728" y="994519"/>
                    <a:pt x="1820062" y="1000180"/>
                    <a:pt x="1805812" y="1000180"/>
                  </a:cubicBezTo>
                  <a:lnTo>
                    <a:pt x="53729" y="1000180"/>
                  </a:lnTo>
                  <a:cubicBezTo>
                    <a:pt x="24056" y="1000180"/>
                    <a:pt x="0" y="976124"/>
                    <a:pt x="0" y="946450"/>
                  </a:cubicBezTo>
                  <a:lnTo>
                    <a:pt x="0" y="53729"/>
                  </a:lnTo>
                  <a:cubicBezTo>
                    <a:pt x="0" y="24056"/>
                    <a:pt x="24056" y="0"/>
                    <a:pt x="53729" y="0"/>
                  </a:cubicBezTo>
                  <a:close/>
                </a:path>
              </a:pathLst>
            </a:custGeom>
            <a:solidFill>
              <a:srgbClr val="3613C8"/>
            </a:solidFill>
            <a:ln w="47625" cap="rnd">
              <a:solidFill>
                <a:srgbClr val="21EF80"/>
              </a:solidFill>
              <a:prstDash val="solid"/>
              <a:round/>
            </a:ln>
          </p:spPr>
        </p:sp>
        <p:sp>
          <p:nvSpPr>
            <p:cNvPr name="TextBox 22" id="22"/>
            <p:cNvSpPr txBox="true"/>
            <p:nvPr/>
          </p:nvSpPr>
          <p:spPr>
            <a:xfrm>
              <a:off x="0" y="-76200"/>
              <a:ext cx="1859542" cy="1076380"/>
            </a:xfrm>
            <a:prstGeom prst="rect">
              <a:avLst/>
            </a:prstGeom>
          </p:spPr>
          <p:txBody>
            <a:bodyPr anchor="t" rtlCol="false" tIns="254000" lIns="254000" bIns="254000" rIns="254000"/>
            <a:lstStyle/>
            <a:p>
              <a:pPr algn="l">
                <a:lnSpc>
                  <a:spcPts val="3779"/>
                </a:lnSpc>
              </a:pPr>
            </a:p>
          </p:txBody>
        </p:sp>
      </p:grpSp>
      <p:sp>
        <p:nvSpPr>
          <p:cNvPr name="TextBox 23" id="23"/>
          <p:cNvSpPr txBox="true"/>
          <p:nvPr/>
        </p:nvSpPr>
        <p:spPr>
          <a:xfrm rot="0">
            <a:off x="5947494" y="1665623"/>
            <a:ext cx="6537002" cy="1111512"/>
          </a:xfrm>
          <a:prstGeom prst="rect">
            <a:avLst/>
          </a:prstGeom>
        </p:spPr>
        <p:txBody>
          <a:bodyPr anchor="t" rtlCol="false" tIns="0" lIns="0" bIns="0" rIns="0">
            <a:spAutoFit/>
          </a:bodyPr>
          <a:lstStyle/>
          <a:p>
            <a:pPr algn="ctr">
              <a:lnSpc>
                <a:spcPts val="8536"/>
              </a:lnSpc>
            </a:pPr>
            <a:r>
              <a:rPr lang="en-US" sz="7621">
                <a:solidFill>
                  <a:srgbClr val="FFFFFF"/>
                </a:solidFill>
                <a:latin typeface="Computer Says No"/>
                <a:ea typeface="Computer Says No"/>
                <a:cs typeface="Computer Says No"/>
                <a:sym typeface="Computer Says No"/>
              </a:rPr>
              <a:t>FUNCIONES MATEMATICAS</a:t>
            </a:r>
          </a:p>
        </p:txBody>
      </p:sp>
      <p:sp>
        <p:nvSpPr>
          <p:cNvPr name="TextBox 24" id="24"/>
          <p:cNvSpPr txBox="true"/>
          <p:nvPr/>
        </p:nvSpPr>
        <p:spPr>
          <a:xfrm rot="0">
            <a:off x="6211219" y="2697187"/>
            <a:ext cx="3528294" cy="428625"/>
          </a:xfrm>
          <a:prstGeom prst="rect">
            <a:avLst/>
          </a:prstGeom>
        </p:spPr>
        <p:txBody>
          <a:bodyPr anchor="t" rtlCol="false" tIns="0" lIns="0" bIns="0" rIns="0">
            <a:spAutoFit/>
          </a:bodyPr>
          <a:lstStyle/>
          <a:p>
            <a:pPr algn="l">
              <a:lnSpc>
                <a:spcPts val="3120"/>
              </a:lnSpc>
            </a:pPr>
            <a:r>
              <a:rPr lang="en-US" sz="2600" b="true">
                <a:solidFill>
                  <a:srgbClr val="FFFFFF"/>
                </a:solidFill>
                <a:latin typeface="Telegraf Bold"/>
                <a:ea typeface="Telegraf Bold"/>
                <a:cs typeface="Telegraf Bold"/>
                <a:sym typeface="Telegraf Bold"/>
              </a:rPr>
              <a:t>Log</a:t>
            </a:r>
          </a:p>
        </p:txBody>
      </p:sp>
      <p:grpSp>
        <p:nvGrpSpPr>
          <p:cNvPr name="Group 25" id="25"/>
          <p:cNvGrpSpPr/>
          <p:nvPr/>
        </p:nvGrpSpPr>
        <p:grpSpPr>
          <a:xfrm rot="0">
            <a:off x="5613777" y="6563502"/>
            <a:ext cx="7060447" cy="2697872"/>
            <a:chOff x="0" y="0"/>
            <a:chExt cx="1859542" cy="710551"/>
          </a:xfrm>
        </p:grpSpPr>
        <p:sp>
          <p:nvSpPr>
            <p:cNvPr name="Freeform 26" id="26"/>
            <p:cNvSpPr/>
            <p:nvPr/>
          </p:nvSpPr>
          <p:spPr>
            <a:xfrm flipH="false" flipV="false" rot="0">
              <a:off x="0" y="0"/>
              <a:ext cx="1859542" cy="710551"/>
            </a:xfrm>
            <a:custGeom>
              <a:avLst/>
              <a:gdLst/>
              <a:ahLst/>
              <a:cxnLst/>
              <a:rect r="r" b="b" t="t" l="l"/>
              <a:pathLst>
                <a:path h="710551" w="1859542">
                  <a:moveTo>
                    <a:pt x="53729" y="0"/>
                  </a:moveTo>
                  <a:lnTo>
                    <a:pt x="1805812" y="0"/>
                  </a:lnTo>
                  <a:cubicBezTo>
                    <a:pt x="1835486" y="0"/>
                    <a:pt x="1859542" y="24056"/>
                    <a:pt x="1859542" y="53729"/>
                  </a:cubicBezTo>
                  <a:lnTo>
                    <a:pt x="1859542" y="656821"/>
                  </a:lnTo>
                  <a:cubicBezTo>
                    <a:pt x="1859542" y="671071"/>
                    <a:pt x="1853881" y="684737"/>
                    <a:pt x="1843805" y="694814"/>
                  </a:cubicBezTo>
                  <a:cubicBezTo>
                    <a:pt x="1833728" y="704890"/>
                    <a:pt x="1820062" y="710551"/>
                    <a:pt x="1805812" y="710551"/>
                  </a:cubicBezTo>
                  <a:lnTo>
                    <a:pt x="53729" y="710551"/>
                  </a:lnTo>
                  <a:cubicBezTo>
                    <a:pt x="24056" y="710551"/>
                    <a:pt x="0" y="686495"/>
                    <a:pt x="0" y="656821"/>
                  </a:cubicBezTo>
                  <a:lnTo>
                    <a:pt x="0" y="53729"/>
                  </a:lnTo>
                  <a:cubicBezTo>
                    <a:pt x="0" y="24056"/>
                    <a:pt x="24056" y="0"/>
                    <a:pt x="53729" y="0"/>
                  </a:cubicBezTo>
                  <a:close/>
                </a:path>
              </a:pathLst>
            </a:custGeom>
            <a:solidFill>
              <a:srgbClr val="3613C8"/>
            </a:solidFill>
            <a:ln w="47625" cap="rnd">
              <a:solidFill>
                <a:srgbClr val="21EF80"/>
              </a:solidFill>
              <a:prstDash val="solid"/>
              <a:round/>
            </a:ln>
          </p:spPr>
        </p:sp>
        <p:sp>
          <p:nvSpPr>
            <p:cNvPr name="TextBox 27" id="27"/>
            <p:cNvSpPr txBox="true"/>
            <p:nvPr/>
          </p:nvSpPr>
          <p:spPr>
            <a:xfrm>
              <a:off x="0" y="-76200"/>
              <a:ext cx="1859542" cy="786751"/>
            </a:xfrm>
            <a:prstGeom prst="rect">
              <a:avLst/>
            </a:prstGeom>
          </p:spPr>
          <p:txBody>
            <a:bodyPr anchor="t" rtlCol="false" tIns="254000" lIns="254000" bIns="254000" rIns="254000"/>
            <a:lstStyle/>
            <a:p>
              <a:pPr algn="l">
                <a:lnSpc>
                  <a:spcPts val="3779"/>
                </a:lnSpc>
              </a:pPr>
            </a:p>
          </p:txBody>
        </p:sp>
      </p:grpSp>
      <p:sp>
        <p:nvSpPr>
          <p:cNvPr name="TextBox 28" id="28"/>
          <p:cNvSpPr txBox="true"/>
          <p:nvPr/>
        </p:nvSpPr>
        <p:spPr>
          <a:xfrm rot="0">
            <a:off x="5947494" y="6667637"/>
            <a:ext cx="3528294" cy="428625"/>
          </a:xfrm>
          <a:prstGeom prst="rect">
            <a:avLst/>
          </a:prstGeom>
        </p:spPr>
        <p:txBody>
          <a:bodyPr anchor="t" rtlCol="false" tIns="0" lIns="0" bIns="0" rIns="0">
            <a:spAutoFit/>
          </a:bodyPr>
          <a:lstStyle/>
          <a:p>
            <a:pPr algn="l">
              <a:lnSpc>
                <a:spcPts val="3120"/>
              </a:lnSpc>
            </a:pPr>
            <a:r>
              <a:rPr lang="en-US" sz="2600" b="true">
                <a:solidFill>
                  <a:srgbClr val="FFFFFF"/>
                </a:solidFill>
                <a:latin typeface="Telegraf Bold"/>
                <a:ea typeface="Telegraf Bold"/>
                <a:cs typeface="Telegraf Bold"/>
                <a:sym typeface="Telegraf Bold"/>
              </a:rPr>
              <a:t>Sgn</a:t>
            </a:r>
          </a:p>
        </p:txBody>
      </p:sp>
      <p:sp>
        <p:nvSpPr>
          <p:cNvPr name="Freeform 29" id="29"/>
          <p:cNvSpPr/>
          <p:nvPr/>
        </p:nvSpPr>
        <p:spPr>
          <a:xfrm flipH="false" flipV="false" rot="0">
            <a:off x="6211219" y="3259179"/>
            <a:ext cx="3753873" cy="909592"/>
          </a:xfrm>
          <a:custGeom>
            <a:avLst/>
            <a:gdLst/>
            <a:ahLst/>
            <a:cxnLst/>
            <a:rect r="r" b="b" t="t" l="l"/>
            <a:pathLst>
              <a:path h="909592" w="3753873">
                <a:moveTo>
                  <a:pt x="0" y="0"/>
                </a:moveTo>
                <a:lnTo>
                  <a:pt x="3753873" y="0"/>
                </a:lnTo>
                <a:lnTo>
                  <a:pt x="3753873" y="909592"/>
                </a:lnTo>
                <a:lnTo>
                  <a:pt x="0" y="909592"/>
                </a:lnTo>
                <a:lnTo>
                  <a:pt x="0" y="0"/>
                </a:lnTo>
                <a:close/>
              </a:path>
            </a:pathLst>
          </a:custGeom>
          <a:blipFill>
            <a:blip r:embed="rId14"/>
            <a:stretch>
              <a:fillRect l="0" t="0" r="0" b="0"/>
            </a:stretch>
          </a:blipFill>
        </p:spPr>
      </p:sp>
      <p:sp>
        <p:nvSpPr>
          <p:cNvPr name="Freeform 30" id="30"/>
          <p:cNvSpPr/>
          <p:nvPr/>
        </p:nvSpPr>
        <p:spPr>
          <a:xfrm flipH="false" flipV="false" rot="0">
            <a:off x="6211219" y="4493418"/>
            <a:ext cx="5621745" cy="1372445"/>
          </a:xfrm>
          <a:custGeom>
            <a:avLst/>
            <a:gdLst/>
            <a:ahLst/>
            <a:cxnLst/>
            <a:rect r="r" b="b" t="t" l="l"/>
            <a:pathLst>
              <a:path h="1372445" w="5621745">
                <a:moveTo>
                  <a:pt x="0" y="0"/>
                </a:moveTo>
                <a:lnTo>
                  <a:pt x="5621745" y="0"/>
                </a:lnTo>
                <a:lnTo>
                  <a:pt x="5621745" y="1372445"/>
                </a:lnTo>
                <a:lnTo>
                  <a:pt x="0" y="1372445"/>
                </a:lnTo>
                <a:lnTo>
                  <a:pt x="0" y="0"/>
                </a:lnTo>
                <a:close/>
              </a:path>
            </a:pathLst>
          </a:custGeom>
          <a:blipFill>
            <a:blip r:embed="rId15"/>
            <a:stretch>
              <a:fillRect l="0" t="0" r="0" b="0"/>
            </a:stretch>
          </a:blipFill>
        </p:spPr>
      </p:sp>
      <p:sp>
        <p:nvSpPr>
          <p:cNvPr name="Freeform 31" id="31"/>
          <p:cNvSpPr/>
          <p:nvPr/>
        </p:nvSpPr>
        <p:spPr>
          <a:xfrm flipH="false" flipV="false" rot="0">
            <a:off x="6211219" y="7420112"/>
            <a:ext cx="5150491" cy="1560755"/>
          </a:xfrm>
          <a:custGeom>
            <a:avLst/>
            <a:gdLst/>
            <a:ahLst/>
            <a:cxnLst/>
            <a:rect r="r" b="b" t="t" l="l"/>
            <a:pathLst>
              <a:path h="1560755" w="5150491">
                <a:moveTo>
                  <a:pt x="0" y="0"/>
                </a:moveTo>
                <a:lnTo>
                  <a:pt x="5150491" y="0"/>
                </a:lnTo>
                <a:lnTo>
                  <a:pt x="5150491" y="1560755"/>
                </a:lnTo>
                <a:lnTo>
                  <a:pt x="0" y="1560755"/>
                </a:lnTo>
                <a:lnTo>
                  <a:pt x="0" y="0"/>
                </a:lnTo>
                <a:close/>
              </a:path>
            </a:pathLst>
          </a:custGeom>
          <a:blipFill>
            <a:blip r:embed="rId16"/>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pic>
        <p:nvPicPr>
          <p:cNvPr name="Picture 7" id="7"/>
          <p:cNvPicPr>
            <a:picLocks noChangeAspect="true"/>
          </p:cNvPicPr>
          <p:nvPr/>
        </p:nvPicPr>
        <p:blipFill>
          <a:blip r:embed="rId6"/>
          <a:srcRect l="0" t="0" r="0" b="0"/>
          <a:stretch>
            <a:fillRect/>
          </a:stretch>
        </p:blipFill>
        <p:spPr>
          <a:xfrm flipH="false" flipV="false" rot="0">
            <a:off x="16848318" y="719461"/>
            <a:ext cx="744368" cy="331244"/>
          </a:xfrm>
          <a:prstGeom prst="rect">
            <a:avLst/>
          </a:prstGeom>
        </p:spPr>
      </p:pic>
      <p:sp>
        <p:nvSpPr>
          <p:cNvPr name="Freeform 8" id="8"/>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7234164" y="588745"/>
            <a:ext cx="1211480" cy="624416"/>
            <a:chOff x="0" y="0"/>
            <a:chExt cx="1615307" cy="832555"/>
          </a:xfrm>
        </p:grpSpPr>
        <p:sp>
          <p:nvSpPr>
            <p:cNvPr name="TextBox 10" id="10"/>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1" id="11"/>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grpSp>
        <p:nvGrpSpPr>
          <p:cNvPr name="Group 12" id="12"/>
          <p:cNvGrpSpPr/>
          <p:nvPr/>
        </p:nvGrpSpPr>
        <p:grpSpPr>
          <a:xfrm rot="0">
            <a:off x="10191499" y="729709"/>
            <a:ext cx="862336" cy="327152"/>
            <a:chOff x="0" y="0"/>
            <a:chExt cx="1149782" cy="436203"/>
          </a:xfrm>
        </p:grpSpPr>
        <p:sp>
          <p:nvSpPr>
            <p:cNvPr name="TextBox 13" id="13"/>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4" id="14"/>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5" id="15"/>
          <p:cNvGrpSpPr/>
          <p:nvPr/>
        </p:nvGrpSpPr>
        <p:grpSpPr>
          <a:xfrm rot="0">
            <a:off x="8863538" y="703945"/>
            <a:ext cx="908861" cy="327152"/>
            <a:chOff x="0" y="0"/>
            <a:chExt cx="1211815" cy="436203"/>
          </a:xfrm>
        </p:grpSpPr>
        <p:sp>
          <p:nvSpPr>
            <p:cNvPr name="TextBox 16" id="16"/>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7" id="17"/>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8" id="18"/>
          <p:cNvGrpSpPr/>
          <p:nvPr/>
        </p:nvGrpSpPr>
        <p:grpSpPr>
          <a:xfrm rot="0">
            <a:off x="692051" y="534510"/>
            <a:ext cx="3052218" cy="717550"/>
            <a:chOff x="0" y="0"/>
            <a:chExt cx="803876" cy="188984"/>
          </a:xfrm>
        </p:grpSpPr>
        <p:sp>
          <p:nvSpPr>
            <p:cNvPr name="Freeform 19" id="19"/>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0" id="20"/>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5" action="ppaction://hlinksldjump"/>
                </a:rPr>
                <a:t>Back to Agenda Page</a:t>
              </a:r>
            </a:p>
          </p:txBody>
        </p:sp>
      </p:grpSp>
      <p:grpSp>
        <p:nvGrpSpPr>
          <p:cNvPr name="Group 21" id="21"/>
          <p:cNvGrpSpPr/>
          <p:nvPr/>
        </p:nvGrpSpPr>
        <p:grpSpPr>
          <a:xfrm rot="0">
            <a:off x="-185970" y="5620747"/>
            <a:ext cx="18809678" cy="4955210"/>
            <a:chOff x="0" y="0"/>
            <a:chExt cx="4953989" cy="1305076"/>
          </a:xfrm>
        </p:grpSpPr>
        <p:sp>
          <p:nvSpPr>
            <p:cNvPr name="Freeform 22" id="22"/>
            <p:cNvSpPr/>
            <p:nvPr/>
          </p:nvSpPr>
          <p:spPr>
            <a:xfrm flipH="false" flipV="false" rot="0">
              <a:off x="0" y="0"/>
              <a:ext cx="4953989" cy="1305076"/>
            </a:xfrm>
            <a:custGeom>
              <a:avLst/>
              <a:gdLst/>
              <a:ahLst/>
              <a:cxnLst/>
              <a:rect r="r" b="b" t="t" l="l"/>
              <a:pathLst>
                <a:path h="1305076" w="4953989">
                  <a:moveTo>
                    <a:pt x="20168" y="0"/>
                  </a:moveTo>
                  <a:lnTo>
                    <a:pt x="4933821" y="0"/>
                  </a:lnTo>
                  <a:cubicBezTo>
                    <a:pt x="4939170" y="0"/>
                    <a:pt x="4944300" y="2125"/>
                    <a:pt x="4948082" y="5907"/>
                  </a:cubicBezTo>
                  <a:cubicBezTo>
                    <a:pt x="4951864" y="9689"/>
                    <a:pt x="4953989" y="14819"/>
                    <a:pt x="4953989" y="20168"/>
                  </a:cubicBezTo>
                  <a:lnTo>
                    <a:pt x="4953989" y="1284908"/>
                  </a:lnTo>
                  <a:cubicBezTo>
                    <a:pt x="4953989" y="1290257"/>
                    <a:pt x="4951864" y="1295387"/>
                    <a:pt x="4948082" y="1299169"/>
                  </a:cubicBezTo>
                  <a:cubicBezTo>
                    <a:pt x="4944300" y="1302951"/>
                    <a:pt x="4939170" y="1305076"/>
                    <a:pt x="4933821" y="1305076"/>
                  </a:cubicBezTo>
                  <a:lnTo>
                    <a:pt x="20168" y="1305076"/>
                  </a:lnTo>
                  <a:cubicBezTo>
                    <a:pt x="14819" y="1305076"/>
                    <a:pt x="9689" y="1302951"/>
                    <a:pt x="5907" y="1299169"/>
                  </a:cubicBezTo>
                  <a:cubicBezTo>
                    <a:pt x="2125" y="1295387"/>
                    <a:pt x="0" y="1290257"/>
                    <a:pt x="0" y="1284908"/>
                  </a:cubicBezTo>
                  <a:lnTo>
                    <a:pt x="0" y="20168"/>
                  </a:lnTo>
                  <a:cubicBezTo>
                    <a:pt x="0" y="14819"/>
                    <a:pt x="2125" y="9689"/>
                    <a:pt x="5907" y="5907"/>
                  </a:cubicBezTo>
                  <a:cubicBezTo>
                    <a:pt x="9689" y="2125"/>
                    <a:pt x="14819" y="0"/>
                    <a:pt x="20168" y="0"/>
                  </a:cubicBezTo>
                  <a:close/>
                </a:path>
              </a:pathLst>
            </a:custGeom>
            <a:solidFill>
              <a:srgbClr val="3613C8"/>
            </a:solidFill>
            <a:ln w="47625" cap="rnd">
              <a:solidFill>
                <a:srgbClr val="21EF80"/>
              </a:solidFill>
              <a:prstDash val="solid"/>
              <a:round/>
            </a:ln>
          </p:spPr>
        </p:sp>
        <p:sp>
          <p:nvSpPr>
            <p:cNvPr name="TextBox 23" id="23"/>
            <p:cNvSpPr txBox="true"/>
            <p:nvPr/>
          </p:nvSpPr>
          <p:spPr>
            <a:xfrm>
              <a:off x="0" y="-76200"/>
              <a:ext cx="4953989" cy="1381276"/>
            </a:xfrm>
            <a:prstGeom prst="rect">
              <a:avLst/>
            </a:prstGeom>
          </p:spPr>
          <p:txBody>
            <a:bodyPr anchor="t" rtlCol="false" tIns="254000" lIns="254000" bIns="254000" rIns="254000"/>
            <a:lstStyle/>
            <a:p>
              <a:pPr algn="l">
                <a:lnSpc>
                  <a:spcPts val="3779"/>
                </a:lnSpc>
              </a:pPr>
            </a:p>
          </p:txBody>
        </p:sp>
      </p:grpSp>
      <p:grpSp>
        <p:nvGrpSpPr>
          <p:cNvPr name="Group 24" id="24"/>
          <p:cNvGrpSpPr/>
          <p:nvPr/>
        </p:nvGrpSpPr>
        <p:grpSpPr>
          <a:xfrm rot="0">
            <a:off x="213585" y="5557228"/>
            <a:ext cx="3272194" cy="4509581"/>
            <a:chOff x="0" y="0"/>
            <a:chExt cx="4362926" cy="6012775"/>
          </a:xfrm>
        </p:grpSpPr>
        <p:grpSp>
          <p:nvGrpSpPr>
            <p:cNvPr name="Group 25" id="25"/>
            <p:cNvGrpSpPr/>
            <p:nvPr/>
          </p:nvGrpSpPr>
          <p:grpSpPr>
            <a:xfrm rot="0">
              <a:off x="0" y="0"/>
              <a:ext cx="464378" cy="464378"/>
              <a:chOff x="0" y="0"/>
              <a:chExt cx="6350000" cy="6350000"/>
            </a:xfrm>
          </p:grpSpPr>
          <p:sp>
            <p:nvSpPr>
              <p:cNvPr name="Freeform 26" id="2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1EF80"/>
              </a:solidFill>
            </p:spPr>
          </p:sp>
        </p:grpSp>
        <p:sp>
          <p:nvSpPr>
            <p:cNvPr name="TextBox 27" id="27"/>
            <p:cNvSpPr txBox="true"/>
            <p:nvPr/>
          </p:nvSpPr>
          <p:spPr>
            <a:xfrm rot="0">
              <a:off x="0" y="2241397"/>
              <a:ext cx="4362926" cy="3771378"/>
            </a:xfrm>
            <a:prstGeom prst="rect">
              <a:avLst/>
            </a:prstGeom>
          </p:spPr>
          <p:txBody>
            <a:bodyPr anchor="t" rtlCol="false" tIns="0" lIns="0" bIns="0" rIns="0">
              <a:spAutoFit/>
            </a:bodyPr>
            <a:lstStyle/>
            <a:p>
              <a:pPr algn="l" marL="496406" indent="-248203" lvl="1">
                <a:lnSpc>
                  <a:spcPts val="3218"/>
                </a:lnSpc>
                <a:buFont typeface="Arial"/>
                <a:buChar char="•"/>
              </a:pPr>
              <a:r>
                <a:rPr lang="en-US" sz="2299">
                  <a:solidFill>
                    <a:srgbClr val="FFFFFF"/>
                  </a:solidFill>
                  <a:latin typeface="Telegraf"/>
                  <a:ea typeface="Telegraf"/>
                  <a:cs typeface="Telegraf"/>
                  <a:sym typeface="Telegraf"/>
                </a:rPr>
                <a:t>Asc: devuelve el valor ascii de un caracter.</a:t>
              </a:r>
            </a:p>
            <a:p>
              <a:pPr algn="l" marL="496406" indent="-248203" lvl="1">
                <a:lnSpc>
                  <a:spcPts val="3218"/>
                </a:lnSpc>
                <a:buFont typeface="Arial"/>
                <a:buChar char="•"/>
              </a:pPr>
              <a:r>
                <a:rPr lang="en-US" sz="2299">
                  <a:solidFill>
                    <a:srgbClr val="FFFFFF"/>
                  </a:solidFill>
                  <a:latin typeface="Telegraf"/>
                  <a:ea typeface="Telegraf"/>
                  <a:cs typeface="Telegraf"/>
                  <a:sym typeface="Telegraf"/>
                </a:rPr>
                <a:t>Chr: devuelve el caracter de un valor ascii.</a:t>
              </a:r>
            </a:p>
            <a:p>
              <a:pPr algn="l">
                <a:lnSpc>
                  <a:spcPts val="3218"/>
                </a:lnSpc>
              </a:pPr>
            </a:p>
          </p:txBody>
        </p:sp>
        <p:sp>
          <p:nvSpPr>
            <p:cNvPr name="TextBox 28" id="28"/>
            <p:cNvSpPr txBox="true"/>
            <p:nvPr/>
          </p:nvSpPr>
          <p:spPr>
            <a:xfrm rot="0">
              <a:off x="0" y="1308891"/>
              <a:ext cx="4362926" cy="536485"/>
            </a:xfrm>
            <a:prstGeom prst="rect">
              <a:avLst/>
            </a:prstGeom>
          </p:spPr>
          <p:txBody>
            <a:bodyPr anchor="t" rtlCol="false" tIns="0" lIns="0" bIns="0" rIns="0">
              <a:spAutoFit/>
            </a:bodyPr>
            <a:lstStyle/>
            <a:p>
              <a:pPr algn="l">
                <a:lnSpc>
                  <a:spcPts val="3034"/>
                </a:lnSpc>
              </a:pPr>
              <a:r>
                <a:rPr lang="en-US" sz="2529" b="true">
                  <a:solidFill>
                    <a:srgbClr val="FFFFFF"/>
                  </a:solidFill>
                  <a:latin typeface="Telegraf Bold"/>
                  <a:ea typeface="Telegraf Bold"/>
                  <a:cs typeface="Telegraf Bold"/>
                  <a:sym typeface="Telegraf Bold"/>
                </a:rPr>
                <a:t>Asc / Chr</a:t>
              </a:r>
            </a:p>
          </p:txBody>
        </p:sp>
      </p:grpSp>
      <p:grpSp>
        <p:nvGrpSpPr>
          <p:cNvPr name="Group 29" id="29"/>
          <p:cNvGrpSpPr/>
          <p:nvPr/>
        </p:nvGrpSpPr>
        <p:grpSpPr>
          <a:xfrm rot="0">
            <a:off x="3485780" y="5557228"/>
            <a:ext cx="4043383" cy="4202208"/>
            <a:chOff x="0" y="0"/>
            <a:chExt cx="5391177" cy="5602945"/>
          </a:xfrm>
        </p:grpSpPr>
        <p:grpSp>
          <p:nvGrpSpPr>
            <p:cNvPr name="Group 30" id="30"/>
            <p:cNvGrpSpPr/>
            <p:nvPr/>
          </p:nvGrpSpPr>
          <p:grpSpPr>
            <a:xfrm rot="0">
              <a:off x="0" y="0"/>
              <a:ext cx="573823" cy="593148"/>
              <a:chOff x="0" y="0"/>
              <a:chExt cx="6143108" cy="6350000"/>
            </a:xfrm>
          </p:grpSpPr>
          <p:sp>
            <p:nvSpPr>
              <p:cNvPr name="Freeform 31" id="31"/>
              <p:cNvSpPr/>
              <p:nvPr/>
            </p:nvSpPr>
            <p:spPr>
              <a:xfrm flipH="false" flipV="false" rot="0">
                <a:off x="0" y="0"/>
                <a:ext cx="6143108" cy="6350000"/>
              </a:xfrm>
              <a:custGeom>
                <a:avLst/>
                <a:gdLst/>
                <a:ahLst/>
                <a:cxnLst/>
                <a:rect r="r" b="b" t="t" l="l"/>
                <a:pathLst>
                  <a:path h="6350000" w="6143108">
                    <a:moveTo>
                      <a:pt x="3071554" y="0"/>
                    </a:moveTo>
                    <a:cubicBezTo>
                      <a:pt x="1375182" y="0"/>
                      <a:pt x="0" y="1421496"/>
                      <a:pt x="0" y="3175000"/>
                    </a:cubicBezTo>
                    <a:cubicBezTo>
                      <a:pt x="0" y="4928504"/>
                      <a:pt x="1375182" y="6350000"/>
                      <a:pt x="3071554" y="6350000"/>
                    </a:cubicBezTo>
                    <a:cubicBezTo>
                      <a:pt x="4767927" y="6350000"/>
                      <a:pt x="6143108" y="4928504"/>
                      <a:pt x="6143108" y="3175000"/>
                    </a:cubicBezTo>
                    <a:cubicBezTo>
                      <a:pt x="6143108" y="1421496"/>
                      <a:pt x="4767927" y="0"/>
                      <a:pt x="3071554" y="0"/>
                    </a:cubicBezTo>
                    <a:close/>
                  </a:path>
                </a:pathLst>
              </a:custGeom>
              <a:solidFill>
                <a:srgbClr val="21EF80"/>
              </a:solidFill>
            </p:spPr>
          </p:sp>
        </p:grpSp>
        <p:sp>
          <p:nvSpPr>
            <p:cNvPr name="TextBox 32" id="32"/>
            <p:cNvSpPr txBox="true"/>
            <p:nvPr/>
          </p:nvSpPr>
          <p:spPr>
            <a:xfrm rot="0">
              <a:off x="0" y="2863955"/>
              <a:ext cx="5391177" cy="2738990"/>
            </a:xfrm>
            <a:prstGeom prst="rect">
              <a:avLst/>
            </a:prstGeom>
          </p:spPr>
          <p:txBody>
            <a:bodyPr anchor="t" rtlCol="false" tIns="0" lIns="0" bIns="0" rIns="0">
              <a:spAutoFit/>
            </a:bodyPr>
            <a:lstStyle/>
            <a:p>
              <a:pPr algn="l" marL="0" indent="0" lvl="1">
                <a:lnSpc>
                  <a:spcPts val="4111"/>
                </a:lnSpc>
                <a:spcBef>
                  <a:spcPct val="0"/>
                </a:spcBef>
              </a:pPr>
              <a:r>
                <a:rPr lang="en-US" sz="2936">
                  <a:solidFill>
                    <a:srgbClr val="FFFFFF"/>
                  </a:solidFill>
                  <a:latin typeface="Telegraf"/>
                  <a:ea typeface="Telegraf"/>
                  <a:cs typeface="Telegraf"/>
                  <a:sym typeface="Telegraf"/>
                </a:rPr>
                <a:t>Sirve crear errores definidos por el usuario en </a:t>
              </a:r>
              <a:r>
                <a:rPr lang="en-US" sz="2936" u="sng">
                  <a:solidFill>
                    <a:srgbClr val="FFFFFF"/>
                  </a:solidFill>
                  <a:latin typeface="Telegraf"/>
                  <a:ea typeface="Telegraf"/>
                  <a:cs typeface="Telegraf"/>
                  <a:sym typeface="Telegraf"/>
                  <a:hlinkClick r:id="rId16" tooltip="https://docs.microsoft.com/es-es/office/vba/language/glossary/vbe-glossary#procedure"/>
                </a:rPr>
                <a:t>procedimientos</a:t>
              </a:r>
              <a:r>
                <a:rPr lang="en-US" sz="2936">
                  <a:solidFill>
                    <a:srgbClr val="FFFFFF"/>
                  </a:solidFill>
                  <a:latin typeface="Telegraf"/>
                  <a:ea typeface="Telegraf"/>
                  <a:cs typeface="Telegraf"/>
                  <a:sym typeface="Telegraf"/>
                </a:rPr>
                <a:t> creados por el usuario.</a:t>
              </a:r>
            </a:p>
          </p:txBody>
        </p:sp>
        <p:sp>
          <p:nvSpPr>
            <p:cNvPr name="TextBox 33" id="33"/>
            <p:cNvSpPr txBox="true"/>
            <p:nvPr/>
          </p:nvSpPr>
          <p:spPr>
            <a:xfrm rot="0">
              <a:off x="0" y="1670239"/>
              <a:ext cx="5391177" cy="685800"/>
            </a:xfrm>
            <a:prstGeom prst="rect">
              <a:avLst/>
            </a:prstGeom>
          </p:spPr>
          <p:txBody>
            <a:bodyPr anchor="t" rtlCol="false" tIns="0" lIns="0" bIns="0" rIns="0">
              <a:spAutoFit/>
            </a:bodyPr>
            <a:lstStyle/>
            <a:p>
              <a:pPr algn="l" marL="0" indent="0" lvl="0">
                <a:lnSpc>
                  <a:spcPts val="3876"/>
                </a:lnSpc>
                <a:spcBef>
                  <a:spcPct val="0"/>
                </a:spcBef>
              </a:pPr>
              <a:r>
                <a:rPr lang="en-US" b="true" sz="3230">
                  <a:solidFill>
                    <a:srgbClr val="FFFFFF"/>
                  </a:solidFill>
                  <a:latin typeface="Telegraf Bold"/>
                  <a:ea typeface="Telegraf Bold"/>
                  <a:cs typeface="Telegraf Bold"/>
                  <a:sym typeface="Telegraf Bold"/>
                </a:rPr>
                <a:t>CVErr</a:t>
              </a:r>
            </a:p>
          </p:txBody>
        </p:sp>
      </p:grpSp>
      <p:grpSp>
        <p:nvGrpSpPr>
          <p:cNvPr name="Group 34" id="34"/>
          <p:cNvGrpSpPr/>
          <p:nvPr/>
        </p:nvGrpSpPr>
        <p:grpSpPr>
          <a:xfrm rot="0">
            <a:off x="7529162" y="5491410"/>
            <a:ext cx="3093505" cy="4246549"/>
            <a:chOff x="0" y="0"/>
            <a:chExt cx="4124674" cy="5662066"/>
          </a:xfrm>
        </p:grpSpPr>
        <p:grpSp>
          <p:nvGrpSpPr>
            <p:cNvPr name="Group 35" id="35"/>
            <p:cNvGrpSpPr/>
            <p:nvPr/>
          </p:nvGrpSpPr>
          <p:grpSpPr>
            <a:xfrm rot="0">
              <a:off x="0" y="0"/>
              <a:ext cx="439020" cy="479595"/>
              <a:chOff x="0" y="0"/>
              <a:chExt cx="5812771" cy="6350000"/>
            </a:xfrm>
          </p:grpSpPr>
          <p:sp>
            <p:nvSpPr>
              <p:cNvPr name="Freeform 36" id="36"/>
              <p:cNvSpPr/>
              <p:nvPr/>
            </p:nvSpPr>
            <p:spPr>
              <a:xfrm flipH="false" flipV="false" rot="0">
                <a:off x="0" y="0"/>
                <a:ext cx="5812771" cy="6350000"/>
              </a:xfrm>
              <a:custGeom>
                <a:avLst/>
                <a:gdLst/>
                <a:ahLst/>
                <a:cxnLst/>
                <a:rect r="r" b="b" t="t" l="l"/>
                <a:pathLst>
                  <a:path h="6350000" w="5812771">
                    <a:moveTo>
                      <a:pt x="2906385" y="0"/>
                    </a:moveTo>
                    <a:cubicBezTo>
                      <a:pt x="1301233" y="0"/>
                      <a:pt x="0" y="1421496"/>
                      <a:pt x="0" y="3175000"/>
                    </a:cubicBezTo>
                    <a:cubicBezTo>
                      <a:pt x="0" y="4928504"/>
                      <a:pt x="1301233" y="6350000"/>
                      <a:pt x="2906385" y="6350000"/>
                    </a:cubicBezTo>
                    <a:cubicBezTo>
                      <a:pt x="4511538" y="6350000"/>
                      <a:pt x="5812771" y="4928504"/>
                      <a:pt x="5812771" y="3175000"/>
                    </a:cubicBezTo>
                    <a:cubicBezTo>
                      <a:pt x="5812771" y="1421496"/>
                      <a:pt x="4511538" y="0"/>
                      <a:pt x="2906385" y="0"/>
                    </a:cubicBezTo>
                    <a:close/>
                  </a:path>
                </a:pathLst>
              </a:custGeom>
              <a:solidFill>
                <a:srgbClr val="21EF80"/>
              </a:solidFill>
            </p:spPr>
          </p:sp>
        </p:grpSp>
        <p:sp>
          <p:nvSpPr>
            <p:cNvPr name="TextBox 37" id="37"/>
            <p:cNvSpPr txBox="true"/>
            <p:nvPr/>
          </p:nvSpPr>
          <p:spPr>
            <a:xfrm rot="0">
              <a:off x="0" y="2313485"/>
              <a:ext cx="4124674" cy="3348581"/>
            </a:xfrm>
            <a:prstGeom prst="rect">
              <a:avLst/>
            </a:prstGeom>
          </p:spPr>
          <p:txBody>
            <a:bodyPr anchor="t" rtlCol="false" tIns="0" lIns="0" bIns="0" rIns="0">
              <a:spAutoFit/>
            </a:bodyPr>
            <a:lstStyle/>
            <a:p>
              <a:pPr algn="l" marL="0" indent="0" lvl="1">
                <a:lnSpc>
                  <a:spcPts val="3324"/>
                </a:lnSpc>
                <a:spcBef>
                  <a:spcPct val="0"/>
                </a:spcBef>
              </a:pPr>
              <a:r>
                <a:rPr lang="en-US" sz="2374">
                  <a:solidFill>
                    <a:srgbClr val="FFFFFF"/>
                  </a:solidFill>
                  <a:latin typeface="Telegraf"/>
                  <a:ea typeface="Telegraf"/>
                  <a:cs typeface="Telegraf"/>
                  <a:sym typeface="Telegraf"/>
                </a:rPr>
                <a:t>Define el formato que se le indique a una variable, principalmente a variables de tipo fecha.</a:t>
              </a:r>
            </a:p>
          </p:txBody>
        </p:sp>
        <p:sp>
          <p:nvSpPr>
            <p:cNvPr name="TextBox 38" id="38"/>
            <p:cNvSpPr txBox="true"/>
            <p:nvPr/>
          </p:nvSpPr>
          <p:spPr>
            <a:xfrm rot="0">
              <a:off x="0" y="1343191"/>
              <a:ext cx="4124674" cy="558800"/>
            </a:xfrm>
            <a:prstGeom prst="rect">
              <a:avLst/>
            </a:prstGeom>
          </p:spPr>
          <p:txBody>
            <a:bodyPr anchor="t" rtlCol="false" tIns="0" lIns="0" bIns="0" rIns="0">
              <a:spAutoFit/>
            </a:bodyPr>
            <a:lstStyle/>
            <a:p>
              <a:pPr algn="l" marL="0" indent="0" lvl="0">
                <a:lnSpc>
                  <a:spcPts val="3134"/>
                </a:lnSpc>
                <a:spcBef>
                  <a:spcPct val="0"/>
                </a:spcBef>
              </a:pPr>
              <a:r>
                <a:rPr lang="en-US" b="true" sz="2612">
                  <a:solidFill>
                    <a:srgbClr val="FFFFFF"/>
                  </a:solidFill>
                  <a:latin typeface="Telegraf Bold"/>
                  <a:ea typeface="Telegraf Bold"/>
                  <a:cs typeface="Telegraf Bold"/>
                  <a:sym typeface="Telegraf Bold"/>
                </a:rPr>
                <a:t>Format</a:t>
              </a:r>
            </a:p>
          </p:txBody>
        </p:sp>
      </p:grpSp>
      <p:grpSp>
        <p:nvGrpSpPr>
          <p:cNvPr name="Group 39" id="39"/>
          <p:cNvGrpSpPr/>
          <p:nvPr/>
        </p:nvGrpSpPr>
        <p:grpSpPr>
          <a:xfrm rot="0">
            <a:off x="10622668" y="5491410"/>
            <a:ext cx="4000052" cy="3730986"/>
            <a:chOff x="0" y="0"/>
            <a:chExt cx="5333403" cy="4974648"/>
          </a:xfrm>
        </p:grpSpPr>
        <p:grpSp>
          <p:nvGrpSpPr>
            <p:cNvPr name="Group 40" id="40"/>
            <p:cNvGrpSpPr/>
            <p:nvPr/>
          </p:nvGrpSpPr>
          <p:grpSpPr>
            <a:xfrm rot="0">
              <a:off x="0" y="0"/>
              <a:ext cx="567674" cy="526837"/>
              <a:chOff x="0" y="0"/>
              <a:chExt cx="6842204" cy="6350000"/>
            </a:xfrm>
          </p:grpSpPr>
          <p:sp>
            <p:nvSpPr>
              <p:cNvPr name="Freeform 41" id="41"/>
              <p:cNvSpPr/>
              <p:nvPr/>
            </p:nvSpPr>
            <p:spPr>
              <a:xfrm flipH="false" flipV="false" rot="0">
                <a:off x="0" y="0"/>
                <a:ext cx="6842204" cy="6350000"/>
              </a:xfrm>
              <a:custGeom>
                <a:avLst/>
                <a:gdLst/>
                <a:ahLst/>
                <a:cxnLst/>
                <a:rect r="r" b="b" t="t" l="l"/>
                <a:pathLst>
                  <a:path h="6350000" w="6842204">
                    <a:moveTo>
                      <a:pt x="3421102" y="0"/>
                    </a:moveTo>
                    <a:cubicBezTo>
                      <a:pt x="1531680" y="0"/>
                      <a:pt x="0" y="1421496"/>
                      <a:pt x="0" y="3175000"/>
                    </a:cubicBezTo>
                    <a:cubicBezTo>
                      <a:pt x="0" y="4928504"/>
                      <a:pt x="1531680" y="6350000"/>
                      <a:pt x="3421102" y="6350000"/>
                    </a:cubicBezTo>
                    <a:cubicBezTo>
                      <a:pt x="5310525" y="6350000"/>
                      <a:pt x="6842204" y="4928504"/>
                      <a:pt x="6842204" y="3175000"/>
                    </a:cubicBezTo>
                    <a:cubicBezTo>
                      <a:pt x="6842204" y="1421496"/>
                      <a:pt x="5310525" y="0"/>
                      <a:pt x="3421102" y="0"/>
                    </a:cubicBezTo>
                    <a:close/>
                  </a:path>
                </a:pathLst>
              </a:custGeom>
              <a:solidFill>
                <a:srgbClr val="21EF80"/>
              </a:solidFill>
            </p:spPr>
          </p:sp>
        </p:grpSp>
        <p:sp>
          <p:nvSpPr>
            <p:cNvPr name="TextBox 42" id="42"/>
            <p:cNvSpPr txBox="true"/>
            <p:nvPr/>
          </p:nvSpPr>
          <p:spPr>
            <a:xfrm rot="0">
              <a:off x="0" y="2538864"/>
              <a:ext cx="5333403" cy="2435784"/>
            </a:xfrm>
            <a:prstGeom prst="rect">
              <a:avLst/>
            </a:prstGeom>
          </p:spPr>
          <p:txBody>
            <a:bodyPr anchor="t" rtlCol="false" tIns="0" lIns="0" bIns="0" rIns="0">
              <a:spAutoFit/>
            </a:bodyPr>
            <a:lstStyle/>
            <a:p>
              <a:pPr algn="l" marL="0" indent="0" lvl="1">
                <a:lnSpc>
                  <a:spcPts val="3651"/>
                </a:lnSpc>
                <a:spcBef>
                  <a:spcPct val="0"/>
                </a:spcBef>
              </a:pPr>
              <a:r>
                <a:rPr lang="en-US" sz="2608">
                  <a:solidFill>
                    <a:srgbClr val="FFFFFF"/>
                  </a:solidFill>
                  <a:latin typeface="Telegraf"/>
                  <a:ea typeface="Telegraf"/>
                  <a:cs typeface="Telegraf"/>
                  <a:sym typeface="Telegraf"/>
                </a:rPr>
                <a:t>Devuelve una representación de Variant (String) de un número.</a:t>
              </a:r>
            </a:p>
          </p:txBody>
        </p:sp>
        <p:sp>
          <p:nvSpPr>
            <p:cNvPr name="TextBox 43" id="43"/>
            <p:cNvSpPr txBox="true"/>
            <p:nvPr/>
          </p:nvSpPr>
          <p:spPr>
            <a:xfrm rot="0">
              <a:off x="0" y="1479254"/>
              <a:ext cx="5333403" cy="609600"/>
            </a:xfrm>
            <a:prstGeom prst="rect">
              <a:avLst/>
            </a:prstGeom>
          </p:spPr>
          <p:txBody>
            <a:bodyPr anchor="t" rtlCol="false" tIns="0" lIns="0" bIns="0" rIns="0">
              <a:spAutoFit/>
            </a:bodyPr>
            <a:lstStyle/>
            <a:p>
              <a:pPr algn="l" marL="0" indent="0" lvl="0">
                <a:lnSpc>
                  <a:spcPts val="3443"/>
                </a:lnSpc>
                <a:spcBef>
                  <a:spcPct val="0"/>
                </a:spcBef>
              </a:pPr>
              <a:r>
                <a:rPr lang="en-US" b="true" sz="2869">
                  <a:solidFill>
                    <a:srgbClr val="FFFFFF"/>
                  </a:solidFill>
                  <a:latin typeface="Telegraf Bold"/>
                  <a:ea typeface="Telegraf Bold"/>
                  <a:cs typeface="Telegraf Bold"/>
                  <a:sym typeface="Telegraf Bold"/>
                </a:rPr>
                <a:t>Str</a:t>
              </a:r>
            </a:p>
          </p:txBody>
        </p:sp>
      </p:grpSp>
      <p:grpSp>
        <p:nvGrpSpPr>
          <p:cNvPr name="Group 44" id="44"/>
          <p:cNvGrpSpPr/>
          <p:nvPr/>
        </p:nvGrpSpPr>
        <p:grpSpPr>
          <a:xfrm rot="0">
            <a:off x="14358574" y="5491410"/>
            <a:ext cx="3665737" cy="4621769"/>
            <a:chOff x="0" y="0"/>
            <a:chExt cx="4887649" cy="6162358"/>
          </a:xfrm>
        </p:grpSpPr>
        <p:grpSp>
          <p:nvGrpSpPr>
            <p:cNvPr name="Group 45" id="45"/>
            <p:cNvGrpSpPr/>
            <p:nvPr/>
          </p:nvGrpSpPr>
          <p:grpSpPr>
            <a:xfrm rot="0">
              <a:off x="0" y="0"/>
              <a:ext cx="520229" cy="579691"/>
              <a:chOff x="0" y="0"/>
              <a:chExt cx="5698640" cy="6350000"/>
            </a:xfrm>
          </p:grpSpPr>
          <p:sp>
            <p:nvSpPr>
              <p:cNvPr name="Freeform 46" id="46"/>
              <p:cNvSpPr/>
              <p:nvPr/>
            </p:nvSpPr>
            <p:spPr>
              <a:xfrm flipH="false" flipV="false" rot="0">
                <a:off x="0" y="0"/>
                <a:ext cx="5698641" cy="6350000"/>
              </a:xfrm>
              <a:custGeom>
                <a:avLst/>
                <a:gdLst/>
                <a:ahLst/>
                <a:cxnLst/>
                <a:rect r="r" b="b" t="t" l="l"/>
                <a:pathLst>
                  <a:path h="6350000" w="5698641">
                    <a:moveTo>
                      <a:pt x="2849320" y="0"/>
                    </a:moveTo>
                    <a:cubicBezTo>
                      <a:pt x="1275684" y="0"/>
                      <a:pt x="0" y="1421496"/>
                      <a:pt x="0" y="3175000"/>
                    </a:cubicBezTo>
                    <a:cubicBezTo>
                      <a:pt x="0" y="4928504"/>
                      <a:pt x="1275684" y="6350000"/>
                      <a:pt x="2849320" y="6350000"/>
                    </a:cubicBezTo>
                    <a:cubicBezTo>
                      <a:pt x="4422956" y="6350000"/>
                      <a:pt x="5698641" y="4928504"/>
                      <a:pt x="5698641" y="3175000"/>
                    </a:cubicBezTo>
                    <a:cubicBezTo>
                      <a:pt x="5698641" y="1421496"/>
                      <a:pt x="4422956" y="0"/>
                      <a:pt x="2849320" y="0"/>
                    </a:cubicBezTo>
                    <a:close/>
                  </a:path>
                </a:pathLst>
              </a:custGeom>
              <a:solidFill>
                <a:srgbClr val="21EF80"/>
              </a:solidFill>
            </p:spPr>
          </p:sp>
        </p:grpSp>
        <p:sp>
          <p:nvSpPr>
            <p:cNvPr name="TextBox 47" id="47"/>
            <p:cNvSpPr txBox="true"/>
            <p:nvPr/>
          </p:nvSpPr>
          <p:spPr>
            <a:xfrm rot="0">
              <a:off x="0" y="2798812"/>
              <a:ext cx="4887649" cy="3363546"/>
            </a:xfrm>
            <a:prstGeom prst="rect">
              <a:avLst/>
            </a:prstGeom>
          </p:spPr>
          <p:txBody>
            <a:bodyPr anchor="t" rtlCol="false" tIns="0" lIns="0" bIns="0" rIns="0">
              <a:spAutoFit/>
            </a:bodyPr>
            <a:lstStyle/>
            <a:p>
              <a:pPr algn="l" marL="0" indent="0" lvl="1">
                <a:lnSpc>
                  <a:spcPts val="4018"/>
                </a:lnSpc>
                <a:spcBef>
                  <a:spcPct val="0"/>
                </a:spcBef>
              </a:pPr>
              <a:r>
                <a:rPr lang="en-US" sz="2870">
                  <a:solidFill>
                    <a:srgbClr val="FFFFFF"/>
                  </a:solidFill>
                  <a:latin typeface="Telegraf"/>
                  <a:ea typeface="Telegraf"/>
                  <a:cs typeface="Telegraf"/>
                  <a:sym typeface="Telegraf"/>
                </a:rPr>
                <a:t>Devuelve los números incluidos en una cadena como un valor numérico del tipo apropiado.</a:t>
              </a:r>
            </a:p>
          </p:txBody>
        </p:sp>
        <p:sp>
          <p:nvSpPr>
            <p:cNvPr name="TextBox 48" id="48"/>
            <p:cNvSpPr txBox="true"/>
            <p:nvPr/>
          </p:nvSpPr>
          <p:spPr>
            <a:xfrm rot="0">
              <a:off x="0" y="1631481"/>
              <a:ext cx="4887649" cy="673100"/>
            </a:xfrm>
            <a:prstGeom prst="rect">
              <a:avLst/>
            </a:prstGeom>
          </p:spPr>
          <p:txBody>
            <a:bodyPr anchor="t" rtlCol="false" tIns="0" lIns="0" bIns="0" rIns="0">
              <a:spAutoFit/>
            </a:bodyPr>
            <a:lstStyle/>
            <a:p>
              <a:pPr algn="l" marL="0" indent="0" lvl="0">
                <a:lnSpc>
                  <a:spcPts val="3788"/>
                </a:lnSpc>
                <a:spcBef>
                  <a:spcPct val="0"/>
                </a:spcBef>
              </a:pPr>
              <a:r>
                <a:rPr lang="en-US" b="true" sz="3157">
                  <a:solidFill>
                    <a:srgbClr val="FFFFFF"/>
                  </a:solidFill>
                  <a:latin typeface="Telegraf Bold"/>
                  <a:ea typeface="Telegraf Bold"/>
                  <a:cs typeface="Telegraf Bold"/>
                  <a:sym typeface="Telegraf Bold"/>
                </a:rPr>
                <a:t>Val</a:t>
              </a:r>
            </a:p>
          </p:txBody>
        </p:sp>
      </p:grpSp>
      <p:sp>
        <p:nvSpPr>
          <p:cNvPr name="TextBox 49" id="49"/>
          <p:cNvSpPr txBox="true"/>
          <p:nvPr/>
        </p:nvSpPr>
        <p:spPr>
          <a:xfrm rot="0">
            <a:off x="0" y="1600828"/>
            <a:ext cx="8576754"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FUNCIONES MATEMATICAS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grpSp>
        <p:nvGrpSpPr>
          <p:cNvPr name="Group 2" id="2"/>
          <p:cNvGrpSpPr/>
          <p:nvPr/>
        </p:nvGrpSpPr>
        <p:grpSpPr>
          <a:xfrm rot="0">
            <a:off x="1478668" y="9666210"/>
            <a:ext cx="18288000" cy="1163782"/>
            <a:chOff x="0" y="0"/>
            <a:chExt cx="24384000" cy="1551709"/>
          </a:xfrm>
        </p:grpSpPr>
        <p:sp>
          <p:nvSpPr>
            <p:cNvPr name="Freeform 3" id="3"/>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pic>
        <p:nvPicPr>
          <p:cNvPr name="Picture 6" id="6"/>
          <p:cNvPicPr>
            <a:picLocks noChangeAspect="true"/>
          </p:cNvPicPr>
          <p:nvPr/>
        </p:nvPicPr>
        <p:blipFill>
          <a:blip r:embed="rId4"/>
          <a:srcRect l="0" t="0" r="0" b="0"/>
          <a:stretch>
            <a:fillRect/>
          </a:stretch>
        </p:blipFill>
        <p:spPr>
          <a:xfrm flipH="false" flipV="false" rot="0">
            <a:off x="16848318" y="719461"/>
            <a:ext cx="744368" cy="331244"/>
          </a:xfrm>
          <a:prstGeom prst="rect">
            <a:avLst/>
          </a:prstGeom>
        </p:spPr>
      </p:pic>
      <p:sp>
        <p:nvSpPr>
          <p:cNvPr name="Freeform 7" id="7"/>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7234164" y="588745"/>
            <a:ext cx="1211480" cy="624416"/>
            <a:chOff x="0" y="0"/>
            <a:chExt cx="1615307" cy="832555"/>
          </a:xfrm>
        </p:grpSpPr>
        <p:sp>
          <p:nvSpPr>
            <p:cNvPr name="TextBox 9" id="9"/>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0" id="10"/>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11" id="11"/>
          <p:cNvGrpSpPr/>
          <p:nvPr/>
        </p:nvGrpSpPr>
        <p:grpSpPr>
          <a:xfrm rot="0">
            <a:off x="10191499" y="729709"/>
            <a:ext cx="862336" cy="327152"/>
            <a:chOff x="0" y="0"/>
            <a:chExt cx="1149782" cy="436203"/>
          </a:xfrm>
        </p:grpSpPr>
        <p:sp>
          <p:nvSpPr>
            <p:cNvPr name="TextBox 12" id="12"/>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3" id="13"/>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grpSp>
        <p:nvGrpSpPr>
          <p:cNvPr name="Group 14" id="14"/>
          <p:cNvGrpSpPr/>
          <p:nvPr/>
        </p:nvGrpSpPr>
        <p:grpSpPr>
          <a:xfrm rot="0">
            <a:off x="8863538" y="703945"/>
            <a:ext cx="908861" cy="327152"/>
            <a:chOff x="0" y="0"/>
            <a:chExt cx="1211815" cy="436203"/>
          </a:xfrm>
        </p:grpSpPr>
        <p:sp>
          <p:nvSpPr>
            <p:cNvPr name="TextBox 15" id="15"/>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6" id="16"/>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7" id="17"/>
          <p:cNvGrpSpPr/>
          <p:nvPr/>
        </p:nvGrpSpPr>
        <p:grpSpPr>
          <a:xfrm rot="0">
            <a:off x="692051" y="534510"/>
            <a:ext cx="3052218" cy="717550"/>
            <a:chOff x="0" y="0"/>
            <a:chExt cx="803876" cy="188984"/>
          </a:xfrm>
        </p:grpSpPr>
        <p:sp>
          <p:nvSpPr>
            <p:cNvPr name="Freeform 18" id="18"/>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19" id="19"/>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3" action="ppaction://hlinksldjump"/>
                </a:rPr>
                <a:t>Back to Agenda Page</a:t>
              </a:r>
            </a:p>
          </p:txBody>
        </p:sp>
      </p:grpSp>
      <p:grpSp>
        <p:nvGrpSpPr>
          <p:cNvPr name="Group 20" id="20"/>
          <p:cNvGrpSpPr/>
          <p:nvPr/>
        </p:nvGrpSpPr>
        <p:grpSpPr>
          <a:xfrm rot="0">
            <a:off x="1771424" y="2132507"/>
            <a:ext cx="5893157" cy="4346062"/>
            <a:chOff x="0" y="0"/>
            <a:chExt cx="1552107" cy="1144642"/>
          </a:xfrm>
        </p:grpSpPr>
        <p:sp>
          <p:nvSpPr>
            <p:cNvPr name="Freeform 21" id="21"/>
            <p:cNvSpPr/>
            <p:nvPr/>
          </p:nvSpPr>
          <p:spPr>
            <a:xfrm flipH="false" flipV="false" rot="0">
              <a:off x="0" y="0"/>
              <a:ext cx="1552107" cy="1144642"/>
            </a:xfrm>
            <a:custGeom>
              <a:avLst/>
              <a:gdLst/>
              <a:ahLst/>
              <a:cxnLst/>
              <a:rect r="r" b="b" t="t" l="l"/>
              <a:pathLst>
                <a:path h="1144642" w="1552107">
                  <a:moveTo>
                    <a:pt x="64372" y="0"/>
                  </a:moveTo>
                  <a:lnTo>
                    <a:pt x="1487735" y="0"/>
                  </a:lnTo>
                  <a:cubicBezTo>
                    <a:pt x="1523287" y="0"/>
                    <a:pt x="1552107" y="28820"/>
                    <a:pt x="1552107" y="64372"/>
                  </a:cubicBezTo>
                  <a:lnTo>
                    <a:pt x="1552107" y="1080270"/>
                  </a:lnTo>
                  <a:cubicBezTo>
                    <a:pt x="1552107" y="1115822"/>
                    <a:pt x="1523287" y="1144642"/>
                    <a:pt x="1487735" y="1144642"/>
                  </a:cubicBezTo>
                  <a:lnTo>
                    <a:pt x="64372" y="1144642"/>
                  </a:lnTo>
                  <a:cubicBezTo>
                    <a:pt x="28820" y="1144642"/>
                    <a:pt x="0" y="1115822"/>
                    <a:pt x="0" y="1080270"/>
                  </a:cubicBezTo>
                  <a:lnTo>
                    <a:pt x="0" y="64372"/>
                  </a:lnTo>
                  <a:cubicBezTo>
                    <a:pt x="0" y="28820"/>
                    <a:pt x="28820" y="0"/>
                    <a:pt x="64372" y="0"/>
                  </a:cubicBezTo>
                  <a:close/>
                </a:path>
              </a:pathLst>
            </a:custGeom>
            <a:solidFill>
              <a:srgbClr val="3613C8"/>
            </a:solidFill>
            <a:ln w="47625" cap="rnd">
              <a:solidFill>
                <a:srgbClr val="21EF80"/>
              </a:solidFill>
              <a:prstDash val="solid"/>
              <a:round/>
            </a:ln>
          </p:spPr>
        </p:sp>
        <p:sp>
          <p:nvSpPr>
            <p:cNvPr name="TextBox 22" id="22"/>
            <p:cNvSpPr txBox="true"/>
            <p:nvPr/>
          </p:nvSpPr>
          <p:spPr>
            <a:xfrm>
              <a:off x="0" y="-76200"/>
              <a:ext cx="1552107" cy="1220842"/>
            </a:xfrm>
            <a:prstGeom prst="rect">
              <a:avLst/>
            </a:prstGeom>
          </p:spPr>
          <p:txBody>
            <a:bodyPr anchor="t" rtlCol="false" tIns="254000" lIns="254000" bIns="254000" rIns="254000"/>
            <a:lstStyle/>
            <a:p>
              <a:pPr algn="l">
                <a:lnSpc>
                  <a:spcPts val="3779"/>
                </a:lnSpc>
              </a:pPr>
            </a:p>
          </p:txBody>
        </p:sp>
      </p:grpSp>
      <p:sp>
        <p:nvSpPr>
          <p:cNvPr name="TextBox 23" id="23"/>
          <p:cNvSpPr txBox="true"/>
          <p:nvPr/>
        </p:nvSpPr>
        <p:spPr>
          <a:xfrm rot="0">
            <a:off x="1954435" y="1260786"/>
            <a:ext cx="6537002" cy="1111512"/>
          </a:xfrm>
          <a:prstGeom prst="rect">
            <a:avLst/>
          </a:prstGeom>
        </p:spPr>
        <p:txBody>
          <a:bodyPr anchor="t" rtlCol="false" tIns="0" lIns="0" bIns="0" rIns="0">
            <a:spAutoFit/>
          </a:bodyPr>
          <a:lstStyle/>
          <a:p>
            <a:pPr algn="ctr">
              <a:lnSpc>
                <a:spcPts val="8536"/>
              </a:lnSpc>
            </a:pPr>
            <a:r>
              <a:rPr lang="en-US" sz="7621">
                <a:solidFill>
                  <a:srgbClr val="FFFFFF"/>
                </a:solidFill>
                <a:latin typeface="Computer Says No"/>
                <a:ea typeface="Computer Says No"/>
                <a:cs typeface="Computer Says No"/>
                <a:sym typeface="Computer Says No"/>
              </a:rPr>
              <a:t>FUNCIONES MATEMATICAS</a:t>
            </a:r>
          </a:p>
        </p:txBody>
      </p:sp>
      <p:grpSp>
        <p:nvGrpSpPr>
          <p:cNvPr name="Group 24" id="24"/>
          <p:cNvGrpSpPr/>
          <p:nvPr/>
        </p:nvGrpSpPr>
        <p:grpSpPr>
          <a:xfrm rot="0">
            <a:off x="692051" y="6676005"/>
            <a:ext cx="7060447" cy="3424764"/>
            <a:chOff x="0" y="0"/>
            <a:chExt cx="1859542" cy="901996"/>
          </a:xfrm>
        </p:grpSpPr>
        <p:sp>
          <p:nvSpPr>
            <p:cNvPr name="Freeform 25" id="25"/>
            <p:cNvSpPr/>
            <p:nvPr/>
          </p:nvSpPr>
          <p:spPr>
            <a:xfrm flipH="false" flipV="false" rot="0">
              <a:off x="0" y="0"/>
              <a:ext cx="1859542" cy="901996"/>
            </a:xfrm>
            <a:custGeom>
              <a:avLst/>
              <a:gdLst/>
              <a:ahLst/>
              <a:cxnLst/>
              <a:rect r="r" b="b" t="t" l="l"/>
              <a:pathLst>
                <a:path h="901996" w="1859542">
                  <a:moveTo>
                    <a:pt x="53729" y="0"/>
                  </a:moveTo>
                  <a:lnTo>
                    <a:pt x="1805812" y="0"/>
                  </a:lnTo>
                  <a:cubicBezTo>
                    <a:pt x="1835486" y="0"/>
                    <a:pt x="1859542" y="24056"/>
                    <a:pt x="1859542" y="53729"/>
                  </a:cubicBezTo>
                  <a:lnTo>
                    <a:pt x="1859542" y="848266"/>
                  </a:lnTo>
                  <a:cubicBezTo>
                    <a:pt x="1859542" y="877940"/>
                    <a:pt x="1835486" y="901996"/>
                    <a:pt x="1805812" y="901996"/>
                  </a:cubicBezTo>
                  <a:lnTo>
                    <a:pt x="53729" y="901996"/>
                  </a:lnTo>
                  <a:cubicBezTo>
                    <a:pt x="24056" y="901996"/>
                    <a:pt x="0" y="877940"/>
                    <a:pt x="0" y="848266"/>
                  </a:cubicBezTo>
                  <a:lnTo>
                    <a:pt x="0" y="53729"/>
                  </a:lnTo>
                  <a:cubicBezTo>
                    <a:pt x="0" y="24056"/>
                    <a:pt x="24056" y="0"/>
                    <a:pt x="53729" y="0"/>
                  </a:cubicBezTo>
                  <a:close/>
                </a:path>
              </a:pathLst>
            </a:custGeom>
            <a:solidFill>
              <a:srgbClr val="3613C8"/>
            </a:solidFill>
            <a:ln w="47625" cap="rnd">
              <a:solidFill>
                <a:srgbClr val="21EF80"/>
              </a:solidFill>
              <a:prstDash val="solid"/>
              <a:round/>
            </a:ln>
          </p:spPr>
        </p:sp>
        <p:sp>
          <p:nvSpPr>
            <p:cNvPr name="TextBox 26" id="26"/>
            <p:cNvSpPr txBox="true"/>
            <p:nvPr/>
          </p:nvSpPr>
          <p:spPr>
            <a:xfrm>
              <a:off x="0" y="-76200"/>
              <a:ext cx="1859542" cy="978196"/>
            </a:xfrm>
            <a:prstGeom prst="rect">
              <a:avLst/>
            </a:prstGeom>
          </p:spPr>
          <p:txBody>
            <a:bodyPr anchor="t" rtlCol="false" tIns="254000" lIns="254000" bIns="254000" rIns="254000"/>
            <a:lstStyle/>
            <a:p>
              <a:pPr algn="l">
                <a:lnSpc>
                  <a:spcPts val="3779"/>
                </a:lnSpc>
              </a:pPr>
            </a:p>
          </p:txBody>
        </p:sp>
      </p:grpSp>
      <p:sp>
        <p:nvSpPr>
          <p:cNvPr name="TextBox 27" id="27"/>
          <p:cNvSpPr txBox="true"/>
          <p:nvPr/>
        </p:nvSpPr>
        <p:spPr>
          <a:xfrm rot="0">
            <a:off x="1028700" y="6826161"/>
            <a:ext cx="3528294" cy="428625"/>
          </a:xfrm>
          <a:prstGeom prst="rect">
            <a:avLst/>
          </a:prstGeom>
        </p:spPr>
        <p:txBody>
          <a:bodyPr anchor="t" rtlCol="false" tIns="0" lIns="0" bIns="0" rIns="0">
            <a:spAutoFit/>
          </a:bodyPr>
          <a:lstStyle/>
          <a:p>
            <a:pPr algn="l">
              <a:lnSpc>
                <a:spcPts val="3120"/>
              </a:lnSpc>
            </a:pPr>
            <a:r>
              <a:rPr lang="en-US" sz="2600" b="true">
                <a:solidFill>
                  <a:srgbClr val="FFFFFF"/>
                </a:solidFill>
                <a:latin typeface="Telegraf Bold"/>
                <a:ea typeface="Telegraf Bold"/>
                <a:cs typeface="Telegraf Bold"/>
                <a:sym typeface="Telegraf Bold"/>
              </a:rPr>
              <a:t>Format</a:t>
            </a:r>
          </a:p>
        </p:txBody>
      </p:sp>
      <p:grpSp>
        <p:nvGrpSpPr>
          <p:cNvPr name="Group 28" id="28"/>
          <p:cNvGrpSpPr/>
          <p:nvPr/>
        </p:nvGrpSpPr>
        <p:grpSpPr>
          <a:xfrm rot="0">
            <a:off x="8986446" y="2132507"/>
            <a:ext cx="8434947" cy="4346062"/>
            <a:chOff x="0" y="0"/>
            <a:chExt cx="2221550" cy="1144642"/>
          </a:xfrm>
        </p:grpSpPr>
        <p:sp>
          <p:nvSpPr>
            <p:cNvPr name="Freeform 29" id="29"/>
            <p:cNvSpPr/>
            <p:nvPr/>
          </p:nvSpPr>
          <p:spPr>
            <a:xfrm flipH="false" flipV="false" rot="0">
              <a:off x="0" y="0"/>
              <a:ext cx="2221550" cy="1144642"/>
            </a:xfrm>
            <a:custGeom>
              <a:avLst/>
              <a:gdLst/>
              <a:ahLst/>
              <a:cxnLst/>
              <a:rect r="r" b="b" t="t" l="l"/>
              <a:pathLst>
                <a:path h="1144642" w="2221550">
                  <a:moveTo>
                    <a:pt x="44974" y="0"/>
                  </a:moveTo>
                  <a:lnTo>
                    <a:pt x="2176576" y="0"/>
                  </a:lnTo>
                  <a:cubicBezTo>
                    <a:pt x="2188504" y="0"/>
                    <a:pt x="2199943" y="4738"/>
                    <a:pt x="2208377" y="13173"/>
                  </a:cubicBezTo>
                  <a:cubicBezTo>
                    <a:pt x="2216812" y="21607"/>
                    <a:pt x="2221550" y="33046"/>
                    <a:pt x="2221550" y="44974"/>
                  </a:cubicBezTo>
                  <a:lnTo>
                    <a:pt x="2221550" y="1099668"/>
                  </a:lnTo>
                  <a:cubicBezTo>
                    <a:pt x="2221550" y="1124506"/>
                    <a:pt x="2201414" y="1144642"/>
                    <a:pt x="2176576" y="1144642"/>
                  </a:cubicBezTo>
                  <a:lnTo>
                    <a:pt x="44974" y="1144642"/>
                  </a:lnTo>
                  <a:cubicBezTo>
                    <a:pt x="33046" y="1144642"/>
                    <a:pt x="21607" y="1139904"/>
                    <a:pt x="13173" y="1131469"/>
                  </a:cubicBezTo>
                  <a:cubicBezTo>
                    <a:pt x="4738" y="1123035"/>
                    <a:pt x="0" y="1111596"/>
                    <a:pt x="0" y="1099668"/>
                  </a:cubicBezTo>
                  <a:lnTo>
                    <a:pt x="0" y="44974"/>
                  </a:lnTo>
                  <a:cubicBezTo>
                    <a:pt x="0" y="33046"/>
                    <a:pt x="4738" y="21607"/>
                    <a:pt x="13173" y="13173"/>
                  </a:cubicBezTo>
                  <a:cubicBezTo>
                    <a:pt x="21607" y="4738"/>
                    <a:pt x="33046" y="0"/>
                    <a:pt x="44974" y="0"/>
                  </a:cubicBezTo>
                  <a:close/>
                </a:path>
              </a:pathLst>
            </a:custGeom>
            <a:solidFill>
              <a:srgbClr val="3613C8"/>
            </a:solidFill>
            <a:ln w="47625" cap="rnd">
              <a:solidFill>
                <a:srgbClr val="21EF80"/>
              </a:solidFill>
              <a:prstDash val="solid"/>
              <a:round/>
            </a:ln>
          </p:spPr>
        </p:sp>
        <p:sp>
          <p:nvSpPr>
            <p:cNvPr name="TextBox 30" id="30"/>
            <p:cNvSpPr txBox="true"/>
            <p:nvPr/>
          </p:nvSpPr>
          <p:spPr>
            <a:xfrm>
              <a:off x="0" y="-76200"/>
              <a:ext cx="2221550" cy="1220842"/>
            </a:xfrm>
            <a:prstGeom prst="rect">
              <a:avLst/>
            </a:prstGeom>
          </p:spPr>
          <p:txBody>
            <a:bodyPr anchor="t" rtlCol="false" tIns="254000" lIns="254000" bIns="254000" rIns="254000"/>
            <a:lstStyle/>
            <a:p>
              <a:pPr algn="l">
                <a:lnSpc>
                  <a:spcPts val="3779"/>
                </a:lnSpc>
              </a:pPr>
            </a:p>
          </p:txBody>
        </p:sp>
      </p:grpSp>
      <p:sp>
        <p:nvSpPr>
          <p:cNvPr name="TextBox 31" id="31"/>
          <p:cNvSpPr txBox="true"/>
          <p:nvPr/>
        </p:nvSpPr>
        <p:spPr>
          <a:xfrm rot="0">
            <a:off x="9486920" y="2363788"/>
            <a:ext cx="3528294" cy="428625"/>
          </a:xfrm>
          <a:prstGeom prst="rect">
            <a:avLst/>
          </a:prstGeom>
        </p:spPr>
        <p:txBody>
          <a:bodyPr anchor="t" rtlCol="false" tIns="0" lIns="0" bIns="0" rIns="0">
            <a:spAutoFit/>
          </a:bodyPr>
          <a:lstStyle/>
          <a:p>
            <a:pPr algn="l">
              <a:lnSpc>
                <a:spcPts val="3120"/>
              </a:lnSpc>
            </a:pPr>
            <a:r>
              <a:rPr lang="en-US" sz="2600">
                <a:solidFill>
                  <a:srgbClr val="FFFFFF"/>
                </a:solidFill>
                <a:latin typeface="Telegraf"/>
                <a:ea typeface="Telegraf"/>
                <a:cs typeface="Telegraf"/>
                <a:sym typeface="Telegraf"/>
              </a:rPr>
              <a:t>CVErr</a:t>
            </a:r>
          </a:p>
        </p:txBody>
      </p:sp>
      <p:grpSp>
        <p:nvGrpSpPr>
          <p:cNvPr name="Group 32" id="32"/>
          <p:cNvGrpSpPr/>
          <p:nvPr/>
        </p:nvGrpSpPr>
        <p:grpSpPr>
          <a:xfrm rot="0">
            <a:off x="7884843" y="6706263"/>
            <a:ext cx="4926302" cy="2196039"/>
            <a:chOff x="0" y="0"/>
            <a:chExt cx="1297462" cy="578381"/>
          </a:xfrm>
        </p:grpSpPr>
        <p:sp>
          <p:nvSpPr>
            <p:cNvPr name="Freeform 33" id="33"/>
            <p:cNvSpPr/>
            <p:nvPr/>
          </p:nvSpPr>
          <p:spPr>
            <a:xfrm flipH="false" flipV="false" rot="0">
              <a:off x="0" y="0"/>
              <a:ext cx="1297462" cy="578381"/>
            </a:xfrm>
            <a:custGeom>
              <a:avLst/>
              <a:gdLst/>
              <a:ahLst/>
              <a:cxnLst/>
              <a:rect r="r" b="b" t="t" l="l"/>
              <a:pathLst>
                <a:path h="578381" w="1297462">
                  <a:moveTo>
                    <a:pt x="77006" y="0"/>
                  </a:moveTo>
                  <a:lnTo>
                    <a:pt x="1220457" y="0"/>
                  </a:lnTo>
                  <a:cubicBezTo>
                    <a:pt x="1262986" y="0"/>
                    <a:pt x="1297462" y="34477"/>
                    <a:pt x="1297462" y="77006"/>
                  </a:cubicBezTo>
                  <a:lnTo>
                    <a:pt x="1297462" y="501375"/>
                  </a:lnTo>
                  <a:cubicBezTo>
                    <a:pt x="1297462" y="521798"/>
                    <a:pt x="1289349" y="541385"/>
                    <a:pt x="1274908" y="555826"/>
                  </a:cubicBezTo>
                  <a:cubicBezTo>
                    <a:pt x="1260466" y="570268"/>
                    <a:pt x="1240880" y="578381"/>
                    <a:pt x="1220457" y="578381"/>
                  </a:cubicBezTo>
                  <a:lnTo>
                    <a:pt x="77006" y="578381"/>
                  </a:lnTo>
                  <a:cubicBezTo>
                    <a:pt x="56583" y="578381"/>
                    <a:pt x="36996" y="570268"/>
                    <a:pt x="22554" y="555826"/>
                  </a:cubicBezTo>
                  <a:cubicBezTo>
                    <a:pt x="8113" y="541385"/>
                    <a:pt x="0" y="521798"/>
                    <a:pt x="0" y="501375"/>
                  </a:cubicBezTo>
                  <a:lnTo>
                    <a:pt x="0" y="77006"/>
                  </a:lnTo>
                  <a:cubicBezTo>
                    <a:pt x="0" y="56583"/>
                    <a:pt x="8113" y="36996"/>
                    <a:pt x="22554" y="22554"/>
                  </a:cubicBezTo>
                  <a:cubicBezTo>
                    <a:pt x="36996" y="8113"/>
                    <a:pt x="56583" y="0"/>
                    <a:pt x="77006" y="0"/>
                  </a:cubicBezTo>
                  <a:close/>
                </a:path>
              </a:pathLst>
            </a:custGeom>
            <a:solidFill>
              <a:srgbClr val="3613C8"/>
            </a:solidFill>
            <a:ln w="47625" cap="rnd">
              <a:solidFill>
                <a:srgbClr val="21EF80"/>
              </a:solidFill>
              <a:prstDash val="solid"/>
              <a:round/>
            </a:ln>
          </p:spPr>
        </p:sp>
        <p:sp>
          <p:nvSpPr>
            <p:cNvPr name="TextBox 34" id="34"/>
            <p:cNvSpPr txBox="true"/>
            <p:nvPr/>
          </p:nvSpPr>
          <p:spPr>
            <a:xfrm>
              <a:off x="0" y="-76200"/>
              <a:ext cx="1297462" cy="654581"/>
            </a:xfrm>
            <a:prstGeom prst="rect">
              <a:avLst/>
            </a:prstGeom>
          </p:spPr>
          <p:txBody>
            <a:bodyPr anchor="t" rtlCol="false" tIns="254000" lIns="254000" bIns="254000" rIns="254000"/>
            <a:lstStyle/>
            <a:p>
              <a:pPr algn="l">
                <a:lnSpc>
                  <a:spcPts val="3779"/>
                </a:lnSpc>
              </a:pPr>
            </a:p>
          </p:txBody>
        </p:sp>
      </p:grpSp>
      <p:sp>
        <p:nvSpPr>
          <p:cNvPr name="TextBox 35" id="35"/>
          <p:cNvSpPr txBox="true"/>
          <p:nvPr/>
        </p:nvSpPr>
        <p:spPr>
          <a:xfrm rot="0">
            <a:off x="8240927" y="6922394"/>
            <a:ext cx="1806146" cy="428625"/>
          </a:xfrm>
          <a:prstGeom prst="rect">
            <a:avLst/>
          </a:prstGeom>
        </p:spPr>
        <p:txBody>
          <a:bodyPr anchor="t" rtlCol="false" tIns="0" lIns="0" bIns="0" rIns="0">
            <a:spAutoFit/>
          </a:bodyPr>
          <a:lstStyle/>
          <a:p>
            <a:pPr algn="l">
              <a:lnSpc>
                <a:spcPts val="3120"/>
              </a:lnSpc>
            </a:pPr>
            <a:r>
              <a:rPr lang="en-US" sz="2600" b="true">
                <a:solidFill>
                  <a:srgbClr val="FFFFFF"/>
                </a:solidFill>
                <a:latin typeface="Telegraf Bold"/>
                <a:ea typeface="Telegraf Bold"/>
                <a:cs typeface="Telegraf Bold"/>
                <a:sym typeface="Telegraf Bold"/>
              </a:rPr>
              <a:t>Str</a:t>
            </a:r>
          </a:p>
        </p:txBody>
      </p:sp>
      <p:sp>
        <p:nvSpPr>
          <p:cNvPr name="TextBox 36" id="36"/>
          <p:cNvSpPr txBox="true"/>
          <p:nvPr/>
        </p:nvSpPr>
        <p:spPr>
          <a:xfrm rot="0">
            <a:off x="2218159" y="2334198"/>
            <a:ext cx="3528294" cy="428625"/>
          </a:xfrm>
          <a:prstGeom prst="rect">
            <a:avLst/>
          </a:prstGeom>
        </p:spPr>
        <p:txBody>
          <a:bodyPr anchor="t" rtlCol="false" tIns="0" lIns="0" bIns="0" rIns="0">
            <a:spAutoFit/>
          </a:bodyPr>
          <a:lstStyle/>
          <a:p>
            <a:pPr algn="l">
              <a:lnSpc>
                <a:spcPts val="3120"/>
              </a:lnSpc>
            </a:pPr>
            <a:r>
              <a:rPr lang="en-US" sz="2600" b="true">
                <a:solidFill>
                  <a:srgbClr val="FFFFFF"/>
                </a:solidFill>
                <a:latin typeface="Telegraf Bold"/>
                <a:ea typeface="Telegraf Bold"/>
                <a:cs typeface="Telegraf Bold"/>
                <a:sym typeface="Telegraf Bold"/>
              </a:rPr>
              <a:t>Asc, Chr</a:t>
            </a:r>
          </a:p>
        </p:txBody>
      </p:sp>
      <p:sp>
        <p:nvSpPr>
          <p:cNvPr name="Freeform 37" id="37"/>
          <p:cNvSpPr/>
          <p:nvPr/>
        </p:nvSpPr>
        <p:spPr>
          <a:xfrm flipH="false" flipV="false" rot="0">
            <a:off x="2495894" y="2995121"/>
            <a:ext cx="4738270" cy="1095554"/>
          </a:xfrm>
          <a:custGeom>
            <a:avLst/>
            <a:gdLst/>
            <a:ahLst/>
            <a:cxnLst/>
            <a:rect r="r" b="b" t="t" l="l"/>
            <a:pathLst>
              <a:path h="1095554" w="4738270">
                <a:moveTo>
                  <a:pt x="0" y="0"/>
                </a:moveTo>
                <a:lnTo>
                  <a:pt x="4738270" y="0"/>
                </a:lnTo>
                <a:lnTo>
                  <a:pt x="4738270" y="1095554"/>
                </a:lnTo>
                <a:lnTo>
                  <a:pt x="0" y="1095554"/>
                </a:lnTo>
                <a:lnTo>
                  <a:pt x="0" y="0"/>
                </a:lnTo>
                <a:close/>
              </a:path>
            </a:pathLst>
          </a:custGeom>
          <a:blipFill>
            <a:blip r:embed="rId14"/>
            <a:stretch>
              <a:fillRect l="0" t="0" r="0" b="0"/>
            </a:stretch>
          </a:blipFill>
        </p:spPr>
      </p:sp>
      <p:sp>
        <p:nvSpPr>
          <p:cNvPr name="Freeform 38" id="38"/>
          <p:cNvSpPr/>
          <p:nvPr/>
        </p:nvSpPr>
        <p:spPr>
          <a:xfrm flipH="false" flipV="false" rot="0">
            <a:off x="2495894" y="4497371"/>
            <a:ext cx="4738270" cy="1607627"/>
          </a:xfrm>
          <a:custGeom>
            <a:avLst/>
            <a:gdLst/>
            <a:ahLst/>
            <a:cxnLst/>
            <a:rect r="r" b="b" t="t" l="l"/>
            <a:pathLst>
              <a:path h="1607627" w="4738270">
                <a:moveTo>
                  <a:pt x="0" y="0"/>
                </a:moveTo>
                <a:lnTo>
                  <a:pt x="4738270" y="0"/>
                </a:lnTo>
                <a:lnTo>
                  <a:pt x="4738270" y="1607628"/>
                </a:lnTo>
                <a:lnTo>
                  <a:pt x="0" y="1607628"/>
                </a:lnTo>
                <a:lnTo>
                  <a:pt x="0" y="0"/>
                </a:lnTo>
                <a:close/>
              </a:path>
            </a:pathLst>
          </a:custGeom>
          <a:blipFill>
            <a:blip r:embed="rId15"/>
            <a:stretch>
              <a:fillRect l="0" t="0" r="0" b="0"/>
            </a:stretch>
          </a:blipFill>
        </p:spPr>
      </p:sp>
      <p:sp>
        <p:nvSpPr>
          <p:cNvPr name="Freeform 39" id="39"/>
          <p:cNvSpPr/>
          <p:nvPr/>
        </p:nvSpPr>
        <p:spPr>
          <a:xfrm flipH="false" flipV="false" rot="0">
            <a:off x="2377584" y="6831029"/>
            <a:ext cx="4974891" cy="3114715"/>
          </a:xfrm>
          <a:custGeom>
            <a:avLst/>
            <a:gdLst/>
            <a:ahLst/>
            <a:cxnLst/>
            <a:rect r="r" b="b" t="t" l="l"/>
            <a:pathLst>
              <a:path h="3114715" w="4974891">
                <a:moveTo>
                  <a:pt x="0" y="0"/>
                </a:moveTo>
                <a:lnTo>
                  <a:pt x="4974891" y="0"/>
                </a:lnTo>
                <a:lnTo>
                  <a:pt x="4974891" y="3114715"/>
                </a:lnTo>
                <a:lnTo>
                  <a:pt x="0" y="3114715"/>
                </a:lnTo>
                <a:lnTo>
                  <a:pt x="0" y="0"/>
                </a:lnTo>
                <a:close/>
              </a:path>
            </a:pathLst>
          </a:custGeom>
          <a:blipFill>
            <a:blip r:embed="rId16"/>
            <a:stretch>
              <a:fillRect l="0" t="0" r="0" b="0"/>
            </a:stretch>
          </a:blipFill>
        </p:spPr>
      </p:sp>
      <p:sp>
        <p:nvSpPr>
          <p:cNvPr name="Freeform 40" id="40"/>
          <p:cNvSpPr/>
          <p:nvPr/>
        </p:nvSpPr>
        <p:spPr>
          <a:xfrm flipH="false" flipV="false" rot="0">
            <a:off x="9349348" y="2995121"/>
            <a:ext cx="7709142" cy="2947235"/>
          </a:xfrm>
          <a:custGeom>
            <a:avLst/>
            <a:gdLst/>
            <a:ahLst/>
            <a:cxnLst/>
            <a:rect r="r" b="b" t="t" l="l"/>
            <a:pathLst>
              <a:path h="2947235" w="7709142">
                <a:moveTo>
                  <a:pt x="0" y="0"/>
                </a:moveTo>
                <a:lnTo>
                  <a:pt x="7709142" y="0"/>
                </a:lnTo>
                <a:lnTo>
                  <a:pt x="7709142" y="2947235"/>
                </a:lnTo>
                <a:lnTo>
                  <a:pt x="0" y="2947235"/>
                </a:lnTo>
                <a:lnTo>
                  <a:pt x="0" y="0"/>
                </a:lnTo>
                <a:close/>
              </a:path>
            </a:pathLst>
          </a:custGeom>
          <a:blipFill>
            <a:blip r:embed="rId17"/>
            <a:stretch>
              <a:fillRect l="0" t="0" r="0" b="0"/>
            </a:stretch>
          </a:blipFill>
        </p:spPr>
      </p:sp>
      <p:sp>
        <p:nvSpPr>
          <p:cNvPr name="Freeform 41" id="41"/>
          <p:cNvSpPr/>
          <p:nvPr/>
        </p:nvSpPr>
        <p:spPr>
          <a:xfrm flipH="false" flipV="false" rot="0">
            <a:off x="8191271" y="7531994"/>
            <a:ext cx="4313445" cy="931788"/>
          </a:xfrm>
          <a:custGeom>
            <a:avLst/>
            <a:gdLst/>
            <a:ahLst/>
            <a:cxnLst/>
            <a:rect r="r" b="b" t="t" l="l"/>
            <a:pathLst>
              <a:path h="931788" w="4313445">
                <a:moveTo>
                  <a:pt x="0" y="0"/>
                </a:moveTo>
                <a:lnTo>
                  <a:pt x="4313446" y="0"/>
                </a:lnTo>
                <a:lnTo>
                  <a:pt x="4313446" y="931788"/>
                </a:lnTo>
                <a:lnTo>
                  <a:pt x="0" y="931788"/>
                </a:lnTo>
                <a:lnTo>
                  <a:pt x="0" y="0"/>
                </a:lnTo>
                <a:close/>
              </a:path>
            </a:pathLst>
          </a:custGeom>
          <a:blipFill>
            <a:blip r:embed="rId18"/>
            <a:stretch>
              <a:fillRect l="0" t="0" r="0" b="0"/>
            </a:stretch>
          </a:blipFill>
        </p:spPr>
      </p:sp>
      <p:grpSp>
        <p:nvGrpSpPr>
          <p:cNvPr name="Group 42" id="42"/>
          <p:cNvGrpSpPr/>
          <p:nvPr/>
        </p:nvGrpSpPr>
        <p:grpSpPr>
          <a:xfrm rot="0">
            <a:off x="13015214" y="6706263"/>
            <a:ext cx="4926302" cy="2196039"/>
            <a:chOff x="0" y="0"/>
            <a:chExt cx="1297462" cy="578381"/>
          </a:xfrm>
        </p:grpSpPr>
        <p:sp>
          <p:nvSpPr>
            <p:cNvPr name="Freeform 43" id="43"/>
            <p:cNvSpPr/>
            <p:nvPr/>
          </p:nvSpPr>
          <p:spPr>
            <a:xfrm flipH="false" flipV="false" rot="0">
              <a:off x="0" y="0"/>
              <a:ext cx="1297462" cy="578381"/>
            </a:xfrm>
            <a:custGeom>
              <a:avLst/>
              <a:gdLst/>
              <a:ahLst/>
              <a:cxnLst/>
              <a:rect r="r" b="b" t="t" l="l"/>
              <a:pathLst>
                <a:path h="578381" w="1297462">
                  <a:moveTo>
                    <a:pt x="77006" y="0"/>
                  </a:moveTo>
                  <a:lnTo>
                    <a:pt x="1220457" y="0"/>
                  </a:lnTo>
                  <a:cubicBezTo>
                    <a:pt x="1262986" y="0"/>
                    <a:pt x="1297462" y="34477"/>
                    <a:pt x="1297462" y="77006"/>
                  </a:cubicBezTo>
                  <a:lnTo>
                    <a:pt x="1297462" y="501375"/>
                  </a:lnTo>
                  <a:cubicBezTo>
                    <a:pt x="1297462" y="521798"/>
                    <a:pt x="1289349" y="541385"/>
                    <a:pt x="1274908" y="555826"/>
                  </a:cubicBezTo>
                  <a:cubicBezTo>
                    <a:pt x="1260466" y="570268"/>
                    <a:pt x="1240880" y="578381"/>
                    <a:pt x="1220457" y="578381"/>
                  </a:cubicBezTo>
                  <a:lnTo>
                    <a:pt x="77006" y="578381"/>
                  </a:lnTo>
                  <a:cubicBezTo>
                    <a:pt x="56583" y="578381"/>
                    <a:pt x="36996" y="570268"/>
                    <a:pt x="22554" y="555826"/>
                  </a:cubicBezTo>
                  <a:cubicBezTo>
                    <a:pt x="8113" y="541385"/>
                    <a:pt x="0" y="521798"/>
                    <a:pt x="0" y="501375"/>
                  </a:cubicBezTo>
                  <a:lnTo>
                    <a:pt x="0" y="77006"/>
                  </a:lnTo>
                  <a:cubicBezTo>
                    <a:pt x="0" y="56583"/>
                    <a:pt x="8113" y="36996"/>
                    <a:pt x="22554" y="22554"/>
                  </a:cubicBezTo>
                  <a:cubicBezTo>
                    <a:pt x="36996" y="8113"/>
                    <a:pt x="56583" y="0"/>
                    <a:pt x="77006" y="0"/>
                  </a:cubicBezTo>
                  <a:close/>
                </a:path>
              </a:pathLst>
            </a:custGeom>
            <a:solidFill>
              <a:srgbClr val="3613C8"/>
            </a:solidFill>
            <a:ln w="47625" cap="rnd">
              <a:solidFill>
                <a:srgbClr val="21EF80"/>
              </a:solidFill>
              <a:prstDash val="solid"/>
              <a:round/>
            </a:ln>
          </p:spPr>
        </p:sp>
        <p:sp>
          <p:nvSpPr>
            <p:cNvPr name="TextBox 44" id="44"/>
            <p:cNvSpPr txBox="true"/>
            <p:nvPr/>
          </p:nvSpPr>
          <p:spPr>
            <a:xfrm>
              <a:off x="0" y="-76200"/>
              <a:ext cx="1297462" cy="654581"/>
            </a:xfrm>
            <a:prstGeom prst="rect">
              <a:avLst/>
            </a:prstGeom>
          </p:spPr>
          <p:txBody>
            <a:bodyPr anchor="t" rtlCol="false" tIns="254000" lIns="254000" bIns="254000" rIns="254000"/>
            <a:lstStyle/>
            <a:p>
              <a:pPr algn="l">
                <a:lnSpc>
                  <a:spcPts val="3779"/>
                </a:lnSpc>
              </a:pPr>
            </a:p>
          </p:txBody>
        </p:sp>
      </p:grpSp>
      <p:sp>
        <p:nvSpPr>
          <p:cNvPr name="Freeform 45" id="45"/>
          <p:cNvSpPr/>
          <p:nvPr/>
        </p:nvSpPr>
        <p:spPr>
          <a:xfrm flipH="false" flipV="false" rot="0">
            <a:off x="13128279" y="7426414"/>
            <a:ext cx="4700172" cy="1037368"/>
          </a:xfrm>
          <a:custGeom>
            <a:avLst/>
            <a:gdLst/>
            <a:ahLst/>
            <a:cxnLst/>
            <a:rect r="r" b="b" t="t" l="l"/>
            <a:pathLst>
              <a:path h="1037368" w="4700172">
                <a:moveTo>
                  <a:pt x="0" y="0"/>
                </a:moveTo>
                <a:lnTo>
                  <a:pt x="4700172" y="0"/>
                </a:lnTo>
                <a:lnTo>
                  <a:pt x="4700172" y="1037368"/>
                </a:lnTo>
                <a:lnTo>
                  <a:pt x="0" y="1037368"/>
                </a:lnTo>
                <a:lnTo>
                  <a:pt x="0" y="0"/>
                </a:lnTo>
                <a:close/>
              </a:path>
            </a:pathLst>
          </a:custGeom>
          <a:blipFill>
            <a:blip r:embed="rId19"/>
            <a:stretch>
              <a:fillRect l="0" t="0" r="0" b="0"/>
            </a:stretch>
          </a:blipFill>
        </p:spPr>
      </p:sp>
      <p:sp>
        <p:nvSpPr>
          <p:cNvPr name="TextBox 46" id="46"/>
          <p:cNvSpPr txBox="true"/>
          <p:nvPr/>
        </p:nvSpPr>
        <p:spPr>
          <a:xfrm rot="0">
            <a:off x="13430494" y="6826161"/>
            <a:ext cx="1806146" cy="428625"/>
          </a:xfrm>
          <a:prstGeom prst="rect">
            <a:avLst/>
          </a:prstGeom>
        </p:spPr>
        <p:txBody>
          <a:bodyPr anchor="t" rtlCol="false" tIns="0" lIns="0" bIns="0" rIns="0">
            <a:spAutoFit/>
          </a:bodyPr>
          <a:lstStyle/>
          <a:p>
            <a:pPr algn="l">
              <a:lnSpc>
                <a:spcPts val="3120"/>
              </a:lnSpc>
            </a:pPr>
            <a:r>
              <a:rPr lang="en-US" sz="2600" b="true">
                <a:solidFill>
                  <a:srgbClr val="FFFFFF"/>
                </a:solidFill>
                <a:latin typeface="Telegraf Bold"/>
                <a:ea typeface="Telegraf Bold"/>
                <a:cs typeface="Telegraf Bold"/>
                <a:sym typeface="Telegraf Bold"/>
              </a:rPr>
              <a:t>Val</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true" flipV="false" rot="0">
            <a:off x="8712793" y="305497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sp>
        <p:nvSpPr>
          <p:cNvPr name="Freeform 9" id="9"/>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7234164"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10191499"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8863538"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692051" y="534510"/>
            <a:ext cx="3052218" cy="717550"/>
            <a:chOff x="0" y="0"/>
            <a:chExt cx="803876" cy="188984"/>
          </a:xfrm>
        </p:grpSpPr>
        <p:sp>
          <p:nvSpPr>
            <p:cNvPr name="Freeform 20" id="20"/>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1" id="21"/>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 Agenda Page</a:t>
              </a:r>
            </a:p>
          </p:txBody>
        </p:sp>
      </p:grpSp>
      <p:sp>
        <p:nvSpPr>
          <p:cNvPr name="TextBox 22" id="22"/>
          <p:cNvSpPr txBox="true"/>
          <p:nvPr/>
        </p:nvSpPr>
        <p:spPr>
          <a:xfrm rot="0">
            <a:off x="21485" y="1318735"/>
            <a:ext cx="16848318"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FUNCIONES DE CONVERSION DE TIPO</a:t>
            </a:r>
          </a:p>
        </p:txBody>
      </p:sp>
      <p:grpSp>
        <p:nvGrpSpPr>
          <p:cNvPr name="Group 23" id="23"/>
          <p:cNvGrpSpPr/>
          <p:nvPr/>
        </p:nvGrpSpPr>
        <p:grpSpPr>
          <a:xfrm rot="0">
            <a:off x="501159" y="2594186"/>
            <a:ext cx="11322035" cy="7336460"/>
            <a:chOff x="0" y="0"/>
            <a:chExt cx="2981935" cy="1932236"/>
          </a:xfrm>
        </p:grpSpPr>
        <p:sp>
          <p:nvSpPr>
            <p:cNvPr name="Freeform 24" id="24"/>
            <p:cNvSpPr/>
            <p:nvPr/>
          </p:nvSpPr>
          <p:spPr>
            <a:xfrm flipH="false" flipV="false" rot="0">
              <a:off x="0" y="0"/>
              <a:ext cx="2981935" cy="1932236"/>
            </a:xfrm>
            <a:custGeom>
              <a:avLst/>
              <a:gdLst/>
              <a:ahLst/>
              <a:cxnLst/>
              <a:rect r="r" b="b" t="t" l="l"/>
              <a:pathLst>
                <a:path h="1932236" w="2981935">
                  <a:moveTo>
                    <a:pt x="33506" y="0"/>
                  </a:moveTo>
                  <a:lnTo>
                    <a:pt x="2948429" y="0"/>
                  </a:lnTo>
                  <a:cubicBezTo>
                    <a:pt x="2957316" y="0"/>
                    <a:pt x="2965838" y="3530"/>
                    <a:pt x="2972122" y="9814"/>
                  </a:cubicBezTo>
                  <a:cubicBezTo>
                    <a:pt x="2978405" y="16097"/>
                    <a:pt x="2981935" y="24620"/>
                    <a:pt x="2981935" y="33506"/>
                  </a:cubicBezTo>
                  <a:lnTo>
                    <a:pt x="2981935" y="1898730"/>
                  </a:lnTo>
                  <a:cubicBezTo>
                    <a:pt x="2981935" y="1907617"/>
                    <a:pt x="2978405" y="1916139"/>
                    <a:pt x="2972122" y="1922423"/>
                  </a:cubicBezTo>
                  <a:cubicBezTo>
                    <a:pt x="2965838" y="1928706"/>
                    <a:pt x="2957316" y="1932236"/>
                    <a:pt x="2948429" y="1932236"/>
                  </a:cubicBezTo>
                  <a:lnTo>
                    <a:pt x="33506" y="1932236"/>
                  </a:lnTo>
                  <a:cubicBezTo>
                    <a:pt x="15001" y="1932236"/>
                    <a:pt x="0" y="1917235"/>
                    <a:pt x="0" y="1898730"/>
                  </a:cubicBezTo>
                  <a:lnTo>
                    <a:pt x="0" y="33506"/>
                  </a:lnTo>
                  <a:cubicBezTo>
                    <a:pt x="0" y="15001"/>
                    <a:pt x="15001" y="0"/>
                    <a:pt x="33506" y="0"/>
                  </a:cubicBezTo>
                  <a:close/>
                </a:path>
              </a:pathLst>
            </a:custGeom>
            <a:solidFill>
              <a:srgbClr val="3613C8"/>
            </a:solidFill>
            <a:ln w="47625" cap="rnd">
              <a:solidFill>
                <a:srgbClr val="21EF80"/>
              </a:solidFill>
              <a:prstDash val="solid"/>
              <a:round/>
            </a:ln>
          </p:spPr>
        </p:sp>
        <p:sp>
          <p:nvSpPr>
            <p:cNvPr name="TextBox 25" id="25"/>
            <p:cNvSpPr txBox="true"/>
            <p:nvPr/>
          </p:nvSpPr>
          <p:spPr>
            <a:xfrm>
              <a:off x="0" y="-76200"/>
              <a:ext cx="2981935" cy="2008436"/>
            </a:xfrm>
            <a:prstGeom prst="rect">
              <a:avLst/>
            </a:prstGeom>
          </p:spPr>
          <p:txBody>
            <a:bodyPr anchor="t" rtlCol="false" tIns="254000" lIns="254000" bIns="254000" rIns="254000"/>
            <a:lstStyle/>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CBool(expression)</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CByte(expression)</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CCur(expression)</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CDate(expression)</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CDbl(expression)</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CDec(expression)</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CInt(expression)</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CLng(expression)</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CLngLng(expression) (válida solo en plataformas de 64 bits).</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CLngPtr(expression)</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CSng(expression)</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CStr(expression)</a:t>
              </a:r>
            </a:p>
            <a:p>
              <a:pPr algn="l" marL="582930" indent="-291465" lvl="1">
                <a:lnSpc>
                  <a:spcPts val="3779"/>
                </a:lnSpc>
                <a:buFont typeface="Arial"/>
                <a:buChar char="•"/>
              </a:pPr>
              <a:r>
                <a:rPr lang="en-US" sz="2700">
                  <a:solidFill>
                    <a:srgbClr val="FFFFFF"/>
                  </a:solidFill>
                  <a:latin typeface="Poppins Light"/>
                  <a:ea typeface="Poppins Light"/>
                  <a:cs typeface="Poppins Light"/>
                  <a:sym typeface="Poppins Light"/>
                </a:rPr>
                <a:t>CVar(expression)</a:t>
              </a:r>
            </a:p>
            <a:p>
              <a:pPr algn="l">
                <a:lnSpc>
                  <a:spcPts val="3779"/>
                </a:lnSpc>
              </a:pPr>
            </a:p>
          </p:txBody>
        </p:sp>
      </p:grpSp>
      <p:sp>
        <p:nvSpPr>
          <p:cNvPr name="Freeform 26" id="26"/>
          <p:cNvSpPr/>
          <p:nvPr/>
        </p:nvSpPr>
        <p:spPr>
          <a:xfrm flipH="false" flipV="false" rot="0">
            <a:off x="12183485" y="2594186"/>
            <a:ext cx="5879359" cy="1859958"/>
          </a:xfrm>
          <a:custGeom>
            <a:avLst/>
            <a:gdLst/>
            <a:ahLst/>
            <a:cxnLst/>
            <a:rect r="r" b="b" t="t" l="l"/>
            <a:pathLst>
              <a:path h="1859958" w="5879359">
                <a:moveTo>
                  <a:pt x="0" y="0"/>
                </a:moveTo>
                <a:lnTo>
                  <a:pt x="5879360" y="0"/>
                </a:lnTo>
                <a:lnTo>
                  <a:pt x="5879360" y="1859958"/>
                </a:lnTo>
                <a:lnTo>
                  <a:pt x="0" y="1859958"/>
                </a:lnTo>
                <a:lnTo>
                  <a:pt x="0" y="0"/>
                </a:lnTo>
                <a:close/>
              </a:path>
            </a:pathLst>
          </a:custGeom>
          <a:blipFill>
            <a:blip r:embed="rId18"/>
            <a:stretch>
              <a:fillRect l="0" t="0" r="0" b="0"/>
            </a:stretch>
          </a:blipFill>
        </p:spPr>
      </p:sp>
      <p:sp>
        <p:nvSpPr>
          <p:cNvPr name="Freeform 27" id="27"/>
          <p:cNvSpPr/>
          <p:nvPr/>
        </p:nvSpPr>
        <p:spPr>
          <a:xfrm flipH="false" flipV="false" rot="0">
            <a:off x="12183485" y="4666547"/>
            <a:ext cx="5824606" cy="953906"/>
          </a:xfrm>
          <a:custGeom>
            <a:avLst/>
            <a:gdLst/>
            <a:ahLst/>
            <a:cxnLst/>
            <a:rect r="r" b="b" t="t" l="l"/>
            <a:pathLst>
              <a:path h="953906" w="5824606">
                <a:moveTo>
                  <a:pt x="0" y="0"/>
                </a:moveTo>
                <a:lnTo>
                  <a:pt x="5824607" y="0"/>
                </a:lnTo>
                <a:lnTo>
                  <a:pt x="5824607" y="953906"/>
                </a:lnTo>
                <a:lnTo>
                  <a:pt x="0" y="953906"/>
                </a:lnTo>
                <a:lnTo>
                  <a:pt x="0" y="0"/>
                </a:lnTo>
                <a:close/>
              </a:path>
            </a:pathLst>
          </a:custGeom>
          <a:blipFill>
            <a:blip r:embed="rId19"/>
            <a:stretch>
              <a:fillRect l="0" t="0" r="0" b="0"/>
            </a:stretch>
          </a:blipFill>
        </p:spPr>
      </p:sp>
      <p:sp>
        <p:nvSpPr>
          <p:cNvPr name="Freeform 28" id="28"/>
          <p:cNvSpPr/>
          <p:nvPr/>
        </p:nvSpPr>
        <p:spPr>
          <a:xfrm flipH="false" flipV="false" rot="0">
            <a:off x="12143369" y="5830003"/>
            <a:ext cx="5959592" cy="1111693"/>
          </a:xfrm>
          <a:custGeom>
            <a:avLst/>
            <a:gdLst/>
            <a:ahLst/>
            <a:cxnLst/>
            <a:rect r="r" b="b" t="t" l="l"/>
            <a:pathLst>
              <a:path h="1111693" w="5959592">
                <a:moveTo>
                  <a:pt x="0" y="0"/>
                </a:moveTo>
                <a:lnTo>
                  <a:pt x="5959592" y="0"/>
                </a:lnTo>
                <a:lnTo>
                  <a:pt x="5959592" y="1111693"/>
                </a:lnTo>
                <a:lnTo>
                  <a:pt x="0" y="1111693"/>
                </a:lnTo>
                <a:lnTo>
                  <a:pt x="0" y="0"/>
                </a:lnTo>
                <a:close/>
              </a:path>
            </a:pathLst>
          </a:custGeom>
          <a:blipFill>
            <a:blip r:embed="rId20"/>
            <a:stretch>
              <a:fillRect l="0" t="0" r="0" b="0"/>
            </a:stretch>
          </a:blipFill>
        </p:spPr>
      </p:sp>
      <p:sp>
        <p:nvSpPr>
          <p:cNvPr name="Freeform 29" id="29"/>
          <p:cNvSpPr/>
          <p:nvPr/>
        </p:nvSpPr>
        <p:spPr>
          <a:xfrm flipH="false" flipV="false" rot="0">
            <a:off x="12183485" y="7344205"/>
            <a:ext cx="5590156" cy="969721"/>
          </a:xfrm>
          <a:custGeom>
            <a:avLst/>
            <a:gdLst/>
            <a:ahLst/>
            <a:cxnLst/>
            <a:rect r="r" b="b" t="t" l="l"/>
            <a:pathLst>
              <a:path h="969721" w="5590156">
                <a:moveTo>
                  <a:pt x="0" y="0"/>
                </a:moveTo>
                <a:lnTo>
                  <a:pt x="5590157" y="0"/>
                </a:lnTo>
                <a:lnTo>
                  <a:pt x="5590157" y="969721"/>
                </a:lnTo>
                <a:lnTo>
                  <a:pt x="0" y="969721"/>
                </a:lnTo>
                <a:lnTo>
                  <a:pt x="0" y="0"/>
                </a:lnTo>
                <a:close/>
              </a:path>
            </a:pathLst>
          </a:custGeom>
          <a:blipFill>
            <a:blip r:embed="rId21"/>
            <a:stretch>
              <a:fillRect l="0" t="0" r="0" b="0"/>
            </a:stretch>
          </a:blipFill>
        </p:spPr>
      </p:sp>
      <p:sp>
        <p:nvSpPr>
          <p:cNvPr name="Freeform 30" id="30"/>
          <p:cNvSpPr/>
          <p:nvPr/>
        </p:nvSpPr>
        <p:spPr>
          <a:xfrm flipH="false" flipV="false" rot="0">
            <a:off x="4777675" y="3211642"/>
            <a:ext cx="6503000" cy="1675620"/>
          </a:xfrm>
          <a:custGeom>
            <a:avLst/>
            <a:gdLst/>
            <a:ahLst/>
            <a:cxnLst/>
            <a:rect r="r" b="b" t="t" l="l"/>
            <a:pathLst>
              <a:path h="1675620" w="6503000">
                <a:moveTo>
                  <a:pt x="0" y="0"/>
                </a:moveTo>
                <a:lnTo>
                  <a:pt x="6503000" y="0"/>
                </a:lnTo>
                <a:lnTo>
                  <a:pt x="6503000" y="1675620"/>
                </a:lnTo>
                <a:lnTo>
                  <a:pt x="0" y="1675620"/>
                </a:lnTo>
                <a:lnTo>
                  <a:pt x="0" y="0"/>
                </a:lnTo>
                <a:close/>
              </a:path>
            </a:pathLst>
          </a:custGeom>
          <a:blipFill>
            <a:blip r:embed="rId22"/>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692051" y="3654057"/>
            <a:ext cx="18473970" cy="10391608"/>
          </a:xfrm>
          <a:custGeom>
            <a:avLst/>
            <a:gdLst/>
            <a:ahLst/>
            <a:cxnLst/>
            <a:rect r="r" b="b" t="t" l="l"/>
            <a:pathLst>
              <a:path h="10391608" w="18473970">
                <a:moveTo>
                  <a:pt x="0" y="0"/>
                </a:moveTo>
                <a:lnTo>
                  <a:pt x="18473969" y="0"/>
                </a:lnTo>
                <a:lnTo>
                  <a:pt x="18473969"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true" flipV="false" rot="0">
            <a:off x="8712793" y="305497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sp>
        <p:nvSpPr>
          <p:cNvPr name="Freeform 9" id="9"/>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7234164"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10191499"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8863538"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692051" y="534510"/>
            <a:ext cx="3052218" cy="717550"/>
            <a:chOff x="0" y="0"/>
            <a:chExt cx="803876" cy="188984"/>
          </a:xfrm>
        </p:grpSpPr>
        <p:sp>
          <p:nvSpPr>
            <p:cNvPr name="Freeform 20" id="20"/>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1" id="21"/>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 Agenda Page</a:t>
              </a:r>
            </a:p>
          </p:txBody>
        </p:sp>
      </p:grpSp>
      <p:sp>
        <p:nvSpPr>
          <p:cNvPr name="TextBox 22" id="22"/>
          <p:cNvSpPr txBox="true"/>
          <p:nvPr/>
        </p:nvSpPr>
        <p:spPr>
          <a:xfrm rot="0">
            <a:off x="21485" y="1318735"/>
            <a:ext cx="16848318"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FUNCIONES VARIAS</a:t>
            </a:r>
          </a:p>
        </p:txBody>
      </p:sp>
      <p:grpSp>
        <p:nvGrpSpPr>
          <p:cNvPr name="Group 23" id="23"/>
          <p:cNvGrpSpPr/>
          <p:nvPr/>
        </p:nvGrpSpPr>
        <p:grpSpPr>
          <a:xfrm rot="0">
            <a:off x="860846" y="2890811"/>
            <a:ext cx="4871644" cy="5431460"/>
            <a:chOff x="0" y="0"/>
            <a:chExt cx="1283067" cy="1430508"/>
          </a:xfrm>
        </p:grpSpPr>
        <p:sp>
          <p:nvSpPr>
            <p:cNvPr name="Freeform 24" id="24"/>
            <p:cNvSpPr/>
            <p:nvPr/>
          </p:nvSpPr>
          <p:spPr>
            <a:xfrm flipH="false" flipV="false" rot="0">
              <a:off x="0" y="0"/>
              <a:ext cx="1283067" cy="1430508"/>
            </a:xfrm>
            <a:custGeom>
              <a:avLst/>
              <a:gdLst/>
              <a:ahLst/>
              <a:cxnLst/>
              <a:rect r="r" b="b" t="t" l="l"/>
              <a:pathLst>
                <a:path h="1430508" w="1283067">
                  <a:moveTo>
                    <a:pt x="77870" y="0"/>
                  </a:moveTo>
                  <a:lnTo>
                    <a:pt x="1205197" y="0"/>
                  </a:lnTo>
                  <a:cubicBezTo>
                    <a:pt x="1225849" y="0"/>
                    <a:pt x="1245656" y="8204"/>
                    <a:pt x="1260259" y="22808"/>
                  </a:cubicBezTo>
                  <a:cubicBezTo>
                    <a:pt x="1274862" y="37411"/>
                    <a:pt x="1283067" y="57217"/>
                    <a:pt x="1283067" y="77870"/>
                  </a:cubicBezTo>
                  <a:lnTo>
                    <a:pt x="1283067" y="1352638"/>
                  </a:lnTo>
                  <a:cubicBezTo>
                    <a:pt x="1283067" y="1373290"/>
                    <a:pt x="1274862" y="1393097"/>
                    <a:pt x="1260259" y="1407700"/>
                  </a:cubicBezTo>
                  <a:cubicBezTo>
                    <a:pt x="1245656" y="1422304"/>
                    <a:pt x="1225849" y="1430508"/>
                    <a:pt x="1205197" y="1430508"/>
                  </a:cubicBezTo>
                  <a:lnTo>
                    <a:pt x="77870" y="1430508"/>
                  </a:lnTo>
                  <a:cubicBezTo>
                    <a:pt x="57217" y="1430508"/>
                    <a:pt x="37411" y="1422304"/>
                    <a:pt x="22808" y="1407700"/>
                  </a:cubicBezTo>
                  <a:cubicBezTo>
                    <a:pt x="8204" y="1393097"/>
                    <a:pt x="0" y="1373290"/>
                    <a:pt x="0" y="1352638"/>
                  </a:cubicBezTo>
                  <a:lnTo>
                    <a:pt x="0" y="77870"/>
                  </a:lnTo>
                  <a:cubicBezTo>
                    <a:pt x="0" y="57217"/>
                    <a:pt x="8204" y="37411"/>
                    <a:pt x="22808" y="22808"/>
                  </a:cubicBezTo>
                  <a:cubicBezTo>
                    <a:pt x="37411" y="8204"/>
                    <a:pt x="57217" y="0"/>
                    <a:pt x="77870" y="0"/>
                  </a:cubicBezTo>
                  <a:close/>
                </a:path>
              </a:pathLst>
            </a:custGeom>
            <a:solidFill>
              <a:srgbClr val="3613C8"/>
            </a:solidFill>
            <a:ln w="47625" cap="rnd">
              <a:solidFill>
                <a:srgbClr val="21EF80"/>
              </a:solidFill>
              <a:prstDash val="solid"/>
              <a:round/>
            </a:ln>
          </p:spPr>
        </p:sp>
        <p:sp>
          <p:nvSpPr>
            <p:cNvPr name="TextBox 25" id="25"/>
            <p:cNvSpPr txBox="true"/>
            <p:nvPr/>
          </p:nvSpPr>
          <p:spPr>
            <a:xfrm>
              <a:off x="0" y="-76200"/>
              <a:ext cx="1283067" cy="1506708"/>
            </a:xfrm>
            <a:prstGeom prst="rect">
              <a:avLst/>
            </a:prstGeom>
          </p:spPr>
          <p:txBody>
            <a:bodyPr anchor="t" rtlCol="false" tIns="254000" lIns="254000" bIns="254000" rIns="254000"/>
            <a:lstStyle/>
            <a:p>
              <a:pPr algn="l" marL="582930" indent="-291465" lvl="1">
                <a:lnSpc>
                  <a:spcPts val="3779"/>
                </a:lnSpc>
                <a:buFont typeface="Arial"/>
                <a:buChar char="•"/>
              </a:pPr>
              <a:r>
                <a:rPr lang="en-US" sz="2700" u="sng">
                  <a:solidFill>
                    <a:srgbClr val="FFFFFF"/>
                  </a:solidFill>
                  <a:latin typeface="Poppins Light"/>
                  <a:ea typeface="Poppins Light"/>
                  <a:cs typeface="Poppins Light"/>
                  <a:sym typeface="Poppins Light"/>
                  <a:hlinkClick r:id="rId18" tooltip="https://docs.microsoft.com/es-es/office/vba/language/reference/user-interface-help/isarray-function"/>
                </a:rPr>
                <a:t>IsArray</a:t>
              </a:r>
            </a:p>
            <a:p>
              <a:pPr algn="l" marL="582930" indent="-291465" lvl="1">
                <a:lnSpc>
                  <a:spcPts val="3779"/>
                </a:lnSpc>
                <a:buFont typeface="Arial"/>
                <a:buChar char="•"/>
              </a:pPr>
              <a:r>
                <a:rPr lang="en-US" sz="2700" u="sng">
                  <a:solidFill>
                    <a:srgbClr val="FFFFFF"/>
                  </a:solidFill>
                  <a:latin typeface="Poppins Light"/>
                  <a:ea typeface="Poppins Light"/>
                  <a:cs typeface="Poppins Light"/>
                  <a:sym typeface="Poppins Light"/>
                  <a:hlinkClick r:id="rId19" tooltip="https://docs.microsoft.com/es-es/office/vba/language/reference/user-interface-help/isdate-function"/>
                </a:rPr>
                <a:t>IsDate</a:t>
              </a:r>
            </a:p>
            <a:p>
              <a:pPr algn="l" marL="582930" indent="-291465" lvl="1">
                <a:lnSpc>
                  <a:spcPts val="3779"/>
                </a:lnSpc>
                <a:buFont typeface="Arial"/>
                <a:buChar char="•"/>
              </a:pPr>
              <a:r>
                <a:rPr lang="en-US" sz="2700" u="sng">
                  <a:solidFill>
                    <a:srgbClr val="FFFFFF"/>
                  </a:solidFill>
                  <a:latin typeface="Poppins Light"/>
                  <a:ea typeface="Poppins Light"/>
                  <a:cs typeface="Poppins Light"/>
                  <a:sym typeface="Poppins Light"/>
                  <a:hlinkClick r:id="rId20" tooltip="https://docs.microsoft.com/es-es/office/vba/language/reference/user-interface-help/isempty-function"/>
                </a:rPr>
                <a:t>IsEmpty</a:t>
              </a:r>
            </a:p>
            <a:p>
              <a:pPr algn="l" marL="582930" indent="-291465" lvl="1">
                <a:lnSpc>
                  <a:spcPts val="3779"/>
                </a:lnSpc>
                <a:buFont typeface="Arial"/>
                <a:buChar char="•"/>
              </a:pPr>
              <a:r>
                <a:rPr lang="en-US" sz="2700" u="sng">
                  <a:solidFill>
                    <a:srgbClr val="FFFFFF"/>
                  </a:solidFill>
                  <a:latin typeface="Poppins Light"/>
                  <a:ea typeface="Poppins Light"/>
                  <a:cs typeface="Poppins Light"/>
                  <a:sym typeface="Poppins Light"/>
                  <a:hlinkClick r:id="rId21" tooltip="https://docs.microsoft.com/es-es/office/vba/language/reference/user-interface-help/iserror-function"/>
                </a:rPr>
                <a:t>IsError</a:t>
              </a:r>
            </a:p>
            <a:p>
              <a:pPr algn="l" marL="582930" indent="-291465" lvl="1">
                <a:lnSpc>
                  <a:spcPts val="3779"/>
                </a:lnSpc>
                <a:buFont typeface="Arial"/>
                <a:buChar char="•"/>
              </a:pPr>
              <a:r>
                <a:rPr lang="en-US" sz="2700" u="sng">
                  <a:solidFill>
                    <a:srgbClr val="FFFFFF"/>
                  </a:solidFill>
                  <a:latin typeface="Poppins Light"/>
                  <a:ea typeface="Poppins Light"/>
                  <a:cs typeface="Poppins Light"/>
                  <a:sym typeface="Poppins Light"/>
                  <a:hlinkClick r:id="rId22" tooltip="https://docs.microsoft.com/es-es/office/vba/language/reference/user-interface-help/ismissing-function"/>
                </a:rPr>
                <a:t>IsMissing</a:t>
              </a:r>
            </a:p>
            <a:p>
              <a:pPr algn="l" marL="582930" indent="-291465" lvl="1">
                <a:lnSpc>
                  <a:spcPts val="3779"/>
                </a:lnSpc>
                <a:buFont typeface="Arial"/>
                <a:buChar char="•"/>
              </a:pPr>
              <a:r>
                <a:rPr lang="en-US" sz="2700" u="sng">
                  <a:solidFill>
                    <a:srgbClr val="FFFFFF"/>
                  </a:solidFill>
                  <a:latin typeface="Poppins Light"/>
                  <a:ea typeface="Poppins Light"/>
                  <a:cs typeface="Poppins Light"/>
                  <a:sym typeface="Poppins Light"/>
                  <a:hlinkClick r:id="rId23" tooltip="https://docs.microsoft.com/es-es/office/vba/language/reference/user-interface-help/isnull-function"/>
                </a:rPr>
                <a:t>IsNull</a:t>
              </a:r>
            </a:p>
            <a:p>
              <a:pPr algn="l" marL="582930" indent="-291465" lvl="1">
                <a:lnSpc>
                  <a:spcPts val="3779"/>
                </a:lnSpc>
                <a:buFont typeface="Arial"/>
                <a:buChar char="•"/>
              </a:pPr>
              <a:r>
                <a:rPr lang="en-US" sz="2700" u="sng">
                  <a:solidFill>
                    <a:srgbClr val="FFFFFF"/>
                  </a:solidFill>
                  <a:latin typeface="Poppins Light"/>
                  <a:ea typeface="Poppins Light"/>
                  <a:cs typeface="Poppins Light"/>
                  <a:sym typeface="Poppins Light"/>
                  <a:hlinkClick r:id="rId24" tooltip="https://docs.microsoft.com/es-es/office/vba/language/reference/user-interface-help/isnumeric-function"/>
                </a:rPr>
                <a:t>IsNumeric</a:t>
              </a:r>
            </a:p>
            <a:p>
              <a:pPr algn="l" marL="582930" indent="-291465" lvl="1">
                <a:lnSpc>
                  <a:spcPts val="3779"/>
                </a:lnSpc>
                <a:buFont typeface="Arial"/>
                <a:buChar char="•"/>
              </a:pPr>
              <a:r>
                <a:rPr lang="en-US" sz="2700" u="sng">
                  <a:solidFill>
                    <a:srgbClr val="FFFFFF"/>
                  </a:solidFill>
                  <a:latin typeface="Poppins Light"/>
                  <a:ea typeface="Poppins Light"/>
                  <a:cs typeface="Poppins Light"/>
                  <a:sym typeface="Poppins Light"/>
                  <a:hlinkClick r:id="rId25" tooltip="https://docs.microsoft.com/es-es/office/vba/language/reference/user-interface-help/isobject-function"/>
                </a:rPr>
                <a:t>IsObject</a:t>
              </a:r>
            </a:p>
            <a:p>
              <a:pPr algn="l" marL="582930" indent="-291465" lvl="1">
                <a:lnSpc>
                  <a:spcPts val="3779"/>
                </a:lnSpc>
                <a:buFont typeface="Arial"/>
                <a:buChar char="•"/>
              </a:pPr>
              <a:r>
                <a:rPr lang="en-US" sz="2700" u="sng">
                  <a:solidFill>
                    <a:srgbClr val="FFFFFF"/>
                  </a:solidFill>
                  <a:latin typeface="Poppins Light"/>
                  <a:ea typeface="Poppins Light"/>
                  <a:cs typeface="Poppins Light"/>
                  <a:sym typeface="Poppins Light"/>
                  <a:hlinkClick r:id="rId26" tooltip="https://docs.microsoft.com/es-es/office/vba/language/reference/user-interface-help/ltrim-rtrim-and-trim-functions"/>
                </a:rPr>
                <a:t>LTrim, RTrim y Trim</a:t>
              </a:r>
            </a:p>
            <a:p>
              <a:pPr algn="l">
                <a:lnSpc>
                  <a:spcPts val="3779"/>
                </a:lnSpc>
              </a:pPr>
            </a:p>
          </p:txBody>
        </p:sp>
      </p:grpSp>
      <p:grpSp>
        <p:nvGrpSpPr>
          <p:cNvPr name="Group 26" id="26"/>
          <p:cNvGrpSpPr/>
          <p:nvPr/>
        </p:nvGrpSpPr>
        <p:grpSpPr>
          <a:xfrm rot="0">
            <a:off x="6708178" y="2743405"/>
            <a:ext cx="4871644" cy="6514895"/>
            <a:chOff x="0" y="0"/>
            <a:chExt cx="1283067" cy="1715857"/>
          </a:xfrm>
        </p:grpSpPr>
        <p:sp>
          <p:nvSpPr>
            <p:cNvPr name="Freeform 27" id="27"/>
            <p:cNvSpPr/>
            <p:nvPr/>
          </p:nvSpPr>
          <p:spPr>
            <a:xfrm flipH="false" flipV="false" rot="0">
              <a:off x="0" y="0"/>
              <a:ext cx="1283067" cy="1715857"/>
            </a:xfrm>
            <a:custGeom>
              <a:avLst/>
              <a:gdLst/>
              <a:ahLst/>
              <a:cxnLst/>
              <a:rect r="r" b="b" t="t" l="l"/>
              <a:pathLst>
                <a:path h="1715857" w="1283067">
                  <a:moveTo>
                    <a:pt x="77870" y="0"/>
                  </a:moveTo>
                  <a:lnTo>
                    <a:pt x="1205197" y="0"/>
                  </a:lnTo>
                  <a:cubicBezTo>
                    <a:pt x="1225849" y="0"/>
                    <a:pt x="1245656" y="8204"/>
                    <a:pt x="1260259" y="22808"/>
                  </a:cubicBezTo>
                  <a:cubicBezTo>
                    <a:pt x="1274862" y="37411"/>
                    <a:pt x="1283067" y="57217"/>
                    <a:pt x="1283067" y="77870"/>
                  </a:cubicBezTo>
                  <a:lnTo>
                    <a:pt x="1283067" y="1637987"/>
                  </a:lnTo>
                  <a:cubicBezTo>
                    <a:pt x="1283067" y="1658640"/>
                    <a:pt x="1274862" y="1678446"/>
                    <a:pt x="1260259" y="1693050"/>
                  </a:cubicBezTo>
                  <a:cubicBezTo>
                    <a:pt x="1245656" y="1707653"/>
                    <a:pt x="1225849" y="1715857"/>
                    <a:pt x="1205197" y="1715857"/>
                  </a:cubicBezTo>
                  <a:lnTo>
                    <a:pt x="77870" y="1715857"/>
                  </a:lnTo>
                  <a:cubicBezTo>
                    <a:pt x="57217" y="1715857"/>
                    <a:pt x="37411" y="1707653"/>
                    <a:pt x="22808" y="1693050"/>
                  </a:cubicBezTo>
                  <a:cubicBezTo>
                    <a:pt x="8204" y="1678446"/>
                    <a:pt x="0" y="1658640"/>
                    <a:pt x="0" y="1637987"/>
                  </a:cubicBezTo>
                  <a:lnTo>
                    <a:pt x="0" y="77870"/>
                  </a:lnTo>
                  <a:cubicBezTo>
                    <a:pt x="0" y="57217"/>
                    <a:pt x="8204" y="37411"/>
                    <a:pt x="22808" y="22808"/>
                  </a:cubicBezTo>
                  <a:cubicBezTo>
                    <a:pt x="37411" y="8204"/>
                    <a:pt x="57217" y="0"/>
                    <a:pt x="77870" y="0"/>
                  </a:cubicBezTo>
                  <a:close/>
                </a:path>
              </a:pathLst>
            </a:custGeom>
            <a:solidFill>
              <a:srgbClr val="3613C8"/>
            </a:solidFill>
            <a:ln w="47625" cap="rnd">
              <a:solidFill>
                <a:srgbClr val="21EF80"/>
              </a:solidFill>
              <a:prstDash val="solid"/>
              <a:round/>
            </a:ln>
          </p:spPr>
        </p:sp>
        <p:sp>
          <p:nvSpPr>
            <p:cNvPr name="TextBox 28" id="28"/>
            <p:cNvSpPr txBox="true"/>
            <p:nvPr/>
          </p:nvSpPr>
          <p:spPr>
            <a:xfrm>
              <a:off x="0" y="-76200"/>
              <a:ext cx="1283067" cy="1792057"/>
            </a:xfrm>
            <a:prstGeom prst="rect">
              <a:avLst/>
            </a:prstGeom>
          </p:spPr>
          <p:txBody>
            <a:bodyPr anchor="t" rtlCol="false" tIns="254000" lIns="254000" bIns="254000" rIns="254000"/>
            <a:lstStyle/>
            <a:p>
              <a:pPr algn="l">
                <a:lnSpc>
                  <a:spcPts val="3779"/>
                </a:lnSpc>
              </a:pPr>
            </a:p>
            <a:p>
              <a:pPr algn="l">
                <a:lnSpc>
                  <a:spcPts val="3779"/>
                </a:lnSpc>
              </a:pPr>
            </a:p>
          </p:txBody>
        </p:sp>
      </p:grpSp>
      <p:sp>
        <p:nvSpPr>
          <p:cNvPr name="Freeform 29" id="29"/>
          <p:cNvSpPr/>
          <p:nvPr/>
        </p:nvSpPr>
        <p:spPr>
          <a:xfrm flipH="false" flipV="false" rot="0">
            <a:off x="7234164" y="3054978"/>
            <a:ext cx="3836461" cy="6017846"/>
          </a:xfrm>
          <a:custGeom>
            <a:avLst/>
            <a:gdLst/>
            <a:ahLst/>
            <a:cxnLst/>
            <a:rect r="r" b="b" t="t" l="l"/>
            <a:pathLst>
              <a:path h="6017846" w="3836461">
                <a:moveTo>
                  <a:pt x="0" y="0"/>
                </a:moveTo>
                <a:lnTo>
                  <a:pt x="3836461" y="0"/>
                </a:lnTo>
                <a:lnTo>
                  <a:pt x="3836461" y="6017846"/>
                </a:lnTo>
                <a:lnTo>
                  <a:pt x="0" y="6017846"/>
                </a:lnTo>
                <a:lnTo>
                  <a:pt x="0" y="0"/>
                </a:lnTo>
                <a:close/>
              </a:path>
            </a:pathLst>
          </a:custGeom>
          <a:blipFill>
            <a:blip r:embed="rId27"/>
            <a:stretch>
              <a:fillRect l="0" t="0" r="-2500" b="0"/>
            </a:stretch>
          </a:blipFill>
        </p:spPr>
      </p:sp>
      <p:grpSp>
        <p:nvGrpSpPr>
          <p:cNvPr name="Group 30" id="30"/>
          <p:cNvGrpSpPr/>
          <p:nvPr/>
        </p:nvGrpSpPr>
        <p:grpSpPr>
          <a:xfrm rot="0">
            <a:off x="12118575" y="2743405"/>
            <a:ext cx="5474111" cy="6514895"/>
            <a:chOff x="0" y="0"/>
            <a:chExt cx="1441741" cy="1715857"/>
          </a:xfrm>
        </p:grpSpPr>
        <p:sp>
          <p:nvSpPr>
            <p:cNvPr name="Freeform 31" id="31"/>
            <p:cNvSpPr/>
            <p:nvPr/>
          </p:nvSpPr>
          <p:spPr>
            <a:xfrm flipH="false" flipV="false" rot="0">
              <a:off x="0" y="0"/>
              <a:ext cx="1441741" cy="1715857"/>
            </a:xfrm>
            <a:custGeom>
              <a:avLst/>
              <a:gdLst/>
              <a:ahLst/>
              <a:cxnLst/>
              <a:rect r="r" b="b" t="t" l="l"/>
              <a:pathLst>
                <a:path h="1715857" w="1441741">
                  <a:moveTo>
                    <a:pt x="69300" y="0"/>
                  </a:moveTo>
                  <a:lnTo>
                    <a:pt x="1372442" y="0"/>
                  </a:lnTo>
                  <a:cubicBezTo>
                    <a:pt x="1410715" y="0"/>
                    <a:pt x="1441741" y="31027"/>
                    <a:pt x="1441741" y="69300"/>
                  </a:cubicBezTo>
                  <a:lnTo>
                    <a:pt x="1441741" y="1646557"/>
                  </a:lnTo>
                  <a:cubicBezTo>
                    <a:pt x="1441741" y="1684830"/>
                    <a:pt x="1410715" y="1715857"/>
                    <a:pt x="1372442" y="1715857"/>
                  </a:cubicBezTo>
                  <a:lnTo>
                    <a:pt x="69300" y="1715857"/>
                  </a:lnTo>
                  <a:cubicBezTo>
                    <a:pt x="31027" y="1715857"/>
                    <a:pt x="0" y="1684830"/>
                    <a:pt x="0" y="1646557"/>
                  </a:cubicBezTo>
                  <a:lnTo>
                    <a:pt x="0" y="69300"/>
                  </a:lnTo>
                  <a:cubicBezTo>
                    <a:pt x="0" y="31027"/>
                    <a:pt x="31027" y="0"/>
                    <a:pt x="69300" y="0"/>
                  </a:cubicBezTo>
                  <a:close/>
                </a:path>
              </a:pathLst>
            </a:custGeom>
            <a:solidFill>
              <a:srgbClr val="3613C8"/>
            </a:solidFill>
            <a:ln w="47625" cap="rnd">
              <a:solidFill>
                <a:srgbClr val="21EF80"/>
              </a:solidFill>
              <a:prstDash val="solid"/>
              <a:round/>
            </a:ln>
          </p:spPr>
        </p:sp>
        <p:sp>
          <p:nvSpPr>
            <p:cNvPr name="TextBox 32" id="32"/>
            <p:cNvSpPr txBox="true"/>
            <p:nvPr/>
          </p:nvSpPr>
          <p:spPr>
            <a:xfrm>
              <a:off x="0" y="-76200"/>
              <a:ext cx="1441741" cy="1792057"/>
            </a:xfrm>
            <a:prstGeom prst="rect">
              <a:avLst/>
            </a:prstGeom>
          </p:spPr>
          <p:txBody>
            <a:bodyPr anchor="t" rtlCol="false" tIns="254000" lIns="254000" bIns="254000" rIns="254000"/>
            <a:lstStyle/>
            <a:p>
              <a:pPr algn="l">
                <a:lnSpc>
                  <a:spcPts val="3779"/>
                </a:lnSpc>
              </a:pPr>
            </a:p>
            <a:p>
              <a:pPr algn="l">
                <a:lnSpc>
                  <a:spcPts val="3779"/>
                </a:lnSpc>
              </a:pPr>
            </a:p>
          </p:txBody>
        </p:sp>
      </p:grpSp>
      <p:sp>
        <p:nvSpPr>
          <p:cNvPr name="Freeform 33" id="33"/>
          <p:cNvSpPr/>
          <p:nvPr/>
        </p:nvSpPr>
        <p:spPr>
          <a:xfrm flipH="false" flipV="false" rot="0">
            <a:off x="12412935" y="3054978"/>
            <a:ext cx="4807568" cy="5954828"/>
          </a:xfrm>
          <a:custGeom>
            <a:avLst/>
            <a:gdLst/>
            <a:ahLst/>
            <a:cxnLst/>
            <a:rect r="r" b="b" t="t" l="l"/>
            <a:pathLst>
              <a:path h="5954828" w="4807568">
                <a:moveTo>
                  <a:pt x="0" y="0"/>
                </a:moveTo>
                <a:lnTo>
                  <a:pt x="4807567" y="0"/>
                </a:lnTo>
                <a:lnTo>
                  <a:pt x="4807567" y="5954828"/>
                </a:lnTo>
                <a:lnTo>
                  <a:pt x="0" y="5954828"/>
                </a:lnTo>
                <a:lnTo>
                  <a:pt x="0" y="0"/>
                </a:lnTo>
                <a:close/>
              </a:path>
            </a:pathLst>
          </a:custGeom>
          <a:blipFill>
            <a:blip r:embed="rId28"/>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71435" y="1690845"/>
            <a:ext cx="16945130" cy="7923759"/>
            <a:chOff x="0" y="0"/>
            <a:chExt cx="4462915" cy="2086916"/>
          </a:xfrm>
        </p:grpSpPr>
        <p:sp>
          <p:nvSpPr>
            <p:cNvPr name="Freeform 4" id="4"/>
            <p:cNvSpPr/>
            <p:nvPr/>
          </p:nvSpPr>
          <p:spPr>
            <a:xfrm flipH="false" flipV="false" rot="0">
              <a:off x="0" y="0"/>
              <a:ext cx="4462915" cy="2086916"/>
            </a:xfrm>
            <a:custGeom>
              <a:avLst/>
              <a:gdLst/>
              <a:ahLst/>
              <a:cxnLst/>
              <a:rect r="r" b="b" t="t" l="l"/>
              <a:pathLst>
                <a:path h="2086916" w="4462915">
                  <a:moveTo>
                    <a:pt x="22387" y="0"/>
                  </a:moveTo>
                  <a:lnTo>
                    <a:pt x="4440528" y="0"/>
                  </a:lnTo>
                  <a:cubicBezTo>
                    <a:pt x="4452892" y="0"/>
                    <a:pt x="4462915" y="10023"/>
                    <a:pt x="4462915" y="22387"/>
                  </a:cubicBezTo>
                  <a:lnTo>
                    <a:pt x="4462915" y="2064529"/>
                  </a:lnTo>
                  <a:cubicBezTo>
                    <a:pt x="4462915" y="2076893"/>
                    <a:pt x="4452892" y="2086916"/>
                    <a:pt x="4440528" y="2086916"/>
                  </a:cubicBezTo>
                  <a:lnTo>
                    <a:pt x="22387" y="2086916"/>
                  </a:lnTo>
                  <a:cubicBezTo>
                    <a:pt x="10023" y="2086916"/>
                    <a:pt x="0" y="2076893"/>
                    <a:pt x="0" y="2064529"/>
                  </a:cubicBezTo>
                  <a:lnTo>
                    <a:pt x="0" y="22387"/>
                  </a:lnTo>
                  <a:cubicBezTo>
                    <a:pt x="0" y="10023"/>
                    <a:pt x="10023" y="0"/>
                    <a:pt x="22387" y="0"/>
                  </a:cubicBezTo>
                  <a:close/>
                </a:path>
              </a:pathLst>
            </a:custGeom>
            <a:solidFill>
              <a:srgbClr val="050E5D"/>
            </a:solidFill>
            <a:ln w="47625" cap="rnd">
              <a:solidFill>
                <a:srgbClr val="8488F4"/>
              </a:solidFill>
              <a:prstDash val="solid"/>
              <a:round/>
            </a:ln>
          </p:spPr>
        </p:sp>
        <p:sp>
          <p:nvSpPr>
            <p:cNvPr name="TextBox 5" id="5"/>
            <p:cNvSpPr txBox="true"/>
            <p:nvPr/>
          </p:nvSpPr>
          <p:spPr>
            <a:xfrm>
              <a:off x="0" y="-66675"/>
              <a:ext cx="4462915" cy="2153591"/>
            </a:xfrm>
            <a:prstGeom prst="rect">
              <a:avLst/>
            </a:prstGeom>
          </p:spPr>
          <p:txBody>
            <a:bodyPr anchor="ctr" rtlCol="false" tIns="254000" lIns="254000" bIns="254000" rIns="254000"/>
            <a:lstStyle/>
            <a:p>
              <a:pPr algn="l">
                <a:lnSpc>
                  <a:spcPts val="3359"/>
                </a:lnSpc>
              </a:pPr>
            </a:p>
            <a:p>
              <a:pPr algn="l">
                <a:lnSpc>
                  <a:spcPts val="3359"/>
                </a:lnSpc>
              </a:pPr>
              <a:r>
                <a:rPr lang="en-US" b="true" sz="2399">
                  <a:solidFill>
                    <a:srgbClr val="FFFFFF"/>
                  </a:solidFill>
                  <a:latin typeface="Poppins Bold"/>
                  <a:ea typeface="Poppins Bold"/>
                  <a:cs typeface="Poppins Bold"/>
                  <a:sym typeface="Poppins Bold"/>
                </a:rPr>
                <a:t>   </a:t>
              </a:r>
            </a:p>
          </p:txBody>
        </p:sp>
      </p:grpSp>
      <p:pic>
        <p:nvPicPr>
          <p:cNvPr name="Picture 6" id="6"/>
          <p:cNvPicPr>
            <a:picLocks noChangeAspect="true"/>
          </p:cNvPicPr>
          <p:nvPr/>
        </p:nvPicPr>
        <p:blipFill>
          <a:blip r:embed="rId4"/>
          <a:srcRect l="0" t="0" r="0" b="0"/>
          <a:stretch>
            <a:fillRect/>
          </a:stretch>
        </p:blipFill>
        <p:spPr>
          <a:xfrm flipH="false" flipV="false" rot="0">
            <a:off x="671435" y="661978"/>
            <a:ext cx="744368" cy="331244"/>
          </a:xfrm>
          <a:prstGeom prst="rect">
            <a:avLst/>
          </a:prstGeom>
        </p:spPr>
      </p:pic>
      <p:sp>
        <p:nvSpPr>
          <p:cNvPr name="Freeform 7" id="7"/>
          <p:cNvSpPr/>
          <p:nvPr/>
        </p:nvSpPr>
        <p:spPr>
          <a:xfrm flipH="false" flipV="false" rot="0">
            <a:off x="1790858" y="661978"/>
            <a:ext cx="365831" cy="331244"/>
          </a:xfrm>
          <a:custGeom>
            <a:avLst/>
            <a:gdLst/>
            <a:ahLst/>
            <a:cxnLst/>
            <a:rect r="r" b="b" t="t" l="l"/>
            <a:pathLst>
              <a:path h="331244" w="365831">
                <a:moveTo>
                  <a:pt x="0" y="0"/>
                </a:moveTo>
                <a:lnTo>
                  <a:pt x="365832" y="0"/>
                </a:lnTo>
                <a:lnTo>
                  <a:pt x="365832"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232441" y="661978"/>
            <a:ext cx="365831" cy="331244"/>
          </a:xfrm>
          <a:custGeom>
            <a:avLst/>
            <a:gdLst/>
            <a:ahLst/>
            <a:cxnLst/>
            <a:rect r="r" b="b" t="t" l="l"/>
            <a:pathLst>
              <a:path h="331244" w="365831">
                <a:moveTo>
                  <a:pt x="0" y="0"/>
                </a:moveTo>
                <a:lnTo>
                  <a:pt x="365831" y="0"/>
                </a:lnTo>
                <a:lnTo>
                  <a:pt x="365831"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2674023" y="661978"/>
            <a:ext cx="365831" cy="331244"/>
          </a:xfrm>
          <a:custGeom>
            <a:avLst/>
            <a:gdLst/>
            <a:ahLst/>
            <a:cxnLst/>
            <a:rect r="r" b="b" t="t" l="l"/>
            <a:pathLst>
              <a:path h="331244" w="365831">
                <a:moveTo>
                  <a:pt x="0" y="0"/>
                </a:moveTo>
                <a:lnTo>
                  <a:pt x="365831" y="0"/>
                </a:lnTo>
                <a:lnTo>
                  <a:pt x="365831"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3115605" y="661978"/>
            <a:ext cx="365831" cy="331244"/>
          </a:xfrm>
          <a:custGeom>
            <a:avLst/>
            <a:gdLst/>
            <a:ahLst/>
            <a:cxnLst/>
            <a:rect r="r" b="b" t="t" l="l"/>
            <a:pathLst>
              <a:path h="331244" w="365831">
                <a:moveTo>
                  <a:pt x="0" y="0"/>
                </a:moveTo>
                <a:lnTo>
                  <a:pt x="365831" y="0"/>
                </a:lnTo>
                <a:lnTo>
                  <a:pt x="365831"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557187" y="661978"/>
            <a:ext cx="365831" cy="331244"/>
          </a:xfrm>
          <a:custGeom>
            <a:avLst/>
            <a:gdLst/>
            <a:ahLst/>
            <a:cxnLst/>
            <a:rect r="r" b="b" t="t" l="l"/>
            <a:pathLst>
              <a:path h="331244" w="365831">
                <a:moveTo>
                  <a:pt x="0" y="0"/>
                </a:moveTo>
                <a:lnTo>
                  <a:pt x="365832" y="0"/>
                </a:lnTo>
                <a:lnTo>
                  <a:pt x="365832"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3577264" y="649239"/>
            <a:ext cx="2087036" cy="379461"/>
          </a:xfrm>
          <a:custGeom>
            <a:avLst/>
            <a:gdLst/>
            <a:ahLst/>
            <a:cxnLst/>
            <a:rect r="r" b="b" t="t" l="l"/>
            <a:pathLst>
              <a:path h="379461" w="2087036">
                <a:moveTo>
                  <a:pt x="0" y="0"/>
                </a:moveTo>
                <a:lnTo>
                  <a:pt x="2087036" y="0"/>
                </a:lnTo>
                <a:lnTo>
                  <a:pt x="2087036" y="379461"/>
                </a:lnTo>
                <a:lnTo>
                  <a:pt x="0" y="3794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3" id="13"/>
          <p:cNvGrpSpPr/>
          <p:nvPr/>
        </p:nvGrpSpPr>
        <p:grpSpPr>
          <a:xfrm rot="0">
            <a:off x="1790858" y="1854426"/>
            <a:ext cx="14156843" cy="7760178"/>
            <a:chOff x="0" y="0"/>
            <a:chExt cx="3728551" cy="2043833"/>
          </a:xfrm>
        </p:grpSpPr>
        <p:sp>
          <p:nvSpPr>
            <p:cNvPr name="Freeform 14" id="14"/>
            <p:cNvSpPr/>
            <p:nvPr/>
          </p:nvSpPr>
          <p:spPr>
            <a:xfrm flipH="false" flipV="false" rot="0">
              <a:off x="0" y="0"/>
              <a:ext cx="3728551" cy="2043833"/>
            </a:xfrm>
            <a:custGeom>
              <a:avLst/>
              <a:gdLst/>
              <a:ahLst/>
              <a:cxnLst/>
              <a:rect r="r" b="b" t="t" l="l"/>
              <a:pathLst>
                <a:path h="2043833" w="3728551">
                  <a:moveTo>
                    <a:pt x="26797" y="0"/>
                  </a:moveTo>
                  <a:lnTo>
                    <a:pt x="3701755" y="0"/>
                  </a:lnTo>
                  <a:cubicBezTo>
                    <a:pt x="3708862" y="0"/>
                    <a:pt x="3715677" y="2823"/>
                    <a:pt x="3720703" y="7849"/>
                  </a:cubicBezTo>
                  <a:cubicBezTo>
                    <a:pt x="3725728" y="12874"/>
                    <a:pt x="3728551" y="19690"/>
                    <a:pt x="3728551" y="26797"/>
                  </a:cubicBezTo>
                  <a:lnTo>
                    <a:pt x="3728551" y="2017036"/>
                  </a:lnTo>
                  <a:cubicBezTo>
                    <a:pt x="3728551" y="2024143"/>
                    <a:pt x="3725728" y="2030959"/>
                    <a:pt x="3720703" y="2035984"/>
                  </a:cubicBezTo>
                  <a:cubicBezTo>
                    <a:pt x="3715677" y="2041010"/>
                    <a:pt x="3708862" y="2043833"/>
                    <a:pt x="3701755" y="2043833"/>
                  </a:cubicBezTo>
                  <a:lnTo>
                    <a:pt x="26797" y="2043833"/>
                  </a:lnTo>
                  <a:cubicBezTo>
                    <a:pt x="11997" y="2043833"/>
                    <a:pt x="0" y="2031836"/>
                    <a:pt x="0" y="2017036"/>
                  </a:cubicBezTo>
                  <a:lnTo>
                    <a:pt x="0" y="26797"/>
                  </a:lnTo>
                  <a:cubicBezTo>
                    <a:pt x="0" y="11997"/>
                    <a:pt x="11997" y="0"/>
                    <a:pt x="26797" y="0"/>
                  </a:cubicBezTo>
                  <a:close/>
                </a:path>
              </a:pathLst>
            </a:custGeom>
            <a:solidFill>
              <a:srgbClr val="585EFF"/>
            </a:solidFill>
            <a:ln w="47625" cap="rnd">
              <a:solidFill>
                <a:srgbClr val="8488F4"/>
              </a:solidFill>
              <a:prstDash val="solid"/>
              <a:round/>
            </a:ln>
          </p:spPr>
        </p:sp>
        <p:sp>
          <p:nvSpPr>
            <p:cNvPr name="TextBox 15" id="15"/>
            <p:cNvSpPr txBox="true"/>
            <p:nvPr/>
          </p:nvSpPr>
          <p:spPr>
            <a:xfrm>
              <a:off x="0" y="-133350"/>
              <a:ext cx="3728551" cy="2177183"/>
            </a:xfrm>
            <a:prstGeom prst="rect">
              <a:avLst/>
            </a:prstGeom>
          </p:spPr>
          <p:txBody>
            <a:bodyPr anchor="ctr" rtlCol="false" tIns="254000" lIns="254000" bIns="254000" rIns="254000"/>
            <a:lstStyle/>
            <a:p>
              <a:pPr algn="just">
                <a:lnSpc>
                  <a:spcPts val="6859"/>
                </a:lnSpc>
              </a:pPr>
              <a:r>
                <a:rPr lang="en-US" sz="4899">
                  <a:solidFill>
                    <a:srgbClr val="FFFFFF"/>
                  </a:solidFill>
                  <a:latin typeface="Poppins Light"/>
                  <a:ea typeface="Poppins Light"/>
                  <a:cs typeface="Poppins Light"/>
                  <a:sym typeface="Poppins Light"/>
                </a:rPr>
                <a:t>   Contenido práctico: </a:t>
              </a:r>
            </a:p>
            <a:p>
              <a:pPr algn="just" marL="1057895" indent="-528947" lvl="1">
                <a:lnSpc>
                  <a:spcPts val="6859"/>
                </a:lnSpc>
                <a:buFont typeface="Arial"/>
                <a:buChar char="•"/>
              </a:pPr>
              <a:r>
                <a:rPr lang="en-US" sz="4899">
                  <a:solidFill>
                    <a:srgbClr val="FFFFFF"/>
                  </a:solidFill>
                  <a:latin typeface="Poppins"/>
                  <a:ea typeface="Poppins"/>
                  <a:cs typeface="Poppins"/>
                  <a:sym typeface="Poppins"/>
                </a:rPr>
                <a:t>Sentencias de control</a:t>
              </a:r>
            </a:p>
            <a:p>
              <a:pPr algn="just" marL="1057895" indent="-528947" lvl="1">
                <a:lnSpc>
                  <a:spcPts val="6859"/>
                </a:lnSpc>
                <a:buFont typeface="Arial"/>
                <a:buChar char="•"/>
              </a:pPr>
              <a:r>
                <a:rPr lang="en-US" sz="4899">
                  <a:solidFill>
                    <a:srgbClr val="FFFFFF"/>
                  </a:solidFill>
                  <a:latin typeface="Poppins"/>
                  <a:ea typeface="Poppins"/>
                  <a:cs typeface="Poppins"/>
                  <a:sym typeface="Poppins"/>
                </a:rPr>
                <a:t>If simple</a:t>
              </a:r>
            </a:p>
            <a:p>
              <a:pPr algn="just" marL="1057895" indent="-528947" lvl="1">
                <a:lnSpc>
                  <a:spcPts val="6859"/>
                </a:lnSpc>
                <a:buFont typeface="Arial"/>
                <a:buChar char="•"/>
              </a:pPr>
              <a:r>
                <a:rPr lang="en-US" sz="4899">
                  <a:solidFill>
                    <a:srgbClr val="FFFFFF"/>
                  </a:solidFill>
                  <a:latin typeface="Poppins"/>
                  <a:ea typeface="Poppins"/>
                  <a:cs typeface="Poppins"/>
                  <a:sym typeface="Poppins"/>
                </a:rPr>
                <a:t>If-else</a:t>
              </a:r>
            </a:p>
            <a:p>
              <a:pPr algn="just" marL="1057895" indent="-528947" lvl="1">
                <a:lnSpc>
                  <a:spcPts val="6859"/>
                </a:lnSpc>
                <a:buFont typeface="Arial"/>
                <a:buChar char="•"/>
              </a:pPr>
              <a:r>
                <a:rPr lang="en-US" sz="4899">
                  <a:solidFill>
                    <a:srgbClr val="FFFFFF"/>
                  </a:solidFill>
                  <a:latin typeface="Poppins"/>
                  <a:ea typeface="Poppins"/>
                  <a:cs typeface="Poppins"/>
                  <a:sym typeface="Poppins"/>
                </a:rPr>
                <a:t>If-else-elseif</a:t>
              </a:r>
            </a:p>
            <a:p>
              <a:pPr algn="just" marL="1057895" indent="-528947" lvl="1">
                <a:lnSpc>
                  <a:spcPts val="6859"/>
                </a:lnSpc>
                <a:buFont typeface="Arial"/>
                <a:buChar char="•"/>
              </a:pPr>
              <a:r>
                <a:rPr lang="en-US" sz="4899">
                  <a:solidFill>
                    <a:srgbClr val="FFFFFF"/>
                  </a:solidFill>
                  <a:latin typeface="Poppins"/>
                  <a:ea typeface="Poppins"/>
                  <a:cs typeface="Poppins"/>
                  <a:sym typeface="Poppins"/>
                </a:rPr>
                <a:t>case</a:t>
              </a:r>
            </a:p>
          </p:txBody>
        </p:sp>
      </p:grpSp>
      <p:sp>
        <p:nvSpPr>
          <p:cNvPr name="TextBox 16" id="16"/>
          <p:cNvSpPr txBox="true"/>
          <p:nvPr/>
        </p:nvSpPr>
        <p:spPr>
          <a:xfrm rot="0">
            <a:off x="15664300" y="670536"/>
            <a:ext cx="1952265" cy="327152"/>
          </a:xfrm>
          <a:prstGeom prst="rect">
            <a:avLst/>
          </a:prstGeom>
        </p:spPr>
        <p:txBody>
          <a:bodyPr anchor="t" rtlCol="false" tIns="0" lIns="0" bIns="0" rIns="0">
            <a:spAutoFit/>
          </a:bodyPr>
          <a:lstStyle/>
          <a:p>
            <a:pPr algn="r">
              <a:lnSpc>
                <a:spcPts val="2463"/>
              </a:lnSpc>
            </a:pPr>
            <a:r>
              <a:rPr lang="en-US" sz="2199">
                <a:solidFill>
                  <a:srgbClr val="FFFFFF"/>
                </a:solidFill>
                <a:latin typeface="Poppins Light"/>
                <a:ea typeface="Poppins Light"/>
                <a:cs typeface="Poppins Light"/>
                <a:sym typeface="Poppins Light"/>
              </a:rPr>
              <a:t>player 2</a:t>
            </a:r>
          </a:p>
        </p:txBody>
      </p:sp>
      <p:sp>
        <p:nvSpPr>
          <p:cNvPr name="TextBox 17" id="17"/>
          <p:cNvSpPr txBox="true"/>
          <p:nvPr/>
        </p:nvSpPr>
        <p:spPr>
          <a:xfrm rot="0">
            <a:off x="6627910" y="701548"/>
            <a:ext cx="4244462" cy="327152"/>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highscore 2500</a:t>
            </a:r>
          </a:p>
        </p:txBody>
      </p:sp>
      <p:sp>
        <p:nvSpPr>
          <p:cNvPr name="Freeform 18" id="18"/>
          <p:cNvSpPr/>
          <p:nvPr/>
        </p:nvSpPr>
        <p:spPr>
          <a:xfrm flipH="false" flipV="false" rot="0">
            <a:off x="-92985" y="4741446"/>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9">
              <a:alphaModFix amt="14000"/>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1971213"/>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99006" y="-1298925"/>
            <a:ext cx="5271418" cy="10244805"/>
          </a:xfrm>
          <a:custGeom>
            <a:avLst/>
            <a:gdLst/>
            <a:ahLst/>
            <a:cxnLst/>
            <a:rect r="r" b="b" t="t" l="l"/>
            <a:pathLst>
              <a:path h="10244805" w="5271418">
                <a:moveTo>
                  <a:pt x="0" y="0"/>
                </a:moveTo>
                <a:lnTo>
                  <a:pt x="5271417" y="0"/>
                </a:lnTo>
                <a:lnTo>
                  <a:pt x="5271417" y="10244805"/>
                </a:lnTo>
                <a:lnTo>
                  <a:pt x="0" y="10244805"/>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182049" y="2934751"/>
            <a:ext cx="2828812" cy="987513"/>
          </a:xfrm>
          <a:custGeom>
            <a:avLst/>
            <a:gdLst/>
            <a:ahLst/>
            <a:cxnLst/>
            <a:rect r="r" b="b" t="t" l="l"/>
            <a:pathLst>
              <a:path h="987513" w="2828812">
                <a:moveTo>
                  <a:pt x="0" y="0"/>
                </a:moveTo>
                <a:lnTo>
                  <a:pt x="2828813" y="0"/>
                </a:lnTo>
                <a:lnTo>
                  <a:pt x="2828813" y="987512"/>
                </a:lnTo>
                <a:lnTo>
                  <a:pt x="0" y="987512"/>
                </a:lnTo>
                <a:lnTo>
                  <a:pt x="0" y="0"/>
                </a:lnTo>
                <a:close/>
              </a:path>
            </a:pathLst>
          </a:custGeom>
          <a:blipFill>
            <a:blip r:embed="rId6">
              <a:alphaModFix amt="18999"/>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5190678" y="230851"/>
            <a:ext cx="2828812" cy="987513"/>
          </a:xfrm>
          <a:custGeom>
            <a:avLst/>
            <a:gdLst/>
            <a:ahLst/>
            <a:cxnLst/>
            <a:rect r="r" b="b" t="t" l="l"/>
            <a:pathLst>
              <a:path h="987513" w="2828812">
                <a:moveTo>
                  <a:pt x="2828813" y="0"/>
                </a:moveTo>
                <a:lnTo>
                  <a:pt x="0" y="0"/>
                </a:lnTo>
                <a:lnTo>
                  <a:pt x="0" y="987512"/>
                </a:lnTo>
                <a:lnTo>
                  <a:pt x="2828813" y="987512"/>
                </a:lnTo>
                <a:lnTo>
                  <a:pt x="2828813" y="0"/>
                </a:lnTo>
                <a:close/>
              </a:path>
            </a:pathLst>
          </a:custGeom>
          <a:blipFill>
            <a:blip r:embed="rId6">
              <a:alphaModFix amt="18999"/>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7521607" y="1028700"/>
            <a:ext cx="9737693" cy="5405361"/>
            <a:chOff x="0" y="0"/>
            <a:chExt cx="2564660" cy="1423634"/>
          </a:xfrm>
        </p:grpSpPr>
        <p:sp>
          <p:nvSpPr>
            <p:cNvPr name="Freeform 7" id="7"/>
            <p:cNvSpPr/>
            <p:nvPr/>
          </p:nvSpPr>
          <p:spPr>
            <a:xfrm flipH="false" flipV="false" rot="0">
              <a:off x="0" y="0"/>
              <a:ext cx="2564660" cy="1423634"/>
            </a:xfrm>
            <a:custGeom>
              <a:avLst/>
              <a:gdLst/>
              <a:ahLst/>
              <a:cxnLst/>
              <a:rect r="r" b="b" t="t" l="l"/>
              <a:pathLst>
                <a:path h="1423634" w="2564660">
                  <a:moveTo>
                    <a:pt x="38957" y="0"/>
                  </a:moveTo>
                  <a:lnTo>
                    <a:pt x="2525702" y="0"/>
                  </a:lnTo>
                  <a:cubicBezTo>
                    <a:pt x="2536035" y="0"/>
                    <a:pt x="2545943" y="4104"/>
                    <a:pt x="2553249" y="11410"/>
                  </a:cubicBezTo>
                  <a:cubicBezTo>
                    <a:pt x="2560555" y="18716"/>
                    <a:pt x="2564660" y="28625"/>
                    <a:pt x="2564660" y="38957"/>
                  </a:cubicBezTo>
                  <a:lnTo>
                    <a:pt x="2564660" y="1384677"/>
                  </a:lnTo>
                  <a:cubicBezTo>
                    <a:pt x="2564660" y="1395009"/>
                    <a:pt x="2560555" y="1404918"/>
                    <a:pt x="2553249" y="1412224"/>
                  </a:cubicBezTo>
                  <a:cubicBezTo>
                    <a:pt x="2545943" y="1419530"/>
                    <a:pt x="2536035" y="1423634"/>
                    <a:pt x="2525702" y="1423634"/>
                  </a:cubicBezTo>
                  <a:lnTo>
                    <a:pt x="38957" y="1423634"/>
                  </a:lnTo>
                  <a:cubicBezTo>
                    <a:pt x="28625" y="1423634"/>
                    <a:pt x="18716" y="1419530"/>
                    <a:pt x="11410" y="1412224"/>
                  </a:cubicBezTo>
                  <a:cubicBezTo>
                    <a:pt x="4104" y="1404918"/>
                    <a:pt x="0" y="1395009"/>
                    <a:pt x="0" y="1384677"/>
                  </a:cubicBezTo>
                  <a:lnTo>
                    <a:pt x="0" y="38957"/>
                  </a:lnTo>
                  <a:cubicBezTo>
                    <a:pt x="0" y="28625"/>
                    <a:pt x="4104" y="18716"/>
                    <a:pt x="11410" y="11410"/>
                  </a:cubicBezTo>
                  <a:cubicBezTo>
                    <a:pt x="18716" y="4104"/>
                    <a:pt x="28625" y="0"/>
                    <a:pt x="38957" y="0"/>
                  </a:cubicBezTo>
                  <a:close/>
                </a:path>
              </a:pathLst>
            </a:custGeom>
            <a:solidFill>
              <a:srgbClr val="3613C8"/>
            </a:solidFill>
            <a:ln w="47625" cap="rnd">
              <a:solidFill>
                <a:srgbClr val="21EF80"/>
              </a:solidFill>
              <a:prstDash val="solid"/>
              <a:round/>
            </a:ln>
          </p:spPr>
        </p:sp>
        <p:sp>
          <p:nvSpPr>
            <p:cNvPr name="TextBox 8" id="8"/>
            <p:cNvSpPr txBox="true"/>
            <p:nvPr/>
          </p:nvSpPr>
          <p:spPr>
            <a:xfrm>
              <a:off x="0" y="-47625"/>
              <a:ext cx="2564660" cy="1471259"/>
            </a:xfrm>
            <a:prstGeom prst="rect">
              <a:avLst/>
            </a:prstGeom>
          </p:spPr>
          <p:txBody>
            <a:bodyPr anchor="ctr" rtlCol="false" tIns="254000" lIns="254000" bIns="254000" rIns="254000"/>
            <a:lstStyle/>
            <a:p>
              <a:pPr algn="ctr">
                <a:lnSpc>
                  <a:spcPts val="2100"/>
                </a:lnSpc>
              </a:pPr>
            </a:p>
          </p:txBody>
        </p:sp>
      </p:grpSp>
      <p:sp>
        <p:nvSpPr>
          <p:cNvPr name="Freeform 9" id="9"/>
          <p:cNvSpPr/>
          <p:nvPr/>
        </p:nvSpPr>
        <p:spPr>
          <a:xfrm flipH="false" flipV="false" rot="0">
            <a:off x="-211930" y="4567873"/>
            <a:ext cx="6808385" cy="5137236"/>
          </a:xfrm>
          <a:custGeom>
            <a:avLst/>
            <a:gdLst/>
            <a:ahLst/>
            <a:cxnLst/>
            <a:rect r="r" b="b" t="t" l="l"/>
            <a:pathLst>
              <a:path h="5137236" w="6808385">
                <a:moveTo>
                  <a:pt x="0" y="0"/>
                </a:moveTo>
                <a:lnTo>
                  <a:pt x="6808386" y="0"/>
                </a:lnTo>
                <a:lnTo>
                  <a:pt x="6808386" y="5137236"/>
                </a:lnTo>
                <a:lnTo>
                  <a:pt x="0" y="51372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41278" y="7099525"/>
            <a:ext cx="7237734" cy="2605584"/>
          </a:xfrm>
          <a:custGeom>
            <a:avLst/>
            <a:gdLst/>
            <a:ahLst/>
            <a:cxnLst/>
            <a:rect r="r" b="b" t="t" l="l"/>
            <a:pathLst>
              <a:path h="2605584" w="7237734">
                <a:moveTo>
                  <a:pt x="0" y="0"/>
                </a:moveTo>
                <a:lnTo>
                  <a:pt x="7237734" y="0"/>
                </a:lnTo>
                <a:lnTo>
                  <a:pt x="7237734" y="2605584"/>
                </a:lnTo>
                <a:lnTo>
                  <a:pt x="0" y="26055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0" y="9705109"/>
            <a:ext cx="18288000" cy="1163782"/>
            <a:chOff x="0" y="0"/>
            <a:chExt cx="24384000" cy="1551709"/>
          </a:xfrm>
        </p:grpSpPr>
        <p:sp>
          <p:nvSpPr>
            <p:cNvPr name="Freeform 12" id="12"/>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Freeform 15" id="15"/>
          <p:cNvSpPr/>
          <p:nvPr/>
        </p:nvSpPr>
        <p:spPr>
          <a:xfrm flipH="false" flipV="false" rot="0">
            <a:off x="11602934" y="8186651"/>
            <a:ext cx="5219700" cy="1518458"/>
          </a:xfrm>
          <a:custGeom>
            <a:avLst/>
            <a:gdLst/>
            <a:ahLst/>
            <a:cxnLst/>
            <a:rect r="r" b="b" t="t" l="l"/>
            <a:pathLst>
              <a:path h="1518458" w="5219700">
                <a:moveTo>
                  <a:pt x="0" y="0"/>
                </a:moveTo>
                <a:lnTo>
                  <a:pt x="5219700" y="0"/>
                </a:lnTo>
                <a:lnTo>
                  <a:pt x="5219700" y="1518458"/>
                </a:lnTo>
                <a:lnTo>
                  <a:pt x="0" y="151845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5950489" y="8186651"/>
            <a:ext cx="5219700" cy="1518458"/>
          </a:xfrm>
          <a:custGeom>
            <a:avLst/>
            <a:gdLst/>
            <a:ahLst/>
            <a:cxnLst/>
            <a:rect r="r" b="b" t="t" l="l"/>
            <a:pathLst>
              <a:path h="1518458" w="5219700">
                <a:moveTo>
                  <a:pt x="0" y="0"/>
                </a:moveTo>
                <a:lnTo>
                  <a:pt x="5219701" y="0"/>
                </a:lnTo>
                <a:lnTo>
                  <a:pt x="5219701" y="1518458"/>
                </a:lnTo>
                <a:lnTo>
                  <a:pt x="0" y="151845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1028700" y="1028700"/>
            <a:ext cx="2196534" cy="942513"/>
          </a:xfrm>
          <a:custGeom>
            <a:avLst/>
            <a:gdLst/>
            <a:ahLst/>
            <a:cxnLst/>
            <a:rect r="r" b="b" t="t" l="l"/>
            <a:pathLst>
              <a:path h="942513" w="2196534">
                <a:moveTo>
                  <a:pt x="0" y="0"/>
                </a:moveTo>
                <a:lnTo>
                  <a:pt x="2196534" y="0"/>
                </a:lnTo>
                <a:lnTo>
                  <a:pt x="2196534" y="942513"/>
                </a:lnTo>
                <a:lnTo>
                  <a:pt x="0" y="94251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pic>
        <p:nvPicPr>
          <p:cNvPr name="Picture 18" id="18"/>
          <p:cNvPicPr>
            <a:picLocks noChangeAspect="true"/>
          </p:cNvPicPr>
          <p:nvPr/>
        </p:nvPicPr>
        <p:blipFill>
          <a:blip r:embed="rId18"/>
          <a:srcRect l="0" t="0" r="0" b="0"/>
          <a:stretch>
            <a:fillRect/>
          </a:stretch>
        </p:blipFill>
        <p:spPr>
          <a:xfrm flipH="false" flipV="false" rot="0">
            <a:off x="3576727" y="1218363"/>
            <a:ext cx="1877287" cy="563186"/>
          </a:xfrm>
          <a:prstGeom prst="rect">
            <a:avLst/>
          </a:prstGeom>
        </p:spPr>
      </p:pic>
      <p:grpSp>
        <p:nvGrpSpPr>
          <p:cNvPr name="Group 19" id="19"/>
          <p:cNvGrpSpPr/>
          <p:nvPr/>
        </p:nvGrpSpPr>
        <p:grpSpPr>
          <a:xfrm rot="0">
            <a:off x="8175823" y="2686132"/>
            <a:ext cx="8429262" cy="2090497"/>
            <a:chOff x="0" y="0"/>
            <a:chExt cx="11239015" cy="2787330"/>
          </a:xfrm>
        </p:grpSpPr>
        <p:sp>
          <p:nvSpPr>
            <p:cNvPr name="TextBox 20" id="20"/>
            <p:cNvSpPr txBox="true"/>
            <p:nvPr/>
          </p:nvSpPr>
          <p:spPr>
            <a:xfrm rot="0">
              <a:off x="0" y="47625"/>
              <a:ext cx="11239015" cy="1667722"/>
            </a:xfrm>
            <a:prstGeom prst="rect">
              <a:avLst/>
            </a:prstGeom>
          </p:spPr>
          <p:txBody>
            <a:bodyPr anchor="t" rtlCol="false" tIns="0" lIns="0" bIns="0" rIns="0">
              <a:spAutoFit/>
            </a:bodyPr>
            <a:lstStyle/>
            <a:p>
              <a:pPr algn="ctr">
                <a:lnSpc>
                  <a:spcPts val="9520"/>
                </a:lnSpc>
              </a:pPr>
              <a:r>
                <a:rPr lang="en-US" sz="8500">
                  <a:solidFill>
                    <a:srgbClr val="FFFFFF"/>
                  </a:solidFill>
                  <a:latin typeface="Computer Says No"/>
                  <a:ea typeface="Computer Says No"/>
                  <a:cs typeface="Computer Says No"/>
                  <a:sym typeface="Computer Says No"/>
                </a:rPr>
                <a:t>THANK YOU!</a:t>
              </a:r>
            </a:p>
          </p:txBody>
        </p:sp>
        <p:sp>
          <p:nvSpPr>
            <p:cNvPr name="TextBox 21" id="21"/>
            <p:cNvSpPr txBox="true"/>
            <p:nvPr/>
          </p:nvSpPr>
          <p:spPr>
            <a:xfrm rot="0">
              <a:off x="0" y="2149155"/>
              <a:ext cx="11239015" cy="638175"/>
            </a:xfrm>
            <a:prstGeom prst="rect">
              <a:avLst/>
            </a:prstGeom>
          </p:spPr>
          <p:txBody>
            <a:bodyPr anchor="t" rtlCol="false" tIns="0" lIns="0" bIns="0" rIns="0">
              <a:spAutoFit/>
            </a:bodyPr>
            <a:lstStyle/>
            <a:p>
              <a:pPr algn="ctr" marL="0" indent="0" lvl="0">
                <a:lnSpc>
                  <a:spcPts val="3600"/>
                </a:lnSpc>
                <a:spcBef>
                  <a:spcPct val="0"/>
                </a:spcBef>
              </a:pPr>
              <a:r>
                <a:rPr lang="en-US" sz="3000">
                  <a:solidFill>
                    <a:srgbClr val="FFFFFF"/>
                  </a:solidFill>
                  <a:latin typeface="Poppins"/>
                  <a:ea typeface="Poppins"/>
                  <a:cs typeface="Poppins"/>
                  <a:sym typeface="Poppins"/>
                </a:rPr>
                <a:t>Gracias por prestar atención :D</a:t>
              </a:r>
            </a:p>
          </p:txBody>
        </p:sp>
      </p:grpSp>
      <p:sp>
        <p:nvSpPr>
          <p:cNvPr name="Freeform 22" id="22"/>
          <p:cNvSpPr/>
          <p:nvPr/>
        </p:nvSpPr>
        <p:spPr>
          <a:xfrm flipH="false" flipV="false" rot="0">
            <a:off x="7013961" y="7989236"/>
            <a:ext cx="3615824" cy="1715873"/>
          </a:xfrm>
          <a:custGeom>
            <a:avLst/>
            <a:gdLst/>
            <a:ahLst/>
            <a:cxnLst/>
            <a:rect r="r" b="b" t="t" l="l"/>
            <a:pathLst>
              <a:path h="1715873" w="3615824">
                <a:moveTo>
                  <a:pt x="0" y="0"/>
                </a:moveTo>
                <a:lnTo>
                  <a:pt x="3615823" y="0"/>
                </a:lnTo>
                <a:lnTo>
                  <a:pt x="3615823" y="1715873"/>
                </a:lnTo>
                <a:lnTo>
                  <a:pt x="0" y="171587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8160179" y="1000571"/>
            <a:ext cx="9099121" cy="8257729"/>
            <a:chOff x="0" y="0"/>
            <a:chExt cx="2396476" cy="2174875"/>
          </a:xfrm>
        </p:grpSpPr>
        <p:sp>
          <p:nvSpPr>
            <p:cNvPr name="Freeform 3" id="3"/>
            <p:cNvSpPr/>
            <p:nvPr/>
          </p:nvSpPr>
          <p:spPr>
            <a:xfrm flipH="false" flipV="false" rot="0">
              <a:off x="0" y="0"/>
              <a:ext cx="2396476" cy="2174875"/>
            </a:xfrm>
            <a:custGeom>
              <a:avLst/>
              <a:gdLst/>
              <a:ahLst/>
              <a:cxnLst/>
              <a:rect r="r" b="b" t="t" l="l"/>
              <a:pathLst>
                <a:path h="2174875" w="2396476">
                  <a:moveTo>
                    <a:pt x="41691" y="0"/>
                  </a:moveTo>
                  <a:lnTo>
                    <a:pt x="2354785" y="0"/>
                  </a:lnTo>
                  <a:cubicBezTo>
                    <a:pt x="2377810" y="0"/>
                    <a:pt x="2396476" y="18666"/>
                    <a:pt x="2396476" y="41691"/>
                  </a:cubicBezTo>
                  <a:lnTo>
                    <a:pt x="2396476" y="2133184"/>
                  </a:lnTo>
                  <a:cubicBezTo>
                    <a:pt x="2396476" y="2156209"/>
                    <a:pt x="2377810" y="2174875"/>
                    <a:pt x="2354785" y="2174875"/>
                  </a:cubicBezTo>
                  <a:lnTo>
                    <a:pt x="41691" y="2174875"/>
                  </a:lnTo>
                  <a:cubicBezTo>
                    <a:pt x="18666" y="2174875"/>
                    <a:pt x="0" y="2156209"/>
                    <a:pt x="0" y="2133184"/>
                  </a:cubicBezTo>
                  <a:lnTo>
                    <a:pt x="0" y="41691"/>
                  </a:lnTo>
                  <a:cubicBezTo>
                    <a:pt x="0" y="18666"/>
                    <a:pt x="18666" y="0"/>
                    <a:pt x="41691" y="0"/>
                  </a:cubicBezTo>
                  <a:close/>
                </a:path>
              </a:pathLst>
            </a:custGeom>
            <a:solidFill>
              <a:srgbClr val="000000"/>
            </a:solidFill>
            <a:ln w="47625" cap="rnd">
              <a:solidFill>
                <a:srgbClr val="21EF80"/>
              </a:solidFill>
              <a:prstDash val="solid"/>
              <a:round/>
            </a:ln>
          </p:spPr>
        </p:sp>
        <p:sp>
          <p:nvSpPr>
            <p:cNvPr name="TextBox 4" id="4"/>
            <p:cNvSpPr txBox="true"/>
            <p:nvPr/>
          </p:nvSpPr>
          <p:spPr>
            <a:xfrm>
              <a:off x="0" y="-28575"/>
              <a:ext cx="2396476" cy="2203450"/>
            </a:xfrm>
            <a:prstGeom prst="rect">
              <a:avLst/>
            </a:prstGeom>
          </p:spPr>
          <p:txBody>
            <a:bodyPr anchor="ctr" rtlCol="false" tIns="254000" lIns="254000" bIns="254000" rIns="254000"/>
            <a:lstStyle/>
            <a:p>
              <a:pPr algn="ctr">
                <a:lnSpc>
                  <a:spcPts val="2100"/>
                </a:lnSpc>
              </a:pPr>
            </a:p>
          </p:txBody>
        </p:sp>
      </p:grpSp>
      <p:pic>
        <p:nvPicPr>
          <p:cNvPr name="Picture 5" id="5"/>
          <p:cNvPicPr>
            <a:picLocks noChangeAspect="true"/>
          </p:cNvPicPr>
          <p:nvPr/>
        </p:nvPicPr>
        <p:blipFill>
          <a:blip r:embed="rId2"/>
          <a:srcRect l="0" t="0" r="0" b="0"/>
          <a:stretch>
            <a:fillRect/>
          </a:stretch>
        </p:blipFill>
        <p:spPr>
          <a:xfrm flipH="false" flipV="false" rot="0">
            <a:off x="9104418" y="6803606"/>
            <a:ext cx="1374203" cy="1636039"/>
          </a:xfrm>
          <a:prstGeom prst="rect">
            <a:avLst/>
          </a:prstGeom>
        </p:spPr>
      </p:pic>
      <p:pic>
        <p:nvPicPr>
          <p:cNvPr name="Picture 6" id="6"/>
          <p:cNvPicPr>
            <a:picLocks noChangeAspect="true"/>
          </p:cNvPicPr>
          <p:nvPr/>
        </p:nvPicPr>
        <p:blipFill>
          <a:blip r:embed="rId3"/>
          <a:srcRect l="0" t="0" r="0" b="0"/>
          <a:stretch>
            <a:fillRect/>
          </a:stretch>
        </p:blipFill>
        <p:spPr>
          <a:xfrm flipH="false" flipV="false" rot="0">
            <a:off x="10659200" y="6803606"/>
            <a:ext cx="1412631" cy="1636039"/>
          </a:xfrm>
          <a:prstGeom prst="rect">
            <a:avLst/>
          </a:prstGeom>
        </p:spPr>
      </p:pic>
      <p:pic>
        <p:nvPicPr>
          <p:cNvPr name="Picture 7" id="7"/>
          <p:cNvPicPr>
            <a:picLocks noChangeAspect="true"/>
          </p:cNvPicPr>
          <p:nvPr/>
        </p:nvPicPr>
        <p:blipFill>
          <a:blip r:embed="rId4"/>
          <a:srcRect l="0" t="0" r="0" b="0"/>
          <a:stretch>
            <a:fillRect/>
          </a:stretch>
        </p:blipFill>
        <p:spPr>
          <a:xfrm flipH="false" flipV="false" rot="0">
            <a:off x="9144000" y="1872964"/>
            <a:ext cx="1197456" cy="535704"/>
          </a:xfrm>
          <a:prstGeom prst="rect">
            <a:avLst/>
          </a:prstGeom>
        </p:spPr>
      </p:pic>
      <p:pic>
        <p:nvPicPr>
          <p:cNvPr name="Picture 8" id="8"/>
          <p:cNvPicPr>
            <a:picLocks noChangeAspect="true"/>
          </p:cNvPicPr>
          <p:nvPr/>
        </p:nvPicPr>
        <p:blipFill>
          <a:blip r:embed="rId5"/>
          <a:srcRect l="0" t="0" r="0" b="0"/>
          <a:stretch>
            <a:fillRect/>
          </a:stretch>
        </p:blipFill>
        <p:spPr>
          <a:xfrm flipH="false" flipV="false" rot="0">
            <a:off x="12413346" y="6803606"/>
            <a:ext cx="1177352" cy="1636039"/>
          </a:xfrm>
          <a:prstGeom prst="rect">
            <a:avLst/>
          </a:prstGeom>
        </p:spPr>
      </p:pic>
      <p:pic>
        <p:nvPicPr>
          <p:cNvPr name="Picture 9" id="9"/>
          <p:cNvPicPr>
            <a:picLocks noChangeAspect="true"/>
          </p:cNvPicPr>
          <p:nvPr/>
        </p:nvPicPr>
        <p:blipFill>
          <a:blip r:embed="rId6"/>
          <a:srcRect l="0" t="0" r="0" b="0"/>
          <a:stretch>
            <a:fillRect/>
          </a:stretch>
        </p:blipFill>
        <p:spPr>
          <a:xfrm flipH="false" flipV="false" rot="0">
            <a:off x="13932213" y="6944762"/>
            <a:ext cx="808128" cy="1494883"/>
          </a:xfrm>
          <a:prstGeom prst="rect">
            <a:avLst/>
          </a:prstGeom>
        </p:spPr>
      </p:pic>
      <p:pic>
        <p:nvPicPr>
          <p:cNvPr name="Picture 10" id="10"/>
          <p:cNvPicPr>
            <a:picLocks noChangeAspect="true"/>
          </p:cNvPicPr>
          <p:nvPr/>
        </p:nvPicPr>
        <p:blipFill>
          <a:blip r:embed="rId7"/>
          <a:srcRect l="0" t="0" r="0" b="0"/>
          <a:stretch>
            <a:fillRect/>
          </a:stretch>
        </p:blipFill>
        <p:spPr>
          <a:xfrm flipH="false" flipV="false" rot="0">
            <a:off x="9016045" y="4542316"/>
            <a:ext cx="1374203" cy="1762288"/>
          </a:xfrm>
          <a:prstGeom prst="rect">
            <a:avLst/>
          </a:prstGeom>
        </p:spPr>
      </p:pic>
      <p:pic>
        <p:nvPicPr>
          <p:cNvPr name="Picture 11" id="11"/>
          <p:cNvPicPr>
            <a:picLocks noChangeAspect="true"/>
          </p:cNvPicPr>
          <p:nvPr/>
        </p:nvPicPr>
        <p:blipFill>
          <a:blip r:embed="rId8"/>
          <a:srcRect l="0" t="0" r="0" b="0"/>
          <a:stretch>
            <a:fillRect/>
          </a:stretch>
        </p:blipFill>
        <p:spPr>
          <a:xfrm flipH="false" flipV="false" rot="0">
            <a:off x="10778205" y="4701756"/>
            <a:ext cx="905668" cy="1443408"/>
          </a:xfrm>
          <a:prstGeom prst="rect">
            <a:avLst/>
          </a:prstGeom>
        </p:spPr>
      </p:pic>
      <p:pic>
        <p:nvPicPr>
          <p:cNvPr name="Picture 12" id="12"/>
          <p:cNvPicPr>
            <a:picLocks noChangeAspect="true"/>
          </p:cNvPicPr>
          <p:nvPr/>
        </p:nvPicPr>
        <p:blipFill>
          <a:blip r:embed="rId9"/>
          <a:srcRect l="0" t="0" r="0" b="0"/>
          <a:stretch>
            <a:fillRect/>
          </a:stretch>
        </p:blipFill>
        <p:spPr>
          <a:xfrm flipH="false" flipV="false" rot="0">
            <a:off x="14968017" y="6884610"/>
            <a:ext cx="1435417" cy="1555035"/>
          </a:xfrm>
          <a:prstGeom prst="rect">
            <a:avLst/>
          </a:prstGeom>
        </p:spPr>
      </p:pic>
      <p:pic>
        <p:nvPicPr>
          <p:cNvPr name="Picture 13" id="13"/>
          <p:cNvPicPr>
            <a:picLocks noChangeAspect="true"/>
          </p:cNvPicPr>
          <p:nvPr/>
        </p:nvPicPr>
        <p:blipFill>
          <a:blip r:embed="rId10"/>
          <a:srcRect l="0" t="0" r="0" b="0"/>
          <a:stretch>
            <a:fillRect/>
          </a:stretch>
        </p:blipFill>
        <p:spPr>
          <a:xfrm flipH="false" flipV="false" rot="0">
            <a:off x="12071831" y="4701756"/>
            <a:ext cx="1293832" cy="1443408"/>
          </a:xfrm>
          <a:prstGeom prst="rect">
            <a:avLst/>
          </a:prstGeom>
        </p:spPr>
      </p:pic>
      <p:pic>
        <p:nvPicPr>
          <p:cNvPr name="Picture 14" id="14"/>
          <p:cNvPicPr>
            <a:picLocks noChangeAspect="true"/>
          </p:cNvPicPr>
          <p:nvPr/>
        </p:nvPicPr>
        <p:blipFill>
          <a:blip r:embed="rId11"/>
          <a:srcRect l="0" t="0" r="0" b="0"/>
          <a:stretch>
            <a:fillRect/>
          </a:stretch>
        </p:blipFill>
        <p:spPr>
          <a:xfrm flipH="false" flipV="false" rot="0">
            <a:off x="13932213" y="4516336"/>
            <a:ext cx="704358" cy="1628828"/>
          </a:xfrm>
          <a:prstGeom prst="rect">
            <a:avLst/>
          </a:prstGeom>
        </p:spPr>
      </p:pic>
      <p:pic>
        <p:nvPicPr>
          <p:cNvPr name="Picture 15" id="15"/>
          <p:cNvPicPr>
            <a:picLocks noChangeAspect="true"/>
          </p:cNvPicPr>
          <p:nvPr/>
        </p:nvPicPr>
        <p:blipFill>
          <a:blip r:embed="rId12"/>
          <a:srcRect l="0" t="0" r="0" b="0"/>
          <a:stretch>
            <a:fillRect/>
          </a:stretch>
        </p:blipFill>
        <p:spPr>
          <a:xfrm flipH="false" flipV="false" rot="0">
            <a:off x="14982000" y="4701756"/>
            <a:ext cx="1407452" cy="1443408"/>
          </a:xfrm>
          <a:prstGeom prst="rect">
            <a:avLst/>
          </a:prstGeom>
        </p:spPr>
      </p:pic>
      <p:pic>
        <p:nvPicPr>
          <p:cNvPr name="Picture 16" id="16"/>
          <p:cNvPicPr>
            <a:picLocks noChangeAspect="true"/>
          </p:cNvPicPr>
          <p:nvPr/>
        </p:nvPicPr>
        <p:blipFill>
          <a:blip r:embed="rId13"/>
          <a:srcRect l="0" t="0" r="0" b="0"/>
          <a:stretch>
            <a:fillRect/>
          </a:stretch>
        </p:blipFill>
        <p:spPr>
          <a:xfrm flipH="false" flipV="false" rot="0">
            <a:off x="13853410" y="2408668"/>
            <a:ext cx="861963" cy="1722235"/>
          </a:xfrm>
          <a:prstGeom prst="rect">
            <a:avLst/>
          </a:prstGeom>
        </p:spPr>
      </p:pic>
      <p:pic>
        <p:nvPicPr>
          <p:cNvPr name="Picture 17" id="17"/>
          <p:cNvPicPr>
            <a:picLocks noChangeAspect="true"/>
          </p:cNvPicPr>
          <p:nvPr/>
        </p:nvPicPr>
        <p:blipFill>
          <a:blip r:embed="rId14"/>
          <a:srcRect l="0" t="0" r="0" b="0"/>
          <a:stretch>
            <a:fillRect/>
          </a:stretch>
        </p:blipFill>
        <p:spPr>
          <a:xfrm flipH="false" flipV="false" rot="0">
            <a:off x="12170912" y="3032741"/>
            <a:ext cx="1077656" cy="1143635"/>
          </a:xfrm>
          <a:prstGeom prst="rect">
            <a:avLst/>
          </a:prstGeom>
        </p:spPr>
      </p:pic>
      <p:pic>
        <p:nvPicPr>
          <p:cNvPr name="Picture 18" id="18"/>
          <p:cNvPicPr>
            <a:picLocks noChangeAspect="true"/>
          </p:cNvPicPr>
          <p:nvPr/>
        </p:nvPicPr>
        <p:blipFill>
          <a:blip r:embed="rId15"/>
          <a:srcRect l="0" t="0" r="0" b="0"/>
          <a:stretch>
            <a:fillRect/>
          </a:stretch>
        </p:blipFill>
        <p:spPr>
          <a:xfrm flipH="false" flipV="false" rot="0">
            <a:off x="10656241" y="2987269"/>
            <a:ext cx="905070" cy="1143635"/>
          </a:xfrm>
          <a:prstGeom prst="rect">
            <a:avLst/>
          </a:prstGeom>
        </p:spPr>
      </p:pic>
      <p:pic>
        <p:nvPicPr>
          <p:cNvPr name="Picture 19" id="19"/>
          <p:cNvPicPr>
            <a:picLocks noChangeAspect="true"/>
          </p:cNvPicPr>
          <p:nvPr/>
        </p:nvPicPr>
        <p:blipFill>
          <a:blip r:embed="rId16"/>
          <a:srcRect l="0" t="0" r="0" b="0"/>
          <a:stretch>
            <a:fillRect/>
          </a:stretch>
        </p:blipFill>
        <p:spPr>
          <a:xfrm flipH="false" flipV="false" rot="0">
            <a:off x="10956032" y="1872964"/>
            <a:ext cx="894639" cy="542804"/>
          </a:xfrm>
          <a:prstGeom prst="rect">
            <a:avLst/>
          </a:prstGeom>
        </p:spPr>
      </p:pic>
      <p:pic>
        <p:nvPicPr>
          <p:cNvPr name="Picture 20" id="20"/>
          <p:cNvPicPr>
            <a:picLocks noChangeAspect="true"/>
          </p:cNvPicPr>
          <p:nvPr/>
        </p:nvPicPr>
        <p:blipFill>
          <a:blip r:embed="rId17"/>
          <a:srcRect l="0" t="0" r="0" b="0"/>
          <a:stretch>
            <a:fillRect/>
          </a:stretch>
        </p:blipFill>
        <p:spPr>
          <a:xfrm flipH="false" flipV="false" rot="0">
            <a:off x="15264837" y="3032741"/>
            <a:ext cx="841778" cy="1098162"/>
          </a:xfrm>
          <a:prstGeom prst="rect">
            <a:avLst/>
          </a:prstGeom>
        </p:spPr>
      </p:pic>
      <p:pic>
        <p:nvPicPr>
          <p:cNvPr name="Picture 21" id="21"/>
          <p:cNvPicPr>
            <a:picLocks noChangeAspect="true"/>
          </p:cNvPicPr>
          <p:nvPr/>
        </p:nvPicPr>
        <p:blipFill>
          <a:blip r:embed="rId18"/>
          <a:srcRect l="0" t="0" r="0" b="0"/>
          <a:stretch>
            <a:fillRect/>
          </a:stretch>
        </p:blipFill>
        <p:spPr>
          <a:xfrm flipH="false" flipV="false" rot="0">
            <a:off x="12469796" y="1847355"/>
            <a:ext cx="1871046" cy="561314"/>
          </a:xfrm>
          <a:prstGeom prst="rect">
            <a:avLst/>
          </a:prstGeom>
        </p:spPr>
      </p:pic>
      <p:pic>
        <p:nvPicPr>
          <p:cNvPr name="Picture 22" id="22"/>
          <p:cNvPicPr>
            <a:picLocks noChangeAspect="true"/>
          </p:cNvPicPr>
          <p:nvPr/>
        </p:nvPicPr>
        <p:blipFill>
          <a:blip r:embed="rId19"/>
          <a:srcRect l="0" t="0" r="0" b="0"/>
          <a:stretch>
            <a:fillRect/>
          </a:stretch>
        </p:blipFill>
        <p:spPr>
          <a:xfrm flipH="false" flipV="false" rot="0">
            <a:off x="14982000" y="1872964"/>
            <a:ext cx="1152685" cy="375271"/>
          </a:xfrm>
          <a:prstGeom prst="rect">
            <a:avLst/>
          </a:prstGeom>
        </p:spPr>
      </p:pic>
      <p:pic>
        <p:nvPicPr>
          <p:cNvPr name="Picture 23" id="23"/>
          <p:cNvPicPr>
            <a:picLocks noChangeAspect="true"/>
          </p:cNvPicPr>
          <p:nvPr/>
        </p:nvPicPr>
        <p:blipFill>
          <a:blip r:embed="rId20"/>
          <a:srcRect l="0" t="0" r="0" b="0"/>
          <a:stretch>
            <a:fillRect/>
          </a:stretch>
        </p:blipFill>
        <p:spPr>
          <a:xfrm flipH="false" flipV="false" rot="0">
            <a:off x="9151343" y="2987269"/>
            <a:ext cx="970034" cy="1035835"/>
          </a:xfrm>
          <a:prstGeom prst="rect">
            <a:avLst/>
          </a:prstGeom>
        </p:spPr>
      </p:pic>
      <p:sp>
        <p:nvSpPr>
          <p:cNvPr name="TextBox 24" id="24"/>
          <p:cNvSpPr txBox="true"/>
          <p:nvPr/>
        </p:nvSpPr>
        <p:spPr>
          <a:xfrm rot="0">
            <a:off x="1028700" y="6932930"/>
            <a:ext cx="6073108" cy="2325370"/>
          </a:xfrm>
          <a:prstGeom prst="rect">
            <a:avLst/>
          </a:prstGeom>
        </p:spPr>
        <p:txBody>
          <a:bodyPr anchor="t" rtlCol="false" tIns="0" lIns="0" bIns="0" rIns="0">
            <a:spAutoFit/>
          </a:bodyPr>
          <a:lstStyle/>
          <a:p>
            <a:pPr algn="l">
              <a:lnSpc>
                <a:spcPts val="3080"/>
              </a:lnSpc>
            </a:pPr>
            <a:r>
              <a:rPr lang="en-US" sz="2200">
                <a:solidFill>
                  <a:srgbClr val="FFFFFF"/>
                </a:solidFill>
                <a:latin typeface="Garet"/>
                <a:ea typeface="Garet"/>
                <a:cs typeface="Garet"/>
                <a:sym typeface="Garet"/>
              </a:rPr>
              <a:t>Use these design resources</a:t>
            </a:r>
          </a:p>
          <a:p>
            <a:pPr algn="l">
              <a:lnSpc>
                <a:spcPts val="3080"/>
              </a:lnSpc>
            </a:pPr>
            <a:r>
              <a:rPr lang="en-US" sz="2200">
                <a:solidFill>
                  <a:srgbClr val="FFFFFF"/>
                </a:solidFill>
                <a:latin typeface="Garet"/>
                <a:ea typeface="Garet"/>
                <a:cs typeface="Garet"/>
                <a:sym typeface="Garet"/>
              </a:rPr>
              <a:t>in your Canva Presentation.</a:t>
            </a:r>
          </a:p>
          <a:p>
            <a:pPr algn="l">
              <a:lnSpc>
                <a:spcPts val="3080"/>
              </a:lnSpc>
            </a:pPr>
            <a:r>
              <a:rPr lang="en-US" sz="2200">
                <a:solidFill>
                  <a:srgbClr val="FFFFFF"/>
                </a:solidFill>
                <a:latin typeface="Garet"/>
                <a:ea typeface="Garet"/>
                <a:cs typeface="Garet"/>
                <a:sym typeface="Garet"/>
              </a:rPr>
              <a:t>Happy designing! </a:t>
            </a:r>
          </a:p>
          <a:p>
            <a:pPr algn="l">
              <a:lnSpc>
                <a:spcPts val="3080"/>
              </a:lnSpc>
            </a:pPr>
          </a:p>
          <a:p>
            <a:pPr algn="l">
              <a:lnSpc>
                <a:spcPts val="3080"/>
              </a:lnSpc>
            </a:pPr>
            <a:r>
              <a:rPr lang="en-US" sz="2200">
                <a:solidFill>
                  <a:srgbClr val="FFFFFF"/>
                </a:solidFill>
                <a:latin typeface="Garet"/>
                <a:ea typeface="Garet"/>
                <a:cs typeface="Garet"/>
                <a:sym typeface="Garet"/>
              </a:rPr>
              <a:t>Don't forget to delete or hide</a:t>
            </a:r>
          </a:p>
          <a:p>
            <a:pPr algn="l">
              <a:lnSpc>
                <a:spcPts val="3080"/>
              </a:lnSpc>
            </a:pPr>
            <a:r>
              <a:rPr lang="en-US" sz="2200">
                <a:solidFill>
                  <a:srgbClr val="FFFFFF"/>
                </a:solidFill>
                <a:latin typeface="Garet"/>
                <a:ea typeface="Garet"/>
                <a:cs typeface="Garet"/>
                <a:sym typeface="Garet"/>
              </a:rPr>
              <a:t>this page before presenting. </a:t>
            </a:r>
          </a:p>
        </p:txBody>
      </p:sp>
      <p:sp>
        <p:nvSpPr>
          <p:cNvPr name="TextBox 25" id="25"/>
          <p:cNvSpPr txBox="true"/>
          <p:nvPr/>
        </p:nvSpPr>
        <p:spPr>
          <a:xfrm rot="0">
            <a:off x="1028700" y="1009650"/>
            <a:ext cx="6073108" cy="2071370"/>
          </a:xfrm>
          <a:prstGeom prst="rect">
            <a:avLst/>
          </a:prstGeom>
        </p:spPr>
        <p:txBody>
          <a:bodyPr anchor="t" rtlCol="false" tIns="0" lIns="0" bIns="0" rIns="0">
            <a:spAutoFit/>
          </a:bodyPr>
          <a:lstStyle/>
          <a:p>
            <a:pPr algn="l">
              <a:lnSpc>
                <a:spcPts val="7839"/>
              </a:lnSpc>
            </a:pPr>
            <a:r>
              <a:rPr lang="en-US" sz="6999">
                <a:solidFill>
                  <a:srgbClr val="FF63D8"/>
                </a:solidFill>
                <a:latin typeface="Arcade Gamer"/>
                <a:ea typeface="Arcade Gamer"/>
                <a:cs typeface="Arcade Gamer"/>
                <a:sym typeface="Arcade Gamer"/>
              </a:rPr>
              <a:t>RESOURCE</a:t>
            </a:r>
            <a:r>
              <a:rPr lang="en-US" sz="6999">
                <a:solidFill>
                  <a:srgbClr val="FF63D8"/>
                </a:solidFill>
                <a:latin typeface="Arcade Gamer"/>
                <a:ea typeface="Arcade Gamer"/>
                <a:cs typeface="Arcade Gamer"/>
                <a:sym typeface="Arcade Gamer"/>
              </a:rPr>
              <a:t> </a:t>
            </a:r>
          </a:p>
          <a:p>
            <a:pPr algn="l">
              <a:lnSpc>
                <a:spcPts val="7839"/>
              </a:lnSpc>
            </a:pPr>
            <a:r>
              <a:rPr lang="en-US" sz="6999">
                <a:solidFill>
                  <a:srgbClr val="FF63D8"/>
                </a:solidFill>
                <a:latin typeface="Arcade Gamer"/>
                <a:ea typeface="Arcade Gamer"/>
                <a:cs typeface="Arcade Gamer"/>
                <a:sym typeface="Arcade Gamer"/>
              </a:rPr>
              <a:t>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DAGVgK_DJ5k</dc:identifier>
  <dcterms:modified xsi:type="dcterms:W3CDTF">2011-08-01T06:04:30Z</dcterms:modified>
  <cp:revision>1</cp:revision>
  <dc:title>Clase 03-Cococys</dc:title>
</cp:coreProperties>
</file>