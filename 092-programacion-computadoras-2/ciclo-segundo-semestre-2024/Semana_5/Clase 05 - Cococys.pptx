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Light" charset="1" panose="00000400000000000000"/>
      <p:regular r:id="rId23"/>
    </p:embeddedFont>
    <p:embeddedFont>
      <p:font typeface="Computer Says No" charset="1" panose="00000400000000000000"/>
      <p:regular r:id="rId24"/>
    </p:embeddedFont>
    <p:embeddedFont>
      <p:font typeface="Poppins" charset="1" panose="00000500000000000000"/>
      <p:regular r:id="rId25"/>
    </p:embeddedFont>
    <p:embeddedFont>
      <p:font typeface="Poppins Bold" charset="1" panose="00000800000000000000"/>
      <p:regular r:id="rId26"/>
    </p:embeddedFont>
    <p:embeddedFont>
      <p:font typeface="Garet" charset="1" panose="00000000000000000000"/>
      <p:regular r:id="rId27"/>
    </p:embeddedFont>
    <p:embeddedFont>
      <p:font typeface="Arcade Gamer"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17" Target="../media/image20.png" Type="http://schemas.openxmlformats.org/officeDocument/2006/relationships/image"/><Relationship Id="rId18" Target="../media/image21.svg" Type="http://schemas.openxmlformats.org/officeDocument/2006/relationships/image"/><Relationship Id="rId19" Target="../media/image22.png" Type="http://schemas.openxmlformats.org/officeDocument/2006/relationships/image"/><Relationship Id="rId2" Target="../media/image5.png" Type="http://schemas.openxmlformats.org/officeDocument/2006/relationships/image"/><Relationship Id="rId20" Target="../media/image23.svg" Type="http://schemas.openxmlformats.org/officeDocument/2006/relationships/image"/><Relationship Id="rId21" Target="../media/image24.gif" Type="http://schemas.openxmlformats.org/officeDocument/2006/relationships/image"/><Relationship Id="rId22" Target="../media/image25.gif" Type="http://schemas.openxmlformats.org/officeDocument/2006/relationships/image"/><Relationship Id="rId23" Target="../media/image26.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gif"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gif"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15" Target="../media/image40.png" Type="http://schemas.openxmlformats.org/officeDocument/2006/relationships/image"/><Relationship Id="rId16" Target="../media/image41.svg" Type="http://schemas.openxmlformats.org/officeDocument/2006/relationships/image"/><Relationship Id="rId17" Target="../media/image42.png" Type="http://schemas.openxmlformats.org/officeDocument/2006/relationships/image"/><Relationship Id="rId18" Target="../media/image43.svg" Type="http://schemas.openxmlformats.org/officeDocument/2006/relationships/image"/><Relationship Id="rId19" Target="../media/image44.png" Type="http://schemas.openxmlformats.org/officeDocument/2006/relationships/image"/><Relationship Id="rId2" Target="../media/image27.png" Type="http://schemas.openxmlformats.org/officeDocument/2006/relationships/image"/><Relationship Id="rId20" Target="../media/image45.svg" Type="http://schemas.openxmlformats.org/officeDocument/2006/relationships/image"/><Relationship Id="rId21" Target="../media/image46.gif" Type="http://schemas.openxmlformats.org/officeDocument/2006/relationships/image"/><Relationship Id="rId22" Target="../media/image47.gif" Type="http://schemas.openxmlformats.org/officeDocument/2006/relationships/image"/><Relationship Id="rId23" Target="../media/image48.png" Type="http://schemas.openxmlformats.org/officeDocument/2006/relationships/image"/><Relationship Id="rId24" Target="../media/image49.sv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gif" Type="http://schemas.openxmlformats.org/officeDocument/2006/relationships/image"/><Relationship Id="rId9" Target="../media/image34.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18" Target="../media/image64.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3.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jpeg" Type="http://schemas.openxmlformats.org/officeDocument/2006/relationships/image"/><Relationship Id="rId11" Target="https://www.youtube.com/watch?v=WxadJer7bkc" TargetMode="External" Type="http://schemas.openxmlformats.org/officeDocument/2006/relationships/video"/><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png" Type="http://schemas.openxmlformats.org/officeDocument/2006/relationships/image"/><Relationship Id="rId11" Target="../media/image73.svg" Type="http://schemas.openxmlformats.org/officeDocument/2006/relationships/image"/><Relationship Id="rId12" Target="../media/image74.png" Type="http://schemas.openxmlformats.org/officeDocument/2006/relationships/image"/><Relationship Id="rId13" Target="../media/image75.svg" Type="http://schemas.openxmlformats.org/officeDocument/2006/relationships/image"/><Relationship Id="rId14" Target="../media/image76.png" Type="http://schemas.openxmlformats.org/officeDocument/2006/relationships/image"/><Relationship Id="rId15" Target="../media/image77.sv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6.png" Type="http://schemas.openxmlformats.org/officeDocument/2006/relationships/image"/><Relationship Id="rId11" Target="../media/image87.svg" Type="http://schemas.openxmlformats.org/officeDocument/2006/relationships/image"/><Relationship Id="rId12" Target="../media/image88.png" Type="http://schemas.openxmlformats.org/officeDocument/2006/relationships/image"/><Relationship Id="rId13" Target="../media/image89.svg" Type="http://schemas.openxmlformats.org/officeDocument/2006/relationships/image"/><Relationship Id="rId14" Target="../media/image90.png" Type="http://schemas.openxmlformats.org/officeDocument/2006/relationships/image"/><Relationship Id="rId15" Target="../media/image91.svg" Type="http://schemas.openxmlformats.org/officeDocument/2006/relationships/image"/><Relationship Id="rId16" Target="../media/image92.png" Type="http://schemas.openxmlformats.org/officeDocument/2006/relationships/image"/><Relationship Id="rId17" Target="../media/image93.svg" Type="http://schemas.openxmlformats.org/officeDocument/2006/relationships/image"/><Relationship Id="rId18" Target="../media/image94.png" Type="http://schemas.openxmlformats.org/officeDocument/2006/relationships/image"/><Relationship Id="rId19" Target="../media/image95.svg" Type="http://schemas.openxmlformats.org/officeDocument/2006/relationships/image"/><Relationship Id="rId2" Target="../media/image78.png" Type="http://schemas.openxmlformats.org/officeDocument/2006/relationships/image"/><Relationship Id="rId20" Target="../media/image96.png" Type="http://schemas.openxmlformats.org/officeDocument/2006/relationships/image"/><Relationship Id="rId21" Target="../media/image97.svg" Type="http://schemas.openxmlformats.org/officeDocument/2006/relationships/image"/><Relationship Id="rId22" Target="slide3.xml" Type="http://schemas.openxmlformats.org/officeDocument/2006/relationships/slide"/><Relationship Id="rId23" Target="../media/image98.png" Type="http://schemas.openxmlformats.org/officeDocument/2006/relationships/image"/><Relationship Id="rId24" Target="../media/image99.svg" Type="http://schemas.openxmlformats.org/officeDocument/2006/relationships/image"/><Relationship Id="rId25" Target="../media/image34.gif" Type="http://schemas.openxmlformats.org/officeDocument/2006/relationships/image"/><Relationship Id="rId26" Target="../media/image35.gif" Type="http://schemas.openxmlformats.org/officeDocument/2006/relationships/image"/><Relationship Id="rId27" Target="../media/image24.gif" Type="http://schemas.openxmlformats.org/officeDocument/2006/relationships/image"/><Relationship Id="rId28" Target="../media/image100.png" Type="http://schemas.openxmlformats.org/officeDocument/2006/relationships/image"/><Relationship Id="rId29" Target="../media/image101.svg" Type="http://schemas.openxmlformats.org/officeDocument/2006/relationships/image"/><Relationship Id="rId3" Target="../media/image79.svg" Type="http://schemas.openxmlformats.org/officeDocument/2006/relationships/image"/><Relationship Id="rId30" Target="../media/image102.png" Type="http://schemas.openxmlformats.org/officeDocument/2006/relationships/image"/><Relationship Id="rId31" Target="../media/image103.svg" Type="http://schemas.openxmlformats.org/officeDocument/2006/relationships/image"/><Relationship Id="rId32" Target="../media/image104.png" Type="http://schemas.openxmlformats.org/officeDocument/2006/relationships/image"/><Relationship Id="rId33" Target="../media/image105.svg" Type="http://schemas.openxmlformats.org/officeDocument/2006/relationships/image"/><Relationship Id="rId34" Target="../media/image106.png" Type="http://schemas.openxmlformats.org/officeDocument/2006/relationships/image"/><Relationship Id="rId35" Target="../media/image107.svg" Type="http://schemas.openxmlformats.org/officeDocument/2006/relationships/image"/><Relationship Id="rId36" Target="../media/image108.png" Type="http://schemas.openxmlformats.org/officeDocument/2006/relationships/image"/><Relationship Id="rId37" Target="../media/image109.svg" Type="http://schemas.openxmlformats.org/officeDocument/2006/relationships/image"/><Relationship Id="rId38" Target="../media/image110.png" Type="http://schemas.openxmlformats.org/officeDocument/2006/relationships/image"/><Relationship Id="rId4" Target="../media/image80.png" Type="http://schemas.openxmlformats.org/officeDocument/2006/relationships/image"/><Relationship Id="rId5" Target="../media/image81.svg" Type="http://schemas.openxmlformats.org/officeDocument/2006/relationships/image"/><Relationship Id="rId6" Target="../media/image82.png" Type="http://schemas.openxmlformats.org/officeDocument/2006/relationships/image"/><Relationship Id="rId7" Target="../media/image83.svg" Type="http://schemas.openxmlformats.org/officeDocument/2006/relationships/image"/><Relationship Id="rId8" Target="../media/image84.png" Type="http://schemas.openxmlformats.org/officeDocument/2006/relationships/image"/><Relationship Id="rId9" Target="../media/image8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1.pn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3.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jpeg" Type="http://schemas.openxmlformats.org/officeDocument/2006/relationships/image"/><Relationship Id="rId11" Target="https://www.youtube.com/watch?v=c9HYZt-FfsA" TargetMode="External" Type="http://schemas.openxmlformats.org/officeDocument/2006/relationships/video"/><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2.pn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pn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18" Target="../media/image114.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3.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3.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 Id="rId3" Target="../media/image116.svg" Type="http://schemas.openxmlformats.org/officeDocument/2006/relationships/image"/><Relationship Id="rId4" Target="../media/image33.gif"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117.png" Type="http://schemas.openxmlformats.org/officeDocument/2006/relationships/image"/><Relationship Id="rId8" Target="../media/image11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5.png" Type="http://schemas.openxmlformats.org/officeDocument/2006/relationships/image"/><Relationship Id="rId11" Target="../media/image126.svg" Type="http://schemas.openxmlformats.org/officeDocument/2006/relationships/image"/><Relationship Id="rId12" Target="../media/image127.png" Type="http://schemas.openxmlformats.org/officeDocument/2006/relationships/image"/><Relationship Id="rId13" Target="../media/image128.svg" Type="http://schemas.openxmlformats.org/officeDocument/2006/relationships/image"/><Relationship Id="rId14" Target="../media/image129.png" Type="http://schemas.openxmlformats.org/officeDocument/2006/relationships/image"/><Relationship Id="rId15" Target="../media/image130.svg" Type="http://schemas.openxmlformats.org/officeDocument/2006/relationships/image"/><Relationship Id="rId16" Target="../media/image131.png" Type="http://schemas.openxmlformats.org/officeDocument/2006/relationships/image"/><Relationship Id="rId17" Target="../media/image132.svg" Type="http://schemas.openxmlformats.org/officeDocument/2006/relationships/image"/><Relationship Id="rId18" Target="../media/image133.gif" Type="http://schemas.openxmlformats.org/officeDocument/2006/relationships/image"/><Relationship Id="rId19" Target="../media/image134.png" Type="http://schemas.openxmlformats.org/officeDocument/2006/relationships/image"/><Relationship Id="rId2" Target="../media/image50.png" Type="http://schemas.openxmlformats.org/officeDocument/2006/relationships/image"/><Relationship Id="rId20" Target="../media/image135.svg" Type="http://schemas.openxmlformats.org/officeDocument/2006/relationships/image"/><Relationship Id="rId3" Target="../media/image51.svg" Type="http://schemas.openxmlformats.org/officeDocument/2006/relationships/image"/><Relationship Id="rId4" Target="../media/image119.png" Type="http://schemas.openxmlformats.org/officeDocument/2006/relationships/image"/><Relationship Id="rId5" Target="../media/image120.svg" Type="http://schemas.openxmlformats.org/officeDocument/2006/relationships/image"/><Relationship Id="rId6" Target="../media/image121.png" Type="http://schemas.openxmlformats.org/officeDocument/2006/relationships/image"/><Relationship Id="rId7" Target="../media/image122.svg" Type="http://schemas.openxmlformats.org/officeDocument/2006/relationships/image"/><Relationship Id="rId8" Target="../media/image123.png" Type="http://schemas.openxmlformats.org/officeDocument/2006/relationships/image"/><Relationship Id="rId9" Target="../media/image12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gif" Type="http://schemas.openxmlformats.org/officeDocument/2006/relationships/image"/><Relationship Id="rId11" Target="../media/image142.gif" Type="http://schemas.openxmlformats.org/officeDocument/2006/relationships/image"/><Relationship Id="rId12" Target="../media/image143.gif" Type="http://schemas.openxmlformats.org/officeDocument/2006/relationships/image"/><Relationship Id="rId13" Target="../media/image144.gif" Type="http://schemas.openxmlformats.org/officeDocument/2006/relationships/image"/><Relationship Id="rId14" Target="../media/image145.gif" Type="http://schemas.openxmlformats.org/officeDocument/2006/relationships/image"/><Relationship Id="rId15" Target="../media/image146.gif" Type="http://schemas.openxmlformats.org/officeDocument/2006/relationships/image"/><Relationship Id="rId16" Target="../media/image46.gif" Type="http://schemas.openxmlformats.org/officeDocument/2006/relationships/image"/><Relationship Id="rId17" Target="../media/image147.gif" Type="http://schemas.openxmlformats.org/officeDocument/2006/relationships/image"/><Relationship Id="rId18" Target="../media/image133.gif" Type="http://schemas.openxmlformats.org/officeDocument/2006/relationships/image"/><Relationship Id="rId19" Target="../media/image148.gif" Type="http://schemas.openxmlformats.org/officeDocument/2006/relationships/image"/><Relationship Id="rId2" Target="../media/image9.gif" Type="http://schemas.openxmlformats.org/officeDocument/2006/relationships/image"/><Relationship Id="rId20" Target="../media/image47.gif" Type="http://schemas.openxmlformats.org/officeDocument/2006/relationships/image"/><Relationship Id="rId3" Target="../media/image136.gif" Type="http://schemas.openxmlformats.org/officeDocument/2006/relationships/image"/><Relationship Id="rId4" Target="../media/image33.gif" Type="http://schemas.openxmlformats.org/officeDocument/2006/relationships/image"/><Relationship Id="rId5" Target="../media/image137.gif" Type="http://schemas.openxmlformats.org/officeDocument/2006/relationships/image"/><Relationship Id="rId6" Target="../media/image138.gif" Type="http://schemas.openxmlformats.org/officeDocument/2006/relationships/image"/><Relationship Id="rId7" Target="../media/image139.gif" Type="http://schemas.openxmlformats.org/officeDocument/2006/relationships/image"/><Relationship Id="rId8" Target="../media/image140.gif" Type="http://schemas.openxmlformats.org/officeDocument/2006/relationships/image"/><Relationship Id="rId9" Target="../media/image141.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794" y="0"/>
            <a:ext cx="18258206" cy="10287000"/>
          </a:xfrm>
          <a:custGeom>
            <a:avLst/>
            <a:gdLst/>
            <a:ahLst/>
            <a:cxnLst/>
            <a:rect r="r" b="b" t="t" l="l"/>
            <a:pathLst>
              <a:path h="10287000" w="18258206">
                <a:moveTo>
                  <a:pt x="0" y="0"/>
                </a:moveTo>
                <a:lnTo>
                  <a:pt x="18258206" y="0"/>
                </a:lnTo>
                <a:lnTo>
                  <a:pt x="18258206"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42863" y="4549584"/>
            <a:ext cx="12202273" cy="1187832"/>
          </a:xfrm>
          <a:custGeom>
            <a:avLst/>
            <a:gdLst/>
            <a:ahLst/>
            <a:cxnLst/>
            <a:rect r="r" b="b" t="t" l="l"/>
            <a:pathLst>
              <a:path h="1187832" w="12202273">
                <a:moveTo>
                  <a:pt x="0" y="0"/>
                </a:moveTo>
                <a:lnTo>
                  <a:pt x="12202274" y="0"/>
                </a:lnTo>
                <a:lnTo>
                  <a:pt x="12202274" y="1187832"/>
                </a:lnTo>
                <a:lnTo>
                  <a:pt x="0" y="1187832"/>
                </a:lnTo>
                <a:lnTo>
                  <a:pt x="0" y="0"/>
                </a:lnTo>
                <a:close/>
              </a:path>
            </a:pathLst>
          </a:custGeom>
          <a:blipFill>
            <a:blip r:embed="rId3"/>
            <a:stretch>
              <a:fillRect l="0" t="0" r="0" b="0"/>
            </a:stretch>
          </a:blipFill>
        </p:spPr>
      </p:sp>
      <p:sp>
        <p:nvSpPr>
          <p:cNvPr name="Freeform 4" id="4"/>
          <p:cNvSpPr/>
          <p:nvPr/>
        </p:nvSpPr>
        <p:spPr>
          <a:xfrm flipH="false" flipV="false" rot="0">
            <a:off x="3319220" y="5529408"/>
            <a:ext cx="11679354" cy="1146517"/>
          </a:xfrm>
          <a:custGeom>
            <a:avLst/>
            <a:gdLst/>
            <a:ahLst/>
            <a:cxnLst/>
            <a:rect r="r" b="b" t="t" l="l"/>
            <a:pathLst>
              <a:path h="1146517" w="11679354">
                <a:moveTo>
                  <a:pt x="0" y="0"/>
                </a:moveTo>
                <a:lnTo>
                  <a:pt x="11679354" y="0"/>
                </a:lnTo>
                <a:lnTo>
                  <a:pt x="11679354" y="1146516"/>
                </a:lnTo>
                <a:lnTo>
                  <a:pt x="0" y="1146516"/>
                </a:lnTo>
                <a:lnTo>
                  <a:pt x="0" y="0"/>
                </a:lnTo>
                <a:close/>
              </a:path>
            </a:pathLst>
          </a:custGeom>
          <a:blipFill>
            <a:blip r:embed="rId4"/>
            <a:stretch>
              <a:fillRect l="0" t="0" r="0" b="0"/>
            </a:stretch>
          </a:blipFill>
        </p:spPr>
      </p:sp>
      <p:sp>
        <p:nvSpPr>
          <p:cNvPr name="Freeform 5" id="5"/>
          <p:cNvSpPr/>
          <p:nvPr/>
        </p:nvSpPr>
        <p:spPr>
          <a:xfrm flipH="false" flipV="false" rot="0">
            <a:off x="12502687" y="2006946"/>
            <a:ext cx="5484899" cy="1382748"/>
          </a:xfrm>
          <a:custGeom>
            <a:avLst/>
            <a:gdLst/>
            <a:ahLst/>
            <a:cxnLst/>
            <a:rect r="r" b="b" t="t" l="l"/>
            <a:pathLst>
              <a:path h="1382748" w="5484899">
                <a:moveTo>
                  <a:pt x="0" y="0"/>
                </a:moveTo>
                <a:lnTo>
                  <a:pt x="5484899" y="0"/>
                </a:lnTo>
                <a:lnTo>
                  <a:pt x="5484899" y="1382747"/>
                </a:lnTo>
                <a:lnTo>
                  <a:pt x="0" y="1382747"/>
                </a:lnTo>
                <a:lnTo>
                  <a:pt x="0" y="0"/>
                </a:lnTo>
                <a:close/>
              </a:path>
            </a:pathLst>
          </a:custGeom>
          <a:blipFill>
            <a:blip r:embed="rId5"/>
            <a:stretch>
              <a:fillRect l="0" t="0" r="0" b="0"/>
            </a:stretch>
          </a:blipFill>
        </p:spPr>
      </p:sp>
      <p:grpSp>
        <p:nvGrpSpPr>
          <p:cNvPr name="Group 6" id="6"/>
          <p:cNvGrpSpPr/>
          <p:nvPr/>
        </p:nvGrpSpPr>
        <p:grpSpPr>
          <a:xfrm rot="0">
            <a:off x="14901486" y="2082065"/>
            <a:ext cx="1758816" cy="616255"/>
            <a:chOff x="0" y="0"/>
            <a:chExt cx="463227" cy="162306"/>
          </a:xfrm>
        </p:grpSpPr>
        <p:sp>
          <p:nvSpPr>
            <p:cNvPr name="Freeform 7" id="7"/>
            <p:cNvSpPr/>
            <p:nvPr/>
          </p:nvSpPr>
          <p:spPr>
            <a:xfrm flipH="false" flipV="false" rot="0">
              <a:off x="0" y="0"/>
              <a:ext cx="463227" cy="162306"/>
            </a:xfrm>
            <a:custGeom>
              <a:avLst/>
              <a:gdLst/>
              <a:ahLst/>
              <a:cxnLst/>
              <a:rect r="r" b="b" t="t" l="l"/>
              <a:pathLst>
                <a:path h="162306" w="463227">
                  <a:moveTo>
                    <a:pt x="0" y="0"/>
                  </a:moveTo>
                  <a:lnTo>
                    <a:pt x="463227" y="0"/>
                  </a:lnTo>
                  <a:lnTo>
                    <a:pt x="463227" y="162306"/>
                  </a:lnTo>
                  <a:lnTo>
                    <a:pt x="0" y="162306"/>
                  </a:lnTo>
                  <a:close/>
                </a:path>
              </a:pathLst>
            </a:custGeom>
            <a:solidFill>
              <a:srgbClr val="FFFFFF"/>
            </a:solidFill>
          </p:spPr>
        </p:sp>
        <p:sp>
          <p:nvSpPr>
            <p:cNvPr name="TextBox 8" id="8"/>
            <p:cNvSpPr txBox="true"/>
            <p:nvPr/>
          </p:nvSpPr>
          <p:spPr>
            <a:xfrm>
              <a:off x="0" y="-9525"/>
              <a:ext cx="463227" cy="171831"/>
            </a:xfrm>
            <a:prstGeom prst="rect">
              <a:avLst/>
            </a:prstGeom>
          </p:spPr>
          <p:txBody>
            <a:bodyPr anchor="ctr" rtlCol="false" tIns="50800" lIns="50800" bIns="50800" rIns="50800"/>
            <a:lstStyle/>
            <a:p>
              <a:pPr algn="ctr">
                <a:lnSpc>
                  <a:spcPts val="2240"/>
                </a:lnSpc>
              </a:pPr>
              <a:r>
                <a:rPr lang="en-US" sz="2000">
                  <a:solidFill>
                    <a:srgbClr val="000000"/>
                  </a:solidFill>
                  <a:latin typeface="Poppins Light"/>
                  <a:ea typeface="Poppins Light"/>
                  <a:cs typeface="Poppins Light"/>
                  <a:sym typeface="Poppins Light"/>
                </a:rPr>
                <a:t>16/08/2024</a:t>
              </a:r>
            </a:p>
          </p:txBody>
        </p:sp>
      </p:grpSp>
      <p:grpSp>
        <p:nvGrpSpPr>
          <p:cNvPr name="Group 9" id="9"/>
          <p:cNvGrpSpPr/>
          <p:nvPr/>
        </p:nvGrpSpPr>
        <p:grpSpPr>
          <a:xfrm rot="0">
            <a:off x="14901486" y="2773439"/>
            <a:ext cx="1758816" cy="616255"/>
            <a:chOff x="0" y="0"/>
            <a:chExt cx="463227" cy="162306"/>
          </a:xfrm>
        </p:grpSpPr>
        <p:sp>
          <p:nvSpPr>
            <p:cNvPr name="Freeform 10" id="10"/>
            <p:cNvSpPr/>
            <p:nvPr/>
          </p:nvSpPr>
          <p:spPr>
            <a:xfrm flipH="false" flipV="false" rot="0">
              <a:off x="0" y="0"/>
              <a:ext cx="463227" cy="162306"/>
            </a:xfrm>
            <a:custGeom>
              <a:avLst/>
              <a:gdLst/>
              <a:ahLst/>
              <a:cxnLst/>
              <a:rect r="r" b="b" t="t" l="l"/>
              <a:pathLst>
                <a:path h="162306" w="463227">
                  <a:moveTo>
                    <a:pt x="0" y="0"/>
                  </a:moveTo>
                  <a:lnTo>
                    <a:pt x="463227" y="0"/>
                  </a:lnTo>
                  <a:lnTo>
                    <a:pt x="463227" y="162306"/>
                  </a:lnTo>
                  <a:lnTo>
                    <a:pt x="0" y="162306"/>
                  </a:lnTo>
                  <a:close/>
                </a:path>
              </a:pathLst>
            </a:custGeom>
            <a:solidFill>
              <a:srgbClr val="FFFFFF"/>
            </a:solidFill>
          </p:spPr>
        </p:sp>
        <p:sp>
          <p:nvSpPr>
            <p:cNvPr name="TextBox 11" id="11"/>
            <p:cNvSpPr txBox="true"/>
            <p:nvPr/>
          </p:nvSpPr>
          <p:spPr>
            <a:xfrm>
              <a:off x="0" y="-9525"/>
              <a:ext cx="463227" cy="171831"/>
            </a:xfrm>
            <a:prstGeom prst="rect">
              <a:avLst/>
            </a:prstGeom>
          </p:spPr>
          <p:txBody>
            <a:bodyPr anchor="ctr" rtlCol="false" tIns="50800" lIns="50800" bIns="50800" rIns="50800"/>
            <a:lstStyle/>
            <a:p>
              <a:pPr algn="ctr">
                <a:lnSpc>
                  <a:spcPts val="2240"/>
                </a:lnSpc>
              </a:pPr>
              <a:r>
                <a:rPr lang="en-US" sz="2000">
                  <a:solidFill>
                    <a:srgbClr val="000000"/>
                  </a:solidFill>
                  <a:latin typeface="Poppins Light"/>
                  <a:ea typeface="Poppins Light"/>
                  <a:cs typeface="Poppins Light"/>
                  <a:sym typeface="Poppins Light"/>
                </a:rPr>
                <a:t>15:40</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0" y="9705109"/>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509980" y="1509980"/>
            <a:ext cx="15268040" cy="6685149"/>
            <a:chOff x="0" y="0"/>
            <a:chExt cx="4021212" cy="1760698"/>
          </a:xfrm>
        </p:grpSpPr>
        <p:sp>
          <p:nvSpPr>
            <p:cNvPr name="Freeform 7" id="7"/>
            <p:cNvSpPr/>
            <p:nvPr/>
          </p:nvSpPr>
          <p:spPr>
            <a:xfrm flipH="false" flipV="false" rot="0">
              <a:off x="0" y="0"/>
              <a:ext cx="4021212" cy="1760698"/>
            </a:xfrm>
            <a:custGeom>
              <a:avLst/>
              <a:gdLst/>
              <a:ahLst/>
              <a:cxnLst/>
              <a:rect r="r" b="b" t="t" l="l"/>
              <a:pathLst>
                <a:path h="1760698" w="4021212">
                  <a:moveTo>
                    <a:pt x="24846" y="0"/>
                  </a:moveTo>
                  <a:lnTo>
                    <a:pt x="3996366" y="0"/>
                  </a:lnTo>
                  <a:cubicBezTo>
                    <a:pt x="4010088" y="0"/>
                    <a:pt x="4021212" y="11124"/>
                    <a:pt x="4021212" y="24846"/>
                  </a:cubicBezTo>
                  <a:lnTo>
                    <a:pt x="4021212" y="1735851"/>
                  </a:lnTo>
                  <a:cubicBezTo>
                    <a:pt x="4021212" y="1749574"/>
                    <a:pt x="4010088" y="1760698"/>
                    <a:pt x="3996366" y="1760698"/>
                  </a:cubicBezTo>
                  <a:lnTo>
                    <a:pt x="24846" y="1760698"/>
                  </a:lnTo>
                  <a:cubicBezTo>
                    <a:pt x="11124" y="1760698"/>
                    <a:pt x="0" y="1749574"/>
                    <a:pt x="0" y="1735851"/>
                  </a:cubicBezTo>
                  <a:lnTo>
                    <a:pt x="0" y="24846"/>
                  </a:lnTo>
                  <a:cubicBezTo>
                    <a:pt x="0" y="11124"/>
                    <a:pt x="11124" y="0"/>
                    <a:pt x="24846" y="0"/>
                  </a:cubicBezTo>
                  <a:close/>
                </a:path>
              </a:pathLst>
            </a:custGeom>
            <a:solidFill>
              <a:srgbClr val="050E5D"/>
            </a:solidFill>
            <a:ln w="47625" cap="rnd">
              <a:solidFill>
                <a:srgbClr val="57BBFF"/>
              </a:solidFill>
              <a:prstDash val="solid"/>
              <a:round/>
            </a:ln>
          </p:spPr>
        </p:sp>
        <p:sp>
          <p:nvSpPr>
            <p:cNvPr name="TextBox 8" id="8"/>
            <p:cNvSpPr txBox="true"/>
            <p:nvPr/>
          </p:nvSpPr>
          <p:spPr>
            <a:xfrm>
              <a:off x="0" y="-47625"/>
              <a:ext cx="4021212" cy="1808323"/>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15341087" y="6151992"/>
            <a:ext cx="3370555" cy="3571879"/>
          </a:xfrm>
          <a:custGeom>
            <a:avLst/>
            <a:gdLst/>
            <a:ahLst/>
            <a:cxnLst/>
            <a:rect r="r" b="b" t="t" l="l"/>
            <a:pathLst>
              <a:path h="3571879" w="3370555">
                <a:moveTo>
                  <a:pt x="0" y="0"/>
                </a:moveTo>
                <a:lnTo>
                  <a:pt x="3370556" y="0"/>
                </a:lnTo>
                <a:lnTo>
                  <a:pt x="3370556" y="3571879"/>
                </a:lnTo>
                <a:lnTo>
                  <a:pt x="0" y="35718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0" id="10"/>
          <p:cNvPicPr>
            <a:picLocks noChangeAspect="true"/>
          </p:cNvPicPr>
          <p:nvPr/>
        </p:nvPicPr>
        <p:blipFill>
          <a:blip r:embed="rId6"/>
          <a:srcRect l="0" t="0" r="0" b="0"/>
          <a:stretch>
            <a:fillRect/>
          </a:stretch>
        </p:blipFill>
        <p:spPr>
          <a:xfrm flipH="false" flipV="false" rot="0">
            <a:off x="2361856" y="6943369"/>
            <a:ext cx="2319862" cy="2761741"/>
          </a:xfrm>
          <a:prstGeom prst="rect">
            <a:avLst/>
          </a:prstGeom>
        </p:spPr>
      </p:pic>
      <p:sp>
        <p:nvSpPr>
          <p:cNvPr name="Freeform 11" id="11"/>
          <p:cNvSpPr/>
          <p:nvPr/>
        </p:nvSpPr>
        <p:spPr>
          <a:xfrm flipH="false" flipV="false" rot="0">
            <a:off x="5425744" y="6115484"/>
            <a:ext cx="2196534" cy="938519"/>
          </a:xfrm>
          <a:custGeom>
            <a:avLst/>
            <a:gdLst/>
            <a:ahLst/>
            <a:cxnLst/>
            <a:rect r="r" b="b" t="t" l="l"/>
            <a:pathLst>
              <a:path h="938519" w="2196534">
                <a:moveTo>
                  <a:pt x="0" y="0"/>
                </a:moveTo>
                <a:lnTo>
                  <a:pt x="2196534" y="0"/>
                </a:lnTo>
                <a:lnTo>
                  <a:pt x="2196534" y="938519"/>
                </a:lnTo>
                <a:lnTo>
                  <a:pt x="0" y="9385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068873" y="6111491"/>
            <a:ext cx="2196534" cy="942513"/>
          </a:xfrm>
          <a:custGeom>
            <a:avLst/>
            <a:gdLst/>
            <a:ahLst/>
            <a:cxnLst/>
            <a:rect r="r" b="b" t="t" l="l"/>
            <a:pathLst>
              <a:path h="942513" w="2196534">
                <a:moveTo>
                  <a:pt x="0" y="0"/>
                </a:moveTo>
                <a:lnTo>
                  <a:pt x="2196534" y="0"/>
                </a:lnTo>
                <a:lnTo>
                  <a:pt x="2196534" y="942512"/>
                </a:lnTo>
                <a:lnTo>
                  <a:pt x="0" y="9425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0713082" y="6136966"/>
            <a:ext cx="2221897" cy="917038"/>
          </a:xfrm>
          <a:custGeom>
            <a:avLst/>
            <a:gdLst/>
            <a:ahLst/>
            <a:cxnLst/>
            <a:rect r="r" b="b" t="t" l="l"/>
            <a:pathLst>
              <a:path h="917038" w="2221897">
                <a:moveTo>
                  <a:pt x="0" y="0"/>
                </a:moveTo>
                <a:lnTo>
                  <a:pt x="2221897" y="0"/>
                </a:lnTo>
                <a:lnTo>
                  <a:pt x="2221897" y="917037"/>
                </a:lnTo>
                <a:lnTo>
                  <a:pt x="0" y="9170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2695009" y="596383"/>
            <a:ext cx="2377744" cy="432317"/>
          </a:xfrm>
          <a:custGeom>
            <a:avLst/>
            <a:gdLst/>
            <a:ahLst/>
            <a:cxnLst/>
            <a:rect r="r" b="b" t="t" l="l"/>
            <a:pathLst>
              <a:path h="432317" w="2377744">
                <a:moveTo>
                  <a:pt x="0" y="0"/>
                </a:moveTo>
                <a:lnTo>
                  <a:pt x="2377745" y="0"/>
                </a:lnTo>
                <a:lnTo>
                  <a:pt x="2377745" y="432317"/>
                </a:lnTo>
                <a:lnTo>
                  <a:pt x="0" y="4323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13424017" y="670536"/>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6" id="16"/>
          <p:cNvSpPr/>
          <p:nvPr/>
        </p:nvSpPr>
        <p:spPr>
          <a:xfrm flipH="true" flipV="false" rot="0">
            <a:off x="13950410" y="8614008"/>
            <a:ext cx="1855950" cy="1091101"/>
          </a:xfrm>
          <a:custGeom>
            <a:avLst/>
            <a:gdLst/>
            <a:ahLst/>
            <a:cxnLst/>
            <a:rect r="r" b="b" t="t" l="l"/>
            <a:pathLst>
              <a:path h="1091101" w="1855950">
                <a:moveTo>
                  <a:pt x="1855950" y="0"/>
                </a:moveTo>
                <a:lnTo>
                  <a:pt x="0" y="0"/>
                </a:lnTo>
                <a:lnTo>
                  <a:pt x="0" y="1091101"/>
                </a:lnTo>
                <a:lnTo>
                  <a:pt x="1855950" y="1091101"/>
                </a:lnTo>
                <a:lnTo>
                  <a:pt x="1855950" y="0"/>
                </a:lnTo>
                <a:close/>
              </a:path>
            </a:pathLst>
          </a:custGeom>
          <a:blipFill>
            <a:blip r:embed="rId17">
              <a:extLst>
                <a:ext uri="{96DAC541-7B7A-43D3-8B79-37D633B846F1}">
                  <asvg:svgBlip xmlns:asvg="http://schemas.microsoft.com/office/drawing/2016/SVG/main" r:embed="rId18"/>
                </a:ext>
              </a:extLst>
            </a:blip>
            <a:stretch>
              <a:fillRect l="0" t="0" r="0" b="-10100"/>
            </a:stretch>
          </a:blipFill>
        </p:spPr>
      </p:sp>
      <p:sp>
        <p:nvSpPr>
          <p:cNvPr name="Freeform 17" id="17"/>
          <p:cNvSpPr/>
          <p:nvPr/>
        </p:nvSpPr>
        <p:spPr>
          <a:xfrm flipH="false" flipV="false" rot="0">
            <a:off x="375433" y="6228904"/>
            <a:ext cx="2319577" cy="3476205"/>
          </a:xfrm>
          <a:custGeom>
            <a:avLst/>
            <a:gdLst/>
            <a:ahLst/>
            <a:cxnLst/>
            <a:rect r="r" b="b" t="t" l="l"/>
            <a:pathLst>
              <a:path h="3476205" w="2319577">
                <a:moveTo>
                  <a:pt x="0" y="0"/>
                </a:moveTo>
                <a:lnTo>
                  <a:pt x="2319576" y="0"/>
                </a:lnTo>
                <a:lnTo>
                  <a:pt x="2319576" y="3476205"/>
                </a:lnTo>
                <a:lnTo>
                  <a:pt x="0" y="34762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pic>
        <p:nvPicPr>
          <p:cNvPr name="Picture 18" id="18"/>
          <p:cNvPicPr>
            <a:picLocks noChangeAspect="true"/>
          </p:cNvPicPr>
          <p:nvPr/>
        </p:nvPicPr>
        <p:blipFill>
          <a:blip r:embed="rId21">
            <a:alphaModFix amt="71000"/>
          </a:blip>
          <a:srcRect l="0" t="0" r="0" b="0"/>
          <a:stretch>
            <a:fillRect/>
          </a:stretch>
        </p:blipFill>
        <p:spPr>
          <a:xfrm flipH="false" flipV="false" rot="604890">
            <a:off x="17509575" y="4896612"/>
            <a:ext cx="554300" cy="577396"/>
          </a:xfrm>
          <a:prstGeom prst="rect">
            <a:avLst/>
          </a:prstGeom>
        </p:spPr>
      </p:pic>
      <p:pic>
        <p:nvPicPr>
          <p:cNvPr name="Picture 19" id="19"/>
          <p:cNvPicPr>
            <a:picLocks noChangeAspect="true"/>
          </p:cNvPicPr>
          <p:nvPr/>
        </p:nvPicPr>
        <p:blipFill>
          <a:blip r:embed="rId21">
            <a:alphaModFix amt="71000"/>
          </a:blip>
          <a:srcRect l="0" t="0" r="0" b="0"/>
          <a:stretch>
            <a:fillRect/>
          </a:stretch>
        </p:blipFill>
        <p:spPr>
          <a:xfrm flipH="false" flipV="false" rot="-1221735">
            <a:off x="17085962" y="3338385"/>
            <a:ext cx="397359" cy="413915"/>
          </a:xfrm>
          <a:prstGeom prst="rect">
            <a:avLst/>
          </a:prstGeom>
        </p:spPr>
      </p:pic>
      <p:pic>
        <p:nvPicPr>
          <p:cNvPr name="Picture 20" id="20"/>
          <p:cNvPicPr>
            <a:picLocks noChangeAspect="true"/>
          </p:cNvPicPr>
          <p:nvPr/>
        </p:nvPicPr>
        <p:blipFill>
          <a:blip r:embed="rId21">
            <a:alphaModFix amt="71000"/>
          </a:blip>
          <a:srcRect l="0" t="0" r="0" b="0"/>
          <a:stretch>
            <a:fillRect/>
          </a:stretch>
        </p:blipFill>
        <p:spPr>
          <a:xfrm flipH="false" flipV="false" rot="0">
            <a:off x="17517576" y="1957766"/>
            <a:ext cx="269149" cy="280364"/>
          </a:xfrm>
          <a:prstGeom prst="rect">
            <a:avLst/>
          </a:prstGeom>
        </p:spPr>
      </p:pic>
      <p:pic>
        <p:nvPicPr>
          <p:cNvPr name="Picture 21" id="21"/>
          <p:cNvPicPr>
            <a:picLocks noChangeAspect="true"/>
          </p:cNvPicPr>
          <p:nvPr/>
        </p:nvPicPr>
        <p:blipFill>
          <a:blip r:embed="rId21">
            <a:alphaModFix amt="71000"/>
          </a:blip>
          <a:srcRect l="0" t="0" r="0" b="0"/>
          <a:stretch>
            <a:fillRect/>
          </a:stretch>
        </p:blipFill>
        <p:spPr>
          <a:xfrm flipH="false" flipV="false" rot="-599390">
            <a:off x="421312" y="5056909"/>
            <a:ext cx="554300" cy="577396"/>
          </a:xfrm>
          <a:prstGeom prst="rect">
            <a:avLst/>
          </a:prstGeom>
        </p:spPr>
      </p:pic>
      <p:pic>
        <p:nvPicPr>
          <p:cNvPr name="Picture 22" id="22"/>
          <p:cNvPicPr>
            <a:picLocks noChangeAspect="true"/>
          </p:cNvPicPr>
          <p:nvPr/>
        </p:nvPicPr>
        <p:blipFill>
          <a:blip r:embed="rId21">
            <a:alphaModFix amt="71000"/>
          </a:blip>
          <a:srcRect l="0" t="0" r="0" b="0"/>
          <a:stretch>
            <a:fillRect/>
          </a:stretch>
        </p:blipFill>
        <p:spPr>
          <a:xfrm flipH="false" flipV="false" rot="368085">
            <a:off x="788009" y="3418711"/>
            <a:ext cx="397359" cy="413915"/>
          </a:xfrm>
          <a:prstGeom prst="rect">
            <a:avLst/>
          </a:prstGeom>
        </p:spPr>
      </p:pic>
      <p:pic>
        <p:nvPicPr>
          <p:cNvPr name="Picture 23" id="23"/>
          <p:cNvPicPr>
            <a:picLocks noChangeAspect="true"/>
          </p:cNvPicPr>
          <p:nvPr/>
        </p:nvPicPr>
        <p:blipFill>
          <a:blip r:embed="rId21">
            <a:alphaModFix amt="71000"/>
          </a:blip>
          <a:srcRect l="0" t="0" r="0" b="0"/>
          <a:stretch>
            <a:fillRect/>
          </a:stretch>
        </p:blipFill>
        <p:spPr>
          <a:xfrm flipH="false" flipV="false" rot="-980286">
            <a:off x="463881" y="1925570"/>
            <a:ext cx="269149" cy="280364"/>
          </a:xfrm>
          <a:prstGeom prst="rect">
            <a:avLst/>
          </a:prstGeom>
        </p:spPr>
      </p:pic>
      <p:pic>
        <p:nvPicPr>
          <p:cNvPr name="Picture 24" id="24"/>
          <p:cNvPicPr>
            <a:picLocks noChangeAspect="true"/>
          </p:cNvPicPr>
          <p:nvPr/>
        </p:nvPicPr>
        <p:blipFill>
          <a:blip r:embed="rId22"/>
          <a:srcRect l="0" t="0" r="0" b="0"/>
          <a:stretch>
            <a:fillRect/>
          </a:stretch>
        </p:blipFill>
        <p:spPr>
          <a:xfrm flipH="false" flipV="false" rot="0">
            <a:off x="12445942" y="6532526"/>
            <a:ext cx="978075" cy="934061"/>
          </a:xfrm>
          <a:prstGeom prst="rect">
            <a:avLst/>
          </a:prstGeom>
        </p:spPr>
      </p:pic>
      <p:sp>
        <p:nvSpPr>
          <p:cNvPr name="TextBox 25" id="25"/>
          <p:cNvSpPr txBox="true"/>
          <p:nvPr/>
        </p:nvSpPr>
        <p:spPr>
          <a:xfrm rot="0">
            <a:off x="2334212" y="2552572"/>
            <a:ext cx="13564288" cy="1525903"/>
          </a:xfrm>
          <a:prstGeom prst="rect">
            <a:avLst/>
          </a:prstGeom>
        </p:spPr>
        <p:txBody>
          <a:bodyPr anchor="t" rtlCol="false" tIns="0" lIns="0" bIns="0" rIns="0">
            <a:spAutoFit/>
          </a:bodyPr>
          <a:lstStyle/>
          <a:p>
            <a:pPr algn="l">
              <a:lnSpc>
                <a:spcPts val="11759"/>
              </a:lnSpc>
            </a:pPr>
            <a:r>
              <a:rPr lang="en-US" sz="10499">
                <a:solidFill>
                  <a:srgbClr val="FFFFFF"/>
                </a:solidFill>
                <a:latin typeface="Computer Says No"/>
                <a:ea typeface="Computer Says No"/>
                <a:cs typeface="Computer Says No"/>
                <a:sym typeface="Computer Says No"/>
              </a:rPr>
              <a:t>CLASE 05</a:t>
            </a:r>
          </a:p>
        </p:txBody>
      </p:sp>
      <p:sp>
        <p:nvSpPr>
          <p:cNvPr name="TextBox 26" id="26"/>
          <p:cNvSpPr txBox="true"/>
          <p:nvPr/>
        </p:nvSpPr>
        <p:spPr>
          <a:xfrm rot="0">
            <a:off x="5679767" y="4429125"/>
            <a:ext cx="6563991" cy="485775"/>
          </a:xfrm>
          <a:prstGeom prst="rect">
            <a:avLst/>
          </a:prstGeom>
        </p:spPr>
        <p:txBody>
          <a:bodyPr anchor="t" rtlCol="false" tIns="0" lIns="0" bIns="0" rIns="0">
            <a:spAutoFit/>
          </a:bodyPr>
          <a:lstStyle/>
          <a:p>
            <a:pPr algn="l" marL="0" indent="0" lvl="0">
              <a:lnSpc>
                <a:spcPts val="3600"/>
              </a:lnSpc>
              <a:spcBef>
                <a:spcPct val="0"/>
              </a:spcBef>
            </a:pPr>
            <a:r>
              <a:rPr lang="en-US" sz="3000">
                <a:solidFill>
                  <a:srgbClr val="FFFFFF"/>
                </a:solidFill>
                <a:latin typeface="Poppins Light"/>
                <a:ea typeface="Poppins Light"/>
                <a:cs typeface="Poppins Light"/>
                <a:sym typeface="Poppins Light"/>
              </a:rPr>
              <a:t>Uso de Formularios</a:t>
            </a:r>
          </a:p>
        </p:txBody>
      </p:sp>
      <p:sp>
        <p:nvSpPr>
          <p:cNvPr name="Freeform 27" id="27"/>
          <p:cNvSpPr/>
          <p:nvPr/>
        </p:nvSpPr>
        <p:spPr>
          <a:xfrm flipH="false" flipV="false" rot="0">
            <a:off x="13687079" y="1550631"/>
            <a:ext cx="3090940" cy="1994712"/>
          </a:xfrm>
          <a:custGeom>
            <a:avLst/>
            <a:gdLst/>
            <a:ahLst/>
            <a:cxnLst/>
            <a:rect r="r" b="b" t="t" l="l"/>
            <a:pathLst>
              <a:path h="1994712" w="3090940">
                <a:moveTo>
                  <a:pt x="0" y="0"/>
                </a:moveTo>
                <a:lnTo>
                  <a:pt x="3090941" y="0"/>
                </a:lnTo>
                <a:lnTo>
                  <a:pt x="3090941" y="1994711"/>
                </a:lnTo>
                <a:lnTo>
                  <a:pt x="0" y="1994711"/>
                </a:lnTo>
                <a:lnTo>
                  <a:pt x="0" y="0"/>
                </a:lnTo>
                <a:close/>
              </a:path>
            </a:pathLst>
          </a:custGeom>
          <a:blipFill>
            <a:blip r:embed="rId23"/>
            <a:stretch>
              <a:fillRect l="0" t="0" r="-118898"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92985" y="4115638"/>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77270" y="1391758"/>
            <a:ext cx="4180395" cy="2256674"/>
            <a:chOff x="0" y="0"/>
            <a:chExt cx="1101009" cy="594350"/>
          </a:xfrm>
        </p:grpSpPr>
        <p:sp>
          <p:nvSpPr>
            <p:cNvPr name="Freeform 4" id="4"/>
            <p:cNvSpPr/>
            <p:nvPr/>
          </p:nvSpPr>
          <p:spPr>
            <a:xfrm flipH="false" flipV="false" rot="0">
              <a:off x="0" y="0"/>
              <a:ext cx="1101009" cy="594350"/>
            </a:xfrm>
            <a:custGeom>
              <a:avLst/>
              <a:gdLst/>
              <a:ahLst/>
              <a:cxnLst/>
              <a:rect r="r" b="b" t="t" l="l"/>
              <a:pathLst>
                <a:path h="594350" w="1101009">
                  <a:moveTo>
                    <a:pt x="90746" y="0"/>
                  </a:moveTo>
                  <a:lnTo>
                    <a:pt x="1010263" y="0"/>
                  </a:lnTo>
                  <a:cubicBezTo>
                    <a:pt x="1060381" y="0"/>
                    <a:pt x="1101009" y="40628"/>
                    <a:pt x="1101009" y="90746"/>
                  </a:cubicBezTo>
                  <a:lnTo>
                    <a:pt x="1101009" y="503604"/>
                  </a:lnTo>
                  <a:cubicBezTo>
                    <a:pt x="1101009" y="553722"/>
                    <a:pt x="1060381" y="594350"/>
                    <a:pt x="1010263" y="594350"/>
                  </a:cubicBezTo>
                  <a:lnTo>
                    <a:pt x="90746" y="594350"/>
                  </a:lnTo>
                  <a:cubicBezTo>
                    <a:pt x="40628" y="594350"/>
                    <a:pt x="0" y="553722"/>
                    <a:pt x="0" y="503604"/>
                  </a:cubicBezTo>
                  <a:lnTo>
                    <a:pt x="0" y="90746"/>
                  </a:lnTo>
                  <a:cubicBezTo>
                    <a:pt x="0" y="40628"/>
                    <a:pt x="40628" y="0"/>
                    <a:pt x="90746" y="0"/>
                  </a:cubicBezTo>
                  <a:close/>
                </a:path>
              </a:pathLst>
            </a:custGeom>
            <a:solidFill>
              <a:srgbClr val="050E5D"/>
            </a:solidFill>
            <a:ln w="47625" cap="rnd">
              <a:solidFill>
                <a:srgbClr val="57BBFF"/>
              </a:solidFill>
              <a:prstDash val="solid"/>
              <a:round/>
            </a:ln>
          </p:spPr>
        </p:sp>
        <p:sp>
          <p:nvSpPr>
            <p:cNvPr name="TextBox 5" id="5"/>
            <p:cNvSpPr txBox="true"/>
            <p:nvPr/>
          </p:nvSpPr>
          <p:spPr>
            <a:xfrm>
              <a:off x="0" y="-47625"/>
              <a:ext cx="1101009" cy="641975"/>
            </a:xfrm>
            <a:prstGeom prst="rect">
              <a:avLst/>
            </a:prstGeom>
          </p:spPr>
          <p:txBody>
            <a:bodyPr anchor="ctr" rtlCol="false" tIns="254000" lIns="254000" bIns="254000" rIns="254000"/>
            <a:lstStyle/>
            <a:p>
              <a:pPr algn="ctr">
                <a:lnSpc>
                  <a:spcPts val="2100"/>
                </a:lnSpc>
              </a:pPr>
            </a:p>
          </p:txBody>
        </p:sp>
      </p:grpSp>
      <p:sp>
        <p:nvSpPr>
          <p:cNvPr name="Freeform 6" id="6"/>
          <p:cNvSpPr/>
          <p:nvPr/>
        </p:nvSpPr>
        <p:spPr>
          <a:xfrm flipH="false" flipV="false" rot="0">
            <a:off x="10972800" y="7854572"/>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0" y="9465127"/>
            <a:ext cx="21945600" cy="1103930"/>
            <a:chOff x="0" y="0"/>
            <a:chExt cx="29260800" cy="1471907"/>
          </a:xfrm>
        </p:grpSpPr>
        <p:sp>
          <p:nvSpPr>
            <p:cNvPr name="Freeform 8" id="8"/>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7536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9507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pic>
        <p:nvPicPr>
          <p:cNvPr name="Picture 11" id="11"/>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pic>
        <p:nvPicPr>
          <p:cNvPr name="Picture 12" id="12"/>
          <p:cNvPicPr>
            <a:picLocks noChangeAspect="true"/>
          </p:cNvPicPr>
          <p:nvPr/>
        </p:nvPicPr>
        <p:blipFill>
          <a:blip r:embed="rId9"/>
          <a:srcRect l="0" t="0" r="0" b="0"/>
          <a:stretch>
            <a:fillRect/>
          </a:stretch>
        </p:blipFill>
        <p:spPr>
          <a:xfrm flipH="false" flipV="false" rot="0">
            <a:off x="7605371" y="4150996"/>
            <a:ext cx="772120" cy="877409"/>
          </a:xfrm>
          <a:prstGeom prst="rect">
            <a:avLst/>
          </a:prstGeom>
        </p:spPr>
      </p:pic>
      <p:pic>
        <p:nvPicPr>
          <p:cNvPr name="Picture 13" id="13"/>
          <p:cNvPicPr>
            <a:picLocks noChangeAspect="true"/>
          </p:cNvPicPr>
          <p:nvPr/>
        </p:nvPicPr>
        <p:blipFill>
          <a:blip r:embed="rId10"/>
          <a:srcRect l="0" t="0" r="0" b="0"/>
          <a:stretch>
            <a:fillRect/>
          </a:stretch>
        </p:blipFill>
        <p:spPr>
          <a:xfrm flipH="false" flipV="false" rot="0">
            <a:off x="7605371" y="7299879"/>
            <a:ext cx="769314" cy="859569"/>
          </a:xfrm>
          <a:prstGeom prst="rect">
            <a:avLst/>
          </a:prstGeom>
        </p:spPr>
      </p:pic>
      <p:sp>
        <p:nvSpPr>
          <p:cNvPr name="Freeform 14" id="14"/>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577270" y="668737"/>
            <a:ext cx="1082363" cy="464432"/>
          </a:xfrm>
          <a:custGeom>
            <a:avLst/>
            <a:gdLst/>
            <a:ahLst/>
            <a:cxnLst/>
            <a:rect r="r" b="b" t="t" l="l"/>
            <a:pathLst>
              <a:path h="464432" w="1082363">
                <a:moveTo>
                  <a:pt x="0" y="0"/>
                </a:moveTo>
                <a:lnTo>
                  <a:pt x="1082364" y="0"/>
                </a:lnTo>
                <a:lnTo>
                  <a:pt x="1082364" y="464432"/>
                </a:lnTo>
                <a:lnTo>
                  <a:pt x="0" y="4644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6" id="16"/>
          <p:cNvGrpSpPr/>
          <p:nvPr/>
        </p:nvGrpSpPr>
        <p:grpSpPr>
          <a:xfrm rot="0">
            <a:off x="2251760" y="572874"/>
            <a:ext cx="1211480" cy="624416"/>
            <a:chOff x="0" y="0"/>
            <a:chExt cx="1615307" cy="832555"/>
          </a:xfrm>
        </p:grpSpPr>
        <p:sp>
          <p:nvSpPr>
            <p:cNvPr name="TextBox 17" id="17"/>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8" id="18"/>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5209095" y="713838"/>
            <a:ext cx="862336" cy="327152"/>
            <a:chOff x="0" y="0"/>
            <a:chExt cx="1149782" cy="436203"/>
          </a:xfrm>
        </p:grpSpPr>
        <p:sp>
          <p:nvSpPr>
            <p:cNvPr name="TextBox 20" id="20"/>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21" id="21"/>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grpSp>
        <p:nvGrpSpPr>
          <p:cNvPr name="Group 22" id="22"/>
          <p:cNvGrpSpPr/>
          <p:nvPr/>
        </p:nvGrpSpPr>
        <p:grpSpPr>
          <a:xfrm rot="0">
            <a:off x="3881134" y="688074"/>
            <a:ext cx="908861" cy="327152"/>
            <a:chOff x="0" y="0"/>
            <a:chExt cx="1211815" cy="436203"/>
          </a:xfrm>
        </p:grpSpPr>
        <p:sp>
          <p:nvSpPr>
            <p:cNvPr name="TextBox 23" id="23"/>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4" id="24"/>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sp>
        <p:nvSpPr>
          <p:cNvPr name="Freeform 25" id="25"/>
          <p:cNvSpPr/>
          <p:nvPr/>
        </p:nvSpPr>
        <p:spPr>
          <a:xfrm flipH="false" flipV="false" rot="0">
            <a:off x="10972800" y="3430323"/>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0972800" y="5028406"/>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0972800" y="6547889"/>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28" id="28"/>
          <p:cNvPicPr>
            <a:picLocks noChangeAspect="true"/>
          </p:cNvPicPr>
          <p:nvPr/>
        </p:nvPicPr>
        <p:blipFill>
          <a:blip r:embed="rId21"/>
          <a:srcRect l="0" t="0" r="0" b="0"/>
          <a:stretch>
            <a:fillRect/>
          </a:stretch>
        </p:blipFill>
        <p:spPr>
          <a:xfrm flipH="false" flipV="false" rot="0">
            <a:off x="7480796" y="5979035"/>
            <a:ext cx="1018464" cy="616171"/>
          </a:xfrm>
          <a:prstGeom prst="rect">
            <a:avLst/>
          </a:prstGeom>
        </p:spPr>
      </p:pic>
      <p:pic>
        <p:nvPicPr>
          <p:cNvPr name="Picture 29" id="29"/>
          <p:cNvPicPr>
            <a:picLocks noChangeAspect="true"/>
          </p:cNvPicPr>
          <p:nvPr/>
        </p:nvPicPr>
        <p:blipFill>
          <a:blip r:embed="rId22"/>
          <a:srcRect l="0" t="0" r="0" b="0"/>
          <a:stretch>
            <a:fillRect/>
          </a:stretch>
        </p:blipFill>
        <p:spPr>
          <a:xfrm flipH="false" flipV="false" rot="0">
            <a:off x="7553013" y="2319951"/>
            <a:ext cx="821672" cy="877409"/>
          </a:xfrm>
          <a:prstGeom prst="rect">
            <a:avLst/>
          </a:prstGeom>
        </p:spPr>
      </p:pic>
      <p:sp>
        <p:nvSpPr>
          <p:cNvPr name="Freeform 30" id="30"/>
          <p:cNvSpPr/>
          <p:nvPr/>
        </p:nvSpPr>
        <p:spPr>
          <a:xfrm flipH="false" flipV="false" rot="0">
            <a:off x="-185970" y="7299879"/>
            <a:ext cx="3620220" cy="2343270"/>
          </a:xfrm>
          <a:custGeom>
            <a:avLst/>
            <a:gdLst/>
            <a:ahLst/>
            <a:cxnLst/>
            <a:rect r="r" b="b" t="t" l="l"/>
            <a:pathLst>
              <a:path h="2343270" w="3620220">
                <a:moveTo>
                  <a:pt x="0" y="0"/>
                </a:moveTo>
                <a:lnTo>
                  <a:pt x="3620221" y="0"/>
                </a:lnTo>
                <a:lnTo>
                  <a:pt x="3620221" y="2343270"/>
                </a:lnTo>
                <a:lnTo>
                  <a:pt x="0" y="234327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1" id="31"/>
          <p:cNvGrpSpPr/>
          <p:nvPr/>
        </p:nvGrpSpPr>
        <p:grpSpPr>
          <a:xfrm rot="0">
            <a:off x="10701894" y="2378956"/>
            <a:ext cx="4252261" cy="759399"/>
            <a:chOff x="0" y="0"/>
            <a:chExt cx="1119937" cy="200006"/>
          </a:xfrm>
        </p:grpSpPr>
        <p:sp>
          <p:nvSpPr>
            <p:cNvPr name="Freeform 32" id="32"/>
            <p:cNvSpPr/>
            <p:nvPr/>
          </p:nvSpPr>
          <p:spPr>
            <a:xfrm flipH="false" flipV="false" rot="0">
              <a:off x="0" y="0"/>
              <a:ext cx="1119937" cy="200006"/>
            </a:xfrm>
            <a:custGeom>
              <a:avLst/>
              <a:gdLst/>
              <a:ahLst/>
              <a:cxnLst/>
              <a:rect r="r" b="b" t="t" l="l"/>
              <a:pathLst>
                <a:path h="200006" w="1119937">
                  <a:moveTo>
                    <a:pt x="92854" y="0"/>
                  </a:moveTo>
                  <a:lnTo>
                    <a:pt x="1027084" y="0"/>
                  </a:lnTo>
                  <a:cubicBezTo>
                    <a:pt x="1051710" y="0"/>
                    <a:pt x="1075327" y="9783"/>
                    <a:pt x="1092741" y="27196"/>
                  </a:cubicBezTo>
                  <a:cubicBezTo>
                    <a:pt x="1110154" y="44610"/>
                    <a:pt x="1119937" y="68227"/>
                    <a:pt x="1119937" y="92854"/>
                  </a:cubicBezTo>
                  <a:lnTo>
                    <a:pt x="1119937" y="107153"/>
                  </a:lnTo>
                  <a:cubicBezTo>
                    <a:pt x="1119937" y="131779"/>
                    <a:pt x="1110154" y="155397"/>
                    <a:pt x="1092741" y="172810"/>
                  </a:cubicBezTo>
                  <a:cubicBezTo>
                    <a:pt x="1075327" y="190224"/>
                    <a:pt x="1051710" y="200006"/>
                    <a:pt x="1027084" y="200006"/>
                  </a:cubicBezTo>
                  <a:lnTo>
                    <a:pt x="92854" y="200006"/>
                  </a:lnTo>
                  <a:cubicBezTo>
                    <a:pt x="68227" y="200006"/>
                    <a:pt x="44610" y="190224"/>
                    <a:pt x="27196" y="172810"/>
                  </a:cubicBezTo>
                  <a:cubicBezTo>
                    <a:pt x="9783" y="155397"/>
                    <a:pt x="0" y="131779"/>
                    <a:pt x="0" y="107153"/>
                  </a:cubicBezTo>
                  <a:lnTo>
                    <a:pt x="0" y="92854"/>
                  </a:lnTo>
                  <a:cubicBezTo>
                    <a:pt x="0" y="68227"/>
                    <a:pt x="9783" y="44610"/>
                    <a:pt x="27196" y="27196"/>
                  </a:cubicBezTo>
                  <a:cubicBezTo>
                    <a:pt x="44610" y="9783"/>
                    <a:pt x="68227" y="0"/>
                    <a:pt x="92854" y="0"/>
                  </a:cubicBezTo>
                  <a:close/>
                </a:path>
              </a:pathLst>
            </a:custGeom>
            <a:solidFill>
              <a:srgbClr val="03093A"/>
            </a:solidFill>
          </p:spPr>
        </p:sp>
        <p:sp>
          <p:nvSpPr>
            <p:cNvPr name="TextBox 33" id="33"/>
            <p:cNvSpPr txBox="true"/>
            <p:nvPr/>
          </p:nvSpPr>
          <p:spPr>
            <a:xfrm>
              <a:off x="0" y="0"/>
              <a:ext cx="1119937" cy="200006"/>
            </a:xfrm>
            <a:prstGeom prst="rect">
              <a:avLst/>
            </a:prstGeom>
          </p:spPr>
          <p:txBody>
            <a:bodyPr anchor="ctr" rtlCol="false" tIns="50800" lIns="50800" bIns="50800" rIns="50800"/>
            <a:lstStyle/>
            <a:p>
              <a:pPr algn="ctr">
                <a:lnSpc>
                  <a:spcPts val="2463"/>
                </a:lnSpc>
              </a:pPr>
            </a:p>
          </p:txBody>
        </p:sp>
      </p:grpSp>
      <p:sp>
        <p:nvSpPr>
          <p:cNvPr name="TextBox 34" id="34"/>
          <p:cNvSpPr txBox="true"/>
          <p:nvPr/>
        </p:nvSpPr>
        <p:spPr>
          <a:xfrm rot="0">
            <a:off x="9518873" y="2453420"/>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Uso de modulos</a:t>
            </a:r>
          </a:p>
        </p:txBody>
      </p:sp>
      <p:sp>
        <p:nvSpPr>
          <p:cNvPr name="TextBox 35" id="35"/>
          <p:cNvSpPr txBox="true"/>
          <p:nvPr/>
        </p:nvSpPr>
        <p:spPr>
          <a:xfrm rot="0">
            <a:off x="1028700" y="1924465"/>
            <a:ext cx="3039297" cy="1238886"/>
          </a:xfrm>
          <a:prstGeom prst="rect">
            <a:avLst/>
          </a:prstGeom>
        </p:spPr>
        <p:txBody>
          <a:bodyPr anchor="t" rtlCol="false" tIns="0" lIns="0" bIns="0" rIns="0">
            <a:spAutoFit/>
          </a:bodyPr>
          <a:lstStyle/>
          <a:p>
            <a:pPr algn="l">
              <a:lnSpc>
                <a:spcPts val="9520"/>
              </a:lnSpc>
            </a:pPr>
            <a:r>
              <a:rPr lang="en-US" sz="8500">
                <a:solidFill>
                  <a:srgbClr val="FFFFFF"/>
                </a:solidFill>
                <a:latin typeface="Computer Says No"/>
                <a:ea typeface="Computer Says No"/>
                <a:cs typeface="Computer Says No"/>
                <a:sym typeface="Computer Says No"/>
              </a:rPr>
              <a:t>AGENDA</a:t>
            </a:r>
          </a:p>
        </p:txBody>
      </p:sp>
      <p:grpSp>
        <p:nvGrpSpPr>
          <p:cNvPr name="Group 36" id="36"/>
          <p:cNvGrpSpPr/>
          <p:nvPr/>
        </p:nvGrpSpPr>
        <p:grpSpPr>
          <a:xfrm rot="0">
            <a:off x="10701894" y="4355941"/>
            <a:ext cx="4344454" cy="605790"/>
            <a:chOff x="0" y="0"/>
            <a:chExt cx="1144218" cy="159550"/>
          </a:xfrm>
        </p:grpSpPr>
        <p:sp>
          <p:nvSpPr>
            <p:cNvPr name="Freeform 37" id="37"/>
            <p:cNvSpPr/>
            <p:nvPr/>
          </p:nvSpPr>
          <p:spPr>
            <a:xfrm flipH="false" flipV="false" rot="0">
              <a:off x="0" y="0"/>
              <a:ext cx="1144218" cy="159550"/>
            </a:xfrm>
            <a:custGeom>
              <a:avLst/>
              <a:gdLst/>
              <a:ahLst/>
              <a:cxnLst/>
              <a:rect r="r" b="b" t="t" l="l"/>
              <a:pathLst>
                <a:path h="159550" w="1144218">
                  <a:moveTo>
                    <a:pt x="79775" y="0"/>
                  </a:moveTo>
                  <a:lnTo>
                    <a:pt x="1064443" y="0"/>
                  </a:lnTo>
                  <a:cubicBezTo>
                    <a:pt x="1085601" y="0"/>
                    <a:pt x="1105892" y="8405"/>
                    <a:pt x="1120853" y="23365"/>
                  </a:cubicBezTo>
                  <a:cubicBezTo>
                    <a:pt x="1135813" y="38326"/>
                    <a:pt x="1144218" y="58617"/>
                    <a:pt x="1144218" y="79775"/>
                  </a:cubicBezTo>
                  <a:lnTo>
                    <a:pt x="1144218" y="79775"/>
                  </a:lnTo>
                  <a:cubicBezTo>
                    <a:pt x="1144218" y="123833"/>
                    <a:pt x="1108502" y="159550"/>
                    <a:pt x="1064443" y="159550"/>
                  </a:cubicBezTo>
                  <a:lnTo>
                    <a:pt x="79775" y="159550"/>
                  </a:lnTo>
                  <a:cubicBezTo>
                    <a:pt x="58617" y="159550"/>
                    <a:pt x="38326" y="151145"/>
                    <a:pt x="23365" y="136184"/>
                  </a:cubicBezTo>
                  <a:cubicBezTo>
                    <a:pt x="8405" y="121223"/>
                    <a:pt x="0" y="100932"/>
                    <a:pt x="0" y="79775"/>
                  </a:cubicBezTo>
                  <a:lnTo>
                    <a:pt x="0" y="79775"/>
                  </a:lnTo>
                  <a:cubicBezTo>
                    <a:pt x="0" y="58617"/>
                    <a:pt x="8405" y="38326"/>
                    <a:pt x="23365" y="23365"/>
                  </a:cubicBezTo>
                  <a:cubicBezTo>
                    <a:pt x="38326" y="8405"/>
                    <a:pt x="58617" y="0"/>
                    <a:pt x="79775" y="0"/>
                  </a:cubicBezTo>
                  <a:close/>
                </a:path>
              </a:pathLst>
            </a:custGeom>
            <a:solidFill>
              <a:srgbClr val="03093A"/>
            </a:solidFill>
          </p:spPr>
        </p:sp>
        <p:sp>
          <p:nvSpPr>
            <p:cNvPr name="TextBox 38" id="38"/>
            <p:cNvSpPr txBox="true"/>
            <p:nvPr/>
          </p:nvSpPr>
          <p:spPr>
            <a:xfrm>
              <a:off x="0" y="0"/>
              <a:ext cx="1144218" cy="159550"/>
            </a:xfrm>
            <a:prstGeom prst="rect">
              <a:avLst/>
            </a:prstGeom>
          </p:spPr>
          <p:txBody>
            <a:bodyPr anchor="ctr" rtlCol="false" tIns="50800" lIns="50800" bIns="50800" rIns="50800"/>
            <a:lstStyle/>
            <a:p>
              <a:pPr algn="ctr">
                <a:lnSpc>
                  <a:spcPts val="2463"/>
                </a:lnSpc>
              </a:pPr>
            </a:p>
          </p:txBody>
        </p:sp>
      </p:grpSp>
      <p:sp>
        <p:nvSpPr>
          <p:cNvPr name="TextBox 39" id="39"/>
          <p:cNvSpPr txBox="true"/>
          <p:nvPr/>
        </p:nvSpPr>
        <p:spPr>
          <a:xfrm rot="0">
            <a:off x="9518873" y="4403566"/>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Crear y Gestionar Módulos</a:t>
            </a:r>
          </a:p>
        </p:txBody>
      </p:sp>
      <p:grpSp>
        <p:nvGrpSpPr>
          <p:cNvPr name="Group 40" id="40"/>
          <p:cNvGrpSpPr/>
          <p:nvPr/>
        </p:nvGrpSpPr>
        <p:grpSpPr>
          <a:xfrm rot="0">
            <a:off x="10879815" y="5646961"/>
            <a:ext cx="4166532" cy="664149"/>
            <a:chOff x="0" y="0"/>
            <a:chExt cx="1097358" cy="174920"/>
          </a:xfrm>
        </p:grpSpPr>
        <p:sp>
          <p:nvSpPr>
            <p:cNvPr name="Freeform 41" id="41"/>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2" id="42"/>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3" id="43"/>
          <p:cNvSpPr txBox="true"/>
          <p:nvPr/>
        </p:nvSpPr>
        <p:spPr>
          <a:xfrm rot="0">
            <a:off x="9518873" y="5818496"/>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Formularios múltiples</a:t>
            </a:r>
          </a:p>
        </p:txBody>
      </p:sp>
      <p:grpSp>
        <p:nvGrpSpPr>
          <p:cNvPr name="Group 44" id="44"/>
          <p:cNvGrpSpPr/>
          <p:nvPr/>
        </p:nvGrpSpPr>
        <p:grpSpPr>
          <a:xfrm rot="0">
            <a:off x="10879815" y="7190423"/>
            <a:ext cx="4166532" cy="664149"/>
            <a:chOff x="0" y="0"/>
            <a:chExt cx="1097358" cy="174920"/>
          </a:xfrm>
        </p:grpSpPr>
        <p:sp>
          <p:nvSpPr>
            <p:cNvPr name="Freeform 45" id="45"/>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6" id="46"/>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7" id="47"/>
          <p:cNvSpPr txBox="true"/>
          <p:nvPr/>
        </p:nvSpPr>
        <p:spPr>
          <a:xfrm rot="0">
            <a:off x="9773339" y="7233204"/>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Navegación entre formularios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10040042" y="2004177"/>
            <a:ext cx="6681820" cy="5855101"/>
            <a:chOff x="0" y="0"/>
            <a:chExt cx="1759821" cy="1542084"/>
          </a:xfrm>
        </p:grpSpPr>
        <p:sp>
          <p:nvSpPr>
            <p:cNvPr name="Freeform 3" id="3"/>
            <p:cNvSpPr/>
            <p:nvPr/>
          </p:nvSpPr>
          <p:spPr>
            <a:xfrm flipH="false" flipV="false" rot="0">
              <a:off x="0" y="0"/>
              <a:ext cx="1759821" cy="1542084"/>
            </a:xfrm>
            <a:custGeom>
              <a:avLst/>
              <a:gdLst/>
              <a:ahLst/>
              <a:cxnLst/>
              <a:rect r="r" b="b" t="t" l="l"/>
              <a:pathLst>
                <a:path h="1542084" w="1759821">
                  <a:moveTo>
                    <a:pt x="59091" y="0"/>
                  </a:moveTo>
                  <a:lnTo>
                    <a:pt x="1700730" y="0"/>
                  </a:lnTo>
                  <a:cubicBezTo>
                    <a:pt x="1716401" y="0"/>
                    <a:pt x="1731432" y="6226"/>
                    <a:pt x="1742513" y="17307"/>
                  </a:cubicBezTo>
                  <a:cubicBezTo>
                    <a:pt x="1753595" y="28389"/>
                    <a:pt x="1759821" y="43419"/>
                    <a:pt x="1759821" y="59091"/>
                  </a:cubicBezTo>
                  <a:lnTo>
                    <a:pt x="1759821" y="1482993"/>
                  </a:lnTo>
                  <a:cubicBezTo>
                    <a:pt x="1759821" y="1515628"/>
                    <a:pt x="1733365" y="1542084"/>
                    <a:pt x="1700730" y="1542084"/>
                  </a:cubicBezTo>
                  <a:lnTo>
                    <a:pt x="59091" y="1542084"/>
                  </a:lnTo>
                  <a:cubicBezTo>
                    <a:pt x="43419" y="1542084"/>
                    <a:pt x="28389" y="1535859"/>
                    <a:pt x="17307" y="1524777"/>
                  </a:cubicBezTo>
                  <a:cubicBezTo>
                    <a:pt x="6226" y="1513695"/>
                    <a:pt x="0" y="1498665"/>
                    <a:pt x="0" y="1482993"/>
                  </a:cubicBezTo>
                  <a:lnTo>
                    <a:pt x="0" y="59091"/>
                  </a:lnTo>
                  <a:cubicBezTo>
                    <a:pt x="0" y="43419"/>
                    <a:pt x="6226" y="28389"/>
                    <a:pt x="17307" y="17307"/>
                  </a:cubicBezTo>
                  <a:cubicBezTo>
                    <a:pt x="28389" y="6226"/>
                    <a:pt x="43419" y="0"/>
                    <a:pt x="59091" y="0"/>
                  </a:cubicBezTo>
                  <a:close/>
                </a:path>
              </a:pathLst>
            </a:custGeom>
            <a:solidFill>
              <a:srgbClr val="FFFFFF"/>
            </a:solidFill>
          </p:spPr>
        </p:sp>
        <p:sp>
          <p:nvSpPr>
            <p:cNvPr name="TextBox 4" id="4"/>
            <p:cNvSpPr txBox="true"/>
            <p:nvPr/>
          </p:nvSpPr>
          <p:spPr>
            <a:xfrm>
              <a:off x="0" y="0"/>
              <a:ext cx="1759821" cy="1542084"/>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317044" y="3328708"/>
            <a:ext cx="7531533" cy="5474335"/>
            <a:chOff x="0" y="0"/>
            <a:chExt cx="1983614" cy="1441800"/>
          </a:xfrm>
        </p:grpSpPr>
        <p:sp>
          <p:nvSpPr>
            <p:cNvPr name="Freeform 26" id="26"/>
            <p:cNvSpPr/>
            <p:nvPr/>
          </p:nvSpPr>
          <p:spPr>
            <a:xfrm flipH="false" flipV="false" rot="0">
              <a:off x="0" y="0"/>
              <a:ext cx="1983614" cy="1441800"/>
            </a:xfrm>
            <a:custGeom>
              <a:avLst/>
              <a:gdLst/>
              <a:ahLst/>
              <a:cxnLst/>
              <a:rect r="r" b="b" t="t" l="l"/>
              <a:pathLst>
                <a:path h="1441800" w="1983614">
                  <a:moveTo>
                    <a:pt x="50369" y="0"/>
                  </a:moveTo>
                  <a:lnTo>
                    <a:pt x="1933245" y="0"/>
                  </a:lnTo>
                  <a:cubicBezTo>
                    <a:pt x="1946604" y="0"/>
                    <a:pt x="1959415" y="5307"/>
                    <a:pt x="1968861" y="14753"/>
                  </a:cubicBezTo>
                  <a:cubicBezTo>
                    <a:pt x="1978307" y="24199"/>
                    <a:pt x="1983614" y="37010"/>
                    <a:pt x="1983614" y="50369"/>
                  </a:cubicBezTo>
                  <a:lnTo>
                    <a:pt x="1983614" y="1391431"/>
                  </a:lnTo>
                  <a:cubicBezTo>
                    <a:pt x="1983614" y="1419249"/>
                    <a:pt x="1961063" y="1441800"/>
                    <a:pt x="1933245" y="1441800"/>
                  </a:cubicBezTo>
                  <a:lnTo>
                    <a:pt x="50369" y="1441800"/>
                  </a:lnTo>
                  <a:cubicBezTo>
                    <a:pt x="22551" y="1441800"/>
                    <a:pt x="0" y="1419249"/>
                    <a:pt x="0" y="1391431"/>
                  </a:cubicBezTo>
                  <a:lnTo>
                    <a:pt x="0" y="50369"/>
                  </a:lnTo>
                  <a:cubicBezTo>
                    <a:pt x="0" y="22551"/>
                    <a:pt x="22551" y="0"/>
                    <a:pt x="50369" y="0"/>
                  </a:cubicBezTo>
                  <a:close/>
                </a:path>
              </a:pathLst>
            </a:custGeom>
            <a:solidFill>
              <a:srgbClr val="3613C8"/>
            </a:solidFill>
            <a:ln w="47625" cap="rnd">
              <a:solidFill>
                <a:srgbClr val="57BBFF"/>
              </a:solidFill>
              <a:prstDash val="solid"/>
              <a:round/>
            </a:ln>
          </p:spPr>
        </p:sp>
        <p:sp>
          <p:nvSpPr>
            <p:cNvPr name="TextBox 27" id="27"/>
            <p:cNvSpPr txBox="true"/>
            <p:nvPr/>
          </p:nvSpPr>
          <p:spPr>
            <a:xfrm>
              <a:off x="0" y="-66675"/>
              <a:ext cx="1983614" cy="1508475"/>
            </a:xfrm>
            <a:prstGeom prst="rect">
              <a:avLst/>
            </a:prstGeom>
          </p:spPr>
          <p:txBody>
            <a:bodyPr anchor="t" rtlCol="false" tIns="254000" lIns="254000" bIns="254000" rIns="254000"/>
            <a:lstStyle/>
            <a:p>
              <a:pPr algn="just">
                <a:lnSpc>
                  <a:spcPts val="3499"/>
                </a:lnSpc>
              </a:pPr>
              <a:r>
                <a:rPr lang="en-US" sz="2499">
                  <a:solidFill>
                    <a:srgbClr val="FFFFFF"/>
                  </a:solidFill>
                  <a:latin typeface="Poppins Light"/>
                  <a:ea typeface="Poppins Light"/>
                  <a:cs typeface="Poppins Light"/>
                  <a:sym typeface="Poppins Light"/>
                </a:rPr>
                <a:t>Un módulo es un contenedor que permite agrupar funciones, procedimientos y variables globales, haciendo el código más organizado y accesible desde cualquier parte de la aplicación. Los módulos son esenciales para mantener una estructura de código limpia y para reducir la redundancia, ya que cualquier función definida en un módulo puede ser utilizada en otros formularios sin necesidad de duplicación.</a:t>
              </a:r>
            </a:p>
          </p:txBody>
        </p:sp>
      </p:grpSp>
      <p:sp>
        <p:nvSpPr>
          <p:cNvPr name="Freeform 28" id="28"/>
          <p:cNvSpPr/>
          <p:nvPr/>
        </p:nvSpPr>
        <p:spPr>
          <a:xfrm flipH="false" flipV="false" rot="0">
            <a:off x="10133308" y="2464200"/>
            <a:ext cx="6588554" cy="4935056"/>
          </a:xfrm>
          <a:custGeom>
            <a:avLst/>
            <a:gdLst/>
            <a:ahLst/>
            <a:cxnLst/>
            <a:rect r="r" b="b" t="t" l="l"/>
            <a:pathLst>
              <a:path h="4935056" w="6588554">
                <a:moveTo>
                  <a:pt x="0" y="0"/>
                </a:moveTo>
                <a:lnTo>
                  <a:pt x="6588554" y="0"/>
                </a:lnTo>
                <a:lnTo>
                  <a:pt x="6588554" y="4935056"/>
                </a:lnTo>
                <a:lnTo>
                  <a:pt x="0" y="4935056"/>
                </a:lnTo>
                <a:lnTo>
                  <a:pt x="0" y="0"/>
                </a:lnTo>
                <a:close/>
              </a:path>
            </a:pathLst>
          </a:custGeom>
          <a:blipFill>
            <a:blip r:embed="rId18"/>
            <a:stretch>
              <a:fillRect l="0" t="0" r="0" b="0"/>
            </a:stretch>
          </a:blipFill>
        </p:spPr>
      </p:sp>
      <p:sp>
        <p:nvSpPr>
          <p:cNvPr name="TextBox 29" id="29"/>
          <p:cNvSpPr txBox="true"/>
          <p:nvPr/>
        </p:nvSpPr>
        <p:spPr>
          <a:xfrm rot="0">
            <a:off x="317044" y="1279836"/>
            <a:ext cx="7872195" cy="1515357"/>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MODULOS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317573"/>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76200"/>
              <a:ext cx="3237719" cy="2511646"/>
            </a:xfrm>
            <a:prstGeom prst="rect">
              <a:avLst/>
            </a:prstGeom>
          </p:spPr>
          <p:txBody>
            <a:bodyPr anchor="t" rtlCol="false" tIns="254000" lIns="254000" bIns="254000" rIns="254000"/>
            <a:lstStyle/>
            <a:p>
              <a:pPr algn="l">
                <a:lnSpc>
                  <a:spcPts val="4199"/>
                </a:lnSpc>
              </a:pPr>
            </a:p>
            <a:p>
              <a:pPr algn="l">
                <a:lnSpc>
                  <a:spcPts val="4199"/>
                </a:lnSpc>
              </a:pPr>
            </a:p>
            <a:p>
              <a:pPr algn="l">
                <a:lnSpc>
                  <a:spcPts val="4199"/>
                </a:lnSpc>
              </a:pPr>
            </a:p>
            <a:p>
              <a:pPr algn="l">
                <a:lnSpc>
                  <a:spcPts val="4199"/>
                </a:lnSpc>
              </a:pPr>
              <a:r>
                <a:rPr lang="en-US" sz="2999">
                  <a:solidFill>
                    <a:srgbClr val="FFFFFF"/>
                  </a:solidFill>
                  <a:latin typeface="Poppins Light"/>
                  <a:ea typeface="Poppins Light"/>
                  <a:cs typeface="Poppins Light"/>
                  <a:sym typeface="Poppins Light"/>
                </a:rPr>
                <a:t>      Otras sintaxis</a:t>
              </a: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3912565" y="748671"/>
            <a:ext cx="7872195"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USO DE MODULOS</a:t>
            </a:r>
          </a:p>
        </p:txBody>
      </p:sp>
      <p:pic>
        <p:nvPicPr>
          <p:cNvPr name="Picture 14" id="14"/>
          <p:cNvPicPr>
            <a:picLocks noChangeAspect="true"/>
          </p:cNvPicPr>
          <p:nvPr>
            <a:videoFile r:link="rId11"/>
          </p:nvPr>
        </p:nvPicPr>
        <p:blipFill>
          <a:blip r:embed="rId10"/>
          <a:stretch>
            <a:fillRect/>
          </a:stretch>
        </p:blipFill>
        <p:spPr>
          <a:xfrm rot="0">
            <a:off x="5598069" y="3086100"/>
            <a:ext cx="8229600" cy="61722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317573"/>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76200"/>
              <a:ext cx="3237719" cy="2511646"/>
            </a:xfrm>
            <a:prstGeom prst="rect">
              <a:avLst/>
            </a:prstGeom>
          </p:spPr>
          <p:txBody>
            <a:bodyPr anchor="t" rtlCol="false" tIns="254000" lIns="254000" bIns="254000" rIns="254000"/>
            <a:lstStyle/>
            <a:p>
              <a:pPr algn="l">
                <a:lnSpc>
                  <a:spcPts val="4199"/>
                </a:lnSpc>
              </a:pPr>
            </a:p>
            <a:p>
              <a:pPr algn="l">
                <a:lnSpc>
                  <a:spcPts val="4199"/>
                </a:lnSpc>
              </a:pPr>
            </a:p>
            <a:p>
              <a:pPr algn="l">
                <a:lnSpc>
                  <a:spcPts val="4199"/>
                </a:lnSpc>
              </a:pPr>
            </a:p>
            <a:p>
              <a:pPr algn="l">
                <a:lnSpc>
                  <a:spcPts val="4199"/>
                </a:lnSpc>
              </a:pPr>
              <a:r>
                <a:rPr lang="en-US" sz="2999">
                  <a:solidFill>
                    <a:srgbClr val="FFFFFF"/>
                  </a:solidFill>
                  <a:latin typeface="Poppins Light"/>
                  <a:ea typeface="Poppins Light"/>
                  <a:cs typeface="Poppins Light"/>
                  <a:sym typeface="Poppins Light"/>
                </a:rPr>
                <a:t>      Ejemplo</a:t>
              </a: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4045662" y="3507485"/>
            <a:ext cx="9573416" cy="4559357"/>
            <a:chOff x="0" y="0"/>
            <a:chExt cx="2521393" cy="1200818"/>
          </a:xfrm>
        </p:grpSpPr>
        <p:sp>
          <p:nvSpPr>
            <p:cNvPr name="Freeform 14" id="14"/>
            <p:cNvSpPr/>
            <p:nvPr/>
          </p:nvSpPr>
          <p:spPr>
            <a:xfrm flipH="false" flipV="false" rot="0">
              <a:off x="0" y="0"/>
              <a:ext cx="2521393" cy="1200818"/>
            </a:xfrm>
            <a:custGeom>
              <a:avLst/>
              <a:gdLst/>
              <a:ahLst/>
              <a:cxnLst/>
              <a:rect r="r" b="b" t="t" l="l"/>
              <a:pathLst>
                <a:path h="1200818" w="2521393">
                  <a:moveTo>
                    <a:pt x="39626" y="0"/>
                  </a:moveTo>
                  <a:lnTo>
                    <a:pt x="2481768" y="0"/>
                  </a:lnTo>
                  <a:cubicBezTo>
                    <a:pt x="2492277" y="0"/>
                    <a:pt x="2502356" y="4175"/>
                    <a:pt x="2509787" y="11606"/>
                  </a:cubicBezTo>
                  <a:cubicBezTo>
                    <a:pt x="2517218" y="19037"/>
                    <a:pt x="2521393" y="29116"/>
                    <a:pt x="2521393" y="39626"/>
                  </a:cubicBezTo>
                  <a:lnTo>
                    <a:pt x="2521393" y="1161192"/>
                  </a:lnTo>
                  <a:cubicBezTo>
                    <a:pt x="2521393" y="1183077"/>
                    <a:pt x="2503652" y="1200818"/>
                    <a:pt x="2481768" y="1200818"/>
                  </a:cubicBezTo>
                  <a:lnTo>
                    <a:pt x="39626" y="1200818"/>
                  </a:lnTo>
                  <a:cubicBezTo>
                    <a:pt x="29116" y="1200818"/>
                    <a:pt x="19037" y="1196643"/>
                    <a:pt x="11606" y="1189212"/>
                  </a:cubicBezTo>
                  <a:cubicBezTo>
                    <a:pt x="4175" y="1181781"/>
                    <a:pt x="0" y="1171702"/>
                    <a:pt x="0" y="1161192"/>
                  </a:cubicBezTo>
                  <a:lnTo>
                    <a:pt x="0" y="39626"/>
                  </a:lnTo>
                  <a:cubicBezTo>
                    <a:pt x="0" y="29116"/>
                    <a:pt x="4175" y="19037"/>
                    <a:pt x="11606" y="11606"/>
                  </a:cubicBezTo>
                  <a:cubicBezTo>
                    <a:pt x="19037" y="4175"/>
                    <a:pt x="29116" y="0"/>
                    <a:pt x="39626" y="0"/>
                  </a:cubicBezTo>
                  <a:close/>
                </a:path>
              </a:pathLst>
            </a:custGeom>
            <a:solidFill>
              <a:srgbClr val="050E5D"/>
            </a:solidFill>
            <a:ln w="47625" cap="rnd">
              <a:solidFill>
                <a:srgbClr val="57BBFF"/>
              </a:solidFill>
              <a:prstDash val="solid"/>
              <a:round/>
            </a:ln>
          </p:spPr>
        </p:sp>
        <p:sp>
          <p:nvSpPr>
            <p:cNvPr name="TextBox 15" id="15"/>
            <p:cNvSpPr txBox="true"/>
            <p:nvPr/>
          </p:nvSpPr>
          <p:spPr>
            <a:xfrm>
              <a:off x="0" y="-114300"/>
              <a:ext cx="2521393" cy="1315118"/>
            </a:xfrm>
            <a:prstGeom prst="rect">
              <a:avLst/>
            </a:prstGeom>
          </p:spPr>
          <p:txBody>
            <a:bodyPr anchor="t" rtlCol="false" tIns="254000" lIns="254000" bIns="254000" rIns="254000"/>
            <a:lstStyle/>
            <a:p>
              <a:pPr algn="l">
                <a:lnSpc>
                  <a:spcPts val="5179"/>
                </a:lnSpc>
              </a:pPr>
              <a:r>
                <a:rPr lang="en-US" sz="3699">
                  <a:solidFill>
                    <a:srgbClr val="FFFFFF"/>
                  </a:solidFill>
                  <a:latin typeface="Poppins Light"/>
                  <a:ea typeface="Poppins Light"/>
                  <a:cs typeface="Poppins Light"/>
                  <a:sym typeface="Poppins Light"/>
                </a:rPr>
                <a:t>En un módulo podemos almacenar funciones matemáticas como Suma, Resta, Multiplicación, y acceder a ellas desde cualquier formulario de la aplicación.</a:t>
              </a:r>
            </a:p>
          </p:txBody>
        </p:sp>
      </p:grpSp>
      <p:sp>
        <p:nvSpPr>
          <p:cNvPr name="Freeform 16" id="16"/>
          <p:cNvSpPr/>
          <p:nvPr/>
        </p:nvSpPr>
        <p:spPr>
          <a:xfrm flipH="false" flipV="false" rot="0">
            <a:off x="14008076" y="3363975"/>
            <a:ext cx="1349465" cy="1349465"/>
          </a:xfrm>
          <a:custGeom>
            <a:avLst/>
            <a:gdLst/>
            <a:ahLst/>
            <a:cxnLst/>
            <a:rect r="r" b="b" t="t" l="l"/>
            <a:pathLst>
              <a:path h="1349465" w="1349465">
                <a:moveTo>
                  <a:pt x="0" y="0"/>
                </a:moveTo>
                <a:lnTo>
                  <a:pt x="1349465" y="0"/>
                </a:lnTo>
                <a:lnTo>
                  <a:pt x="1349465" y="1349465"/>
                </a:lnTo>
                <a:lnTo>
                  <a:pt x="0" y="13494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4008076" y="5317644"/>
            <a:ext cx="1297057" cy="1297057"/>
          </a:xfrm>
          <a:custGeom>
            <a:avLst/>
            <a:gdLst/>
            <a:ahLst/>
            <a:cxnLst/>
            <a:rect r="r" b="b" t="t" l="l"/>
            <a:pathLst>
              <a:path h="1297057" w="1297057">
                <a:moveTo>
                  <a:pt x="0" y="0"/>
                </a:moveTo>
                <a:lnTo>
                  <a:pt x="1297056" y="0"/>
                </a:lnTo>
                <a:lnTo>
                  <a:pt x="1297056" y="1297057"/>
                </a:lnTo>
                <a:lnTo>
                  <a:pt x="0" y="12970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14092891" y="7167546"/>
            <a:ext cx="1075018" cy="1101042"/>
          </a:xfrm>
          <a:custGeom>
            <a:avLst/>
            <a:gdLst/>
            <a:ahLst/>
            <a:cxnLst/>
            <a:rect r="r" b="b" t="t" l="l"/>
            <a:pathLst>
              <a:path h="1101042" w="1075018">
                <a:moveTo>
                  <a:pt x="0" y="0"/>
                </a:moveTo>
                <a:lnTo>
                  <a:pt x="1075018" y="0"/>
                </a:lnTo>
                <a:lnTo>
                  <a:pt x="1075018" y="1101043"/>
                </a:lnTo>
                <a:lnTo>
                  <a:pt x="0" y="110104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9" id="19"/>
          <p:cNvSpPr txBox="true"/>
          <p:nvPr/>
        </p:nvSpPr>
        <p:spPr>
          <a:xfrm rot="0">
            <a:off x="3912565" y="748671"/>
            <a:ext cx="7872195"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USO DE MODULOS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25320" y="106182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7002032" y="6114605"/>
            <a:ext cx="3590504" cy="3590504"/>
          </a:xfrm>
          <a:custGeom>
            <a:avLst/>
            <a:gdLst/>
            <a:ahLst/>
            <a:cxnLst/>
            <a:rect r="r" b="b" t="t" l="l"/>
            <a:pathLst>
              <a:path h="3590504" w="3590504">
                <a:moveTo>
                  <a:pt x="0" y="0"/>
                </a:moveTo>
                <a:lnTo>
                  <a:pt x="3590504" y="0"/>
                </a:lnTo>
                <a:lnTo>
                  <a:pt x="3590504" y="3590504"/>
                </a:lnTo>
                <a:lnTo>
                  <a:pt x="0" y="3590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8" id="18"/>
          <p:cNvGrpSpPr/>
          <p:nvPr/>
        </p:nvGrpSpPr>
        <p:grpSpPr>
          <a:xfrm rot="0">
            <a:off x="14507255" y="697028"/>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50E5D"/>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2" action="ppaction://hlinksldjump"/>
                </a:rPr>
                <a:t>Agenda Page</a:t>
              </a:r>
            </a:p>
          </p:txBody>
        </p:sp>
      </p:grpSp>
      <p:sp>
        <p:nvSpPr>
          <p:cNvPr name="Freeform 21" id="21"/>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pic>
        <p:nvPicPr>
          <p:cNvPr name="Picture 22" id="22"/>
          <p:cNvPicPr>
            <a:picLocks noChangeAspect="true"/>
          </p:cNvPicPr>
          <p:nvPr/>
        </p:nvPicPr>
        <p:blipFill>
          <a:blip r:embed="rId25"/>
          <a:srcRect l="0" t="0" r="0" b="0"/>
          <a:stretch>
            <a:fillRect/>
          </a:stretch>
        </p:blipFill>
        <p:spPr>
          <a:xfrm flipH="false" flipV="false" rot="0">
            <a:off x="4751254" y="6789831"/>
            <a:ext cx="971251" cy="1103694"/>
          </a:xfrm>
          <a:prstGeom prst="rect">
            <a:avLst/>
          </a:prstGeom>
        </p:spPr>
      </p:pic>
      <p:pic>
        <p:nvPicPr>
          <p:cNvPr name="Picture 23" id="23"/>
          <p:cNvPicPr>
            <a:picLocks noChangeAspect="true"/>
          </p:cNvPicPr>
          <p:nvPr/>
        </p:nvPicPr>
        <p:blipFill>
          <a:blip r:embed="rId26"/>
          <a:srcRect l="0" t="0" r="0" b="0"/>
          <a:stretch>
            <a:fillRect/>
          </a:stretch>
        </p:blipFill>
        <p:spPr>
          <a:xfrm flipH="false" flipV="false" rot="0">
            <a:off x="11868886" y="6773499"/>
            <a:ext cx="1003961" cy="1120026"/>
          </a:xfrm>
          <a:prstGeom prst="rect">
            <a:avLst/>
          </a:prstGeom>
        </p:spPr>
      </p:pic>
      <p:pic>
        <p:nvPicPr>
          <p:cNvPr name="Picture 24" id="24"/>
          <p:cNvPicPr>
            <a:picLocks noChangeAspect="true"/>
          </p:cNvPicPr>
          <p:nvPr/>
        </p:nvPicPr>
        <p:blipFill>
          <a:blip r:embed="rId27"/>
          <a:srcRect l="0" t="0" r="0" b="0"/>
          <a:stretch>
            <a:fillRect/>
          </a:stretch>
        </p:blipFill>
        <p:spPr>
          <a:xfrm flipH="false" flipV="false" rot="0">
            <a:off x="2719050" y="2222014"/>
            <a:ext cx="517579" cy="539145"/>
          </a:xfrm>
          <a:prstGeom prst="rect">
            <a:avLst/>
          </a:prstGeom>
        </p:spPr>
      </p:pic>
      <p:pic>
        <p:nvPicPr>
          <p:cNvPr name="Picture 25" id="25"/>
          <p:cNvPicPr>
            <a:picLocks noChangeAspect="true"/>
          </p:cNvPicPr>
          <p:nvPr/>
        </p:nvPicPr>
        <p:blipFill>
          <a:blip r:embed="rId27"/>
          <a:srcRect l="0" t="0" r="0" b="0"/>
          <a:stretch>
            <a:fillRect/>
          </a:stretch>
        </p:blipFill>
        <p:spPr>
          <a:xfrm flipH="false" flipV="false" rot="0">
            <a:off x="15104488" y="2491586"/>
            <a:ext cx="517579" cy="539145"/>
          </a:xfrm>
          <a:prstGeom prst="rect">
            <a:avLst/>
          </a:prstGeom>
        </p:spPr>
      </p:pic>
      <p:sp>
        <p:nvSpPr>
          <p:cNvPr name="Freeform 26" id="26"/>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28" id="28"/>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30" id="30"/>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1" id="31"/>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2" id="32"/>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3" id="33"/>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4" id="34"/>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4">
              <a:extLst>
                <a:ext uri="{96DAC541-7B7A-43D3-8B79-37D633B846F1}">
                  <asvg:svgBlip xmlns:asvg="http://schemas.microsoft.com/office/drawing/2016/SVG/main" r:embed="rId35"/>
                </a:ext>
              </a:extLst>
            </a:blip>
            <a:stretch>
              <a:fillRect l="0" t="0" r="0" b="-10100"/>
            </a:stretch>
          </a:blipFill>
        </p:spPr>
      </p:sp>
      <p:sp>
        <p:nvSpPr>
          <p:cNvPr name="Freeform 35" id="35"/>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6">
              <a:extLst>
                <a:ext uri="{96DAC541-7B7A-43D3-8B79-37D633B846F1}">
                  <asvg:svgBlip xmlns:asvg="http://schemas.microsoft.com/office/drawing/2016/SVG/main" r:embed="rId37"/>
                </a:ext>
              </a:extLst>
            </a:blip>
            <a:stretch>
              <a:fillRect l="0" t="0" r="0" b="-4299"/>
            </a:stretch>
          </a:blipFill>
        </p:spPr>
      </p:sp>
      <p:grpSp>
        <p:nvGrpSpPr>
          <p:cNvPr name="Group 36" id="36"/>
          <p:cNvGrpSpPr/>
          <p:nvPr/>
        </p:nvGrpSpPr>
        <p:grpSpPr>
          <a:xfrm rot="0">
            <a:off x="2184525" y="2222014"/>
            <a:ext cx="7839250" cy="6864455"/>
            <a:chOff x="0" y="0"/>
            <a:chExt cx="2064658" cy="1807922"/>
          </a:xfrm>
        </p:grpSpPr>
        <p:sp>
          <p:nvSpPr>
            <p:cNvPr name="Freeform 37" id="37"/>
            <p:cNvSpPr/>
            <p:nvPr/>
          </p:nvSpPr>
          <p:spPr>
            <a:xfrm flipH="false" flipV="false" rot="0">
              <a:off x="0" y="0"/>
              <a:ext cx="2064658" cy="1807922"/>
            </a:xfrm>
            <a:custGeom>
              <a:avLst/>
              <a:gdLst/>
              <a:ahLst/>
              <a:cxnLst/>
              <a:rect r="r" b="b" t="t" l="l"/>
              <a:pathLst>
                <a:path h="1807922" w="2064658">
                  <a:moveTo>
                    <a:pt x="50367" y="0"/>
                  </a:moveTo>
                  <a:lnTo>
                    <a:pt x="2014292" y="0"/>
                  </a:lnTo>
                  <a:cubicBezTo>
                    <a:pt x="2042108" y="0"/>
                    <a:pt x="2064658" y="22550"/>
                    <a:pt x="2064658" y="50367"/>
                  </a:cubicBezTo>
                  <a:lnTo>
                    <a:pt x="2064658" y="1757555"/>
                  </a:lnTo>
                  <a:cubicBezTo>
                    <a:pt x="2064658" y="1770914"/>
                    <a:pt x="2059352" y="1783724"/>
                    <a:pt x="2049906" y="1793170"/>
                  </a:cubicBezTo>
                  <a:cubicBezTo>
                    <a:pt x="2040461" y="1802616"/>
                    <a:pt x="2027650" y="1807922"/>
                    <a:pt x="2014292" y="1807922"/>
                  </a:cubicBezTo>
                  <a:lnTo>
                    <a:pt x="50367" y="1807922"/>
                  </a:lnTo>
                  <a:cubicBezTo>
                    <a:pt x="37009" y="1807922"/>
                    <a:pt x="24198" y="1802616"/>
                    <a:pt x="14752" y="1793170"/>
                  </a:cubicBezTo>
                  <a:cubicBezTo>
                    <a:pt x="5306" y="1783724"/>
                    <a:pt x="0" y="1770914"/>
                    <a:pt x="0" y="1757555"/>
                  </a:cubicBezTo>
                  <a:lnTo>
                    <a:pt x="0" y="50367"/>
                  </a:lnTo>
                  <a:cubicBezTo>
                    <a:pt x="0" y="37009"/>
                    <a:pt x="5306" y="24198"/>
                    <a:pt x="14752" y="14752"/>
                  </a:cubicBezTo>
                  <a:cubicBezTo>
                    <a:pt x="24198" y="5306"/>
                    <a:pt x="37009" y="0"/>
                    <a:pt x="50367" y="0"/>
                  </a:cubicBezTo>
                  <a:close/>
                </a:path>
              </a:pathLst>
            </a:custGeom>
            <a:solidFill>
              <a:srgbClr val="B3CEFD"/>
            </a:solidFill>
          </p:spPr>
        </p:sp>
        <p:sp>
          <p:nvSpPr>
            <p:cNvPr name="TextBox 38" id="38"/>
            <p:cNvSpPr txBox="true"/>
            <p:nvPr/>
          </p:nvSpPr>
          <p:spPr>
            <a:xfrm>
              <a:off x="0" y="0"/>
              <a:ext cx="2064658" cy="1807922"/>
            </a:xfrm>
            <a:prstGeom prst="rect">
              <a:avLst/>
            </a:prstGeom>
          </p:spPr>
          <p:txBody>
            <a:bodyPr anchor="ctr" rtlCol="false" tIns="50800" lIns="50800" bIns="50800" rIns="50800"/>
            <a:lstStyle/>
            <a:p>
              <a:pPr algn="ctr">
                <a:lnSpc>
                  <a:spcPts val="2463"/>
                </a:lnSpc>
              </a:pPr>
            </a:p>
          </p:txBody>
        </p:sp>
      </p:grpSp>
      <p:grpSp>
        <p:nvGrpSpPr>
          <p:cNvPr name="Group 39" id="39"/>
          <p:cNvGrpSpPr/>
          <p:nvPr/>
        </p:nvGrpSpPr>
        <p:grpSpPr>
          <a:xfrm rot="0">
            <a:off x="11021161" y="2423379"/>
            <a:ext cx="6714611" cy="5964870"/>
            <a:chOff x="0" y="0"/>
            <a:chExt cx="1768457" cy="1570995"/>
          </a:xfrm>
        </p:grpSpPr>
        <p:sp>
          <p:nvSpPr>
            <p:cNvPr name="Freeform 40" id="40"/>
            <p:cNvSpPr/>
            <p:nvPr/>
          </p:nvSpPr>
          <p:spPr>
            <a:xfrm flipH="false" flipV="false" rot="0">
              <a:off x="0" y="0"/>
              <a:ext cx="1768457" cy="1570995"/>
            </a:xfrm>
            <a:custGeom>
              <a:avLst/>
              <a:gdLst/>
              <a:ahLst/>
              <a:cxnLst/>
              <a:rect r="r" b="b" t="t" l="l"/>
              <a:pathLst>
                <a:path h="1570995" w="1768457">
                  <a:moveTo>
                    <a:pt x="56497" y="0"/>
                  </a:moveTo>
                  <a:lnTo>
                    <a:pt x="1711960" y="0"/>
                  </a:lnTo>
                  <a:cubicBezTo>
                    <a:pt x="1743163" y="0"/>
                    <a:pt x="1768457" y="25294"/>
                    <a:pt x="1768457" y="56497"/>
                  </a:cubicBezTo>
                  <a:lnTo>
                    <a:pt x="1768457" y="1514498"/>
                  </a:lnTo>
                  <a:cubicBezTo>
                    <a:pt x="1768457" y="1529482"/>
                    <a:pt x="1762505" y="1543852"/>
                    <a:pt x="1751910" y="1554447"/>
                  </a:cubicBezTo>
                  <a:cubicBezTo>
                    <a:pt x="1741314" y="1565042"/>
                    <a:pt x="1726944" y="1570995"/>
                    <a:pt x="1711960" y="1570995"/>
                  </a:cubicBezTo>
                  <a:lnTo>
                    <a:pt x="56497" y="1570995"/>
                  </a:lnTo>
                  <a:cubicBezTo>
                    <a:pt x="25294" y="1570995"/>
                    <a:pt x="0" y="1545700"/>
                    <a:pt x="0" y="1514498"/>
                  </a:cubicBezTo>
                  <a:lnTo>
                    <a:pt x="0" y="56497"/>
                  </a:lnTo>
                  <a:cubicBezTo>
                    <a:pt x="0" y="25294"/>
                    <a:pt x="25294" y="0"/>
                    <a:pt x="56497" y="0"/>
                  </a:cubicBezTo>
                  <a:close/>
                </a:path>
              </a:pathLst>
            </a:custGeom>
            <a:solidFill>
              <a:srgbClr val="FFFFFF"/>
            </a:solidFill>
            <a:ln w="47625" cap="rnd">
              <a:solidFill>
                <a:srgbClr val="57BBFF"/>
              </a:solidFill>
              <a:prstDash val="solid"/>
              <a:round/>
            </a:ln>
          </p:spPr>
        </p:sp>
        <p:sp>
          <p:nvSpPr>
            <p:cNvPr name="TextBox 41" id="41"/>
            <p:cNvSpPr txBox="true"/>
            <p:nvPr/>
          </p:nvSpPr>
          <p:spPr>
            <a:xfrm>
              <a:off x="0" y="-66675"/>
              <a:ext cx="1768457" cy="1637670"/>
            </a:xfrm>
            <a:prstGeom prst="rect">
              <a:avLst/>
            </a:prstGeom>
          </p:spPr>
          <p:txBody>
            <a:bodyPr anchor="t" rtlCol="false" tIns="254000" lIns="254000" bIns="254000" rIns="254000"/>
            <a:lstStyle/>
            <a:p>
              <a:pPr algn="l">
                <a:lnSpc>
                  <a:spcPts val="3359"/>
                </a:lnSpc>
              </a:pPr>
            </a:p>
          </p:txBody>
        </p:sp>
      </p:grpSp>
      <p:sp>
        <p:nvSpPr>
          <p:cNvPr name="Freeform 42" id="42"/>
          <p:cNvSpPr/>
          <p:nvPr/>
        </p:nvSpPr>
        <p:spPr>
          <a:xfrm flipH="false" flipV="false" rot="0">
            <a:off x="11439113" y="3030732"/>
            <a:ext cx="6136284" cy="1944767"/>
          </a:xfrm>
          <a:custGeom>
            <a:avLst/>
            <a:gdLst/>
            <a:ahLst/>
            <a:cxnLst/>
            <a:rect r="r" b="b" t="t" l="l"/>
            <a:pathLst>
              <a:path h="1944767" w="6136284">
                <a:moveTo>
                  <a:pt x="0" y="0"/>
                </a:moveTo>
                <a:lnTo>
                  <a:pt x="6136284" y="0"/>
                </a:lnTo>
                <a:lnTo>
                  <a:pt x="6136284" y="1944767"/>
                </a:lnTo>
                <a:lnTo>
                  <a:pt x="0" y="1944767"/>
                </a:lnTo>
                <a:lnTo>
                  <a:pt x="0" y="0"/>
                </a:lnTo>
                <a:close/>
              </a:path>
            </a:pathLst>
          </a:custGeom>
          <a:blipFill>
            <a:blip r:embed="rId38"/>
            <a:stretch>
              <a:fillRect l="0" t="0" r="0" b="0"/>
            </a:stretch>
          </a:blipFill>
        </p:spPr>
      </p:sp>
      <p:sp>
        <p:nvSpPr>
          <p:cNvPr name="TextBox 43" id="43"/>
          <p:cNvSpPr txBox="true"/>
          <p:nvPr/>
        </p:nvSpPr>
        <p:spPr>
          <a:xfrm rot="0">
            <a:off x="2631285" y="3542835"/>
            <a:ext cx="6945729" cy="4959351"/>
          </a:xfrm>
          <a:prstGeom prst="rect">
            <a:avLst/>
          </a:prstGeom>
        </p:spPr>
        <p:txBody>
          <a:bodyPr anchor="t" rtlCol="false" tIns="0" lIns="0" bIns="0" rIns="0">
            <a:spAutoFit/>
          </a:bodyPr>
          <a:lstStyle/>
          <a:p>
            <a:pPr algn="just">
              <a:lnSpc>
                <a:spcPts val="4899"/>
              </a:lnSpc>
            </a:pPr>
            <a:r>
              <a:rPr lang="en-US" sz="3499">
                <a:solidFill>
                  <a:srgbClr val="000000"/>
                </a:solidFill>
                <a:latin typeface="Poppins"/>
                <a:ea typeface="Poppins"/>
                <a:cs typeface="Poppins"/>
                <a:sym typeface="Poppins"/>
              </a:rPr>
              <a:t>Para crear un módulo en Visual Basic, seleccionamos Agregar -&gt; Módulo en el proyecto. Dentro del módulo, definimos nuestras funciones y variables globales utilizando la palabra clave Module seguida del nombre.</a:t>
            </a:r>
          </a:p>
        </p:txBody>
      </p:sp>
      <p:sp>
        <p:nvSpPr>
          <p:cNvPr name="TextBox 44" id="44"/>
          <p:cNvSpPr txBox="true"/>
          <p:nvPr/>
        </p:nvSpPr>
        <p:spPr>
          <a:xfrm rot="0">
            <a:off x="2098480" y="2470980"/>
            <a:ext cx="8214797" cy="1167129"/>
          </a:xfrm>
          <a:prstGeom prst="rect">
            <a:avLst/>
          </a:prstGeom>
        </p:spPr>
        <p:txBody>
          <a:bodyPr anchor="t" rtlCol="false" tIns="0" lIns="0" bIns="0" rIns="0">
            <a:spAutoFit/>
          </a:bodyPr>
          <a:lstStyle/>
          <a:p>
            <a:pPr algn="ctr">
              <a:lnSpc>
                <a:spcPts val="8959"/>
              </a:lnSpc>
            </a:pPr>
            <a:r>
              <a:rPr lang="en-US" sz="7999">
                <a:solidFill>
                  <a:srgbClr val="0D1781"/>
                </a:solidFill>
                <a:latin typeface="Computer Says No"/>
                <a:ea typeface="Computer Says No"/>
                <a:cs typeface="Computer Says No"/>
                <a:sym typeface="Computer Says No"/>
              </a:rPr>
              <a:t>CREAR Y GESTIONAR MÓDULOS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76200"/>
              <a:ext cx="3237719" cy="2511646"/>
            </a:xfrm>
            <a:prstGeom prst="rect">
              <a:avLst/>
            </a:prstGeom>
          </p:spPr>
          <p:txBody>
            <a:bodyPr anchor="t" rtlCol="false" tIns="254000" lIns="254000" bIns="254000" rIns="254000"/>
            <a:lstStyle/>
            <a:p>
              <a:pPr algn="l">
                <a:lnSpc>
                  <a:spcPts val="4199"/>
                </a:lnSpc>
              </a:pPr>
            </a:p>
            <a:p>
              <a:pPr algn="l">
                <a:lnSpc>
                  <a:spcPts val="4199"/>
                </a:lnSpc>
              </a:pPr>
            </a:p>
            <a:p>
              <a:pPr algn="l">
                <a:lnSpc>
                  <a:spcPts val="4199"/>
                </a:lnSpc>
              </a:pPr>
            </a:p>
            <a:p>
              <a:pPr algn="l">
                <a:lnSpc>
                  <a:spcPts val="4199"/>
                </a:lnSpc>
              </a:pPr>
              <a:r>
                <a:rPr lang="en-US" sz="2999">
                  <a:solidFill>
                    <a:srgbClr val="FFFFFF"/>
                  </a:solidFill>
                  <a:latin typeface="Poppins Light"/>
                  <a:ea typeface="Poppins Light"/>
                  <a:cs typeface="Poppins Light"/>
                  <a:sym typeface="Poppins Light"/>
                </a:rPr>
                <a:t>      Otras sintaxis</a:t>
              </a: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607649" y="3362440"/>
            <a:ext cx="8348120" cy="5895860"/>
          </a:xfrm>
          <a:custGeom>
            <a:avLst/>
            <a:gdLst/>
            <a:ahLst/>
            <a:cxnLst/>
            <a:rect r="r" b="b" t="t" l="l"/>
            <a:pathLst>
              <a:path h="5895860" w="8348120">
                <a:moveTo>
                  <a:pt x="0" y="0"/>
                </a:moveTo>
                <a:lnTo>
                  <a:pt x="8348120" y="0"/>
                </a:lnTo>
                <a:lnTo>
                  <a:pt x="8348120" y="5895860"/>
                </a:lnTo>
                <a:lnTo>
                  <a:pt x="0" y="5895860"/>
                </a:lnTo>
                <a:lnTo>
                  <a:pt x="0" y="0"/>
                </a:lnTo>
                <a:close/>
              </a:path>
            </a:pathLst>
          </a:custGeom>
          <a:blipFill>
            <a:blip r:embed="rId10"/>
            <a:stretch>
              <a:fillRect l="0" t="0" r="0" b="0"/>
            </a:stretch>
          </a:blipFill>
        </p:spPr>
      </p:sp>
      <p:sp>
        <p:nvSpPr>
          <p:cNvPr name="TextBox 14" id="14"/>
          <p:cNvSpPr txBox="true"/>
          <p:nvPr/>
        </p:nvSpPr>
        <p:spPr>
          <a:xfrm rot="0">
            <a:off x="3912565" y="748671"/>
            <a:ext cx="7872195"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CREANDO MODULO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10205296" y="2936490"/>
            <a:ext cx="6681820" cy="861696"/>
            <a:chOff x="0" y="0"/>
            <a:chExt cx="1759821" cy="226949"/>
          </a:xfrm>
        </p:grpSpPr>
        <p:sp>
          <p:nvSpPr>
            <p:cNvPr name="Freeform 3" id="3"/>
            <p:cNvSpPr/>
            <p:nvPr/>
          </p:nvSpPr>
          <p:spPr>
            <a:xfrm flipH="false" flipV="false" rot="0">
              <a:off x="0" y="0"/>
              <a:ext cx="1759821" cy="226949"/>
            </a:xfrm>
            <a:custGeom>
              <a:avLst/>
              <a:gdLst/>
              <a:ahLst/>
              <a:cxnLst/>
              <a:rect r="r" b="b" t="t" l="l"/>
              <a:pathLst>
                <a:path h="226949" w="1759821">
                  <a:moveTo>
                    <a:pt x="59091" y="0"/>
                  </a:moveTo>
                  <a:lnTo>
                    <a:pt x="1700730" y="0"/>
                  </a:lnTo>
                  <a:cubicBezTo>
                    <a:pt x="1716401" y="0"/>
                    <a:pt x="1731432" y="6226"/>
                    <a:pt x="1742513" y="17307"/>
                  </a:cubicBezTo>
                  <a:cubicBezTo>
                    <a:pt x="1753595" y="28389"/>
                    <a:pt x="1759821" y="43419"/>
                    <a:pt x="1759821" y="59091"/>
                  </a:cubicBezTo>
                  <a:lnTo>
                    <a:pt x="1759821" y="167857"/>
                  </a:lnTo>
                  <a:cubicBezTo>
                    <a:pt x="1759821" y="183529"/>
                    <a:pt x="1753595" y="198560"/>
                    <a:pt x="1742513" y="209641"/>
                  </a:cubicBezTo>
                  <a:cubicBezTo>
                    <a:pt x="1731432" y="220723"/>
                    <a:pt x="1716401" y="226949"/>
                    <a:pt x="1700730" y="226949"/>
                  </a:cubicBezTo>
                  <a:lnTo>
                    <a:pt x="59091" y="226949"/>
                  </a:lnTo>
                  <a:cubicBezTo>
                    <a:pt x="43419" y="226949"/>
                    <a:pt x="28389" y="220723"/>
                    <a:pt x="17307" y="209641"/>
                  </a:cubicBezTo>
                  <a:cubicBezTo>
                    <a:pt x="6226" y="198560"/>
                    <a:pt x="0" y="183529"/>
                    <a:pt x="0" y="167857"/>
                  </a:cubicBezTo>
                  <a:lnTo>
                    <a:pt x="0" y="59091"/>
                  </a:lnTo>
                  <a:cubicBezTo>
                    <a:pt x="0" y="43419"/>
                    <a:pt x="6226" y="28389"/>
                    <a:pt x="17307" y="17307"/>
                  </a:cubicBezTo>
                  <a:cubicBezTo>
                    <a:pt x="28389" y="6226"/>
                    <a:pt x="43419" y="0"/>
                    <a:pt x="59091" y="0"/>
                  </a:cubicBezTo>
                  <a:close/>
                </a:path>
              </a:pathLst>
            </a:custGeom>
            <a:solidFill>
              <a:srgbClr val="FFFFFF"/>
            </a:solidFill>
          </p:spPr>
        </p:sp>
        <p:sp>
          <p:nvSpPr>
            <p:cNvPr name="TextBox 4" id="4"/>
            <p:cNvSpPr txBox="true"/>
            <p:nvPr/>
          </p:nvSpPr>
          <p:spPr>
            <a:xfrm>
              <a:off x="0" y="0"/>
              <a:ext cx="1759821" cy="226949"/>
            </a:xfrm>
            <a:prstGeom prst="rect">
              <a:avLst/>
            </a:prstGeom>
          </p:spPr>
          <p:txBody>
            <a:bodyPr anchor="ctr" rtlCol="false" tIns="50800" lIns="50800" bIns="50800" rIns="50800"/>
            <a:lstStyle/>
            <a:p>
              <a:pPr algn="ctr">
                <a:lnSpc>
                  <a:spcPts val="2911"/>
                </a:lnSpc>
              </a:pPr>
              <a:r>
                <a:rPr lang="en-US" b="true" sz="2599">
                  <a:solidFill>
                    <a:srgbClr val="000000"/>
                  </a:solidFill>
                  <a:latin typeface="Poppins Bold"/>
                  <a:ea typeface="Poppins Bold"/>
                  <a:cs typeface="Poppins Bold"/>
                  <a:sym typeface="Poppins Bold"/>
                </a:rPr>
                <a:t>Ventajas</a:t>
              </a: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190628" y="4643158"/>
            <a:ext cx="7531533" cy="4159885"/>
            <a:chOff x="0" y="0"/>
            <a:chExt cx="1983614" cy="1095608"/>
          </a:xfrm>
        </p:grpSpPr>
        <p:sp>
          <p:nvSpPr>
            <p:cNvPr name="Freeform 26" id="26"/>
            <p:cNvSpPr/>
            <p:nvPr/>
          </p:nvSpPr>
          <p:spPr>
            <a:xfrm flipH="false" flipV="false" rot="0">
              <a:off x="0" y="0"/>
              <a:ext cx="1983614" cy="1095608"/>
            </a:xfrm>
            <a:custGeom>
              <a:avLst/>
              <a:gdLst/>
              <a:ahLst/>
              <a:cxnLst/>
              <a:rect r="r" b="b" t="t" l="l"/>
              <a:pathLst>
                <a:path h="1095608" w="1983614">
                  <a:moveTo>
                    <a:pt x="50369" y="0"/>
                  </a:moveTo>
                  <a:lnTo>
                    <a:pt x="1933245" y="0"/>
                  </a:lnTo>
                  <a:cubicBezTo>
                    <a:pt x="1946604" y="0"/>
                    <a:pt x="1959415" y="5307"/>
                    <a:pt x="1968861" y="14753"/>
                  </a:cubicBezTo>
                  <a:cubicBezTo>
                    <a:pt x="1978307" y="24199"/>
                    <a:pt x="1983614" y="37010"/>
                    <a:pt x="1983614" y="50369"/>
                  </a:cubicBezTo>
                  <a:lnTo>
                    <a:pt x="1983614" y="1045239"/>
                  </a:lnTo>
                  <a:cubicBezTo>
                    <a:pt x="1983614" y="1073057"/>
                    <a:pt x="1961063" y="1095608"/>
                    <a:pt x="1933245" y="1095608"/>
                  </a:cubicBezTo>
                  <a:lnTo>
                    <a:pt x="50369" y="1095608"/>
                  </a:lnTo>
                  <a:cubicBezTo>
                    <a:pt x="22551" y="1095608"/>
                    <a:pt x="0" y="1073057"/>
                    <a:pt x="0" y="1045239"/>
                  </a:cubicBezTo>
                  <a:lnTo>
                    <a:pt x="0" y="50369"/>
                  </a:lnTo>
                  <a:cubicBezTo>
                    <a:pt x="0" y="22551"/>
                    <a:pt x="22551" y="0"/>
                    <a:pt x="50369" y="0"/>
                  </a:cubicBezTo>
                  <a:close/>
                </a:path>
              </a:pathLst>
            </a:custGeom>
            <a:solidFill>
              <a:srgbClr val="3613C8"/>
            </a:solidFill>
            <a:ln w="47625" cap="rnd">
              <a:solidFill>
                <a:srgbClr val="57BBFF"/>
              </a:solidFill>
              <a:prstDash val="solid"/>
              <a:round/>
            </a:ln>
          </p:spPr>
        </p:sp>
        <p:sp>
          <p:nvSpPr>
            <p:cNvPr name="TextBox 27" id="27"/>
            <p:cNvSpPr txBox="true"/>
            <p:nvPr/>
          </p:nvSpPr>
          <p:spPr>
            <a:xfrm>
              <a:off x="0" y="-66675"/>
              <a:ext cx="1983614" cy="1162283"/>
            </a:xfrm>
            <a:prstGeom prst="rect">
              <a:avLst/>
            </a:prstGeom>
          </p:spPr>
          <p:txBody>
            <a:bodyPr anchor="t" rtlCol="false" tIns="254000" lIns="254000" bIns="254000" rIns="254000"/>
            <a:lstStyle/>
            <a:p>
              <a:pPr algn="just">
                <a:lnSpc>
                  <a:spcPts val="3499"/>
                </a:lnSpc>
              </a:pPr>
              <a:r>
                <a:rPr lang="en-US" sz="2499">
                  <a:solidFill>
                    <a:srgbClr val="FFFFFF"/>
                  </a:solidFill>
                  <a:latin typeface="Poppins Light"/>
                  <a:ea typeface="Poppins Light"/>
                  <a:cs typeface="Poppins Light"/>
                  <a:sym typeface="Poppins Light"/>
                </a:rPr>
                <a:t>El uso de formularios múltiples en una aplicación permite dividir y organizar las distintas funcionalidades en pantallas separadas. Esto es útil para aplicaciones complejas donde cada formulario puede representar una sección específica de la aplicación, como un formulario para inicio de sesión y otro para el menú principal.</a:t>
              </a:r>
            </a:p>
          </p:txBody>
        </p:sp>
      </p:grpSp>
      <p:sp>
        <p:nvSpPr>
          <p:cNvPr name="TextBox 28" id="28"/>
          <p:cNvSpPr txBox="true"/>
          <p:nvPr/>
        </p:nvSpPr>
        <p:spPr>
          <a:xfrm rot="0">
            <a:off x="317044" y="1279836"/>
            <a:ext cx="7872195" cy="2991732"/>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FORMULARIOS MÚLTIPLES</a:t>
            </a:r>
          </a:p>
        </p:txBody>
      </p:sp>
      <p:grpSp>
        <p:nvGrpSpPr>
          <p:cNvPr name="Group 29" id="29"/>
          <p:cNvGrpSpPr/>
          <p:nvPr/>
        </p:nvGrpSpPr>
        <p:grpSpPr>
          <a:xfrm rot="0">
            <a:off x="9447384" y="4271568"/>
            <a:ext cx="7867136" cy="3050209"/>
            <a:chOff x="0" y="0"/>
            <a:chExt cx="2072003" cy="803347"/>
          </a:xfrm>
        </p:grpSpPr>
        <p:sp>
          <p:nvSpPr>
            <p:cNvPr name="Freeform 30" id="30"/>
            <p:cNvSpPr/>
            <p:nvPr/>
          </p:nvSpPr>
          <p:spPr>
            <a:xfrm flipH="false" flipV="false" rot="0">
              <a:off x="0" y="0"/>
              <a:ext cx="2072003" cy="803347"/>
            </a:xfrm>
            <a:custGeom>
              <a:avLst/>
              <a:gdLst/>
              <a:ahLst/>
              <a:cxnLst/>
              <a:rect r="r" b="b" t="t" l="l"/>
              <a:pathLst>
                <a:path h="803347" w="2072003">
                  <a:moveTo>
                    <a:pt x="48220" y="0"/>
                  </a:moveTo>
                  <a:lnTo>
                    <a:pt x="2023783" y="0"/>
                  </a:lnTo>
                  <a:cubicBezTo>
                    <a:pt x="2036572" y="0"/>
                    <a:pt x="2048837" y="5080"/>
                    <a:pt x="2057880" y="14123"/>
                  </a:cubicBezTo>
                  <a:cubicBezTo>
                    <a:pt x="2066923" y="23166"/>
                    <a:pt x="2072003" y="35431"/>
                    <a:pt x="2072003" y="48220"/>
                  </a:cubicBezTo>
                  <a:lnTo>
                    <a:pt x="2072003" y="755127"/>
                  </a:lnTo>
                  <a:cubicBezTo>
                    <a:pt x="2072003" y="767916"/>
                    <a:pt x="2066923" y="780181"/>
                    <a:pt x="2057880" y="789224"/>
                  </a:cubicBezTo>
                  <a:cubicBezTo>
                    <a:pt x="2048837" y="798267"/>
                    <a:pt x="2036572" y="803347"/>
                    <a:pt x="2023783" y="803347"/>
                  </a:cubicBezTo>
                  <a:lnTo>
                    <a:pt x="48220" y="803347"/>
                  </a:lnTo>
                  <a:cubicBezTo>
                    <a:pt x="35431" y="803347"/>
                    <a:pt x="23166" y="798267"/>
                    <a:pt x="14123" y="789224"/>
                  </a:cubicBezTo>
                  <a:cubicBezTo>
                    <a:pt x="5080" y="780181"/>
                    <a:pt x="0" y="767916"/>
                    <a:pt x="0" y="755127"/>
                  </a:cubicBezTo>
                  <a:lnTo>
                    <a:pt x="0" y="48220"/>
                  </a:lnTo>
                  <a:cubicBezTo>
                    <a:pt x="0" y="35431"/>
                    <a:pt x="5080" y="23166"/>
                    <a:pt x="14123" y="14123"/>
                  </a:cubicBezTo>
                  <a:cubicBezTo>
                    <a:pt x="23166" y="5080"/>
                    <a:pt x="35431" y="0"/>
                    <a:pt x="48220" y="0"/>
                  </a:cubicBezTo>
                  <a:close/>
                </a:path>
              </a:pathLst>
            </a:custGeom>
            <a:solidFill>
              <a:srgbClr val="050E5D"/>
            </a:solidFill>
            <a:ln w="47625" cap="rnd">
              <a:solidFill>
                <a:srgbClr val="57BBFF"/>
              </a:solidFill>
              <a:prstDash val="solid"/>
              <a:round/>
            </a:ln>
          </p:spPr>
        </p:sp>
        <p:sp>
          <p:nvSpPr>
            <p:cNvPr name="TextBox 31" id="31"/>
            <p:cNvSpPr txBox="true"/>
            <p:nvPr/>
          </p:nvSpPr>
          <p:spPr>
            <a:xfrm>
              <a:off x="0" y="-76200"/>
              <a:ext cx="2072003" cy="879547"/>
            </a:xfrm>
            <a:prstGeom prst="rect">
              <a:avLst/>
            </a:prstGeom>
          </p:spPr>
          <p:txBody>
            <a:bodyPr anchor="t" rtlCol="false" tIns="254000" lIns="254000" bIns="254000" rIns="254000"/>
            <a:lstStyle/>
            <a:p>
              <a:pPr algn="just" marL="582928" indent="-291464" lvl="1">
                <a:lnSpc>
                  <a:spcPts val="3779"/>
                </a:lnSpc>
                <a:buFont typeface="Arial"/>
                <a:buChar char="•"/>
              </a:pPr>
              <a:r>
                <a:rPr lang="en-US" sz="2699">
                  <a:solidFill>
                    <a:srgbClr val="FFFFFF"/>
                  </a:solidFill>
                  <a:latin typeface="Poppins Light"/>
                  <a:ea typeface="Poppins Light"/>
                  <a:cs typeface="Poppins Light"/>
                  <a:sym typeface="Poppins Light"/>
                </a:rPr>
                <a:t>Mejora la organización y navegación.</a:t>
              </a:r>
            </a:p>
            <a:p>
              <a:pPr algn="just" marL="582928" indent="-291464" lvl="1">
                <a:lnSpc>
                  <a:spcPts val="3779"/>
                </a:lnSpc>
                <a:buFont typeface="Arial"/>
                <a:buChar char="•"/>
              </a:pPr>
              <a:r>
                <a:rPr lang="en-US" sz="2699">
                  <a:solidFill>
                    <a:srgbClr val="FFFFFF"/>
                  </a:solidFill>
                  <a:latin typeface="Poppins Light"/>
                  <a:ea typeface="Poppins Light"/>
                  <a:cs typeface="Poppins Light"/>
                  <a:sym typeface="Poppins Light"/>
                </a:rPr>
                <a:t>Permite trabajar en pantallas enfocadas en tareas específicas.</a:t>
              </a:r>
            </a:p>
            <a:p>
              <a:pPr algn="just" marL="582928" indent="-291464" lvl="1">
                <a:lnSpc>
                  <a:spcPts val="3779"/>
                </a:lnSpc>
                <a:buFont typeface="Arial"/>
                <a:buChar char="•"/>
              </a:pPr>
              <a:r>
                <a:rPr lang="en-US" sz="2699">
                  <a:solidFill>
                    <a:srgbClr val="FFFFFF"/>
                  </a:solidFill>
                  <a:latin typeface="Poppins Light"/>
                  <a:ea typeface="Poppins Light"/>
                  <a:cs typeface="Poppins Light"/>
                  <a:sym typeface="Poppins Light"/>
                </a:rPr>
                <a:t>Facilita la administración de la interfaz de usuario.</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317573"/>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76200"/>
              <a:ext cx="3237719" cy="2511646"/>
            </a:xfrm>
            <a:prstGeom prst="rect">
              <a:avLst/>
            </a:prstGeom>
          </p:spPr>
          <p:txBody>
            <a:bodyPr anchor="t" rtlCol="false" tIns="254000" lIns="254000" bIns="254000" rIns="254000"/>
            <a:lstStyle/>
            <a:p>
              <a:pPr algn="l">
                <a:lnSpc>
                  <a:spcPts val="4199"/>
                </a:lnSpc>
              </a:pPr>
            </a:p>
            <a:p>
              <a:pPr algn="l">
                <a:lnSpc>
                  <a:spcPts val="4199"/>
                </a:lnSpc>
              </a:pPr>
            </a:p>
            <a:p>
              <a:pPr algn="l">
                <a:lnSpc>
                  <a:spcPts val="4199"/>
                </a:lnSpc>
              </a:pPr>
            </a:p>
            <a:p>
              <a:pPr algn="l">
                <a:lnSpc>
                  <a:spcPts val="4199"/>
                </a:lnSpc>
              </a:pPr>
              <a:r>
                <a:rPr lang="en-US" sz="2999">
                  <a:solidFill>
                    <a:srgbClr val="FFFFFF"/>
                  </a:solidFill>
                  <a:latin typeface="Poppins Light"/>
                  <a:ea typeface="Poppins Light"/>
                  <a:cs typeface="Poppins Light"/>
                  <a:sym typeface="Poppins Light"/>
                </a:rPr>
                <a:t>      Otras sintaxis</a:t>
              </a: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3912565" y="748671"/>
            <a:ext cx="7872195"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USO DE MODULOS</a:t>
            </a:r>
          </a:p>
        </p:txBody>
      </p:sp>
      <p:pic>
        <p:nvPicPr>
          <p:cNvPr name="Picture 14" id="14"/>
          <p:cNvPicPr>
            <a:picLocks noChangeAspect="true"/>
          </p:cNvPicPr>
          <p:nvPr>
            <a:videoFile r:link="rId11"/>
          </p:nvPr>
        </p:nvPicPr>
        <p:blipFill>
          <a:blip r:embed="rId10"/>
          <a:stretch>
            <a:fillRect/>
          </a:stretch>
        </p:blipFill>
        <p:spPr>
          <a:xfrm rot="0">
            <a:off x="5613871" y="2785766"/>
            <a:ext cx="8229600" cy="61722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76200"/>
              <a:ext cx="3237719" cy="2511646"/>
            </a:xfrm>
            <a:prstGeom prst="rect">
              <a:avLst/>
            </a:prstGeom>
          </p:spPr>
          <p:txBody>
            <a:bodyPr anchor="t" rtlCol="false" tIns="254000" lIns="254000" bIns="254000" rIns="254000"/>
            <a:lstStyle/>
            <a:p>
              <a:pPr algn="l">
                <a:lnSpc>
                  <a:spcPts val="4199"/>
                </a:lnSpc>
              </a:pPr>
            </a:p>
            <a:p>
              <a:pPr algn="l">
                <a:lnSpc>
                  <a:spcPts val="4199"/>
                </a:lnSpc>
              </a:pPr>
            </a:p>
            <a:p>
              <a:pPr algn="l">
                <a:lnSpc>
                  <a:spcPts val="4199"/>
                </a:lnSpc>
              </a:pPr>
              <a:r>
                <a:rPr lang="en-US" sz="2999">
                  <a:solidFill>
                    <a:srgbClr val="FFFFFF"/>
                  </a:solidFill>
                  <a:latin typeface="Poppins Light"/>
                  <a:ea typeface="Poppins Light"/>
                  <a:cs typeface="Poppins Light"/>
                  <a:sym typeface="Poppins Light"/>
                </a:rPr>
                <a:t>       EJEMPLO 2</a:t>
              </a: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185052" y="3326638"/>
            <a:ext cx="10808300" cy="4518631"/>
          </a:xfrm>
          <a:custGeom>
            <a:avLst/>
            <a:gdLst/>
            <a:ahLst/>
            <a:cxnLst/>
            <a:rect r="r" b="b" t="t" l="l"/>
            <a:pathLst>
              <a:path h="4518631" w="10808300">
                <a:moveTo>
                  <a:pt x="0" y="0"/>
                </a:moveTo>
                <a:lnTo>
                  <a:pt x="10808299" y="0"/>
                </a:lnTo>
                <a:lnTo>
                  <a:pt x="10808299" y="4518631"/>
                </a:lnTo>
                <a:lnTo>
                  <a:pt x="0" y="4518631"/>
                </a:lnTo>
                <a:lnTo>
                  <a:pt x="0" y="0"/>
                </a:lnTo>
                <a:close/>
              </a:path>
            </a:pathLst>
          </a:custGeom>
          <a:blipFill>
            <a:blip r:embed="rId10"/>
            <a:stretch>
              <a:fillRect l="0" t="0" r="0" b="0"/>
            </a:stretch>
          </a:blipFill>
        </p:spPr>
      </p:sp>
      <p:sp>
        <p:nvSpPr>
          <p:cNvPr name="TextBox 14" id="14"/>
          <p:cNvSpPr txBox="true"/>
          <p:nvPr/>
        </p:nvSpPr>
        <p:spPr>
          <a:xfrm rot="0">
            <a:off x="3912565" y="748671"/>
            <a:ext cx="7872195"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CREANDO FORMULARIO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5657"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442595" y="602008"/>
            <a:ext cx="12293213" cy="9247082"/>
            <a:chOff x="0" y="0"/>
            <a:chExt cx="3237719" cy="2435446"/>
          </a:xfrm>
        </p:grpSpPr>
        <p:sp>
          <p:nvSpPr>
            <p:cNvPr name="Freeform 10" id="10"/>
            <p:cNvSpPr/>
            <p:nvPr/>
          </p:nvSpPr>
          <p:spPr>
            <a:xfrm flipH="false" flipV="false" rot="0">
              <a:off x="0" y="0"/>
              <a:ext cx="3237719" cy="2435446"/>
            </a:xfrm>
            <a:custGeom>
              <a:avLst/>
              <a:gdLst/>
              <a:ahLst/>
              <a:cxnLst/>
              <a:rect r="r" b="b" t="t" l="l"/>
              <a:pathLst>
                <a:path h="2435446" w="3237719">
                  <a:moveTo>
                    <a:pt x="30859" y="0"/>
                  </a:moveTo>
                  <a:lnTo>
                    <a:pt x="3206860" y="0"/>
                  </a:lnTo>
                  <a:cubicBezTo>
                    <a:pt x="3223903" y="0"/>
                    <a:pt x="3237719" y="13816"/>
                    <a:pt x="3237719" y="30859"/>
                  </a:cubicBezTo>
                  <a:lnTo>
                    <a:pt x="3237719" y="2404587"/>
                  </a:lnTo>
                  <a:cubicBezTo>
                    <a:pt x="3237719" y="2412771"/>
                    <a:pt x="3234468" y="2420620"/>
                    <a:pt x="3228680" y="2426407"/>
                  </a:cubicBezTo>
                  <a:cubicBezTo>
                    <a:pt x="3222893" y="2432194"/>
                    <a:pt x="3215044" y="2435446"/>
                    <a:pt x="3206860" y="2435446"/>
                  </a:cubicBezTo>
                  <a:lnTo>
                    <a:pt x="30859" y="2435446"/>
                  </a:lnTo>
                  <a:cubicBezTo>
                    <a:pt x="22675" y="2435446"/>
                    <a:pt x="14825" y="2432194"/>
                    <a:pt x="9038" y="2426407"/>
                  </a:cubicBezTo>
                  <a:cubicBezTo>
                    <a:pt x="3251" y="2420620"/>
                    <a:pt x="0" y="2412771"/>
                    <a:pt x="0" y="2404587"/>
                  </a:cubicBezTo>
                  <a:lnTo>
                    <a:pt x="0" y="30859"/>
                  </a:lnTo>
                  <a:cubicBezTo>
                    <a:pt x="0" y="22675"/>
                    <a:pt x="3251" y="14825"/>
                    <a:pt x="9038" y="9038"/>
                  </a:cubicBezTo>
                  <a:cubicBezTo>
                    <a:pt x="14825" y="3251"/>
                    <a:pt x="22675" y="0"/>
                    <a:pt x="30859" y="0"/>
                  </a:cubicBezTo>
                  <a:close/>
                </a:path>
              </a:pathLst>
            </a:custGeom>
            <a:solidFill>
              <a:srgbClr val="3613C8"/>
            </a:solidFill>
            <a:ln w="47625" cap="rnd">
              <a:solidFill>
                <a:srgbClr val="57BBFF"/>
              </a:solidFill>
              <a:prstDash val="solid"/>
              <a:round/>
            </a:ln>
          </p:spPr>
        </p:sp>
        <p:sp>
          <p:nvSpPr>
            <p:cNvPr name="TextBox 11" id="11"/>
            <p:cNvSpPr txBox="true"/>
            <p:nvPr/>
          </p:nvSpPr>
          <p:spPr>
            <a:xfrm>
              <a:off x="0" y="-66675"/>
              <a:ext cx="3237719" cy="2502121"/>
            </a:xfrm>
            <a:prstGeom prst="rect">
              <a:avLst/>
            </a:prstGeom>
          </p:spPr>
          <p:txBody>
            <a:bodyPr anchor="t" rtlCol="false" tIns="254000" lIns="254000" bIns="254000" rIns="254000"/>
            <a:lstStyle/>
            <a:p>
              <a:pPr algn="l">
                <a:lnSpc>
                  <a:spcPts val="3359"/>
                </a:lnSpc>
              </a:pPr>
            </a:p>
          </p:txBody>
        </p:sp>
      </p:grpSp>
      <p:sp>
        <p:nvSpPr>
          <p:cNvPr name="Freeform 12" id="12"/>
          <p:cNvSpPr/>
          <p:nvPr/>
        </p:nvSpPr>
        <p:spPr>
          <a:xfrm flipH="false" flipV="false" rot="0">
            <a:off x="167854" y="531764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219038" y="2803609"/>
            <a:ext cx="8371601" cy="5891514"/>
          </a:xfrm>
          <a:custGeom>
            <a:avLst/>
            <a:gdLst/>
            <a:ahLst/>
            <a:cxnLst/>
            <a:rect r="r" b="b" t="t" l="l"/>
            <a:pathLst>
              <a:path h="5891514" w="8371601">
                <a:moveTo>
                  <a:pt x="0" y="0"/>
                </a:moveTo>
                <a:lnTo>
                  <a:pt x="8371602" y="0"/>
                </a:lnTo>
                <a:lnTo>
                  <a:pt x="8371602" y="5891515"/>
                </a:lnTo>
                <a:lnTo>
                  <a:pt x="0" y="5891515"/>
                </a:lnTo>
                <a:lnTo>
                  <a:pt x="0" y="0"/>
                </a:lnTo>
                <a:close/>
              </a:path>
            </a:pathLst>
          </a:custGeom>
          <a:blipFill>
            <a:blip r:embed="rId10"/>
            <a:stretch>
              <a:fillRect l="0" t="0" r="0" b="0"/>
            </a:stretch>
          </a:blipFill>
        </p:spPr>
      </p:sp>
      <p:sp>
        <p:nvSpPr>
          <p:cNvPr name="TextBox 14" id="14"/>
          <p:cNvSpPr txBox="true"/>
          <p:nvPr/>
        </p:nvSpPr>
        <p:spPr>
          <a:xfrm rot="0">
            <a:off x="3912565" y="748671"/>
            <a:ext cx="10147671" cy="1454150"/>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CREACION DE FORMULARIO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9051015" y="2920315"/>
            <a:ext cx="8789754" cy="4767158"/>
            <a:chOff x="0" y="0"/>
            <a:chExt cx="2314997" cy="1255548"/>
          </a:xfrm>
        </p:grpSpPr>
        <p:sp>
          <p:nvSpPr>
            <p:cNvPr name="Freeform 3" id="3"/>
            <p:cNvSpPr/>
            <p:nvPr/>
          </p:nvSpPr>
          <p:spPr>
            <a:xfrm flipH="false" flipV="false" rot="0">
              <a:off x="0" y="0"/>
              <a:ext cx="2314997" cy="1255548"/>
            </a:xfrm>
            <a:custGeom>
              <a:avLst/>
              <a:gdLst/>
              <a:ahLst/>
              <a:cxnLst/>
              <a:rect r="r" b="b" t="t" l="l"/>
              <a:pathLst>
                <a:path h="1255548" w="2314997">
                  <a:moveTo>
                    <a:pt x="44920" y="0"/>
                  </a:moveTo>
                  <a:lnTo>
                    <a:pt x="2270077" y="0"/>
                  </a:lnTo>
                  <a:cubicBezTo>
                    <a:pt x="2294886" y="0"/>
                    <a:pt x="2314997" y="20111"/>
                    <a:pt x="2314997" y="44920"/>
                  </a:cubicBezTo>
                  <a:lnTo>
                    <a:pt x="2314997" y="1210627"/>
                  </a:lnTo>
                  <a:cubicBezTo>
                    <a:pt x="2314997" y="1222541"/>
                    <a:pt x="2310264" y="1233967"/>
                    <a:pt x="2301840" y="1242391"/>
                  </a:cubicBezTo>
                  <a:cubicBezTo>
                    <a:pt x="2293416" y="1250815"/>
                    <a:pt x="2281990" y="1255548"/>
                    <a:pt x="2270077" y="1255548"/>
                  </a:cubicBezTo>
                  <a:lnTo>
                    <a:pt x="44920" y="1255548"/>
                  </a:lnTo>
                  <a:cubicBezTo>
                    <a:pt x="33007" y="1255548"/>
                    <a:pt x="21581" y="1250815"/>
                    <a:pt x="13157" y="1242391"/>
                  </a:cubicBezTo>
                  <a:cubicBezTo>
                    <a:pt x="4733" y="1233967"/>
                    <a:pt x="0" y="1222541"/>
                    <a:pt x="0" y="1210627"/>
                  </a:cubicBezTo>
                  <a:lnTo>
                    <a:pt x="0" y="44920"/>
                  </a:lnTo>
                  <a:cubicBezTo>
                    <a:pt x="0" y="33007"/>
                    <a:pt x="4733" y="21581"/>
                    <a:pt x="13157" y="13157"/>
                  </a:cubicBezTo>
                  <a:cubicBezTo>
                    <a:pt x="21581" y="4733"/>
                    <a:pt x="33007" y="0"/>
                    <a:pt x="44920" y="0"/>
                  </a:cubicBezTo>
                  <a:close/>
                </a:path>
              </a:pathLst>
            </a:custGeom>
            <a:solidFill>
              <a:srgbClr val="585EFF"/>
            </a:solidFill>
          </p:spPr>
        </p:sp>
        <p:sp>
          <p:nvSpPr>
            <p:cNvPr name="TextBox 4" id="4"/>
            <p:cNvSpPr txBox="true"/>
            <p:nvPr/>
          </p:nvSpPr>
          <p:spPr>
            <a:xfrm>
              <a:off x="0" y="0"/>
              <a:ext cx="2314997" cy="1255548"/>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481411" y="4836813"/>
            <a:ext cx="7268687" cy="4598035"/>
            <a:chOff x="0" y="0"/>
            <a:chExt cx="1914387" cy="1211005"/>
          </a:xfrm>
        </p:grpSpPr>
        <p:sp>
          <p:nvSpPr>
            <p:cNvPr name="Freeform 26" id="26"/>
            <p:cNvSpPr/>
            <p:nvPr/>
          </p:nvSpPr>
          <p:spPr>
            <a:xfrm flipH="false" flipV="false" rot="0">
              <a:off x="0" y="0"/>
              <a:ext cx="1914387" cy="1211005"/>
            </a:xfrm>
            <a:custGeom>
              <a:avLst/>
              <a:gdLst/>
              <a:ahLst/>
              <a:cxnLst/>
              <a:rect r="r" b="b" t="t" l="l"/>
              <a:pathLst>
                <a:path h="1211005" w="1914387">
                  <a:moveTo>
                    <a:pt x="52190" y="0"/>
                  </a:moveTo>
                  <a:lnTo>
                    <a:pt x="1862197" y="0"/>
                  </a:lnTo>
                  <a:cubicBezTo>
                    <a:pt x="1891020" y="0"/>
                    <a:pt x="1914387" y="23366"/>
                    <a:pt x="1914387" y="52190"/>
                  </a:cubicBezTo>
                  <a:lnTo>
                    <a:pt x="1914387" y="1158815"/>
                  </a:lnTo>
                  <a:cubicBezTo>
                    <a:pt x="1914387" y="1187639"/>
                    <a:pt x="1891020" y="1211005"/>
                    <a:pt x="1862197" y="1211005"/>
                  </a:cubicBezTo>
                  <a:lnTo>
                    <a:pt x="52190" y="1211005"/>
                  </a:lnTo>
                  <a:cubicBezTo>
                    <a:pt x="23366" y="1211005"/>
                    <a:pt x="0" y="1187639"/>
                    <a:pt x="0" y="1158815"/>
                  </a:cubicBezTo>
                  <a:lnTo>
                    <a:pt x="0" y="52190"/>
                  </a:lnTo>
                  <a:cubicBezTo>
                    <a:pt x="0" y="23366"/>
                    <a:pt x="23366" y="0"/>
                    <a:pt x="52190" y="0"/>
                  </a:cubicBezTo>
                  <a:close/>
                </a:path>
              </a:pathLst>
            </a:custGeom>
            <a:solidFill>
              <a:srgbClr val="3613C8"/>
            </a:solidFill>
            <a:ln w="47625" cap="rnd">
              <a:solidFill>
                <a:srgbClr val="57BBFF"/>
              </a:solidFill>
              <a:prstDash val="solid"/>
              <a:round/>
            </a:ln>
          </p:spPr>
        </p:sp>
        <p:sp>
          <p:nvSpPr>
            <p:cNvPr name="TextBox 27" id="27"/>
            <p:cNvSpPr txBox="true"/>
            <p:nvPr/>
          </p:nvSpPr>
          <p:spPr>
            <a:xfrm>
              <a:off x="0" y="-66675"/>
              <a:ext cx="1914387" cy="1277680"/>
            </a:xfrm>
            <a:prstGeom prst="rect">
              <a:avLst/>
            </a:prstGeom>
          </p:spPr>
          <p:txBody>
            <a:bodyPr anchor="t" rtlCol="false" tIns="254000" lIns="254000" bIns="254000" rIns="254000"/>
            <a:lstStyle/>
            <a:p>
              <a:pPr algn="l">
                <a:lnSpc>
                  <a:spcPts val="3499"/>
                </a:lnSpc>
              </a:pPr>
              <a:r>
                <a:rPr lang="en-US" sz="2499">
                  <a:solidFill>
                    <a:srgbClr val="FFFFFF"/>
                  </a:solidFill>
                  <a:latin typeface="Poppins Light"/>
                  <a:ea typeface="Poppins Light"/>
                  <a:cs typeface="Poppins Light"/>
                  <a:sym typeface="Poppins Light"/>
                </a:rPr>
                <a:t>La navegación entre formularios permite que el usuario pueda moverse entre distintas pantallas dentro de la aplicación. En Visual Basic, esto se puede lograr mostrando o cerrando formularios de manera controlada. Una buena práctica es cerrar formularios innecesarios para liberar recursos y mantener la interfaz ordenada.</a:t>
              </a:r>
            </a:p>
          </p:txBody>
        </p:sp>
      </p:grpSp>
      <p:sp>
        <p:nvSpPr>
          <p:cNvPr name="Freeform 28" id="28"/>
          <p:cNvSpPr/>
          <p:nvPr/>
        </p:nvSpPr>
        <p:spPr>
          <a:xfrm flipH="false" flipV="false" rot="0">
            <a:off x="10139074" y="3366788"/>
            <a:ext cx="6613636" cy="1642602"/>
          </a:xfrm>
          <a:custGeom>
            <a:avLst/>
            <a:gdLst/>
            <a:ahLst/>
            <a:cxnLst/>
            <a:rect r="r" b="b" t="t" l="l"/>
            <a:pathLst>
              <a:path h="1642602" w="6613636">
                <a:moveTo>
                  <a:pt x="0" y="0"/>
                </a:moveTo>
                <a:lnTo>
                  <a:pt x="6613636" y="0"/>
                </a:lnTo>
                <a:lnTo>
                  <a:pt x="6613636" y="1642602"/>
                </a:lnTo>
                <a:lnTo>
                  <a:pt x="0" y="1642602"/>
                </a:lnTo>
                <a:lnTo>
                  <a:pt x="0" y="0"/>
                </a:lnTo>
                <a:close/>
              </a:path>
            </a:pathLst>
          </a:custGeom>
          <a:blipFill>
            <a:blip r:embed="rId18"/>
            <a:stretch>
              <a:fillRect l="0" t="0" r="0" b="0"/>
            </a:stretch>
          </a:blipFill>
        </p:spPr>
      </p:sp>
      <p:sp>
        <p:nvSpPr>
          <p:cNvPr name="TextBox 29" id="29"/>
          <p:cNvSpPr txBox="true"/>
          <p:nvPr/>
        </p:nvSpPr>
        <p:spPr>
          <a:xfrm rot="0">
            <a:off x="317044" y="1963438"/>
            <a:ext cx="7872195" cy="2873375"/>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NAVEGACIÓN ENTRE FORMULARIOS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9051015" y="2920315"/>
            <a:ext cx="8789754" cy="4767158"/>
            <a:chOff x="0" y="0"/>
            <a:chExt cx="2314997" cy="1255548"/>
          </a:xfrm>
        </p:grpSpPr>
        <p:sp>
          <p:nvSpPr>
            <p:cNvPr name="Freeform 3" id="3"/>
            <p:cNvSpPr/>
            <p:nvPr/>
          </p:nvSpPr>
          <p:spPr>
            <a:xfrm flipH="false" flipV="false" rot="0">
              <a:off x="0" y="0"/>
              <a:ext cx="2314997" cy="1255548"/>
            </a:xfrm>
            <a:custGeom>
              <a:avLst/>
              <a:gdLst/>
              <a:ahLst/>
              <a:cxnLst/>
              <a:rect r="r" b="b" t="t" l="l"/>
              <a:pathLst>
                <a:path h="1255548" w="2314997">
                  <a:moveTo>
                    <a:pt x="44920" y="0"/>
                  </a:moveTo>
                  <a:lnTo>
                    <a:pt x="2270077" y="0"/>
                  </a:lnTo>
                  <a:cubicBezTo>
                    <a:pt x="2294886" y="0"/>
                    <a:pt x="2314997" y="20111"/>
                    <a:pt x="2314997" y="44920"/>
                  </a:cubicBezTo>
                  <a:lnTo>
                    <a:pt x="2314997" y="1210627"/>
                  </a:lnTo>
                  <a:cubicBezTo>
                    <a:pt x="2314997" y="1222541"/>
                    <a:pt x="2310264" y="1233967"/>
                    <a:pt x="2301840" y="1242391"/>
                  </a:cubicBezTo>
                  <a:cubicBezTo>
                    <a:pt x="2293416" y="1250815"/>
                    <a:pt x="2281990" y="1255548"/>
                    <a:pt x="2270077" y="1255548"/>
                  </a:cubicBezTo>
                  <a:lnTo>
                    <a:pt x="44920" y="1255548"/>
                  </a:lnTo>
                  <a:cubicBezTo>
                    <a:pt x="33007" y="1255548"/>
                    <a:pt x="21581" y="1250815"/>
                    <a:pt x="13157" y="1242391"/>
                  </a:cubicBezTo>
                  <a:cubicBezTo>
                    <a:pt x="4733" y="1233967"/>
                    <a:pt x="0" y="1222541"/>
                    <a:pt x="0" y="1210627"/>
                  </a:cubicBezTo>
                  <a:lnTo>
                    <a:pt x="0" y="44920"/>
                  </a:lnTo>
                  <a:cubicBezTo>
                    <a:pt x="0" y="33007"/>
                    <a:pt x="4733" y="21581"/>
                    <a:pt x="13157" y="13157"/>
                  </a:cubicBezTo>
                  <a:cubicBezTo>
                    <a:pt x="21581" y="4733"/>
                    <a:pt x="33007" y="0"/>
                    <a:pt x="44920" y="0"/>
                  </a:cubicBezTo>
                  <a:close/>
                </a:path>
              </a:pathLst>
            </a:custGeom>
            <a:solidFill>
              <a:srgbClr val="585EFF"/>
            </a:solidFill>
          </p:spPr>
        </p:sp>
        <p:sp>
          <p:nvSpPr>
            <p:cNvPr name="TextBox 4" id="4"/>
            <p:cNvSpPr txBox="true"/>
            <p:nvPr/>
          </p:nvSpPr>
          <p:spPr>
            <a:xfrm>
              <a:off x="0" y="0"/>
              <a:ext cx="2314997" cy="1255548"/>
            </a:xfrm>
            <a:prstGeom prst="rect">
              <a:avLst/>
            </a:prstGeom>
          </p:spPr>
          <p:txBody>
            <a:bodyPr anchor="ctr" rtlCol="false" tIns="50800" lIns="50800" bIns="50800" rIns="50800"/>
            <a:lstStyle/>
            <a:p>
              <a:pPr algn="ctr">
                <a:lnSpc>
                  <a:spcPts val="2463"/>
                </a:lnSpc>
              </a:pP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481411" y="4836813"/>
            <a:ext cx="7268687" cy="4559357"/>
            <a:chOff x="0" y="0"/>
            <a:chExt cx="1914387" cy="1200818"/>
          </a:xfrm>
        </p:grpSpPr>
        <p:sp>
          <p:nvSpPr>
            <p:cNvPr name="Freeform 26" id="26"/>
            <p:cNvSpPr/>
            <p:nvPr/>
          </p:nvSpPr>
          <p:spPr>
            <a:xfrm flipH="false" flipV="false" rot="0">
              <a:off x="0" y="0"/>
              <a:ext cx="1914387" cy="1200818"/>
            </a:xfrm>
            <a:custGeom>
              <a:avLst/>
              <a:gdLst/>
              <a:ahLst/>
              <a:cxnLst/>
              <a:rect r="r" b="b" t="t" l="l"/>
              <a:pathLst>
                <a:path h="1200818" w="1914387">
                  <a:moveTo>
                    <a:pt x="52190" y="0"/>
                  </a:moveTo>
                  <a:lnTo>
                    <a:pt x="1862197" y="0"/>
                  </a:lnTo>
                  <a:cubicBezTo>
                    <a:pt x="1891020" y="0"/>
                    <a:pt x="1914387" y="23366"/>
                    <a:pt x="1914387" y="52190"/>
                  </a:cubicBezTo>
                  <a:lnTo>
                    <a:pt x="1914387" y="1148628"/>
                  </a:lnTo>
                  <a:cubicBezTo>
                    <a:pt x="1914387" y="1177452"/>
                    <a:pt x="1891020" y="1200818"/>
                    <a:pt x="1862197" y="1200818"/>
                  </a:cubicBezTo>
                  <a:lnTo>
                    <a:pt x="52190" y="1200818"/>
                  </a:lnTo>
                  <a:cubicBezTo>
                    <a:pt x="23366" y="1200818"/>
                    <a:pt x="0" y="1177452"/>
                    <a:pt x="0" y="1148628"/>
                  </a:cubicBezTo>
                  <a:lnTo>
                    <a:pt x="0" y="52190"/>
                  </a:lnTo>
                  <a:cubicBezTo>
                    <a:pt x="0" y="23366"/>
                    <a:pt x="23366" y="0"/>
                    <a:pt x="52190" y="0"/>
                  </a:cubicBezTo>
                  <a:close/>
                </a:path>
              </a:pathLst>
            </a:custGeom>
            <a:solidFill>
              <a:srgbClr val="3613C8"/>
            </a:solidFill>
            <a:ln w="47625" cap="rnd">
              <a:solidFill>
                <a:srgbClr val="57BBFF"/>
              </a:solidFill>
              <a:prstDash val="solid"/>
              <a:round/>
            </a:ln>
          </p:spPr>
        </p:sp>
        <p:sp>
          <p:nvSpPr>
            <p:cNvPr name="TextBox 27" id="27"/>
            <p:cNvSpPr txBox="true"/>
            <p:nvPr/>
          </p:nvSpPr>
          <p:spPr>
            <a:xfrm>
              <a:off x="0" y="-66675"/>
              <a:ext cx="1914387" cy="1267493"/>
            </a:xfrm>
            <a:prstGeom prst="rect">
              <a:avLst/>
            </a:prstGeom>
          </p:spPr>
          <p:txBody>
            <a:bodyPr anchor="t" rtlCol="false" tIns="254000" lIns="254000" bIns="254000" rIns="254000"/>
            <a:lstStyle/>
            <a:p>
              <a:pPr algn="l">
                <a:lnSpc>
                  <a:spcPts val="3499"/>
                </a:lnSpc>
              </a:pPr>
              <a:r>
                <a:rPr lang="en-US" sz="2499">
                  <a:solidFill>
                    <a:srgbClr val="FFFFFF"/>
                  </a:solidFill>
                  <a:latin typeface="Poppins Light"/>
                  <a:ea typeface="Poppins Light"/>
                  <a:cs typeface="Poppins Light"/>
                  <a:sym typeface="Poppins Light"/>
                </a:rPr>
                <a:t>Las variables globales, definidas dentro de un módulo como Public, pueden ser accedidas desde cualquier formulario de la aplicación. Sin embargo, deben usarse con cuidado para evitar dependencias indeseadas y mantener el código modular.</a:t>
              </a:r>
            </a:p>
          </p:txBody>
        </p:sp>
      </p:grpSp>
      <p:sp>
        <p:nvSpPr>
          <p:cNvPr name="TextBox 28" id="28"/>
          <p:cNvSpPr txBox="true"/>
          <p:nvPr/>
        </p:nvSpPr>
        <p:spPr>
          <a:xfrm rot="0">
            <a:off x="317044" y="1963438"/>
            <a:ext cx="7872195" cy="2873375"/>
          </a:xfrm>
          <a:prstGeom prst="rect">
            <a:avLst/>
          </a:prstGeom>
        </p:spPr>
        <p:txBody>
          <a:bodyPr anchor="t" rtlCol="false" tIns="0" lIns="0" bIns="0" rIns="0">
            <a:spAutoFit/>
          </a:bodyPr>
          <a:lstStyle/>
          <a:p>
            <a:pPr algn="l">
              <a:lnSpc>
                <a:spcPts val="11199"/>
              </a:lnSpc>
            </a:pPr>
            <a:r>
              <a:rPr lang="en-US" sz="9999">
                <a:solidFill>
                  <a:srgbClr val="FFFFFF"/>
                </a:solidFill>
                <a:latin typeface="Computer Says No"/>
                <a:ea typeface="Computer Says No"/>
                <a:cs typeface="Computer Says No"/>
                <a:sym typeface="Computer Says No"/>
              </a:rPr>
              <a:t>USO DE MÓDULOS Y VARIABLES GLOBALES</a:t>
            </a:r>
          </a:p>
        </p:txBody>
      </p:sp>
      <p:grpSp>
        <p:nvGrpSpPr>
          <p:cNvPr name="Group 29" id="29"/>
          <p:cNvGrpSpPr/>
          <p:nvPr/>
        </p:nvGrpSpPr>
        <p:grpSpPr>
          <a:xfrm rot="0">
            <a:off x="9447384" y="4271568"/>
            <a:ext cx="7867136" cy="2886383"/>
            <a:chOff x="0" y="0"/>
            <a:chExt cx="2072003" cy="760200"/>
          </a:xfrm>
        </p:grpSpPr>
        <p:sp>
          <p:nvSpPr>
            <p:cNvPr name="Freeform 30" id="30"/>
            <p:cNvSpPr/>
            <p:nvPr/>
          </p:nvSpPr>
          <p:spPr>
            <a:xfrm flipH="false" flipV="false" rot="0">
              <a:off x="0" y="0"/>
              <a:ext cx="2072003" cy="760200"/>
            </a:xfrm>
            <a:custGeom>
              <a:avLst/>
              <a:gdLst/>
              <a:ahLst/>
              <a:cxnLst/>
              <a:rect r="r" b="b" t="t" l="l"/>
              <a:pathLst>
                <a:path h="760200" w="2072003">
                  <a:moveTo>
                    <a:pt x="48220" y="0"/>
                  </a:moveTo>
                  <a:lnTo>
                    <a:pt x="2023783" y="0"/>
                  </a:lnTo>
                  <a:cubicBezTo>
                    <a:pt x="2036572" y="0"/>
                    <a:pt x="2048837" y="5080"/>
                    <a:pt x="2057880" y="14123"/>
                  </a:cubicBezTo>
                  <a:cubicBezTo>
                    <a:pt x="2066923" y="23166"/>
                    <a:pt x="2072003" y="35431"/>
                    <a:pt x="2072003" y="48220"/>
                  </a:cubicBezTo>
                  <a:lnTo>
                    <a:pt x="2072003" y="711980"/>
                  </a:lnTo>
                  <a:cubicBezTo>
                    <a:pt x="2072003" y="724768"/>
                    <a:pt x="2066923" y="737033"/>
                    <a:pt x="2057880" y="746076"/>
                  </a:cubicBezTo>
                  <a:cubicBezTo>
                    <a:pt x="2048837" y="755119"/>
                    <a:pt x="2036572" y="760200"/>
                    <a:pt x="2023783" y="760200"/>
                  </a:cubicBezTo>
                  <a:lnTo>
                    <a:pt x="48220" y="760200"/>
                  </a:lnTo>
                  <a:cubicBezTo>
                    <a:pt x="35431" y="760200"/>
                    <a:pt x="23166" y="755119"/>
                    <a:pt x="14123" y="746076"/>
                  </a:cubicBezTo>
                  <a:cubicBezTo>
                    <a:pt x="5080" y="737033"/>
                    <a:pt x="0" y="724768"/>
                    <a:pt x="0" y="711980"/>
                  </a:cubicBezTo>
                  <a:lnTo>
                    <a:pt x="0" y="48220"/>
                  </a:lnTo>
                  <a:cubicBezTo>
                    <a:pt x="0" y="35431"/>
                    <a:pt x="5080" y="23166"/>
                    <a:pt x="14123" y="14123"/>
                  </a:cubicBezTo>
                  <a:cubicBezTo>
                    <a:pt x="23166" y="5080"/>
                    <a:pt x="35431" y="0"/>
                    <a:pt x="48220" y="0"/>
                  </a:cubicBezTo>
                  <a:close/>
                </a:path>
              </a:pathLst>
            </a:custGeom>
            <a:solidFill>
              <a:srgbClr val="050E5D"/>
            </a:solidFill>
            <a:ln w="47625" cap="rnd">
              <a:solidFill>
                <a:srgbClr val="57BBFF"/>
              </a:solidFill>
              <a:prstDash val="solid"/>
              <a:round/>
            </a:ln>
          </p:spPr>
        </p:sp>
        <p:sp>
          <p:nvSpPr>
            <p:cNvPr name="TextBox 31" id="31"/>
            <p:cNvSpPr txBox="true"/>
            <p:nvPr/>
          </p:nvSpPr>
          <p:spPr>
            <a:xfrm>
              <a:off x="0" y="-76200"/>
              <a:ext cx="2072003" cy="836400"/>
            </a:xfrm>
            <a:prstGeom prst="rect">
              <a:avLst/>
            </a:prstGeom>
          </p:spPr>
          <p:txBody>
            <a:bodyPr anchor="t" rtlCol="false" tIns="254000" lIns="254000" bIns="254000" rIns="254000"/>
            <a:lstStyle/>
            <a:p>
              <a:pPr algn="just" marL="582928" indent="-291464" lvl="1">
                <a:lnSpc>
                  <a:spcPts val="3779"/>
                </a:lnSpc>
                <a:buFont typeface="Arial"/>
                <a:buChar char="•"/>
              </a:pPr>
              <a:r>
                <a:rPr lang="en-US" sz="2699">
                  <a:solidFill>
                    <a:srgbClr val="FFFFFF"/>
                  </a:solidFill>
                  <a:latin typeface="Poppins Light"/>
                  <a:ea typeface="Poppins Light"/>
                  <a:cs typeface="Poppins Light"/>
                  <a:sym typeface="Poppins Light"/>
                </a:rPr>
                <a:t>Definir solo variables que realmente necesiten un alcance global.</a:t>
              </a:r>
            </a:p>
            <a:p>
              <a:pPr algn="just" marL="582928" indent="-291464" lvl="1">
                <a:lnSpc>
                  <a:spcPts val="3779"/>
                </a:lnSpc>
                <a:buFont typeface="Arial"/>
                <a:buChar char="•"/>
              </a:pPr>
              <a:r>
                <a:rPr lang="en-US" sz="2699">
                  <a:solidFill>
                    <a:srgbClr val="FFFFFF"/>
                  </a:solidFill>
                  <a:latin typeface="Poppins Light"/>
                  <a:ea typeface="Poppins Light"/>
                  <a:cs typeface="Poppins Light"/>
                  <a:sym typeface="Poppins Light"/>
                </a:rPr>
                <a:t>Proteger el acceso y modificación de variables globales para evitar errores.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1435" y="1690845"/>
            <a:ext cx="16945130" cy="7923759"/>
            <a:chOff x="0" y="0"/>
            <a:chExt cx="4462915" cy="2086916"/>
          </a:xfrm>
        </p:grpSpPr>
        <p:sp>
          <p:nvSpPr>
            <p:cNvPr name="Freeform 4" id="4"/>
            <p:cNvSpPr/>
            <p:nvPr/>
          </p:nvSpPr>
          <p:spPr>
            <a:xfrm flipH="false" flipV="false" rot="0">
              <a:off x="0" y="0"/>
              <a:ext cx="4462915" cy="2086916"/>
            </a:xfrm>
            <a:custGeom>
              <a:avLst/>
              <a:gdLst/>
              <a:ahLst/>
              <a:cxnLst/>
              <a:rect r="r" b="b" t="t" l="l"/>
              <a:pathLst>
                <a:path h="2086916" w="4462915">
                  <a:moveTo>
                    <a:pt x="22387" y="0"/>
                  </a:moveTo>
                  <a:lnTo>
                    <a:pt x="4440528" y="0"/>
                  </a:lnTo>
                  <a:cubicBezTo>
                    <a:pt x="4452892" y="0"/>
                    <a:pt x="4462915" y="10023"/>
                    <a:pt x="4462915" y="22387"/>
                  </a:cubicBezTo>
                  <a:lnTo>
                    <a:pt x="4462915" y="2064529"/>
                  </a:lnTo>
                  <a:cubicBezTo>
                    <a:pt x="4462915" y="2076893"/>
                    <a:pt x="4452892" y="2086916"/>
                    <a:pt x="4440528" y="2086916"/>
                  </a:cubicBezTo>
                  <a:lnTo>
                    <a:pt x="22387" y="2086916"/>
                  </a:lnTo>
                  <a:cubicBezTo>
                    <a:pt x="10023" y="2086916"/>
                    <a:pt x="0" y="2076893"/>
                    <a:pt x="0" y="2064529"/>
                  </a:cubicBezTo>
                  <a:lnTo>
                    <a:pt x="0" y="22387"/>
                  </a:lnTo>
                  <a:cubicBezTo>
                    <a:pt x="0" y="10023"/>
                    <a:pt x="10023" y="0"/>
                    <a:pt x="22387" y="0"/>
                  </a:cubicBezTo>
                  <a:close/>
                </a:path>
              </a:pathLst>
            </a:custGeom>
            <a:solidFill>
              <a:srgbClr val="050E5D"/>
            </a:solidFill>
            <a:ln w="47625" cap="rnd">
              <a:solidFill>
                <a:srgbClr val="8488F4"/>
              </a:solidFill>
              <a:prstDash val="solid"/>
              <a:round/>
            </a:ln>
          </p:spPr>
        </p:sp>
        <p:sp>
          <p:nvSpPr>
            <p:cNvPr name="TextBox 5" id="5"/>
            <p:cNvSpPr txBox="true"/>
            <p:nvPr/>
          </p:nvSpPr>
          <p:spPr>
            <a:xfrm>
              <a:off x="0" y="-66675"/>
              <a:ext cx="4462915" cy="2153591"/>
            </a:xfrm>
            <a:prstGeom prst="rect">
              <a:avLst/>
            </a:prstGeom>
          </p:spPr>
          <p:txBody>
            <a:bodyPr anchor="ctr" rtlCol="false" tIns="254000" lIns="254000" bIns="254000" rIns="254000"/>
            <a:lstStyle/>
            <a:p>
              <a:pPr algn="l">
                <a:lnSpc>
                  <a:spcPts val="3359"/>
                </a:lnSpc>
              </a:pPr>
            </a:p>
            <a:p>
              <a:pPr algn="l">
                <a:lnSpc>
                  <a:spcPts val="3359"/>
                </a:lnSpc>
              </a:pPr>
              <a:r>
                <a:rPr lang="en-US" b="true" sz="2399">
                  <a:solidFill>
                    <a:srgbClr val="FFFFFF"/>
                  </a:solidFill>
                  <a:latin typeface="Poppins Bold"/>
                  <a:ea typeface="Poppins Bold"/>
                  <a:cs typeface="Poppins Bold"/>
                  <a:sym typeface="Poppins Bold"/>
                </a:rPr>
                <a:t>   </a:t>
              </a:r>
            </a:p>
          </p:txBody>
        </p:sp>
      </p:grpSp>
      <p:pic>
        <p:nvPicPr>
          <p:cNvPr name="Picture 6" id="6"/>
          <p:cNvPicPr>
            <a:picLocks noChangeAspect="true"/>
          </p:cNvPicPr>
          <p:nvPr/>
        </p:nvPicPr>
        <p:blipFill>
          <a:blip r:embed="rId4"/>
          <a:srcRect l="0" t="0" r="0" b="0"/>
          <a:stretch>
            <a:fillRect/>
          </a:stretch>
        </p:blipFill>
        <p:spPr>
          <a:xfrm flipH="false" flipV="false" rot="0">
            <a:off x="671435" y="661978"/>
            <a:ext cx="744368" cy="331244"/>
          </a:xfrm>
          <a:prstGeom prst="rect">
            <a:avLst/>
          </a:prstGeom>
        </p:spPr>
      </p:pic>
      <p:sp>
        <p:nvSpPr>
          <p:cNvPr name="Freeform 7" id="7"/>
          <p:cNvSpPr/>
          <p:nvPr/>
        </p:nvSpPr>
        <p:spPr>
          <a:xfrm flipH="false" flipV="false" rot="0">
            <a:off x="1790858"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232441"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674023"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115605"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557187"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3577264" y="649239"/>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415803" y="2140673"/>
            <a:ext cx="15422445" cy="6901437"/>
            <a:chOff x="0" y="0"/>
            <a:chExt cx="4061879" cy="1817662"/>
          </a:xfrm>
        </p:grpSpPr>
        <p:sp>
          <p:nvSpPr>
            <p:cNvPr name="Freeform 14" id="14"/>
            <p:cNvSpPr/>
            <p:nvPr/>
          </p:nvSpPr>
          <p:spPr>
            <a:xfrm flipH="false" flipV="false" rot="0">
              <a:off x="0" y="0"/>
              <a:ext cx="4061878" cy="1817662"/>
            </a:xfrm>
            <a:custGeom>
              <a:avLst/>
              <a:gdLst/>
              <a:ahLst/>
              <a:cxnLst/>
              <a:rect r="r" b="b" t="t" l="l"/>
              <a:pathLst>
                <a:path h="1817662" w="4061878">
                  <a:moveTo>
                    <a:pt x="24598" y="0"/>
                  </a:moveTo>
                  <a:lnTo>
                    <a:pt x="4037281" y="0"/>
                  </a:lnTo>
                  <a:cubicBezTo>
                    <a:pt x="4043805" y="0"/>
                    <a:pt x="4050061" y="2592"/>
                    <a:pt x="4054674" y="7204"/>
                  </a:cubicBezTo>
                  <a:cubicBezTo>
                    <a:pt x="4059287" y="11817"/>
                    <a:pt x="4061878" y="18074"/>
                    <a:pt x="4061878" y="24598"/>
                  </a:cubicBezTo>
                  <a:lnTo>
                    <a:pt x="4061878" y="1793065"/>
                  </a:lnTo>
                  <a:cubicBezTo>
                    <a:pt x="4061878" y="1799588"/>
                    <a:pt x="4059287" y="1805845"/>
                    <a:pt x="4054674" y="1810458"/>
                  </a:cubicBezTo>
                  <a:cubicBezTo>
                    <a:pt x="4050061" y="1815071"/>
                    <a:pt x="4043805" y="1817662"/>
                    <a:pt x="4037281" y="1817662"/>
                  </a:cubicBezTo>
                  <a:lnTo>
                    <a:pt x="24598" y="1817662"/>
                  </a:lnTo>
                  <a:cubicBezTo>
                    <a:pt x="11013" y="1817662"/>
                    <a:pt x="0" y="1806650"/>
                    <a:pt x="0" y="1793065"/>
                  </a:cubicBezTo>
                  <a:lnTo>
                    <a:pt x="0" y="24598"/>
                  </a:lnTo>
                  <a:cubicBezTo>
                    <a:pt x="0" y="18074"/>
                    <a:pt x="2592" y="11817"/>
                    <a:pt x="7204" y="7204"/>
                  </a:cubicBezTo>
                  <a:cubicBezTo>
                    <a:pt x="11817" y="2592"/>
                    <a:pt x="18074" y="0"/>
                    <a:pt x="24598" y="0"/>
                  </a:cubicBezTo>
                  <a:close/>
                </a:path>
              </a:pathLst>
            </a:custGeom>
            <a:solidFill>
              <a:srgbClr val="585EFF"/>
            </a:solidFill>
            <a:ln w="47625" cap="rnd">
              <a:solidFill>
                <a:srgbClr val="8488F4"/>
              </a:solidFill>
              <a:prstDash val="solid"/>
              <a:round/>
            </a:ln>
          </p:spPr>
        </p:sp>
        <p:sp>
          <p:nvSpPr>
            <p:cNvPr name="TextBox 15" id="15"/>
            <p:cNvSpPr txBox="true"/>
            <p:nvPr/>
          </p:nvSpPr>
          <p:spPr>
            <a:xfrm>
              <a:off x="0" y="-133350"/>
              <a:ext cx="4061879" cy="1951012"/>
            </a:xfrm>
            <a:prstGeom prst="rect">
              <a:avLst/>
            </a:prstGeom>
          </p:spPr>
          <p:txBody>
            <a:bodyPr anchor="ctr" rtlCol="false" tIns="254000" lIns="254000" bIns="254000" rIns="254000"/>
            <a:lstStyle/>
            <a:p>
              <a:pPr algn="just">
                <a:lnSpc>
                  <a:spcPts val="6859"/>
                </a:lnSpc>
              </a:pPr>
              <a:r>
                <a:rPr lang="en-US" sz="4899">
                  <a:solidFill>
                    <a:srgbClr val="FFFFFF"/>
                  </a:solidFill>
                  <a:latin typeface="Poppins Light"/>
                  <a:ea typeface="Poppins Light"/>
                  <a:cs typeface="Poppins Light"/>
                  <a:sym typeface="Poppins Light"/>
                </a:rPr>
                <a:t>   Contenido práctico: </a:t>
              </a:r>
            </a:p>
            <a:p>
              <a:pPr algn="just">
                <a:lnSpc>
                  <a:spcPts val="6859"/>
                </a:lnSpc>
              </a:pPr>
            </a:p>
            <a:p>
              <a:pPr algn="just" marL="1057895" indent="-528947" lvl="1">
                <a:lnSpc>
                  <a:spcPts val="6859"/>
                </a:lnSpc>
                <a:buFont typeface="Arial"/>
                <a:buChar char="•"/>
              </a:pPr>
              <a:r>
                <a:rPr lang="en-US" sz="4899">
                  <a:solidFill>
                    <a:srgbClr val="FFFFFF"/>
                  </a:solidFill>
                  <a:latin typeface="Poppins"/>
                  <a:ea typeface="Poppins"/>
                  <a:cs typeface="Poppins"/>
                  <a:sym typeface="Poppins"/>
                </a:rPr>
                <a:t>Uso de módulos</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Múltiples Formularios</a:t>
              </a:r>
            </a:p>
            <a:p>
              <a:pPr algn="just" marL="1057895" indent="-528947" lvl="1">
                <a:lnSpc>
                  <a:spcPts val="6859"/>
                </a:lnSpc>
                <a:buFont typeface="Arial"/>
                <a:buChar char="•"/>
              </a:pPr>
              <a:r>
                <a:rPr lang="en-US" sz="4899">
                  <a:solidFill>
                    <a:srgbClr val="FFFFFF"/>
                  </a:solidFill>
                  <a:latin typeface="Poppins"/>
                  <a:ea typeface="Poppins"/>
                  <a:cs typeface="Poppins"/>
                  <a:sym typeface="Poppins"/>
                </a:rPr>
                <a:t>Declaración de variables globales</a:t>
              </a:r>
            </a:p>
          </p:txBody>
        </p:sp>
      </p:grpSp>
      <p:sp>
        <p:nvSpPr>
          <p:cNvPr name="TextBox 16" id="16"/>
          <p:cNvSpPr txBox="true"/>
          <p:nvPr/>
        </p:nvSpPr>
        <p:spPr>
          <a:xfrm rot="0">
            <a:off x="15664300" y="670536"/>
            <a:ext cx="1952265" cy="327152"/>
          </a:xfrm>
          <a:prstGeom prst="rect">
            <a:avLst/>
          </a:prstGeom>
        </p:spPr>
        <p:txBody>
          <a:bodyPr anchor="t" rtlCol="false" tIns="0" lIns="0" bIns="0" rIns="0">
            <a:spAutoFit/>
          </a:bodyPr>
          <a:lstStyle/>
          <a:p>
            <a:pPr algn="r">
              <a:lnSpc>
                <a:spcPts val="2463"/>
              </a:lnSpc>
            </a:pPr>
            <a:r>
              <a:rPr lang="en-US" sz="2199">
                <a:solidFill>
                  <a:srgbClr val="FFFFFF"/>
                </a:solidFill>
                <a:latin typeface="Poppins Light"/>
                <a:ea typeface="Poppins Light"/>
                <a:cs typeface="Poppins Light"/>
                <a:sym typeface="Poppins Light"/>
              </a:rPr>
              <a:t>player 2</a:t>
            </a:r>
          </a:p>
        </p:txBody>
      </p:sp>
      <p:sp>
        <p:nvSpPr>
          <p:cNvPr name="TextBox 17" id="17"/>
          <p:cNvSpPr txBox="true"/>
          <p:nvPr/>
        </p:nvSpPr>
        <p:spPr>
          <a:xfrm rot="0">
            <a:off x="6627910" y="701548"/>
            <a:ext cx="4244462" cy="327152"/>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highscore 2500</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19712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9006" y="-1298925"/>
            <a:ext cx="5271418" cy="10244805"/>
          </a:xfrm>
          <a:custGeom>
            <a:avLst/>
            <a:gdLst/>
            <a:ahLst/>
            <a:cxnLst/>
            <a:rect r="r" b="b" t="t" l="l"/>
            <a:pathLst>
              <a:path h="10244805" w="5271418">
                <a:moveTo>
                  <a:pt x="0" y="0"/>
                </a:moveTo>
                <a:lnTo>
                  <a:pt x="5271417" y="0"/>
                </a:lnTo>
                <a:lnTo>
                  <a:pt x="5271417" y="10244805"/>
                </a:lnTo>
                <a:lnTo>
                  <a:pt x="0" y="10244805"/>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049" y="2934751"/>
            <a:ext cx="2828812" cy="987513"/>
          </a:xfrm>
          <a:custGeom>
            <a:avLst/>
            <a:gdLst/>
            <a:ahLst/>
            <a:cxnLst/>
            <a:rect r="r" b="b" t="t" l="l"/>
            <a:pathLst>
              <a:path h="987513" w="2828812">
                <a:moveTo>
                  <a:pt x="0" y="0"/>
                </a:moveTo>
                <a:lnTo>
                  <a:pt x="2828813" y="0"/>
                </a:lnTo>
                <a:lnTo>
                  <a:pt x="2828813" y="987512"/>
                </a:lnTo>
                <a:lnTo>
                  <a:pt x="0" y="987512"/>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190678" y="230851"/>
            <a:ext cx="2828812" cy="987513"/>
          </a:xfrm>
          <a:custGeom>
            <a:avLst/>
            <a:gdLst/>
            <a:ahLst/>
            <a:cxnLst/>
            <a:rect r="r" b="b" t="t" l="l"/>
            <a:pathLst>
              <a:path h="987513" w="2828812">
                <a:moveTo>
                  <a:pt x="2828813" y="0"/>
                </a:moveTo>
                <a:lnTo>
                  <a:pt x="0" y="0"/>
                </a:lnTo>
                <a:lnTo>
                  <a:pt x="0" y="987512"/>
                </a:lnTo>
                <a:lnTo>
                  <a:pt x="2828813" y="987512"/>
                </a:lnTo>
                <a:lnTo>
                  <a:pt x="2828813"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521607" y="1028700"/>
            <a:ext cx="9737693" cy="5405361"/>
            <a:chOff x="0" y="0"/>
            <a:chExt cx="2564660" cy="1423634"/>
          </a:xfrm>
        </p:grpSpPr>
        <p:sp>
          <p:nvSpPr>
            <p:cNvPr name="Freeform 7" id="7"/>
            <p:cNvSpPr/>
            <p:nvPr/>
          </p:nvSpPr>
          <p:spPr>
            <a:xfrm flipH="false" flipV="false" rot="0">
              <a:off x="0" y="0"/>
              <a:ext cx="2564660" cy="1423634"/>
            </a:xfrm>
            <a:custGeom>
              <a:avLst/>
              <a:gdLst/>
              <a:ahLst/>
              <a:cxnLst/>
              <a:rect r="r" b="b" t="t" l="l"/>
              <a:pathLst>
                <a:path h="1423634" w="2564660">
                  <a:moveTo>
                    <a:pt x="38957" y="0"/>
                  </a:moveTo>
                  <a:lnTo>
                    <a:pt x="2525702" y="0"/>
                  </a:lnTo>
                  <a:cubicBezTo>
                    <a:pt x="2536035" y="0"/>
                    <a:pt x="2545943" y="4104"/>
                    <a:pt x="2553249" y="11410"/>
                  </a:cubicBezTo>
                  <a:cubicBezTo>
                    <a:pt x="2560555" y="18716"/>
                    <a:pt x="2564660" y="28625"/>
                    <a:pt x="2564660" y="38957"/>
                  </a:cubicBezTo>
                  <a:lnTo>
                    <a:pt x="2564660" y="1384677"/>
                  </a:lnTo>
                  <a:cubicBezTo>
                    <a:pt x="2564660" y="1395009"/>
                    <a:pt x="2560555" y="1404918"/>
                    <a:pt x="2553249" y="1412224"/>
                  </a:cubicBezTo>
                  <a:cubicBezTo>
                    <a:pt x="2545943" y="1419530"/>
                    <a:pt x="2536035" y="1423634"/>
                    <a:pt x="2525702" y="1423634"/>
                  </a:cubicBezTo>
                  <a:lnTo>
                    <a:pt x="38957" y="1423634"/>
                  </a:lnTo>
                  <a:cubicBezTo>
                    <a:pt x="28625" y="1423634"/>
                    <a:pt x="18716" y="1419530"/>
                    <a:pt x="11410" y="1412224"/>
                  </a:cubicBezTo>
                  <a:cubicBezTo>
                    <a:pt x="4104" y="1404918"/>
                    <a:pt x="0" y="1395009"/>
                    <a:pt x="0" y="1384677"/>
                  </a:cubicBezTo>
                  <a:lnTo>
                    <a:pt x="0" y="38957"/>
                  </a:lnTo>
                  <a:cubicBezTo>
                    <a:pt x="0" y="28625"/>
                    <a:pt x="4104" y="18716"/>
                    <a:pt x="11410" y="11410"/>
                  </a:cubicBezTo>
                  <a:cubicBezTo>
                    <a:pt x="18716" y="4104"/>
                    <a:pt x="28625" y="0"/>
                    <a:pt x="38957" y="0"/>
                  </a:cubicBezTo>
                  <a:close/>
                </a:path>
              </a:pathLst>
            </a:custGeom>
            <a:solidFill>
              <a:srgbClr val="3613C8"/>
            </a:solidFill>
            <a:ln w="47625" cap="rnd">
              <a:solidFill>
                <a:srgbClr val="57BBFF"/>
              </a:solidFill>
              <a:prstDash val="solid"/>
              <a:round/>
            </a:ln>
          </p:spPr>
        </p:sp>
        <p:sp>
          <p:nvSpPr>
            <p:cNvPr name="TextBox 8" id="8"/>
            <p:cNvSpPr txBox="true"/>
            <p:nvPr/>
          </p:nvSpPr>
          <p:spPr>
            <a:xfrm>
              <a:off x="0" y="-47625"/>
              <a:ext cx="2564660" cy="1471259"/>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211930" y="4567873"/>
            <a:ext cx="6808385" cy="5137236"/>
          </a:xfrm>
          <a:custGeom>
            <a:avLst/>
            <a:gdLst/>
            <a:ahLst/>
            <a:cxnLst/>
            <a:rect r="r" b="b" t="t" l="l"/>
            <a:pathLst>
              <a:path h="5137236" w="6808385">
                <a:moveTo>
                  <a:pt x="0" y="0"/>
                </a:moveTo>
                <a:lnTo>
                  <a:pt x="6808386" y="0"/>
                </a:lnTo>
                <a:lnTo>
                  <a:pt x="6808386" y="5137236"/>
                </a:lnTo>
                <a:lnTo>
                  <a:pt x="0" y="5137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41278" y="7099525"/>
            <a:ext cx="7237734" cy="2605584"/>
          </a:xfrm>
          <a:custGeom>
            <a:avLst/>
            <a:gdLst/>
            <a:ahLst/>
            <a:cxnLst/>
            <a:rect r="r" b="b" t="t" l="l"/>
            <a:pathLst>
              <a:path h="2605584" w="7237734">
                <a:moveTo>
                  <a:pt x="0" y="0"/>
                </a:moveTo>
                <a:lnTo>
                  <a:pt x="7237734" y="0"/>
                </a:lnTo>
                <a:lnTo>
                  <a:pt x="7237734" y="2605584"/>
                </a:lnTo>
                <a:lnTo>
                  <a:pt x="0" y="26055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0" y="9705109"/>
            <a:ext cx="18288000" cy="1163782"/>
            <a:chOff x="0" y="0"/>
            <a:chExt cx="24384000" cy="1551709"/>
          </a:xfrm>
        </p:grpSpPr>
        <p:sp>
          <p:nvSpPr>
            <p:cNvPr name="Freeform 12" id="12"/>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15" id="15"/>
          <p:cNvSpPr/>
          <p:nvPr/>
        </p:nvSpPr>
        <p:spPr>
          <a:xfrm flipH="false" flipV="false" rot="0">
            <a:off x="11602934" y="8186651"/>
            <a:ext cx="5219700" cy="1518458"/>
          </a:xfrm>
          <a:custGeom>
            <a:avLst/>
            <a:gdLst/>
            <a:ahLst/>
            <a:cxnLst/>
            <a:rect r="r" b="b" t="t" l="l"/>
            <a:pathLst>
              <a:path h="1518458" w="5219700">
                <a:moveTo>
                  <a:pt x="0" y="0"/>
                </a:moveTo>
                <a:lnTo>
                  <a:pt x="5219700" y="0"/>
                </a:lnTo>
                <a:lnTo>
                  <a:pt x="5219700"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5950489" y="8186651"/>
            <a:ext cx="5219700" cy="1518458"/>
          </a:xfrm>
          <a:custGeom>
            <a:avLst/>
            <a:gdLst/>
            <a:ahLst/>
            <a:cxnLst/>
            <a:rect r="r" b="b" t="t" l="l"/>
            <a:pathLst>
              <a:path h="1518458" w="5219700">
                <a:moveTo>
                  <a:pt x="0" y="0"/>
                </a:moveTo>
                <a:lnTo>
                  <a:pt x="5219701" y="0"/>
                </a:lnTo>
                <a:lnTo>
                  <a:pt x="5219701"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028700" y="1028700"/>
            <a:ext cx="2196534" cy="942513"/>
          </a:xfrm>
          <a:custGeom>
            <a:avLst/>
            <a:gdLst/>
            <a:ahLst/>
            <a:cxnLst/>
            <a:rect r="r" b="b" t="t" l="l"/>
            <a:pathLst>
              <a:path h="942513" w="2196534">
                <a:moveTo>
                  <a:pt x="0" y="0"/>
                </a:moveTo>
                <a:lnTo>
                  <a:pt x="2196534" y="0"/>
                </a:lnTo>
                <a:lnTo>
                  <a:pt x="2196534" y="942513"/>
                </a:lnTo>
                <a:lnTo>
                  <a:pt x="0" y="94251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pic>
        <p:nvPicPr>
          <p:cNvPr name="Picture 18" id="18"/>
          <p:cNvPicPr>
            <a:picLocks noChangeAspect="true"/>
          </p:cNvPicPr>
          <p:nvPr/>
        </p:nvPicPr>
        <p:blipFill>
          <a:blip r:embed="rId18"/>
          <a:srcRect l="0" t="0" r="0" b="0"/>
          <a:stretch>
            <a:fillRect/>
          </a:stretch>
        </p:blipFill>
        <p:spPr>
          <a:xfrm flipH="false" flipV="false" rot="0">
            <a:off x="3576727" y="1218363"/>
            <a:ext cx="1877287" cy="563186"/>
          </a:xfrm>
          <a:prstGeom prst="rect">
            <a:avLst/>
          </a:prstGeom>
        </p:spPr>
      </p:pic>
      <p:grpSp>
        <p:nvGrpSpPr>
          <p:cNvPr name="Group 19" id="19"/>
          <p:cNvGrpSpPr/>
          <p:nvPr/>
        </p:nvGrpSpPr>
        <p:grpSpPr>
          <a:xfrm rot="0">
            <a:off x="8175823" y="2686132"/>
            <a:ext cx="8429262" cy="2090497"/>
            <a:chOff x="0" y="0"/>
            <a:chExt cx="11239015" cy="2787330"/>
          </a:xfrm>
        </p:grpSpPr>
        <p:sp>
          <p:nvSpPr>
            <p:cNvPr name="TextBox 20" id="20"/>
            <p:cNvSpPr txBox="true"/>
            <p:nvPr/>
          </p:nvSpPr>
          <p:spPr>
            <a:xfrm rot="0">
              <a:off x="0" y="47625"/>
              <a:ext cx="11239015" cy="1667722"/>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THANK YOU!</a:t>
              </a:r>
            </a:p>
          </p:txBody>
        </p:sp>
        <p:sp>
          <p:nvSpPr>
            <p:cNvPr name="TextBox 21" id="21"/>
            <p:cNvSpPr txBox="true"/>
            <p:nvPr/>
          </p:nvSpPr>
          <p:spPr>
            <a:xfrm rot="0">
              <a:off x="0" y="2149155"/>
              <a:ext cx="11239015" cy="638175"/>
            </a:xfrm>
            <a:prstGeom prst="rect">
              <a:avLst/>
            </a:prstGeom>
          </p:spPr>
          <p:txBody>
            <a:bodyPr anchor="t" rtlCol="false" tIns="0" lIns="0" bIns="0" rIns="0">
              <a:spAutoFit/>
            </a:bodyPr>
            <a:lstStyle/>
            <a:p>
              <a:pPr algn="ctr" marL="0" indent="0" lvl="0">
                <a:lnSpc>
                  <a:spcPts val="3600"/>
                </a:lnSpc>
                <a:spcBef>
                  <a:spcPct val="0"/>
                </a:spcBef>
              </a:pPr>
              <a:r>
                <a:rPr lang="en-US" sz="3000">
                  <a:solidFill>
                    <a:srgbClr val="FFFFFF"/>
                  </a:solidFill>
                  <a:latin typeface="Poppins"/>
                  <a:ea typeface="Poppins"/>
                  <a:cs typeface="Poppins"/>
                  <a:sym typeface="Poppins"/>
                </a:rPr>
                <a:t>Gracias por prestar atención :D</a:t>
              </a:r>
            </a:p>
          </p:txBody>
        </p:sp>
      </p:grpSp>
      <p:sp>
        <p:nvSpPr>
          <p:cNvPr name="Freeform 22" id="22"/>
          <p:cNvSpPr/>
          <p:nvPr/>
        </p:nvSpPr>
        <p:spPr>
          <a:xfrm flipH="false" flipV="false" rot="0">
            <a:off x="7013961" y="7989236"/>
            <a:ext cx="3615824" cy="1715873"/>
          </a:xfrm>
          <a:custGeom>
            <a:avLst/>
            <a:gdLst/>
            <a:ahLst/>
            <a:cxnLst/>
            <a:rect r="r" b="b" t="t" l="l"/>
            <a:pathLst>
              <a:path h="1715873" w="3615824">
                <a:moveTo>
                  <a:pt x="0" y="0"/>
                </a:moveTo>
                <a:lnTo>
                  <a:pt x="3615823" y="0"/>
                </a:lnTo>
                <a:lnTo>
                  <a:pt x="3615823" y="1715873"/>
                </a:lnTo>
                <a:lnTo>
                  <a:pt x="0" y="17158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160179" y="1000571"/>
            <a:ext cx="9099121" cy="8257729"/>
            <a:chOff x="0" y="0"/>
            <a:chExt cx="2396476" cy="2174875"/>
          </a:xfrm>
        </p:grpSpPr>
        <p:sp>
          <p:nvSpPr>
            <p:cNvPr name="Freeform 3" id="3"/>
            <p:cNvSpPr/>
            <p:nvPr/>
          </p:nvSpPr>
          <p:spPr>
            <a:xfrm flipH="false" flipV="false" rot="0">
              <a:off x="0" y="0"/>
              <a:ext cx="2396476" cy="2174875"/>
            </a:xfrm>
            <a:custGeom>
              <a:avLst/>
              <a:gdLst/>
              <a:ahLst/>
              <a:cxnLst/>
              <a:rect r="r" b="b" t="t" l="l"/>
              <a:pathLst>
                <a:path h="2174875" w="2396476">
                  <a:moveTo>
                    <a:pt x="41691" y="0"/>
                  </a:moveTo>
                  <a:lnTo>
                    <a:pt x="2354785" y="0"/>
                  </a:lnTo>
                  <a:cubicBezTo>
                    <a:pt x="2377810" y="0"/>
                    <a:pt x="2396476" y="18666"/>
                    <a:pt x="2396476" y="41691"/>
                  </a:cubicBezTo>
                  <a:lnTo>
                    <a:pt x="2396476" y="2133184"/>
                  </a:lnTo>
                  <a:cubicBezTo>
                    <a:pt x="2396476" y="2156209"/>
                    <a:pt x="2377810" y="2174875"/>
                    <a:pt x="2354785" y="2174875"/>
                  </a:cubicBezTo>
                  <a:lnTo>
                    <a:pt x="41691" y="2174875"/>
                  </a:lnTo>
                  <a:cubicBezTo>
                    <a:pt x="18666" y="2174875"/>
                    <a:pt x="0" y="2156209"/>
                    <a:pt x="0" y="2133184"/>
                  </a:cubicBezTo>
                  <a:lnTo>
                    <a:pt x="0" y="41691"/>
                  </a:lnTo>
                  <a:cubicBezTo>
                    <a:pt x="0" y="18666"/>
                    <a:pt x="18666" y="0"/>
                    <a:pt x="41691" y="0"/>
                  </a:cubicBezTo>
                  <a:close/>
                </a:path>
              </a:pathLst>
            </a:custGeom>
            <a:solidFill>
              <a:srgbClr val="000000"/>
            </a:solidFill>
            <a:ln w="47625" cap="rnd">
              <a:solidFill>
                <a:srgbClr val="57BBFF"/>
              </a:solidFill>
              <a:prstDash val="solid"/>
              <a:round/>
            </a:ln>
          </p:spPr>
        </p:sp>
        <p:sp>
          <p:nvSpPr>
            <p:cNvPr name="TextBox 4" id="4"/>
            <p:cNvSpPr txBox="true"/>
            <p:nvPr/>
          </p:nvSpPr>
          <p:spPr>
            <a:xfrm>
              <a:off x="0" y="-28575"/>
              <a:ext cx="2396476" cy="2203450"/>
            </a:xfrm>
            <a:prstGeom prst="rect">
              <a:avLst/>
            </a:prstGeom>
          </p:spPr>
          <p:txBody>
            <a:bodyPr anchor="ctr" rtlCol="false" tIns="254000" lIns="254000" bIns="254000" rIns="254000"/>
            <a:lstStyle/>
            <a:p>
              <a:pPr algn="ctr">
                <a:lnSpc>
                  <a:spcPts val="2100"/>
                </a:lnSpc>
              </a:pPr>
            </a:p>
          </p:txBody>
        </p:sp>
      </p:grpSp>
      <p:pic>
        <p:nvPicPr>
          <p:cNvPr name="Picture 5" id="5"/>
          <p:cNvPicPr>
            <a:picLocks noChangeAspect="true"/>
          </p:cNvPicPr>
          <p:nvPr/>
        </p:nvPicPr>
        <p:blipFill>
          <a:blip r:embed="rId2"/>
          <a:srcRect l="0" t="0" r="0" b="0"/>
          <a:stretch>
            <a:fillRect/>
          </a:stretch>
        </p:blipFill>
        <p:spPr>
          <a:xfrm flipH="false" flipV="false" rot="0">
            <a:off x="9104418" y="6803606"/>
            <a:ext cx="1374203" cy="1636039"/>
          </a:xfrm>
          <a:prstGeom prst="rect">
            <a:avLst/>
          </a:prstGeom>
        </p:spPr>
      </p:pic>
      <p:pic>
        <p:nvPicPr>
          <p:cNvPr name="Picture 6" id="6"/>
          <p:cNvPicPr>
            <a:picLocks noChangeAspect="true"/>
          </p:cNvPicPr>
          <p:nvPr/>
        </p:nvPicPr>
        <p:blipFill>
          <a:blip r:embed="rId3"/>
          <a:srcRect l="0" t="0" r="0" b="0"/>
          <a:stretch>
            <a:fillRect/>
          </a:stretch>
        </p:blipFill>
        <p:spPr>
          <a:xfrm flipH="false" flipV="false" rot="0">
            <a:off x="10659200" y="6803606"/>
            <a:ext cx="1412631" cy="1636039"/>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9144000" y="1872964"/>
            <a:ext cx="1197456" cy="535704"/>
          </a:xfrm>
          <a:prstGeom prst="rect">
            <a:avLst/>
          </a:prstGeom>
        </p:spPr>
      </p:pic>
      <p:pic>
        <p:nvPicPr>
          <p:cNvPr name="Picture 8" id="8"/>
          <p:cNvPicPr>
            <a:picLocks noChangeAspect="true"/>
          </p:cNvPicPr>
          <p:nvPr/>
        </p:nvPicPr>
        <p:blipFill>
          <a:blip r:embed="rId5"/>
          <a:srcRect l="0" t="0" r="0" b="0"/>
          <a:stretch>
            <a:fillRect/>
          </a:stretch>
        </p:blipFill>
        <p:spPr>
          <a:xfrm flipH="false" flipV="false" rot="0">
            <a:off x="12413346" y="6803606"/>
            <a:ext cx="1177352" cy="1636039"/>
          </a:xfrm>
          <a:prstGeom prst="rect">
            <a:avLst/>
          </a:prstGeom>
        </p:spPr>
      </p:pic>
      <p:pic>
        <p:nvPicPr>
          <p:cNvPr name="Picture 9" id="9"/>
          <p:cNvPicPr>
            <a:picLocks noChangeAspect="true"/>
          </p:cNvPicPr>
          <p:nvPr/>
        </p:nvPicPr>
        <p:blipFill>
          <a:blip r:embed="rId6"/>
          <a:srcRect l="0" t="0" r="0" b="0"/>
          <a:stretch>
            <a:fillRect/>
          </a:stretch>
        </p:blipFill>
        <p:spPr>
          <a:xfrm flipH="false" flipV="false" rot="0">
            <a:off x="13932213" y="6944762"/>
            <a:ext cx="808128" cy="1494883"/>
          </a:xfrm>
          <a:prstGeom prst="rect">
            <a:avLst/>
          </a:prstGeom>
        </p:spPr>
      </p:pic>
      <p:pic>
        <p:nvPicPr>
          <p:cNvPr name="Picture 10" id="10"/>
          <p:cNvPicPr>
            <a:picLocks noChangeAspect="true"/>
          </p:cNvPicPr>
          <p:nvPr/>
        </p:nvPicPr>
        <p:blipFill>
          <a:blip r:embed="rId7"/>
          <a:srcRect l="0" t="0" r="0" b="0"/>
          <a:stretch>
            <a:fillRect/>
          </a:stretch>
        </p:blipFill>
        <p:spPr>
          <a:xfrm flipH="false" flipV="false" rot="0">
            <a:off x="9016045" y="4542316"/>
            <a:ext cx="1374203" cy="1762288"/>
          </a:xfrm>
          <a:prstGeom prst="rect">
            <a:avLst/>
          </a:prstGeom>
        </p:spPr>
      </p:pic>
      <p:pic>
        <p:nvPicPr>
          <p:cNvPr name="Picture 11" id="11"/>
          <p:cNvPicPr>
            <a:picLocks noChangeAspect="true"/>
          </p:cNvPicPr>
          <p:nvPr/>
        </p:nvPicPr>
        <p:blipFill>
          <a:blip r:embed="rId8"/>
          <a:srcRect l="0" t="0" r="0" b="0"/>
          <a:stretch>
            <a:fillRect/>
          </a:stretch>
        </p:blipFill>
        <p:spPr>
          <a:xfrm flipH="false" flipV="false" rot="0">
            <a:off x="10778205" y="4701756"/>
            <a:ext cx="905668" cy="1443408"/>
          </a:xfrm>
          <a:prstGeom prst="rect">
            <a:avLst/>
          </a:prstGeom>
        </p:spPr>
      </p:pic>
      <p:pic>
        <p:nvPicPr>
          <p:cNvPr name="Picture 12" id="12"/>
          <p:cNvPicPr>
            <a:picLocks noChangeAspect="true"/>
          </p:cNvPicPr>
          <p:nvPr/>
        </p:nvPicPr>
        <p:blipFill>
          <a:blip r:embed="rId9"/>
          <a:srcRect l="0" t="0" r="0" b="0"/>
          <a:stretch>
            <a:fillRect/>
          </a:stretch>
        </p:blipFill>
        <p:spPr>
          <a:xfrm flipH="false" flipV="false" rot="0">
            <a:off x="14968017" y="6884610"/>
            <a:ext cx="1435417" cy="1555035"/>
          </a:xfrm>
          <a:prstGeom prst="rect">
            <a:avLst/>
          </a:prstGeom>
        </p:spPr>
      </p:pic>
      <p:pic>
        <p:nvPicPr>
          <p:cNvPr name="Picture 13" id="13"/>
          <p:cNvPicPr>
            <a:picLocks noChangeAspect="true"/>
          </p:cNvPicPr>
          <p:nvPr/>
        </p:nvPicPr>
        <p:blipFill>
          <a:blip r:embed="rId10"/>
          <a:srcRect l="0" t="0" r="0" b="0"/>
          <a:stretch>
            <a:fillRect/>
          </a:stretch>
        </p:blipFill>
        <p:spPr>
          <a:xfrm flipH="false" flipV="false" rot="0">
            <a:off x="12071831" y="4701756"/>
            <a:ext cx="1293832" cy="1443408"/>
          </a:xfrm>
          <a:prstGeom prst="rect">
            <a:avLst/>
          </a:prstGeom>
        </p:spPr>
      </p:pic>
      <p:pic>
        <p:nvPicPr>
          <p:cNvPr name="Picture 14" id="14"/>
          <p:cNvPicPr>
            <a:picLocks noChangeAspect="true"/>
          </p:cNvPicPr>
          <p:nvPr/>
        </p:nvPicPr>
        <p:blipFill>
          <a:blip r:embed="rId11"/>
          <a:srcRect l="0" t="0" r="0" b="0"/>
          <a:stretch>
            <a:fillRect/>
          </a:stretch>
        </p:blipFill>
        <p:spPr>
          <a:xfrm flipH="false" flipV="false" rot="0">
            <a:off x="13932213" y="4516336"/>
            <a:ext cx="704358" cy="1628828"/>
          </a:xfrm>
          <a:prstGeom prst="rect">
            <a:avLst/>
          </a:prstGeom>
        </p:spPr>
      </p:pic>
      <p:pic>
        <p:nvPicPr>
          <p:cNvPr name="Picture 15" id="15"/>
          <p:cNvPicPr>
            <a:picLocks noChangeAspect="true"/>
          </p:cNvPicPr>
          <p:nvPr/>
        </p:nvPicPr>
        <p:blipFill>
          <a:blip r:embed="rId12"/>
          <a:srcRect l="0" t="0" r="0" b="0"/>
          <a:stretch>
            <a:fillRect/>
          </a:stretch>
        </p:blipFill>
        <p:spPr>
          <a:xfrm flipH="false" flipV="false" rot="0">
            <a:off x="14982000" y="4701756"/>
            <a:ext cx="1407452" cy="1443408"/>
          </a:xfrm>
          <a:prstGeom prst="rect">
            <a:avLst/>
          </a:prstGeom>
        </p:spPr>
      </p:pic>
      <p:pic>
        <p:nvPicPr>
          <p:cNvPr name="Picture 16" id="16"/>
          <p:cNvPicPr>
            <a:picLocks noChangeAspect="true"/>
          </p:cNvPicPr>
          <p:nvPr/>
        </p:nvPicPr>
        <p:blipFill>
          <a:blip r:embed="rId13"/>
          <a:srcRect l="0" t="0" r="0" b="0"/>
          <a:stretch>
            <a:fillRect/>
          </a:stretch>
        </p:blipFill>
        <p:spPr>
          <a:xfrm flipH="false" flipV="false" rot="0">
            <a:off x="13853410" y="2408668"/>
            <a:ext cx="861963" cy="1722235"/>
          </a:xfrm>
          <a:prstGeom prst="rect">
            <a:avLst/>
          </a:prstGeom>
        </p:spPr>
      </p:pic>
      <p:pic>
        <p:nvPicPr>
          <p:cNvPr name="Picture 17" id="17"/>
          <p:cNvPicPr>
            <a:picLocks noChangeAspect="true"/>
          </p:cNvPicPr>
          <p:nvPr/>
        </p:nvPicPr>
        <p:blipFill>
          <a:blip r:embed="rId14"/>
          <a:srcRect l="0" t="0" r="0" b="0"/>
          <a:stretch>
            <a:fillRect/>
          </a:stretch>
        </p:blipFill>
        <p:spPr>
          <a:xfrm flipH="false" flipV="false" rot="0">
            <a:off x="12170912" y="3032741"/>
            <a:ext cx="1077656" cy="1143635"/>
          </a:xfrm>
          <a:prstGeom prst="rect">
            <a:avLst/>
          </a:prstGeom>
        </p:spPr>
      </p:pic>
      <p:pic>
        <p:nvPicPr>
          <p:cNvPr name="Picture 18" id="18"/>
          <p:cNvPicPr>
            <a:picLocks noChangeAspect="true"/>
          </p:cNvPicPr>
          <p:nvPr/>
        </p:nvPicPr>
        <p:blipFill>
          <a:blip r:embed="rId15"/>
          <a:srcRect l="0" t="0" r="0" b="0"/>
          <a:stretch>
            <a:fillRect/>
          </a:stretch>
        </p:blipFill>
        <p:spPr>
          <a:xfrm flipH="false" flipV="false" rot="0">
            <a:off x="10656241" y="2987269"/>
            <a:ext cx="905070" cy="1143635"/>
          </a:xfrm>
          <a:prstGeom prst="rect">
            <a:avLst/>
          </a:prstGeom>
        </p:spPr>
      </p:pic>
      <p:pic>
        <p:nvPicPr>
          <p:cNvPr name="Picture 19" id="19"/>
          <p:cNvPicPr>
            <a:picLocks noChangeAspect="true"/>
          </p:cNvPicPr>
          <p:nvPr/>
        </p:nvPicPr>
        <p:blipFill>
          <a:blip r:embed="rId16"/>
          <a:srcRect l="0" t="0" r="0" b="0"/>
          <a:stretch>
            <a:fillRect/>
          </a:stretch>
        </p:blipFill>
        <p:spPr>
          <a:xfrm flipH="false" flipV="false" rot="0">
            <a:off x="10956032" y="1872964"/>
            <a:ext cx="894639" cy="542804"/>
          </a:xfrm>
          <a:prstGeom prst="rect">
            <a:avLst/>
          </a:prstGeom>
        </p:spPr>
      </p:pic>
      <p:pic>
        <p:nvPicPr>
          <p:cNvPr name="Picture 20" id="20"/>
          <p:cNvPicPr>
            <a:picLocks noChangeAspect="true"/>
          </p:cNvPicPr>
          <p:nvPr/>
        </p:nvPicPr>
        <p:blipFill>
          <a:blip r:embed="rId17"/>
          <a:srcRect l="0" t="0" r="0" b="0"/>
          <a:stretch>
            <a:fillRect/>
          </a:stretch>
        </p:blipFill>
        <p:spPr>
          <a:xfrm flipH="false" flipV="false" rot="0">
            <a:off x="15264837" y="3032741"/>
            <a:ext cx="841778" cy="1098162"/>
          </a:xfrm>
          <a:prstGeom prst="rect">
            <a:avLst/>
          </a:prstGeom>
        </p:spPr>
      </p:pic>
      <p:pic>
        <p:nvPicPr>
          <p:cNvPr name="Picture 21" id="21"/>
          <p:cNvPicPr>
            <a:picLocks noChangeAspect="true"/>
          </p:cNvPicPr>
          <p:nvPr/>
        </p:nvPicPr>
        <p:blipFill>
          <a:blip r:embed="rId18"/>
          <a:srcRect l="0" t="0" r="0" b="0"/>
          <a:stretch>
            <a:fillRect/>
          </a:stretch>
        </p:blipFill>
        <p:spPr>
          <a:xfrm flipH="false" flipV="false" rot="0">
            <a:off x="12469796" y="1847355"/>
            <a:ext cx="1871046" cy="561314"/>
          </a:xfrm>
          <a:prstGeom prst="rect">
            <a:avLst/>
          </a:prstGeom>
        </p:spPr>
      </p:pic>
      <p:pic>
        <p:nvPicPr>
          <p:cNvPr name="Picture 22" id="22"/>
          <p:cNvPicPr>
            <a:picLocks noChangeAspect="true"/>
          </p:cNvPicPr>
          <p:nvPr/>
        </p:nvPicPr>
        <p:blipFill>
          <a:blip r:embed="rId19"/>
          <a:srcRect l="0" t="0" r="0" b="0"/>
          <a:stretch>
            <a:fillRect/>
          </a:stretch>
        </p:blipFill>
        <p:spPr>
          <a:xfrm flipH="false" flipV="false" rot="0">
            <a:off x="14982000" y="1872964"/>
            <a:ext cx="1152685" cy="375271"/>
          </a:xfrm>
          <a:prstGeom prst="rect">
            <a:avLst/>
          </a:prstGeom>
        </p:spPr>
      </p:pic>
      <p:pic>
        <p:nvPicPr>
          <p:cNvPr name="Picture 23" id="23"/>
          <p:cNvPicPr>
            <a:picLocks noChangeAspect="true"/>
          </p:cNvPicPr>
          <p:nvPr/>
        </p:nvPicPr>
        <p:blipFill>
          <a:blip r:embed="rId20"/>
          <a:srcRect l="0" t="0" r="0" b="0"/>
          <a:stretch>
            <a:fillRect/>
          </a:stretch>
        </p:blipFill>
        <p:spPr>
          <a:xfrm flipH="false" flipV="false" rot="0">
            <a:off x="9151343" y="2987269"/>
            <a:ext cx="970034" cy="1035835"/>
          </a:xfrm>
          <a:prstGeom prst="rect">
            <a:avLst/>
          </a:prstGeom>
        </p:spPr>
      </p:pic>
      <p:sp>
        <p:nvSpPr>
          <p:cNvPr name="TextBox 24" id="24"/>
          <p:cNvSpPr txBox="true"/>
          <p:nvPr/>
        </p:nvSpPr>
        <p:spPr>
          <a:xfrm rot="0">
            <a:off x="1028700" y="6932930"/>
            <a:ext cx="6073108" cy="2325370"/>
          </a:xfrm>
          <a:prstGeom prst="rect">
            <a:avLst/>
          </a:prstGeom>
        </p:spPr>
        <p:txBody>
          <a:bodyPr anchor="t" rtlCol="false" tIns="0" lIns="0" bIns="0" rIns="0">
            <a:spAutoFit/>
          </a:bodyPr>
          <a:lstStyle/>
          <a:p>
            <a:pPr algn="l">
              <a:lnSpc>
                <a:spcPts val="3080"/>
              </a:lnSpc>
            </a:pPr>
            <a:r>
              <a:rPr lang="en-US" sz="2200">
                <a:solidFill>
                  <a:srgbClr val="FFFFFF"/>
                </a:solidFill>
                <a:latin typeface="Garet"/>
                <a:ea typeface="Garet"/>
                <a:cs typeface="Garet"/>
                <a:sym typeface="Garet"/>
              </a:rPr>
              <a:t>Use these design resources</a:t>
            </a:r>
          </a:p>
          <a:p>
            <a:pPr algn="l">
              <a:lnSpc>
                <a:spcPts val="3080"/>
              </a:lnSpc>
            </a:pPr>
            <a:r>
              <a:rPr lang="en-US" sz="2200">
                <a:solidFill>
                  <a:srgbClr val="FFFFFF"/>
                </a:solidFill>
                <a:latin typeface="Garet"/>
                <a:ea typeface="Garet"/>
                <a:cs typeface="Garet"/>
                <a:sym typeface="Garet"/>
              </a:rPr>
              <a:t>in your Canva Presentation.</a:t>
            </a:r>
          </a:p>
          <a:p>
            <a:pPr algn="l">
              <a:lnSpc>
                <a:spcPts val="3080"/>
              </a:lnSpc>
            </a:pPr>
            <a:r>
              <a:rPr lang="en-US" sz="2200">
                <a:solidFill>
                  <a:srgbClr val="FFFFFF"/>
                </a:solidFill>
                <a:latin typeface="Garet"/>
                <a:ea typeface="Garet"/>
                <a:cs typeface="Garet"/>
                <a:sym typeface="Garet"/>
              </a:rPr>
              <a:t>Happy designing! </a:t>
            </a:r>
          </a:p>
          <a:p>
            <a:pPr algn="l">
              <a:lnSpc>
                <a:spcPts val="3080"/>
              </a:lnSpc>
            </a:pPr>
          </a:p>
          <a:p>
            <a:pPr algn="l">
              <a:lnSpc>
                <a:spcPts val="3080"/>
              </a:lnSpc>
            </a:pPr>
            <a:r>
              <a:rPr lang="en-US" sz="2200">
                <a:solidFill>
                  <a:srgbClr val="FFFFFF"/>
                </a:solidFill>
                <a:latin typeface="Garet"/>
                <a:ea typeface="Garet"/>
                <a:cs typeface="Garet"/>
                <a:sym typeface="Garet"/>
              </a:rPr>
              <a:t>Don't forget to delete or hide</a:t>
            </a:r>
          </a:p>
          <a:p>
            <a:pPr algn="l">
              <a:lnSpc>
                <a:spcPts val="3080"/>
              </a:lnSpc>
            </a:pPr>
            <a:r>
              <a:rPr lang="en-US" sz="2200">
                <a:solidFill>
                  <a:srgbClr val="FFFFFF"/>
                </a:solidFill>
                <a:latin typeface="Garet"/>
                <a:ea typeface="Garet"/>
                <a:cs typeface="Garet"/>
                <a:sym typeface="Garet"/>
              </a:rPr>
              <a:t>this page before presenting. </a:t>
            </a:r>
          </a:p>
        </p:txBody>
      </p:sp>
      <p:sp>
        <p:nvSpPr>
          <p:cNvPr name="TextBox 25" id="25"/>
          <p:cNvSpPr txBox="true"/>
          <p:nvPr/>
        </p:nvSpPr>
        <p:spPr>
          <a:xfrm rot="0">
            <a:off x="1028700" y="1009650"/>
            <a:ext cx="6073108" cy="2071370"/>
          </a:xfrm>
          <a:prstGeom prst="rect">
            <a:avLst/>
          </a:prstGeom>
        </p:spPr>
        <p:txBody>
          <a:bodyPr anchor="t" rtlCol="false" tIns="0" lIns="0" bIns="0" rIns="0">
            <a:spAutoFit/>
          </a:bodyPr>
          <a:lstStyle/>
          <a:p>
            <a:pPr algn="l">
              <a:lnSpc>
                <a:spcPts val="7839"/>
              </a:lnSpc>
            </a:pPr>
            <a:r>
              <a:rPr lang="en-US" sz="6999">
                <a:solidFill>
                  <a:srgbClr val="FF63D8"/>
                </a:solidFill>
                <a:latin typeface="Arcade Gamer"/>
                <a:ea typeface="Arcade Gamer"/>
                <a:cs typeface="Arcade Gamer"/>
                <a:sym typeface="Arcade Gamer"/>
              </a:rPr>
              <a:t>RESOURCE</a:t>
            </a:r>
            <a:r>
              <a:rPr lang="en-US" sz="6999">
                <a:solidFill>
                  <a:srgbClr val="FF63D8"/>
                </a:solidFill>
                <a:latin typeface="Arcade Gamer"/>
                <a:ea typeface="Arcade Gamer"/>
                <a:cs typeface="Arcade Gamer"/>
                <a:sym typeface="Arcade Gamer"/>
              </a:rPr>
              <a:t> </a:t>
            </a:r>
          </a:p>
          <a:p>
            <a:pPr algn="l">
              <a:lnSpc>
                <a:spcPts val="7839"/>
              </a:lnSpc>
            </a:pPr>
            <a:r>
              <a:rPr lang="en-US" sz="6999">
                <a:solidFill>
                  <a:srgbClr val="FF63D8"/>
                </a:solidFill>
                <a:latin typeface="Arcade Gamer"/>
                <a:ea typeface="Arcade Gamer"/>
                <a:cs typeface="Arcade Gamer"/>
                <a:sym typeface="Arcade Gamer"/>
              </a:rPr>
              <a:t>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DAGVgk8SeYo</dc:identifier>
  <dcterms:modified xsi:type="dcterms:W3CDTF">2011-08-01T06:04:30Z</dcterms:modified>
  <cp:revision>1</cp:revision>
  <dc:title>Clase 05 - Cococys</dc:title>
</cp:coreProperties>
</file>