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Computer Says No" charset="1" panose="00000400000000000000"/>
      <p:regular r:id="rId28"/>
    </p:embeddedFont>
    <p:embeddedFont>
      <p:font typeface="Poppins Light" charset="1" panose="00000400000000000000"/>
      <p:regular r:id="rId29"/>
    </p:embeddedFont>
    <p:embeddedFont>
      <p:font typeface="Poppins" charset="1" panose="00000500000000000000"/>
      <p:regular r:id="rId30"/>
    </p:embeddedFont>
    <p:embeddedFont>
      <p:font typeface="Poppins Bold" charset="1" panose="00000800000000000000"/>
      <p:regular r:id="rId31"/>
    </p:embeddedFont>
    <p:embeddedFont>
      <p:font typeface="Poppins Bold Italics" charset="1" panose="00000800000000000000"/>
      <p:regular r:id="rId32"/>
    </p:embeddedFont>
    <p:embeddedFont>
      <p:font typeface="Telegraf" charset="1" panose="00000500000000000000"/>
      <p:regular r:id="rId33"/>
    </p:embeddedFont>
    <p:embeddedFont>
      <p:font typeface="Garet" charset="1" panose="00000000000000000000"/>
      <p:regular r:id="rId34"/>
    </p:embeddedFont>
    <p:embeddedFont>
      <p:font typeface="Arcade Gamer" charset="1" panose="0000000000000000000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14.png" Type="http://schemas.openxmlformats.org/officeDocument/2006/relationships/image"/><Relationship Id="rId12" Target="../media/image15.svg" Type="http://schemas.openxmlformats.org/officeDocument/2006/relationships/image"/><Relationship Id="rId13" Target="../media/image16.png" Type="http://schemas.openxmlformats.org/officeDocument/2006/relationships/image"/><Relationship Id="rId14" Target="../media/image17.svg" Type="http://schemas.openxmlformats.org/officeDocument/2006/relationships/image"/><Relationship Id="rId15" Target="../media/image18.png" Type="http://schemas.openxmlformats.org/officeDocument/2006/relationships/image"/><Relationship Id="rId16" Target="../media/image19.svg" Type="http://schemas.openxmlformats.org/officeDocument/2006/relationships/image"/><Relationship Id="rId17" Target="../media/image20.png" Type="http://schemas.openxmlformats.org/officeDocument/2006/relationships/image"/><Relationship Id="rId18" Target="../media/image21.svg" Type="http://schemas.openxmlformats.org/officeDocument/2006/relationships/image"/><Relationship Id="rId19" Target="../media/image22.png" Type="http://schemas.openxmlformats.org/officeDocument/2006/relationships/image"/><Relationship Id="rId2" Target="../media/image5.png" Type="http://schemas.openxmlformats.org/officeDocument/2006/relationships/image"/><Relationship Id="rId20" Target="../media/image23.svg" Type="http://schemas.openxmlformats.org/officeDocument/2006/relationships/image"/><Relationship Id="rId21" Target="../media/image24.gif" Type="http://schemas.openxmlformats.org/officeDocument/2006/relationships/image"/><Relationship Id="rId22" Target="../media/image25.gif" Type="http://schemas.openxmlformats.org/officeDocument/2006/relationships/image"/><Relationship Id="rId23" Target="../media/image26.png" Type="http://schemas.openxmlformats.org/officeDocument/2006/relationships/image"/><Relationship Id="rId3" Target="../media/image6.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gif"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gif" Type="http://schemas.openxmlformats.org/officeDocument/2006/relationships/image"/><Relationship Id="rId11" Target="../media/image36.gif" Type="http://schemas.openxmlformats.org/officeDocument/2006/relationships/image"/><Relationship Id="rId12" Target="../media/image37.png" Type="http://schemas.openxmlformats.org/officeDocument/2006/relationships/image"/><Relationship Id="rId13" Target="../media/image38.svg" Type="http://schemas.openxmlformats.org/officeDocument/2006/relationships/image"/><Relationship Id="rId14" Target="../media/image39.png" Type="http://schemas.openxmlformats.org/officeDocument/2006/relationships/image"/><Relationship Id="rId15" Target="../media/image40.svg" Type="http://schemas.openxmlformats.org/officeDocument/2006/relationships/image"/><Relationship Id="rId16" Target="../media/image41.png" Type="http://schemas.openxmlformats.org/officeDocument/2006/relationships/image"/><Relationship Id="rId17" Target="../media/image42.svg" Type="http://schemas.openxmlformats.org/officeDocument/2006/relationships/image"/><Relationship Id="rId18" Target="../media/image43.png" Type="http://schemas.openxmlformats.org/officeDocument/2006/relationships/image"/><Relationship Id="rId19" Target="../media/image44.svg" Type="http://schemas.openxmlformats.org/officeDocument/2006/relationships/image"/><Relationship Id="rId2" Target="../media/image27.png" Type="http://schemas.openxmlformats.org/officeDocument/2006/relationships/image"/><Relationship Id="rId20" Target="../media/image45.png" Type="http://schemas.openxmlformats.org/officeDocument/2006/relationships/image"/><Relationship Id="rId21" Target="../media/image46.svg" Type="http://schemas.openxmlformats.org/officeDocument/2006/relationships/image"/><Relationship Id="rId22" Target="../media/image47.gif" Type="http://schemas.openxmlformats.org/officeDocument/2006/relationships/image"/><Relationship Id="rId23" Target="../media/image48.png" Type="http://schemas.openxmlformats.org/officeDocument/2006/relationships/image"/><Relationship Id="rId24" Target="../media/image49.svg" Type="http://schemas.openxmlformats.org/officeDocument/2006/relationships/image"/><Relationship Id="rId3" Target="../media/image28.svg" Type="http://schemas.openxmlformats.org/officeDocument/2006/relationships/image"/><Relationship Id="rId4" Target="../media/image29.gif" Type="http://schemas.openxmlformats.org/officeDocument/2006/relationships/image"/><Relationship Id="rId5" Target="../media/image30.png" Type="http://schemas.openxmlformats.org/officeDocument/2006/relationships/image"/><Relationship Id="rId6" Target="../media/image31.svg" Type="http://schemas.openxmlformats.org/officeDocument/2006/relationships/image"/><Relationship Id="rId7" Target="../media/image32.png" Type="http://schemas.openxmlformats.org/officeDocument/2006/relationships/image"/><Relationship Id="rId8" Target="../media/image33.svg" Type="http://schemas.openxmlformats.org/officeDocument/2006/relationships/image"/><Relationship Id="rId9" Target="../media/image34.gif"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7.svg" Type="http://schemas.openxmlformats.org/officeDocument/2006/relationships/image"/><Relationship Id="rId11" Target="../media/image58.png" Type="http://schemas.openxmlformats.org/officeDocument/2006/relationships/image"/><Relationship Id="rId12" Target="../media/image59.svg" Type="http://schemas.openxmlformats.org/officeDocument/2006/relationships/image"/><Relationship Id="rId13" Target="../media/image60.png" Type="http://schemas.openxmlformats.org/officeDocument/2006/relationships/image"/><Relationship Id="rId14" Target="../media/image61.svg" Type="http://schemas.openxmlformats.org/officeDocument/2006/relationships/image"/><Relationship Id="rId15" Target="../media/image62.png" Type="http://schemas.openxmlformats.org/officeDocument/2006/relationships/image"/><Relationship Id="rId16" Target="../media/image63.svg" Type="http://schemas.openxmlformats.org/officeDocument/2006/relationships/image"/><Relationship Id="rId17" Target="slide3.xml" Type="http://schemas.openxmlformats.org/officeDocument/2006/relationships/slide"/><Relationship Id="rId18" Target="../media/image64.png" Type="http://schemas.openxmlformats.org/officeDocument/2006/relationships/image"/><Relationship Id="rId2" Target="../media/image50.png" Type="http://schemas.openxmlformats.org/officeDocument/2006/relationships/image"/><Relationship Id="rId3" Target="../media/image51.sv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34.gif" Type="http://schemas.openxmlformats.org/officeDocument/2006/relationships/image"/><Relationship Id="rId7" Target="../media/image54.png" Type="http://schemas.openxmlformats.org/officeDocument/2006/relationships/image"/><Relationship Id="rId8" Target="../media/image55.svg" Type="http://schemas.openxmlformats.org/officeDocument/2006/relationships/image"/><Relationship Id="rId9" Target="../media/image5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7.svg" Type="http://schemas.openxmlformats.org/officeDocument/2006/relationships/image"/><Relationship Id="rId11" Target="../media/image58.png" Type="http://schemas.openxmlformats.org/officeDocument/2006/relationships/image"/><Relationship Id="rId12" Target="../media/image59.svg" Type="http://schemas.openxmlformats.org/officeDocument/2006/relationships/image"/><Relationship Id="rId13" Target="../media/image60.png" Type="http://schemas.openxmlformats.org/officeDocument/2006/relationships/image"/><Relationship Id="rId14" Target="../media/image61.svg" Type="http://schemas.openxmlformats.org/officeDocument/2006/relationships/image"/><Relationship Id="rId15" Target="../media/image62.png" Type="http://schemas.openxmlformats.org/officeDocument/2006/relationships/image"/><Relationship Id="rId16" Target="../media/image63.svg" Type="http://schemas.openxmlformats.org/officeDocument/2006/relationships/image"/><Relationship Id="rId17" Target="../media/image65.jpeg" Type="http://schemas.openxmlformats.org/officeDocument/2006/relationships/image"/><Relationship Id="rId18" Target="https://www.youtube.com/watch?v=m4UzqSCmU9g" TargetMode="External" Type="http://schemas.openxmlformats.org/officeDocument/2006/relationships/video"/><Relationship Id="rId2" Target="../media/image50.png" Type="http://schemas.openxmlformats.org/officeDocument/2006/relationships/image"/><Relationship Id="rId3" Target="../media/image51.svg" Type="http://schemas.openxmlformats.org/officeDocument/2006/relationships/image"/><Relationship Id="rId4" Target="../media/image52.png" Type="http://schemas.openxmlformats.org/officeDocument/2006/relationships/image"/><Relationship Id="rId5" Target="../media/image53.svg" Type="http://schemas.openxmlformats.org/officeDocument/2006/relationships/image"/><Relationship Id="rId6" Target="../media/image34.gif" Type="http://schemas.openxmlformats.org/officeDocument/2006/relationships/image"/><Relationship Id="rId7" Target="../media/image54.png" Type="http://schemas.openxmlformats.org/officeDocument/2006/relationships/image"/><Relationship Id="rId8" Target="../media/image55.svg" Type="http://schemas.openxmlformats.org/officeDocument/2006/relationships/image"/><Relationship Id="rId9" Target="../media/image5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4.png" Type="http://schemas.openxmlformats.org/officeDocument/2006/relationships/image"/><Relationship Id="rId11" Target="../media/image75.svg" Type="http://schemas.openxmlformats.org/officeDocument/2006/relationships/image"/><Relationship Id="rId12" Target="../media/image76.png" Type="http://schemas.openxmlformats.org/officeDocument/2006/relationships/image"/><Relationship Id="rId13" Target="../media/image77.svg" Type="http://schemas.openxmlformats.org/officeDocument/2006/relationships/image"/><Relationship Id="rId14" Target="../media/image78.png" Type="http://schemas.openxmlformats.org/officeDocument/2006/relationships/image"/><Relationship Id="rId15" Target="../media/image79.svg" Type="http://schemas.openxmlformats.org/officeDocument/2006/relationships/image"/><Relationship Id="rId16" Target="../media/image80.png" Type="http://schemas.openxmlformats.org/officeDocument/2006/relationships/image"/><Relationship Id="rId17" Target="../media/image81.svg" Type="http://schemas.openxmlformats.org/officeDocument/2006/relationships/image"/><Relationship Id="rId18" Target="../media/image82.png" Type="http://schemas.openxmlformats.org/officeDocument/2006/relationships/image"/><Relationship Id="rId19" Target="../media/image83.svg" Type="http://schemas.openxmlformats.org/officeDocument/2006/relationships/image"/><Relationship Id="rId2" Target="../media/image66.png" Type="http://schemas.openxmlformats.org/officeDocument/2006/relationships/image"/><Relationship Id="rId20" Target="../media/image84.png" Type="http://schemas.openxmlformats.org/officeDocument/2006/relationships/image"/><Relationship Id="rId21" Target="../media/image85.svg" Type="http://schemas.openxmlformats.org/officeDocument/2006/relationships/image"/><Relationship Id="rId22" Target="slide3.xml" Type="http://schemas.openxmlformats.org/officeDocument/2006/relationships/slide"/><Relationship Id="rId23" Target="../media/image86.png" Type="http://schemas.openxmlformats.org/officeDocument/2006/relationships/image"/><Relationship Id="rId24" Target="../media/image87.svg" Type="http://schemas.openxmlformats.org/officeDocument/2006/relationships/image"/><Relationship Id="rId25" Target="../media/image35.gif" Type="http://schemas.openxmlformats.org/officeDocument/2006/relationships/image"/><Relationship Id="rId26" Target="../media/image36.gif" Type="http://schemas.openxmlformats.org/officeDocument/2006/relationships/image"/><Relationship Id="rId27" Target="../media/image24.gif" Type="http://schemas.openxmlformats.org/officeDocument/2006/relationships/image"/><Relationship Id="rId28" Target="../media/image88.png" Type="http://schemas.openxmlformats.org/officeDocument/2006/relationships/image"/><Relationship Id="rId29" Target="../media/image89.svg" Type="http://schemas.openxmlformats.org/officeDocument/2006/relationships/image"/><Relationship Id="rId3" Target="../media/image67.svg" Type="http://schemas.openxmlformats.org/officeDocument/2006/relationships/image"/><Relationship Id="rId30" Target="../media/image90.png" Type="http://schemas.openxmlformats.org/officeDocument/2006/relationships/image"/><Relationship Id="rId31" Target="../media/image91.svg" Type="http://schemas.openxmlformats.org/officeDocument/2006/relationships/image"/><Relationship Id="rId32" Target="../media/image92.png" Type="http://schemas.openxmlformats.org/officeDocument/2006/relationships/image"/><Relationship Id="rId33" Target="../media/image93.svg" Type="http://schemas.openxmlformats.org/officeDocument/2006/relationships/image"/><Relationship Id="rId34" Target="../media/image94.png" Type="http://schemas.openxmlformats.org/officeDocument/2006/relationships/image"/><Relationship Id="rId35" Target="../media/image95.svg" Type="http://schemas.openxmlformats.org/officeDocument/2006/relationships/image"/><Relationship Id="rId36" Target="../media/image96.png" Type="http://schemas.openxmlformats.org/officeDocument/2006/relationships/image"/><Relationship Id="rId37" Target="../media/image97.svg" Type="http://schemas.openxmlformats.org/officeDocument/2006/relationships/image"/><Relationship Id="rId38" Target="../media/image98.png" Type="http://schemas.openxmlformats.org/officeDocument/2006/relationships/image"/><Relationship Id="rId39" Target="../media/image99.png" Type="http://schemas.openxmlformats.org/officeDocument/2006/relationships/image"/><Relationship Id="rId4" Target="../media/image68.png" Type="http://schemas.openxmlformats.org/officeDocument/2006/relationships/image"/><Relationship Id="rId5" Target="../media/image69.svg" Type="http://schemas.openxmlformats.org/officeDocument/2006/relationships/image"/><Relationship Id="rId6" Target="../media/image70.png" Type="http://schemas.openxmlformats.org/officeDocument/2006/relationships/image"/><Relationship Id="rId7" Target="../media/image71.svg" Type="http://schemas.openxmlformats.org/officeDocument/2006/relationships/image"/><Relationship Id="rId8" Target="../media/image72.png" Type="http://schemas.openxmlformats.org/officeDocument/2006/relationships/image"/><Relationship Id="rId9" Target="../media/image7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4.png" Type="http://schemas.openxmlformats.org/officeDocument/2006/relationships/image"/><Relationship Id="rId11" Target="../media/image75.svg" Type="http://schemas.openxmlformats.org/officeDocument/2006/relationships/image"/><Relationship Id="rId12" Target="../media/image76.png" Type="http://schemas.openxmlformats.org/officeDocument/2006/relationships/image"/><Relationship Id="rId13" Target="../media/image77.svg" Type="http://schemas.openxmlformats.org/officeDocument/2006/relationships/image"/><Relationship Id="rId14" Target="../media/image78.png" Type="http://schemas.openxmlformats.org/officeDocument/2006/relationships/image"/><Relationship Id="rId15" Target="../media/image79.svg" Type="http://schemas.openxmlformats.org/officeDocument/2006/relationships/image"/><Relationship Id="rId16" Target="../media/image80.png" Type="http://schemas.openxmlformats.org/officeDocument/2006/relationships/image"/><Relationship Id="rId17" Target="../media/image81.svg" Type="http://schemas.openxmlformats.org/officeDocument/2006/relationships/image"/><Relationship Id="rId18" Target="../media/image82.png" Type="http://schemas.openxmlformats.org/officeDocument/2006/relationships/image"/><Relationship Id="rId19" Target="../media/image83.svg" Type="http://schemas.openxmlformats.org/officeDocument/2006/relationships/image"/><Relationship Id="rId2" Target="../media/image66.png" Type="http://schemas.openxmlformats.org/officeDocument/2006/relationships/image"/><Relationship Id="rId20" Target="../media/image84.png" Type="http://schemas.openxmlformats.org/officeDocument/2006/relationships/image"/><Relationship Id="rId21" Target="../media/image85.svg" Type="http://schemas.openxmlformats.org/officeDocument/2006/relationships/image"/><Relationship Id="rId22" Target="slide3.xml" Type="http://schemas.openxmlformats.org/officeDocument/2006/relationships/slide"/><Relationship Id="rId23" Target="../media/image86.png" Type="http://schemas.openxmlformats.org/officeDocument/2006/relationships/image"/><Relationship Id="rId24" Target="../media/image87.svg" Type="http://schemas.openxmlformats.org/officeDocument/2006/relationships/image"/><Relationship Id="rId25" Target="../media/image35.gif" Type="http://schemas.openxmlformats.org/officeDocument/2006/relationships/image"/><Relationship Id="rId26" Target="../media/image36.gif" Type="http://schemas.openxmlformats.org/officeDocument/2006/relationships/image"/><Relationship Id="rId27" Target="../media/image24.gif" Type="http://schemas.openxmlformats.org/officeDocument/2006/relationships/image"/><Relationship Id="rId28" Target="../media/image88.png" Type="http://schemas.openxmlformats.org/officeDocument/2006/relationships/image"/><Relationship Id="rId29" Target="../media/image89.svg" Type="http://schemas.openxmlformats.org/officeDocument/2006/relationships/image"/><Relationship Id="rId3" Target="../media/image67.svg" Type="http://schemas.openxmlformats.org/officeDocument/2006/relationships/image"/><Relationship Id="rId30" Target="../media/image90.png" Type="http://schemas.openxmlformats.org/officeDocument/2006/relationships/image"/><Relationship Id="rId31" Target="../media/image91.svg" Type="http://schemas.openxmlformats.org/officeDocument/2006/relationships/image"/><Relationship Id="rId32" Target="../media/image92.png" Type="http://schemas.openxmlformats.org/officeDocument/2006/relationships/image"/><Relationship Id="rId33" Target="../media/image93.svg" Type="http://schemas.openxmlformats.org/officeDocument/2006/relationships/image"/><Relationship Id="rId34" Target="../media/image94.png" Type="http://schemas.openxmlformats.org/officeDocument/2006/relationships/image"/><Relationship Id="rId35" Target="../media/image95.svg" Type="http://schemas.openxmlformats.org/officeDocument/2006/relationships/image"/><Relationship Id="rId36" Target="../media/image96.png" Type="http://schemas.openxmlformats.org/officeDocument/2006/relationships/image"/><Relationship Id="rId37" Target="../media/image97.svg" Type="http://schemas.openxmlformats.org/officeDocument/2006/relationships/image"/><Relationship Id="rId38" Target="../media/image65.jpeg" Type="http://schemas.openxmlformats.org/officeDocument/2006/relationships/image"/><Relationship Id="rId39" Target="https://www.youtube.com/watch?v=DJYrpkmq9_Y" TargetMode="External" Type="http://schemas.openxmlformats.org/officeDocument/2006/relationships/video"/><Relationship Id="rId4" Target="../media/image68.png" Type="http://schemas.openxmlformats.org/officeDocument/2006/relationships/image"/><Relationship Id="rId5" Target="../media/image69.svg" Type="http://schemas.openxmlformats.org/officeDocument/2006/relationships/image"/><Relationship Id="rId6" Target="../media/image70.png" Type="http://schemas.openxmlformats.org/officeDocument/2006/relationships/image"/><Relationship Id="rId7" Target="../media/image71.svg" Type="http://schemas.openxmlformats.org/officeDocument/2006/relationships/image"/><Relationship Id="rId8" Target="../media/image72.png" Type="http://schemas.openxmlformats.org/officeDocument/2006/relationships/image"/><Relationship Id="rId9" Target="../media/image7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100.png" Type="http://schemas.openxmlformats.org/officeDocument/2006/relationships/image"/><Relationship Id="rId5" Target="../media/image101.svg" Type="http://schemas.openxmlformats.org/officeDocument/2006/relationships/image"/><Relationship Id="rId6" Target="../media/image102.png" Type="http://schemas.openxmlformats.org/officeDocument/2006/relationships/image"/><Relationship Id="rId7" Target="../media/image103.svg" Type="http://schemas.openxmlformats.org/officeDocument/2006/relationships/image"/><Relationship Id="rId8" Target="../media/image10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7.png" Type="http://schemas.openxmlformats.org/officeDocument/2006/relationships/image"/><Relationship Id="rId11" Target="../media/image108.png" Type="http://schemas.openxmlformats.org/officeDocument/2006/relationships/image"/><Relationship Id="rId2" Target="../media/image105.png" Type="http://schemas.openxmlformats.org/officeDocument/2006/relationships/image"/><Relationship Id="rId3" Target="../media/image106.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100.png" Type="http://schemas.openxmlformats.org/officeDocument/2006/relationships/image"/><Relationship Id="rId7" Target="../media/image101.svg" Type="http://schemas.openxmlformats.org/officeDocument/2006/relationships/image"/><Relationship Id="rId8" Target="../media/image102.png" Type="http://schemas.openxmlformats.org/officeDocument/2006/relationships/image"/><Relationship Id="rId9" Target="../media/image10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9.png" Type="http://schemas.openxmlformats.org/officeDocument/2006/relationships/image"/><Relationship Id="rId2" Target="../media/image105.png" Type="http://schemas.openxmlformats.org/officeDocument/2006/relationships/image"/><Relationship Id="rId3" Target="../media/image106.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 Id="rId6" Target="../media/image100.png" Type="http://schemas.openxmlformats.org/officeDocument/2006/relationships/image"/><Relationship Id="rId7" Target="../media/image101.svg" Type="http://schemas.openxmlformats.org/officeDocument/2006/relationships/image"/><Relationship Id="rId8" Target="../media/image102.png" Type="http://schemas.openxmlformats.org/officeDocument/2006/relationships/image"/><Relationship Id="rId9" Target="../media/image103.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svg" Type="http://schemas.openxmlformats.org/officeDocument/2006/relationships/image"/><Relationship Id="rId4" Target="../media/image100.png" Type="http://schemas.openxmlformats.org/officeDocument/2006/relationships/image"/><Relationship Id="rId5" Target="../media/image101.svg" Type="http://schemas.openxmlformats.org/officeDocument/2006/relationships/image"/><Relationship Id="rId6" Target="../media/image102.png" Type="http://schemas.openxmlformats.org/officeDocument/2006/relationships/image"/><Relationship Id="rId7" Target="../media/image103.svg" Type="http://schemas.openxmlformats.org/officeDocument/2006/relationships/image"/><Relationship Id="rId8" Target="../media/image1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4.png" Type="http://schemas.openxmlformats.org/officeDocument/2006/relationships/image"/><Relationship Id="rId11" Target="../media/image75.svg" Type="http://schemas.openxmlformats.org/officeDocument/2006/relationships/image"/><Relationship Id="rId12" Target="../media/image76.png" Type="http://schemas.openxmlformats.org/officeDocument/2006/relationships/image"/><Relationship Id="rId13" Target="../media/image77.svg" Type="http://schemas.openxmlformats.org/officeDocument/2006/relationships/image"/><Relationship Id="rId14" Target="../media/image78.png" Type="http://schemas.openxmlformats.org/officeDocument/2006/relationships/image"/><Relationship Id="rId15" Target="../media/image79.svg" Type="http://schemas.openxmlformats.org/officeDocument/2006/relationships/image"/><Relationship Id="rId16" Target="../media/image80.png" Type="http://schemas.openxmlformats.org/officeDocument/2006/relationships/image"/><Relationship Id="rId17" Target="../media/image81.svg" Type="http://schemas.openxmlformats.org/officeDocument/2006/relationships/image"/><Relationship Id="rId18" Target="../media/image82.png" Type="http://schemas.openxmlformats.org/officeDocument/2006/relationships/image"/><Relationship Id="rId19" Target="../media/image83.svg" Type="http://schemas.openxmlformats.org/officeDocument/2006/relationships/image"/><Relationship Id="rId2" Target="../media/image66.png" Type="http://schemas.openxmlformats.org/officeDocument/2006/relationships/image"/><Relationship Id="rId20" Target="../media/image84.png" Type="http://schemas.openxmlformats.org/officeDocument/2006/relationships/image"/><Relationship Id="rId21" Target="../media/image85.svg" Type="http://schemas.openxmlformats.org/officeDocument/2006/relationships/image"/><Relationship Id="rId22" Target="slide3.xml" Type="http://schemas.openxmlformats.org/officeDocument/2006/relationships/slide"/><Relationship Id="rId23" Target="../media/image86.png" Type="http://schemas.openxmlformats.org/officeDocument/2006/relationships/image"/><Relationship Id="rId24" Target="../media/image87.svg" Type="http://schemas.openxmlformats.org/officeDocument/2006/relationships/image"/><Relationship Id="rId25" Target="../media/image35.gif" Type="http://schemas.openxmlformats.org/officeDocument/2006/relationships/image"/><Relationship Id="rId26" Target="../media/image36.gif" Type="http://schemas.openxmlformats.org/officeDocument/2006/relationships/image"/><Relationship Id="rId27" Target="../media/image24.gif" Type="http://schemas.openxmlformats.org/officeDocument/2006/relationships/image"/><Relationship Id="rId28" Target="../media/image88.png" Type="http://schemas.openxmlformats.org/officeDocument/2006/relationships/image"/><Relationship Id="rId29" Target="../media/image89.svg" Type="http://schemas.openxmlformats.org/officeDocument/2006/relationships/image"/><Relationship Id="rId3" Target="../media/image67.svg" Type="http://schemas.openxmlformats.org/officeDocument/2006/relationships/image"/><Relationship Id="rId30" Target="../media/image90.png" Type="http://schemas.openxmlformats.org/officeDocument/2006/relationships/image"/><Relationship Id="rId31" Target="../media/image91.svg" Type="http://schemas.openxmlformats.org/officeDocument/2006/relationships/image"/><Relationship Id="rId32" Target="../media/image92.png" Type="http://schemas.openxmlformats.org/officeDocument/2006/relationships/image"/><Relationship Id="rId33" Target="../media/image93.svg" Type="http://schemas.openxmlformats.org/officeDocument/2006/relationships/image"/><Relationship Id="rId34" Target="../media/image94.png" Type="http://schemas.openxmlformats.org/officeDocument/2006/relationships/image"/><Relationship Id="rId35" Target="../media/image95.svg" Type="http://schemas.openxmlformats.org/officeDocument/2006/relationships/image"/><Relationship Id="rId36" Target="../media/image96.png" Type="http://schemas.openxmlformats.org/officeDocument/2006/relationships/image"/><Relationship Id="rId37" Target="../media/image97.svg" Type="http://schemas.openxmlformats.org/officeDocument/2006/relationships/image"/><Relationship Id="rId38" Target="../media/image111.gif" Type="http://schemas.openxmlformats.org/officeDocument/2006/relationships/image"/><Relationship Id="rId39" Target="../media/image112.png" Type="http://schemas.openxmlformats.org/officeDocument/2006/relationships/image"/><Relationship Id="rId4" Target="../media/image68.png" Type="http://schemas.openxmlformats.org/officeDocument/2006/relationships/image"/><Relationship Id="rId5" Target="../media/image69.svg" Type="http://schemas.openxmlformats.org/officeDocument/2006/relationships/image"/><Relationship Id="rId6" Target="../media/image70.png" Type="http://schemas.openxmlformats.org/officeDocument/2006/relationships/image"/><Relationship Id="rId7" Target="../media/image71.svg" Type="http://schemas.openxmlformats.org/officeDocument/2006/relationships/image"/><Relationship Id="rId8" Target="../media/image72.png" Type="http://schemas.openxmlformats.org/officeDocument/2006/relationships/image"/><Relationship Id="rId9" Target="../media/image7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6.png" Type="http://schemas.openxmlformats.org/officeDocument/2006/relationships/image"/><Relationship Id="rId11" Target="../media/image77.svg" Type="http://schemas.openxmlformats.org/officeDocument/2006/relationships/image"/><Relationship Id="rId12" Target="../media/image78.png" Type="http://schemas.openxmlformats.org/officeDocument/2006/relationships/image"/><Relationship Id="rId13" Target="../media/image79.svg" Type="http://schemas.openxmlformats.org/officeDocument/2006/relationships/image"/><Relationship Id="rId14" Target="../media/image80.png" Type="http://schemas.openxmlformats.org/officeDocument/2006/relationships/image"/><Relationship Id="rId15" Target="../media/image81.svg" Type="http://schemas.openxmlformats.org/officeDocument/2006/relationships/image"/><Relationship Id="rId16" Target="../media/image82.png" Type="http://schemas.openxmlformats.org/officeDocument/2006/relationships/image"/><Relationship Id="rId17" Target="../media/image83.svg" Type="http://schemas.openxmlformats.org/officeDocument/2006/relationships/image"/><Relationship Id="rId18" Target="../media/image84.png" Type="http://schemas.openxmlformats.org/officeDocument/2006/relationships/image"/><Relationship Id="rId19" Target="../media/image85.svg" Type="http://schemas.openxmlformats.org/officeDocument/2006/relationships/image"/><Relationship Id="rId2" Target="../media/image66.png" Type="http://schemas.openxmlformats.org/officeDocument/2006/relationships/image"/><Relationship Id="rId20" Target="slide3.xml" Type="http://schemas.openxmlformats.org/officeDocument/2006/relationships/slide"/><Relationship Id="rId21" Target="../media/image86.png" Type="http://schemas.openxmlformats.org/officeDocument/2006/relationships/image"/><Relationship Id="rId22" Target="../media/image87.svg" Type="http://schemas.openxmlformats.org/officeDocument/2006/relationships/image"/><Relationship Id="rId23" Target="../media/image35.gif" Type="http://schemas.openxmlformats.org/officeDocument/2006/relationships/image"/><Relationship Id="rId24" Target="../media/image36.gif" Type="http://schemas.openxmlformats.org/officeDocument/2006/relationships/image"/><Relationship Id="rId25" Target="../media/image24.gif" Type="http://schemas.openxmlformats.org/officeDocument/2006/relationships/image"/><Relationship Id="rId26" Target="../media/image88.png" Type="http://schemas.openxmlformats.org/officeDocument/2006/relationships/image"/><Relationship Id="rId27" Target="../media/image89.svg" Type="http://schemas.openxmlformats.org/officeDocument/2006/relationships/image"/><Relationship Id="rId28" Target="../media/image90.png" Type="http://schemas.openxmlformats.org/officeDocument/2006/relationships/image"/><Relationship Id="rId29" Target="../media/image91.svg" Type="http://schemas.openxmlformats.org/officeDocument/2006/relationships/image"/><Relationship Id="rId3" Target="../media/image67.svg" Type="http://schemas.openxmlformats.org/officeDocument/2006/relationships/image"/><Relationship Id="rId30" Target="../media/image92.png" Type="http://schemas.openxmlformats.org/officeDocument/2006/relationships/image"/><Relationship Id="rId31" Target="../media/image93.svg" Type="http://schemas.openxmlformats.org/officeDocument/2006/relationships/image"/><Relationship Id="rId32" Target="../media/image94.png" Type="http://schemas.openxmlformats.org/officeDocument/2006/relationships/image"/><Relationship Id="rId33" Target="../media/image95.svg" Type="http://schemas.openxmlformats.org/officeDocument/2006/relationships/image"/><Relationship Id="rId34" Target="../media/image96.png" Type="http://schemas.openxmlformats.org/officeDocument/2006/relationships/image"/><Relationship Id="rId35" Target="../media/image97.svg" Type="http://schemas.openxmlformats.org/officeDocument/2006/relationships/image"/><Relationship Id="rId36" Target="../media/image113.png" Type="http://schemas.openxmlformats.org/officeDocument/2006/relationships/image"/><Relationship Id="rId4" Target="../media/image68.png" Type="http://schemas.openxmlformats.org/officeDocument/2006/relationships/image"/><Relationship Id="rId5" Target="../media/image69.svg" Type="http://schemas.openxmlformats.org/officeDocument/2006/relationships/image"/><Relationship Id="rId6" Target="../media/image72.png" Type="http://schemas.openxmlformats.org/officeDocument/2006/relationships/image"/><Relationship Id="rId7" Target="../media/image73.svg" Type="http://schemas.openxmlformats.org/officeDocument/2006/relationships/image"/><Relationship Id="rId8" Target="../media/image74.png" Type="http://schemas.openxmlformats.org/officeDocument/2006/relationships/image"/><Relationship Id="rId9" Target="../media/image7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gif" Type="http://schemas.openxmlformats.org/officeDocument/2006/relationships/image"/><Relationship Id="rId11" Target="../media/image29.gif" Type="http://schemas.openxmlformats.org/officeDocument/2006/relationships/image"/><Relationship Id="rId12" Target="slide3.xml" Type="http://schemas.openxmlformats.org/officeDocument/2006/relationships/slide"/><Relationship Id="rId13" Target="../media/image120.png" Type="http://schemas.openxmlformats.org/officeDocument/2006/relationships/image"/><Relationship Id="rId14" Target="../media/image121.png" Type="http://schemas.openxmlformats.org/officeDocument/2006/relationships/image"/><Relationship Id="rId15" Target="../media/image122.png" Type="http://schemas.openxmlformats.org/officeDocument/2006/relationships/image"/><Relationship Id="rId16" Target="../media/image123.png" Type="http://schemas.openxmlformats.org/officeDocument/2006/relationships/image"/><Relationship Id="rId17" Target="../media/image124.png" Type="http://schemas.openxmlformats.org/officeDocument/2006/relationships/image"/><Relationship Id="rId2" Target="../media/image114.png" Type="http://schemas.openxmlformats.org/officeDocument/2006/relationships/image"/><Relationship Id="rId3" Target="../media/image115.svg" Type="http://schemas.openxmlformats.org/officeDocument/2006/relationships/image"/><Relationship Id="rId4" Target="../media/image116.png" Type="http://schemas.openxmlformats.org/officeDocument/2006/relationships/image"/><Relationship Id="rId5" Target="../media/image117.svg" Type="http://schemas.openxmlformats.org/officeDocument/2006/relationships/image"/><Relationship Id="rId6" Target="../media/image50.png" Type="http://schemas.openxmlformats.org/officeDocument/2006/relationships/image"/><Relationship Id="rId7" Target="../media/image51.svg" Type="http://schemas.openxmlformats.org/officeDocument/2006/relationships/image"/><Relationship Id="rId8" Target="../media/image118.png" Type="http://schemas.openxmlformats.org/officeDocument/2006/relationships/image"/><Relationship Id="rId9" Target="../media/image119.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slide3.xml" Type="http://schemas.openxmlformats.org/officeDocument/2006/relationships/slide"/><Relationship Id="rId11" Target="../media/image125.png" Type="http://schemas.openxmlformats.org/officeDocument/2006/relationships/image"/><Relationship Id="rId2" Target="../media/image114.png" Type="http://schemas.openxmlformats.org/officeDocument/2006/relationships/image"/><Relationship Id="rId3" Target="../media/image115.svg" Type="http://schemas.openxmlformats.org/officeDocument/2006/relationships/image"/><Relationship Id="rId4" Target="../media/image116.png" Type="http://schemas.openxmlformats.org/officeDocument/2006/relationships/image"/><Relationship Id="rId5" Target="../media/image117.svg" Type="http://schemas.openxmlformats.org/officeDocument/2006/relationships/image"/><Relationship Id="rId6" Target="../media/image118.png" Type="http://schemas.openxmlformats.org/officeDocument/2006/relationships/image"/><Relationship Id="rId7" Target="../media/image119.svg" Type="http://schemas.openxmlformats.org/officeDocument/2006/relationships/image"/><Relationship Id="rId8" Target="../media/image9.gif" Type="http://schemas.openxmlformats.org/officeDocument/2006/relationships/image"/><Relationship Id="rId9" Target="../media/image29.gif"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9.svg" Type="http://schemas.openxmlformats.org/officeDocument/2006/relationships/image"/><Relationship Id="rId11" Target="../media/image130.png" Type="http://schemas.openxmlformats.org/officeDocument/2006/relationships/image"/><Relationship Id="rId12" Target="../media/image131.svg" Type="http://schemas.openxmlformats.org/officeDocument/2006/relationships/image"/><Relationship Id="rId13" Target="../media/image43.png" Type="http://schemas.openxmlformats.org/officeDocument/2006/relationships/image"/><Relationship Id="rId14" Target="../media/image44.svg" Type="http://schemas.openxmlformats.org/officeDocument/2006/relationships/image"/><Relationship Id="rId15" Target="../media/image132.png" Type="http://schemas.openxmlformats.org/officeDocument/2006/relationships/image"/><Relationship Id="rId16" Target="../media/image133.svg" Type="http://schemas.openxmlformats.org/officeDocument/2006/relationships/image"/><Relationship Id="rId17" Target="slide3.xml" Type="http://schemas.openxmlformats.org/officeDocument/2006/relationships/slide"/><Relationship Id="rId18" Target="../media/image134.pn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26.png" Type="http://schemas.openxmlformats.org/officeDocument/2006/relationships/image"/><Relationship Id="rId7" Target="../media/image127.svg" Type="http://schemas.openxmlformats.org/officeDocument/2006/relationships/image"/><Relationship Id="rId8" Target="../media/image34.gif" Type="http://schemas.openxmlformats.org/officeDocument/2006/relationships/image"/><Relationship Id="rId9" Target="../media/image12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9.svg" Type="http://schemas.openxmlformats.org/officeDocument/2006/relationships/image"/><Relationship Id="rId11" Target="../media/image130.png" Type="http://schemas.openxmlformats.org/officeDocument/2006/relationships/image"/><Relationship Id="rId12" Target="../media/image131.svg" Type="http://schemas.openxmlformats.org/officeDocument/2006/relationships/image"/><Relationship Id="rId13" Target="../media/image43.png" Type="http://schemas.openxmlformats.org/officeDocument/2006/relationships/image"/><Relationship Id="rId14" Target="../media/image44.svg" Type="http://schemas.openxmlformats.org/officeDocument/2006/relationships/image"/><Relationship Id="rId15" Target="../media/image132.png" Type="http://schemas.openxmlformats.org/officeDocument/2006/relationships/image"/><Relationship Id="rId16" Target="../media/image133.svg" Type="http://schemas.openxmlformats.org/officeDocument/2006/relationships/image"/><Relationship Id="rId17" Target="slide3.xml" Type="http://schemas.openxmlformats.org/officeDocument/2006/relationships/slide"/><Relationship Id="rId18" Target="../media/image135.png" Type="http://schemas.openxmlformats.org/officeDocument/2006/relationships/image"/><Relationship Id="rId19" Target="../media/image136.png" Type="http://schemas.openxmlformats.org/officeDocument/2006/relationships/image"/><Relationship Id="rId2" Target="../media/image27.png" Type="http://schemas.openxmlformats.org/officeDocument/2006/relationships/image"/><Relationship Id="rId20" Target="../media/image137.png" Type="http://schemas.openxmlformats.org/officeDocument/2006/relationships/image"/><Relationship Id="rId3" Target="../media/image2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26.png" Type="http://schemas.openxmlformats.org/officeDocument/2006/relationships/image"/><Relationship Id="rId7" Target="../media/image127.svg" Type="http://schemas.openxmlformats.org/officeDocument/2006/relationships/image"/><Relationship Id="rId8" Target="../media/image34.gif" Type="http://schemas.openxmlformats.org/officeDocument/2006/relationships/image"/><Relationship Id="rId9" Target="../media/image12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9.svg" Type="http://schemas.openxmlformats.org/officeDocument/2006/relationships/image"/><Relationship Id="rId11" Target="../media/image130.png" Type="http://schemas.openxmlformats.org/officeDocument/2006/relationships/image"/><Relationship Id="rId12" Target="../media/image131.svg" Type="http://schemas.openxmlformats.org/officeDocument/2006/relationships/image"/><Relationship Id="rId13" Target="../media/image43.png" Type="http://schemas.openxmlformats.org/officeDocument/2006/relationships/image"/><Relationship Id="rId14" Target="../media/image44.svg" Type="http://schemas.openxmlformats.org/officeDocument/2006/relationships/image"/><Relationship Id="rId15" Target="../media/image132.png" Type="http://schemas.openxmlformats.org/officeDocument/2006/relationships/image"/><Relationship Id="rId16" Target="../media/image133.svg" Type="http://schemas.openxmlformats.org/officeDocument/2006/relationships/image"/><Relationship Id="rId17" Target="slide3.xml" Type="http://schemas.openxmlformats.org/officeDocument/2006/relationships/slide"/><Relationship Id="rId18" Target="../media/image138.png" Type="http://schemas.openxmlformats.org/officeDocument/2006/relationships/image"/><Relationship Id="rId19" Target="../media/image139.png" Type="http://schemas.openxmlformats.org/officeDocument/2006/relationships/image"/><Relationship Id="rId2" Target="../media/image27.png" Type="http://schemas.openxmlformats.org/officeDocument/2006/relationships/image"/><Relationship Id="rId20" Target="../media/image140.png" Type="http://schemas.openxmlformats.org/officeDocument/2006/relationships/image"/><Relationship Id="rId3" Target="../media/image2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26.png" Type="http://schemas.openxmlformats.org/officeDocument/2006/relationships/image"/><Relationship Id="rId7" Target="../media/image127.svg" Type="http://schemas.openxmlformats.org/officeDocument/2006/relationships/image"/><Relationship Id="rId8" Target="../media/image34.gif" Type="http://schemas.openxmlformats.org/officeDocument/2006/relationships/image"/><Relationship Id="rId9" Target="../media/image12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9.svg" Type="http://schemas.openxmlformats.org/officeDocument/2006/relationships/image"/><Relationship Id="rId11" Target="../media/image130.png" Type="http://schemas.openxmlformats.org/officeDocument/2006/relationships/image"/><Relationship Id="rId12" Target="../media/image131.svg" Type="http://schemas.openxmlformats.org/officeDocument/2006/relationships/image"/><Relationship Id="rId13" Target="../media/image43.png" Type="http://schemas.openxmlformats.org/officeDocument/2006/relationships/image"/><Relationship Id="rId14" Target="../media/image44.svg" Type="http://schemas.openxmlformats.org/officeDocument/2006/relationships/image"/><Relationship Id="rId15" Target="../media/image132.png" Type="http://schemas.openxmlformats.org/officeDocument/2006/relationships/image"/><Relationship Id="rId16" Target="../media/image133.svg" Type="http://schemas.openxmlformats.org/officeDocument/2006/relationships/image"/><Relationship Id="rId17" Target="slide3.xml" Type="http://schemas.openxmlformats.org/officeDocument/2006/relationships/slide"/><Relationship Id="rId18" Target="../media/image141.png" Type="http://schemas.openxmlformats.org/officeDocument/2006/relationships/image"/><Relationship Id="rId19" Target="../media/image142.pn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126.png" Type="http://schemas.openxmlformats.org/officeDocument/2006/relationships/image"/><Relationship Id="rId7" Target="../media/image127.svg" Type="http://schemas.openxmlformats.org/officeDocument/2006/relationships/image"/><Relationship Id="rId8" Target="../media/image34.gif" Type="http://schemas.openxmlformats.org/officeDocument/2006/relationships/image"/><Relationship Id="rId9" Target="../media/image12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43.png" Type="http://schemas.openxmlformats.org/officeDocument/2006/relationships/image"/><Relationship Id="rId3" Target="../media/image144.svg" Type="http://schemas.openxmlformats.org/officeDocument/2006/relationships/image"/><Relationship Id="rId4" Target="../media/image34.gif" Type="http://schemas.openxmlformats.org/officeDocument/2006/relationships/image"/><Relationship Id="rId5" Target="../media/image43.png" Type="http://schemas.openxmlformats.org/officeDocument/2006/relationships/image"/><Relationship Id="rId6" Target="../media/image44.svg" Type="http://schemas.openxmlformats.org/officeDocument/2006/relationships/image"/><Relationship Id="rId7" Target="../media/image145.png" Type="http://schemas.openxmlformats.org/officeDocument/2006/relationships/image"/><Relationship Id="rId8" Target="../media/image146.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3.png" Type="http://schemas.openxmlformats.org/officeDocument/2006/relationships/image"/><Relationship Id="rId11" Target="../media/image154.svg" Type="http://schemas.openxmlformats.org/officeDocument/2006/relationships/image"/><Relationship Id="rId12" Target="../media/image155.png" Type="http://schemas.openxmlformats.org/officeDocument/2006/relationships/image"/><Relationship Id="rId13" Target="../media/image156.svg" Type="http://schemas.openxmlformats.org/officeDocument/2006/relationships/image"/><Relationship Id="rId14" Target="../media/image157.png" Type="http://schemas.openxmlformats.org/officeDocument/2006/relationships/image"/><Relationship Id="rId15" Target="../media/image158.svg" Type="http://schemas.openxmlformats.org/officeDocument/2006/relationships/image"/><Relationship Id="rId16" Target="../media/image159.png" Type="http://schemas.openxmlformats.org/officeDocument/2006/relationships/image"/><Relationship Id="rId17" Target="../media/image160.svg" Type="http://schemas.openxmlformats.org/officeDocument/2006/relationships/image"/><Relationship Id="rId18" Target="../media/image161.gif" Type="http://schemas.openxmlformats.org/officeDocument/2006/relationships/image"/><Relationship Id="rId19" Target="../media/image162.png" Type="http://schemas.openxmlformats.org/officeDocument/2006/relationships/image"/><Relationship Id="rId2" Target="../media/image50.png" Type="http://schemas.openxmlformats.org/officeDocument/2006/relationships/image"/><Relationship Id="rId20" Target="../media/image163.svg" Type="http://schemas.openxmlformats.org/officeDocument/2006/relationships/image"/><Relationship Id="rId3" Target="../media/image51.svg" Type="http://schemas.openxmlformats.org/officeDocument/2006/relationships/image"/><Relationship Id="rId4" Target="../media/image147.png" Type="http://schemas.openxmlformats.org/officeDocument/2006/relationships/image"/><Relationship Id="rId5" Target="../media/image148.svg" Type="http://schemas.openxmlformats.org/officeDocument/2006/relationships/image"/><Relationship Id="rId6" Target="../media/image149.png" Type="http://schemas.openxmlformats.org/officeDocument/2006/relationships/image"/><Relationship Id="rId7" Target="../media/image150.svg" Type="http://schemas.openxmlformats.org/officeDocument/2006/relationships/image"/><Relationship Id="rId8" Target="../media/image151.png" Type="http://schemas.openxmlformats.org/officeDocument/2006/relationships/image"/><Relationship Id="rId9" Target="../media/image15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gif" Type="http://schemas.openxmlformats.org/officeDocument/2006/relationships/image"/><Relationship Id="rId11" Target="../media/image170.gif" Type="http://schemas.openxmlformats.org/officeDocument/2006/relationships/image"/><Relationship Id="rId12" Target="../media/image171.gif" Type="http://schemas.openxmlformats.org/officeDocument/2006/relationships/image"/><Relationship Id="rId13" Target="../media/image172.gif" Type="http://schemas.openxmlformats.org/officeDocument/2006/relationships/image"/><Relationship Id="rId14" Target="../media/image173.gif" Type="http://schemas.openxmlformats.org/officeDocument/2006/relationships/image"/><Relationship Id="rId15" Target="../media/image174.gif" Type="http://schemas.openxmlformats.org/officeDocument/2006/relationships/image"/><Relationship Id="rId16" Target="../media/image47.gif" Type="http://schemas.openxmlformats.org/officeDocument/2006/relationships/image"/><Relationship Id="rId17" Target="../media/image175.gif" Type="http://schemas.openxmlformats.org/officeDocument/2006/relationships/image"/><Relationship Id="rId18" Target="../media/image161.gif" Type="http://schemas.openxmlformats.org/officeDocument/2006/relationships/image"/><Relationship Id="rId19" Target="../media/image176.gif" Type="http://schemas.openxmlformats.org/officeDocument/2006/relationships/image"/><Relationship Id="rId2" Target="../media/image9.gif" Type="http://schemas.openxmlformats.org/officeDocument/2006/relationships/image"/><Relationship Id="rId20" Target="../media/image29.gif" Type="http://schemas.openxmlformats.org/officeDocument/2006/relationships/image"/><Relationship Id="rId3" Target="../media/image164.gif" Type="http://schemas.openxmlformats.org/officeDocument/2006/relationships/image"/><Relationship Id="rId4" Target="../media/image34.gif" Type="http://schemas.openxmlformats.org/officeDocument/2006/relationships/image"/><Relationship Id="rId5" Target="../media/image165.gif" Type="http://schemas.openxmlformats.org/officeDocument/2006/relationships/image"/><Relationship Id="rId6" Target="../media/image166.gif" Type="http://schemas.openxmlformats.org/officeDocument/2006/relationships/image"/><Relationship Id="rId7" Target="../media/image167.gif" Type="http://schemas.openxmlformats.org/officeDocument/2006/relationships/image"/><Relationship Id="rId8" Target="../media/image168.gif" Type="http://schemas.openxmlformats.org/officeDocument/2006/relationships/image"/><Relationship Id="rId9" Target="../media/image169.gif"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9794" y="0"/>
            <a:ext cx="18258206" cy="10287000"/>
          </a:xfrm>
          <a:custGeom>
            <a:avLst/>
            <a:gdLst/>
            <a:ahLst/>
            <a:cxnLst/>
            <a:rect r="r" b="b" t="t" l="l"/>
            <a:pathLst>
              <a:path h="10287000" w="18258206">
                <a:moveTo>
                  <a:pt x="0" y="0"/>
                </a:moveTo>
                <a:lnTo>
                  <a:pt x="18258206" y="0"/>
                </a:lnTo>
                <a:lnTo>
                  <a:pt x="18258206"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042863" y="4549584"/>
            <a:ext cx="12202273" cy="1187832"/>
          </a:xfrm>
          <a:custGeom>
            <a:avLst/>
            <a:gdLst/>
            <a:ahLst/>
            <a:cxnLst/>
            <a:rect r="r" b="b" t="t" l="l"/>
            <a:pathLst>
              <a:path h="1187832" w="12202273">
                <a:moveTo>
                  <a:pt x="0" y="0"/>
                </a:moveTo>
                <a:lnTo>
                  <a:pt x="12202274" y="0"/>
                </a:lnTo>
                <a:lnTo>
                  <a:pt x="12202274" y="1187832"/>
                </a:lnTo>
                <a:lnTo>
                  <a:pt x="0" y="1187832"/>
                </a:lnTo>
                <a:lnTo>
                  <a:pt x="0" y="0"/>
                </a:lnTo>
                <a:close/>
              </a:path>
            </a:pathLst>
          </a:custGeom>
          <a:blipFill>
            <a:blip r:embed="rId3"/>
            <a:stretch>
              <a:fillRect l="0" t="0" r="0" b="0"/>
            </a:stretch>
          </a:blipFill>
        </p:spPr>
      </p:sp>
      <p:sp>
        <p:nvSpPr>
          <p:cNvPr name="Freeform 4" id="4"/>
          <p:cNvSpPr/>
          <p:nvPr/>
        </p:nvSpPr>
        <p:spPr>
          <a:xfrm flipH="false" flipV="false" rot="0">
            <a:off x="3319220" y="5529408"/>
            <a:ext cx="11679354" cy="1146517"/>
          </a:xfrm>
          <a:custGeom>
            <a:avLst/>
            <a:gdLst/>
            <a:ahLst/>
            <a:cxnLst/>
            <a:rect r="r" b="b" t="t" l="l"/>
            <a:pathLst>
              <a:path h="1146517" w="11679354">
                <a:moveTo>
                  <a:pt x="0" y="0"/>
                </a:moveTo>
                <a:lnTo>
                  <a:pt x="11679354" y="0"/>
                </a:lnTo>
                <a:lnTo>
                  <a:pt x="11679354" y="1146516"/>
                </a:lnTo>
                <a:lnTo>
                  <a:pt x="0" y="1146516"/>
                </a:lnTo>
                <a:lnTo>
                  <a:pt x="0" y="0"/>
                </a:lnTo>
                <a:close/>
              </a:path>
            </a:pathLst>
          </a:custGeom>
          <a:blipFill>
            <a:blip r:embed="rId4"/>
            <a:stretch>
              <a:fillRect l="0" t="0" r="0" b="0"/>
            </a:stretch>
          </a:blipFill>
        </p:spPr>
      </p:sp>
      <p:sp>
        <p:nvSpPr>
          <p:cNvPr name="Freeform 5" id="5"/>
          <p:cNvSpPr/>
          <p:nvPr/>
        </p:nvSpPr>
        <p:spPr>
          <a:xfrm flipH="false" flipV="false" rot="0">
            <a:off x="12502687" y="2209389"/>
            <a:ext cx="5484899" cy="1382748"/>
          </a:xfrm>
          <a:custGeom>
            <a:avLst/>
            <a:gdLst/>
            <a:ahLst/>
            <a:cxnLst/>
            <a:rect r="r" b="b" t="t" l="l"/>
            <a:pathLst>
              <a:path h="1382748" w="5484899">
                <a:moveTo>
                  <a:pt x="0" y="0"/>
                </a:moveTo>
                <a:lnTo>
                  <a:pt x="5484899" y="0"/>
                </a:lnTo>
                <a:lnTo>
                  <a:pt x="5484899" y="1382747"/>
                </a:lnTo>
                <a:lnTo>
                  <a:pt x="0" y="1382747"/>
                </a:lnTo>
                <a:lnTo>
                  <a:pt x="0" y="0"/>
                </a:lnTo>
                <a:close/>
              </a:path>
            </a:pathLst>
          </a:custGeom>
          <a:blipFill>
            <a:blip r:embed="rId5"/>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grpSp>
        <p:nvGrpSpPr>
          <p:cNvPr name="Group 2" id="2"/>
          <p:cNvGrpSpPr/>
          <p:nvPr/>
        </p:nvGrpSpPr>
        <p:grpSpPr>
          <a:xfrm rot="0">
            <a:off x="0" y="9705109"/>
            <a:ext cx="18288000" cy="1163782"/>
            <a:chOff x="0" y="0"/>
            <a:chExt cx="24384000" cy="1551709"/>
          </a:xfrm>
        </p:grpSpPr>
        <p:sp>
          <p:nvSpPr>
            <p:cNvPr name="Freeform 3" id="3"/>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grpSp>
        <p:nvGrpSpPr>
          <p:cNvPr name="Group 6" id="6"/>
          <p:cNvGrpSpPr/>
          <p:nvPr/>
        </p:nvGrpSpPr>
        <p:grpSpPr>
          <a:xfrm rot="0">
            <a:off x="1509980" y="1509980"/>
            <a:ext cx="15268040" cy="6685149"/>
            <a:chOff x="0" y="0"/>
            <a:chExt cx="4021212" cy="1760698"/>
          </a:xfrm>
        </p:grpSpPr>
        <p:sp>
          <p:nvSpPr>
            <p:cNvPr name="Freeform 7" id="7"/>
            <p:cNvSpPr/>
            <p:nvPr/>
          </p:nvSpPr>
          <p:spPr>
            <a:xfrm flipH="false" flipV="false" rot="0">
              <a:off x="0" y="0"/>
              <a:ext cx="4021212" cy="1760698"/>
            </a:xfrm>
            <a:custGeom>
              <a:avLst/>
              <a:gdLst/>
              <a:ahLst/>
              <a:cxnLst/>
              <a:rect r="r" b="b" t="t" l="l"/>
              <a:pathLst>
                <a:path h="1760698" w="4021212">
                  <a:moveTo>
                    <a:pt x="24846" y="0"/>
                  </a:moveTo>
                  <a:lnTo>
                    <a:pt x="3996366" y="0"/>
                  </a:lnTo>
                  <a:cubicBezTo>
                    <a:pt x="4010088" y="0"/>
                    <a:pt x="4021212" y="11124"/>
                    <a:pt x="4021212" y="24846"/>
                  </a:cubicBezTo>
                  <a:lnTo>
                    <a:pt x="4021212" y="1735851"/>
                  </a:lnTo>
                  <a:cubicBezTo>
                    <a:pt x="4021212" y="1749574"/>
                    <a:pt x="4010088" y="1760698"/>
                    <a:pt x="3996366" y="1760698"/>
                  </a:cubicBezTo>
                  <a:lnTo>
                    <a:pt x="24846" y="1760698"/>
                  </a:lnTo>
                  <a:cubicBezTo>
                    <a:pt x="11124" y="1760698"/>
                    <a:pt x="0" y="1749574"/>
                    <a:pt x="0" y="1735851"/>
                  </a:cubicBezTo>
                  <a:lnTo>
                    <a:pt x="0" y="24846"/>
                  </a:lnTo>
                  <a:cubicBezTo>
                    <a:pt x="0" y="11124"/>
                    <a:pt x="11124" y="0"/>
                    <a:pt x="24846" y="0"/>
                  </a:cubicBezTo>
                  <a:close/>
                </a:path>
              </a:pathLst>
            </a:custGeom>
            <a:solidFill>
              <a:srgbClr val="050E5D"/>
            </a:solidFill>
            <a:ln w="47625" cap="rnd">
              <a:solidFill>
                <a:srgbClr val="21EF80"/>
              </a:solidFill>
              <a:prstDash val="solid"/>
              <a:round/>
            </a:ln>
          </p:spPr>
        </p:sp>
        <p:sp>
          <p:nvSpPr>
            <p:cNvPr name="TextBox 8" id="8"/>
            <p:cNvSpPr txBox="true"/>
            <p:nvPr/>
          </p:nvSpPr>
          <p:spPr>
            <a:xfrm>
              <a:off x="0" y="-47625"/>
              <a:ext cx="4021212" cy="1808323"/>
            </a:xfrm>
            <a:prstGeom prst="rect">
              <a:avLst/>
            </a:prstGeom>
          </p:spPr>
          <p:txBody>
            <a:bodyPr anchor="ctr" rtlCol="false" tIns="254000" lIns="254000" bIns="254000" rIns="254000"/>
            <a:lstStyle/>
            <a:p>
              <a:pPr algn="ctr">
                <a:lnSpc>
                  <a:spcPts val="2100"/>
                </a:lnSpc>
              </a:pPr>
            </a:p>
          </p:txBody>
        </p:sp>
      </p:grpSp>
      <p:sp>
        <p:nvSpPr>
          <p:cNvPr name="Freeform 9" id="9"/>
          <p:cNvSpPr/>
          <p:nvPr/>
        </p:nvSpPr>
        <p:spPr>
          <a:xfrm flipH="false" flipV="false" rot="0">
            <a:off x="15341087" y="6151992"/>
            <a:ext cx="3370555" cy="3571879"/>
          </a:xfrm>
          <a:custGeom>
            <a:avLst/>
            <a:gdLst/>
            <a:ahLst/>
            <a:cxnLst/>
            <a:rect r="r" b="b" t="t" l="l"/>
            <a:pathLst>
              <a:path h="3571879" w="3370555">
                <a:moveTo>
                  <a:pt x="0" y="0"/>
                </a:moveTo>
                <a:lnTo>
                  <a:pt x="3370556" y="0"/>
                </a:lnTo>
                <a:lnTo>
                  <a:pt x="3370556" y="3571879"/>
                </a:lnTo>
                <a:lnTo>
                  <a:pt x="0" y="357187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pic>
        <p:nvPicPr>
          <p:cNvPr name="Picture 10" id="10"/>
          <p:cNvPicPr>
            <a:picLocks noChangeAspect="true"/>
          </p:cNvPicPr>
          <p:nvPr/>
        </p:nvPicPr>
        <p:blipFill>
          <a:blip r:embed="rId6"/>
          <a:srcRect l="0" t="0" r="0" b="0"/>
          <a:stretch>
            <a:fillRect/>
          </a:stretch>
        </p:blipFill>
        <p:spPr>
          <a:xfrm flipH="false" flipV="false" rot="0">
            <a:off x="2361856" y="6943369"/>
            <a:ext cx="2319862" cy="2761741"/>
          </a:xfrm>
          <a:prstGeom prst="rect">
            <a:avLst/>
          </a:prstGeom>
        </p:spPr>
      </p:pic>
      <p:sp>
        <p:nvSpPr>
          <p:cNvPr name="Freeform 11" id="11"/>
          <p:cNvSpPr/>
          <p:nvPr/>
        </p:nvSpPr>
        <p:spPr>
          <a:xfrm flipH="false" flipV="false" rot="0">
            <a:off x="5425744" y="6115484"/>
            <a:ext cx="2196534" cy="938519"/>
          </a:xfrm>
          <a:custGeom>
            <a:avLst/>
            <a:gdLst/>
            <a:ahLst/>
            <a:cxnLst/>
            <a:rect r="r" b="b" t="t" l="l"/>
            <a:pathLst>
              <a:path h="938519" w="2196534">
                <a:moveTo>
                  <a:pt x="0" y="0"/>
                </a:moveTo>
                <a:lnTo>
                  <a:pt x="2196534" y="0"/>
                </a:lnTo>
                <a:lnTo>
                  <a:pt x="2196534" y="938519"/>
                </a:lnTo>
                <a:lnTo>
                  <a:pt x="0" y="9385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8068873" y="6111491"/>
            <a:ext cx="2196534" cy="942513"/>
          </a:xfrm>
          <a:custGeom>
            <a:avLst/>
            <a:gdLst/>
            <a:ahLst/>
            <a:cxnLst/>
            <a:rect r="r" b="b" t="t" l="l"/>
            <a:pathLst>
              <a:path h="942513" w="2196534">
                <a:moveTo>
                  <a:pt x="0" y="0"/>
                </a:moveTo>
                <a:lnTo>
                  <a:pt x="2196534" y="0"/>
                </a:lnTo>
                <a:lnTo>
                  <a:pt x="2196534" y="942512"/>
                </a:lnTo>
                <a:lnTo>
                  <a:pt x="0" y="94251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10713082" y="6136966"/>
            <a:ext cx="2221897" cy="917038"/>
          </a:xfrm>
          <a:custGeom>
            <a:avLst/>
            <a:gdLst/>
            <a:ahLst/>
            <a:cxnLst/>
            <a:rect r="r" b="b" t="t" l="l"/>
            <a:pathLst>
              <a:path h="917038" w="2221897">
                <a:moveTo>
                  <a:pt x="0" y="0"/>
                </a:moveTo>
                <a:lnTo>
                  <a:pt x="2221897" y="0"/>
                </a:lnTo>
                <a:lnTo>
                  <a:pt x="2221897" y="917037"/>
                </a:lnTo>
                <a:lnTo>
                  <a:pt x="0" y="91703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4" id="14"/>
          <p:cNvSpPr/>
          <p:nvPr/>
        </p:nvSpPr>
        <p:spPr>
          <a:xfrm flipH="false" flipV="false" rot="0">
            <a:off x="2695009" y="596383"/>
            <a:ext cx="2377744" cy="432317"/>
          </a:xfrm>
          <a:custGeom>
            <a:avLst/>
            <a:gdLst/>
            <a:ahLst/>
            <a:cxnLst/>
            <a:rect r="r" b="b" t="t" l="l"/>
            <a:pathLst>
              <a:path h="432317" w="2377744">
                <a:moveTo>
                  <a:pt x="0" y="0"/>
                </a:moveTo>
                <a:lnTo>
                  <a:pt x="2377745" y="0"/>
                </a:lnTo>
                <a:lnTo>
                  <a:pt x="2377745" y="432317"/>
                </a:lnTo>
                <a:lnTo>
                  <a:pt x="0" y="43231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5" id="15"/>
          <p:cNvSpPr/>
          <p:nvPr/>
        </p:nvSpPr>
        <p:spPr>
          <a:xfrm flipH="false" flipV="false" rot="0">
            <a:off x="13424017" y="670536"/>
            <a:ext cx="2087036" cy="379461"/>
          </a:xfrm>
          <a:custGeom>
            <a:avLst/>
            <a:gdLst/>
            <a:ahLst/>
            <a:cxnLst/>
            <a:rect r="r" b="b" t="t" l="l"/>
            <a:pathLst>
              <a:path h="379461" w="2087036">
                <a:moveTo>
                  <a:pt x="0" y="0"/>
                </a:moveTo>
                <a:lnTo>
                  <a:pt x="2087036" y="0"/>
                </a:lnTo>
                <a:lnTo>
                  <a:pt x="2087036" y="379461"/>
                </a:lnTo>
                <a:lnTo>
                  <a:pt x="0" y="37946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6" id="16"/>
          <p:cNvSpPr/>
          <p:nvPr/>
        </p:nvSpPr>
        <p:spPr>
          <a:xfrm flipH="true" flipV="false" rot="0">
            <a:off x="13950410" y="8614008"/>
            <a:ext cx="1855950" cy="1091101"/>
          </a:xfrm>
          <a:custGeom>
            <a:avLst/>
            <a:gdLst/>
            <a:ahLst/>
            <a:cxnLst/>
            <a:rect r="r" b="b" t="t" l="l"/>
            <a:pathLst>
              <a:path h="1091101" w="1855950">
                <a:moveTo>
                  <a:pt x="1855950" y="0"/>
                </a:moveTo>
                <a:lnTo>
                  <a:pt x="0" y="0"/>
                </a:lnTo>
                <a:lnTo>
                  <a:pt x="0" y="1091101"/>
                </a:lnTo>
                <a:lnTo>
                  <a:pt x="1855950" y="1091101"/>
                </a:lnTo>
                <a:lnTo>
                  <a:pt x="1855950" y="0"/>
                </a:lnTo>
                <a:close/>
              </a:path>
            </a:pathLst>
          </a:custGeom>
          <a:blipFill>
            <a:blip r:embed="rId17">
              <a:extLst>
                <a:ext uri="{96DAC541-7B7A-43D3-8B79-37D633B846F1}">
                  <asvg:svgBlip xmlns:asvg="http://schemas.microsoft.com/office/drawing/2016/SVG/main" r:embed="rId18"/>
                </a:ext>
              </a:extLst>
            </a:blip>
            <a:stretch>
              <a:fillRect l="0" t="0" r="0" b="-10100"/>
            </a:stretch>
          </a:blipFill>
        </p:spPr>
      </p:sp>
      <p:sp>
        <p:nvSpPr>
          <p:cNvPr name="Freeform 17" id="17"/>
          <p:cNvSpPr/>
          <p:nvPr/>
        </p:nvSpPr>
        <p:spPr>
          <a:xfrm flipH="false" flipV="false" rot="0">
            <a:off x="375433" y="6228904"/>
            <a:ext cx="2319577" cy="3476205"/>
          </a:xfrm>
          <a:custGeom>
            <a:avLst/>
            <a:gdLst/>
            <a:ahLst/>
            <a:cxnLst/>
            <a:rect r="r" b="b" t="t" l="l"/>
            <a:pathLst>
              <a:path h="3476205" w="2319577">
                <a:moveTo>
                  <a:pt x="0" y="0"/>
                </a:moveTo>
                <a:lnTo>
                  <a:pt x="2319576" y="0"/>
                </a:lnTo>
                <a:lnTo>
                  <a:pt x="2319576" y="3476205"/>
                </a:lnTo>
                <a:lnTo>
                  <a:pt x="0" y="3476205"/>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pic>
        <p:nvPicPr>
          <p:cNvPr name="Picture 18" id="18"/>
          <p:cNvPicPr>
            <a:picLocks noChangeAspect="true"/>
          </p:cNvPicPr>
          <p:nvPr/>
        </p:nvPicPr>
        <p:blipFill>
          <a:blip r:embed="rId21">
            <a:alphaModFix amt="71000"/>
          </a:blip>
          <a:srcRect l="0" t="0" r="0" b="0"/>
          <a:stretch>
            <a:fillRect/>
          </a:stretch>
        </p:blipFill>
        <p:spPr>
          <a:xfrm flipH="false" flipV="false" rot="604890">
            <a:off x="17509575" y="4896612"/>
            <a:ext cx="554300" cy="577396"/>
          </a:xfrm>
          <a:prstGeom prst="rect">
            <a:avLst/>
          </a:prstGeom>
        </p:spPr>
      </p:pic>
      <p:pic>
        <p:nvPicPr>
          <p:cNvPr name="Picture 19" id="19"/>
          <p:cNvPicPr>
            <a:picLocks noChangeAspect="true"/>
          </p:cNvPicPr>
          <p:nvPr/>
        </p:nvPicPr>
        <p:blipFill>
          <a:blip r:embed="rId21">
            <a:alphaModFix amt="71000"/>
          </a:blip>
          <a:srcRect l="0" t="0" r="0" b="0"/>
          <a:stretch>
            <a:fillRect/>
          </a:stretch>
        </p:blipFill>
        <p:spPr>
          <a:xfrm flipH="false" flipV="false" rot="-1221735">
            <a:off x="17085962" y="3338385"/>
            <a:ext cx="397359" cy="413915"/>
          </a:xfrm>
          <a:prstGeom prst="rect">
            <a:avLst/>
          </a:prstGeom>
        </p:spPr>
      </p:pic>
      <p:pic>
        <p:nvPicPr>
          <p:cNvPr name="Picture 20" id="20"/>
          <p:cNvPicPr>
            <a:picLocks noChangeAspect="true"/>
          </p:cNvPicPr>
          <p:nvPr/>
        </p:nvPicPr>
        <p:blipFill>
          <a:blip r:embed="rId21">
            <a:alphaModFix amt="71000"/>
          </a:blip>
          <a:srcRect l="0" t="0" r="0" b="0"/>
          <a:stretch>
            <a:fillRect/>
          </a:stretch>
        </p:blipFill>
        <p:spPr>
          <a:xfrm flipH="false" flipV="false" rot="0">
            <a:off x="17517576" y="1957766"/>
            <a:ext cx="269149" cy="280364"/>
          </a:xfrm>
          <a:prstGeom prst="rect">
            <a:avLst/>
          </a:prstGeom>
        </p:spPr>
      </p:pic>
      <p:pic>
        <p:nvPicPr>
          <p:cNvPr name="Picture 21" id="21"/>
          <p:cNvPicPr>
            <a:picLocks noChangeAspect="true"/>
          </p:cNvPicPr>
          <p:nvPr/>
        </p:nvPicPr>
        <p:blipFill>
          <a:blip r:embed="rId21">
            <a:alphaModFix amt="71000"/>
          </a:blip>
          <a:srcRect l="0" t="0" r="0" b="0"/>
          <a:stretch>
            <a:fillRect/>
          </a:stretch>
        </p:blipFill>
        <p:spPr>
          <a:xfrm flipH="false" flipV="false" rot="-599390">
            <a:off x="421312" y="5056909"/>
            <a:ext cx="554300" cy="577396"/>
          </a:xfrm>
          <a:prstGeom prst="rect">
            <a:avLst/>
          </a:prstGeom>
        </p:spPr>
      </p:pic>
      <p:pic>
        <p:nvPicPr>
          <p:cNvPr name="Picture 22" id="22"/>
          <p:cNvPicPr>
            <a:picLocks noChangeAspect="true"/>
          </p:cNvPicPr>
          <p:nvPr/>
        </p:nvPicPr>
        <p:blipFill>
          <a:blip r:embed="rId21">
            <a:alphaModFix amt="71000"/>
          </a:blip>
          <a:srcRect l="0" t="0" r="0" b="0"/>
          <a:stretch>
            <a:fillRect/>
          </a:stretch>
        </p:blipFill>
        <p:spPr>
          <a:xfrm flipH="false" flipV="false" rot="368085">
            <a:off x="788009" y="3418711"/>
            <a:ext cx="397359" cy="413915"/>
          </a:xfrm>
          <a:prstGeom prst="rect">
            <a:avLst/>
          </a:prstGeom>
        </p:spPr>
      </p:pic>
      <p:pic>
        <p:nvPicPr>
          <p:cNvPr name="Picture 23" id="23"/>
          <p:cNvPicPr>
            <a:picLocks noChangeAspect="true"/>
          </p:cNvPicPr>
          <p:nvPr/>
        </p:nvPicPr>
        <p:blipFill>
          <a:blip r:embed="rId21">
            <a:alphaModFix amt="71000"/>
          </a:blip>
          <a:srcRect l="0" t="0" r="0" b="0"/>
          <a:stretch>
            <a:fillRect/>
          </a:stretch>
        </p:blipFill>
        <p:spPr>
          <a:xfrm flipH="false" flipV="false" rot="-980286">
            <a:off x="463881" y="1925570"/>
            <a:ext cx="269149" cy="280364"/>
          </a:xfrm>
          <a:prstGeom prst="rect">
            <a:avLst/>
          </a:prstGeom>
        </p:spPr>
      </p:pic>
      <p:pic>
        <p:nvPicPr>
          <p:cNvPr name="Picture 24" id="24"/>
          <p:cNvPicPr>
            <a:picLocks noChangeAspect="true"/>
          </p:cNvPicPr>
          <p:nvPr/>
        </p:nvPicPr>
        <p:blipFill>
          <a:blip r:embed="rId22"/>
          <a:srcRect l="0" t="0" r="0" b="0"/>
          <a:stretch>
            <a:fillRect/>
          </a:stretch>
        </p:blipFill>
        <p:spPr>
          <a:xfrm flipH="false" flipV="false" rot="0">
            <a:off x="12445942" y="6532526"/>
            <a:ext cx="978075" cy="934061"/>
          </a:xfrm>
          <a:prstGeom prst="rect">
            <a:avLst/>
          </a:prstGeom>
        </p:spPr>
      </p:pic>
      <p:sp>
        <p:nvSpPr>
          <p:cNvPr name="TextBox 25" id="25"/>
          <p:cNvSpPr txBox="true"/>
          <p:nvPr/>
        </p:nvSpPr>
        <p:spPr>
          <a:xfrm rot="0">
            <a:off x="2334212" y="2552572"/>
            <a:ext cx="13564288" cy="1525903"/>
          </a:xfrm>
          <a:prstGeom prst="rect">
            <a:avLst/>
          </a:prstGeom>
        </p:spPr>
        <p:txBody>
          <a:bodyPr anchor="t" rtlCol="false" tIns="0" lIns="0" bIns="0" rIns="0">
            <a:spAutoFit/>
          </a:bodyPr>
          <a:lstStyle/>
          <a:p>
            <a:pPr algn="l">
              <a:lnSpc>
                <a:spcPts val="11759"/>
              </a:lnSpc>
            </a:pPr>
            <a:r>
              <a:rPr lang="en-US" sz="10499">
                <a:solidFill>
                  <a:srgbClr val="FFFFFF"/>
                </a:solidFill>
                <a:latin typeface="Computer Says No"/>
                <a:ea typeface="Computer Says No"/>
                <a:cs typeface="Computer Says No"/>
                <a:sym typeface="Computer Says No"/>
              </a:rPr>
              <a:t>CLASE 02</a:t>
            </a:r>
          </a:p>
        </p:txBody>
      </p:sp>
      <p:sp>
        <p:nvSpPr>
          <p:cNvPr name="TextBox 26" id="26"/>
          <p:cNvSpPr txBox="true"/>
          <p:nvPr/>
        </p:nvSpPr>
        <p:spPr>
          <a:xfrm rot="0">
            <a:off x="5679767" y="4429125"/>
            <a:ext cx="6563991" cy="485775"/>
          </a:xfrm>
          <a:prstGeom prst="rect">
            <a:avLst/>
          </a:prstGeom>
        </p:spPr>
        <p:txBody>
          <a:bodyPr anchor="t" rtlCol="false" tIns="0" lIns="0" bIns="0" rIns="0">
            <a:spAutoFit/>
          </a:bodyPr>
          <a:lstStyle/>
          <a:p>
            <a:pPr algn="l" marL="0" indent="0" lvl="0">
              <a:lnSpc>
                <a:spcPts val="3600"/>
              </a:lnSpc>
              <a:spcBef>
                <a:spcPct val="0"/>
              </a:spcBef>
            </a:pPr>
            <a:r>
              <a:rPr lang="en-US" sz="3000">
                <a:solidFill>
                  <a:srgbClr val="FFFFFF"/>
                </a:solidFill>
                <a:latin typeface="Poppins Light"/>
                <a:ea typeface="Poppins Light"/>
                <a:cs typeface="Poppins Light"/>
                <a:sym typeface="Poppins Light"/>
              </a:rPr>
              <a:t>Introducción a Programación</a:t>
            </a:r>
          </a:p>
        </p:txBody>
      </p:sp>
      <p:sp>
        <p:nvSpPr>
          <p:cNvPr name="Freeform 27" id="27"/>
          <p:cNvSpPr/>
          <p:nvPr/>
        </p:nvSpPr>
        <p:spPr>
          <a:xfrm flipH="false" flipV="false" rot="0">
            <a:off x="13687079" y="1550631"/>
            <a:ext cx="3090940" cy="1994712"/>
          </a:xfrm>
          <a:custGeom>
            <a:avLst/>
            <a:gdLst/>
            <a:ahLst/>
            <a:cxnLst/>
            <a:rect r="r" b="b" t="t" l="l"/>
            <a:pathLst>
              <a:path h="1994712" w="3090940">
                <a:moveTo>
                  <a:pt x="0" y="0"/>
                </a:moveTo>
                <a:lnTo>
                  <a:pt x="3090941" y="0"/>
                </a:lnTo>
                <a:lnTo>
                  <a:pt x="3090941" y="1994711"/>
                </a:lnTo>
                <a:lnTo>
                  <a:pt x="0" y="1994711"/>
                </a:lnTo>
                <a:lnTo>
                  <a:pt x="0" y="0"/>
                </a:lnTo>
                <a:close/>
              </a:path>
            </a:pathLst>
          </a:custGeom>
          <a:blipFill>
            <a:blip r:embed="rId23"/>
            <a:stretch>
              <a:fillRect l="0" t="0" r="-118898"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2934751"/>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577270" y="1391758"/>
            <a:ext cx="4180395" cy="2256674"/>
            <a:chOff x="0" y="0"/>
            <a:chExt cx="1101009" cy="594350"/>
          </a:xfrm>
        </p:grpSpPr>
        <p:sp>
          <p:nvSpPr>
            <p:cNvPr name="Freeform 4" id="4"/>
            <p:cNvSpPr/>
            <p:nvPr/>
          </p:nvSpPr>
          <p:spPr>
            <a:xfrm flipH="false" flipV="false" rot="0">
              <a:off x="0" y="0"/>
              <a:ext cx="1101009" cy="594350"/>
            </a:xfrm>
            <a:custGeom>
              <a:avLst/>
              <a:gdLst/>
              <a:ahLst/>
              <a:cxnLst/>
              <a:rect r="r" b="b" t="t" l="l"/>
              <a:pathLst>
                <a:path h="594350" w="1101009">
                  <a:moveTo>
                    <a:pt x="90746" y="0"/>
                  </a:moveTo>
                  <a:lnTo>
                    <a:pt x="1010263" y="0"/>
                  </a:lnTo>
                  <a:cubicBezTo>
                    <a:pt x="1060381" y="0"/>
                    <a:pt x="1101009" y="40628"/>
                    <a:pt x="1101009" y="90746"/>
                  </a:cubicBezTo>
                  <a:lnTo>
                    <a:pt x="1101009" y="503604"/>
                  </a:lnTo>
                  <a:cubicBezTo>
                    <a:pt x="1101009" y="553722"/>
                    <a:pt x="1060381" y="594350"/>
                    <a:pt x="1010263" y="594350"/>
                  </a:cubicBezTo>
                  <a:lnTo>
                    <a:pt x="90746" y="594350"/>
                  </a:lnTo>
                  <a:cubicBezTo>
                    <a:pt x="40628" y="594350"/>
                    <a:pt x="0" y="553722"/>
                    <a:pt x="0" y="503604"/>
                  </a:cubicBezTo>
                  <a:lnTo>
                    <a:pt x="0" y="90746"/>
                  </a:lnTo>
                  <a:cubicBezTo>
                    <a:pt x="0" y="40628"/>
                    <a:pt x="40628" y="0"/>
                    <a:pt x="90746" y="0"/>
                  </a:cubicBezTo>
                  <a:close/>
                </a:path>
              </a:pathLst>
            </a:custGeom>
            <a:solidFill>
              <a:srgbClr val="050E5D"/>
            </a:solidFill>
            <a:ln w="47625" cap="rnd">
              <a:solidFill>
                <a:srgbClr val="21EF80"/>
              </a:solidFill>
              <a:prstDash val="solid"/>
              <a:round/>
            </a:ln>
          </p:spPr>
        </p:sp>
        <p:sp>
          <p:nvSpPr>
            <p:cNvPr name="TextBox 5" id="5"/>
            <p:cNvSpPr txBox="true"/>
            <p:nvPr/>
          </p:nvSpPr>
          <p:spPr>
            <a:xfrm>
              <a:off x="0" y="-47625"/>
              <a:ext cx="1101009" cy="641975"/>
            </a:xfrm>
            <a:prstGeom prst="rect">
              <a:avLst/>
            </a:prstGeom>
          </p:spPr>
          <p:txBody>
            <a:bodyPr anchor="ctr" rtlCol="false" tIns="254000" lIns="254000" bIns="254000" rIns="254000"/>
            <a:lstStyle/>
            <a:p>
              <a:pPr algn="ctr">
                <a:lnSpc>
                  <a:spcPts val="2100"/>
                </a:lnSpc>
              </a:pPr>
            </a:p>
          </p:txBody>
        </p:sp>
      </p:grpSp>
      <p:pic>
        <p:nvPicPr>
          <p:cNvPr name="Picture 6" id="6"/>
          <p:cNvPicPr>
            <a:picLocks noChangeAspect="true"/>
          </p:cNvPicPr>
          <p:nvPr/>
        </p:nvPicPr>
        <p:blipFill>
          <a:blip r:embed="rId4"/>
          <a:srcRect l="0" t="0" r="0" b="0"/>
          <a:stretch>
            <a:fillRect/>
          </a:stretch>
        </p:blipFill>
        <p:spPr>
          <a:xfrm flipH="false" flipV="false" rot="0">
            <a:off x="7580595" y="3104879"/>
            <a:ext cx="821672" cy="877409"/>
          </a:xfrm>
          <a:prstGeom prst="rect">
            <a:avLst/>
          </a:prstGeom>
        </p:spPr>
      </p:pic>
      <p:sp>
        <p:nvSpPr>
          <p:cNvPr name="Freeform 7" id="7"/>
          <p:cNvSpPr/>
          <p:nvPr/>
        </p:nvSpPr>
        <p:spPr>
          <a:xfrm flipH="false" flipV="false" rot="0">
            <a:off x="10879815" y="2043969"/>
            <a:ext cx="3657600" cy="551965"/>
          </a:xfrm>
          <a:custGeom>
            <a:avLst/>
            <a:gdLst/>
            <a:ahLst/>
            <a:cxnLst/>
            <a:rect r="r" b="b" t="t" l="l"/>
            <a:pathLst>
              <a:path h="551965" w="3657600">
                <a:moveTo>
                  <a:pt x="0" y="0"/>
                </a:moveTo>
                <a:lnTo>
                  <a:pt x="3657600" y="0"/>
                </a:lnTo>
                <a:lnTo>
                  <a:pt x="3657600" y="551965"/>
                </a:lnTo>
                <a:lnTo>
                  <a:pt x="0" y="55196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10972800" y="7854572"/>
            <a:ext cx="3657600" cy="551965"/>
          </a:xfrm>
          <a:custGeom>
            <a:avLst/>
            <a:gdLst/>
            <a:ahLst/>
            <a:cxnLst/>
            <a:rect r="r" b="b" t="t" l="l"/>
            <a:pathLst>
              <a:path h="551965" w="3657600">
                <a:moveTo>
                  <a:pt x="0" y="0"/>
                </a:moveTo>
                <a:lnTo>
                  <a:pt x="3657600" y="0"/>
                </a:lnTo>
                <a:lnTo>
                  <a:pt x="3657600" y="551965"/>
                </a:lnTo>
                <a:lnTo>
                  <a:pt x="0" y="55196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9" id="9"/>
          <p:cNvGrpSpPr/>
          <p:nvPr/>
        </p:nvGrpSpPr>
        <p:grpSpPr>
          <a:xfrm rot="0">
            <a:off x="0" y="9465127"/>
            <a:ext cx="21945600" cy="1103930"/>
            <a:chOff x="0" y="0"/>
            <a:chExt cx="29260800" cy="1471907"/>
          </a:xfrm>
        </p:grpSpPr>
        <p:sp>
          <p:nvSpPr>
            <p:cNvPr name="Freeform 10" id="10"/>
            <p:cNvSpPr/>
            <p:nvPr/>
          </p:nvSpPr>
          <p:spPr>
            <a:xfrm flipH="false" flipV="false" rot="0">
              <a:off x="0" y="0"/>
              <a:ext cx="9753600" cy="1471907"/>
            </a:xfrm>
            <a:custGeom>
              <a:avLst/>
              <a:gdLst/>
              <a:ahLst/>
              <a:cxnLst/>
              <a:rect r="r" b="b" t="t" l="l"/>
              <a:pathLst>
                <a:path h="1471907" w="9753600">
                  <a:moveTo>
                    <a:pt x="0" y="0"/>
                  </a:moveTo>
                  <a:lnTo>
                    <a:pt x="9753600" y="0"/>
                  </a:lnTo>
                  <a:lnTo>
                    <a:pt x="9753600" y="1471907"/>
                  </a:lnTo>
                  <a:lnTo>
                    <a:pt x="0" y="14719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1" id="11"/>
            <p:cNvSpPr/>
            <p:nvPr/>
          </p:nvSpPr>
          <p:spPr>
            <a:xfrm flipH="false" flipV="false" rot="0">
              <a:off x="9753600" y="0"/>
              <a:ext cx="9753600" cy="1471907"/>
            </a:xfrm>
            <a:custGeom>
              <a:avLst/>
              <a:gdLst/>
              <a:ahLst/>
              <a:cxnLst/>
              <a:rect r="r" b="b" t="t" l="l"/>
              <a:pathLst>
                <a:path h="1471907" w="9753600">
                  <a:moveTo>
                    <a:pt x="0" y="0"/>
                  </a:moveTo>
                  <a:lnTo>
                    <a:pt x="9753600" y="0"/>
                  </a:lnTo>
                  <a:lnTo>
                    <a:pt x="9753600" y="1471907"/>
                  </a:lnTo>
                  <a:lnTo>
                    <a:pt x="0" y="14719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2" id="12"/>
            <p:cNvSpPr/>
            <p:nvPr/>
          </p:nvSpPr>
          <p:spPr>
            <a:xfrm flipH="false" flipV="false" rot="0">
              <a:off x="19507200" y="0"/>
              <a:ext cx="9753600" cy="1471907"/>
            </a:xfrm>
            <a:custGeom>
              <a:avLst/>
              <a:gdLst/>
              <a:ahLst/>
              <a:cxnLst/>
              <a:rect r="r" b="b" t="t" l="l"/>
              <a:pathLst>
                <a:path h="1471907" w="9753600">
                  <a:moveTo>
                    <a:pt x="0" y="0"/>
                  </a:moveTo>
                  <a:lnTo>
                    <a:pt x="9753600" y="0"/>
                  </a:lnTo>
                  <a:lnTo>
                    <a:pt x="9753600" y="1471907"/>
                  </a:lnTo>
                  <a:lnTo>
                    <a:pt x="0" y="147190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pic>
        <p:nvPicPr>
          <p:cNvPr name="Picture 13" id="13"/>
          <p:cNvPicPr>
            <a:picLocks noChangeAspect="true"/>
          </p:cNvPicPr>
          <p:nvPr/>
        </p:nvPicPr>
        <p:blipFill>
          <a:blip r:embed="rId9"/>
          <a:srcRect l="0" t="0" r="0" b="0"/>
          <a:stretch>
            <a:fillRect/>
          </a:stretch>
        </p:blipFill>
        <p:spPr>
          <a:xfrm flipH="false" flipV="false" rot="0">
            <a:off x="16848318" y="719461"/>
            <a:ext cx="744368" cy="331244"/>
          </a:xfrm>
          <a:prstGeom prst="rect">
            <a:avLst/>
          </a:prstGeom>
        </p:spPr>
      </p:pic>
      <p:pic>
        <p:nvPicPr>
          <p:cNvPr name="Picture 14" id="14"/>
          <p:cNvPicPr>
            <a:picLocks noChangeAspect="true"/>
          </p:cNvPicPr>
          <p:nvPr/>
        </p:nvPicPr>
        <p:blipFill>
          <a:blip r:embed="rId10"/>
          <a:srcRect l="0" t="0" r="0" b="0"/>
          <a:stretch>
            <a:fillRect/>
          </a:stretch>
        </p:blipFill>
        <p:spPr>
          <a:xfrm flipH="false" flipV="false" rot="0">
            <a:off x="7605371" y="4814575"/>
            <a:ext cx="772120" cy="877409"/>
          </a:xfrm>
          <a:prstGeom prst="rect">
            <a:avLst/>
          </a:prstGeom>
        </p:spPr>
      </p:pic>
      <p:pic>
        <p:nvPicPr>
          <p:cNvPr name="Picture 15" id="15"/>
          <p:cNvPicPr>
            <a:picLocks noChangeAspect="true"/>
          </p:cNvPicPr>
          <p:nvPr/>
        </p:nvPicPr>
        <p:blipFill>
          <a:blip r:embed="rId11"/>
          <a:srcRect l="0" t="0" r="0" b="0"/>
          <a:stretch>
            <a:fillRect/>
          </a:stretch>
        </p:blipFill>
        <p:spPr>
          <a:xfrm flipH="false" flipV="false" rot="0">
            <a:off x="7632953" y="8398731"/>
            <a:ext cx="769314" cy="859569"/>
          </a:xfrm>
          <a:prstGeom prst="rect">
            <a:avLst/>
          </a:prstGeom>
        </p:spPr>
      </p:pic>
      <p:sp>
        <p:nvSpPr>
          <p:cNvPr name="Freeform 16" id="16"/>
          <p:cNvSpPr/>
          <p:nvPr/>
        </p:nvSpPr>
        <p:spPr>
          <a:xfrm flipH="false" flipV="false" rot="0">
            <a:off x="14333567"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7" id="17"/>
          <p:cNvSpPr/>
          <p:nvPr/>
        </p:nvSpPr>
        <p:spPr>
          <a:xfrm flipH="false" flipV="false" rot="0">
            <a:off x="577270" y="668737"/>
            <a:ext cx="1082363" cy="464432"/>
          </a:xfrm>
          <a:custGeom>
            <a:avLst/>
            <a:gdLst/>
            <a:ahLst/>
            <a:cxnLst/>
            <a:rect r="r" b="b" t="t" l="l"/>
            <a:pathLst>
              <a:path h="464432" w="1082363">
                <a:moveTo>
                  <a:pt x="0" y="0"/>
                </a:moveTo>
                <a:lnTo>
                  <a:pt x="1082364" y="0"/>
                </a:lnTo>
                <a:lnTo>
                  <a:pt x="1082364" y="464432"/>
                </a:lnTo>
                <a:lnTo>
                  <a:pt x="0" y="46443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8" id="18"/>
          <p:cNvGrpSpPr/>
          <p:nvPr/>
        </p:nvGrpSpPr>
        <p:grpSpPr>
          <a:xfrm rot="0">
            <a:off x="2251760" y="572874"/>
            <a:ext cx="1211480" cy="624416"/>
            <a:chOff x="0" y="0"/>
            <a:chExt cx="1615307" cy="832555"/>
          </a:xfrm>
        </p:grpSpPr>
        <p:sp>
          <p:nvSpPr>
            <p:cNvPr name="TextBox 19" id="19"/>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20" id="20"/>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grpSp>
        <p:nvGrpSpPr>
          <p:cNvPr name="Group 21" id="21"/>
          <p:cNvGrpSpPr/>
          <p:nvPr/>
        </p:nvGrpSpPr>
        <p:grpSpPr>
          <a:xfrm rot="0">
            <a:off x="5209095" y="713838"/>
            <a:ext cx="862336" cy="327152"/>
            <a:chOff x="0" y="0"/>
            <a:chExt cx="1149782" cy="436203"/>
          </a:xfrm>
        </p:grpSpPr>
        <p:sp>
          <p:nvSpPr>
            <p:cNvPr name="TextBox 22" id="22"/>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23" id="23"/>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grpSp>
        <p:nvGrpSpPr>
          <p:cNvPr name="Group 24" id="24"/>
          <p:cNvGrpSpPr/>
          <p:nvPr/>
        </p:nvGrpSpPr>
        <p:grpSpPr>
          <a:xfrm rot="0">
            <a:off x="3881134" y="688074"/>
            <a:ext cx="908861" cy="327152"/>
            <a:chOff x="0" y="0"/>
            <a:chExt cx="1211815" cy="436203"/>
          </a:xfrm>
        </p:grpSpPr>
        <p:sp>
          <p:nvSpPr>
            <p:cNvPr name="TextBox 25" id="25"/>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26" id="26"/>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sp>
        <p:nvSpPr>
          <p:cNvPr name="Freeform 27" id="27"/>
          <p:cNvSpPr/>
          <p:nvPr/>
        </p:nvSpPr>
        <p:spPr>
          <a:xfrm flipH="false" flipV="false" rot="0">
            <a:off x="10972800" y="3430323"/>
            <a:ext cx="3657600" cy="551965"/>
          </a:xfrm>
          <a:custGeom>
            <a:avLst/>
            <a:gdLst/>
            <a:ahLst/>
            <a:cxnLst/>
            <a:rect r="r" b="b" t="t" l="l"/>
            <a:pathLst>
              <a:path h="551965" w="3657600">
                <a:moveTo>
                  <a:pt x="0" y="0"/>
                </a:moveTo>
                <a:lnTo>
                  <a:pt x="3657600" y="0"/>
                </a:lnTo>
                <a:lnTo>
                  <a:pt x="3657600" y="551965"/>
                </a:lnTo>
                <a:lnTo>
                  <a:pt x="0" y="55196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8" id="28"/>
          <p:cNvSpPr/>
          <p:nvPr/>
        </p:nvSpPr>
        <p:spPr>
          <a:xfrm flipH="false" flipV="false" rot="0">
            <a:off x="10972800" y="5028406"/>
            <a:ext cx="3657600" cy="551965"/>
          </a:xfrm>
          <a:custGeom>
            <a:avLst/>
            <a:gdLst/>
            <a:ahLst/>
            <a:cxnLst/>
            <a:rect r="r" b="b" t="t" l="l"/>
            <a:pathLst>
              <a:path h="551965" w="3657600">
                <a:moveTo>
                  <a:pt x="0" y="0"/>
                </a:moveTo>
                <a:lnTo>
                  <a:pt x="3657600" y="0"/>
                </a:lnTo>
                <a:lnTo>
                  <a:pt x="3657600" y="551965"/>
                </a:lnTo>
                <a:lnTo>
                  <a:pt x="0" y="55196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9" id="29"/>
          <p:cNvSpPr/>
          <p:nvPr/>
        </p:nvSpPr>
        <p:spPr>
          <a:xfrm flipH="false" flipV="false" rot="0">
            <a:off x="10972800" y="6547889"/>
            <a:ext cx="3657600" cy="551965"/>
          </a:xfrm>
          <a:custGeom>
            <a:avLst/>
            <a:gdLst/>
            <a:ahLst/>
            <a:cxnLst/>
            <a:rect r="r" b="b" t="t" l="l"/>
            <a:pathLst>
              <a:path h="551965" w="3657600">
                <a:moveTo>
                  <a:pt x="0" y="0"/>
                </a:moveTo>
                <a:lnTo>
                  <a:pt x="3657600" y="0"/>
                </a:lnTo>
                <a:lnTo>
                  <a:pt x="3657600" y="551965"/>
                </a:lnTo>
                <a:lnTo>
                  <a:pt x="0" y="55196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pic>
        <p:nvPicPr>
          <p:cNvPr name="Picture 30" id="30"/>
          <p:cNvPicPr>
            <a:picLocks noChangeAspect="true"/>
          </p:cNvPicPr>
          <p:nvPr/>
        </p:nvPicPr>
        <p:blipFill>
          <a:blip r:embed="rId22"/>
          <a:srcRect l="0" t="0" r="0" b="0"/>
          <a:stretch>
            <a:fillRect/>
          </a:stretch>
        </p:blipFill>
        <p:spPr>
          <a:xfrm flipH="false" flipV="false" rot="0">
            <a:off x="7605371" y="6311110"/>
            <a:ext cx="1018464" cy="616171"/>
          </a:xfrm>
          <a:prstGeom prst="rect">
            <a:avLst/>
          </a:prstGeom>
        </p:spPr>
      </p:pic>
      <p:pic>
        <p:nvPicPr>
          <p:cNvPr name="Picture 31" id="31"/>
          <p:cNvPicPr>
            <a:picLocks noChangeAspect="true"/>
          </p:cNvPicPr>
          <p:nvPr/>
        </p:nvPicPr>
        <p:blipFill>
          <a:blip r:embed="rId4"/>
          <a:srcRect l="0" t="0" r="0" b="0"/>
          <a:stretch>
            <a:fillRect/>
          </a:stretch>
        </p:blipFill>
        <p:spPr>
          <a:xfrm flipH="false" flipV="false" rot="0">
            <a:off x="7553013" y="1605264"/>
            <a:ext cx="821672" cy="877409"/>
          </a:xfrm>
          <a:prstGeom prst="rect">
            <a:avLst/>
          </a:prstGeom>
        </p:spPr>
      </p:pic>
      <p:sp>
        <p:nvSpPr>
          <p:cNvPr name="Freeform 32" id="32"/>
          <p:cNvSpPr/>
          <p:nvPr/>
        </p:nvSpPr>
        <p:spPr>
          <a:xfrm flipH="false" flipV="false" rot="0">
            <a:off x="-185970" y="7299879"/>
            <a:ext cx="3620220" cy="2343270"/>
          </a:xfrm>
          <a:custGeom>
            <a:avLst/>
            <a:gdLst/>
            <a:ahLst/>
            <a:cxnLst/>
            <a:rect r="r" b="b" t="t" l="l"/>
            <a:pathLst>
              <a:path h="2343270" w="3620220">
                <a:moveTo>
                  <a:pt x="0" y="0"/>
                </a:moveTo>
                <a:lnTo>
                  <a:pt x="3620221" y="0"/>
                </a:lnTo>
                <a:lnTo>
                  <a:pt x="3620221" y="2343270"/>
                </a:lnTo>
                <a:lnTo>
                  <a:pt x="0" y="2343270"/>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33" id="33"/>
          <p:cNvGrpSpPr/>
          <p:nvPr/>
        </p:nvGrpSpPr>
        <p:grpSpPr>
          <a:xfrm rot="0">
            <a:off x="10718334" y="1212691"/>
            <a:ext cx="4166532" cy="664149"/>
            <a:chOff x="0" y="0"/>
            <a:chExt cx="1097358" cy="174920"/>
          </a:xfrm>
        </p:grpSpPr>
        <p:sp>
          <p:nvSpPr>
            <p:cNvPr name="Freeform 34" id="34"/>
            <p:cNvSpPr/>
            <p:nvPr/>
          </p:nvSpPr>
          <p:spPr>
            <a:xfrm flipH="false" flipV="false" rot="0">
              <a:off x="0" y="0"/>
              <a:ext cx="1097358" cy="174920"/>
            </a:xfrm>
            <a:custGeom>
              <a:avLst/>
              <a:gdLst/>
              <a:ahLst/>
              <a:cxnLst/>
              <a:rect r="r" b="b" t="t" l="l"/>
              <a:pathLst>
                <a:path h="174920" w="1097358">
                  <a:moveTo>
                    <a:pt x="87460" y="0"/>
                  </a:moveTo>
                  <a:lnTo>
                    <a:pt x="1009898" y="0"/>
                  </a:lnTo>
                  <a:cubicBezTo>
                    <a:pt x="1033094" y="0"/>
                    <a:pt x="1055340" y="9215"/>
                    <a:pt x="1071742" y="25616"/>
                  </a:cubicBezTo>
                  <a:cubicBezTo>
                    <a:pt x="1088144" y="42018"/>
                    <a:pt x="1097358" y="64264"/>
                    <a:pt x="1097358" y="87460"/>
                  </a:cubicBezTo>
                  <a:lnTo>
                    <a:pt x="1097358" y="87460"/>
                  </a:lnTo>
                  <a:cubicBezTo>
                    <a:pt x="1097358" y="135763"/>
                    <a:pt x="1058201" y="174920"/>
                    <a:pt x="1009898" y="174920"/>
                  </a:cubicBezTo>
                  <a:lnTo>
                    <a:pt x="87460" y="174920"/>
                  </a:lnTo>
                  <a:cubicBezTo>
                    <a:pt x="64264" y="174920"/>
                    <a:pt x="42018" y="165705"/>
                    <a:pt x="25616" y="149303"/>
                  </a:cubicBezTo>
                  <a:cubicBezTo>
                    <a:pt x="9215" y="132902"/>
                    <a:pt x="0" y="110656"/>
                    <a:pt x="0" y="87460"/>
                  </a:cubicBezTo>
                  <a:lnTo>
                    <a:pt x="0" y="87460"/>
                  </a:lnTo>
                  <a:cubicBezTo>
                    <a:pt x="0" y="64264"/>
                    <a:pt x="9215" y="42018"/>
                    <a:pt x="25616" y="25616"/>
                  </a:cubicBezTo>
                  <a:cubicBezTo>
                    <a:pt x="42018" y="9215"/>
                    <a:pt x="64264" y="0"/>
                    <a:pt x="87460" y="0"/>
                  </a:cubicBezTo>
                  <a:close/>
                </a:path>
              </a:pathLst>
            </a:custGeom>
            <a:solidFill>
              <a:srgbClr val="03093A"/>
            </a:solidFill>
          </p:spPr>
        </p:sp>
        <p:sp>
          <p:nvSpPr>
            <p:cNvPr name="TextBox 35" id="35"/>
            <p:cNvSpPr txBox="true"/>
            <p:nvPr/>
          </p:nvSpPr>
          <p:spPr>
            <a:xfrm>
              <a:off x="0" y="0"/>
              <a:ext cx="1097358" cy="174920"/>
            </a:xfrm>
            <a:prstGeom prst="rect">
              <a:avLst/>
            </a:prstGeom>
          </p:spPr>
          <p:txBody>
            <a:bodyPr anchor="ctr" rtlCol="false" tIns="50800" lIns="50800" bIns="50800" rIns="50800"/>
            <a:lstStyle/>
            <a:p>
              <a:pPr algn="ctr">
                <a:lnSpc>
                  <a:spcPts val="2463"/>
                </a:lnSpc>
              </a:pPr>
            </a:p>
          </p:txBody>
        </p:sp>
      </p:grpSp>
      <p:sp>
        <p:nvSpPr>
          <p:cNvPr name="TextBox 36" id="36"/>
          <p:cNvSpPr txBox="true"/>
          <p:nvPr/>
        </p:nvSpPr>
        <p:spPr>
          <a:xfrm rot="0">
            <a:off x="9518873" y="1325083"/>
            <a:ext cx="6379485" cy="424815"/>
          </a:xfrm>
          <a:prstGeom prst="rect">
            <a:avLst/>
          </a:prstGeom>
        </p:spPr>
        <p:txBody>
          <a:bodyPr anchor="t" rtlCol="false" tIns="0" lIns="0" bIns="0" rIns="0">
            <a:spAutoFit/>
          </a:bodyPr>
          <a:lstStyle/>
          <a:p>
            <a:pPr algn="ctr">
              <a:lnSpc>
                <a:spcPts val="3360"/>
              </a:lnSpc>
            </a:pPr>
            <a:r>
              <a:rPr lang="en-US" sz="2400">
                <a:solidFill>
                  <a:srgbClr val="FFFFFF"/>
                </a:solidFill>
                <a:latin typeface="Poppins Light"/>
                <a:ea typeface="Poppins Light"/>
                <a:cs typeface="Poppins Light"/>
                <a:sym typeface="Poppins Light"/>
              </a:rPr>
              <a:t>¿Qué es una variable?</a:t>
            </a:r>
          </a:p>
        </p:txBody>
      </p:sp>
      <p:sp>
        <p:nvSpPr>
          <p:cNvPr name="TextBox 37" id="37"/>
          <p:cNvSpPr txBox="true"/>
          <p:nvPr/>
        </p:nvSpPr>
        <p:spPr>
          <a:xfrm rot="0">
            <a:off x="1028700" y="1924465"/>
            <a:ext cx="3039297" cy="1238886"/>
          </a:xfrm>
          <a:prstGeom prst="rect">
            <a:avLst/>
          </a:prstGeom>
        </p:spPr>
        <p:txBody>
          <a:bodyPr anchor="t" rtlCol="false" tIns="0" lIns="0" bIns="0" rIns="0">
            <a:spAutoFit/>
          </a:bodyPr>
          <a:lstStyle/>
          <a:p>
            <a:pPr algn="l">
              <a:lnSpc>
                <a:spcPts val="9520"/>
              </a:lnSpc>
            </a:pPr>
            <a:r>
              <a:rPr lang="en-US" sz="8500">
                <a:solidFill>
                  <a:srgbClr val="FFFFFF"/>
                </a:solidFill>
                <a:latin typeface="Computer Says No"/>
                <a:ea typeface="Computer Says No"/>
                <a:cs typeface="Computer Says No"/>
                <a:sym typeface="Computer Says No"/>
              </a:rPr>
              <a:t>AGENDA</a:t>
            </a:r>
          </a:p>
        </p:txBody>
      </p:sp>
      <p:grpSp>
        <p:nvGrpSpPr>
          <p:cNvPr name="Group 38" id="38"/>
          <p:cNvGrpSpPr/>
          <p:nvPr/>
        </p:nvGrpSpPr>
        <p:grpSpPr>
          <a:xfrm rot="0">
            <a:off x="10540412" y="2729284"/>
            <a:ext cx="4344454" cy="605790"/>
            <a:chOff x="0" y="0"/>
            <a:chExt cx="1144218" cy="159550"/>
          </a:xfrm>
        </p:grpSpPr>
        <p:sp>
          <p:nvSpPr>
            <p:cNvPr name="Freeform 39" id="39"/>
            <p:cNvSpPr/>
            <p:nvPr/>
          </p:nvSpPr>
          <p:spPr>
            <a:xfrm flipH="false" flipV="false" rot="0">
              <a:off x="0" y="0"/>
              <a:ext cx="1144218" cy="159550"/>
            </a:xfrm>
            <a:custGeom>
              <a:avLst/>
              <a:gdLst/>
              <a:ahLst/>
              <a:cxnLst/>
              <a:rect r="r" b="b" t="t" l="l"/>
              <a:pathLst>
                <a:path h="159550" w="1144218">
                  <a:moveTo>
                    <a:pt x="79775" y="0"/>
                  </a:moveTo>
                  <a:lnTo>
                    <a:pt x="1064443" y="0"/>
                  </a:lnTo>
                  <a:cubicBezTo>
                    <a:pt x="1085601" y="0"/>
                    <a:pt x="1105892" y="8405"/>
                    <a:pt x="1120853" y="23365"/>
                  </a:cubicBezTo>
                  <a:cubicBezTo>
                    <a:pt x="1135813" y="38326"/>
                    <a:pt x="1144218" y="58617"/>
                    <a:pt x="1144218" y="79775"/>
                  </a:cubicBezTo>
                  <a:lnTo>
                    <a:pt x="1144218" y="79775"/>
                  </a:lnTo>
                  <a:cubicBezTo>
                    <a:pt x="1144218" y="123833"/>
                    <a:pt x="1108502" y="159550"/>
                    <a:pt x="1064443" y="159550"/>
                  </a:cubicBezTo>
                  <a:lnTo>
                    <a:pt x="79775" y="159550"/>
                  </a:lnTo>
                  <a:cubicBezTo>
                    <a:pt x="58617" y="159550"/>
                    <a:pt x="38326" y="151145"/>
                    <a:pt x="23365" y="136184"/>
                  </a:cubicBezTo>
                  <a:cubicBezTo>
                    <a:pt x="8405" y="121223"/>
                    <a:pt x="0" y="100932"/>
                    <a:pt x="0" y="79775"/>
                  </a:cubicBezTo>
                  <a:lnTo>
                    <a:pt x="0" y="79775"/>
                  </a:lnTo>
                  <a:cubicBezTo>
                    <a:pt x="0" y="58617"/>
                    <a:pt x="8405" y="38326"/>
                    <a:pt x="23365" y="23365"/>
                  </a:cubicBezTo>
                  <a:cubicBezTo>
                    <a:pt x="38326" y="8405"/>
                    <a:pt x="58617" y="0"/>
                    <a:pt x="79775" y="0"/>
                  </a:cubicBezTo>
                  <a:close/>
                </a:path>
              </a:pathLst>
            </a:custGeom>
            <a:solidFill>
              <a:srgbClr val="03093A"/>
            </a:solidFill>
          </p:spPr>
        </p:sp>
        <p:sp>
          <p:nvSpPr>
            <p:cNvPr name="TextBox 40" id="40"/>
            <p:cNvSpPr txBox="true"/>
            <p:nvPr/>
          </p:nvSpPr>
          <p:spPr>
            <a:xfrm>
              <a:off x="0" y="0"/>
              <a:ext cx="1144218" cy="159550"/>
            </a:xfrm>
            <a:prstGeom prst="rect">
              <a:avLst/>
            </a:prstGeom>
          </p:spPr>
          <p:txBody>
            <a:bodyPr anchor="ctr" rtlCol="false" tIns="50800" lIns="50800" bIns="50800" rIns="50800"/>
            <a:lstStyle/>
            <a:p>
              <a:pPr algn="ctr">
                <a:lnSpc>
                  <a:spcPts val="2463"/>
                </a:lnSpc>
              </a:pPr>
            </a:p>
          </p:txBody>
        </p:sp>
      </p:grpSp>
      <p:sp>
        <p:nvSpPr>
          <p:cNvPr name="TextBox 41" id="41"/>
          <p:cNvSpPr txBox="true"/>
          <p:nvPr/>
        </p:nvSpPr>
        <p:spPr>
          <a:xfrm rot="0">
            <a:off x="9518873" y="2767384"/>
            <a:ext cx="6379485" cy="424815"/>
          </a:xfrm>
          <a:prstGeom prst="rect">
            <a:avLst/>
          </a:prstGeom>
        </p:spPr>
        <p:txBody>
          <a:bodyPr anchor="t" rtlCol="false" tIns="0" lIns="0" bIns="0" rIns="0">
            <a:spAutoFit/>
          </a:bodyPr>
          <a:lstStyle/>
          <a:p>
            <a:pPr algn="ctr">
              <a:lnSpc>
                <a:spcPts val="3360"/>
              </a:lnSpc>
            </a:pPr>
            <a:r>
              <a:rPr lang="en-US" sz="2400">
                <a:solidFill>
                  <a:srgbClr val="FFFFFF"/>
                </a:solidFill>
                <a:latin typeface="Poppins Light"/>
                <a:ea typeface="Poppins Light"/>
                <a:cs typeface="Poppins Light"/>
                <a:sym typeface="Poppins Light"/>
              </a:rPr>
              <a:t>Variables y Tipos</a:t>
            </a:r>
          </a:p>
        </p:txBody>
      </p:sp>
      <p:grpSp>
        <p:nvGrpSpPr>
          <p:cNvPr name="Group 42" id="42"/>
          <p:cNvGrpSpPr/>
          <p:nvPr/>
        </p:nvGrpSpPr>
        <p:grpSpPr>
          <a:xfrm rot="0">
            <a:off x="10879815" y="4173273"/>
            <a:ext cx="4166532" cy="664149"/>
            <a:chOff x="0" y="0"/>
            <a:chExt cx="1097358" cy="174920"/>
          </a:xfrm>
        </p:grpSpPr>
        <p:sp>
          <p:nvSpPr>
            <p:cNvPr name="Freeform 43" id="43"/>
            <p:cNvSpPr/>
            <p:nvPr/>
          </p:nvSpPr>
          <p:spPr>
            <a:xfrm flipH="false" flipV="false" rot="0">
              <a:off x="0" y="0"/>
              <a:ext cx="1097358" cy="174920"/>
            </a:xfrm>
            <a:custGeom>
              <a:avLst/>
              <a:gdLst/>
              <a:ahLst/>
              <a:cxnLst/>
              <a:rect r="r" b="b" t="t" l="l"/>
              <a:pathLst>
                <a:path h="174920" w="1097358">
                  <a:moveTo>
                    <a:pt x="87460" y="0"/>
                  </a:moveTo>
                  <a:lnTo>
                    <a:pt x="1009898" y="0"/>
                  </a:lnTo>
                  <a:cubicBezTo>
                    <a:pt x="1033094" y="0"/>
                    <a:pt x="1055340" y="9215"/>
                    <a:pt x="1071742" y="25616"/>
                  </a:cubicBezTo>
                  <a:cubicBezTo>
                    <a:pt x="1088144" y="42018"/>
                    <a:pt x="1097358" y="64264"/>
                    <a:pt x="1097358" y="87460"/>
                  </a:cubicBezTo>
                  <a:lnTo>
                    <a:pt x="1097358" y="87460"/>
                  </a:lnTo>
                  <a:cubicBezTo>
                    <a:pt x="1097358" y="135763"/>
                    <a:pt x="1058201" y="174920"/>
                    <a:pt x="1009898" y="174920"/>
                  </a:cubicBezTo>
                  <a:lnTo>
                    <a:pt x="87460" y="174920"/>
                  </a:lnTo>
                  <a:cubicBezTo>
                    <a:pt x="64264" y="174920"/>
                    <a:pt x="42018" y="165705"/>
                    <a:pt x="25616" y="149303"/>
                  </a:cubicBezTo>
                  <a:cubicBezTo>
                    <a:pt x="9215" y="132902"/>
                    <a:pt x="0" y="110656"/>
                    <a:pt x="0" y="87460"/>
                  </a:cubicBezTo>
                  <a:lnTo>
                    <a:pt x="0" y="87460"/>
                  </a:lnTo>
                  <a:cubicBezTo>
                    <a:pt x="0" y="64264"/>
                    <a:pt x="9215" y="42018"/>
                    <a:pt x="25616" y="25616"/>
                  </a:cubicBezTo>
                  <a:cubicBezTo>
                    <a:pt x="42018" y="9215"/>
                    <a:pt x="64264" y="0"/>
                    <a:pt x="87460" y="0"/>
                  </a:cubicBezTo>
                  <a:close/>
                </a:path>
              </a:pathLst>
            </a:custGeom>
            <a:solidFill>
              <a:srgbClr val="03093A"/>
            </a:solidFill>
          </p:spPr>
        </p:sp>
        <p:sp>
          <p:nvSpPr>
            <p:cNvPr name="TextBox 44" id="44"/>
            <p:cNvSpPr txBox="true"/>
            <p:nvPr/>
          </p:nvSpPr>
          <p:spPr>
            <a:xfrm>
              <a:off x="0" y="0"/>
              <a:ext cx="1097358" cy="174920"/>
            </a:xfrm>
            <a:prstGeom prst="rect">
              <a:avLst/>
            </a:prstGeom>
          </p:spPr>
          <p:txBody>
            <a:bodyPr anchor="ctr" rtlCol="false" tIns="50800" lIns="50800" bIns="50800" rIns="50800"/>
            <a:lstStyle/>
            <a:p>
              <a:pPr algn="ctr">
                <a:lnSpc>
                  <a:spcPts val="2463"/>
                </a:lnSpc>
              </a:pPr>
            </a:p>
          </p:txBody>
        </p:sp>
      </p:grpSp>
      <p:sp>
        <p:nvSpPr>
          <p:cNvPr name="TextBox 45" id="45"/>
          <p:cNvSpPr txBox="true"/>
          <p:nvPr/>
        </p:nvSpPr>
        <p:spPr>
          <a:xfrm rot="0">
            <a:off x="9611858" y="4232116"/>
            <a:ext cx="6379485" cy="424815"/>
          </a:xfrm>
          <a:prstGeom prst="rect">
            <a:avLst/>
          </a:prstGeom>
        </p:spPr>
        <p:txBody>
          <a:bodyPr anchor="t" rtlCol="false" tIns="0" lIns="0" bIns="0" rIns="0">
            <a:spAutoFit/>
          </a:bodyPr>
          <a:lstStyle/>
          <a:p>
            <a:pPr algn="ctr">
              <a:lnSpc>
                <a:spcPts val="3360"/>
              </a:lnSpc>
            </a:pPr>
            <a:r>
              <a:rPr lang="en-US" sz="2400">
                <a:solidFill>
                  <a:srgbClr val="FFFFFF"/>
                </a:solidFill>
                <a:latin typeface="Poppins Light"/>
                <a:ea typeface="Poppins Light"/>
                <a:cs typeface="Poppins Light"/>
                <a:sym typeface="Poppins Light"/>
              </a:rPr>
              <a:t>¿Qué es un entorno?</a:t>
            </a:r>
          </a:p>
        </p:txBody>
      </p:sp>
      <p:grpSp>
        <p:nvGrpSpPr>
          <p:cNvPr name="Group 46" id="46"/>
          <p:cNvGrpSpPr/>
          <p:nvPr/>
        </p:nvGrpSpPr>
        <p:grpSpPr>
          <a:xfrm rot="0">
            <a:off x="10879815" y="5770871"/>
            <a:ext cx="4166532" cy="664149"/>
            <a:chOff x="0" y="0"/>
            <a:chExt cx="1097358" cy="174920"/>
          </a:xfrm>
        </p:grpSpPr>
        <p:sp>
          <p:nvSpPr>
            <p:cNvPr name="Freeform 47" id="47"/>
            <p:cNvSpPr/>
            <p:nvPr/>
          </p:nvSpPr>
          <p:spPr>
            <a:xfrm flipH="false" flipV="false" rot="0">
              <a:off x="0" y="0"/>
              <a:ext cx="1097358" cy="174920"/>
            </a:xfrm>
            <a:custGeom>
              <a:avLst/>
              <a:gdLst/>
              <a:ahLst/>
              <a:cxnLst/>
              <a:rect r="r" b="b" t="t" l="l"/>
              <a:pathLst>
                <a:path h="174920" w="1097358">
                  <a:moveTo>
                    <a:pt x="87460" y="0"/>
                  </a:moveTo>
                  <a:lnTo>
                    <a:pt x="1009898" y="0"/>
                  </a:lnTo>
                  <a:cubicBezTo>
                    <a:pt x="1033094" y="0"/>
                    <a:pt x="1055340" y="9215"/>
                    <a:pt x="1071742" y="25616"/>
                  </a:cubicBezTo>
                  <a:cubicBezTo>
                    <a:pt x="1088144" y="42018"/>
                    <a:pt x="1097358" y="64264"/>
                    <a:pt x="1097358" y="87460"/>
                  </a:cubicBezTo>
                  <a:lnTo>
                    <a:pt x="1097358" y="87460"/>
                  </a:lnTo>
                  <a:cubicBezTo>
                    <a:pt x="1097358" y="135763"/>
                    <a:pt x="1058201" y="174920"/>
                    <a:pt x="1009898" y="174920"/>
                  </a:cubicBezTo>
                  <a:lnTo>
                    <a:pt x="87460" y="174920"/>
                  </a:lnTo>
                  <a:cubicBezTo>
                    <a:pt x="64264" y="174920"/>
                    <a:pt x="42018" y="165705"/>
                    <a:pt x="25616" y="149303"/>
                  </a:cubicBezTo>
                  <a:cubicBezTo>
                    <a:pt x="9215" y="132902"/>
                    <a:pt x="0" y="110656"/>
                    <a:pt x="0" y="87460"/>
                  </a:cubicBezTo>
                  <a:lnTo>
                    <a:pt x="0" y="87460"/>
                  </a:lnTo>
                  <a:cubicBezTo>
                    <a:pt x="0" y="64264"/>
                    <a:pt x="9215" y="42018"/>
                    <a:pt x="25616" y="25616"/>
                  </a:cubicBezTo>
                  <a:cubicBezTo>
                    <a:pt x="42018" y="9215"/>
                    <a:pt x="64264" y="0"/>
                    <a:pt x="87460" y="0"/>
                  </a:cubicBezTo>
                  <a:close/>
                </a:path>
              </a:pathLst>
            </a:custGeom>
            <a:solidFill>
              <a:srgbClr val="03093A"/>
            </a:solidFill>
          </p:spPr>
        </p:sp>
        <p:sp>
          <p:nvSpPr>
            <p:cNvPr name="TextBox 48" id="48"/>
            <p:cNvSpPr txBox="true"/>
            <p:nvPr/>
          </p:nvSpPr>
          <p:spPr>
            <a:xfrm>
              <a:off x="0" y="0"/>
              <a:ext cx="1097358" cy="174920"/>
            </a:xfrm>
            <a:prstGeom prst="rect">
              <a:avLst/>
            </a:prstGeom>
          </p:spPr>
          <p:txBody>
            <a:bodyPr anchor="ctr" rtlCol="false" tIns="50800" lIns="50800" bIns="50800" rIns="50800"/>
            <a:lstStyle/>
            <a:p>
              <a:pPr algn="ctr">
                <a:lnSpc>
                  <a:spcPts val="2463"/>
                </a:lnSpc>
              </a:pPr>
            </a:p>
          </p:txBody>
        </p:sp>
      </p:grpSp>
      <p:sp>
        <p:nvSpPr>
          <p:cNvPr name="TextBox 49" id="49"/>
          <p:cNvSpPr txBox="true"/>
          <p:nvPr/>
        </p:nvSpPr>
        <p:spPr>
          <a:xfrm rot="0">
            <a:off x="9611858" y="5895820"/>
            <a:ext cx="6379485" cy="391794"/>
          </a:xfrm>
          <a:prstGeom prst="rect">
            <a:avLst/>
          </a:prstGeom>
        </p:spPr>
        <p:txBody>
          <a:bodyPr anchor="t" rtlCol="false" tIns="0" lIns="0" bIns="0" rIns="0">
            <a:spAutoFit/>
          </a:bodyPr>
          <a:lstStyle/>
          <a:p>
            <a:pPr algn="ctr">
              <a:lnSpc>
                <a:spcPts val="3080"/>
              </a:lnSpc>
            </a:pPr>
            <a:r>
              <a:rPr lang="en-US" sz="2200">
                <a:solidFill>
                  <a:srgbClr val="FFFFFF"/>
                </a:solidFill>
                <a:latin typeface="Poppins Light"/>
                <a:ea typeface="Poppins Light"/>
                <a:cs typeface="Poppins Light"/>
                <a:sym typeface="Poppins Light"/>
              </a:rPr>
              <a:t>Reglas al nombrar variables</a:t>
            </a:r>
          </a:p>
        </p:txBody>
      </p:sp>
      <p:grpSp>
        <p:nvGrpSpPr>
          <p:cNvPr name="Group 50" id="50"/>
          <p:cNvGrpSpPr/>
          <p:nvPr/>
        </p:nvGrpSpPr>
        <p:grpSpPr>
          <a:xfrm rot="0">
            <a:off x="10879815" y="7190423"/>
            <a:ext cx="4166532" cy="664149"/>
            <a:chOff x="0" y="0"/>
            <a:chExt cx="1097358" cy="174920"/>
          </a:xfrm>
        </p:grpSpPr>
        <p:sp>
          <p:nvSpPr>
            <p:cNvPr name="Freeform 51" id="51"/>
            <p:cNvSpPr/>
            <p:nvPr/>
          </p:nvSpPr>
          <p:spPr>
            <a:xfrm flipH="false" flipV="false" rot="0">
              <a:off x="0" y="0"/>
              <a:ext cx="1097358" cy="174920"/>
            </a:xfrm>
            <a:custGeom>
              <a:avLst/>
              <a:gdLst/>
              <a:ahLst/>
              <a:cxnLst/>
              <a:rect r="r" b="b" t="t" l="l"/>
              <a:pathLst>
                <a:path h="174920" w="1097358">
                  <a:moveTo>
                    <a:pt x="87460" y="0"/>
                  </a:moveTo>
                  <a:lnTo>
                    <a:pt x="1009898" y="0"/>
                  </a:lnTo>
                  <a:cubicBezTo>
                    <a:pt x="1033094" y="0"/>
                    <a:pt x="1055340" y="9215"/>
                    <a:pt x="1071742" y="25616"/>
                  </a:cubicBezTo>
                  <a:cubicBezTo>
                    <a:pt x="1088144" y="42018"/>
                    <a:pt x="1097358" y="64264"/>
                    <a:pt x="1097358" y="87460"/>
                  </a:cubicBezTo>
                  <a:lnTo>
                    <a:pt x="1097358" y="87460"/>
                  </a:lnTo>
                  <a:cubicBezTo>
                    <a:pt x="1097358" y="135763"/>
                    <a:pt x="1058201" y="174920"/>
                    <a:pt x="1009898" y="174920"/>
                  </a:cubicBezTo>
                  <a:lnTo>
                    <a:pt x="87460" y="174920"/>
                  </a:lnTo>
                  <a:cubicBezTo>
                    <a:pt x="64264" y="174920"/>
                    <a:pt x="42018" y="165705"/>
                    <a:pt x="25616" y="149303"/>
                  </a:cubicBezTo>
                  <a:cubicBezTo>
                    <a:pt x="9215" y="132902"/>
                    <a:pt x="0" y="110656"/>
                    <a:pt x="0" y="87460"/>
                  </a:cubicBezTo>
                  <a:lnTo>
                    <a:pt x="0" y="87460"/>
                  </a:lnTo>
                  <a:cubicBezTo>
                    <a:pt x="0" y="64264"/>
                    <a:pt x="9215" y="42018"/>
                    <a:pt x="25616" y="25616"/>
                  </a:cubicBezTo>
                  <a:cubicBezTo>
                    <a:pt x="42018" y="9215"/>
                    <a:pt x="64264" y="0"/>
                    <a:pt x="87460" y="0"/>
                  </a:cubicBezTo>
                  <a:close/>
                </a:path>
              </a:pathLst>
            </a:custGeom>
            <a:solidFill>
              <a:srgbClr val="03093A"/>
            </a:solidFill>
          </p:spPr>
        </p:sp>
        <p:sp>
          <p:nvSpPr>
            <p:cNvPr name="TextBox 52" id="52"/>
            <p:cNvSpPr txBox="true"/>
            <p:nvPr/>
          </p:nvSpPr>
          <p:spPr>
            <a:xfrm>
              <a:off x="0" y="0"/>
              <a:ext cx="1097358" cy="174920"/>
            </a:xfrm>
            <a:prstGeom prst="rect">
              <a:avLst/>
            </a:prstGeom>
          </p:spPr>
          <p:txBody>
            <a:bodyPr anchor="ctr" rtlCol="false" tIns="50800" lIns="50800" bIns="50800" rIns="50800"/>
            <a:lstStyle/>
            <a:p>
              <a:pPr algn="ctr">
                <a:lnSpc>
                  <a:spcPts val="2463"/>
                </a:lnSpc>
              </a:pPr>
            </a:p>
          </p:txBody>
        </p:sp>
      </p:grpSp>
      <p:sp>
        <p:nvSpPr>
          <p:cNvPr name="TextBox 53" id="53"/>
          <p:cNvSpPr txBox="true"/>
          <p:nvPr/>
        </p:nvSpPr>
        <p:spPr>
          <a:xfrm rot="0">
            <a:off x="9773339" y="7233204"/>
            <a:ext cx="6379485" cy="424815"/>
          </a:xfrm>
          <a:prstGeom prst="rect">
            <a:avLst/>
          </a:prstGeom>
        </p:spPr>
        <p:txBody>
          <a:bodyPr anchor="t" rtlCol="false" tIns="0" lIns="0" bIns="0" rIns="0">
            <a:spAutoFit/>
          </a:bodyPr>
          <a:lstStyle/>
          <a:p>
            <a:pPr algn="ctr">
              <a:lnSpc>
                <a:spcPts val="3360"/>
              </a:lnSpc>
            </a:pPr>
            <a:r>
              <a:rPr lang="en-US" sz="2400">
                <a:solidFill>
                  <a:srgbClr val="FFFFFF"/>
                </a:solidFill>
                <a:latin typeface="Poppins Light"/>
                <a:ea typeface="Poppins Light"/>
                <a:cs typeface="Poppins Light"/>
                <a:sym typeface="Poppins Light"/>
              </a:rPr>
              <a:t>Declaración y asignación</a:t>
            </a:r>
          </a:p>
        </p:txBody>
      </p:sp>
      <p:sp>
        <p:nvSpPr>
          <p:cNvPr name="TextBox 54" id="54"/>
          <p:cNvSpPr txBox="true"/>
          <p:nvPr/>
        </p:nvSpPr>
        <p:spPr>
          <a:xfrm rot="0">
            <a:off x="9409043" y="8339862"/>
            <a:ext cx="6379485" cy="424815"/>
          </a:xfrm>
          <a:prstGeom prst="rect">
            <a:avLst/>
          </a:prstGeom>
        </p:spPr>
        <p:txBody>
          <a:bodyPr anchor="t" rtlCol="false" tIns="0" lIns="0" bIns="0" rIns="0">
            <a:spAutoFit/>
          </a:bodyPr>
          <a:lstStyle/>
          <a:p>
            <a:pPr algn="ctr">
              <a:lnSpc>
                <a:spcPts val="3360"/>
              </a:lnSpc>
            </a:pPr>
            <a:r>
              <a:rPr lang="en-US" sz="2400">
                <a:solidFill>
                  <a:srgbClr val="FFFFFF"/>
                </a:solidFill>
                <a:latin typeface="Poppins Light"/>
                <a:ea typeface="Poppins Light"/>
                <a:cs typeface="Poppins Light"/>
                <a:sym typeface="Poppins Light"/>
              </a:rPr>
              <a:t>Repaso y Ejemplo</a:t>
            </a:r>
          </a:p>
        </p:txBody>
      </p:sp>
      <p:sp>
        <p:nvSpPr>
          <p:cNvPr name="Freeform 55" id="55"/>
          <p:cNvSpPr/>
          <p:nvPr/>
        </p:nvSpPr>
        <p:spPr>
          <a:xfrm flipH="false" flipV="false" rot="0">
            <a:off x="10972800" y="8828515"/>
            <a:ext cx="3657600" cy="551965"/>
          </a:xfrm>
          <a:custGeom>
            <a:avLst/>
            <a:gdLst/>
            <a:ahLst/>
            <a:cxnLst/>
            <a:rect r="r" b="b" t="t" l="l"/>
            <a:pathLst>
              <a:path h="551965" w="3657600">
                <a:moveTo>
                  <a:pt x="0" y="0"/>
                </a:moveTo>
                <a:lnTo>
                  <a:pt x="3657600" y="0"/>
                </a:lnTo>
                <a:lnTo>
                  <a:pt x="3657600" y="551965"/>
                </a:lnTo>
                <a:lnTo>
                  <a:pt x="0" y="55196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613C8"/>
        </a:solidFill>
      </p:bgPr>
    </p:bg>
    <p:spTree>
      <p:nvGrpSpPr>
        <p:cNvPr id="1" name=""/>
        <p:cNvGrpSpPr/>
        <p:nvPr/>
      </p:nvGrpSpPr>
      <p:grpSpPr>
        <a:xfrm>
          <a:off x="0" y="0"/>
          <a:ext cx="0" cy="0"/>
          <a:chOff x="0" y="0"/>
          <a:chExt cx="0" cy="0"/>
        </a:xfrm>
      </p:grpSpPr>
      <p:grpSp>
        <p:nvGrpSpPr>
          <p:cNvPr name="Group 2" id="2"/>
          <p:cNvGrpSpPr/>
          <p:nvPr/>
        </p:nvGrpSpPr>
        <p:grpSpPr>
          <a:xfrm rot="0">
            <a:off x="9144000" y="1596498"/>
            <a:ext cx="8560485" cy="2856045"/>
            <a:chOff x="0" y="0"/>
            <a:chExt cx="2254613" cy="752209"/>
          </a:xfrm>
        </p:grpSpPr>
        <p:sp>
          <p:nvSpPr>
            <p:cNvPr name="Freeform 3" id="3"/>
            <p:cNvSpPr/>
            <p:nvPr/>
          </p:nvSpPr>
          <p:spPr>
            <a:xfrm flipH="false" flipV="false" rot="0">
              <a:off x="0" y="0"/>
              <a:ext cx="2254613" cy="752209"/>
            </a:xfrm>
            <a:custGeom>
              <a:avLst/>
              <a:gdLst/>
              <a:ahLst/>
              <a:cxnLst/>
              <a:rect r="r" b="b" t="t" l="l"/>
              <a:pathLst>
                <a:path h="752209" w="2254613">
                  <a:moveTo>
                    <a:pt x="44315" y="0"/>
                  </a:moveTo>
                  <a:lnTo>
                    <a:pt x="2210299" y="0"/>
                  </a:lnTo>
                  <a:cubicBezTo>
                    <a:pt x="2222052" y="0"/>
                    <a:pt x="2233323" y="4669"/>
                    <a:pt x="2241634" y="12979"/>
                  </a:cubicBezTo>
                  <a:cubicBezTo>
                    <a:pt x="2249944" y="21290"/>
                    <a:pt x="2254613" y="32562"/>
                    <a:pt x="2254613" y="44315"/>
                  </a:cubicBezTo>
                  <a:lnTo>
                    <a:pt x="2254613" y="707895"/>
                  </a:lnTo>
                  <a:cubicBezTo>
                    <a:pt x="2254613" y="719648"/>
                    <a:pt x="2249944" y="730919"/>
                    <a:pt x="2241634" y="739230"/>
                  </a:cubicBezTo>
                  <a:cubicBezTo>
                    <a:pt x="2233323" y="747540"/>
                    <a:pt x="2222052" y="752209"/>
                    <a:pt x="2210299" y="752209"/>
                  </a:cubicBezTo>
                  <a:lnTo>
                    <a:pt x="44315" y="752209"/>
                  </a:lnTo>
                  <a:cubicBezTo>
                    <a:pt x="32562" y="752209"/>
                    <a:pt x="21290" y="747540"/>
                    <a:pt x="12979" y="739230"/>
                  </a:cubicBezTo>
                  <a:cubicBezTo>
                    <a:pt x="4669" y="730919"/>
                    <a:pt x="0" y="719648"/>
                    <a:pt x="0" y="707895"/>
                  </a:cubicBezTo>
                  <a:lnTo>
                    <a:pt x="0" y="44315"/>
                  </a:lnTo>
                  <a:cubicBezTo>
                    <a:pt x="0" y="32562"/>
                    <a:pt x="4669" y="21290"/>
                    <a:pt x="12979" y="12979"/>
                  </a:cubicBezTo>
                  <a:cubicBezTo>
                    <a:pt x="21290" y="4669"/>
                    <a:pt x="32562" y="0"/>
                    <a:pt x="44315" y="0"/>
                  </a:cubicBezTo>
                  <a:close/>
                </a:path>
              </a:pathLst>
            </a:custGeom>
            <a:solidFill>
              <a:srgbClr val="3613C8"/>
            </a:solidFill>
            <a:ln w="47625" cap="rnd">
              <a:solidFill>
                <a:srgbClr val="21EF80"/>
              </a:solidFill>
              <a:prstDash val="solid"/>
              <a:round/>
            </a:ln>
          </p:spPr>
        </p:sp>
        <p:sp>
          <p:nvSpPr>
            <p:cNvPr name="TextBox 4" id="4"/>
            <p:cNvSpPr txBox="true"/>
            <p:nvPr/>
          </p:nvSpPr>
          <p:spPr>
            <a:xfrm>
              <a:off x="0" y="-66675"/>
              <a:ext cx="2254613" cy="818884"/>
            </a:xfrm>
            <a:prstGeom prst="rect">
              <a:avLst/>
            </a:prstGeom>
          </p:spPr>
          <p:txBody>
            <a:bodyPr anchor="t" rtlCol="false" tIns="254000" lIns="254000" bIns="254000" rIns="254000"/>
            <a:lstStyle/>
            <a:p>
              <a:pPr algn="l">
                <a:lnSpc>
                  <a:spcPts val="3359"/>
                </a:lnSpc>
              </a:pPr>
              <a:r>
                <a:rPr lang="en-US" sz="2399">
                  <a:solidFill>
                    <a:srgbClr val="FFFFFF"/>
                  </a:solidFill>
                  <a:latin typeface="Poppins Light"/>
                  <a:ea typeface="Poppins Light"/>
                  <a:cs typeface="Poppins Light"/>
                  <a:sym typeface="Poppins Light"/>
                </a:rPr>
                <a:t>Ejemplo :  una Variable llamada Nombre puede contener en un momento el nombre Brenda, en otro momento Marlen, Digna, Marcela y así sucesivamente. Es decir el dato en la variable Nombre varía con el tiempo.</a:t>
              </a:r>
            </a:p>
          </p:txBody>
        </p:sp>
      </p:grpSp>
      <p:sp>
        <p:nvSpPr>
          <p:cNvPr name="Freeform 5" id="5"/>
          <p:cNvSpPr/>
          <p:nvPr/>
        </p:nvSpPr>
        <p:spPr>
          <a:xfrm flipH="false" flipV="false" rot="0">
            <a:off x="-185970" y="5891813"/>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1626131" y="6032413"/>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4">
              <a:extLst>
                <a:ext uri="{96DAC541-7B7A-43D3-8B79-37D633B846F1}">
                  <asvg:svgBlip xmlns:asvg="http://schemas.microsoft.com/office/drawing/2016/SVG/main" r:embed="rId5"/>
                </a:ext>
              </a:extLst>
            </a:blip>
            <a:stretch>
              <a:fillRect l="0" t="0" r="0" b="0"/>
            </a:stretch>
          </a:blipFill>
        </p:spPr>
      </p:sp>
      <p:pic>
        <p:nvPicPr>
          <p:cNvPr name="Picture 7" id="7"/>
          <p:cNvPicPr>
            <a:picLocks noChangeAspect="true"/>
          </p:cNvPicPr>
          <p:nvPr/>
        </p:nvPicPr>
        <p:blipFill>
          <a:blip r:embed="rId6"/>
          <a:srcRect l="0" t="0" r="0" b="0"/>
          <a:stretch>
            <a:fillRect/>
          </a:stretch>
        </p:blipFill>
        <p:spPr>
          <a:xfrm flipH="false" flipV="false" rot="0">
            <a:off x="16514932" y="719461"/>
            <a:ext cx="744368" cy="331244"/>
          </a:xfrm>
          <a:prstGeom prst="rect">
            <a:avLst/>
          </a:prstGeom>
        </p:spPr>
      </p:pic>
      <p:sp>
        <p:nvSpPr>
          <p:cNvPr name="Freeform 8" id="8"/>
          <p:cNvSpPr/>
          <p:nvPr/>
        </p:nvSpPr>
        <p:spPr>
          <a:xfrm flipH="false" flipV="false" rot="0">
            <a:off x="14000181"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1028700" y="668737"/>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0" y="0"/>
            <a:ext cx="8506283" cy="10287000"/>
            <a:chOff x="0" y="0"/>
            <a:chExt cx="2240338" cy="2709333"/>
          </a:xfrm>
        </p:grpSpPr>
        <p:sp>
          <p:nvSpPr>
            <p:cNvPr name="Freeform 11" id="11"/>
            <p:cNvSpPr/>
            <p:nvPr/>
          </p:nvSpPr>
          <p:spPr>
            <a:xfrm flipH="false" flipV="false" rot="0">
              <a:off x="0" y="0"/>
              <a:ext cx="2240338" cy="2709333"/>
            </a:xfrm>
            <a:custGeom>
              <a:avLst/>
              <a:gdLst/>
              <a:ahLst/>
              <a:cxnLst/>
              <a:rect r="r" b="b" t="t" l="l"/>
              <a:pathLst>
                <a:path h="2709333" w="2240338">
                  <a:moveTo>
                    <a:pt x="0" y="0"/>
                  </a:moveTo>
                  <a:lnTo>
                    <a:pt x="2240338" y="0"/>
                  </a:lnTo>
                  <a:lnTo>
                    <a:pt x="2240338" y="2709333"/>
                  </a:lnTo>
                  <a:lnTo>
                    <a:pt x="0" y="2709333"/>
                  </a:lnTo>
                  <a:close/>
                </a:path>
              </a:pathLst>
            </a:custGeom>
            <a:solidFill>
              <a:srgbClr val="050E5D"/>
            </a:solidFill>
          </p:spPr>
        </p:sp>
        <p:sp>
          <p:nvSpPr>
            <p:cNvPr name="TextBox 12" id="12"/>
            <p:cNvSpPr txBox="true"/>
            <p:nvPr/>
          </p:nvSpPr>
          <p:spPr>
            <a:xfrm>
              <a:off x="0" y="0"/>
              <a:ext cx="2240338" cy="2709333"/>
            </a:xfrm>
            <a:prstGeom prst="rect">
              <a:avLst/>
            </a:prstGeom>
          </p:spPr>
          <p:txBody>
            <a:bodyPr anchor="ctr" rtlCol="false" tIns="50800" lIns="50800" bIns="50800" rIns="50800"/>
            <a:lstStyle/>
            <a:p>
              <a:pPr algn="ctr">
                <a:lnSpc>
                  <a:spcPts val="2463"/>
                </a:lnSpc>
              </a:pPr>
            </a:p>
          </p:txBody>
        </p:sp>
      </p:grpSp>
      <p:grpSp>
        <p:nvGrpSpPr>
          <p:cNvPr name="Group 13" id="13"/>
          <p:cNvGrpSpPr/>
          <p:nvPr/>
        </p:nvGrpSpPr>
        <p:grpSpPr>
          <a:xfrm rot="0">
            <a:off x="2486381" y="588745"/>
            <a:ext cx="1211480" cy="624416"/>
            <a:chOff x="0" y="0"/>
            <a:chExt cx="1615307" cy="832555"/>
          </a:xfrm>
        </p:grpSpPr>
        <p:sp>
          <p:nvSpPr>
            <p:cNvPr name="TextBox 14" id="14"/>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5" id="15"/>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6" id="16"/>
          <p:cNvGrpSpPr/>
          <p:nvPr/>
        </p:nvGrpSpPr>
        <p:grpSpPr>
          <a:xfrm rot="0">
            <a:off x="5443716" y="729709"/>
            <a:ext cx="862336" cy="327152"/>
            <a:chOff x="0" y="0"/>
            <a:chExt cx="1149782" cy="436203"/>
          </a:xfrm>
        </p:grpSpPr>
        <p:sp>
          <p:nvSpPr>
            <p:cNvPr name="TextBox 17" id="17"/>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18" id="18"/>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grpSp>
        <p:nvGrpSpPr>
          <p:cNvPr name="Group 19" id="19"/>
          <p:cNvGrpSpPr/>
          <p:nvPr/>
        </p:nvGrpSpPr>
        <p:grpSpPr>
          <a:xfrm rot="0">
            <a:off x="4115755" y="703945"/>
            <a:ext cx="908861" cy="327152"/>
            <a:chOff x="0" y="0"/>
            <a:chExt cx="1211815" cy="436203"/>
          </a:xfrm>
        </p:grpSpPr>
        <p:sp>
          <p:nvSpPr>
            <p:cNvPr name="TextBox 20" id="20"/>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21" id="21"/>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grpSp>
        <p:nvGrpSpPr>
          <p:cNvPr name="Group 22" id="22"/>
          <p:cNvGrpSpPr/>
          <p:nvPr/>
        </p:nvGrpSpPr>
        <p:grpSpPr>
          <a:xfrm rot="0">
            <a:off x="12779030" y="8337550"/>
            <a:ext cx="2442301" cy="930987"/>
            <a:chOff x="0" y="0"/>
            <a:chExt cx="643240" cy="245198"/>
          </a:xfrm>
        </p:grpSpPr>
        <p:sp>
          <p:nvSpPr>
            <p:cNvPr name="Freeform 23" id="23"/>
            <p:cNvSpPr/>
            <p:nvPr/>
          </p:nvSpPr>
          <p:spPr>
            <a:xfrm flipH="false" flipV="false" rot="0">
              <a:off x="0" y="0"/>
              <a:ext cx="643240" cy="245198"/>
            </a:xfrm>
            <a:custGeom>
              <a:avLst/>
              <a:gdLst/>
              <a:ahLst/>
              <a:cxnLst/>
              <a:rect r="r" b="b" t="t" l="l"/>
              <a:pathLst>
                <a:path h="245198" w="643240">
                  <a:moveTo>
                    <a:pt x="122599" y="0"/>
                  </a:moveTo>
                  <a:lnTo>
                    <a:pt x="520641" y="0"/>
                  </a:lnTo>
                  <a:cubicBezTo>
                    <a:pt x="588350" y="0"/>
                    <a:pt x="643240" y="54889"/>
                    <a:pt x="643240" y="122599"/>
                  </a:cubicBezTo>
                  <a:lnTo>
                    <a:pt x="643240" y="122599"/>
                  </a:lnTo>
                  <a:cubicBezTo>
                    <a:pt x="643240" y="190309"/>
                    <a:pt x="588350" y="245198"/>
                    <a:pt x="520641" y="245198"/>
                  </a:cubicBezTo>
                  <a:lnTo>
                    <a:pt x="122599" y="245198"/>
                  </a:lnTo>
                  <a:cubicBezTo>
                    <a:pt x="54889" y="245198"/>
                    <a:pt x="0" y="190309"/>
                    <a:pt x="0" y="122599"/>
                  </a:cubicBezTo>
                  <a:lnTo>
                    <a:pt x="0" y="122599"/>
                  </a:lnTo>
                  <a:cubicBezTo>
                    <a:pt x="0" y="54889"/>
                    <a:pt x="54889" y="0"/>
                    <a:pt x="122599" y="0"/>
                  </a:cubicBezTo>
                  <a:close/>
                </a:path>
              </a:pathLst>
            </a:custGeom>
            <a:solidFill>
              <a:srgbClr val="050E5D"/>
            </a:solidFill>
            <a:ln cap="rnd">
              <a:noFill/>
              <a:prstDash val="solid"/>
              <a:round/>
            </a:ln>
          </p:spPr>
        </p:sp>
        <p:sp>
          <p:nvSpPr>
            <p:cNvPr name="TextBox 24" id="24"/>
            <p:cNvSpPr txBox="true"/>
            <p:nvPr/>
          </p:nvSpPr>
          <p:spPr>
            <a:xfrm>
              <a:off x="0" y="-38100"/>
              <a:ext cx="643240" cy="283298"/>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17" action="ppaction://hlinksldjump"/>
                </a:rPr>
                <a:t>Back to</a:t>
              </a:r>
            </a:p>
            <a:p>
              <a:pPr algn="ctr">
                <a:lnSpc>
                  <a:spcPts val="1820"/>
                </a:lnSpc>
              </a:pPr>
              <a:r>
                <a:rPr lang="en-US" sz="1300">
                  <a:solidFill>
                    <a:srgbClr val="FFFFFF"/>
                  </a:solidFill>
                  <a:latin typeface="Poppins Light"/>
                  <a:ea typeface="Poppins Light"/>
                  <a:cs typeface="Poppins Light"/>
                  <a:sym typeface="Poppins Light"/>
                  <a:hlinkClick r:id="rId17" action="ppaction://hlinksldjump"/>
                </a:rPr>
                <a:t>Agenda Page</a:t>
              </a:r>
            </a:p>
          </p:txBody>
        </p:sp>
      </p:grpSp>
      <p:grpSp>
        <p:nvGrpSpPr>
          <p:cNvPr name="Group 25" id="25"/>
          <p:cNvGrpSpPr/>
          <p:nvPr/>
        </p:nvGrpSpPr>
        <p:grpSpPr>
          <a:xfrm rot="0">
            <a:off x="317044" y="4452543"/>
            <a:ext cx="7395908" cy="4838547"/>
            <a:chOff x="0" y="0"/>
            <a:chExt cx="1947893" cy="1274350"/>
          </a:xfrm>
        </p:grpSpPr>
        <p:sp>
          <p:nvSpPr>
            <p:cNvPr name="Freeform 26" id="26"/>
            <p:cNvSpPr/>
            <p:nvPr/>
          </p:nvSpPr>
          <p:spPr>
            <a:xfrm flipH="false" flipV="false" rot="0">
              <a:off x="0" y="0"/>
              <a:ext cx="1947894" cy="1274350"/>
            </a:xfrm>
            <a:custGeom>
              <a:avLst/>
              <a:gdLst/>
              <a:ahLst/>
              <a:cxnLst/>
              <a:rect r="r" b="b" t="t" l="l"/>
              <a:pathLst>
                <a:path h="1274350" w="1947894">
                  <a:moveTo>
                    <a:pt x="51292" y="0"/>
                  </a:moveTo>
                  <a:lnTo>
                    <a:pt x="1896601" y="0"/>
                  </a:lnTo>
                  <a:cubicBezTo>
                    <a:pt x="1910205" y="0"/>
                    <a:pt x="1923251" y="5404"/>
                    <a:pt x="1932870" y="15023"/>
                  </a:cubicBezTo>
                  <a:cubicBezTo>
                    <a:pt x="1942490" y="24642"/>
                    <a:pt x="1947894" y="37689"/>
                    <a:pt x="1947894" y="51292"/>
                  </a:cubicBezTo>
                  <a:lnTo>
                    <a:pt x="1947894" y="1223057"/>
                  </a:lnTo>
                  <a:cubicBezTo>
                    <a:pt x="1947894" y="1236661"/>
                    <a:pt x="1942490" y="1249707"/>
                    <a:pt x="1932870" y="1259327"/>
                  </a:cubicBezTo>
                  <a:cubicBezTo>
                    <a:pt x="1923251" y="1268946"/>
                    <a:pt x="1910205" y="1274350"/>
                    <a:pt x="1896601" y="1274350"/>
                  </a:cubicBezTo>
                  <a:lnTo>
                    <a:pt x="51292" y="1274350"/>
                  </a:lnTo>
                  <a:cubicBezTo>
                    <a:pt x="37689" y="1274350"/>
                    <a:pt x="24642" y="1268946"/>
                    <a:pt x="15023" y="1259327"/>
                  </a:cubicBezTo>
                  <a:cubicBezTo>
                    <a:pt x="5404" y="1249707"/>
                    <a:pt x="0" y="1236661"/>
                    <a:pt x="0" y="1223057"/>
                  </a:cubicBezTo>
                  <a:lnTo>
                    <a:pt x="0" y="51292"/>
                  </a:lnTo>
                  <a:cubicBezTo>
                    <a:pt x="0" y="37689"/>
                    <a:pt x="5404" y="24642"/>
                    <a:pt x="15023" y="15023"/>
                  </a:cubicBezTo>
                  <a:cubicBezTo>
                    <a:pt x="24642" y="5404"/>
                    <a:pt x="37689" y="0"/>
                    <a:pt x="51292" y="0"/>
                  </a:cubicBezTo>
                  <a:close/>
                </a:path>
              </a:pathLst>
            </a:custGeom>
            <a:solidFill>
              <a:srgbClr val="3613C8"/>
            </a:solidFill>
            <a:ln w="47625" cap="rnd">
              <a:solidFill>
                <a:srgbClr val="21EF80"/>
              </a:solidFill>
              <a:prstDash val="solid"/>
              <a:round/>
            </a:ln>
          </p:spPr>
        </p:sp>
        <p:sp>
          <p:nvSpPr>
            <p:cNvPr name="TextBox 27" id="27"/>
            <p:cNvSpPr txBox="true"/>
            <p:nvPr/>
          </p:nvSpPr>
          <p:spPr>
            <a:xfrm>
              <a:off x="0" y="-66675"/>
              <a:ext cx="1947893" cy="1341025"/>
            </a:xfrm>
            <a:prstGeom prst="rect">
              <a:avLst/>
            </a:prstGeom>
          </p:spPr>
          <p:txBody>
            <a:bodyPr anchor="t" rtlCol="false" tIns="254000" lIns="254000" bIns="254000" rIns="254000"/>
            <a:lstStyle/>
            <a:p>
              <a:pPr algn="l">
                <a:lnSpc>
                  <a:spcPts val="3359"/>
                </a:lnSpc>
              </a:pPr>
              <a:r>
                <a:rPr lang="en-US" sz="2399" spc="47">
                  <a:solidFill>
                    <a:srgbClr val="FFFFFF"/>
                  </a:solidFill>
                  <a:latin typeface="Poppins Light"/>
                  <a:ea typeface="Poppins Light"/>
                  <a:cs typeface="Poppins Light"/>
                  <a:sym typeface="Poppins Light"/>
                </a:rPr>
                <a:t>Es un nombre o una letra que sirve para almacenar datos; Los cuales pueden ser valores numéricos o palabras, como por ejemplo los nombres y apellidos de una persona.</a:t>
              </a:r>
            </a:p>
            <a:p>
              <a:pPr algn="l">
                <a:lnSpc>
                  <a:spcPts val="3359"/>
                </a:lnSpc>
              </a:pPr>
            </a:p>
            <a:p>
              <a:pPr algn="l">
                <a:lnSpc>
                  <a:spcPts val="3359"/>
                </a:lnSpc>
              </a:pPr>
              <a:r>
                <a:rPr lang="en-US" sz="2399" spc="47">
                  <a:solidFill>
                    <a:srgbClr val="FFFFFF"/>
                  </a:solidFill>
                  <a:latin typeface="Poppins Light"/>
                  <a:ea typeface="Poppins Light"/>
                  <a:cs typeface="Poppins Light"/>
                  <a:sym typeface="Poppins Light"/>
                </a:rPr>
                <a:t>Como su nombre lo indica, las Variables pueden contener datos que cambian o varían con el tiempo.</a:t>
              </a:r>
            </a:p>
            <a:p>
              <a:pPr algn="l">
                <a:lnSpc>
                  <a:spcPts val="3359"/>
                </a:lnSpc>
              </a:pPr>
            </a:p>
          </p:txBody>
        </p:sp>
      </p:grpSp>
      <p:sp>
        <p:nvSpPr>
          <p:cNvPr name="Freeform 28" id="28"/>
          <p:cNvSpPr/>
          <p:nvPr/>
        </p:nvSpPr>
        <p:spPr>
          <a:xfrm flipH="false" flipV="false" rot="0">
            <a:off x="11515222" y="4921492"/>
            <a:ext cx="4969919" cy="2848500"/>
          </a:xfrm>
          <a:custGeom>
            <a:avLst/>
            <a:gdLst/>
            <a:ahLst/>
            <a:cxnLst/>
            <a:rect r="r" b="b" t="t" l="l"/>
            <a:pathLst>
              <a:path h="2848500" w="4969919">
                <a:moveTo>
                  <a:pt x="0" y="0"/>
                </a:moveTo>
                <a:lnTo>
                  <a:pt x="4969918" y="0"/>
                </a:lnTo>
                <a:lnTo>
                  <a:pt x="4969918" y="2848499"/>
                </a:lnTo>
                <a:lnTo>
                  <a:pt x="0" y="2848499"/>
                </a:lnTo>
                <a:lnTo>
                  <a:pt x="0" y="0"/>
                </a:lnTo>
                <a:close/>
              </a:path>
            </a:pathLst>
          </a:custGeom>
          <a:blipFill>
            <a:blip r:embed="rId18"/>
            <a:stretch>
              <a:fillRect l="0" t="0" r="0" b="0"/>
            </a:stretch>
          </a:blipFill>
        </p:spPr>
      </p:sp>
      <p:sp>
        <p:nvSpPr>
          <p:cNvPr name="TextBox 29" id="29"/>
          <p:cNvSpPr txBox="true"/>
          <p:nvPr/>
        </p:nvSpPr>
        <p:spPr>
          <a:xfrm rot="0">
            <a:off x="317044" y="1279836"/>
            <a:ext cx="7872195" cy="2991732"/>
          </a:xfrm>
          <a:prstGeom prst="rect">
            <a:avLst/>
          </a:prstGeom>
        </p:spPr>
        <p:txBody>
          <a:bodyPr anchor="t" rtlCol="false" tIns="0" lIns="0" bIns="0" rIns="0">
            <a:spAutoFit/>
          </a:bodyPr>
          <a:lstStyle/>
          <a:p>
            <a:pPr algn="l">
              <a:lnSpc>
                <a:spcPts val="11647"/>
              </a:lnSpc>
            </a:pPr>
            <a:r>
              <a:rPr lang="en-US" sz="10399">
                <a:solidFill>
                  <a:srgbClr val="FFFFFF"/>
                </a:solidFill>
                <a:latin typeface="Computer Says No"/>
                <a:ea typeface="Computer Says No"/>
                <a:cs typeface="Computer Says No"/>
                <a:sym typeface="Computer Says No"/>
              </a:rPr>
              <a:t>¿QUÉ ES UNA VARIABLE?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3613C8"/>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5891813"/>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0">
            <a:off x="1626131" y="6032413"/>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4">
              <a:extLst>
                <a:ext uri="{96DAC541-7B7A-43D3-8B79-37D633B846F1}">
                  <asvg:svgBlip xmlns:asvg="http://schemas.microsoft.com/office/drawing/2016/SVG/main" r:embed="rId5"/>
                </a:ext>
              </a:extLst>
            </a:blip>
            <a:stretch>
              <a:fillRect l="0" t="0" r="0" b="0"/>
            </a:stretch>
          </a:blipFill>
        </p:spPr>
      </p:sp>
      <p:pic>
        <p:nvPicPr>
          <p:cNvPr name="Picture 4" id="4"/>
          <p:cNvPicPr>
            <a:picLocks noChangeAspect="true"/>
          </p:cNvPicPr>
          <p:nvPr/>
        </p:nvPicPr>
        <p:blipFill>
          <a:blip r:embed="rId6"/>
          <a:srcRect l="0" t="0" r="0" b="0"/>
          <a:stretch>
            <a:fillRect/>
          </a:stretch>
        </p:blipFill>
        <p:spPr>
          <a:xfrm flipH="false" flipV="false" rot="0">
            <a:off x="16514932" y="719461"/>
            <a:ext cx="744368" cy="331244"/>
          </a:xfrm>
          <a:prstGeom prst="rect">
            <a:avLst/>
          </a:prstGeom>
        </p:spPr>
      </p:pic>
      <p:sp>
        <p:nvSpPr>
          <p:cNvPr name="Freeform 5" id="5"/>
          <p:cNvSpPr/>
          <p:nvPr/>
        </p:nvSpPr>
        <p:spPr>
          <a:xfrm flipH="false" flipV="false" rot="0">
            <a:off x="14000181"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028700" y="668737"/>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7" id="7"/>
          <p:cNvGrpSpPr/>
          <p:nvPr/>
        </p:nvGrpSpPr>
        <p:grpSpPr>
          <a:xfrm rot="0">
            <a:off x="0" y="0"/>
            <a:ext cx="8506283" cy="10287000"/>
            <a:chOff x="0" y="0"/>
            <a:chExt cx="2240338" cy="2709333"/>
          </a:xfrm>
        </p:grpSpPr>
        <p:sp>
          <p:nvSpPr>
            <p:cNvPr name="Freeform 8" id="8"/>
            <p:cNvSpPr/>
            <p:nvPr/>
          </p:nvSpPr>
          <p:spPr>
            <a:xfrm flipH="false" flipV="false" rot="0">
              <a:off x="0" y="0"/>
              <a:ext cx="2240338" cy="2709333"/>
            </a:xfrm>
            <a:custGeom>
              <a:avLst/>
              <a:gdLst/>
              <a:ahLst/>
              <a:cxnLst/>
              <a:rect r="r" b="b" t="t" l="l"/>
              <a:pathLst>
                <a:path h="2709333" w="2240338">
                  <a:moveTo>
                    <a:pt x="0" y="0"/>
                  </a:moveTo>
                  <a:lnTo>
                    <a:pt x="2240338" y="0"/>
                  </a:lnTo>
                  <a:lnTo>
                    <a:pt x="2240338" y="2709333"/>
                  </a:lnTo>
                  <a:lnTo>
                    <a:pt x="0" y="2709333"/>
                  </a:lnTo>
                  <a:close/>
                </a:path>
              </a:pathLst>
            </a:custGeom>
            <a:solidFill>
              <a:srgbClr val="050E5D"/>
            </a:solidFill>
          </p:spPr>
        </p:sp>
        <p:sp>
          <p:nvSpPr>
            <p:cNvPr name="TextBox 9" id="9"/>
            <p:cNvSpPr txBox="true"/>
            <p:nvPr/>
          </p:nvSpPr>
          <p:spPr>
            <a:xfrm>
              <a:off x="0" y="0"/>
              <a:ext cx="2240338" cy="2709333"/>
            </a:xfrm>
            <a:prstGeom prst="rect">
              <a:avLst/>
            </a:prstGeom>
          </p:spPr>
          <p:txBody>
            <a:bodyPr anchor="ctr" rtlCol="false" tIns="50800" lIns="50800" bIns="50800" rIns="50800"/>
            <a:lstStyle/>
            <a:p>
              <a:pPr algn="ctr">
                <a:lnSpc>
                  <a:spcPts val="2463"/>
                </a:lnSpc>
              </a:pPr>
            </a:p>
          </p:txBody>
        </p:sp>
      </p:grpSp>
      <p:grpSp>
        <p:nvGrpSpPr>
          <p:cNvPr name="Group 10" id="10"/>
          <p:cNvGrpSpPr/>
          <p:nvPr/>
        </p:nvGrpSpPr>
        <p:grpSpPr>
          <a:xfrm rot="0">
            <a:off x="2486381" y="588745"/>
            <a:ext cx="1211480" cy="624416"/>
            <a:chOff x="0" y="0"/>
            <a:chExt cx="1615307" cy="832555"/>
          </a:xfrm>
        </p:grpSpPr>
        <p:sp>
          <p:nvSpPr>
            <p:cNvPr name="TextBox 11" id="11"/>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2" id="12"/>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3" id="13"/>
          <p:cNvGrpSpPr/>
          <p:nvPr/>
        </p:nvGrpSpPr>
        <p:grpSpPr>
          <a:xfrm rot="0">
            <a:off x="5443716" y="729709"/>
            <a:ext cx="862336" cy="327152"/>
            <a:chOff x="0" y="0"/>
            <a:chExt cx="1149782" cy="436203"/>
          </a:xfrm>
        </p:grpSpPr>
        <p:sp>
          <p:nvSpPr>
            <p:cNvPr name="TextBox 14" id="14"/>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15" id="15"/>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grpSp>
        <p:nvGrpSpPr>
          <p:cNvPr name="Group 16" id="16"/>
          <p:cNvGrpSpPr/>
          <p:nvPr/>
        </p:nvGrpSpPr>
        <p:grpSpPr>
          <a:xfrm rot="0">
            <a:off x="4115755" y="703945"/>
            <a:ext cx="908861" cy="327152"/>
            <a:chOff x="0" y="0"/>
            <a:chExt cx="1211815" cy="436203"/>
          </a:xfrm>
        </p:grpSpPr>
        <p:sp>
          <p:nvSpPr>
            <p:cNvPr name="TextBox 17" id="17"/>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18" id="18"/>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sp>
        <p:nvSpPr>
          <p:cNvPr name="TextBox 19" id="19"/>
          <p:cNvSpPr txBox="true"/>
          <p:nvPr/>
        </p:nvSpPr>
        <p:spPr>
          <a:xfrm rot="0">
            <a:off x="3248371" y="1512061"/>
            <a:ext cx="12346377" cy="1515357"/>
          </a:xfrm>
          <a:prstGeom prst="rect">
            <a:avLst/>
          </a:prstGeom>
        </p:spPr>
        <p:txBody>
          <a:bodyPr anchor="t" rtlCol="false" tIns="0" lIns="0" bIns="0" rIns="0">
            <a:spAutoFit/>
          </a:bodyPr>
          <a:lstStyle/>
          <a:p>
            <a:pPr algn="l">
              <a:lnSpc>
                <a:spcPts val="11647"/>
              </a:lnSpc>
            </a:pPr>
            <a:r>
              <a:rPr lang="en-US" sz="10399">
                <a:solidFill>
                  <a:srgbClr val="FFFFFF"/>
                </a:solidFill>
                <a:latin typeface="Computer Says No"/>
                <a:ea typeface="Computer Says No"/>
                <a:cs typeface="Computer Says No"/>
                <a:sym typeface="Computer Says No"/>
              </a:rPr>
              <a:t>¿QUÉ ES UNA VARIABLE?</a:t>
            </a:r>
          </a:p>
        </p:txBody>
      </p:sp>
      <p:pic>
        <p:nvPicPr>
          <p:cNvPr name="Picture 20" id="20"/>
          <p:cNvPicPr>
            <a:picLocks noChangeAspect="true"/>
          </p:cNvPicPr>
          <p:nvPr>
            <a:videoFile r:link="rId18"/>
          </p:nvPr>
        </p:nvPicPr>
        <p:blipFill>
          <a:blip r:embed="rId17"/>
          <a:stretch>
            <a:fillRect/>
          </a:stretch>
        </p:blipFill>
        <p:spPr>
          <a:xfrm rot="0">
            <a:off x="3930873" y="3102977"/>
            <a:ext cx="10981372" cy="6172200"/>
          </a:xfrm>
          <a:prstGeom prst="rect">
            <a:avLst/>
          </a:prstGeom>
        </p:spPr>
      </p:pic>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3613C8"/>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5109"/>
            <a:ext cx="18288000" cy="1163782"/>
            <a:chOff x="0" y="0"/>
            <a:chExt cx="24384000" cy="1551709"/>
          </a:xfrm>
        </p:grpSpPr>
        <p:sp>
          <p:nvSpPr>
            <p:cNvPr name="Freeform 4" id="4"/>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false" flipV="false" rot="0">
            <a:off x="7002032" y="6114605"/>
            <a:ext cx="3590504" cy="3590504"/>
          </a:xfrm>
          <a:custGeom>
            <a:avLst/>
            <a:gdLst/>
            <a:ahLst/>
            <a:cxnLst/>
            <a:rect r="r" b="b" t="t" l="l"/>
            <a:pathLst>
              <a:path h="3590504" w="3590504">
                <a:moveTo>
                  <a:pt x="0" y="0"/>
                </a:moveTo>
                <a:lnTo>
                  <a:pt x="3590504" y="0"/>
                </a:lnTo>
                <a:lnTo>
                  <a:pt x="3590504" y="3590504"/>
                </a:lnTo>
                <a:lnTo>
                  <a:pt x="0" y="35905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381398"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5808423"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0814350" y="8857429"/>
            <a:ext cx="471618" cy="847680"/>
          </a:xfrm>
          <a:custGeom>
            <a:avLst/>
            <a:gdLst/>
            <a:ahLst/>
            <a:cxnLst/>
            <a:rect r="r" b="b" t="t" l="l"/>
            <a:pathLst>
              <a:path h="847680" w="471618">
                <a:moveTo>
                  <a:pt x="0" y="0"/>
                </a:moveTo>
                <a:lnTo>
                  <a:pt x="471618" y="0"/>
                </a:lnTo>
                <a:lnTo>
                  <a:pt x="471618" y="847680"/>
                </a:lnTo>
                <a:lnTo>
                  <a:pt x="0" y="84768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7151826" y="716781"/>
            <a:ext cx="548836" cy="587276"/>
          </a:xfrm>
          <a:custGeom>
            <a:avLst/>
            <a:gdLst/>
            <a:ahLst/>
            <a:cxnLst/>
            <a:rect r="r" b="b" t="t" l="l"/>
            <a:pathLst>
              <a:path h="587276" w="548836">
                <a:moveTo>
                  <a:pt x="0" y="0"/>
                </a:moveTo>
                <a:lnTo>
                  <a:pt x="548836" y="0"/>
                </a:lnTo>
                <a:lnTo>
                  <a:pt x="548836" y="587277"/>
                </a:lnTo>
                <a:lnTo>
                  <a:pt x="0" y="58727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6272125" y="756289"/>
            <a:ext cx="587276" cy="547769"/>
          </a:xfrm>
          <a:custGeom>
            <a:avLst/>
            <a:gdLst/>
            <a:ahLst/>
            <a:cxnLst/>
            <a:rect r="r" b="b" t="t" l="l"/>
            <a:pathLst>
              <a:path h="547769" w="587276">
                <a:moveTo>
                  <a:pt x="0" y="0"/>
                </a:moveTo>
                <a:lnTo>
                  <a:pt x="587276" y="0"/>
                </a:lnTo>
                <a:lnTo>
                  <a:pt x="587276" y="547769"/>
                </a:lnTo>
                <a:lnTo>
                  <a:pt x="0" y="5477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9939918" y="697028"/>
            <a:ext cx="548836" cy="587276"/>
          </a:xfrm>
          <a:custGeom>
            <a:avLst/>
            <a:gdLst/>
            <a:ahLst/>
            <a:cxnLst/>
            <a:rect r="r" b="b" t="t" l="l"/>
            <a:pathLst>
              <a:path h="587276" w="548836">
                <a:moveTo>
                  <a:pt x="0" y="0"/>
                </a:moveTo>
                <a:lnTo>
                  <a:pt x="548836" y="0"/>
                </a:lnTo>
                <a:lnTo>
                  <a:pt x="548836" y="587276"/>
                </a:lnTo>
                <a:lnTo>
                  <a:pt x="0" y="58727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10735167" y="716781"/>
            <a:ext cx="587276" cy="547769"/>
          </a:xfrm>
          <a:custGeom>
            <a:avLst/>
            <a:gdLst/>
            <a:ahLst/>
            <a:cxnLst/>
            <a:rect r="r" b="b" t="t" l="l"/>
            <a:pathLst>
              <a:path h="547769" w="587276">
                <a:moveTo>
                  <a:pt x="0" y="0"/>
                </a:moveTo>
                <a:lnTo>
                  <a:pt x="587277" y="0"/>
                </a:lnTo>
                <a:lnTo>
                  <a:pt x="587277" y="547769"/>
                </a:lnTo>
                <a:lnTo>
                  <a:pt x="0" y="54776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5" id="15"/>
          <p:cNvSpPr/>
          <p:nvPr/>
        </p:nvSpPr>
        <p:spPr>
          <a:xfrm flipH="false" flipV="false" rot="0">
            <a:off x="-337725"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1992632"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8467052" y="736535"/>
            <a:ext cx="702268" cy="547769"/>
          </a:xfrm>
          <a:custGeom>
            <a:avLst/>
            <a:gdLst/>
            <a:ahLst/>
            <a:cxnLst/>
            <a:rect r="r" b="b" t="t" l="l"/>
            <a:pathLst>
              <a:path h="547769" w="702268">
                <a:moveTo>
                  <a:pt x="0" y="0"/>
                </a:moveTo>
                <a:lnTo>
                  <a:pt x="702268" y="0"/>
                </a:lnTo>
                <a:lnTo>
                  <a:pt x="702268" y="547769"/>
                </a:lnTo>
                <a:lnTo>
                  <a:pt x="0" y="547769"/>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18" id="18"/>
          <p:cNvGrpSpPr/>
          <p:nvPr/>
        </p:nvGrpSpPr>
        <p:grpSpPr>
          <a:xfrm rot="0">
            <a:off x="14507255" y="697028"/>
            <a:ext cx="3052218" cy="717550"/>
            <a:chOff x="0" y="0"/>
            <a:chExt cx="803876" cy="188984"/>
          </a:xfrm>
        </p:grpSpPr>
        <p:sp>
          <p:nvSpPr>
            <p:cNvPr name="Freeform 19" id="19"/>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0D1781"/>
            </a:solidFill>
            <a:ln cap="rnd">
              <a:noFill/>
              <a:prstDash val="solid"/>
              <a:round/>
            </a:ln>
          </p:spPr>
        </p:sp>
        <p:sp>
          <p:nvSpPr>
            <p:cNvPr name="TextBox 20" id="20"/>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22" action="ppaction://hlinksldjump"/>
                </a:rPr>
                <a:t>Back to</a:t>
              </a:r>
              <a:r>
                <a:rPr lang="en-US" sz="1300">
                  <a:solidFill>
                    <a:srgbClr val="FFFFFF"/>
                  </a:solidFill>
                  <a:latin typeface="Poppins Light"/>
                  <a:ea typeface="Poppins Light"/>
                  <a:cs typeface="Poppins Light"/>
                  <a:sym typeface="Poppins Light"/>
                </a:rPr>
                <a:t> </a:t>
              </a:r>
              <a:r>
                <a:rPr lang="en-US" sz="1300">
                  <a:solidFill>
                    <a:srgbClr val="FFFFFF"/>
                  </a:solidFill>
                  <a:latin typeface="Poppins Light"/>
                  <a:ea typeface="Poppins Light"/>
                  <a:cs typeface="Poppins Light"/>
                  <a:sym typeface="Poppins Light"/>
                  <a:hlinkClick r:id="rId22" action="ppaction://hlinksldjump"/>
                </a:rPr>
                <a:t>Agenda Page</a:t>
              </a:r>
            </a:p>
          </p:txBody>
        </p:sp>
      </p:grpSp>
      <p:sp>
        <p:nvSpPr>
          <p:cNvPr name="Freeform 21" id="21"/>
          <p:cNvSpPr/>
          <p:nvPr/>
        </p:nvSpPr>
        <p:spPr>
          <a:xfrm flipH="false" flipV="false" rot="0">
            <a:off x="675294" y="697028"/>
            <a:ext cx="1738558" cy="717550"/>
          </a:xfrm>
          <a:custGeom>
            <a:avLst/>
            <a:gdLst/>
            <a:ahLst/>
            <a:cxnLst/>
            <a:rect r="r" b="b" t="t" l="l"/>
            <a:pathLst>
              <a:path h="717550" w="1738558">
                <a:moveTo>
                  <a:pt x="0" y="0"/>
                </a:moveTo>
                <a:lnTo>
                  <a:pt x="1738558" y="0"/>
                </a:lnTo>
                <a:lnTo>
                  <a:pt x="1738558" y="717550"/>
                </a:lnTo>
                <a:lnTo>
                  <a:pt x="0" y="717550"/>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pic>
        <p:nvPicPr>
          <p:cNvPr name="Picture 22" id="22"/>
          <p:cNvPicPr>
            <a:picLocks noChangeAspect="true"/>
          </p:cNvPicPr>
          <p:nvPr/>
        </p:nvPicPr>
        <p:blipFill>
          <a:blip r:embed="rId25"/>
          <a:srcRect l="0" t="0" r="0" b="0"/>
          <a:stretch>
            <a:fillRect/>
          </a:stretch>
        </p:blipFill>
        <p:spPr>
          <a:xfrm flipH="false" flipV="false" rot="0">
            <a:off x="4751254" y="6789831"/>
            <a:ext cx="971251" cy="1103694"/>
          </a:xfrm>
          <a:prstGeom prst="rect">
            <a:avLst/>
          </a:prstGeom>
        </p:spPr>
      </p:pic>
      <p:pic>
        <p:nvPicPr>
          <p:cNvPr name="Picture 23" id="23"/>
          <p:cNvPicPr>
            <a:picLocks noChangeAspect="true"/>
          </p:cNvPicPr>
          <p:nvPr/>
        </p:nvPicPr>
        <p:blipFill>
          <a:blip r:embed="rId26"/>
          <a:srcRect l="0" t="0" r="0" b="0"/>
          <a:stretch>
            <a:fillRect/>
          </a:stretch>
        </p:blipFill>
        <p:spPr>
          <a:xfrm flipH="false" flipV="false" rot="0">
            <a:off x="11868886" y="6773499"/>
            <a:ext cx="1003961" cy="1120026"/>
          </a:xfrm>
          <a:prstGeom prst="rect">
            <a:avLst/>
          </a:prstGeom>
        </p:spPr>
      </p:pic>
      <p:pic>
        <p:nvPicPr>
          <p:cNvPr name="Picture 24" id="24"/>
          <p:cNvPicPr>
            <a:picLocks noChangeAspect="true"/>
          </p:cNvPicPr>
          <p:nvPr/>
        </p:nvPicPr>
        <p:blipFill>
          <a:blip r:embed="rId27"/>
          <a:srcRect l="0" t="0" r="0" b="0"/>
          <a:stretch>
            <a:fillRect/>
          </a:stretch>
        </p:blipFill>
        <p:spPr>
          <a:xfrm flipH="false" flipV="false" rot="0">
            <a:off x="2719050" y="2222014"/>
            <a:ext cx="517579" cy="539145"/>
          </a:xfrm>
          <a:prstGeom prst="rect">
            <a:avLst/>
          </a:prstGeom>
        </p:spPr>
      </p:pic>
      <p:pic>
        <p:nvPicPr>
          <p:cNvPr name="Picture 25" id="25"/>
          <p:cNvPicPr>
            <a:picLocks noChangeAspect="true"/>
          </p:cNvPicPr>
          <p:nvPr/>
        </p:nvPicPr>
        <p:blipFill>
          <a:blip r:embed="rId27"/>
          <a:srcRect l="0" t="0" r="0" b="0"/>
          <a:stretch>
            <a:fillRect/>
          </a:stretch>
        </p:blipFill>
        <p:spPr>
          <a:xfrm flipH="false" flipV="false" rot="0">
            <a:off x="15104488" y="2491586"/>
            <a:ext cx="517579" cy="539145"/>
          </a:xfrm>
          <a:prstGeom prst="rect">
            <a:avLst/>
          </a:prstGeom>
        </p:spPr>
      </p:pic>
      <p:sp>
        <p:nvSpPr>
          <p:cNvPr name="Freeform 26" id="26"/>
          <p:cNvSpPr/>
          <p:nvPr/>
        </p:nvSpPr>
        <p:spPr>
          <a:xfrm flipH="false" flipV="false" rot="0">
            <a:off x="2098480" y="6789831"/>
            <a:ext cx="843782" cy="662098"/>
          </a:xfrm>
          <a:custGeom>
            <a:avLst/>
            <a:gdLst/>
            <a:ahLst/>
            <a:cxnLst/>
            <a:rect r="r" b="b" t="t" l="l"/>
            <a:pathLst>
              <a:path h="662098" w="843782">
                <a:moveTo>
                  <a:pt x="0" y="0"/>
                </a:moveTo>
                <a:lnTo>
                  <a:pt x="843781" y="0"/>
                </a:lnTo>
                <a:lnTo>
                  <a:pt x="843781" y="662098"/>
                </a:lnTo>
                <a:lnTo>
                  <a:pt x="0" y="662098"/>
                </a:lnTo>
                <a:lnTo>
                  <a:pt x="0" y="0"/>
                </a:lnTo>
                <a:close/>
              </a:path>
            </a:pathLst>
          </a:custGeom>
          <a:blipFill>
            <a:blip r:embed="rId28">
              <a:extLst>
                <a:ext uri="{96DAC541-7B7A-43D3-8B79-37D633B846F1}">
                  <asvg:svgBlip xmlns:asvg="http://schemas.microsoft.com/office/drawing/2016/SVG/main" r:embed="rId29"/>
                </a:ext>
              </a:extLst>
            </a:blip>
            <a:stretch>
              <a:fillRect l="0" t="0" r="-419968" b="0"/>
            </a:stretch>
          </a:blipFill>
        </p:spPr>
      </p:sp>
      <p:sp>
        <p:nvSpPr>
          <p:cNvPr name="Freeform 27" id="27"/>
          <p:cNvSpPr/>
          <p:nvPr/>
        </p:nvSpPr>
        <p:spPr>
          <a:xfrm flipH="false" flipV="false" rot="0">
            <a:off x="1028700" y="4647198"/>
            <a:ext cx="843782" cy="662098"/>
          </a:xfrm>
          <a:custGeom>
            <a:avLst/>
            <a:gdLst/>
            <a:ahLst/>
            <a:cxnLst/>
            <a:rect r="r" b="b" t="t" l="l"/>
            <a:pathLst>
              <a:path h="662098" w="843782">
                <a:moveTo>
                  <a:pt x="0" y="0"/>
                </a:moveTo>
                <a:lnTo>
                  <a:pt x="843782" y="0"/>
                </a:lnTo>
                <a:lnTo>
                  <a:pt x="843782" y="662098"/>
                </a:lnTo>
                <a:lnTo>
                  <a:pt x="0" y="662098"/>
                </a:lnTo>
                <a:lnTo>
                  <a:pt x="0" y="0"/>
                </a:lnTo>
                <a:close/>
              </a:path>
            </a:pathLst>
          </a:custGeom>
          <a:blipFill>
            <a:blip r:embed="rId30">
              <a:extLst>
                <a:ext uri="{96DAC541-7B7A-43D3-8B79-37D633B846F1}">
                  <asvg:svgBlip xmlns:asvg="http://schemas.microsoft.com/office/drawing/2016/SVG/main" r:embed="rId31"/>
                </a:ext>
              </a:extLst>
            </a:blip>
            <a:stretch>
              <a:fillRect l="0" t="0" r="-419968" b="0"/>
            </a:stretch>
          </a:blipFill>
        </p:spPr>
      </p:sp>
      <p:sp>
        <p:nvSpPr>
          <p:cNvPr name="Freeform 28" id="28"/>
          <p:cNvSpPr/>
          <p:nvPr/>
        </p:nvSpPr>
        <p:spPr>
          <a:xfrm flipH="false" flipV="false" rot="0">
            <a:off x="14682597" y="6773499"/>
            <a:ext cx="843782" cy="662098"/>
          </a:xfrm>
          <a:custGeom>
            <a:avLst/>
            <a:gdLst/>
            <a:ahLst/>
            <a:cxnLst/>
            <a:rect r="r" b="b" t="t" l="l"/>
            <a:pathLst>
              <a:path h="662098" w="843782">
                <a:moveTo>
                  <a:pt x="0" y="0"/>
                </a:moveTo>
                <a:lnTo>
                  <a:pt x="843782" y="0"/>
                </a:lnTo>
                <a:lnTo>
                  <a:pt x="843782" y="662098"/>
                </a:lnTo>
                <a:lnTo>
                  <a:pt x="0" y="662098"/>
                </a:lnTo>
                <a:lnTo>
                  <a:pt x="0" y="0"/>
                </a:lnTo>
                <a:close/>
              </a:path>
            </a:pathLst>
          </a:custGeom>
          <a:blipFill>
            <a:blip r:embed="rId28">
              <a:extLst>
                <a:ext uri="{96DAC541-7B7A-43D3-8B79-37D633B846F1}">
                  <asvg:svgBlip xmlns:asvg="http://schemas.microsoft.com/office/drawing/2016/SVG/main" r:embed="rId29"/>
                </a:ext>
              </a:extLst>
            </a:blip>
            <a:stretch>
              <a:fillRect l="0" t="0" r="-419968" b="0"/>
            </a:stretch>
          </a:blipFill>
        </p:spPr>
      </p:sp>
      <p:sp>
        <p:nvSpPr>
          <p:cNvPr name="Freeform 29" id="29"/>
          <p:cNvSpPr/>
          <p:nvPr/>
        </p:nvSpPr>
        <p:spPr>
          <a:xfrm flipH="false" flipV="false" rot="0">
            <a:off x="16415518" y="4647198"/>
            <a:ext cx="843782" cy="662098"/>
          </a:xfrm>
          <a:custGeom>
            <a:avLst/>
            <a:gdLst/>
            <a:ahLst/>
            <a:cxnLst/>
            <a:rect r="r" b="b" t="t" l="l"/>
            <a:pathLst>
              <a:path h="662098" w="843782">
                <a:moveTo>
                  <a:pt x="0" y="0"/>
                </a:moveTo>
                <a:lnTo>
                  <a:pt x="843782" y="0"/>
                </a:lnTo>
                <a:lnTo>
                  <a:pt x="843782" y="662098"/>
                </a:lnTo>
                <a:lnTo>
                  <a:pt x="0" y="662098"/>
                </a:lnTo>
                <a:lnTo>
                  <a:pt x="0" y="0"/>
                </a:lnTo>
                <a:close/>
              </a:path>
            </a:pathLst>
          </a:custGeom>
          <a:blipFill>
            <a:blip r:embed="rId30">
              <a:extLst>
                <a:ext uri="{96DAC541-7B7A-43D3-8B79-37D633B846F1}">
                  <asvg:svgBlip xmlns:asvg="http://schemas.microsoft.com/office/drawing/2016/SVG/main" r:embed="rId31"/>
                </a:ext>
              </a:extLst>
            </a:blip>
            <a:stretch>
              <a:fillRect l="0" t="0" r="-419968" b="0"/>
            </a:stretch>
          </a:blipFill>
        </p:spPr>
      </p:sp>
      <p:sp>
        <p:nvSpPr>
          <p:cNvPr name="Freeform 30" id="30"/>
          <p:cNvSpPr/>
          <p:nvPr/>
        </p:nvSpPr>
        <p:spPr>
          <a:xfrm flipH="false" flipV="false" rot="0">
            <a:off x="2298984" y="6844147"/>
            <a:ext cx="442773" cy="553467"/>
          </a:xfrm>
          <a:custGeom>
            <a:avLst/>
            <a:gdLst/>
            <a:ahLst/>
            <a:cxnLst/>
            <a:rect r="r" b="b" t="t" l="l"/>
            <a:pathLst>
              <a:path h="553467" w="442773">
                <a:moveTo>
                  <a:pt x="0" y="0"/>
                </a:moveTo>
                <a:lnTo>
                  <a:pt x="442773" y="0"/>
                </a:lnTo>
                <a:lnTo>
                  <a:pt x="442773" y="553466"/>
                </a:lnTo>
                <a:lnTo>
                  <a:pt x="0" y="553466"/>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31" id="31"/>
          <p:cNvSpPr/>
          <p:nvPr/>
        </p:nvSpPr>
        <p:spPr>
          <a:xfrm flipH="false" flipV="false" rot="0">
            <a:off x="14882622" y="6827814"/>
            <a:ext cx="442773" cy="553467"/>
          </a:xfrm>
          <a:custGeom>
            <a:avLst/>
            <a:gdLst/>
            <a:ahLst/>
            <a:cxnLst/>
            <a:rect r="r" b="b" t="t" l="l"/>
            <a:pathLst>
              <a:path h="553467" w="442773">
                <a:moveTo>
                  <a:pt x="0" y="0"/>
                </a:moveTo>
                <a:lnTo>
                  <a:pt x="442774" y="0"/>
                </a:lnTo>
                <a:lnTo>
                  <a:pt x="442774" y="553467"/>
                </a:lnTo>
                <a:lnTo>
                  <a:pt x="0" y="553467"/>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32" id="32"/>
          <p:cNvSpPr/>
          <p:nvPr/>
        </p:nvSpPr>
        <p:spPr>
          <a:xfrm flipH="false" flipV="false" rot="0">
            <a:off x="1229204" y="4701514"/>
            <a:ext cx="442773" cy="553467"/>
          </a:xfrm>
          <a:custGeom>
            <a:avLst/>
            <a:gdLst/>
            <a:ahLst/>
            <a:cxnLst/>
            <a:rect r="r" b="b" t="t" l="l"/>
            <a:pathLst>
              <a:path h="553467" w="442773">
                <a:moveTo>
                  <a:pt x="0" y="0"/>
                </a:moveTo>
                <a:lnTo>
                  <a:pt x="442773" y="0"/>
                </a:lnTo>
                <a:lnTo>
                  <a:pt x="442773" y="553466"/>
                </a:lnTo>
                <a:lnTo>
                  <a:pt x="0" y="553466"/>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33" id="33"/>
          <p:cNvSpPr/>
          <p:nvPr/>
        </p:nvSpPr>
        <p:spPr>
          <a:xfrm flipH="false" flipV="false" rot="0">
            <a:off x="16616700" y="4701514"/>
            <a:ext cx="442773" cy="553467"/>
          </a:xfrm>
          <a:custGeom>
            <a:avLst/>
            <a:gdLst/>
            <a:ahLst/>
            <a:cxnLst/>
            <a:rect r="r" b="b" t="t" l="l"/>
            <a:pathLst>
              <a:path h="553467" w="442773">
                <a:moveTo>
                  <a:pt x="0" y="0"/>
                </a:moveTo>
                <a:lnTo>
                  <a:pt x="442774" y="0"/>
                </a:lnTo>
                <a:lnTo>
                  <a:pt x="442774" y="553466"/>
                </a:lnTo>
                <a:lnTo>
                  <a:pt x="0" y="553466"/>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34" id="34"/>
          <p:cNvSpPr/>
          <p:nvPr/>
        </p:nvSpPr>
        <p:spPr>
          <a:xfrm flipH="true" flipV="false" rot="0">
            <a:off x="14621255" y="6205320"/>
            <a:ext cx="966466" cy="568179"/>
          </a:xfrm>
          <a:custGeom>
            <a:avLst/>
            <a:gdLst/>
            <a:ahLst/>
            <a:cxnLst/>
            <a:rect r="r" b="b" t="t" l="l"/>
            <a:pathLst>
              <a:path h="568179" w="966466">
                <a:moveTo>
                  <a:pt x="966466" y="0"/>
                </a:moveTo>
                <a:lnTo>
                  <a:pt x="0" y="0"/>
                </a:lnTo>
                <a:lnTo>
                  <a:pt x="0" y="568179"/>
                </a:lnTo>
                <a:lnTo>
                  <a:pt x="966466" y="568179"/>
                </a:lnTo>
                <a:lnTo>
                  <a:pt x="966466" y="0"/>
                </a:lnTo>
                <a:close/>
              </a:path>
            </a:pathLst>
          </a:custGeom>
          <a:blipFill>
            <a:blip r:embed="rId34">
              <a:extLst>
                <a:ext uri="{96DAC541-7B7A-43D3-8B79-37D633B846F1}">
                  <asvg:svgBlip xmlns:asvg="http://schemas.microsoft.com/office/drawing/2016/SVG/main" r:embed="rId35"/>
                </a:ext>
              </a:extLst>
            </a:blip>
            <a:stretch>
              <a:fillRect l="0" t="0" r="0" b="-10100"/>
            </a:stretch>
          </a:blipFill>
        </p:spPr>
      </p:sp>
      <p:sp>
        <p:nvSpPr>
          <p:cNvPr name="Freeform 35" id="35"/>
          <p:cNvSpPr/>
          <p:nvPr/>
        </p:nvSpPr>
        <p:spPr>
          <a:xfrm flipH="false" flipV="false" rot="0">
            <a:off x="1028700" y="3684108"/>
            <a:ext cx="843782" cy="963090"/>
          </a:xfrm>
          <a:custGeom>
            <a:avLst/>
            <a:gdLst/>
            <a:ahLst/>
            <a:cxnLst/>
            <a:rect r="r" b="b" t="t" l="l"/>
            <a:pathLst>
              <a:path h="963090" w="843782">
                <a:moveTo>
                  <a:pt x="0" y="0"/>
                </a:moveTo>
                <a:lnTo>
                  <a:pt x="843782" y="0"/>
                </a:lnTo>
                <a:lnTo>
                  <a:pt x="843782" y="963090"/>
                </a:lnTo>
                <a:lnTo>
                  <a:pt x="0" y="963090"/>
                </a:lnTo>
                <a:lnTo>
                  <a:pt x="0" y="0"/>
                </a:lnTo>
                <a:close/>
              </a:path>
            </a:pathLst>
          </a:custGeom>
          <a:blipFill>
            <a:blip r:embed="rId36">
              <a:extLst>
                <a:ext uri="{96DAC541-7B7A-43D3-8B79-37D633B846F1}">
                  <asvg:svgBlip xmlns:asvg="http://schemas.microsoft.com/office/drawing/2016/SVG/main" r:embed="rId37"/>
                </a:ext>
              </a:extLst>
            </a:blip>
            <a:stretch>
              <a:fillRect l="0" t="0" r="0" b="-4299"/>
            </a:stretch>
          </a:blipFill>
        </p:spPr>
      </p:sp>
      <p:grpSp>
        <p:nvGrpSpPr>
          <p:cNvPr name="Group 36" id="36"/>
          <p:cNvGrpSpPr/>
          <p:nvPr/>
        </p:nvGrpSpPr>
        <p:grpSpPr>
          <a:xfrm rot="0">
            <a:off x="2298984" y="1992975"/>
            <a:ext cx="13514486" cy="7712135"/>
            <a:chOff x="0" y="0"/>
            <a:chExt cx="3559371" cy="2031179"/>
          </a:xfrm>
        </p:grpSpPr>
        <p:sp>
          <p:nvSpPr>
            <p:cNvPr name="Freeform 37" id="37"/>
            <p:cNvSpPr/>
            <p:nvPr/>
          </p:nvSpPr>
          <p:spPr>
            <a:xfrm flipH="false" flipV="false" rot="0">
              <a:off x="0" y="0"/>
              <a:ext cx="3559371" cy="2031180"/>
            </a:xfrm>
            <a:custGeom>
              <a:avLst/>
              <a:gdLst/>
              <a:ahLst/>
              <a:cxnLst/>
              <a:rect r="r" b="b" t="t" l="l"/>
              <a:pathLst>
                <a:path h="2031180" w="3559371">
                  <a:moveTo>
                    <a:pt x="29216" y="0"/>
                  </a:moveTo>
                  <a:lnTo>
                    <a:pt x="3530155" y="0"/>
                  </a:lnTo>
                  <a:cubicBezTo>
                    <a:pt x="3537903" y="0"/>
                    <a:pt x="3545334" y="3078"/>
                    <a:pt x="3550813" y="8557"/>
                  </a:cubicBezTo>
                  <a:cubicBezTo>
                    <a:pt x="3556293" y="14036"/>
                    <a:pt x="3559371" y="21467"/>
                    <a:pt x="3559371" y="29216"/>
                  </a:cubicBezTo>
                  <a:lnTo>
                    <a:pt x="3559371" y="2001964"/>
                  </a:lnTo>
                  <a:cubicBezTo>
                    <a:pt x="3559371" y="2009712"/>
                    <a:pt x="3556293" y="2017143"/>
                    <a:pt x="3550813" y="2022622"/>
                  </a:cubicBezTo>
                  <a:cubicBezTo>
                    <a:pt x="3545334" y="2028101"/>
                    <a:pt x="3537903" y="2031180"/>
                    <a:pt x="3530155" y="2031180"/>
                  </a:cubicBezTo>
                  <a:lnTo>
                    <a:pt x="29216" y="2031180"/>
                  </a:lnTo>
                  <a:cubicBezTo>
                    <a:pt x="21467" y="2031180"/>
                    <a:pt x="14036" y="2028101"/>
                    <a:pt x="8557" y="2022622"/>
                  </a:cubicBezTo>
                  <a:cubicBezTo>
                    <a:pt x="3078" y="2017143"/>
                    <a:pt x="0" y="2009712"/>
                    <a:pt x="0" y="2001964"/>
                  </a:cubicBezTo>
                  <a:lnTo>
                    <a:pt x="0" y="29216"/>
                  </a:lnTo>
                  <a:cubicBezTo>
                    <a:pt x="0" y="21467"/>
                    <a:pt x="3078" y="14036"/>
                    <a:pt x="8557" y="8557"/>
                  </a:cubicBezTo>
                  <a:cubicBezTo>
                    <a:pt x="14036" y="3078"/>
                    <a:pt x="21467" y="0"/>
                    <a:pt x="29216" y="0"/>
                  </a:cubicBezTo>
                  <a:close/>
                </a:path>
              </a:pathLst>
            </a:custGeom>
            <a:solidFill>
              <a:srgbClr val="0D1781"/>
            </a:solidFill>
          </p:spPr>
        </p:sp>
        <p:sp>
          <p:nvSpPr>
            <p:cNvPr name="TextBox 38" id="38"/>
            <p:cNvSpPr txBox="true"/>
            <p:nvPr/>
          </p:nvSpPr>
          <p:spPr>
            <a:xfrm>
              <a:off x="0" y="0"/>
              <a:ext cx="3559371" cy="2031179"/>
            </a:xfrm>
            <a:prstGeom prst="rect">
              <a:avLst/>
            </a:prstGeom>
          </p:spPr>
          <p:txBody>
            <a:bodyPr anchor="ctr" rtlCol="false" tIns="50800" lIns="50800" bIns="50800" rIns="50800"/>
            <a:lstStyle/>
            <a:p>
              <a:pPr algn="ctr">
                <a:lnSpc>
                  <a:spcPts val="2463"/>
                </a:lnSpc>
              </a:pPr>
            </a:p>
          </p:txBody>
        </p:sp>
      </p:grpSp>
      <p:sp>
        <p:nvSpPr>
          <p:cNvPr name="TextBox 39" id="39"/>
          <p:cNvSpPr txBox="true"/>
          <p:nvPr/>
        </p:nvSpPr>
        <p:spPr>
          <a:xfrm rot="0">
            <a:off x="2852181" y="2415386"/>
            <a:ext cx="12583639" cy="4789747"/>
          </a:xfrm>
          <a:prstGeom prst="rect">
            <a:avLst/>
          </a:prstGeom>
        </p:spPr>
        <p:txBody>
          <a:bodyPr anchor="t" rtlCol="false" tIns="0" lIns="0" bIns="0" rIns="0">
            <a:spAutoFit/>
          </a:bodyPr>
          <a:lstStyle/>
          <a:p>
            <a:pPr algn="l">
              <a:lnSpc>
                <a:spcPts val="3464"/>
              </a:lnSpc>
            </a:pPr>
            <a:r>
              <a:rPr lang="en-US" sz="2474">
                <a:solidFill>
                  <a:srgbClr val="FFFFFF"/>
                </a:solidFill>
                <a:latin typeface="Poppins"/>
                <a:ea typeface="Poppins"/>
                <a:cs typeface="Poppins"/>
                <a:sym typeface="Poppins"/>
              </a:rPr>
              <a:t>Las variables tienen dos propósitos importantes, que son que el programador puede elegir los nombres de ellas, facilitando así la programación, y también que pueda escribir programas o funciones que trabajen con cualquier valor en ellas.</a:t>
            </a:r>
          </a:p>
          <a:p>
            <a:pPr algn="l">
              <a:lnSpc>
                <a:spcPts val="3464"/>
              </a:lnSpc>
            </a:pPr>
          </a:p>
          <a:p>
            <a:pPr algn="l">
              <a:lnSpc>
                <a:spcPts val="3464"/>
              </a:lnSpc>
            </a:pPr>
            <a:r>
              <a:rPr lang="en-US" sz="2474">
                <a:solidFill>
                  <a:srgbClr val="FFFFFF"/>
                </a:solidFill>
                <a:latin typeface="Poppins"/>
                <a:ea typeface="Poppins"/>
                <a:cs typeface="Poppins"/>
                <a:sym typeface="Poppins"/>
              </a:rPr>
              <a:t>Para un mejor entendimiento, se puede comparar con las hojas de cálculo, se podría pensar que las variables son como las celdas, que luego podrán ser usadas en fórmulas, independientemente de los valores que contengan en ellas.</a:t>
            </a:r>
          </a:p>
          <a:p>
            <a:pPr algn="l">
              <a:lnSpc>
                <a:spcPts val="3464"/>
              </a:lnSpc>
            </a:pPr>
            <a:r>
              <a:rPr lang="en-US" sz="2474">
                <a:solidFill>
                  <a:srgbClr val="FFFFFF"/>
                </a:solidFill>
                <a:latin typeface="Poppins"/>
                <a:ea typeface="Poppins"/>
                <a:cs typeface="Poppins"/>
                <a:sym typeface="Poppins"/>
              </a:rPr>
              <a:t>.</a:t>
            </a:r>
          </a:p>
          <a:p>
            <a:pPr algn="l">
              <a:lnSpc>
                <a:spcPts val="3464"/>
              </a:lnSpc>
            </a:pPr>
          </a:p>
        </p:txBody>
      </p:sp>
      <p:sp>
        <p:nvSpPr>
          <p:cNvPr name="Freeform 40" id="40"/>
          <p:cNvSpPr/>
          <p:nvPr/>
        </p:nvSpPr>
        <p:spPr>
          <a:xfrm flipH="false" flipV="false" rot="0">
            <a:off x="11050159" y="6493320"/>
            <a:ext cx="4193843" cy="2833075"/>
          </a:xfrm>
          <a:custGeom>
            <a:avLst/>
            <a:gdLst/>
            <a:ahLst/>
            <a:cxnLst/>
            <a:rect r="r" b="b" t="t" l="l"/>
            <a:pathLst>
              <a:path h="2833075" w="4193843">
                <a:moveTo>
                  <a:pt x="0" y="0"/>
                </a:moveTo>
                <a:lnTo>
                  <a:pt x="4193843" y="0"/>
                </a:lnTo>
                <a:lnTo>
                  <a:pt x="4193843" y="2833074"/>
                </a:lnTo>
                <a:lnTo>
                  <a:pt x="0" y="2833074"/>
                </a:lnTo>
                <a:lnTo>
                  <a:pt x="0" y="0"/>
                </a:lnTo>
                <a:close/>
              </a:path>
            </a:pathLst>
          </a:custGeom>
          <a:blipFill>
            <a:blip r:embed="rId38"/>
            <a:stretch>
              <a:fillRect l="0" t="0" r="0" b="0"/>
            </a:stretch>
          </a:blipFill>
        </p:spPr>
      </p:sp>
      <p:sp>
        <p:nvSpPr>
          <p:cNvPr name="Freeform 41" id="41"/>
          <p:cNvSpPr/>
          <p:nvPr/>
        </p:nvSpPr>
        <p:spPr>
          <a:xfrm flipH="false" flipV="false" rot="0">
            <a:off x="2792448" y="6965946"/>
            <a:ext cx="7800088" cy="2292354"/>
          </a:xfrm>
          <a:custGeom>
            <a:avLst/>
            <a:gdLst/>
            <a:ahLst/>
            <a:cxnLst/>
            <a:rect r="r" b="b" t="t" l="l"/>
            <a:pathLst>
              <a:path h="2292354" w="7800088">
                <a:moveTo>
                  <a:pt x="0" y="0"/>
                </a:moveTo>
                <a:lnTo>
                  <a:pt x="7800088" y="0"/>
                </a:lnTo>
                <a:lnTo>
                  <a:pt x="7800088" y="2292354"/>
                </a:lnTo>
                <a:lnTo>
                  <a:pt x="0" y="2292354"/>
                </a:lnTo>
                <a:lnTo>
                  <a:pt x="0" y="0"/>
                </a:lnTo>
                <a:close/>
              </a:path>
            </a:pathLst>
          </a:custGeom>
          <a:blipFill>
            <a:blip r:embed="rId39"/>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613C8"/>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5109"/>
            <a:ext cx="18288000" cy="1163782"/>
            <a:chOff x="0" y="0"/>
            <a:chExt cx="24384000" cy="1551709"/>
          </a:xfrm>
        </p:grpSpPr>
        <p:sp>
          <p:nvSpPr>
            <p:cNvPr name="Freeform 4" id="4"/>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false" flipV="false" rot="0">
            <a:off x="7002032" y="6114605"/>
            <a:ext cx="3590504" cy="3590504"/>
          </a:xfrm>
          <a:custGeom>
            <a:avLst/>
            <a:gdLst/>
            <a:ahLst/>
            <a:cxnLst/>
            <a:rect r="r" b="b" t="t" l="l"/>
            <a:pathLst>
              <a:path h="3590504" w="3590504">
                <a:moveTo>
                  <a:pt x="0" y="0"/>
                </a:moveTo>
                <a:lnTo>
                  <a:pt x="3590504" y="0"/>
                </a:lnTo>
                <a:lnTo>
                  <a:pt x="3590504" y="3590504"/>
                </a:lnTo>
                <a:lnTo>
                  <a:pt x="0" y="35905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381398"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5808423"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0814350" y="8857429"/>
            <a:ext cx="471618" cy="847680"/>
          </a:xfrm>
          <a:custGeom>
            <a:avLst/>
            <a:gdLst/>
            <a:ahLst/>
            <a:cxnLst/>
            <a:rect r="r" b="b" t="t" l="l"/>
            <a:pathLst>
              <a:path h="847680" w="471618">
                <a:moveTo>
                  <a:pt x="0" y="0"/>
                </a:moveTo>
                <a:lnTo>
                  <a:pt x="471618" y="0"/>
                </a:lnTo>
                <a:lnTo>
                  <a:pt x="471618" y="847680"/>
                </a:lnTo>
                <a:lnTo>
                  <a:pt x="0" y="84768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7151826" y="716781"/>
            <a:ext cx="548836" cy="587276"/>
          </a:xfrm>
          <a:custGeom>
            <a:avLst/>
            <a:gdLst/>
            <a:ahLst/>
            <a:cxnLst/>
            <a:rect r="r" b="b" t="t" l="l"/>
            <a:pathLst>
              <a:path h="587276" w="548836">
                <a:moveTo>
                  <a:pt x="0" y="0"/>
                </a:moveTo>
                <a:lnTo>
                  <a:pt x="548836" y="0"/>
                </a:lnTo>
                <a:lnTo>
                  <a:pt x="548836" y="587277"/>
                </a:lnTo>
                <a:lnTo>
                  <a:pt x="0" y="58727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6272125" y="756289"/>
            <a:ext cx="587276" cy="547769"/>
          </a:xfrm>
          <a:custGeom>
            <a:avLst/>
            <a:gdLst/>
            <a:ahLst/>
            <a:cxnLst/>
            <a:rect r="r" b="b" t="t" l="l"/>
            <a:pathLst>
              <a:path h="547769" w="587276">
                <a:moveTo>
                  <a:pt x="0" y="0"/>
                </a:moveTo>
                <a:lnTo>
                  <a:pt x="587276" y="0"/>
                </a:lnTo>
                <a:lnTo>
                  <a:pt x="587276" y="547769"/>
                </a:lnTo>
                <a:lnTo>
                  <a:pt x="0" y="5477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9939918" y="697028"/>
            <a:ext cx="548836" cy="587276"/>
          </a:xfrm>
          <a:custGeom>
            <a:avLst/>
            <a:gdLst/>
            <a:ahLst/>
            <a:cxnLst/>
            <a:rect r="r" b="b" t="t" l="l"/>
            <a:pathLst>
              <a:path h="587276" w="548836">
                <a:moveTo>
                  <a:pt x="0" y="0"/>
                </a:moveTo>
                <a:lnTo>
                  <a:pt x="548836" y="0"/>
                </a:lnTo>
                <a:lnTo>
                  <a:pt x="548836" y="587276"/>
                </a:lnTo>
                <a:lnTo>
                  <a:pt x="0" y="58727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10735167" y="716781"/>
            <a:ext cx="587276" cy="547769"/>
          </a:xfrm>
          <a:custGeom>
            <a:avLst/>
            <a:gdLst/>
            <a:ahLst/>
            <a:cxnLst/>
            <a:rect r="r" b="b" t="t" l="l"/>
            <a:pathLst>
              <a:path h="547769" w="587276">
                <a:moveTo>
                  <a:pt x="0" y="0"/>
                </a:moveTo>
                <a:lnTo>
                  <a:pt x="587277" y="0"/>
                </a:lnTo>
                <a:lnTo>
                  <a:pt x="587277" y="547769"/>
                </a:lnTo>
                <a:lnTo>
                  <a:pt x="0" y="54776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5" id="15"/>
          <p:cNvSpPr/>
          <p:nvPr/>
        </p:nvSpPr>
        <p:spPr>
          <a:xfrm flipH="false" flipV="false" rot="0">
            <a:off x="-337725"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1992632"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8467052" y="736535"/>
            <a:ext cx="702268" cy="547769"/>
          </a:xfrm>
          <a:custGeom>
            <a:avLst/>
            <a:gdLst/>
            <a:ahLst/>
            <a:cxnLst/>
            <a:rect r="r" b="b" t="t" l="l"/>
            <a:pathLst>
              <a:path h="547769" w="702268">
                <a:moveTo>
                  <a:pt x="0" y="0"/>
                </a:moveTo>
                <a:lnTo>
                  <a:pt x="702268" y="0"/>
                </a:lnTo>
                <a:lnTo>
                  <a:pt x="702268" y="547769"/>
                </a:lnTo>
                <a:lnTo>
                  <a:pt x="0" y="547769"/>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18" id="18"/>
          <p:cNvGrpSpPr/>
          <p:nvPr/>
        </p:nvGrpSpPr>
        <p:grpSpPr>
          <a:xfrm rot="0">
            <a:off x="14507255" y="697028"/>
            <a:ext cx="3052218" cy="717550"/>
            <a:chOff x="0" y="0"/>
            <a:chExt cx="803876" cy="188984"/>
          </a:xfrm>
        </p:grpSpPr>
        <p:sp>
          <p:nvSpPr>
            <p:cNvPr name="Freeform 19" id="19"/>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0D1781"/>
            </a:solidFill>
            <a:ln cap="rnd">
              <a:noFill/>
              <a:prstDash val="solid"/>
              <a:round/>
            </a:ln>
          </p:spPr>
        </p:sp>
        <p:sp>
          <p:nvSpPr>
            <p:cNvPr name="TextBox 20" id="20"/>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22" action="ppaction://hlinksldjump"/>
                </a:rPr>
                <a:t>Back to</a:t>
              </a:r>
              <a:r>
                <a:rPr lang="en-US" sz="1300">
                  <a:solidFill>
                    <a:srgbClr val="FFFFFF"/>
                  </a:solidFill>
                  <a:latin typeface="Poppins Light"/>
                  <a:ea typeface="Poppins Light"/>
                  <a:cs typeface="Poppins Light"/>
                  <a:sym typeface="Poppins Light"/>
                </a:rPr>
                <a:t> </a:t>
              </a:r>
              <a:r>
                <a:rPr lang="en-US" sz="1300">
                  <a:solidFill>
                    <a:srgbClr val="FFFFFF"/>
                  </a:solidFill>
                  <a:latin typeface="Poppins Light"/>
                  <a:ea typeface="Poppins Light"/>
                  <a:cs typeface="Poppins Light"/>
                  <a:sym typeface="Poppins Light"/>
                  <a:hlinkClick r:id="rId22" action="ppaction://hlinksldjump"/>
                </a:rPr>
                <a:t>Agenda Page</a:t>
              </a:r>
            </a:p>
          </p:txBody>
        </p:sp>
      </p:grpSp>
      <p:sp>
        <p:nvSpPr>
          <p:cNvPr name="Freeform 21" id="21"/>
          <p:cNvSpPr/>
          <p:nvPr/>
        </p:nvSpPr>
        <p:spPr>
          <a:xfrm flipH="false" flipV="false" rot="0">
            <a:off x="675294" y="697028"/>
            <a:ext cx="1738558" cy="717550"/>
          </a:xfrm>
          <a:custGeom>
            <a:avLst/>
            <a:gdLst/>
            <a:ahLst/>
            <a:cxnLst/>
            <a:rect r="r" b="b" t="t" l="l"/>
            <a:pathLst>
              <a:path h="717550" w="1738558">
                <a:moveTo>
                  <a:pt x="0" y="0"/>
                </a:moveTo>
                <a:lnTo>
                  <a:pt x="1738558" y="0"/>
                </a:lnTo>
                <a:lnTo>
                  <a:pt x="1738558" y="717550"/>
                </a:lnTo>
                <a:lnTo>
                  <a:pt x="0" y="717550"/>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pic>
        <p:nvPicPr>
          <p:cNvPr name="Picture 22" id="22"/>
          <p:cNvPicPr>
            <a:picLocks noChangeAspect="true"/>
          </p:cNvPicPr>
          <p:nvPr/>
        </p:nvPicPr>
        <p:blipFill>
          <a:blip r:embed="rId25"/>
          <a:srcRect l="0" t="0" r="0" b="0"/>
          <a:stretch>
            <a:fillRect/>
          </a:stretch>
        </p:blipFill>
        <p:spPr>
          <a:xfrm flipH="false" flipV="false" rot="0">
            <a:off x="4751254" y="6789831"/>
            <a:ext cx="971251" cy="1103694"/>
          </a:xfrm>
          <a:prstGeom prst="rect">
            <a:avLst/>
          </a:prstGeom>
        </p:spPr>
      </p:pic>
      <p:pic>
        <p:nvPicPr>
          <p:cNvPr name="Picture 23" id="23"/>
          <p:cNvPicPr>
            <a:picLocks noChangeAspect="true"/>
          </p:cNvPicPr>
          <p:nvPr/>
        </p:nvPicPr>
        <p:blipFill>
          <a:blip r:embed="rId26"/>
          <a:srcRect l="0" t="0" r="0" b="0"/>
          <a:stretch>
            <a:fillRect/>
          </a:stretch>
        </p:blipFill>
        <p:spPr>
          <a:xfrm flipH="false" flipV="false" rot="0">
            <a:off x="11868886" y="6773499"/>
            <a:ext cx="1003961" cy="1120026"/>
          </a:xfrm>
          <a:prstGeom prst="rect">
            <a:avLst/>
          </a:prstGeom>
        </p:spPr>
      </p:pic>
      <p:pic>
        <p:nvPicPr>
          <p:cNvPr name="Picture 24" id="24"/>
          <p:cNvPicPr>
            <a:picLocks noChangeAspect="true"/>
          </p:cNvPicPr>
          <p:nvPr/>
        </p:nvPicPr>
        <p:blipFill>
          <a:blip r:embed="rId27"/>
          <a:srcRect l="0" t="0" r="0" b="0"/>
          <a:stretch>
            <a:fillRect/>
          </a:stretch>
        </p:blipFill>
        <p:spPr>
          <a:xfrm flipH="false" flipV="false" rot="0">
            <a:off x="2719050" y="2222014"/>
            <a:ext cx="517579" cy="539145"/>
          </a:xfrm>
          <a:prstGeom prst="rect">
            <a:avLst/>
          </a:prstGeom>
        </p:spPr>
      </p:pic>
      <p:pic>
        <p:nvPicPr>
          <p:cNvPr name="Picture 25" id="25"/>
          <p:cNvPicPr>
            <a:picLocks noChangeAspect="true"/>
          </p:cNvPicPr>
          <p:nvPr/>
        </p:nvPicPr>
        <p:blipFill>
          <a:blip r:embed="rId27"/>
          <a:srcRect l="0" t="0" r="0" b="0"/>
          <a:stretch>
            <a:fillRect/>
          </a:stretch>
        </p:blipFill>
        <p:spPr>
          <a:xfrm flipH="false" flipV="false" rot="0">
            <a:off x="15104488" y="2491586"/>
            <a:ext cx="517579" cy="539145"/>
          </a:xfrm>
          <a:prstGeom prst="rect">
            <a:avLst/>
          </a:prstGeom>
        </p:spPr>
      </p:pic>
      <p:sp>
        <p:nvSpPr>
          <p:cNvPr name="Freeform 26" id="26"/>
          <p:cNvSpPr/>
          <p:nvPr/>
        </p:nvSpPr>
        <p:spPr>
          <a:xfrm flipH="false" flipV="false" rot="0">
            <a:off x="2098480" y="6789831"/>
            <a:ext cx="843782" cy="662098"/>
          </a:xfrm>
          <a:custGeom>
            <a:avLst/>
            <a:gdLst/>
            <a:ahLst/>
            <a:cxnLst/>
            <a:rect r="r" b="b" t="t" l="l"/>
            <a:pathLst>
              <a:path h="662098" w="843782">
                <a:moveTo>
                  <a:pt x="0" y="0"/>
                </a:moveTo>
                <a:lnTo>
                  <a:pt x="843781" y="0"/>
                </a:lnTo>
                <a:lnTo>
                  <a:pt x="843781" y="662098"/>
                </a:lnTo>
                <a:lnTo>
                  <a:pt x="0" y="662098"/>
                </a:lnTo>
                <a:lnTo>
                  <a:pt x="0" y="0"/>
                </a:lnTo>
                <a:close/>
              </a:path>
            </a:pathLst>
          </a:custGeom>
          <a:blipFill>
            <a:blip r:embed="rId28">
              <a:extLst>
                <a:ext uri="{96DAC541-7B7A-43D3-8B79-37D633B846F1}">
                  <asvg:svgBlip xmlns:asvg="http://schemas.microsoft.com/office/drawing/2016/SVG/main" r:embed="rId29"/>
                </a:ext>
              </a:extLst>
            </a:blip>
            <a:stretch>
              <a:fillRect l="0" t="0" r="-419968" b="0"/>
            </a:stretch>
          </a:blipFill>
        </p:spPr>
      </p:sp>
      <p:sp>
        <p:nvSpPr>
          <p:cNvPr name="Freeform 27" id="27"/>
          <p:cNvSpPr/>
          <p:nvPr/>
        </p:nvSpPr>
        <p:spPr>
          <a:xfrm flipH="false" flipV="false" rot="0">
            <a:off x="1028700" y="4647198"/>
            <a:ext cx="843782" cy="662098"/>
          </a:xfrm>
          <a:custGeom>
            <a:avLst/>
            <a:gdLst/>
            <a:ahLst/>
            <a:cxnLst/>
            <a:rect r="r" b="b" t="t" l="l"/>
            <a:pathLst>
              <a:path h="662098" w="843782">
                <a:moveTo>
                  <a:pt x="0" y="0"/>
                </a:moveTo>
                <a:lnTo>
                  <a:pt x="843782" y="0"/>
                </a:lnTo>
                <a:lnTo>
                  <a:pt x="843782" y="662098"/>
                </a:lnTo>
                <a:lnTo>
                  <a:pt x="0" y="662098"/>
                </a:lnTo>
                <a:lnTo>
                  <a:pt x="0" y="0"/>
                </a:lnTo>
                <a:close/>
              </a:path>
            </a:pathLst>
          </a:custGeom>
          <a:blipFill>
            <a:blip r:embed="rId30">
              <a:extLst>
                <a:ext uri="{96DAC541-7B7A-43D3-8B79-37D633B846F1}">
                  <asvg:svgBlip xmlns:asvg="http://schemas.microsoft.com/office/drawing/2016/SVG/main" r:embed="rId31"/>
                </a:ext>
              </a:extLst>
            </a:blip>
            <a:stretch>
              <a:fillRect l="0" t="0" r="-419968" b="0"/>
            </a:stretch>
          </a:blipFill>
        </p:spPr>
      </p:sp>
      <p:sp>
        <p:nvSpPr>
          <p:cNvPr name="Freeform 28" id="28"/>
          <p:cNvSpPr/>
          <p:nvPr/>
        </p:nvSpPr>
        <p:spPr>
          <a:xfrm flipH="false" flipV="false" rot="0">
            <a:off x="14682597" y="6773499"/>
            <a:ext cx="843782" cy="662098"/>
          </a:xfrm>
          <a:custGeom>
            <a:avLst/>
            <a:gdLst/>
            <a:ahLst/>
            <a:cxnLst/>
            <a:rect r="r" b="b" t="t" l="l"/>
            <a:pathLst>
              <a:path h="662098" w="843782">
                <a:moveTo>
                  <a:pt x="0" y="0"/>
                </a:moveTo>
                <a:lnTo>
                  <a:pt x="843782" y="0"/>
                </a:lnTo>
                <a:lnTo>
                  <a:pt x="843782" y="662098"/>
                </a:lnTo>
                <a:lnTo>
                  <a:pt x="0" y="662098"/>
                </a:lnTo>
                <a:lnTo>
                  <a:pt x="0" y="0"/>
                </a:lnTo>
                <a:close/>
              </a:path>
            </a:pathLst>
          </a:custGeom>
          <a:blipFill>
            <a:blip r:embed="rId28">
              <a:extLst>
                <a:ext uri="{96DAC541-7B7A-43D3-8B79-37D633B846F1}">
                  <asvg:svgBlip xmlns:asvg="http://schemas.microsoft.com/office/drawing/2016/SVG/main" r:embed="rId29"/>
                </a:ext>
              </a:extLst>
            </a:blip>
            <a:stretch>
              <a:fillRect l="0" t="0" r="-419968" b="0"/>
            </a:stretch>
          </a:blipFill>
        </p:spPr>
      </p:sp>
      <p:sp>
        <p:nvSpPr>
          <p:cNvPr name="Freeform 29" id="29"/>
          <p:cNvSpPr/>
          <p:nvPr/>
        </p:nvSpPr>
        <p:spPr>
          <a:xfrm flipH="false" flipV="false" rot="0">
            <a:off x="16415518" y="4647198"/>
            <a:ext cx="843782" cy="662098"/>
          </a:xfrm>
          <a:custGeom>
            <a:avLst/>
            <a:gdLst/>
            <a:ahLst/>
            <a:cxnLst/>
            <a:rect r="r" b="b" t="t" l="l"/>
            <a:pathLst>
              <a:path h="662098" w="843782">
                <a:moveTo>
                  <a:pt x="0" y="0"/>
                </a:moveTo>
                <a:lnTo>
                  <a:pt x="843782" y="0"/>
                </a:lnTo>
                <a:lnTo>
                  <a:pt x="843782" y="662098"/>
                </a:lnTo>
                <a:lnTo>
                  <a:pt x="0" y="662098"/>
                </a:lnTo>
                <a:lnTo>
                  <a:pt x="0" y="0"/>
                </a:lnTo>
                <a:close/>
              </a:path>
            </a:pathLst>
          </a:custGeom>
          <a:blipFill>
            <a:blip r:embed="rId30">
              <a:extLst>
                <a:ext uri="{96DAC541-7B7A-43D3-8B79-37D633B846F1}">
                  <asvg:svgBlip xmlns:asvg="http://schemas.microsoft.com/office/drawing/2016/SVG/main" r:embed="rId31"/>
                </a:ext>
              </a:extLst>
            </a:blip>
            <a:stretch>
              <a:fillRect l="0" t="0" r="-419968" b="0"/>
            </a:stretch>
          </a:blipFill>
        </p:spPr>
      </p:sp>
      <p:sp>
        <p:nvSpPr>
          <p:cNvPr name="Freeform 30" id="30"/>
          <p:cNvSpPr/>
          <p:nvPr/>
        </p:nvSpPr>
        <p:spPr>
          <a:xfrm flipH="false" flipV="false" rot="0">
            <a:off x="2298984" y="6844147"/>
            <a:ext cx="442773" cy="553467"/>
          </a:xfrm>
          <a:custGeom>
            <a:avLst/>
            <a:gdLst/>
            <a:ahLst/>
            <a:cxnLst/>
            <a:rect r="r" b="b" t="t" l="l"/>
            <a:pathLst>
              <a:path h="553467" w="442773">
                <a:moveTo>
                  <a:pt x="0" y="0"/>
                </a:moveTo>
                <a:lnTo>
                  <a:pt x="442773" y="0"/>
                </a:lnTo>
                <a:lnTo>
                  <a:pt x="442773" y="553466"/>
                </a:lnTo>
                <a:lnTo>
                  <a:pt x="0" y="553466"/>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31" id="31"/>
          <p:cNvSpPr/>
          <p:nvPr/>
        </p:nvSpPr>
        <p:spPr>
          <a:xfrm flipH="false" flipV="false" rot="0">
            <a:off x="14882622" y="6827814"/>
            <a:ext cx="442773" cy="553467"/>
          </a:xfrm>
          <a:custGeom>
            <a:avLst/>
            <a:gdLst/>
            <a:ahLst/>
            <a:cxnLst/>
            <a:rect r="r" b="b" t="t" l="l"/>
            <a:pathLst>
              <a:path h="553467" w="442773">
                <a:moveTo>
                  <a:pt x="0" y="0"/>
                </a:moveTo>
                <a:lnTo>
                  <a:pt x="442774" y="0"/>
                </a:lnTo>
                <a:lnTo>
                  <a:pt x="442774" y="553467"/>
                </a:lnTo>
                <a:lnTo>
                  <a:pt x="0" y="553467"/>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32" id="32"/>
          <p:cNvSpPr/>
          <p:nvPr/>
        </p:nvSpPr>
        <p:spPr>
          <a:xfrm flipH="false" flipV="false" rot="0">
            <a:off x="1229204" y="4701514"/>
            <a:ext cx="442773" cy="553467"/>
          </a:xfrm>
          <a:custGeom>
            <a:avLst/>
            <a:gdLst/>
            <a:ahLst/>
            <a:cxnLst/>
            <a:rect r="r" b="b" t="t" l="l"/>
            <a:pathLst>
              <a:path h="553467" w="442773">
                <a:moveTo>
                  <a:pt x="0" y="0"/>
                </a:moveTo>
                <a:lnTo>
                  <a:pt x="442773" y="0"/>
                </a:lnTo>
                <a:lnTo>
                  <a:pt x="442773" y="553466"/>
                </a:lnTo>
                <a:lnTo>
                  <a:pt x="0" y="553466"/>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33" id="33"/>
          <p:cNvSpPr/>
          <p:nvPr/>
        </p:nvSpPr>
        <p:spPr>
          <a:xfrm flipH="false" flipV="false" rot="0">
            <a:off x="16616700" y="4701514"/>
            <a:ext cx="442773" cy="553467"/>
          </a:xfrm>
          <a:custGeom>
            <a:avLst/>
            <a:gdLst/>
            <a:ahLst/>
            <a:cxnLst/>
            <a:rect r="r" b="b" t="t" l="l"/>
            <a:pathLst>
              <a:path h="553467" w="442773">
                <a:moveTo>
                  <a:pt x="0" y="0"/>
                </a:moveTo>
                <a:lnTo>
                  <a:pt x="442774" y="0"/>
                </a:lnTo>
                <a:lnTo>
                  <a:pt x="442774" y="553466"/>
                </a:lnTo>
                <a:lnTo>
                  <a:pt x="0" y="553466"/>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34" id="34"/>
          <p:cNvSpPr/>
          <p:nvPr/>
        </p:nvSpPr>
        <p:spPr>
          <a:xfrm flipH="true" flipV="false" rot="0">
            <a:off x="14621255" y="6205320"/>
            <a:ext cx="966466" cy="568179"/>
          </a:xfrm>
          <a:custGeom>
            <a:avLst/>
            <a:gdLst/>
            <a:ahLst/>
            <a:cxnLst/>
            <a:rect r="r" b="b" t="t" l="l"/>
            <a:pathLst>
              <a:path h="568179" w="966466">
                <a:moveTo>
                  <a:pt x="966466" y="0"/>
                </a:moveTo>
                <a:lnTo>
                  <a:pt x="0" y="0"/>
                </a:lnTo>
                <a:lnTo>
                  <a:pt x="0" y="568179"/>
                </a:lnTo>
                <a:lnTo>
                  <a:pt x="966466" y="568179"/>
                </a:lnTo>
                <a:lnTo>
                  <a:pt x="966466" y="0"/>
                </a:lnTo>
                <a:close/>
              </a:path>
            </a:pathLst>
          </a:custGeom>
          <a:blipFill>
            <a:blip r:embed="rId34">
              <a:extLst>
                <a:ext uri="{96DAC541-7B7A-43D3-8B79-37D633B846F1}">
                  <asvg:svgBlip xmlns:asvg="http://schemas.microsoft.com/office/drawing/2016/SVG/main" r:embed="rId35"/>
                </a:ext>
              </a:extLst>
            </a:blip>
            <a:stretch>
              <a:fillRect l="0" t="0" r="0" b="-10100"/>
            </a:stretch>
          </a:blipFill>
        </p:spPr>
      </p:sp>
      <p:sp>
        <p:nvSpPr>
          <p:cNvPr name="Freeform 35" id="35"/>
          <p:cNvSpPr/>
          <p:nvPr/>
        </p:nvSpPr>
        <p:spPr>
          <a:xfrm flipH="false" flipV="false" rot="0">
            <a:off x="1028700" y="3684108"/>
            <a:ext cx="843782" cy="963090"/>
          </a:xfrm>
          <a:custGeom>
            <a:avLst/>
            <a:gdLst/>
            <a:ahLst/>
            <a:cxnLst/>
            <a:rect r="r" b="b" t="t" l="l"/>
            <a:pathLst>
              <a:path h="963090" w="843782">
                <a:moveTo>
                  <a:pt x="0" y="0"/>
                </a:moveTo>
                <a:lnTo>
                  <a:pt x="843782" y="0"/>
                </a:lnTo>
                <a:lnTo>
                  <a:pt x="843782" y="963090"/>
                </a:lnTo>
                <a:lnTo>
                  <a:pt x="0" y="963090"/>
                </a:lnTo>
                <a:lnTo>
                  <a:pt x="0" y="0"/>
                </a:lnTo>
                <a:close/>
              </a:path>
            </a:pathLst>
          </a:custGeom>
          <a:blipFill>
            <a:blip r:embed="rId36">
              <a:extLst>
                <a:ext uri="{96DAC541-7B7A-43D3-8B79-37D633B846F1}">
                  <asvg:svgBlip xmlns:asvg="http://schemas.microsoft.com/office/drawing/2016/SVG/main" r:embed="rId37"/>
                </a:ext>
              </a:extLst>
            </a:blip>
            <a:stretch>
              <a:fillRect l="0" t="0" r="0" b="-4299"/>
            </a:stretch>
          </a:blipFill>
        </p:spPr>
      </p:sp>
      <p:grpSp>
        <p:nvGrpSpPr>
          <p:cNvPr name="Group 36" id="36"/>
          <p:cNvGrpSpPr/>
          <p:nvPr/>
        </p:nvGrpSpPr>
        <p:grpSpPr>
          <a:xfrm rot="0">
            <a:off x="2298984" y="1992975"/>
            <a:ext cx="13514486" cy="7712135"/>
            <a:chOff x="0" y="0"/>
            <a:chExt cx="3559371" cy="2031179"/>
          </a:xfrm>
        </p:grpSpPr>
        <p:sp>
          <p:nvSpPr>
            <p:cNvPr name="Freeform 37" id="37"/>
            <p:cNvSpPr/>
            <p:nvPr/>
          </p:nvSpPr>
          <p:spPr>
            <a:xfrm flipH="false" flipV="false" rot="0">
              <a:off x="0" y="0"/>
              <a:ext cx="3559371" cy="2031180"/>
            </a:xfrm>
            <a:custGeom>
              <a:avLst/>
              <a:gdLst/>
              <a:ahLst/>
              <a:cxnLst/>
              <a:rect r="r" b="b" t="t" l="l"/>
              <a:pathLst>
                <a:path h="2031180" w="3559371">
                  <a:moveTo>
                    <a:pt x="29216" y="0"/>
                  </a:moveTo>
                  <a:lnTo>
                    <a:pt x="3530155" y="0"/>
                  </a:lnTo>
                  <a:cubicBezTo>
                    <a:pt x="3537903" y="0"/>
                    <a:pt x="3545334" y="3078"/>
                    <a:pt x="3550813" y="8557"/>
                  </a:cubicBezTo>
                  <a:cubicBezTo>
                    <a:pt x="3556293" y="14036"/>
                    <a:pt x="3559371" y="21467"/>
                    <a:pt x="3559371" y="29216"/>
                  </a:cubicBezTo>
                  <a:lnTo>
                    <a:pt x="3559371" y="2001964"/>
                  </a:lnTo>
                  <a:cubicBezTo>
                    <a:pt x="3559371" y="2009712"/>
                    <a:pt x="3556293" y="2017143"/>
                    <a:pt x="3550813" y="2022622"/>
                  </a:cubicBezTo>
                  <a:cubicBezTo>
                    <a:pt x="3545334" y="2028101"/>
                    <a:pt x="3537903" y="2031180"/>
                    <a:pt x="3530155" y="2031180"/>
                  </a:cubicBezTo>
                  <a:lnTo>
                    <a:pt x="29216" y="2031180"/>
                  </a:lnTo>
                  <a:cubicBezTo>
                    <a:pt x="21467" y="2031180"/>
                    <a:pt x="14036" y="2028101"/>
                    <a:pt x="8557" y="2022622"/>
                  </a:cubicBezTo>
                  <a:cubicBezTo>
                    <a:pt x="3078" y="2017143"/>
                    <a:pt x="0" y="2009712"/>
                    <a:pt x="0" y="2001964"/>
                  </a:cubicBezTo>
                  <a:lnTo>
                    <a:pt x="0" y="29216"/>
                  </a:lnTo>
                  <a:cubicBezTo>
                    <a:pt x="0" y="21467"/>
                    <a:pt x="3078" y="14036"/>
                    <a:pt x="8557" y="8557"/>
                  </a:cubicBezTo>
                  <a:cubicBezTo>
                    <a:pt x="14036" y="3078"/>
                    <a:pt x="21467" y="0"/>
                    <a:pt x="29216" y="0"/>
                  </a:cubicBezTo>
                  <a:close/>
                </a:path>
              </a:pathLst>
            </a:custGeom>
            <a:solidFill>
              <a:srgbClr val="0D1781"/>
            </a:solidFill>
          </p:spPr>
        </p:sp>
        <p:sp>
          <p:nvSpPr>
            <p:cNvPr name="TextBox 38" id="38"/>
            <p:cNvSpPr txBox="true"/>
            <p:nvPr/>
          </p:nvSpPr>
          <p:spPr>
            <a:xfrm>
              <a:off x="0" y="0"/>
              <a:ext cx="3559371" cy="2031179"/>
            </a:xfrm>
            <a:prstGeom prst="rect">
              <a:avLst/>
            </a:prstGeom>
          </p:spPr>
          <p:txBody>
            <a:bodyPr anchor="ctr" rtlCol="false" tIns="50800" lIns="50800" bIns="50800" rIns="50800"/>
            <a:lstStyle/>
            <a:p>
              <a:pPr algn="ctr">
                <a:lnSpc>
                  <a:spcPts val="2463"/>
                </a:lnSpc>
              </a:pPr>
            </a:p>
          </p:txBody>
        </p:sp>
      </p:grpSp>
      <p:pic>
        <p:nvPicPr>
          <p:cNvPr name="Picture 39" id="39"/>
          <p:cNvPicPr>
            <a:picLocks noChangeAspect="true"/>
          </p:cNvPicPr>
          <p:nvPr>
            <a:videoFile r:link="rId39"/>
          </p:nvPr>
        </p:nvPicPr>
        <p:blipFill>
          <a:blip r:embed="rId38"/>
          <a:stretch>
            <a:fillRect/>
          </a:stretch>
        </p:blipFill>
        <p:spPr>
          <a:xfrm rot="0">
            <a:off x="3224675" y="2956896"/>
            <a:ext cx="11657948" cy="6552476"/>
          </a:xfrm>
          <a:prstGeom prst="rect">
            <a:avLst/>
          </a:prstGeom>
        </p:spPr>
      </p:pic>
      <p:sp>
        <p:nvSpPr>
          <p:cNvPr name="TextBox 40" id="40"/>
          <p:cNvSpPr txBox="true"/>
          <p:nvPr/>
        </p:nvSpPr>
        <p:spPr>
          <a:xfrm rot="0">
            <a:off x="3275691" y="1665548"/>
            <a:ext cx="12757673" cy="1515357"/>
          </a:xfrm>
          <a:prstGeom prst="rect">
            <a:avLst/>
          </a:prstGeom>
        </p:spPr>
        <p:txBody>
          <a:bodyPr anchor="t" rtlCol="false" tIns="0" lIns="0" bIns="0" rIns="0">
            <a:spAutoFit/>
          </a:bodyPr>
          <a:lstStyle/>
          <a:p>
            <a:pPr algn="l">
              <a:lnSpc>
                <a:spcPts val="11647"/>
              </a:lnSpc>
            </a:pPr>
            <a:r>
              <a:rPr lang="en-US" sz="10399">
                <a:solidFill>
                  <a:srgbClr val="FFFFFF"/>
                </a:solidFill>
                <a:latin typeface="Computer Says No"/>
                <a:ea typeface="Computer Says No"/>
                <a:cs typeface="Computer Says No"/>
                <a:sym typeface="Computer Says No"/>
              </a:rPr>
              <a:t>DECLARANDO OBJETOS Y SUS DATOS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366238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345662" y="1079424"/>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028700" y="2273864"/>
            <a:ext cx="16230600" cy="2666413"/>
            <a:chOff x="0" y="0"/>
            <a:chExt cx="4274726" cy="702265"/>
          </a:xfrm>
        </p:grpSpPr>
        <p:sp>
          <p:nvSpPr>
            <p:cNvPr name="Freeform 6" id="6"/>
            <p:cNvSpPr/>
            <p:nvPr/>
          </p:nvSpPr>
          <p:spPr>
            <a:xfrm flipH="false" flipV="false" rot="0">
              <a:off x="0" y="0"/>
              <a:ext cx="4274726" cy="702265"/>
            </a:xfrm>
            <a:custGeom>
              <a:avLst/>
              <a:gdLst/>
              <a:ahLst/>
              <a:cxnLst/>
              <a:rect r="r" b="b" t="t" l="l"/>
              <a:pathLst>
                <a:path h="702265" w="4274726">
                  <a:moveTo>
                    <a:pt x="23373" y="0"/>
                  </a:moveTo>
                  <a:lnTo>
                    <a:pt x="4251353" y="0"/>
                  </a:lnTo>
                  <a:cubicBezTo>
                    <a:pt x="4264261" y="0"/>
                    <a:pt x="4274726" y="10464"/>
                    <a:pt x="4274726" y="23373"/>
                  </a:cubicBezTo>
                  <a:lnTo>
                    <a:pt x="4274726" y="678892"/>
                  </a:lnTo>
                  <a:cubicBezTo>
                    <a:pt x="4274726" y="691801"/>
                    <a:pt x="4264261" y="702265"/>
                    <a:pt x="4251353" y="702265"/>
                  </a:cubicBezTo>
                  <a:lnTo>
                    <a:pt x="23373" y="702265"/>
                  </a:lnTo>
                  <a:cubicBezTo>
                    <a:pt x="10464" y="702265"/>
                    <a:pt x="0" y="691801"/>
                    <a:pt x="0" y="678892"/>
                  </a:cubicBezTo>
                  <a:lnTo>
                    <a:pt x="0" y="23373"/>
                  </a:lnTo>
                  <a:cubicBezTo>
                    <a:pt x="0" y="10464"/>
                    <a:pt x="10464" y="0"/>
                    <a:pt x="23373" y="0"/>
                  </a:cubicBezTo>
                  <a:close/>
                </a:path>
              </a:pathLst>
            </a:custGeom>
            <a:solidFill>
              <a:srgbClr val="3613C8"/>
            </a:solidFill>
            <a:ln w="47625" cap="rnd">
              <a:solidFill>
                <a:srgbClr val="21EF80"/>
              </a:solidFill>
              <a:prstDash val="solid"/>
              <a:round/>
            </a:ln>
          </p:spPr>
        </p:sp>
        <p:sp>
          <p:nvSpPr>
            <p:cNvPr name="TextBox 7" id="7"/>
            <p:cNvSpPr txBox="true"/>
            <p:nvPr/>
          </p:nvSpPr>
          <p:spPr>
            <a:xfrm>
              <a:off x="0" y="-66675"/>
              <a:ext cx="4274726" cy="768940"/>
            </a:xfrm>
            <a:prstGeom prst="rect">
              <a:avLst/>
            </a:prstGeom>
          </p:spPr>
          <p:txBody>
            <a:bodyPr anchor="t" rtlCol="false" tIns="254000" lIns="254000" bIns="254000" rIns="254000"/>
            <a:lstStyle/>
            <a:p>
              <a:pPr algn="l">
                <a:lnSpc>
                  <a:spcPts val="3359"/>
                </a:lnSpc>
              </a:pPr>
              <a:r>
                <a:rPr lang="en-US" sz="2399">
                  <a:solidFill>
                    <a:srgbClr val="FFFFFF"/>
                  </a:solidFill>
                  <a:latin typeface="Poppins Light"/>
                  <a:ea typeface="Poppins Light"/>
                  <a:cs typeface="Poppins Light"/>
                  <a:sym typeface="Poppins Light"/>
                </a:rPr>
                <a:t>Al declarar una variable se le da un nombre y un tipo. De hecho, se crea el espacio donde se almacenará su valor. Algunos lenguajes de programación requieren que se declare una variable antes de usarla.</a:t>
              </a:r>
            </a:p>
            <a:p>
              <a:pPr algn="l">
                <a:lnSpc>
                  <a:spcPts val="3359"/>
                </a:lnSpc>
              </a:pPr>
              <a:r>
                <a:rPr lang="en-US" sz="2399">
                  <a:solidFill>
                    <a:srgbClr val="FFFFFF"/>
                  </a:solidFill>
                  <a:latin typeface="Poppins Light"/>
                  <a:ea typeface="Poppins Light"/>
                  <a:cs typeface="Poppins Light"/>
                  <a:sym typeface="Poppins Light"/>
                </a:rPr>
                <a:t>Otros permiten definir el valor de una variable sin tener que declararla primero.</a:t>
              </a:r>
            </a:p>
          </p:txBody>
        </p:sp>
      </p:grpSp>
      <p:sp>
        <p:nvSpPr>
          <p:cNvPr name="Freeform 8" id="8"/>
          <p:cNvSpPr/>
          <p:nvPr/>
        </p:nvSpPr>
        <p:spPr>
          <a:xfrm flipH="false" flipV="false" rot="0">
            <a:off x="3290484" y="5319813"/>
            <a:ext cx="11221792" cy="3938487"/>
          </a:xfrm>
          <a:custGeom>
            <a:avLst/>
            <a:gdLst/>
            <a:ahLst/>
            <a:cxnLst/>
            <a:rect r="r" b="b" t="t" l="l"/>
            <a:pathLst>
              <a:path h="3938487" w="11221792">
                <a:moveTo>
                  <a:pt x="0" y="0"/>
                </a:moveTo>
                <a:lnTo>
                  <a:pt x="11221792" y="0"/>
                </a:lnTo>
                <a:lnTo>
                  <a:pt x="11221792" y="3938487"/>
                </a:lnTo>
                <a:lnTo>
                  <a:pt x="0" y="3938487"/>
                </a:lnTo>
                <a:lnTo>
                  <a:pt x="0" y="0"/>
                </a:lnTo>
                <a:close/>
              </a:path>
            </a:pathLst>
          </a:custGeom>
          <a:blipFill>
            <a:blip r:embed="rId8"/>
            <a:stretch>
              <a:fillRect l="0" t="0" r="0" b="0"/>
            </a:stretch>
          </a:blipFill>
        </p:spPr>
      </p:sp>
      <p:sp>
        <p:nvSpPr>
          <p:cNvPr name="TextBox 9" id="9"/>
          <p:cNvSpPr txBox="true"/>
          <p:nvPr/>
        </p:nvSpPr>
        <p:spPr>
          <a:xfrm rot="0">
            <a:off x="4889430" y="878769"/>
            <a:ext cx="8509139" cy="1014095"/>
          </a:xfrm>
          <a:prstGeom prst="rect">
            <a:avLst/>
          </a:prstGeom>
        </p:spPr>
        <p:txBody>
          <a:bodyPr anchor="t" rtlCol="false" tIns="0" lIns="0" bIns="0" rIns="0">
            <a:spAutoFit/>
          </a:bodyPr>
          <a:lstStyle/>
          <a:p>
            <a:pPr algn="l">
              <a:lnSpc>
                <a:spcPts val="7839"/>
              </a:lnSpc>
            </a:pPr>
            <a:r>
              <a:rPr lang="en-US" sz="6999">
                <a:solidFill>
                  <a:srgbClr val="FFFFFF"/>
                </a:solidFill>
                <a:latin typeface="Computer Says No"/>
                <a:ea typeface="Computer Says No"/>
                <a:cs typeface="Computer Says No"/>
                <a:sym typeface="Computer Says No"/>
              </a:rPr>
              <a:t>DEFINICIÓN DE UNA VARIABLE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3955769" y="8268589"/>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85970" y="369473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4974" y="1912485"/>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1028700"/>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345662" y="1079424"/>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252315" y="1892864"/>
            <a:ext cx="9000519" cy="5707252"/>
            <a:chOff x="0" y="0"/>
            <a:chExt cx="2370507" cy="1503145"/>
          </a:xfrm>
        </p:grpSpPr>
        <p:sp>
          <p:nvSpPr>
            <p:cNvPr name="Freeform 8" id="8"/>
            <p:cNvSpPr/>
            <p:nvPr/>
          </p:nvSpPr>
          <p:spPr>
            <a:xfrm flipH="false" flipV="false" rot="0">
              <a:off x="0" y="0"/>
              <a:ext cx="2370507" cy="1503145"/>
            </a:xfrm>
            <a:custGeom>
              <a:avLst/>
              <a:gdLst/>
              <a:ahLst/>
              <a:cxnLst/>
              <a:rect r="r" b="b" t="t" l="l"/>
              <a:pathLst>
                <a:path h="1503145" w="2370507">
                  <a:moveTo>
                    <a:pt x="42148" y="0"/>
                  </a:moveTo>
                  <a:lnTo>
                    <a:pt x="2328359" y="0"/>
                  </a:lnTo>
                  <a:cubicBezTo>
                    <a:pt x="2339537" y="0"/>
                    <a:pt x="2350258" y="4441"/>
                    <a:pt x="2358162" y="12345"/>
                  </a:cubicBezTo>
                  <a:cubicBezTo>
                    <a:pt x="2366066" y="20249"/>
                    <a:pt x="2370507" y="30970"/>
                    <a:pt x="2370507" y="42148"/>
                  </a:cubicBezTo>
                  <a:lnTo>
                    <a:pt x="2370507" y="1460997"/>
                  </a:lnTo>
                  <a:cubicBezTo>
                    <a:pt x="2370507" y="1472175"/>
                    <a:pt x="2366066" y="1482895"/>
                    <a:pt x="2358162" y="1490800"/>
                  </a:cubicBezTo>
                  <a:cubicBezTo>
                    <a:pt x="2350258" y="1498704"/>
                    <a:pt x="2339537" y="1503145"/>
                    <a:pt x="2328359" y="1503145"/>
                  </a:cubicBezTo>
                  <a:lnTo>
                    <a:pt x="42148" y="1503145"/>
                  </a:lnTo>
                  <a:cubicBezTo>
                    <a:pt x="30970" y="1503145"/>
                    <a:pt x="20249" y="1498704"/>
                    <a:pt x="12345" y="1490800"/>
                  </a:cubicBezTo>
                  <a:cubicBezTo>
                    <a:pt x="4441" y="1482895"/>
                    <a:pt x="0" y="1472175"/>
                    <a:pt x="0" y="1460997"/>
                  </a:cubicBezTo>
                  <a:lnTo>
                    <a:pt x="0" y="42148"/>
                  </a:lnTo>
                  <a:cubicBezTo>
                    <a:pt x="0" y="30970"/>
                    <a:pt x="4441" y="20249"/>
                    <a:pt x="12345" y="12345"/>
                  </a:cubicBezTo>
                  <a:cubicBezTo>
                    <a:pt x="20249" y="4441"/>
                    <a:pt x="30970" y="0"/>
                    <a:pt x="42148" y="0"/>
                  </a:cubicBezTo>
                  <a:close/>
                </a:path>
              </a:pathLst>
            </a:custGeom>
            <a:solidFill>
              <a:srgbClr val="3613C8"/>
            </a:solidFill>
            <a:ln w="47625" cap="rnd">
              <a:solidFill>
                <a:srgbClr val="21EF80"/>
              </a:solidFill>
              <a:prstDash val="solid"/>
              <a:round/>
            </a:ln>
          </p:spPr>
        </p:sp>
        <p:sp>
          <p:nvSpPr>
            <p:cNvPr name="TextBox 9" id="9"/>
            <p:cNvSpPr txBox="true"/>
            <p:nvPr/>
          </p:nvSpPr>
          <p:spPr>
            <a:xfrm>
              <a:off x="0" y="-66675"/>
              <a:ext cx="2370507" cy="1569820"/>
            </a:xfrm>
            <a:prstGeom prst="rect">
              <a:avLst/>
            </a:prstGeom>
          </p:spPr>
          <p:txBody>
            <a:bodyPr anchor="t" rtlCol="false" tIns="254000" lIns="254000" bIns="254000" rIns="254000"/>
            <a:lstStyle/>
            <a:p>
              <a:pPr algn="l">
                <a:lnSpc>
                  <a:spcPts val="3359"/>
                </a:lnSpc>
              </a:pPr>
            </a:p>
          </p:txBody>
        </p:sp>
      </p:grpSp>
      <p:sp>
        <p:nvSpPr>
          <p:cNvPr name="Freeform 10" id="10"/>
          <p:cNvSpPr/>
          <p:nvPr/>
        </p:nvSpPr>
        <p:spPr>
          <a:xfrm flipH="false" flipV="false" rot="0">
            <a:off x="533463" y="2248707"/>
            <a:ext cx="8517552" cy="4999946"/>
          </a:xfrm>
          <a:custGeom>
            <a:avLst/>
            <a:gdLst/>
            <a:ahLst/>
            <a:cxnLst/>
            <a:rect r="r" b="b" t="t" l="l"/>
            <a:pathLst>
              <a:path h="4999946" w="8517552">
                <a:moveTo>
                  <a:pt x="0" y="0"/>
                </a:moveTo>
                <a:lnTo>
                  <a:pt x="8517552" y="0"/>
                </a:lnTo>
                <a:lnTo>
                  <a:pt x="8517552" y="4999946"/>
                </a:lnTo>
                <a:lnTo>
                  <a:pt x="0" y="4999946"/>
                </a:lnTo>
                <a:lnTo>
                  <a:pt x="0" y="0"/>
                </a:lnTo>
                <a:close/>
              </a:path>
            </a:pathLst>
          </a:custGeom>
          <a:blipFill>
            <a:blip r:embed="rId10"/>
            <a:stretch>
              <a:fillRect l="0" t="0" r="0" b="-1617"/>
            </a:stretch>
          </a:blipFill>
        </p:spPr>
      </p:sp>
      <p:grpSp>
        <p:nvGrpSpPr>
          <p:cNvPr name="Group 11" id="11"/>
          <p:cNvGrpSpPr/>
          <p:nvPr/>
        </p:nvGrpSpPr>
        <p:grpSpPr>
          <a:xfrm rot="0">
            <a:off x="9421080" y="4180340"/>
            <a:ext cx="8704195" cy="4979374"/>
            <a:chOff x="0" y="0"/>
            <a:chExt cx="2292463" cy="1311440"/>
          </a:xfrm>
        </p:grpSpPr>
        <p:sp>
          <p:nvSpPr>
            <p:cNvPr name="Freeform 12" id="12"/>
            <p:cNvSpPr/>
            <p:nvPr/>
          </p:nvSpPr>
          <p:spPr>
            <a:xfrm flipH="false" flipV="false" rot="0">
              <a:off x="0" y="0"/>
              <a:ext cx="2292463" cy="1311440"/>
            </a:xfrm>
            <a:custGeom>
              <a:avLst/>
              <a:gdLst/>
              <a:ahLst/>
              <a:cxnLst/>
              <a:rect r="r" b="b" t="t" l="l"/>
              <a:pathLst>
                <a:path h="1311440" w="2292463">
                  <a:moveTo>
                    <a:pt x="43583" y="0"/>
                  </a:moveTo>
                  <a:lnTo>
                    <a:pt x="2248880" y="0"/>
                  </a:lnTo>
                  <a:cubicBezTo>
                    <a:pt x="2272950" y="0"/>
                    <a:pt x="2292463" y="19513"/>
                    <a:pt x="2292463" y="43583"/>
                  </a:cubicBezTo>
                  <a:lnTo>
                    <a:pt x="2292463" y="1267857"/>
                  </a:lnTo>
                  <a:cubicBezTo>
                    <a:pt x="2292463" y="1291927"/>
                    <a:pt x="2272950" y="1311440"/>
                    <a:pt x="2248880" y="1311440"/>
                  </a:cubicBezTo>
                  <a:lnTo>
                    <a:pt x="43583" y="1311440"/>
                  </a:lnTo>
                  <a:cubicBezTo>
                    <a:pt x="19513" y="1311440"/>
                    <a:pt x="0" y="1291927"/>
                    <a:pt x="0" y="1267857"/>
                  </a:cubicBezTo>
                  <a:lnTo>
                    <a:pt x="0" y="43583"/>
                  </a:lnTo>
                  <a:cubicBezTo>
                    <a:pt x="0" y="19513"/>
                    <a:pt x="19513" y="0"/>
                    <a:pt x="43583" y="0"/>
                  </a:cubicBezTo>
                  <a:close/>
                </a:path>
              </a:pathLst>
            </a:custGeom>
            <a:solidFill>
              <a:srgbClr val="3613C8"/>
            </a:solidFill>
            <a:ln w="47625" cap="rnd">
              <a:solidFill>
                <a:srgbClr val="21EF80"/>
              </a:solidFill>
              <a:prstDash val="solid"/>
              <a:round/>
            </a:ln>
          </p:spPr>
        </p:sp>
        <p:sp>
          <p:nvSpPr>
            <p:cNvPr name="TextBox 13" id="13"/>
            <p:cNvSpPr txBox="true"/>
            <p:nvPr/>
          </p:nvSpPr>
          <p:spPr>
            <a:xfrm>
              <a:off x="0" y="-66675"/>
              <a:ext cx="2292463" cy="1378115"/>
            </a:xfrm>
            <a:prstGeom prst="rect">
              <a:avLst/>
            </a:prstGeom>
          </p:spPr>
          <p:txBody>
            <a:bodyPr anchor="t" rtlCol="false" tIns="254000" lIns="254000" bIns="254000" rIns="254000"/>
            <a:lstStyle/>
            <a:p>
              <a:pPr algn="l">
                <a:lnSpc>
                  <a:spcPts val="3359"/>
                </a:lnSpc>
              </a:pPr>
            </a:p>
          </p:txBody>
        </p:sp>
      </p:grpSp>
      <p:sp>
        <p:nvSpPr>
          <p:cNvPr name="Freeform 14" id="14"/>
          <p:cNvSpPr/>
          <p:nvPr/>
        </p:nvSpPr>
        <p:spPr>
          <a:xfrm flipH="false" flipV="false" rot="0">
            <a:off x="9569242" y="4523050"/>
            <a:ext cx="8407871" cy="4374827"/>
          </a:xfrm>
          <a:custGeom>
            <a:avLst/>
            <a:gdLst/>
            <a:ahLst/>
            <a:cxnLst/>
            <a:rect r="r" b="b" t="t" l="l"/>
            <a:pathLst>
              <a:path h="4374827" w="8407871">
                <a:moveTo>
                  <a:pt x="0" y="0"/>
                </a:moveTo>
                <a:lnTo>
                  <a:pt x="8407871" y="0"/>
                </a:lnTo>
                <a:lnTo>
                  <a:pt x="8407871" y="4374827"/>
                </a:lnTo>
                <a:lnTo>
                  <a:pt x="0" y="4374827"/>
                </a:lnTo>
                <a:lnTo>
                  <a:pt x="0" y="0"/>
                </a:lnTo>
                <a:close/>
              </a:path>
            </a:pathLst>
          </a:custGeom>
          <a:blipFill>
            <a:blip r:embed="rId11"/>
            <a:stretch>
              <a:fillRect l="0" t="0" r="0" b="0"/>
            </a:stretch>
          </a:blipFill>
        </p:spPr>
      </p:sp>
      <p:sp>
        <p:nvSpPr>
          <p:cNvPr name="Freeform 15" id="15"/>
          <p:cNvSpPr/>
          <p:nvPr/>
        </p:nvSpPr>
        <p:spPr>
          <a:xfrm flipH="false" flipV="false" rot="0">
            <a:off x="10972800" y="602008"/>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6" id="16"/>
          <p:cNvSpPr txBox="true"/>
          <p:nvPr/>
        </p:nvSpPr>
        <p:spPr>
          <a:xfrm rot="0">
            <a:off x="4889430" y="878769"/>
            <a:ext cx="8509139" cy="1014095"/>
          </a:xfrm>
          <a:prstGeom prst="rect">
            <a:avLst/>
          </a:prstGeom>
        </p:spPr>
        <p:txBody>
          <a:bodyPr anchor="t" rtlCol="false" tIns="0" lIns="0" bIns="0" rIns="0">
            <a:spAutoFit/>
          </a:bodyPr>
          <a:lstStyle/>
          <a:p>
            <a:pPr algn="l">
              <a:lnSpc>
                <a:spcPts val="7839"/>
              </a:lnSpc>
            </a:pPr>
            <a:r>
              <a:rPr lang="en-US" sz="6999">
                <a:solidFill>
                  <a:srgbClr val="FFFFFF"/>
                </a:solidFill>
                <a:latin typeface="Computer Says No"/>
                <a:ea typeface="Computer Says No"/>
                <a:cs typeface="Computer Says No"/>
                <a:sym typeface="Computer Says No"/>
              </a:rPr>
              <a:t>TIPOS DE VARIABLES</a:t>
            </a:r>
          </a:p>
        </p:txBody>
      </p:sp>
      <p:sp>
        <p:nvSpPr>
          <p:cNvPr name="Freeform 17" id="17"/>
          <p:cNvSpPr/>
          <p:nvPr/>
        </p:nvSpPr>
        <p:spPr>
          <a:xfrm flipH="false" flipV="false" rot="0">
            <a:off x="-33570" y="384713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18" id="18"/>
          <p:cNvSpPr/>
          <p:nvPr/>
        </p:nvSpPr>
        <p:spPr>
          <a:xfrm flipH="false" flipV="false" rot="0">
            <a:off x="533463" y="8066841"/>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3955769" y="8268589"/>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85970" y="369473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204974" y="1912485"/>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1028700"/>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2345662" y="1079424"/>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7" id="7"/>
          <p:cNvGrpSpPr/>
          <p:nvPr/>
        </p:nvGrpSpPr>
        <p:grpSpPr>
          <a:xfrm rot="0">
            <a:off x="4410130" y="3154489"/>
            <a:ext cx="9291663" cy="4526501"/>
            <a:chOff x="0" y="0"/>
            <a:chExt cx="2447187" cy="1192165"/>
          </a:xfrm>
        </p:grpSpPr>
        <p:sp>
          <p:nvSpPr>
            <p:cNvPr name="Freeform 8" id="8"/>
            <p:cNvSpPr/>
            <p:nvPr/>
          </p:nvSpPr>
          <p:spPr>
            <a:xfrm flipH="false" flipV="false" rot="0">
              <a:off x="0" y="0"/>
              <a:ext cx="2447187" cy="1192165"/>
            </a:xfrm>
            <a:custGeom>
              <a:avLst/>
              <a:gdLst/>
              <a:ahLst/>
              <a:cxnLst/>
              <a:rect r="r" b="b" t="t" l="l"/>
              <a:pathLst>
                <a:path h="1192165" w="2447187">
                  <a:moveTo>
                    <a:pt x="40827" y="0"/>
                  </a:moveTo>
                  <a:lnTo>
                    <a:pt x="2406360" y="0"/>
                  </a:lnTo>
                  <a:cubicBezTo>
                    <a:pt x="2428908" y="0"/>
                    <a:pt x="2447187" y="18279"/>
                    <a:pt x="2447187" y="40827"/>
                  </a:cubicBezTo>
                  <a:lnTo>
                    <a:pt x="2447187" y="1151337"/>
                  </a:lnTo>
                  <a:cubicBezTo>
                    <a:pt x="2447187" y="1162166"/>
                    <a:pt x="2442886" y="1172550"/>
                    <a:pt x="2435229" y="1180207"/>
                  </a:cubicBezTo>
                  <a:cubicBezTo>
                    <a:pt x="2427572" y="1187863"/>
                    <a:pt x="2417188" y="1192165"/>
                    <a:pt x="2406360" y="1192165"/>
                  </a:cubicBezTo>
                  <a:lnTo>
                    <a:pt x="40827" y="1192165"/>
                  </a:lnTo>
                  <a:cubicBezTo>
                    <a:pt x="18279" y="1192165"/>
                    <a:pt x="0" y="1173886"/>
                    <a:pt x="0" y="1151337"/>
                  </a:cubicBezTo>
                  <a:lnTo>
                    <a:pt x="0" y="40827"/>
                  </a:lnTo>
                  <a:cubicBezTo>
                    <a:pt x="0" y="18279"/>
                    <a:pt x="18279" y="0"/>
                    <a:pt x="40827" y="0"/>
                  </a:cubicBezTo>
                  <a:close/>
                </a:path>
              </a:pathLst>
            </a:custGeom>
            <a:solidFill>
              <a:srgbClr val="3613C8"/>
            </a:solidFill>
            <a:ln w="47625" cap="rnd">
              <a:solidFill>
                <a:srgbClr val="21EF80"/>
              </a:solidFill>
              <a:prstDash val="solid"/>
              <a:round/>
            </a:ln>
          </p:spPr>
        </p:sp>
        <p:sp>
          <p:nvSpPr>
            <p:cNvPr name="TextBox 9" id="9"/>
            <p:cNvSpPr txBox="true"/>
            <p:nvPr/>
          </p:nvSpPr>
          <p:spPr>
            <a:xfrm>
              <a:off x="0" y="-66675"/>
              <a:ext cx="2447187" cy="1258840"/>
            </a:xfrm>
            <a:prstGeom prst="rect">
              <a:avLst/>
            </a:prstGeom>
          </p:spPr>
          <p:txBody>
            <a:bodyPr anchor="t" rtlCol="false" tIns="254000" lIns="254000" bIns="254000" rIns="254000"/>
            <a:lstStyle/>
            <a:p>
              <a:pPr algn="l">
                <a:lnSpc>
                  <a:spcPts val="3359"/>
                </a:lnSpc>
              </a:pPr>
            </a:p>
          </p:txBody>
        </p:sp>
      </p:grpSp>
      <p:sp>
        <p:nvSpPr>
          <p:cNvPr name="Freeform 10" id="10"/>
          <p:cNvSpPr/>
          <p:nvPr/>
        </p:nvSpPr>
        <p:spPr>
          <a:xfrm flipH="false" flipV="false" rot="0">
            <a:off x="10972800" y="602008"/>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15850" y="5788095"/>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4">
              <a:alphaModFix amt="14000"/>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false" flipV="false" rot="0">
            <a:off x="533463" y="8066841"/>
            <a:ext cx="7315200" cy="1782249"/>
          </a:xfrm>
          <a:custGeom>
            <a:avLst/>
            <a:gdLst/>
            <a:ahLst/>
            <a:cxnLst/>
            <a:rect r="r" b="b" t="t" l="l"/>
            <a:pathLst>
              <a:path h="1782249" w="7315200">
                <a:moveTo>
                  <a:pt x="0" y="0"/>
                </a:moveTo>
                <a:lnTo>
                  <a:pt x="7315200" y="0"/>
                </a:lnTo>
                <a:lnTo>
                  <a:pt x="7315200" y="1782249"/>
                </a:lnTo>
                <a:lnTo>
                  <a:pt x="0" y="178224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4728617" y="3503334"/>
            <a:ext cx="8669952" cy="3828811"/>
          </a:xfrm>
          <a:custGeom>
            <a:avLst/>
            <a:gdLst/>
            <a:ahLst/>
            <a:cxnLst/>
            <a:rect r="r" b="b" t="t" l="l"/>
            <a:pathLst>
              <a:path h="3828811" w="8669952">
                <a:moveTo>
                  <a:pt x="0" y="0"/>
                </a:moveTo>
                <a:lnTo>
                  <a:pt x="8669953" y="0"/>
                </a:lnTo>
                <a:lnTo>
                  <a:pt x="8669953" y="3828811"/>
                </a:lnTo>
                <a:lnTo>
                  <a:pt x="0" y="3828811"/>
                </a:lnTo>
                <a:lnTo>
                  <a:pt x="0" y="0"/>
                </a:lnTo>
                <a:close/>
              </a:path>
            </a:pathLst>
          </a:custGeom>
          <a:blipFill>
            <a:blip r:embed="rId10"/>
            <a:stretch>
              <a:fillRect l="0" t="0" r="0" b="0"/>
            </a:stretch>
          </a:blipFill>
        </p:spPr>
      </p:sp>
      <p:sp>
        <p:nvSpPr>
          <p:cNvPr name="TextBox 14" id="14"/>
          <p:cNvSpPr txBox="true"/>
          <p:nvPr/>
        </p:nvSpPr>
        <p:spPr>
          <a:xfrm rot="0">
            <a:off x="4889430" y="878769"/>
            <a:ext cx="8509139" cy="1014095"/>
          </a:xfrm>
          <a:prstGeom prst="rect">
            <a:avLst/>
          </a:prstGeom>
        </p:spPr>
        <p:txBody>
          <a:bodyPr anchor="t" rtlCol="false" tIns="0" lIns="0" bIns="0" rIns="0">
            <a:spAutoFit/>
          </a:bodyPr>
          <a:lstStyle/>
          <a:p>
            <a:pPr algn="l">
              <a:lnSpc>
                <a:spcPts val="7839"/>
              </a:lnSpc>
            </a:pPr>
            <a:r>
              <a:rPr lang="en-US" sz="6999">
                <a:solidFill>
                  <a:srgbClr val="FFFFFF"/>
                </a:solidFill>
                <a:latin typeface="Computer Says No"/>
                <a:ea typeface="Computer Says No"/>
                <a:cs typeface="Computer Says No"/>
                <a:sym typeface="Computer Says No"/>
              </a:rPr>
              <a:t>TIPOS DE VARIABLES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366238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1028700"/>
            <a:ext cx="1082363" cy="464432"/>
          </a:xfrm>
          <a:custGeom>
            <a:avLst/>
            <a:gdLst/>
            <a:ahLst/>
            <a:cxnLst/>
            <a:rect r="r" b="b" t="t" l="l"/>
            <a:pathLst>
              <a:path h="464432" w="1082363">
                <a:moveTo>
                  <a:pt x="0" y="0"/>
                </a:moveTo>
                <a:lnTo>
                  <a:pt x="1082363" y="0"/>
                </a:lnTo>
                <a:lnTo>
                  <a:pt x="1082363" y="464432"/>
                </a:lnTo>
                <a:lnTo>
                  <a:pt x="0" y="46443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345662" y="1079424"/>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 id="5"/>
          <p:cNvGrpSpPr/>
          <p:nvPr/>
        </p:nvGrpSpPr>
        <p:grpSpPr>
          <a:xfrm rot="0">
            <a:off x="1028700" y="2273864"/>
            <a:ext cx="16230600" cy="2051775"/>
            <a:chOff x="0" y="0"/>
            <a:chExt cx="4274726" cy="540385"/>
          </a:xfrm>
        </p:grpSpPr>
        <p:sp>
          <p:nvSpPr>
            <p:cNvPr name="Freeform 6" id="6"/>
            <p:cNvSpPr/>
            <p:nvPr/>
          </p:nvSpPr>
          <p:spPr>
            <a:xfrm flipH="false" flipV="false" rot="0">
              <a:off x="0" y="0"/>
              <a:ext cx="4274726" cy="540385"/>
            </a:xfrm>
            <a:custGeom>
              <a:avLst/>
              <a:gdLst/>
              <a:ahLst/>
              <a:cxnLst/>
              <a:rect r="r" b="b" t="t" l="l"/>
              <a:pathLst>
                <a:path h="540385" w="4274726">
                  <a:moveTo>
                    <a:pt x="23373" y="0"/>
                  </a:moveTo>
                  <a:lnTo>
                    <a:pt x="4251353" y="0"/>
                  </a:lnTo>
                  <a:cubicBezTo>
                    <a:pt x="4264261" y="0"/>
                    <a:pt x="4274726" y="10464"/>
                    <a:pt x="4274726" y="23373"/>
                  </a:cubicBezTo>
                  <a:lnTo>
                    <a:pt x="4274726" y="517012"/>
                  </a:lnTo>
                  <a:cubicBezTo>
                    <a:pt x="4274726" y="529921"/>
                    <a:pt x="4264261" y="540385"/>
                    <a:pt x="4251353" y="540385"/>
                  </a:cubicBezTo>
                  <a:lnTo>
                    <a:pt x="23373" y="540385"/>
                  </a:lnTo>
                  <a:cubicBezTo>
                    <a:pt x="10464" y="540385"/>
                    <a:pt x="0" y="529921"/>
                    <a:pt x="0" y="517012"/>
                  </a:cubicBezTo>
                  <a:lnTo>
                    <a:pt x="0" y="23373"/>
                  </a:lnTo>
                  <a:cubicBezTo>
                    <a:pt x="0" y="10464"/>
                    <a:pt x="10464" y="0"/>
                    <a:pt x="23373" y="0"/>
                  </a:cubicBezTo>
                  <a:close/>
                </a:path>
              </a:pathLst>
            </a:custGeom>
            <a:solidFill>
              <a:srgbClr val="3613C8"/>
            </a:solidFill>
            <a:ln w="47625" cap="rnd">
              <a:solidFill>
                <a:srgbClr val="21EF80"/>
              </a:solidFill>
              <a:prstDash val="solid"/>
              <a:round/>
            </a:ln>
          </p:spPr>
        </p:sp>
        <p:sp>
          <p:nvSpPr>
            <p:cNvPr name="TextBox 7" id="7"/>
            <p:cNvSpPr txBox="true"/>
            <p:nvPr/>
          </p:nvSpPr>
          <p:spPr>
            <a:xfrm>
              <a:off x="0" y="-66675"/>
              <a:ext cx="4274726" cy="607060"/>
            </a:xfrm>
            <a:prstGeom prst="rect">
              <a:avLst/>
            </a:prstGeom>
          </p:spPr>
          <p:txBody>
            <a:bodyPr anchor="t" rtlCol="false" tIns="254000" lIns="254000" bIns="254000" rIns="254000"/>
            <a:lstStyle/>
            <a:p>
              <a:pPr algn="l">
                <a:lnSpc>
                  <a:spcPts val="3359"/>
                </a:lnSpc>
              </a:pPr>
              <a:r>
                <a:rPr lang="en-US" sz="2399">
                  <a:solidFill>
                    <a:srgbClr val="FFFFFF"/>
                  </a:solidFill>
                  <a:latin typeface="Poppins Light"/>
                  <a:ea typeface="Poppins Light"/>
                  <a:cs typeface="Poppins Light"/>
                  <a:sym typeface="Poppins Light"/>
                </a:rPr>
                <a:t>En este paso de la creación de una variable se le asigna el dato o valor que almacenará. Para asignarle un valor, se utiliza el signo igual “ = “ y se puede hacer en la misma línea de la declaración del nombre y el tipo, o en una línea diferente.</a:t>
              </a:r>
            </a:p>
          </p:txBody>
        </p:sp>
      </p:grpSp>
      <p:grpSp>
        <p:nvGrpSpPr>
          <p:cNvPr name="Group 8" id="8"/>
          <p:cNvGrpSpPr/>
          <p:nvPr/>
        </p:nvGrpSpPr>
        <p:grpSpPr>
          <a:xfrm rot="0">
            <a:off x="3836283" y="4878250"/>
            <a:ext cx="10057386" cy="3587515"/>
            <a:chOff x="0" y="0"/>
            <a:chExt cx="2648859" cy="944860"/>
          </a:xfrm>
        </p:grpSpPr>
        <p:sp>
          <p:nvSpPr>
            <p:cNvPr name="Freeform 9" id="9"/>
            <p:cNvSpPr/>
            <p:nvPr/>
          </p:nvSpPr>
          <p:spPr>
            <a:xfrm flipH="false" flipV="false" rot="0">
              <a:off x="0" y="0"/>
              <a:ext cx="2648859" cy="944860"/>
            </a:xfrm>
            <a:custGeom>
              <a:avLst/>
              <a:gdLst/>
              <a:ahLst/>
              <a:cxnLst/>
              <a:rect r="r" b="b" t="t" l="l"/>
              <a:pathLst>
                <a:path h="944860" w="2648859">
                  <a:moveTo>
                    <a:pt x="39259" y="0"/>
                  </a:moveTo>
                  <a:lnTo>
                    <a:pt x="2609600" y="0"/>
                  </a:lnTo>
                  <a:cubicBezTo>
                    <a:pt x="2620012" y="0"/>
                    <a:pt x="2629998" y="4136"/>
                    <a:pt x="2637360" y="11499"/>
                  </a:cubicBezTo>
                  <a:cubicBezTo>
                    <a:pt x="2644723" y="18861"/>
                    <a:pt x="2648859" y="28847"/>
                    <a:pt x="2648859" y="39259"/>
                  </a:cubicBezTo>
                  <a:lnTo>
                    <a:pt x="2648859" y="905602"/>
                  </a:lnTo>
                  <a:cubicBezTo>
                    <a:pt x="2648859" y="916013"/>
                    <a:pt x="2644723" y="925999"/>
                    <a:pt x="2637360" y="933361"/>
                  </a:cubicBezTo>
                  <a:cubicBezTo>
                    <a:pt x="2629998" y="940724"/>
                    <a:pt x="2620012" y="944860"/>
                    <a:pt x="2609600" y="944860"/>
                  </a:cubicBezTo>
                  <a:lnTo>
                    <a:pt x="39259" y="944860"/>
                  </a:lnTo>
                  <a:cubicBezTo>
                    <a:pt x="28847" y="944860"/>
                    <a:pt x="18861" y="940724"/>
                    <a:pt x="11499" y="933361"/>
                  </a:cubicBezTo>
                  <a:cubicBezTo>
                    <a:pt x="4136" y="925999"/>
                    <a:pt x="0" y="916013"/>
                    <a:pt x="0" y="905602"/>
                  </a:cubicBezTo>
                  <a:lnTo>
                    <a:pt x="0" y="39259"/>
                  </a:lnTo>
                  <a:cubicBezTo>
                    <a:pt x="0" y="28847"/>
                    <a:pt x="4136" y="18861"/>
                    <a:pt x="11499" y="11499"/>
                  </a:cubicBezTo>
                  <a:cubicBezTo>
                    <a:pt x="18861" y="4136"/>
                    <a:pt x="28847" y="0"/>
                    <a:pt x="39259" y="0"/>
                  </a:cubicBezTo>
                  <a:close/>
                </a:path>
              </a:pathLst>
            </a:custGeom>
            <a:solidFill>
              <a:srgbClr val="3613C8"/>
            </a:solidFill>
          </p:spPr>
        </p:sp>
        <p:sp>
          <p:nvSpPr>
            <p:cNvPr name="TextBox 10" id="10"/>
            <p:cNvSpPr txBox="true"/>
            <p:nvPr/>
          </p:nvSpPr>
          <p:spPr>
            <a:xfrm>
              <a:off x="0" y="0"/>
              <a:ext cx="2648859" cy="944860"/>
            </a:xfrm>
            <a:prstGeom prst="rect">
              <a:avLst/>
            </a:prstGeom>
          </p:spPr>
          <p:txBody>
            <a:bodyPr anchor="ctr" rtlCol="false" tIns="50800" lIns="50800" bIns="50800" rIns="50800"/>
            <a:lstStyle/>
            <a:p>
              <a:pPr algn="ctr">
                <a:lnSpc>
                  <a:spcPts val="2463"/>
                </a:lnSpc>
              </a:pPr>
            </a:p>
          </p:txBody>
        </p:sp>
      </p:grpSp>
      <p:sp>
        <p:nvSpPr>
          <p:cNvPr name="Freeform 11" id="11"/>
          <p:cNvSpPr/>
          <p:nvPr/>
        </p:nvSpPr>
        <p:spPr>
          <a:xfrm flipH="false" flipV="false" rot="0">
            <a:off x="4244704" y="5202663"/>
            <a:ext cx="9240544" cy="2938689"/>
          </a:xfrm>
          <a:custGeom>
            <a:avLst/>
            <a:gdLst/>
            <a:ahLst/>
            <a:cxnLst/>
            <a:rect r="r" b="b" t="t" l="l"/>
            <a:pathLst>
              <a:path h="2938689" w="9240544">
                <a:moveTo>
                  <a:pt x="0" y="0"/>
                </a:moveTo>
                <a:lnTo>
                  <a:pt x="9240544" y="0"/>
                </a:lnTo>
                <a:lnTo>
                  <a:pt x="9240544" y="2938688"/>
                </a:lnTo>
                <a:lnTo>
                  <a:pt x="0" y="2938688"/>
                </a:lnTo>
                <a:lnTo>
                  <a:pt x="0" y="0"/>
                </a:lnTo>
                <a:close/>
              </a:path>
            </a:pathLst>
          </a:custGeom>
          <a:blipFill>
            <a:blip r:embed="rId8"/>
            <a:stretch>
              <a:fillRect l="0" t="0" r="0" b="0"/>
            </a:stretch>
          </a:blipFill>
        </p:spPr>
      </p:sp>
      <p:sp>
        <p:nvSpPr>
          <p:cNvPr name="TextBox 12" id="12"/>
          <p:cNvSpPr txBox="true"/>
          <p:nvPr/>
        </p:nvSpPr>
        <p:spPr>
          <a:xfrm rot="0">
            <a:off x="4889430" y="878769"/>
            <a:ext cx="8509139" cy="1014095"/>
          </a:xfrm>
          <a:prstGeom prst="rect">
            <a:avLst/>
          </a:prstGeom>
        </p:spPr>
        <p:txBody>
          <a:bodyPr anchor="t" rtlCol="false" tIns="0" lIns="0" bIns="0" rIns="0">
            <a:spAutoFit/>
          </a:bodyPr>
          <a:lstStyle/>
          <a:p>
            <a:pPr algn="l">
              <a:lnSpc>
                <a:spcPts val="7839"/>
              </a:lnSpc>
            </a:pPr>
            <a:r>
              <a:rPr lang="en-US" sz="6999">
                <a:solidFill>
                  <a:srgbClr val="FFFFFF"/>
                </a:solidFill>
                <a:latin typeface="Computer Says No"/>
                <a:ea typeface="Computer Says No"/>
                <a:cs typeface="Computer Says No"/>
                <a:sym typeface="Computer Says No"/>
              </a:rPr>
              <a:t>ASIGNACION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3613C8"/>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5109"/>
            <a:ext cx="18288000" cy="1163782"/>
            <a:chOff x="0" y="0"/>
            <a:chExt cx="24384000" cy="1551709"/>
          </a:xfrm>
        </p:grpSpPr>
        <p:sp>
          <p:nvSpPr>
            <p:cNvPr name="Freeform 4" id="4"/>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false" flipV="false" rot="0">
            <a:off x="7002032" y="6114605"/>
            <a:ext cx="3590504" cy="3590504"/>
          </a:xfrm>
          <a:custGeom>
            <a:avLst/>
            <a:gdLst/>
            <a:ahLst/>
            <a:cxnLst/>
            <a:rect r="r" b="b" t="t" l="l"/>
            <a:pathLst>
              <a:path h="3590504" w="3590504">
                <a:moveTo>
                  <a:pt x="0" y="0"/>
                </a:moveTo>
                <a:lnTo>
                  <a:pt x="3590504" y="0"/>
                </a:lnTo>
                <a:lnTo>
                  <a:pt x="3590504" y="3590504"/>
                </a:lnTo>
                <a:lnTo>
                  <a:pt x="0" y="35905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381398"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5808423"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0814350" y="8857429"/>
            <a:ext cx="471618" cy="847680"/>
          </a:xfrm>
          <a:custGeom>
            <a:avLst/>
            <a:gdLst/>
            <a:ahLst/>
            <a:cxnLst/>
            <a:rect r="r" b="b" t="t" l="l"/>
            <a:pathLst>
              <a:path h="847680" w="471618">
                <a:moveTo>
                  <a:pt x="0" y="0"/>
                </a:moveTo>
                <a:lnTo>
                  <a:pt x="471618" y="0"/>
                </a:lnTo>
                <a:lnTo>
                  <a:pt x="471618" y="847680"/>
                </a:lnTo>
                <a:lnTo>
                  <a:pt x="0" y="84768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7151826" y="716781"/>
            <a:ext cx="548836" cy="587276"/>
          </a:xfrm>
          <a:custGeom>
            <a:avLst/>
            <a:gdLst/>
            <a:ahLst/>
            <a:cxnLst/>
            <a:rect r="r" b="b" t="t" l="l"/>
            <a:pathLst>
              <a:path h="587276" w="548836">
                <a:moveTo>
                  <a:pt x="0" y="0"/>
                </a:moveTo>
                <a:lnTo>
                  <a:pt x="548836" y="0"/>
                </a:lnTo>
                <a:lnTo>
                  <a:pt x="548836" y="587277"/>
                </a:lnTo>
                <a:lnTo>
                  <a:pt x="0" y="58727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6272125" y="756289"/>
            <a:ext cx="587276" cy="547769"/>
          </a:xfrm>
          <a:custGeom>
            <a:avLst/>
            <a:gdLst/>
            <a:ahLst/>
            <a:cxnLst/>
            <a:rect r="r" b="b" t="t" l="l"/>
            <a:pathLst>
              <a:path h="547769" w="587276">
                <a:moveTo>
                  <a:pt x="0" y="0"/>
                </a:moveTo>
                <a:lnTo>
                  <a:pt x="587276" y="0"/>
                </a:lnTo>
                <a:lnTo>
                  <a:pt x="587276" y="547769"/>
                </a:lnTo>
                <a:lnTo>
                  <a:pt x="0" y="5477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9939918" y="697028"/>
            <a:ext cx="548836" cy="587276"/>
          </a:xfrm>
          <a:custGeom>
            <a:avLst/>
            <a:gdLst/>
            <a:ahLst/>
            <a:cxnLst/>
            <a:rect r="r" b="b" t="t" l="l"/>
            <a:pathLst>
              <a:path h="587276" w="548836">
                <a:moveTo>
                  <a:pt x="0" y="0"/>
                </a:moveTo>
                <a:lnTo>
                  <a:pt x="548836" y="0"/>
                </a:lnTo>
                <a:lnTo>
                  <a:pt x="548836" y="587276"/>
                </a:lnTo>
                <a:lnTo>
                  <a:pt x="0" y="58727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10735167" y="716781"/>
            <a:ext cx="587276" cy="547769"/>
          </a:xfrm>
          <a:custGeom>
            <a:avLst/>
            <a:gdLst/>
            <a:ahLst/>
            <a:cxnLst/>
            <a:rect r="r" b="b" t="t" l="l"/>
            <a:pathLst>
              <a:path h="547769" w="587276">
                <a:moveTo>
                  <a:pt x="0" y="0"/>
                </a:moveTo>
                <a:lnTo>
                  <a:pt x="587277" y="0"/>
                </a:lnTo>
                <a:lnTo>
                  <a:pt x="587277" y="547769"/>
                </a:lnTo>
                <a:lnTo>
                  <a:pt x="0" y="54776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5" id="15"/>
          <p:cNvSpPr/>
          <p:nvPr/>
        </p:nvSpPr>
        <p:spPr>
          <a:xfrm flipH="false" flipV="false" rot="0">
            <a:off x="-337725"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6" id="16"/>
          <p:cNvSpPr/>
          <p:nvPr/>
        </p:nvSpPr>
        <p:spPr>
          <a:xfrm flipH="false" flipV="false" rot="0">
            <a:off x="1992632"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7" id="17"/>
          <p:cNvSpPr/>
          <p:nvPr/>
        </p:nvSpPr>
        <p:spPr>
          <a:xfrm flipH="false" flipV="false" rot="0">
            <a:off x="8467052" y="736535"/>
            <a:ext cx="702268" cy="547769"/>
          </a:xfrm>
          <a:custGeom>
            <a:avLst/>
            <a:gdLst/>
            <a:ahLst/>
            <a:cxnLst/>
            <a:rect r="r" b="b" t="t" l="l"/>
            <a:pathLst>
              <a:path h="547769" w="702268">
                <a:moveTo>
                  <a:pt x="0" y="0"/>
                </a:moveTo>
                <a:lnTo>
                  <a:pt x="702268" y="0"/>
                </a:lnTo>
                <a:lnTo>
                  <a:pt x="702268" y="547769"/>
                </a:lnTo>
                <a:lnTo>
                  <a:pt x="0" y="547769"/>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18" id="18"/>
          <p:cNvGrpSpPr/>
          <p:nvPr/>
        </p:nvGrpSpPr>
        <p:grpSpPr>
          <a:xfrm rot="0">
            <a:off x="14507255" y="697028"/>
            <a:ext cx="3052218" cy="717550"/>
            <a:chOff x="0" y="0"/>
            <a:chExt cx="803876" cy="188984"/>
          </a:xfrm>
        </p:grpSpPr>
        <p:sp>
          <p:nvSpPr>
            <p:cNvPr name="Freeform 19" id="19"/>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0D1781"/>
            </a:solidFill>
            <a:ln cap="rnd">
              <a:noFill/>
              <a:prstDash val="solid"/>
              <a:round/>
            </a:ln>
          </p:spPr>
        </p:sp>
        <p:sp>
          <p:nvSpPr>
            <p:cNvPr name="TextBox 20" id="20"/>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22" action="ppaction://hlinksldjump"/>
                </a:rPr>
                <a:t>Back to</a:t>
              </a:r>
              <a:r>
                <a:rPr lang="en-US" sz="1300">
                  <a:solidFill>
                    <a:srgbClr val="FFFFFF"/>
                  </a:solidFill>
                  <a:latin typeface="Poppins Light"/>
                  <a:ea typeface="Poppins Light"/>
                  <a:cs typeface="Poppins Light"/>
                  <a:sym typeface="Poppins Light"/>
                </a:rPr>
                <a:t> </a:t>
              </a:r>
              <a:r>
                <a:rPr lang="en-US" sz="1300">
                  <a:solidFill>
                    <a:srgbClr val="FFFFFF"/>
                  </a:solidFill>
                  <a:latin typeface="Poppins Light"/>
                  <a:ea typeface="Poppins Light"/>
                  <a:cs typeface="Poppins Light"/>
                  <a:sym typeface="Poppins Light"/>
                  <a:hlinkClick r:id="rId22" action="ppaction://hlinksldjump"/>
                </a:rPr>
                <a:t>Agenda Page</a:t>
              </a:r>
            </a:p>
          </p:txBody>
        </p:sp>
      </p:grpSp>
      <p:sp>
        <p:nvSpPr>
          <p:cNvPr name="Freeform 21" id="21"/>
          <p:cNvSpPr/>
          <p:nvPr/>
        </p:nvSpPr>
        <p:spPr>
          <a:xfrm flipH="false" flipV="false" rot="0">
            <a:off x="675294" y="697028"/>
            <a:ext cx="1738558" cy="717550"/>
          </a:xfrm>
          <a:custGeom>
            <a:avLst/>
            <a:gdLst/>
            <a:ahLst/>
            <a:cxnLst/>
            <a:rect r="r" b="b" t="t" l="l"/>
            <a:pathLst>
              <a:path h="717550" w="1738558">
                <a:moveTo>
                  <a:pt x="0" y="0"/>
                </a:moveTo>
                <a:lnTo>
                  <a:pt x="1738558" y="0"/>
                </a:lnTo>
                <a:lnTo>
                  <a:pt x="1738558" y="717550"/>
                </a:lnTo>
                <a:lnTo>
                  <a:pt x="0" y="717550"/>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pic>
        <p:nvPicPr>
          <p:cNvPr name="Picture 22" id="22"/>
          <p:cNvPicPr>
            <a:picLocks noChangeAspect="true"/>
          </p:cNvPicPr>
          <p:nvPr/>
        </p:nvPicPr>
        <p:blipFill>
          <a:blip r:embed="rId25"/>
          <a:srcRect l="0" t="0" r="0" b="0"/>
          <a:stretch>
            <a:fillRect/>
          </a:stretch>
        </p:blipFill>
        <p:spPr>
          <a:xfrm flipH="false" flipV="false" rot="0">
            <a:off x="4751254" y="6789831"/>
            <a:ext cx="971251" cy="1103694"/>
          </a:xfrm>
          <a:prstGeom prst="rect">
            <a:avLst/>
          </a:prstGeom>
        </p:spPr>
      </p:pic>
      <p:pic>
        <p:nvPicPr>
          <p:cNvPr name="Picture 23" id="23"/>
          <p:cNvPicPr>
            <a:picLocks noChangeAspect="true"/>
          </p:cNvPicPr>
          <p:nvPr/>
        </p:nvPicPr>
        <p:blipFill>
          <a:blip r:embed="rId26"/>
          <a:srcRect l="0" t="0" r="0" b="0"/>
          <a:stretch>
            <a:fillRect/>
          </a:stretch>
        </p:blipFill>
        <p:spPr>
          <a:xfrm flipH="false" flipV="false" rot="0">
            <a:off x="11868886" y="6773499"/>
            <a:ext cx="1003961" cy="1120026"/>
          </a:xfrm>
          <a:prstGeom prst="rect">
            <a:avLst/>
          </a:prstGeom>
        </p:spPr>
      </p:pic>
      <p:pic>
        <p:nvPicPr>
          <p:cNvPr name="Picture 24" id="24"/>
          <p:cNvPicPr>
            <a:picLocks noChangeAspect="true"/>
          </p:cNvPicPr>
          <p:nvPr/>
        </p:nvPicPr>
        <p:blipFill>
          <a:blip r:embed="rId27"/>
          <a:srcRect l="0" t="0" r="0" b="0"/>
          <a:stretch>
            <a:fillRect/>
          </a:stretch>
        </p:blipFill>
        <p:spPr>
          <a:xfrm flipH="false" flipV="false" rot="0">
            <a:off x="2719050" y="2222014"/>
            <a:ext cx="517579" cy="539145"/>
          </a:xfrm>
          <a:prstGeom prst="rect">
            <a:avLst/>
          </a:prstGeom>
        </p:spPr>
      </p:pic>
      <p:pic>
        <p:nvPicPr>
          <p:cNvPr name="Picture 25" id="25"/>
          <p:cNvPicPr>
            <a:picLocks noChangeAspect="true"/>
          </p:cNvPicPr>
          <p:nvPr/>
        </p:nvPicPr>
        <p:blipFill>
          <a:blip r:embed="rId27"/>
          <a:srcRect l="0" t="0" r="0" b="0"/>
          <a:stretch>
            <a:fillRect/>
          </a:stretch>
        </p:blipFill>
        <p:spPr>
          <a:xfrm flipH="false" flipV="false" rot="0">
            <a:off x="15104488" y="2491586"/>
            <a:ext cx="517579" cy="539145"/>
          </a:xfrm>
          <a:prstGeom prst="rect">
            <a:avLst/>
          </a:prstGeom>
        </p:spPr>
      </p:pic>
      <p:sp>
        <p:nvSpPr>
          <p:cNvPr name="Freeform 26" id="26"/>
          <p:cNvSpPr/>
          <p:nvPr/>
        </p:nvSpPr>
        <p:spPr>
          <a:xfrm flipH="false" flipV="false" rot="0">
            <a:off x="2098480" y="6789831"/>
            <a:ext cx="843782" cy="662098"/>
          </a:xfrm>
          <a:custGeom>
            <a:avLst/>
            <a:gdLst/>
            <a:ahLst/>
            <a:cxnLst/>
            <a:rect r="r" b="b" t="t" l="l"/>
            <a:pathLst>
              <a:path h="662098" w="843782">
                <a:moveTo>
                  <a:pt x="0" y="0"/>
                </a:moveTo>
                <a:lnTo>
                  <a:pt x="843781" y="0"/>
                </a:lnTo>
                <a:lnTo>
                  <a:pt x="843781" y="662098"/>
                </a:lnTo>
                <a:lnTo>
                  <a:pt x="0" y="662098"/>
                </a:lnTo>
                <a:lnTo>
                  <a:pt x="0" y="0"/>
                </a:lnTo>
                <a:close/>
              </a:path>
            </a:pathLst>
          </a:custGeom>
          <a:blipFill>
            <a:blip r:embed="rId28">
              <a:extLst>
                <a:ext uri="{96DAC541-7B7A-43D3-8B79-37D633B846F1}">
                  <asvg:svgBlip xmlns:asvg="http://schemas.microsoft.com/office/drawing/2016/SVG/main" r:embed="rId29"/>
                </a:ext>
              </a:extLst>
            </a:blip>
            <a:stretch>
              <a:fillRect l="0" t="0" r="-419968" b="0"/>
            </a:stretch>
          </a:blipFill>
        </p:spPr>
      </p:sp>
      <p:sp>
        <p:nvSpPr>
          <p:cNvPr name="Freeform 27" id="27"/>
          <p:cNvSpPr/>
          <p:nvPr/>
        </p:nvSpPr>
        <p:spPr>
          <a:xfrm flipH="false" flipV="false" rot="0">
            <a:off x="1028700" y="4647198"/>
            <a:ext cx="843782" cy="662098"/>
          </a:xfrm>
          <a:custGeom>
            <a:avLst/>
            <a:gdLst/>
            <a:ahLst/>
            <a:cxnLst/>
            <a:rect r="r" b="b" t="t" l="l"/>
            <a:pathLst>
              <a:path h="662098" w="843782">
                <a:moveTo>
                  <a:pt x="0" y="0"/>
                </a:moveTo>
                <a:lnTo>
                  <a:pt x="843782" y="0"/>
                </a:lnTo>
                <a:lnTo>
                  <a:pt x="843782" y="662098"/>
                </a:lnTo>
                <a:lnTo>
                  <a:pt x="0" y="662098"/>
                </a:lnTo>
                <a:lnTo>
                  <a:pt x="0" y="0"/>
                </a:lnTo>
                <a:close/>
              </a:path>
            </a:pathLst>
          </a:custGeom>
          <a:blipFill>
            <a:blip r:embed="rId30">
              <a:extLst>
                <a:ext uri="{96DAC541-7B7A-43D3-8B79-37D633B846F1}">
                  <asvg:svgBlip xmlns:asvg="http://schemas.microsoft.com/office/drawing/2016/SVG/main" r:embed="rId31"/>
                </a:ext>
              </a:extLst>
            </a:blip>
            <a:stretch>
              <a:fillRect l="0" t="0" r="-419968" b="0"/>
            </a:stretch>
          </a:blipFill>
        </p:spPr>
      </p:sp>
      <p:sp>
        <p:nvSpPr>
          <p:cNvPr name="Freeform 28" id="28"/>
          <p:cNvSpPr/>
          <p:nvPr/>
        </p:nvSpPr>
        <p:spPr>
          <a:xfrm flipH="false" flipV="false" rot="0">
            <a:off x="14682597" y="6773499"/>
            <a:ext cx="843782" cy="662098"/>
          </a:xfrm>
          <a:custGeom>
            <a:avLst/>
            <a:gdLst/>
            <a:ahLst/>
            <a:cxnLst/>
            <a:rect r="r" b="b" t="t" l="l"/>
            <a:pathLst>
              <a:path h="662098" w="843782">
                <a:moveTo>
                  <a:pt x="0" y="0"/>
                </a:moveTo>
                <a:lnTo>
                  <a:pt x="843782" y="0"/>
                </a:lnTo>
                <a:lnTo>
                  <a:pt x="843782" y="662098"/>
                </a:lnTo>
                <a:lnTo>
                  <a:pt x="0" y="662098"/>
                </a:lnTo>
                <a:lnTo>
                  <a:pt x="0" y="0"/>
                </a:lnTo>
                <a:close/>
              </a:path>
            </a:pathLst>
          </a:custGeom>
          <a:blipFill>
            <a:blip r:embed="rId28">
              <a:extLst>
                <a:ext uri="{96DAC541-7B7A-43D3-8B79-37D633B846F1}">
                  <asvg:svgBlip xmlns:asvg="http://schemas.microsoft.com/office/drawing/2016/SVG/main" r:embed="rId29"/>
                </a:ext>
              </a:extLst>
            </a:blip>
            <a:stretch>
              <a:fillRect l="0" t="0" r="-419968" b="0"/>
            </a:stretch>
          </a:blipFill>
        </p:spPr>
      </p:sp>
      <p:sp>
        <p:nvSpPr>
          <p:cNvPr name="Freeform 29" id="29"/>
          <p:cNvSpPr/>
          <p:nvPr/>
        </p:nvSpPr>
        <p:spPr>
          <a:xfrm flipH="false" flipV="false" rot="0">
            <a:off x="16415518" y="4647198"/>
            <a:ext cx="843782" cy="662098"/>
          </a:xfrm>
          <a:custGeom>
            <a:avLst/>
            <a:gdLst/>
            <a:ahLst/>
            <a:cxnLst/>
            <a:rect r="r" b="b" t="t" l="l"/>
            <a:pathLst>
              <a:path h="662098" w="843782">
                <a:moveTo>
                  <a:pt x="0" y="0"/>
                </a:moveTo>
                <a:lnTo>
                  <a:pt x="843782" y="0"/>
                </a:lnTo>
                <a:lnTo>
                  <a:pt x="843782" y="662098"/>
                </a:lnTo>
                <a:lnTo>
                  <a:pt x="0" y="662098"/>
                </a:lnTo>
                <a:lnTo>
                  <a:pt x="0" y="0"/>
                </a:lnTo>
                <a:close/>
              </a:path>
            </a:pathLst>
          </a:custGeom>
          <a:blipFill>
            <a:blip r:embed="rId30">
              <a:extLst>
                <a:ext uri="{96DAC541-7B7A-43D3-8B79-37D633B846F1}">
                  <asvg:svgBlip xmlns:asvg="http://schemas.microsoft.com/office/drawing/2016/SVG/main" r:embed="rId31"/>
                </a:ext>
              </a:extLst>
            </a:blip>
            <a:stretch>
              <a:fillRect l="0" t="0" r="-419968" b="0"/>
            </a:stretch>
          </a:blipFill>
        </p:spPr>
      </p:sp>
      <p:sp>
        <p:nvSpPr>
          <p:cNvPr name="Freeform 30" id="30"/>
          <p:cNvSpPr/>
          <p:nvPr/>
        </p:nvSpPr>
        <p:spPr>
          <a:xfrm flipH="false" flipV="false" rot="0">
            <a:off x="2298984" y="6844147"/>
            <a:ext cx="442773" cy="553467"/>
          </a:xfrm>
          <a:custGeom>
            <a:avLst/>
            <a:gdLst/>
            <a:ahLst/>
            <a:cxnLst/>
            <a:rect r="r" b="b" t="t" l="l"/>
            <a:pathLst>
              <a:path h="553467" w="442773">
                <a:moveTo>
                  <a:pt x="0" y="0"/>
                </a:moveTo>
                <a:lnTo>
                  <a:pt x="442773" y="0"/>
                </a:lnTo>
                <a:lnTo>
                  <a:pt x="442773" y="553466"/>
                </a:lnTo>
                <a:lnTo>
                  <a:pt x="0" y="553466"/>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31" id="31"/>
          <p:cNvSpPr/>
          <p:nvPr/>
        </p:nvSpPr>
        <p:spPr>
          <a:xfrm flipH="false" flipV="false" rot="0">
            <a:off x="14882622" y="6827814"/>
            <a:ext cx="442773" cy="553467"/>
          </a:xfrm>
          <a:custGeom>
            <a:avLst/>
            <a:gdLst/>
            <a:ahLst/>
            <a:cxnLst/>
            <a:rect r="r" b="b" t="t" l="l"/>
            <a:pathLst>
              <a:path h="553467" w="442773">
                <a:moveTo>
                  <a:pt x="0" y="0"/>
                </a:moveTo>
                <a:lnTo>
                  <a:pt x="442774" y="0"/>
                </a:lnTo>
                <a:lnTo>
                  <a:pt x="442774" y="553467"/>
                </a:lnTo>
                <a:lnTo>
                  <a:pt x="0" y="553467"/>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32" id="32"/>
          <p:cNvSpPr/>
          <p:nvPr/>
        </p:nvSpPr>
        <p:spPr>
          <a:xfrm flipH="false" flipV="false" rot="0">
            <a:off x="1229204" y="4701514"/>
            <a:ext cx="442773" cy="553467"/>
          </a:xfrm>
          <a:custGeom>
            <a:avLst/>
            <a:gdLst/>
            <a:ahLst/>
            <a:cxnLst/>
            <a:rect r="r" b="b" t="t" l="l"/>
            <a:pathLst>
              <a:path h="553467" w="442773">
                <a:moveTo>
                  <a:pt x="0" y="0"/>
                </a:moveTo>
                <a:lnTo>
                  <a:pt x="442773" y="0"/>
                </a:lnTo>
                <a:lnTo>
                  <a:pt x="442773" y="553466"/>
                </a:lnTo>
                <a:lnTo>
                  <a:pt x="0" y="553466"/>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33" id="33"/>
          <p:cNvSpPr/>
          <p:nvPr/>
        </p:nvSpPr>
        <p:spPr>
          <a:xfrm flipH="false" flipV="false" rot="0">
            <a:off x="16616700" y="4701514"/>
            <a:ext cx="442773" cy="553467"/>
          </a:xfrm>
          <a:custGeom>
            <a:avLst/>
            <a:gdLst/>
            <a:ahLst/>
            <a:cxnLst/>
            <a:rect r="r" b="b" t="t" l="l"/>
            <a:pathLst>
              <a:path h="553467" w="442773">
                <a:moveTo>
                  <a:pt x="0" y="0"/>
                </a:moveTo>
                <a:lnTo>
                  <a:pt x="442774" y="0"/>
                </a:lnTo>
                <a:lnTo>
                  <a:pt x="442774" y="553466"/>
                </a:lnTo>
                <a:lnTo>
                  <a:pt x="0" y="553466"/>
                </a:lnTo>
                <a:lnTo>
                  <a:pt x="0" y="0"/>
                </a:lnTo>
                <a:close/>
              </a:path>
            </a:pathLst>
          </a:custGeom>
          <a:blipFill>
            <a:blip r:embed="rId32">
              <a:extLst>
                <a:ext uri="{96DAC541-7B7A-43D3-8B79-37D633B846F1}">
                  <asvg:svgBlip xmlns:asvg="http://schemas.microsoft.com/office/drawing/2016/SVG/main" r:embed="rId33"/>
                </a:ext>
              </a:extLst>
            </a:blip>
            <a:stretch>
              <a:fillRect l="0" t="0" r="0" b="0"/>
            </a:stretch>
          </a:blipFill>
        </p:spPr>
      </p:sp>
      <p:sp>
        <p:nvSpPr>
          <p:cNvPr name="Freeform 34" id="34"/>
          <p:cNvSpPr/>
          <p:nvPr/>
        </p:nvSpPr>
        <p:spPr>
          <a:xfrm flipH="true" flipV="false" rot="0">
            <a:off x="14621255" y="6205320"/>
            <a:ext cx="966466" cy="568179"/>
          </a:xfrm>
          <a:custGeom>
            <a:avLst/>
            <a:gdLst/>
            <a:ahLst/>
            <a:cxnLst/>
            <a:rect r="r" b="b" t="t" l="l"/>
            <a:pathLst>
              <a:path h="568179" w="966466">
                <a:moveTo>
                  <a:pt x="966466" y="0"/>
                </a:moveTo>
                <a:lnTo>
                  <a:pt x="0" y="0"/>
                </a:lnTo>
                <a:lnTo>
                  <a:pt x="0" y="568179"/>
                </a:lnTo>
                <a:lnTo>
                  <a:pt x="966466" y="568179"/>
                </a:lnTo>
                <a:lnTo>
                  <a:pt x="966466" y="0"/>
                </a:lnTo>
                <a:close/>
              </a:path>
            </a:pathLst>
          </a:custGeom>
          <a:blipFill>
            <a:blip r:embed="rId34">
              <a:extLst>
                <a:ext uri="{96DAC541-7B7A-43D3-8B79-37D633B846F1}">
                  <asvg:svgBlip xmlns:asvg="http://schemas.microsoft.com/office/drawing/2016/SVG/main" r:embed="rId35"/>
                </a:ext>
              </a:extLst>
            </a:blip>
            <a:stretch>
              <a:fillRect l="0" t="0" r="0" b="-10100"/>
            </a:stretch>
          </a:blipFill>
        </p:spPr>
      </p:sp>
      <p:sp>
        <p:nvSpPr>
          <p:cNvPr name="Freeform 35" id="35"/>
          <p:cNvSpPr/>
          <p:nvPr/>
        </p:nvSpPr>
        <p:spPr>
          <a:xfrm flipH="false" flipV="false" rot="0">
            <a:off x="1028700" y="3684108"/>
            <a:ext cx="843782" cy="963090"/>
          </a:xfrm>
          <a:custGeom>
            <a:avLst/>
            <a:gdLst/>
            <a:ahLst/>
            <a:cxnLst/>
            <a:rect r="r" b="b" t="t" l="l"/>
            <a:pathLst>
              <a:path h="963090" w="843782">
                <a:moveTo>
                  <a:pt x="0" y="0"/>
                </a:moveTo>
                <a:lnTo>
                  <a:pt x="843782" y="0"/>
                </a:lnTo>
                <a:lnTo>
                  <a:pt x="843782" y="963090"/>
                </a:lnTo>
                <a:lnTo>
                  <a:pt x="0" y="963090"/>
                </a:lnTo>
                <a:lnTo>
                  <a:pt x="0" y="0"/>
                </a:lnTo>
                <a:close/>
              </a:path>
            </a:pathLst>
          </a:custGeom>
          <a:blipFill>
            <a:blip r:embed="rId36">
              <a:extLst>
                <a:ext uri="{96DAC541-7B7A-43D3-8B79-37D633B846F1}">
                  <asvg:svgBlip xmlns:asvg="http://schemas.microsoft.com/office/drawing/2016/SVG/main" r:embed="rId37"/>
                </a:ext>
              </a:extLst>
            </a:blip>
            <a:stretch>
              <a:fillRect l="0" t="0" r="0" b="-4299"/>
            </a:stretch>
          </a:blipFill>
        </p:spPr>
      </p:sp>
      <p:grpSp>
        <p:nvGrpSpPr>
          <p:cNvPr name="Group 36" id="36"/>
          <p:cNvGrpSpPr/>
          <p:nvPr/>
        </p:nvGrpSpPr>
        <p:grpSpPr>
          <a:xfrm rot="0">
            <a:off x="2107582" y="2670992"/>
            <a:ext cx="13925783" cy="3711982"/>
            <a:chOff x="0" y="0"/>
            <a:chExt cx="3667696" cy="977641"/>
          </a:xfrm>
        </p:grpSpPr>
        <p:sp>
          <p:nvSpPr>
            <p:cNvPr name="Freeform 37" id="37"/>
            <p:cNvSpPr/>
            <p:nvPr/>
          </p:nvSpPr>
          <p:spPr>
            <a:xfrm flipH="false" flipV="false" rot="0">
              <a:off x="0" y="0"/>
              <a:ext cx="3667696" cy="977641"/>
            </a:xfrm>
            <a:custGeom>
              <a:avLst/>
              <a:gdLst/>
              <a:ahLst/>
              <a:cxnLst/>
              <a:rect r="r" b="b" t="t" l="l"/>
              <a:pathLst>
                <a:path h="977641" w="3667696">
                  <a:moveTo>
                    <a:pt x="28353" y="0"/>
                  </a:moveTo>
                  <a:lnTo>
                    <a:pt x="3639343" y="0"/>
                  </a:lnTo>
                  <a:cubicBezTo>
                    <a:pt x="3646863" y="0"/>
                    <a:pt x="3654074" y="2987"/>
                    <a:pt x="3659391" y="8304"/>
                  </a:cubicBezTo>
                  <a:cubicBezTo>
                    <a:pt x="3664709" y="13622"/>
                    <a:pt x="3667696" y="20833"/>
                    <a:pt x="3667696" y="28353"/>
                  </a:cubicBezTo>
                  <a:lnTo>
                    <a:pt x="3667696" y="949288"/>
                  </a:lnTo>
                  <a:cubicBezTo>
                    <a:pt x="3667696" y="956808"/>
                    <a:pt x="3664709" y="964020"/>
                    <a:pt x="3659391" y="969337"/>
                  </a:cubicBezTo>
                  <a:cubicBezTo>
                    <a:pt x="3654074" y="974654"/>
                    <a:pt x="3646863" y="977641"/>
                    <a:pt x="3639343" y="977641"/>
                  </a:cubicBezTo>
                  <a:lnTo>
                    <a:pt x="28353" y="977641"/>
                  </a:lnTo>
                  <a:cubicBezTo>
                    <a:pt x="20833" y="977641"/>
                    <a:pt x="13622" y="974654"/>
                    <a:pt x="8304" y="969337"/>
                  </a:cubicBezTo>
                  <a:cubicBezTo>
                    <a:pt x="2987" y="964020"/>
                    <a:pt x="0" y="956808"/>
                    <a:pt x="0" y="949288"/>
                  </a:cubicBezTo>
                  <a:lnTo>
                    <a:pt x="0" y="28353"/>
                  </a:lnTo>
                  <a:cubicBezTo>
                    <a:pt x="0" y="20833"/>
                    <a:pt x="2987" y="13622"/>
                    <a:pt x="8304" y="8304"/>
                  </a:cubicBezTo>
                  <a:cubicBezTo>
                    <a:pt x="13622" y="2987"/>
                    <a:pt x="20833" y="0"/>
                    <a:pt x="28353" y="0"/>
                  </a:cubicBezTo>
                  <a:close/>
                </a:path>
              </a:pathLst>
            </a:custGeom>
            <a:solidFill>
              <a:srgbClr val="0D1781"/>
            </a:solidFill>
          </p:spPr>
        </p:sp>
        <p:sp>
          <p:nvSpPr>
            <p:cNvPr name="TextBox 38" id="38"/>
            <p:cNvSpPr txBox="true"/>
            <p:nvPr/>
          </p:nvSpPr>
          <p:spPr>
            <a:xfrm>
              <a:off x="0" y="0"/>
              <a:ext cx="3667696" cy="977641"/>
            </a:xfrm>
            <a:prstGeom prst="rect">
              <a:avLst/>
            </a:prstGeom>
          </p:spPr>
          <p:txBody>
            <a:bodyPr anchor="ctr" rtlCol="false" tIns="50800" lIns="50800" bIns="50800" rIns="50800"/>
            <a:lstStyle/>
            <a:p>
              <a:pPr algn="ctr">
                <a:lnSpc>
                  <a:spcPts val="2463"/>
                </a:lnSpc>
              </a:pPr>
            </a:p>
          </p:txBody>
        </p:sp>
      </p:grpSp>
      <p:pic>
        <p:nvPicPr>
          <p:cNvPr name="Picture 39" id="39"/>
          <p:cNvPicPr>
            <a:picLocks noChangeAspect="true"/>
          </p:cNvPicPr>
          <p:nvPr/>
        </p:nvPicPr>
        <p:blipFill>
          <a:blip r:embed="rId38"/>
          <a:srcRect l="0" t="0" r="0" b="0"/>
          <a:stretch>
            <a:fillRect/>
          </a:stretch>
        </p:blipFill>
        <p:spPr>
          <a:xfrm flipH="false" flipV="false" rot="0">
            <a:off x="7151826" y="8288470"/>
            <a:ext cx="1390843" cy="1528398"/>
          </a:xfrm>
          <a:prstGeom prst="rect">
            <a:avLst/>
          </a:prstGeom>
        </p:spPr>
      </p:pic>
      <p:sp>
        <p:nvSpPr>
          <p:cNvPr name="Freeform 40" id="40"/>
          <p:cNvSpPr/>
          <p:nvPr/>
        </p:nvSpPr>
        <p:spPr>
          <a:xfrm flipH="false" flipV="false" rot="0">
            <a:off x="11486070" y="5756354"/>
            <a:ext cx="6042370" cy="3948755"/>
          </a:xfrm>
          <a:custGeom>
            <a:avLst/>
            <a:gdLst/>
            <a:ahLst/>
            <a:cxnLst/>
            <a:rect r="r" b="b" t="t" l="l"/>
            <a:pathLst>
              <a:path h="3948755" w="6042370">
                <a:moveTo>
                  <a:pt x="0" y="0"/>
                </a:moveTo>
                <a:lnTo>
                  <a:pt x="6042370" y="0"/>
                </a:lnTo>
                <a:lnTo>
                  <a:pt x="6042370" y="3948755"/>
                </a:lnTo>
                <a:lnTo>
                  <a:pt x="0" y="3948755"/>
                </a:lnTo>
                <a:lnTo>
                  <a:pt x="0" y="0"/>
                </a:lnTo>
                <a:close/>
              </a:path>
            </a:pathLst>
          </a:custGeom>
          <a:blipFill>
            <a:blip r:embed="rId39"/>
            <a:stretch>
              <a:fillRect l="0" t="-22528" r="0" b="-18842"/>
            </a:stretch>
          </a:blipFill>
        </p:spPr>
      </p:sp>
      <p:sp>
        <p:nvSpPr>
          <p:cNvPr name="TextBox 41" id="41"/>
          <p:cNvSpPr txBox="true"/>
          <p:nvPr/>
        </p:nvSpPr>
        <p:spPr>
          <a:xfrm rot="0">
            <a:off x="2520370" y="1522273"/>
            <a:ext cx="10861028" cy="1238886"/>
          </a:xfrm>
          <a:prstGeom prst="rect">
            <a:avLst/>
          </a:prstGeom>
        </p:spPr>
        <p:txBody>
          <a:bodyPr anchor="t" rtlCol="false" tIns="0" lIns="0" bIns="0" rIns="0">
            <a:spAutoFit/>
          </a:bodyPr>
          <a:lstStyle/>
          <a:p>
            <a:pPr algn="ctr">
              <a:lnSpc>
                <a:spcPts val="9520"/>
              </a:lnSpc>
            </a:pPr>
            <a:r>
              <a:rPr lang="en-US" sz="8500">
                <a:solidFill>
                  <a:srgbClr val="FFFFFF"/>
                </a:solidFill>
                <a:latin typeface="Computer Says No"/>
                <a:ea typeface="Computer Says No"/>
                <a:cs typeface="Computer Says No"/>
                <a:sym typeface="Computer Says No"/>
              </a:rPr>
              <a:t>VARIABLES GLOBALES Y LOCALES</a:t>
            </a:r>
          </a:p>
        </p:txBody>
      </p:sp>
      <p:sp>
        <p:nvSpPr>
          <p:cNvPr name="TextBox 42" id="42"/>
          <p:cNvSpPr txBox="true"/>
          <p:nvPr/>
        </p:nvSpPr>
        <p:spPr>
          <a:xfrm rot="0">
            <a:off x="2988710" y="3101503"/>
            <a:ext cx="12511762" cy="3534550"/>
          </a:xfrm>
          <a:prstGeom prst="rect">
            <a:avLst/>
          </a:prstGeom>
        </p:spPr>
        <p:txBody>
          <a:bodyPr anchor="t" rtlCol="false" tIns="0" lIns="0" bIns="0" rIns="0">
            <a:spAutoFit/>
          </a:bodyPr>
          <a:lstStyle/>
          <a:p>
            <a:pPr algn="l" marL="481880" indent="-240940" lvl="1">
              <a:lnSpc>
                <a:spcPts val="3124"/>
              </a:lnSpc>
              <a:buFont typeface="Arial"/>
              <a:buChar char="•"/>
            </a:pPr>
            <a:r>
              <a:rPr lang="en-US" sz="2231">
                <a:solidFill>
                  <a:srgbClr val="FFFFFF"/>
                </a:solidFill>
                <a:latin typeface="Poppins"/>
                <a:ea typeface="Poppins"/>
                <a:cs typeface="Poppins"/>
                <a:sym typeface="Poppins"/>
              </a:rPr>
              <a:t>Las reglas de ámbito de un lenguaje son las reglas que controlan si un fragmento de código conoce o tiene acceso a otro fragmento de código o de datos.</a:t>
            </a:r>
          </a:p>
          <a:p>
            <a:pPr algn="l">
              <a:lnSpc>
                <a:spcPts val="3124"/>
              </a:lnSpc>
            </a:pPr>
          </a:p>
          <a:p>
            <a:pPr algn="l" marL="481880" indent="-240940" lvl="1">
              <a:lnSpc>
                <a:spcPts val="3124"/>
              </a:lnSpc>
              <a:buFont typeface="Arial"/>
              <a:buChar char="•"/>
            </a:pPr>
            <a:r>
              <a:rPr lang="en-US" sz="2231">
                <a:solidFill>
                  <a:srgbClr val="FFFFFF"/>
                </a:solidFill>
                <a:latin typeface="Poppins"/>
                <a:ea typeface="Poppins"/>
                <a:cs typeface="Poppins"/>
                <a:sym typeface="Poppins"/>
              </a:rPr>
              <a:t>Una </a:t>
            </a:r>
            <a:r>
              <a:rPr lang="en-US" b="true" sz="2231">
                <a:solidFill>
                  <a:srgbClr val="FFFFFF"/>
                </a:solidFill>
                <a:latin typeface="Poppins Bold"/>
                <a:ea typeface="Poppins Bold"/>
                <a:cs typeface="Poppins Bold"/>
                <a:sym typeface="Poppins Bold"/>
              </a:rPr>
              <a:t>variable local </a:t>
            </a:r>
            <a:r>
              <a:rPr lang="en-US" sz="2231">
                <a:solidFill>
                  <a:srgbClr val="FFFFFF"/>
                </a:solidFill>
                <a:latin typeface="Poppins"/>
                <a:ea typeface="Poppins"/>
                <a:cs typeface="Poppins"/>
                <a:sym typeface="Poppins"/>
              </a:rPr>
              <a:t>es aquella cuyo ámbito se restringe a la función que la ha declarado se dice entonces que la variable es local a esa función. Esto implica que esa variable sólo va a poder ser manipulada en dicha sección, y no se podrá hacer referencia fuera de dicha sección.</a:t>
            </a:r>
          </a:p>
          <a:p>
            <a:pPr algn="l">
              <a:lnSpc>
                <a:spcPts val="3124"/>
              </a:lnSpc>
            </a:pPr>
          </a:p>
          <a:p>
            <a:pPr algn="l">
              <a:lnSpc>
                <a:spcPts val="3124"/>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3613C8"/>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5109"/>
            <a:ext cx="18288000" cy="1163782"/>
            <a:chOff x="0" y="0"/>
            <a:chExt cx="24384000" cy="1551709"/>
          </a:xfrm>
        </p:grpSpPr>
        <p:sp>
          <p:nvSpPr>
            <p:cNvPr name="Freeform 4" id="4"/>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false" flipV="false" rot="0">
            <a:off x="13381398"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808423"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0814350" y="8857429"/>
            <a:ext cx="471618" cy="847680"/>
          </a:xfrm>
          <a:custGeom>
            <a:avLst/>
            <a:gdLst/>
            <a:ahLst/>
            <a:cxnLst/>
            <a:rect r="r" b="b" t="t" l="l"/>
            <a:pathLst>
              <a:path h="847680" w="471618">
                <a:moveTo>
                  <a:pt x="0" y="0"/>
                </a:moveTo>
                <a:lnTo>
                  <a:pt x="471618" y="0"/>
                </a:lnTo>
                <a:lnTo>
                  <a:pt x="471618" y="847680"/>
                </a:lnTo>
                <a:lnTo>
                  <a:pt x="0" y="84768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7151826" y="716781"/>
            <a:ext cx="548836" cy="587276"/>
          </a:xfrm>
          <a:custGeom>
            <a:avLst/>
            <a:gdLst/>
            <a:ahLst/>
            <a:cxnLst/>
            <a:rect r="r" b="b" t="t" l="l"/>
            <a:pathLst>
              <a:path h="587276" w="548836">
                <a:moveTo>
                  <a:pt x="0" y="0"/>
                </a:moveTo>
                <a:lnTo>
                  <a:pt x="548836" y="0"/>
                </a:lnTo>
                <a:lnTo>
                  <a:pt x="548836" y="587277"/>
                </a:lnTo>
                <a:lnTo>
                  <a:pt x="0" y="58727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1" id="11"/>
          <p:cNvSpPr/>
          <p:nvPr/>
        </p:nvSpPr>
        <p:spPr>
          <a:xfrm flipH="false" flipV="false" rot="0">
            <a:off x="6272125" y="756289"/>
            <a:ext cx="587276" cy="547769"/>
          </a:xfrm>
          <a:custGeom>
            <a:avLst/>
            <a:gdLst/>
            <a:ahLst/>
            <a:cxnLst/>
            <a:rect r="r" b="b" t="t" l="l"/>
            <a:pathLst>
              <a:path h="547769" w="587276">
                <a:moveTo>
                  <a:pt x="0" y="0"/>
                </a:moveTo>
                <a:lnTo>
                  <a:pt x="587276" y="0"/>
                </a:lnTo>
                <a:lnTo>
                  <a:pt x="587276" y="547769"/>
                </a:lnTo>
                <a:lnTo>
                  <a:pt x="0" y="54776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9939918" y="697028"/>
            <a:ext cx="548836" cy="587276"/>
          </a:xfrm>
          <a:custGeom>
            <a:avLst/>
            <a:gdLst/>
            <a:ahLst/>
            <a:cxnLst/>
            <a:rect r="r" b="b" t="t" l="l"/>
            <a:pathLst>
              <a:path h="587276" w="548836">
                <a:moveTo>
                  <a:pt x="0" y="0"/>
                </a:moveTo>
                <a:lnTo>
                  <a:pt x="548836" y="0"/>
                </a:lnTo>
                <a:lnTo>
                  <a:pt x="548836" y="587276"/>
                </a:lnTo>
                <a:lnTo>
                  <a:pt x="0" y="58727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10735167" y="716781"/>
            <a:ext cx="587276" cy="547769"/>
          </a:xfrm>
          <a:custGeom>
            <a:avLst/>
            <a:gdLst/>
            <a:ahLst/>
            <a:cxnLst/>
            <a:rect r="r" b="b" t="t" l="l"/>
            <a:pathLst>
              <a:path h="547769" w="587276">
                <a:moveTo>
                  <a:pt x="0" y="0"/>
                </a:moveTo>
                <a:lnTo>
                  <a:pt x="587277" y="0"/>
                </a:lnTo>
                <a:lnTo>
                  <a:pt x="587277" y="547769"/>
                </a:lnTo>
                <a:lnTo>
                  <a:pt x="0" y="547769"/>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337725"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1992632" y="8857429"/>
            <a:ext cx="2913900" cy="847680"/>
          </a:xfrm>
          <a:custGeom>
            <a:avLst/>
            <a:gdLst/>
            <a:ahLst/>
            <a:cxnLst/>
            <a:rect r="r" b="b" t="t" l="l"/>
            <a:pathLst>
              <a:path h="847680" w="2913900">
                <a:moveTo>
                  <a:pt x="0" y="0"/>
                </a:moveTo>
                <a:lnTo>
                  <a:pt x="2913900" y="0"/>
                </a:lnTo>
                <a:lnTo>
                  <a:pt x="2913900" y="847680"/>
                </a:lnTo>
                <a:lnTo>
                  <a:pt x="0" y="8476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8467052" y="736535"/>
            <a:ext cx="702268" cy="547769"/>
          </a:xfrm>
          <a:custGeom>
            <a:avLst/>
            <a:gdLst/>
            <a:ahLst/>
            <a:cxnLst/>
            <a:rect r="r" b="b" t="t" l="l"/>
            <a:pathLst>
              <a:path h="547769" w="702268">
                <a:moveTo>
                  <a:pt x="0" y="0"/>
                </a:moveTo>
                <a:lnTo>
                  <a:pt x="702268" y="0"/>
                </a:lnTo>
                <a:lnTo>
                  <a:pt x="702268" y="547769"/>
                </a:lnTo>
                <a:lnTo>
                  <a:pt x="0" y="54776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17" id="17"/>
          <p:cNvGrpSpPr/>
          <p:nvPr/>
        </p:nvGrpSpPr>
        <p:grpSpPr>
          <a:xfrm rot="0">
            <a:off x="14507255" y="697028"/>
            <a:ext cx="3052218" cy="717550"/>
            <a:chOff x="0" y="0"/>
            <a:chExt cx="803876" cy="188984"/>
          </a:xfrm>
        </p:grpSpPr>
        <p:sp>
          <p:nvSpPr>
            <p:cNvPr name="Freeform 18" id="18"/>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0D1781"/>
            </a:solidFill>
            <a:ln cap="rnd">
              <a:noFill/>
              <a:prstDash val="solid"/>
              <a:round/>
            </a:ln>
          </p:spPr>
        </p:sp>
        <p:sp>
          <p:nvSpPr>
            <p:cNvPr name="TextBox 19" id="19"/>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20" action="ppaction://hlinksldjump"/>
                </a:rPr>
                <a:t>Back to</a:t>
              </a:r>
              <a:r>
                <a:rPr lang="en-US" sz="1300">
                  <a:solidFill>
                    <a:srgbClr val="FFFFFF"/>
                  </a:solidFill>
                  <a:latin typeface="Poppins Light"/>
                  <a:ea typeface="Poppins Light"/>
                  <a:cs typeface="Poppins Light"/>
                  <a:sym typeface="Poppins Light"/>
                </a:rPr>
                <a:t> </a:t>
              </a:r>
              <a:r>
                <a:rPr lang="en-US" sz="1300">
                  <a:solidFill>
                    <a:srgbClr val="FFFFFF"/>
                  </a:solidFill>
                  <a:latin typeface="Poppins Light"/>
                  <a:ea typeface="Poppins Light"/>
                  <a:cs typeface="Poppins Light"/>
                  <a:sym typeface="Poppins Light"/>
                  <a:hlinkClick r:id="rId20" action="ppaction://hlinksldjump"/>
                </a:rPr>
                <a:t>Agenda Page</a:t>
              </a:r>
            </a:p>
          </p:txBody>
        </p:sp>
      </p:grpSp>
      <p:sp>
        <p:nvSpPr>
          <p:cNvPr name="Freeform 20" id="20"/>
          <p:cNvSpPr/>
          <p:nvPr/>
        </p:nvSpPr>
        <p:spPr>
          <a:xfrm flipH="false" flipV="false" rot="0">
            <a:off x="675294" y="697028"/>
            <a:ext cx="1738558" cy="717550"/>
          </a:xfrm>
          <a:custGeom>
            <a:avLst/>
            <a:gdLst/>
            <a:ahLst/>
            <a:cxnLst/>
            <a:rect r="r" b="b" t="t" l="l"/>
            <a:pathLst>
              <a:path h="717550" w="1738558">
                <a:moveTo>
                  <a:pt x="0" y="0"/>
                </a:moveTo>
                <a:lnTo>
                  <a:pt x="1738558" y="0"/>
                </a:lnTo>
                <a:lnTo>
                  <a:pt x="1738558" y="717550"/>
                </a:lnTo>
                <a:lnTo>
                  <a:pt x="0" y="717550"/>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pic>
        <p:nvPicPr>
          <p:cNvPr name="Picture 21" id="21"/>
          <p:cNvPicPr>
            <a:picLocks noChangeAspect="true"/>
          </p:cNvPicPr>
          <p:nvPr/>
        </p:nvPicPr>
        <p:blipFill>
          <a:blip r:embed="rId23"/>
          <a:srcRect l="0" t="0" r="0" b="0"/>
          <a:stretch>
            <a:fillRect/>
          </a:stretch>
        </p:blipFill>
        <p:spPr>
          <a:xfrm flipH="false" flipV="false" rot="0">
            <a:off x="4751254" y="6789831"/>
            <a:ext cx="971251" cy="1103694"/>
          </a:xfrm>
          <a:prstGeom prst="rect">
            <a:avLst/>
          </a:prstGeom>
        </p:spPr>
      </p:pic>
      <p:pic>
        <p:nvPicPr>
          <p:cNvPr name="Picture 22" id="22"/>
          <p:cNvPicPr>
            <a:picLocks noChangeAspect="true"/>
          </p:cNvPicPr>
          <p:nvPr/>
        </p:nvPicPr>
        <p:blipFill>
          <a:blip r:embed="rId24"/>
          <a:srcRect l="0" t="0" r="0" b="0"/>
          <a:stretch>
            <a:fillRect/>
          </a:stretch>
        </p:blipFill>
        <p:spPr>
          <a:xfrm flipH="false" flipV="false" rot="0">
            <a:off x="11868886" y="6773499"/>
            <a:ext cx="1003961" cy="1120026"/>
          </a:xfrm>
          <a:prstGeom prst="rect">
            <a:avLst/>
          </a:prstGeom>
        </p:spPr>
      </p:pic>
      <p:pic>
        <p:nvPicPr>
          <p:cNvPr name="Picture 23" id="23"/>
          <p:cNvPicPr>
            <a:picLocks noChangeAspect="true"/>
          </p:cNvPicPr>
          <p:nvPr/>
        </p:nvPicPr>
        <p:blipFill>
          <a:blip r:embed="rId25"/>
          <a:srcRect l="0" t="0" r="0" b="0"/>
          <a:stretch>
            <a:fillRect/>
          </a:stretch>
        </p:blipFill>
        <p:spPr>
          <a:xfrm flipH="false" flipV="false" rot="0">
            <a:off x="2719050" y="2222014"/>
            <a:ext cx="517579" cy="539145"/>
          </a:xfrm>
          <a:prstGeom prst="rect">
            <a:avLst/>
          </a:prstGeom>
        </p:spPr>
      </p:pic>
      <p:pic>
        <p:nvPicPr>
          <p:cNvPr name="Picture 24" id="24"/>
          <p:cNvPicPr>
            <a:picLocks noChangeAspect="true"/>
          </p:cNvPicPr>
          <p:nvPr/>
        </p:nvPicPr>
        <p:blipFill>
          <a:blip r:embed="rId25"/>
          <a:srcRect l="0" t="0" r="0" b="0"/>
          <a:stretch>
            <a:fillRect/>
          </a:stretch>
        </p:blipFill>
        <p:spPr>
          <a:xfrm flipH="false" flipV="false" rot="0">
            <a:off x="15104488" y="2491586"/>
            <a:ext cx="517579" cy="539145"/>
          </a:xfrm>
          <a:prstGeom prst="rect">
            <a:avLst/>
          </a:prstGeom>
        </p:spPr>
      </p:pic>
      <p:sp>
        <p:nvSpPr>
          <p:cNvPr name="Freeform 25" id="25"/>
          <p:cNvSpPr/>
          <p:nvPr/>
        </p:nvSpPr>
        <p:spPr>
          <a:xfrm flipH="false" flipV="false" rot="0">
            <a:off x="2098480" y="6789831"/>
            <a:ext cx="843782" cy="662098"/>
          </a:xfrm>
          <a:custGeom>
            <a:avLst/>
            <a:gdLst/>
            <a:ahLst/>
            <a:cxnLst/>
            <a:rect r="r" b="b" t="t" l="l"/>
            <a:pathLst>
              <a:path h="662098" w="843782">
                <a:moveTo>
                  <a:pt x="0" y="0"/>
                </a:moveTo>
                <a:lnTo>
                  <a:pt x="843781" y="0"/>
                </a:lnTo>
                <a:lnTo>
                  <a:pt x="843781" y="662098"/>
                </a:lnTo>
                <a:lnTo>
                  <a:pt x="0" y="662098"/>
                </a:lnTo>
                <a:lnTo>
                  <a:pt x="0" y="0"/>
                </a:lnTo>
                <a:close/>
              </a:path>
            </a:pathLst>
          </a:custGeom>
          <a:blipFill>
            <a:blip r:embed="rId26">
              <a:extLst>
                <a:ext uri="{96DAC541-7B7A-43D3-8B79-37D633B846F1}">
                  <asvg:svgBlip xmlns:asvg="http://schemas.microsoft.com/office/drawing/2016/SVG/main" r:embed="rId27"/>
                </a:ext>
              </a:extLst>
            </a:blip>
            <a:stretch>
              <a:fillRect l="0" t="0" r="-419968" b="0"/>
            </a:stretch>
          </a:blipFill>
        </p:spPr>
      </p:sp>
      <p:sp>
        <p:nvSpPr>
          <p:cNvPr name="Freeform 26" id="26"/>
          <p:cNvSpPr/>
          <p:nvPr/>
        </p:nvSpPr>
        <p:spPr>
          <a:xfrm flipH="false" flipV="false" rot="0">
            <a:off x="1028700" y="4647198"/>
            <a:ext cx="843782" cy="662098"/>
          </a:xfrm>
          <a:custGeom>
            <a:avLst/>
            <a:gdLst/>
            <a:ahLst/>
            <a:cxnLst/>
            <a:rect r="r" b="b" t="t" l="l"/>
            <a:pathLst>
              <a:path h="662098" w="843782">
                <a:moveTo>
                  <a:pt x="0" y="0"/>
                </a:moveTo>
                <a:lnTo>
                  <a:pt x="843782" y="0"/>
                </a:lnTo>
                <a:lnTo>
                  <a:pt x="843782" y="662098"/>
                </a:lnTo>
                <a:lnTo>
                  <a:pt x="0" y="662098"/>
                </a:lnTo>
                <a:lnTo>
                  <a:pt x="0" y="0"/>
                </a:lnTo>
                <a:close/>
              </a:path>
            </a:pathLst>
          </a:custGeom>
          <a:blipFill>
            <a:blip r:embed="rId28">
              <a:extLst>
                <a:ext uri="{96DAC541-7B7A-43D3-8B79-37D633B846F1}">
                  <asvg:svgBlip xmlns:asvg="http://schemas.microsoft.com/office/drawing/2016/SVG/main" r:embed="rId29"/>
                </a:ext>
              </a:extLst>
            </a:blip>
            <a:stretch>
              <a:fillRect l="0" t="0" r="-419968" b="0"/>
            </a:stretch>
          </a:blipFill>
        </p:spPr>
      </p:sp>
      <p:sp>
        <p:nvSpPr>
          <p:cNvPr name="Freeform 27" id="27"/>
          <p:cNvSpPr/>
          <p:nvPr/>
        </p:nvSpPr>
        <p:spPr>
          <a:xfrm flipH="false" flipV="false" rot="0">
            <a:off x="14682597" y="6773499"/>
            <a:ext cx="843782" cy="662098"/>
          </a:xfrm>
          <a:custGeom>
            <a:avLst/>
            <a:gdLst/>
            <a:ahLst/>
            <a:cxnLst/>
            <a:rect r="r" b="b" t="t" l="l"/>
            <a:pathLst>
              <a:path h="662098" w="843782">
                <a:moveTo>
                  <a:pt x="0" y="0"/>
                </a:moveTo>
                <a:lnTo>
                  <a:pt x="843782" y="0"/>
                </a:lnTo>
                <a:lnTo>
                  <a:pt x="843782" y="662098"/>
                </a:lnTo>
                <a:lnTo>
                  <a:pt x="0" y="662098"/>
                </a:lnTo>
                <a:lnTo>
                  <a:pt x="0" y="0"/>
                </a:lnTo>
                <a:close/>
              </a:path>
            </a:pathLst>
          </a:custGeom>
          <a:blipFill>
            <a:blip r:embed="rId26">
              <a:extLst>
                <a:ext uri="{96DAC541-7B7A-43D3-8B79-37D633B846F1}">
                  <asvg:svgBlip xmlns:asvg="http://schemas.microsoft.com/office/drawing/2016/SVG/main" r:embed="rId27"/>
                </a:ext>
              </a:extLst>
            </a:blip>
            <a:stretch>
              <a:fillRect l="0" t="0" r="-419968" b="0"/>
            </a:stretch>
          </a:blipFill>
        </p:spPr>
      </p:sp>
      <p:sp>
        <p:nvSpPr>
          <p:cNvPr name="Freeform 28" id="28"/>
          <p:cNvSpPr/>
          <p:nvPr/>
        </p:nvSpPr>
        <p:spPr>
          <a:xfrm flipH="false" flipV="false" rot="0">
            <a:off x="16415518" y="4647198"/>
            <a:ext cx="843782" cy="662098"/>
          </a:xfrm>
          <a:custGeom>
            <a:avLst/>
            <a:gdLst/>
            <a:ahLst/>
            <a:cxnLst/>
            <a:rect r="r" b="b" t="t" l="l"/>
            <a:pathLst>
              <a:path h="662098" w="843782">
                <a:moveTo>
                  <a:pt x="0" y="0"/>
                </a:moveTo>
                <a:lnTo>
                  <a:pt x="843782" y="0"/>
                </a:lnTo>
                <a:lnTo>
                  <a:pt x="843782" y="662098"/>
                </a:lnTo>
                <a:lnTo>
                  <a:pt x="0" y="662098"/>
                </a:lnTo>
                <a:lnTo>
                  <a:pt x="0" y="0"/>
                </a:lnTo>
                <a:close/>
              </a:path>
            </a:pathLst>
          </a:custGeom>
          <a:blipFill>
            <a:blip r:embed="rId28">
              <a:extLst>
                <a:ext uri="{96DAC541-7B7A-43D3-8B79-37D633B846F1}">
                  <asvg:svgBlip xmlns:asvg="http://schemas.microsoft.com/office/drawing/2016/SVG/main" r:embed="rId29"/>
                </a:ext>
              </a:extLst>
            </a:blip>
            <a:stretch>
              <a:fillRect l="0" t="0" r="-419968" b="0"/>
            </a:stretch>
          </a:blipFill>
        </p:spPr>
      </p:sp>
      <p:sp>
        <p:nvSpPr>
          <p:cNvPr name="Freeform 29" id="29"/>
          <p:cNvSpPr/>
          <p:nvPr/>
        </p:nvSpPr>
        <p:spPr>
          <a:xfrm flipH="false" flipV="false" rot="0">
            <a:off x="2298984" y="6844147"/>
            <a:ext cx="442773" cy="553467"/>
          </a:xfrm>
          <a:custGeom>
            <a:avLst/>
            <a:gdLst/>
            <a:ahLst/>
            <a:cxnLst/>
            <a:rect r="r" b="b" t="t" l="l"/>
            <a:pathLst>
              <a:path h="553467" w="442773">
                <a:moveTo>
                  <a:pt x="0" y="0"/>
                </a:moveTo>
                <a:lnTo>
                  <a:pt x="442773" y="0"/>
                </a:lnTo>
                <a:lnTo>
                  <a:pt x="442773" y="553466"/>
                </a:lnTo>
                <a:lnTo>
                  <a:pt x="0" y="553466"/>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30" id="30"/>
          <p:cNvSpPr/>
          <p:nvPr/>
        </p:nvSpPr>
        <p:spPr>
          <a:xfrm flipH="false" flipV="false" rot="0">
            <a:off x="14882622" y="6827814"/>
            <a:ext cx="442773" cy="553467"/>
          </a:xfrm>
          <a:custGeom>
            <a:avLst/>
            <a:gdLst/>
            <a:ahLst/>
            <a:cxnLst/>
            <a:rect r="r" b="b" t="t" l="l"/>
            <a:pathLst>
              <a:path h="553467" w="442773">
                <a:moveTo>
                  <a:pt x="0" y="0"/>
                </a:moveTo>
                <a:lnTo>
                  <a:pt x="442774" y="0"/>
                </a:lnTo>
                <a:lnTo>
                  <a:pt x="442774" y="553467"/>
                </a:lnTo>
                <a:lnTo>
                  <a:pt x="0" y="553467"/>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31" id="31"/>
          <p:cNvSpPr/>
          <p:nvPr/>
        </p:nvSpPr>
        <p:spPr>
          <a:xfrm flipH="false" flipV="false" rot="0">
            <a:off x="1229204" y="4701514"/>
            <a:ext cx="442773" cy="553467"/>
          </a:xfrm>
          <a:custGeom>
            <a:avLst/>
            <a:gdLst/>
            <a:ahLst/>
            <a:cxnLst/>
            <a:rect r="r" b="b" t="t" l="l"/>
            <a:pathLst>
              <a:path h="553467" w="442773">
                <a:moveTo>
                  <a:pt x="0" y="0"/>
                </a:moveTo>
                <a:lnTo>
                  <a:pt x="442773" y="0"/>
                </a:lnTo>
                <a:lnTo>
                  <a:pt x="442773" y="553466"/>
                </a:lnTo>
                <a:lnTo>
                  <a:pt x="0" y="553466"/>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32" id="32"/>
          <p:cNvSpPr/>
          <p:nvPr/>
        </p:nvSpPr>
        <p:spPr>
          <a:xfrm flipH="false" flipV="false" rot="0">
            <a:off x="16616700" y="4701514"/>
            <a:ext cx="442773" cy="553467"/>
          </a:xfrm>
          <a:custGeom>
            <a:avLst/>
            <a:gdLst/>
            <a:ahLst/>
            <a:cxnLst/>
            <a:rect r="r" b="b" t="t" l="l"/>
            <a:pathLst>
              <a:path h="553467" w="442773">
                <a:moveTo>
                  <a:pt x="0" y="0"/>
                </a:moveTo>
                <a:lnTo>
                  <a:pt x="442774" y="0"/>
                </a:lnTo>
                <a:lnTo>
                  <a:pt x="442774" y="553466"/>
                </a:lnTo>
                <a:lnTo>
                  <a:pt x="0" y="553466"/>
                </a:lnTo>
                <a:lnTo>
                  <a:pt x="0" y="0"/>
                </a:lnTo>
                <a:close/>
              </a:path>
            </a:pathLst>
          </a:custGeom>
          <a:blipFill>
            <a:blip r:embed="rId30">
              <a:extLst>
                <a:ext uri="{96DAC541-7B7A-43D3-8B79-37D633B846F1}">
                  <asvg:svgBlip xmlns:asvg="http://schemas.microsoft.com/office/drawing/2016/SVG/main" r:embed="rId31"/>
                </a:ext>
              </a:extLst>
            </a:blip>
            <a:stretch>
              <a:fillRect l="0" t="0" r="0" b="0"/>
            </a:stretch>
          </a:blipFill>
        </p:spPr>
      </p:sp>
      <p:sp>
        <p:nvSpPr>
          <p:cNvPr name="Freeform 33" id="33"/>
          <p:cNvSpPr/>
          <p:nvPr/>
        </p:nvSpPr>
        <p:spPr>
          <a:xfrm flipH="true" flipV="false" rot="0">
            <a:off x="14621255" y="6205320"/>
            <a:ext cx="966466" cy="568179"/>
          </a:xfrm>
          <a:custGeom>
            <a:avLst/>
            <a:gdLst/>
            <a:ahLst/>
            <a:cxnLst/>
            <a:rect r="r" b="b" t="t" l="l"/>
            <a:pathLst>
              <a:path h="568179" w="966466">
                <a:moveTo>
                  <a:pt x="966466" y="0"/>
                </a:moveTo>
                <a:lnTo>
                  <a:pt x="0" y="0"/>
                </a:lnTo>
                <a:lnTo>
                  <a:pt x="0" y="568179"/>
                </a:lnTo>
                <a:lnTo>
                  <a:pt x="966466" y="568179"/>
                </a:lnTo>
                <a:lnTo>
                  <a:pt x="966466" y="0"/>
                </a:lnTo>
                <a:close/>
              </a:path>
            </a:pathLst>
          </a:custGeom>
          <a:blipFill>
            <a:blip r:embed="rId32">
              <a:extLst>
                <a:ext uri="{96DAC541-7B7A-43D3-8B79-37D633B846F1}">
                  <asvg:svgBlip xmlns:asvg="http://schemas.microsoft.com/office/drawing/2016/SVG/main" r:embed="rId33"/>
                </a:ext>
              </a:extLst>
            </a:blip>
            <a:stretch>
              <a:fillRect l="0" t="0" r="0" b="-10100"/>
            </a:stretch>
          </a:blipFill>
        </p:spPr>
      </p:sp>
      <p:sp>
        <p:nvSpPr>
          <p:cNvPr name="Freeform 34" id="34"/>
          <p:cNvSpPr/>
          <p:nvPr/>
        </p:nvSpPr>
        <p:spPr>
          <a:xfrm flipH="false" flipV="false" rot="0">
            <a:off x="1028700" y="3684108"/>
            <a:ext cx="843782" cy="963090"/>
          </a:xfrm>
          <a:custGeom>
            <a:avLst/>
            <a:gdLst/>
            <a:ahLst/>
            <a:cxnLst/>
            <a:rect r="r" b="b" t="t" l="l"/>
            <a:pathLst>
              <a:path h="963090" w="843782">
                <a:moveTo>
                  <a:pt x="0" y="0"/>
                </a:moveTo>
                <a:lnTo>
                  <a:pt x="843782" y="0"/>
                </a:lnTo>
                <a:lnTo>
                  <a:pt x="843782" y="963090"/>
                </a:lnTo>
                <a:lnTo>
                  <a:pt x="0" y="963090"/>
                </a:lnTo>
                <a:lnTo>
                  <a:pt x="0" y="0"/>
                </a:lnTo>
                <a:close/>
              </a:path>
            </a:pathLst>
          </a:custGeom>
          <a:blipFill>
            <a:blip r:embed="rId34">
              <a:extLst>
                <a:ext uri="{96DAC541-7B7A-43D3-8B79-37D633B846F1}">
                  <asvg:svgBlip xmlns:asvg="http://schemas.microsoft.com/office/drawing/2016/SVG/main" r:embed="rId35"/>
                </a:ext>
              </a:extLst>
            </a:blip>
            <a:stretch>
              <a:fillRect l="0" t="0" r="0" b="-4299"/>
            </a:stretch>
          </a:blipFill>
        </p:spPr>
      </p:sp>
      <p:grpSp>
        <p:nvGrpSpPr>
          <p:cNvPr name="Group 35" id="35"/>
          <p:cNvGrpSpPr/>
          <p:nvPr/>
        </p:nvGrpSpPr>
        <p:grpSpPr>
          <a:xfrm rot="0">
            <a:off x="360716" y="2670992"/>
            <a:ext cx="13925783" cy="4173154"/>
            <a:chOff x="0" y="0"/>
            <a:chExt cx="3667696" cy="1099102"/>
          </a:xfrm>
        </p:grpSpPr>
        <p:sp>
          <p:nvSpPr>
            <p:cNvPr name="Freeform 36" id="36"/>
            <p:cNvSpPr/>
            <p:nvPr/>
          </p:nvSpPr>
          <p:spPr>
            <a:xfrm flipH="false" flipV="false" rot="0">
              <a:off x="0" y="0"/>
              <a:ext cx="3667696" cy="1099102"/>
            </a:xfrm>
            <a:custGeom>
              <a:avLst/>
              <a:gdLst/>
              <a:ahLst/>
              <a:cxnLst/>
              <a:rect r="r" b="b" t="t" l="l"/>
              <a:pathLst>
                <a:path h="1099102" w="3667696">
                  <a:moveTo>
                    <a:pt x="28353" y="0"/>
                  </a:moveTo>
                  <a:lnTo>
                    <a:pt x="3639343" y="0"/>
                  </a:lnTo>
                  <a:cubicBezTo>
                    <a:pt x="3646863" y="0"/>
                    <a:pt x="3654074" y="2987"/>
                    <a:pt x="3659391" y="8304"/>
                  </a:cubicBezTo>
                  <a:cubicBezTo>
                    <a:pt x="3664709" y="13622"/>
                    <a:pt x="3667696" y="20833"/>
                    <a:pt x="3667696" y="28353"/>
                  </a:cubicBezTo>
                  <a:lnTo>
                    <a:pt x="3667696" y="1070749"/>
                  </a:lnTo>
                  <a:cubicBezTo>
                    <a:pt x="3667696" y="1078269"/>
                    <a:pt x="3664709" y="1085481"/>
                    <a:pt x="3659391" y="1090798"/>
                  </a:cubicBezTo>
                  <a:cubicBezTo>
                    <a:pt x="3654074" y="1096115"/>
                    <a:pt x="3646863" y="1099102"/>
                    <a:pt x="3639343" y="1099102"/>
                  </a:cubicBezTo>
                  <a:lnTo>
                    <a:pt x="28353" y="1099102"/>
                  </a:lnTo>
                  <a:cubicBezTo>
                    <a:pt x="20833" y="1099102"/>
                    <a:pt x="13622" y="1096115"/>
                    <a:pt x="8304" y="1090798"/>
                  </a:cubicBezTo>
                  <a:cubicBezTo>
                    <a:pt x="2987" y="1085481"/>
                    <a:pt x="0" y="1078269"/>
                    <a:pt x="0" y="1070749"/>
                  </a:cubicBezTo>
                  <a:lnTo>
                    <a:pt x="0" y="28353"/>
                  </a:lnTo>
                  <a:cubicBezTo>
                    <a:pt x="0" y="20833"/>
                    <a:pt x="2987" y="13622"/>
                    <a:pt x="8304" y="8304"/>
                  </a:cubicBezTo>
                  <a:cubicBezTo>
                    <a:pt x="13622" y="2987"/>
                    <a:pt x="20833" y="0"/>
                    <a:pt x="28353" y="0"/>
                  </a:cubicBezTo>
                  <a:close/>
                </a:path>
              </a:pathLst>
            </a:custGeom>
            <a:solidFill>
              <a:srgbClr val="0D1781"/>
            </a:solidFill>
          </p:spPr>
        </p:sp>
        <p:sp>
          <p:nvSpPr>
            <p:cNvPr name="TextBox 37" id="37"/>
            <p:cNvSpPr txBox="true"/>
            <p:nvPr/>
          </p:nvSpPr>
          <p:spPr>
            <a:xfrm>
              <a:off x="0" y="0"/>
              <a:ext cx="3667696" cy="1099102"/>
            </a:xfrm>
            <a:prstGeom prst="rect">
              <a:avLst/>
            </a:prstGeom>
          </p:spPr>
          <p:txBody>
            <a:bodyPr anchor="ctr" rtlCol="false" tIns="50800" lIns="50800" bIns="50800" rIns="50800"/>
            <a:lstStyle/>
            <a:p>
              <a:pPr algn="ctr">
                <a:lnSpc>
                  <a:spcPts val="2463"/>
                </a:lnSpc>
              </a:pPr>
            </a:p>
          </p:txBody>
        </p:sp>
      </p:grpSp>
      <p:sp>
        <p:nvSpPr>
          <p:cNvPr name="Freeform 38" id="38"/>
          <p:cNvSpPr/>
          <p:nvPr/>
        </p:nvSpPr>
        <p:spPr>
          <a:xfrm flipH="false" flipV="false" rot="0">
            <a:off x="13022445" y="5736112"/>
            <a:ext cx="4681666" cy="3522188"/>
          </a:xfrm>
          <a:custGeom>
            <a:avLst/>
            <a:gdLst/>
            <a:ahLst/>
            <a:cxnLst/>
            <a:rect r="r" b="b" t="t" l="l"/>
            <a:pathLst>
              <a:path h="3522188" w="4681666">
                <a:moveTo>
                  <a:pt x="0" y="0"/>
                </a:moveTo>
                <a:lnTo>
                  <a:pt x="4681666" y="0"/>
                </a:lnTo>
                <a:lnTo>
                  <a:pt x="4681666" y="3522188"/>
                </a:lnTo>
                <a:lnTo>
                  <a:pt x="0" y="3522188"/>
                </a:lnTo>
                <a:lnTo>
                  <a:pt x="0" y="0"/>
                </a:lnTo>
                <a:close/>
              </a:path>
            </a:pathLst>
          </a:custGeom>
          <a:blipFill>
            <a:blip r:embed="rId36"/>
            <a:stretch>
              <a:fillRect l="0" t="0" r="0" b="0"/>
            </a:stretch>
          </a:blipFill>
        </p:spPr>
      </p:sp>
      <p:sp>
        <p:nvSpPr>
          <p:cNvPr name="TextBox 39" id="39"/>
          <p:cNvSpPr txBox="true"/>
          <p:nvPr/>
        </p:nvSpPr>
        <p:spPr>
          <a:xfrm rot="0">
            <a:off x="2520370" y="1522273"/>
            <a:ext cx="10861028" cy="1238886"/>
          </a:xfrm>
          <a:prstGeom prst="rect">
            <a:avLst/>
          </a:prstGeom>
        </p:spPr>
        <p:txBody>
          <a:bodyPr anchor="t" rtlCol="false" tIns="0" lIns="0" bIns="0" rIns="0">
            <a:spAutoFit/>
          </a:bodyPr>
          <a:lstStyle/>
          <a:p>
            <a:pPr algn="ctr">
              <a:lnSpc>
                <a:spcPts val="9520"/>
              </a:lnSpc>
            </a:pPr>
            <a:r>
              <a:rPr lang="en-US" sz="8500">
                <a:solidFill>
                  <a:srgbClr val="FFFFFF"/>
                </a:solidFill>
                <a:latin typeface="Computer Says No"/>
                <a:ea typeface="Computer Says No"/>
                <a:cs typeface="Computer Says No"/>
                <a:sym typeface="Computer Says No"/>
              </a:rPr>
              <a:t>VARIABLES GLOBALES</a:t>
            </a:r>
          </a:p>
        </p:txBody>
      </p:sp>
      <p:sp>
        <p:nvSpPr>
          <p:cNvPr name="TextBox 40" id="40"/>
          <p:cNvSpPr txBox="true"/>
          <p:nvPr/>
        </p:nvSpPr>
        <p:spPr>
          <a:xfrm rot="0">
            <a:off x="769087" y="3112682"/>
            <a:ext cx="13314315" cy="2516302"/>
          </a:xfrm>
          <a:prstGeom prst="rect">
            <a:avLst/>
          </a:prstGeom>
        </p:spPr>
        <p:txBody>
          <a:bodyPr anchor="t" rtlCol="false" tIns="0" lIns="0" bIns="0" rIns="0">
            <a:spAutoFit/>
          </a:bodyPr>
          <a:lstStyle/>
          <a:p>
            <a:pPr algn="l">
              <a:lnSpc>
                <a:spcPts val="3325"/>
              </a:lnSpc>
            </a:pPr>
            <a:r>
              <a:rPr lang="en-US" sz="2375">
                <a:solidFill>
                  <a:srgbClr val="FFFFFF"/>
                </a:solidFill>
                <a:latin typeface="Poppins"/>
                <a:ea typeface="Poppins"/>
                <a:cs typeface="Poppins"/>
                <a:sym typeface="Poppins"/>
              </a:rPr>
              <a:t>Una variable global es aquella que se define fuera del cuerpo de cualquier función, normalmente al principio del programa, después de la definición de los archivos de biblioteca (imports), de la definición de constantes simbólicas y antes de cualquier función. El ámbito de una variable global son todas las funciones que componen el programa, cualquier función puede acceder a dichas variables para leer y escribir en ella</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3613C8"/>
        </a:solidFill>
      </p:bgPr>
    </p:bg>
    <p:spTree>
      <p:nvGrpSpPr>
        <p:cNvPr id="1" name=""/>
        <p:cNvGrpSpPr/>
        <p:nvPr/>
      </p:nvGrpSpPr>
      <p:grpSpPr>
        <a:xfrm>
          <a:off x="0" y="0"/>
          <a:ext cx="0" cy="0"/>
          <a:chOff x="0" y="0"/>
          <a:chExt cx="0" cy="0"/>
        </a:xfrm>
      </p:grpSpPr>
      <p:sp>
        <p:nvSpPr>
          <p:cNvPr name="Freeform 2" id="2"/>
          <p:cNvSpPr/>
          <p:nvPr/>
        </p:nvSpPr>
        <p:spPr>
          <a:xfrm flipH="false" flipV="false" rot="0">
            <a:off x="1323395" y="9455582"/>
            <a:ext cx="3595364" cy="542573"/>
          </a:xfrm>
          <a:custGeom>
            <a:avLst/>
            <a:gdLst/>
            <a:ahLst/>
            <a:cxnLst/>
            <a:rect r="r" b="b" t="t" l="l"/>
            <a:pathLst>
              <a:path h="542573" w="3595364">
                <a:moveTo>
                  <a:pt x="0" y="0"/>
                </a:moveTo>
                <a:lnTo>
                  <a:pt x="3595364" y="0"/>
                </a:lnTo>
                <a:lnTo>
                  <a:pt x="3595364" y="542573"/>
                </a:lnTo>
                <a:lnTo>
                  <a:pt x="0" y="5425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35035"/>
            <a:ext cx="21945600" cy="1103930"/>
            <a:chOff x="0" y="0"/>
            <a:chExt cx="29260800" cy="1471907"/>
          </a:xfrm>
        </p:grpSpPr>
        <p:sp>
          <p:nvSpPr>
            <p:cNvPr name="Freeform 4" id="4"/>
            <p:cNvSpPr/>
            <p:nvPr/>
          </p:nvSpPr>
          <p:spPr>
            <a:xfrm flipH="false" flipV="false" rot="0">
              <a:off x="0" y="0"/>
              <a:ext cx="9753600" cy="1471907"/>
            </a:xfrm>
            <a:custGeom>
              <a:avLst/>
              <a:gdLst/>
              <a:ahLst/>
              <a:cxnLst/>
              <a:rect r="r" b="b" t="t" l="l"/>
              <a:pathLst>
                <a:path h="1471907" w="9753600">
                  <a:moveTo>
                    <a:pt x="0" y="0"/>
                  </a:moveTo>
                  <a:lnTo>
                    <a:pt x="9753600" y="0"/>
                  </a:lnTo>
                  <a:lnTo>
                    <a:pt x="9753600" y="1471907"/>
                  </a:lnTo>
                  <a:lnTo>
                    <a:pt x="0" y="14719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753600" y="0"/>
              <a:ext cx="9753600" cy="1471907"/>
            </a:xfrm>
            <a:custGeom>
              <a:avLst/>
              <a:gdLst/>
              <a:ahLst/>
              <a:cxnLst/>
              <a:rect r="r" b="b" t="t" l="l"/>
              <a:pathLst>
                <a:path h="1471907" w="9753600">
                  <a:moveTo>
                    <a:pt x="0" y="0"/>
                  </a:moveTo>
                  <a:lnTo>
                    <a:pt x="9753600" y="0"/>
                  </a:lnTo>
                  <a:lnTo>
                    <a:pt x="9753600" y="1471907"/>
                  </a:lnTo>
                  <a:lnTo>
                    <a:pt x="0" y="14719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9507200" y="0"/>
              <a:ext cx="9753600" cy="1471907"/>
            </a:xfrm>
            <a:custGeom>
              <a:avLst/>
              <a:gdLst/>
              <a:ahLst/>
              <a:cxnLst/>
              <a:rect r="r" b="b" t="t" l="l"/>
              <a:pathLst>
                <a:path h="1471907" w="9753600">
                  <a:moveTo>
                    <a:pt x="0" y="0"/>
                  </a:moveTo>
                  <a:lnTo>
                    <a:pt x="9753600" y="0"/>
                  </a:lnTo>
                  <a:lnTo>
                    <a:pt x="9753600" y="1471907"/>
                  </a:lnTo>
                  <a:lnTo>
                    <a:pt x="0" y="14719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false" flipV="true" rot="0">
            <a:off x="-185970" y="-2441000"/>
            <a:ext cx="18473970" cy="10391608"/>
          </a:xfrm>
          <a:custGeom>
            <a:avLst/>
            <a:gdLst/>
            <a:ahLst/>
            <a:cxnLst/>
            <a:rect r="r" b="b" t="t" l="l"/>
            <a:pathLst>
              <a:path h="10391608" w="18473970">
                <a:moveTo>
                  <a:pt x="0" y="10391608"/>
                </a:moveTo>
                <a:lnTo>
                  <a:pt x="18473970" y="10391608"/>
                </a:lnTo>
                <a:lnTo>
                  <a:pt x="18473970" y="0"/>
                </a:lnTo>
                <a:lnTo>
                  <a:pt x="0" y="0"/>
                </a:lnTo>
                <a:lnTo>
                  <a:pt x="0" y="10391608"/>
                </a:lnTo>
                <a:close/>
              </a:path>
            </a:pathLst>
          </a:custGeom>
          <a:blipFill>
            <a:blip r:embed="rId6">
              <a:alphaModFix amt="14000"/>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2895418" y="649239"/>
            <a:ext cx="2377744" cy="432317"/>
          </a:xfrm>
          <a:custGeom>
            <a:avLst/>
            <a:gdLst/>
            <a:ahLst/>
            <a:cxnLst/>
            <a:rect r="r" b="b" t="t" l="l"/>
            <a:pathLst>
              <a:path h="432317" w="2377744">
                <a:moveTo>
                  <a:pt x="0" y="0"/>
                </a:moveTo>
                <a:lnTo>
                  <a:pt x="2377744" y="0"/>
                </a:lnTo>
                <a:lnTo>
                  <a:pt x="2377744" y="432317"/>
                </a:lnTo>
                <a:lnTo>
                  <a:pt x="0" y="4323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323395" y="8370436"/>
            <a:ext cx="3595364" cy="542573"/>
          </a:xfrm>
          <a:custGeom>
            <a:avLst/>
            <a:gdLst/>
            <a:ahLst/>
            <a:cxnLst/>
            <a:rect r="r" b="b" t="t" l="l"/>
            <a:pathLst>
              <a:path h="542573" w="3595364">
                <a:moveTo>
                  <a:pt x="0" y="0"/>
                </a:moveTo>
                <a:lnTo>
                  <a:pt x="3595364" y="0"/>
                </a:lnTo>
                <a:lnTo>
                  <a:pt x="3595364" y="542573"/>
                </a:lnTo>
                <a:lnTo>
                  <a:pt x="0" y="5425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323395" y="7827863"/>
            <a:ext cx="3595364" cy="542573"/>
          </a:xfrm>
          <a:custGeom>
            <a:avLst/>
            <a:gdLst/>
            <a:ahLst/>
            <a:cxnLst/>
            <a:rect r="r" b="b" t="t" l="l"/>
            <a:pathLst>
              <a:path h="542573" w="3595364">
                <a:moveTo>
                  <a:pt x="0" y="0"/>
                </a:moveTo>
                <a:lnTo>
                  <a:pt x="3595364" y="0"/>
                </a:lnTo>
                <a:lnTo>
                  <a:pt x="3595364" y="542573"/>
                </a:lnTo>
                <a:lnTo>
                  <a:pt x="0" y="5425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11" id="11"/>
          <p:cNvPicPr>
            <a:picLocks noChangeAspect="true"/>
          </p:cNvPicPr>
          <p:nvPr/>
        </p:nvPicPr>
        <p:blipFill>
          <a:blip r:embed="rId10"/>
          <a:srcRect l="0" t="0" r="0" b="0"/>
          <a:stretch>
            <a:fillRect/>
          </a:stretch>
        </p:blipFill>
        <p:spPr>
          <a:xfrm flipH="false" flipV="false" rot="0">
            <a:off x="1884845" y="4884451"/>
            <a:ext cx="2472466" cy="2943412"/>
          </a:xfrm>
          <a:prstGeom prst="rect">
            <a:avLst/>
          </a:prstGeom>
        </p:spPr>
      </p:pic>
      <p:sp>
        <p:nvSpPr>
          <p:cNvPr name="Freeform 12" id="12"/>
          <p:cNvSpPr/>
          <p:nvPr/>
        </p:nvSpPr>
        <p:spPr>
          <a:xfrm flipH="false" flipV="false" rot="0">
            <a:off x="1323395" y="8913009"/>
            <a:ext cx="3595364" cy="542573"/>
          </a:xfrm>
          <a:custGeom>
            <a:avLst/>
            <a:gdLst/>
            <a:ahLst/>
            <a:cxnLst/>
            <a:rect r="r" b="b" t="t" l="l"/>
            <a:pathLst>
              <a:path h="542573" w="3595364">
                <a:moveTo>
                  <a:pt x="0" y="0"/>
                </a:moveTo>
                <a:lnTo>
                  <a:pt x="3595364" y="0"/>
                </a:lnTo>
                <a:lnTo>
                  <a:pt x="3595364" y="542573"/>
                </a:lnTo>
                <a:lnTo>
                  <a:pt x="0" y="5425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13" id="13"/>
          <p:cNvPicPr>
            <a:picLocks noChangeAspect="true"/>
          </p:cNvPicPr>
          <p:nvPr/>
        </p:nvPicPr>
        <p:blipFill>
          <a:blip r:embed="rId11"/>
          <a:srcRect l="0" t="0" r="0" b="0"/>
          <a:stretch>
            <a:fillRect/>
          </a:stretch>
        </p:blipFill>
        <p:spPr>
          <a:xfrm flipH="false" flipV="false" rot="0">
            <a:off x="2351108" y="2754804"/>
            <a:ext cx="1539939" cy="1644398"/>
          </a:xfrm>
          <a:prstGeom prst="rect">
            <a:avLst/>
          </a:prstGeom>
        </p:spPr>
      </p:pic>
      <p:grpSp>
        <p:nvGrpSpPr>
          <p:cNvPr name="Group 14" id="14"/>
          <p:cNvGrpSpPr/>
          <p:nvPr/>
        </p:nvGrpSpPr>
        <p:grpSpPr>
          <a:xfrm rot="0">
            <a:off x="1594969" y="8496180"/>
            <a:ext cx="3052218" cy="717550"/>
            <a:chOff x="0" y="0"/>
            <a:chExt cx="803876" cy="188984"/>
          </a:xfrm>
        </p:grpSpPr>
        <p:sp>
          <p:nvSpPr>
            <p:cNvPr name="Freeform 15" id="15"/>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0D1781"/>
            </a:solidFill>
            <a:ln cap="rnd">
              <a:noFill/>
              <a:prstDash val="solid"/>
              <a:round/>
            </a:ln>
          </p:spPr>
        </p:sp>
        <p:sp>
          <p:nvSpPr>
            <p:cNvPr name="TextBox 16" id="16"/>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12" action="ppaction://hlinksldjump"/>
                </a:rPr>
                <a:t>Back to</a:t>
              </a:r>
              <a:r>
                <a:rPr lang="en-US" sz="1300">
                  <a:solidFill>
                    <a:srgbClr val="FFFFFF"/>
                  </a:solidFill>
                  <a:latin typeface="Poppins Light"/>
                  <a:ea typeface="Poppins Light"/>
                  <a:cs typeface="Poppins Light"/>
                  <a:sym typeface="Poppins Light"/>
                </a:rPr>
                <a:t> </a:t>
              </a:r>
              <a:r>
                <a:rPr lang="en-US" sz="1300">
                  <a:solidFill>
                    <a:srgbClr val="FFFFFF"/>
                  </a:solidFill>
                  <a:latin typeface="Poppins Light"/>
                  <a:ea typeface="Poppins Light"/>
                  <a:cs typeface="Poppins Light"/>
                  <a:sym typeface="Poppins Light"/>
                  <a:hlinkClick r:id="rId12" action="ppaction://hlinksldjump"/>
                </a:rPr>
                <a:t>Agenda Page</a:t>
              </a:r>
            </a:p>
          </p:txBody>
        </p:sp>
      </p:grpSp>
      <p:grpSp>
        <p:nvGrpSpPr>
          <p:cNvPr name="Group 17" id="17"/>
          <p:cNvGrpSpPr/>
          <p:nvPr/>
        </p:nvGrpSpPr>
        <p:grpSpPr>
          <a:xfrm rot="0">
            <a:off x="1201279" y="1298984"/>
            <a:ext cx="7434960" cy="7959316"/>
            <a:chOff x="0" y="0"/>
            <a:chExt cx="1958179" cy="2096281"/>
          </a:xfrm>
        </p:grpSpPr>
        <p:sp>
          <p:nvSpPr>
            <p:cNvPr name="Freeform 18" id="18"/>
            <p:cNvSpPr/>
            <p:nvPr/>
          </p:nvSpPr>
          <p:spPr>
            <a:xfrm flipH="false" flipV="false" rot="0">
              <a:off x="0" y="0"/>
              <a:ext cx="1958179" cy="2096281"/>
            </a:xfrm>
            <a:custGeom>
              <a:avLst/>
              <a:gdLst/>
              <a:ahLst/>
              <a:cxnLst/>
              <a:rect r="r" b="b" t="t" l="l"/>
              <a:pathLst>
                <a:path h="2096281" w="1958179">
                  <a:moveTo>
                    <a:pt x="53106" y="0"/>
                  </a:moveTo>
                  <a:lnTo>
                    <a:pt x="1905073" y="0"/>
                  </a:lnTo>
                  <a:cubicBezTo>
                    <a:pt x="1919158" y="0"/>
                    <a:pt x="1932665" y="5595"/>
                    <a:pt x="1942624" y="15554"/>
                  </a:cubicBezTo>
                  <a:cubicBezTo>
                    <a:pt x="1952584" y="25513"/>
                    <a:pt x="1958179" y="39021"/>
                    <a:pt x="1958179" y="53106"/>
                  </a:cubicBezTo>
                  <a:lnTo>
                    <a:pt x="1958179" y="2043175"/>
                  </a:lnTo>
                  <a:cubicBezTo>
                    <a:pt x="1958179" y="2057260"/>
                    <a:pt x="1952584" y="2070767"/>
                    <a:pt x="1942624" y="2080726"/>
                  </a:cubicBezTo>
                  <a:cubicBezTo>
                    <a:pt x="1932665" y="2090686"/>
                    <a:pt x="1919158" y="2096281"/>
                    <a:pt x="1905073" y="2096281"/>
                  </a:cubicBezTo>
                  <a:lnTo>
                    <a:pt x="53106" y="2096281"/>
                  </a:lnTo>
                  <a:cubicBezTo>
                    <a:pt x="39021" y="2096281"/>
                    <a:pt x="25513" y="2090686"/>
                    <a:pt x="15554" y="2080726"/>
                  </a:cubicBezTo>
                  <a:cubicBezTo>
                    <a:pt x="5595" y="2070767"/>
                    <a:pt x="0" y="2057260"/>
                    <a:pt x="0" y="2043175"/>
                  </a:cubicBezTo>
                  <a:lnTo>
                    <a:pt x="0" y="53106"/>
                  </a:lnTo>
                  <a:cubicBezTo>
                    <a:pt x="0" y="39021"/>
                    <a:pt x="5595" y="25513"/>
                    <a:pt x="15554" y="15554"/>
                  </a:cubicBezTo>
                  <a:cubicBezTo>
                    <a:pt x="25513" y="5595"/>
                    <a:pt x="39021" y="0"/>
                    <a:pt x="53106" y="0"/>
                  </a:cubicBezTo>
                  <a:close/>
                </a:path>
              </a:pathLst>
            </a:custGeom>
            <a:solidFill>
              <a:srgbClr val="0D1781"/>
            </a:solidFill>
          </p:spPr>
        </p:sp>
        <p:sp>
          <p:nvSpPr>
            <p:cNvPr name="TextBox 19" id="19"/>
            <p:cNvSpPr txBox="true"/>
            <p:nvPr/>
          </p:nvSpPr>
          <p:spPr>
            <a:xfrm>
              <a:off x="0" y="0"/>
              <a:ext cx="1958179" cy="2096281"/>
            </a:xfrm>
            <a:prstGeom prst="rect">
              <a:avLst/>
            </a:prstGeom>
          </p:spPr>
          <p:txBody>
            <a:bodyPr anchor="ctr" rtlCol="false" tIns="50800" lIns="50800" bIns="50800" rIns="50800"/>
            <a:lstStyle/>
            <a:p>
              <a:pPr algn="ctr">
                <a:lnSpc>
                  <a:spcPts val="2463"/>
                </a:lnSpc>
              </a:pPr>
            </a:p>
          </p:txBody>
        </p:sp>
      </p:grpSp>
      <p:grpSp>
        <p:nvGrpSpPr>
          <p:cNvPr name="Group 20" id="20"/>
          <p:cNvGrpSpPr/>
          <p:nvPr/>
        </p:nvGrpSpPr>
        <p:grpSpPr>
          <a:xfrm rot="0">
            <a:off x="9311621" y="1298984"/>
            <a:ext cx="7434960" cy="7959316"/>
            <a:chOff x="0" y="0"/>
            <a:chExt cx="1958179" cy="2096281"/>
          </a:xfrm>
        </p:grpSpPr>
        <p:sp>
          <p:nvSpPr>
            <p:cNvPr name="Freeform 21" id="21"/>
            <p:cNvSpPr/>
            <p:nvPr/>
          </p:nvSpPr>
          <p:spPr>
            <a:xfrm flipH="false" flipV="false" rot="0">
              <a:off x="0" y="0"/>
              <a:ext cx="1958179" cy="2096281"/>
            </a:xfrm>
            <a:custGeom>
              <a:avLst/>
              <a:gdLst/>
              <a:ahLst/>
              <a:cxnLst/>
              <a:rect r="r" b="b" t="t" l="l"/>
              <a:pathLst>
                <a:path h="2096281" w="1958179">
                  <a:moveTo>
                    <a:pt x="53106" y="0"/>
                  </a:moveTo>
                  <a:lnTo>
                    <a:pt x="1905073" y="0"/>
                  </a:lnTo>
                  <a:cubicBezTo>
                    <a:pt x="1919158" y="0"/>
                    <a:pt x="1932665" y="5595"/>
                    <a:pt x="1942624" y="15554"/>
                  </a:cubicBezTo>
                  <a:cubicBezTo>
                    <a:pt x="1952584" y="25513"/>
                    <a:pt x="1958179" y="39021"/>
                    <a:pt x="1958179" y="53106"/>
                  </a:cubicBezTo>
                  <a:lnTo>
                    <a:pt x="1958179" y="2043175"/>
                  </a:lnTo>
                  <a:cubicBezTo>
                    <a:pt x="1958179" y="2057260"/>
                    <a:pt x="1952584" y="2070767"/>
                    <a:pt x="1942624" y="2080726"/>
                  </a:cubicBezTo>
                  <a:cubicBezTo>
                    <a:pt x="1932665" y="2090686"/>
                    <a:pt x="1919158" y="2096281"/>
                    <a:pt x="1905073" y="2096281"/>
                  </a:cubicBezTo>
                  <a:lnTo>
                    <a:pt x="53106" y="2096281"/>
                  </a:lnTo>
                  <a:cubicBezTo>
                    <a:pt x="39021" y="2096281"/>
                    <a:pt x="25513" y="2090686"/>
                    <a:pt x="15554" y="2080726"/>
                  </a:cubicBezTo>
                  <a:cubicBezTo>
                    <a:pt x="5595" y="2070767"/>
                    <a:pt x="0" y="2057260"/>
                    <a:pt x="0" y="2043175"/>
                  </a:cubicBezTo>
                  <a:lnTo>
                    <a:pt x="0" y="53106"/>
                  </a:lnTo>
                  <a:cubicBezTo>
                    <a:pt x="0" y="39021"/>
                    <a:pt x="5595" y="25513"/>
                    <a:pt x="15554" y="15554"/>
                  </a:cubicBezTo>
                  <a:cubicBezTo>
                    <a:pt x="25513" y="5595"/>
                    <a:pt x="39021" y="0"/>
                    <a:pt x="53106" y="0"/>
                  </a:cubicBezTo>
                  <a:close/>
                </a:path>
              </a:pathLst>
            </a:custGeom>
            <a:solidFill>
              <a:srgbClr val="0D1781"/>
            </a:solidFill>
          </p:spPr>
        </p:sp>
        <p:sp>
          <p:nvSpPr>
            <p:cNvPr name="TextBox 22" id="22"/>
            <p:cNvSpPr txBox="true"/>
            <p:nvPr/>
          </p:nvSpPr>
          <p:spPr>
            <a:xfrm>
              <a:off x="0" y="0"/>
              <a:ext cx="1958179" cy="2096281"/>
            </a:xfrm>
            <a:prstGeom prst="rect">
              <a:avLst/>
            </a:prstGeom>
          </p:spPr>
          <p:txBody>
            <a:bodyPr anchor="ctr" rtlCol="false" tIns="50800" lIns="50800" bIns="50800" rIns="50800"/>
            <a:lstStyle/>
            <a:p>
              <a:pPr algn="ctr">
                <a:lnSpc>
                  <a:spcPts val="2463"/>
                </a:lnSpc>
              </a:pPr>
            </a:p>
          </p:txBody>
        </p:sp>
      </p:grpSp>
      <p:sp>
        <p:nvSpPr>
          <p:cNvPr name="Freeform 23" id="23"/>
          <p:cNvSpPr/>
          <p:nvPr/>
        </p:nvSpPr>
        <p:spPr>
          <a:xfrm flipH="false" flipV="false" rot="0">
            <a:off x="1753245" y="3717233"/>
            <a:ext cx="6331029" cy="1071969"/>
          </a:xfrm>
          <a:custGeom>
            <a:avLst/>
            <a:gdLst/>
            <a:ahLst/>
            <a:cxnLst/>
            <a:rect r="r" b="b" t="t" l="l"/>
            <a:pathLst>
              <a:path h="1071969" w="6331029">
                <a:moveTo>
                  <a:pt x="0" y="0"/>
                </a:moveTo>
                <a:lnTo>
                  <a:pt x="6331029" y="0"/>
                </a:lnTo>
                <a:lnTo>
                  <a:pt x="6331029" y="1071968"/>
                </a:lnTo>
                <a:lnTo>
                  <a:pt x="0" y="1071968"/>
                </a:lnTo>
                <a:lnTo>
                  <a:pt x="0" y="0"/>
                </a:lnTo>
                <a:close/>
              </a:path>
            </a:pathLst>
          </a:custGeom>
          <a:blipFill>
            <a:blip r:embed="rId13"/>
            <a:stretch>
              <a:fillRect l="0" t="0" r="0" b="0"/>
            </a:stretch>
          </a:blipFill>
        </p:spPr>
      </p:sp>
      <p:sp>
        <p:nvSpPr>
          <p:cNvPr name="Freeform 24" id="24"/>
          <p:cNvSpPr/>
          <p:nvPr/>
        </p:nvSpPr>
        <p:spPr>
          <a:xfrm flipH="false" flipV="false" rot="0">
            <a:off x="1753245" y="2855975"/>
            <a:ext cx="6331029" cy="623133"/>
          </a:xfrm>
          <a:custGeom>
            <a:avLst/>
            <a:gdLst/>
            <a:ahLst/>
            <a:cxnLst/>
            <a:rect r="r" b="b" t="t" l="l"/>
            <a:pathLst>
              <a:path h="623133" w="6331029">
                <a:moveTo>
                  <a:pt x="0" y="0"/>
                </a:moveTo>
                <a:lnTo>
                  <a:pt x="6331029" y="0"/>
                </a:lnTo>
                <a:lnTo>
                  <a:pt x="6331029" y="623133"/>
                </a:lnTo>
                <a:lnTo>
                  <a:pt x="0" y="623133"/>
                </a:lnTo>
                <a:lnTo>
                  <a:pt x="0" y="0"/>
                </a:lnTo>
                <a:close/>
              </a:path>
            </a:pathLst>
          </a:custGeom>
          <a:blipFill>
            <a:blip r:embed="rId14"/>
            <a:stretch>
              <a:fillRect l="0" t="0" r="0" b="0"/>
            </a:stretch>
          </a:blipFill>
        </p:spPr>
      </p:sp>
      <p:sp>
        <p:nvSpPr>
          <p:cNvPr name="Freeform 25" id="25"/>
          <p:cNvSpPr/>
          <p:nvPr/>
        </p:nvSpPr>
        <p:spPr>
          <a:xfrm flipH="false" flipV="false" rot="0">
            <a:off x="9571897" y="3066054"/>
            <a:ext cx="6914406" cy="826107"/>
          </a:xfrm>
          <a:custGeom>
            <a:avLst/>
            <a:gdLst/>
            <a:ahLst/>
            <a:cxnLst/>
            <a:rect r="r" b="b" t="t" l="l"/>
            <a:pathLst>
              <a:path h="826107" w="6914406">
                <a:moveTo>
                  <a:pt x="0" y="0"/>
                </a:moveTo>
                <a:lnTo>
                  <a:pt x="6914407" y="0"/>
                </a:lnTo>
                <a:lnTo>
                  <a:pt x="6914407" y="826107"/>
                </a:lnTo>
                <a:lnTo>
                  <a:pt x="0" y="826107"/>
                </a:lnTo>
                <a:lnTo>
                  <a:pt x="0" y="0"/>
                </a:lnTo>
                <a:close/>
              </a:path>
            </a:pathLst>
          </a:custGeom>
          <a:blipFill>
            <a:blip r:embed="rId15"/>
            <a:stretch>
              <a:fillRect l="0" t="0" r="0" b="0"/>
            </a:stretch>
          </a:blipFill>
        </p:spPr>
      </p:sp>
      <p:sp>
        <p:nvSpPr>
          <p:cNvPr name="Freeform 26" id="26"/>
          <p:cNvSpPr/>
          <p:nvPr/>
        </p:nvSpPr>
        <p:spPr>
          <a:xfrm flipH="false" flipV="false" rot="0">
            <a:off x="1753245" y="5541416"/>
            <a:ext cx="6622717" cy="1673760"/>
          </a:xfrm>
          <a:custGeom>
            <a:avLst/>
            <a:gdLst/>
            <a:ahLst/>
            <a:cxnLst/>
            <a:rect r="r" b="b" t="t" l="l"/>
            <a:pathLst>
              <a:path h="1673760" w="6622717">
                <a:moveTo>
                  <a:pt x="0" y="0"/>
                </a:moveTo>
                <a:lnTo>
                  <a:pt x="6622717" y="0"/>
                </a:lnTo>
                <a:lnTo>
                  <a:pt x="6622717" y="1673760"/>
                </a:lnTo>
                <a:lnTo>
                  <a:pt x="0" y="1673760"/>
                </a:lnTo>
                <a:lnTo>
                  <a:pt x="0" y="0"/>
                </a:lnTo>
                <a:close/>
              </a:path>
            </a:pathLst>
          </a:custGeom>
          <a:blipFill>
            <a:blip r:embed="rId16"/>
            <a:stretch>
              <a:fillRect l="0" t="0" r="0" b="0"/>
            </a:stretch>
          </a:blipFill>
        </p:spPr>
      </p:sp>
      <p:sp>
        <p:nvSpPr>
          <p:cNvPr name="Freeform 27" id="27"/>
          <p:cNvSpPr/>
          <p:nvPr/>
        </p:nvSpPr>
        <p:spPr>
          <a:xfrm flipH="false" flipV="false" rot="0">
            <a:off x="9571897" y="5541416"/>
            <a:ext cx="6529422" cy="1845049"/>
          </a:xfrm>
          <a:custGeom>
            <a:avLst/>
            <a:gdLst/>
            <a:ahLst/>
            <a:cxnLst/>
            <a:rect r="r" b="b" t="t" l="l"/>
            <a:pathLst>
              <a:path h="1845049" w="6529422">
                <a:moveTo>
                  <a:pt x="0" y="0"/>
                </a:moveTo>
                <a:lnTo>
                  <a:pt x="6529422" y="0"/>
                </a:lnTo>
                <a:lnTo>
                  <a:pt x="6529422" y="1845048"/>
                </a:lnTo>
                <a:lnTo>
                  <a:pt x="0" y="1845048"/>
                </a:lnTo>
                <a:lnTo>
                  <a:pt x="0" y="0"/>
                </a:lnTo>
                <a:close/>
              </a:path>
            </a:pathLst>
          </a:custGeom>
          <a:blipFill>
            <a:blip r:embed="rId17"/>
            <a:stretch>
              <a:fillRect l="0" t="0" r="0" b="0"/>
            </a:stretch>
          </a:blipFill>
        </p:spPr>
      </p:sp>
      <p:sp>
        <p:nvSpPr>
          <p:cNvPr name="TextBox 28" id="28"/>
          <p:cNvSpPr txBox="true"/>
          <p:nvPr/>
        </p:nvSpPr>
        <p:spPr>
          <a:xfrm rot="0">
            <a:off x="1028700" y="668289"/>
            <a:ext cx="1866718" cy="308102"/>
          </a:xfrm>
          <a:prstGeom prst="rect">
            <a:avLst/>
          </a:prstGeom>
        </p:spPr>
        <p:txBody>
          <a:bodyPr anchor="t" rtlCol="false" tIns="0" lIns="0" bIns="0" rIns="0">
            <a:spAutoFit/>
          </a:bodyPr>
          <a:lstStyle/>
          <a:p>
            <a:pPr algn="l">
              <a:lnSpc>
                <a:spcPts val="2463"/>
              </a:lnSpc>
            </a:pPr>
            <a:r>
              <a:rPr lang="en-US" sz="2199">
                <a:solidFill>
                  <a:srgbClr val="FFFFFF"/>
                </a:solidFill>
                <a:latin typeface="Computer Says No"/>
                <a:ea typeface="Computer Says No"/>
                <a:cs typeface="Computer Says No"/>
                <a:sym typeface="Computer Says No"/>
              </a:rPr>
              <a:t>PLAYER 1</a:t>
            </a:r>
          </a:p>
        </p:txBody>
      </p:sp>
      <p:sp>
        <p:nvSpPr>
          <p:cNvPr name="TextBox 29" id="29"/>
          <p:cNvSpPr txBox="true"/>
          <p:nvPr/>
        </p:nvSpPr>
        <p:spPr>
          <a:xfrm rot="0">
            <a:off x="1461556" y="1346609"/>
            <a:ext cx="6914406" cy="1238886"/>
          </a:xfrm>
          <a:prstGeom prst="rect">
            <a:avLst/>
          </a:prstGeom>
        </p:spPr>
        <p:txBody>
          <a:bodyPr anchor="t" rtlCol="false" tIns="0" lIns="0" bIns="0" rIns="0">
            <a:spAutoFit/>
          </a:bodyPr>
          <a:lstStyle/>
          <a:p>
            <a:pPr algn="ctr">
              <a:lnSpc>
                <a:spcPts val="9520"/>
              </a:lnSpc>
            </a:pPr>
            <a:r>
              <a:rPr lang="en-US" sz="8500">
                <a:solidFill>
                  <a:srgbClr val="FFFFFF"/>
                </a:solidFill>
                <a:latin typeface="Computer Says No"/>
                <a:ea typeface="Computer Says No"/>
                <a:cs typeface="Computer Says No"/>
                <a:sym typeface="Computer Says No"/>
              </a:rPr>
              <a:t>GLOBAL</a:t>
            </a:r>
          </a:p>
        </p:txBody>
      </p:sp>
      <p:sp>
        <p:nvSpPr>
          <p:cNvPr name="TextBox 30" id="30"/>
          <p:cNvSpPr txBox="true"/>
          <p:nvPr/>
        </p:nvSpPr>
        <p:spPr>
          <a:xfrm rot="0">
            <a:off x="9733644" y="1346609"/>
            <a:ext cx="6914406" cy="1238886"/>
          </a:xfrm>
          <a:prstGeom prst="rect">
            <a:avLst/>
          </a:prstGeom>
        </p:spPr>
        <p:txBody>
          <a:bodyPr anchor="t" rtlCol="false" tIns="0" lIns="0" bIns="0" rIns="0">
            <a:spAutoFit/>
          </a:bodyPr>
          <a:lstStyle/>
          <a:p>
            <a:pPr algn="ctr">
              <a:lnSpc>
                <a:spcPts val="9520"/>
              </a:lnSpc>
            </a:pPr>
            <a:r>
              <a:rPr lang="en-US" sz="8500">
                <a:solidFill>
                  <a:srgbClr val="FFFFFF"/>
                </a:solidFill>
                <a:latin typeface="Computer Says No"/>
                <a:ea typeface="Computer Says No"/>
                <a:cs typeface="Computer Says No"/>
                <a:sym typeface="Computer Says No"/>
              </a:rPr>
              <a:t>LOCAL</a:t>
            </a:r>
          </a:p>
        </p:txBody>
      </p:sp>
      <p:sp>
        <p:nvSpPr>
          <p:cNvPr name="TextBox 31" id="31"/>
          <p:cNvSpPr txBox="true"/>
          <p:nvPr/>
        </p:nvSpPr>
        <p:spPr>
          <a:xfrm rot="0">
            <a:off x="1753245" y="2277392"/>
            <a:ext cx="1866718" cy="308102"/>
          </a:xfrm>
          <a:prstGeom prst="rect">
            <a:avLst/>
          </a:prstGeom>
        </p:spPr>
        <p:txBody>
          <a:bodyPr anchor="t" rtlCol="false" tIns="0" lIns="0" bIns="0" rIns="0">
            <a:spAutoFit/>
          </a:bodyPr>
          <a:lstStyle/>
          <a:p>
            <a:pPr algn="l">
              <a:lnSpc>
                <a:spcPts val="2463"/>
              </a:lnSpc>
            </a:pPr>
            <a:r>
              <a:rPr lang="en-US" sz="2199">
                <a:solidFill>
                  <a:srgbClr val="FFFFFF"/>
                </a:solidFill>
                <a:latin typeface="Computer Says No"/>
                <a:ea typeface="Computer Says No"/>
                <a:cs typeface="Computer Says No"/>
                <a:sym typeface="Computer Says No"/>
              </a:rPr>
              <a:t>EJEMPLO 1</a:t>
            </a:r>
          </a:p>
        </p:txBody>
      </p:sp>
      <p:sp>
        <p:nvSpPr>
          <p:cNvPr name="TextBox 32" id="32"/>
          <p:cNvSpPr txBox="true"/>
          <p:nvPr/>
        </p:nvSpPr>
        <p:spPr>
          <a:xfrm rot="0">
            <a:off x="9571897" y="2344285"/>
            <a:ext cx="1866718" cy="308102"/>
          </a:xfrm>
          <a:prstGeom prst="rect">
            <a:avLst/>
          </a:prstGeom>
        </p:spPr>
        <p:txBody>
          <a:bodyPr anchor="t" rtlCol="false" tIns="0" lIns="0" bIns="0" rIns="0">
            <a:spAutoFit/>
          </a:bodyPr>
          <a:lstStyle/>
          <a:p>
            <a:pPr algn="l">
              <a:lnSpc>
                <a:spcPts val="2463"/>
              </a:lnSpc>
            </a:pPr>
            <a:r>
              <a:rPr lang="en-US" sz="2199">
                <a:solidFill>
                  <a:srgbClr val="FFFFFF"/>
                </a:solidFill>
                <a:latin typeface="Computer Says No"/>
                <a:ea typeface="Computer Says No"/>
                <a:cs typeface="Computer Says No"/>
                <a:sym typeface="Computer Says No"/>
              </a:rPr>
              <a:t>EJEMPLO 1</a:t>
            </a:r>
          </a:p>
        </p:txBody>
      </p:sp>
      <p:sp>
        <p:nvSpPr>
          <p:cNvPr name="TextBox 33" id="33"/>
          <p:cNvSpPr txBox="true"/>
          <p:nvPr/>
        </p:nvSpPr>
        <p:spPr>
          <a:xfrm rot="0">
            <a:off x="1753245" y="5134116"/>
            <a:ext cx="1866718" cy="308102"/>
          </a:xfrm>
          <a:prstGeom prst="rect">
            <a:avLst/>
          </a:prstGeom>
        </p:spPr>
        <p:txBody>
          <a:bodyPr anchor="t" rtlCol="false" tIns="0" lIns="0" bIns="0" rIns="0">
            <a:spAutoFit/>
          </a:bodyPr>
          <a:lstStyle/>
          <a:p>
            <a:pPr algn="l">
              <a:lnSpc>
                <a:spcPts val="2463"/>
              </a:lnSpc>
            </a:pPr>
            <a:r>
              <a:rPr lang="en-US" sz="2199">
                <a:solidFill>
                  <a:srgbClr val="FFFFFF"/>
                </a:solidFill>
                <a:latin typeface="Computer Says No"/>
                <a:ea typeface="Computer Says No"/>
                <a:cs typeface="Computer Says No"/>
                <a:sym typeface="Computer Says No"/>
              </a:rPr>
              <a:t>EJEMPLO 2</a:t>
            </a:r>
          </a:p>
        </p:txBody>
      </p:sp>
      <p:sp>
        <p:nvSpPr>
          <p:cNvPr name="TextBox 34" id="34"/>
          <p:cNvSpPr txBox="true"/>
          <p:nvPr/>
        </p:nvSpPr>
        <p:spPr>
          <a:xfrm rot="0">
            <a:off x="9571897" y="5134116"/>
            <a:ext cx="1866718" cy="308102"/>
          </a:xfrm>
          <a:prstGeom prst="rect">
            <a:avLst/>
          </a:prstGeom>
        </p:spPr>
        <p:txBody>
          <a:bodyPr anchor="t" rtlCol="false" tIns="0" lIns="0" bIns="0" rIns="0">
            <a:spAutoFit/>
          </a:bodyPr>
          <a:lstStyle/>
          <a:p>
            <a:pPr algn="l">
              <a:lnSpc>
                <a:spcPts val="2463"/>
              </a:lnSpc>
            </a:pPr>
            <a:r>
              <a:rPr lang="en-US" sz="2199">
                <a:solidFill>
                  <a:srgbClr val="FFFFFF"/>
                </a:solidFill>
                <a:latin typeface="Computer Says No"/>
                <a:ea typeface="Computer Says No"/>
                <a:cs typeface="Computer Says No"/>
                <a:sym typeface="Computer Says No"/>
              </a:rPr>
              <a:t>EJEMPLO 2</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3613C8"/>
        </a:solidFill>
      </p:bgPr>
    </p:bg>
    <p:spTree>
      <p:nvGrpSpPr>
        <p:cNvPr id="1" name=""/>
        <p:cNvGrpSpPr/>
        <p:nvPr/>
      </p:nvGrpSpPr>
      <p:grpSpPr>
        <a:xfrm>
          <a:off x="0" y="0"/>
          <a:ext cx="0" cy="0"/>
          <a:chOff x="0" y="0"/>
          <a:chExt cx="0" cy="0"/>
        </a:xfrm>
      </p:grpSpPr>
      <p:sp>
        <p:nvSpPr>
          <p:cNvPr name="Freeform 2" id="2"/>
          <p:cNvSpPr/>
          <p:nvPr/>
        </p:nvSpPr>
        <p:spPr>
          <a:xfrm flipH="false" flipV="false" rot="0">
            <a:off x="1323395" y="9455582"/>
            <a:ext cx="3595364" cy="542573"/>
          </a:xfrm>
          <a:custGeom>
            <a:avLst/>
            <a:gdLst/>
            <a:ahLst/>
            <a:cxnLst/>
            <a:rect r="r" b="b" t="t" l="l"/>
            <a:pathLst>
              <a:path h="542573" w="3595364">
                <a:moveTo>
                  <a:pt x="0" y="0"/>
                </a:moveTo>
                <a:lnTo>
                  <a:pt x="3595364" y="0"/>
                </a:lnTo>
                <a:lnTo>
                  <a:pt x="3595364" y="542573"/>
                </a:lnTo>
                <a:lnTo>
                  <a:pt x="0" y="5425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35035"/>
            <a:ext cx="21945600" cy="1103930"/>
            <a:chOff x="0" y="0"/>
            <a:chExt cx="29260800" cy="1471907"/>
          </a:xfrm>
        </p:grpSpPr>
        <p:sp>
          <p:nvSpPr>
            <p:cNvPr name="Freeform 4" id="4"/>
            <p:cNvSpPr/>
            <p:nvPr/>
          </p:nvSpPr>
          <p:spPr>
            <a:xfrm flipH="false" flipV="false" rot="0">
              <a:off x="0" y="0"/>
              <a:ext cx="9753600" cy="1471907"/>
            </a:xfrm>
            <a:custGeom>
              <a:avLst/>
              <a:gdLst/>
              <a:ahLst/>
              <a:cxnLst/>
              <a:rect r="r" b="b" t="t" l="l"/>
              <a:pathLst>
                <a:path h="1471907" w="9753600">
                  <a:moveTo>
                    <a:pt x="0" y="0"/>
                  </a:moveTo>
                  <a:lnTo>
                    <a:pt x="9753600" y="0"/>
                  </a:lnTo>
                  <a:lnTo>
                    <a:pt x="9753600" y="1471907"/>
                  </a:lnTo>
                  <a:lnTo>
                    <a:pt x="0" y="14719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9753600" y="0"/>
              <a:ext cx="9753600" cy="1471907"/>
            </a:xfrm>
            <a:custGeom>
              <a:avLst/>
              <a:gdLst/>
              <a:ahLst/>
              <a:cxnLst/>
              <a:rect r="r" b="b" t="t" l="l"/>
              <a:pathLst>
                <a:path h="1471907" w="9753600">
                  <a:moveTo>
                    <a:pt x="0" y="0"/>
                  </a:moveTo>
                  <a:lnTo>
                    <a:pt x="9753600" y="0"/>
                  </a:lnTo>
                  <a:lnTo>
                    <a:pt x="9753600" y="1471907"/>
                  </a:lnTo>
                  <a:lnTo>
                    <a:pt x="0" y="14719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9507200" y="0"/>
              <a:ext cx="9753600" cy="1471907"/>
            </a:xfrm>
            <a:custGeom>
              <a:avLst/>
              <a:gdLst/>
              <a:ahLst/>
              <a:cxnLst/>
              <a:rect r="r" b="b" t="t" l="l"/>
              <a:pathLst>
                <a:path h="1471907" w="9753600">
                  <a:moveTo>
                    <a:pt x="0" y="0"/>
                  </a:moveTo>
                  <a:lnTo>
                    <a:pt x="9753600" y="0"/>
                  </a:lnTo>
                  <a:lnTo>
                    <a:pt x="9753600" y="1471907"/>
                  </a:lnTo>
                  <a:lnTo>
                    <a:pt x="0" y="147190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false" flipV="false" rot="0">
            <a:off x="2895418" y="649239"/>
            <a:ext cx="2377744" cy="432317"/>
          </a:xfrm>
          <a:custGeom>
            <a:avLst/>
            <a:gdLst/>
            <a:ahLst/>
            <a:cxnLst/>
            <a:rect r="r" b="b" t="t" l="l"/>
            <a:pathLst>
              <a:path h="432317" w="2377744">
                <a:moveTo>
                  <a:pt x="0" y="0"/>
                </a:moveTo>
                <a:lnTo>
                  <a:pt x="2377744" y="0"/>
                </a:lnTo>
                <a:lnTo>
                  <a:pt x="2377744" y="432317"/>
                </a:lnTo>
                <a:lnTo>
                  <a:pt x="0" y="43231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323395" y="8370436"/>
            <a:ext cx="3595364" cy="542573"/>
          </a:xfrm>
          <a:custGeom>
            <a:avLst/>
            <a:gdLst/>
            <a:ahLst/>
            <a:cxnLst/>
            <a:rect r="r" b="b" t="t" l="l"/>
            <a:pathLst>
              <a:path h="542573" w="3595364">
                <a:moveTo>
                  <a:pt x="0" y="0"/>
                </a:moveTo>
                <a:lnTo>
                  <a:pt x="3595364" y="0"/>
                </a:lnTo>
                <a:lnTo>
                  <a:pt x="3595364" y="542573"/>
                </a:lnTo>
                <a:lnTo>
                  <a:pt x="0" y="5425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323395" y="7827863"/>
            <a:ext cx="3595364" cy="542573"/>
          </a:xfrm>
          <a:custGeom>
            <a:avLst/>
            <a:gdLst/>
            <a:ahLst/>
            <a:cxnLst/>
            <a:rect r="r" b="b" t="t" l="l"/>
            <a:pathLst>
              <a:path h="542573" w="3595364">
                <a:moveTo>
                  <a:pt x="0" y="0"/>
                </a:moveTo>
                <a:lnTo>
                  <a:pt x="3595364" y="0"/>
                </a:lnTo>
                <a:lnTo>
                  <a:pt x="3595364" y="542573"/>
                </a:lnTo>
                <a:lnTo>
                  <a:pt x="0" y="5425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10" id="10"/>
          <p:cNvPicPr>
            <a:picLocks noChangeAspect="true"/>
          </p:cNvPicPr>
          <p:nvPr/>
        </p:nvPicPr>
        <p:blipFill>
          <a:blip r:embed="rId8"/>
          <a:srcRect l="0" t="0" r="0" b="0"/>
          <a:stretch>
            <a:fillRect/>
          </a:stretch>
        </p:blipFill>
        <p:spPr>
          <a:xfrm flipH="false" flipV="false" rot="0">
            <a:off x="1884845" y="4884451"/>
            <a:ext cx="2472466" cy="2943412"/>
          </a:xfrm>
          <a:prstGeom prst="rect">
            <a:avLst/>
          </a:prstGeom>
        </p:spPr>
      </p:pic>
      <p:sp>
        <p:nvSpPr>
          <p:cNvPr name="Freeform 11" id="11"/>
          <p:cNvSpPr/>
          <p:nvPr/>
        </p:nvSpPr>
        <p:spPr>
          <a:xfrm flipH="false" flipV="false" rot="0">
            <a:off x="1323395" y="8913009"/>
            <a:ext cx="3595364" cy="542573"/>
          </a:xfrm>
          <a:custGeom>
            <a:avLst/>
            <a:gdLst/>
            <a:ahLst/>
            <a:cxnLst/>
            <a:rect r="r" b="b" t="t" l="l"/>
            <a:pathLst>
              <a:path h="542573" w="3595364">
                <a:moveTo>
                  <a:pt x="0" y="0"/>
                </a:moveTo>
                <a:lnTo>
                  <a:pt x="3595364" y="0"/>
                </a:lnTo>
                <a:lnTo>
                  <a:pt x="3595364" y="542573"/>
                </a:lnTo>
                <a:lnTo>
                  <a:pt x="0" y="54257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pic>
        <p:nvPicPr>
          <p:cNvPr name="Picture 12" id="12"/>
          <p:cNvPicPr>
            <a:picLocks noChangeAspect="true"/>
          </p:cNvPicPr>
          <p:nvPr/>
        </p:nvPicPr>
        <p:blipFill>
          <a:blip r:embed="rId9"/>
          <a:srcRect l="0" t="0" r="0" b="0"/>
          <a:stretch>
            <a:fillRect/>
          </a:stretch>
        </p:blipFill>
        <p:spPr>
          <a:xfrm flipH="false" flipV="false" rot="0">
            <a:off x="2351108" y="2754804"/>
            <a:ext cx="1539939" cy="1644398"/>
          </a:xfrm>
          <a:prstGeom prst="rect">
            <a:avLst/>
          </a:prstGeom>
        </p:spPr>
      </p:pic>
      <p:grpSp>
        <p:nvGrpSpPr>
          <p:cNvPr name="Group 13" id="13"/>
          <p:cNvGrpSpPr/>
          <p:nvPr/>
        </p:nvGrpSpPr>
        <p:grpSpPr>
          <a:xfrm rot="0">
            <a:off x="1594969" y="8496180"/>
            <a:ext cx="3052218" cy="717550"/>
            <a:chOff x="0" y="0"/>
            <a:chExt cx="803876" cy="188984"/>
          </a:xfrm>
        </p:grpSpPr>
        <p:sp>
          <p:nvSpPr>
            <p:cNvPr name="Freeform 14" id="14"/>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0D1781"/>
            </a:solidFill>
            <a:ln cap="rnd">
              <a:noFill/>
              <a:prstDash val="solid"/>
              <a:round/>
            </a:ln>
          </p:spPr>
        </p:sp>
        <p:sp>
          <p:nvSpPr>
            <p:cNvPr name="TextBox 15" id="15"/>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10" action="ppaction://hlinksldjump"/>
                </a:rPr>
                <a:t>Back to</a:t>
              </a:r>
              <a:r>
                <a:rPr lang="en-US" sz="1300">
                  <a:solidFill>
                    <a:srgbClr val="FFFFFF"/>
                  </a:solidFill>
                  <a:latin typeface="Poppins Light"/>
                  <a:ea typeface="Poppins Light"/>
                  <a:cs typeface="Poppins Light"/>
                  <a:sym typeface="Poppins Light"/>
                </a:rPr>
                <a:t> </a:t>
              </a:r>
              <a:r>
                <a:rPr lang="en-US" sz="1300">
                  <a:solidFill>
                    <a:srgbClr val="FFFFFF"/>
                  </a:solidFill>
                  <a:latin typeface="Poppins Light"/>
                  <a:ea typeface="Poppins Light"/>
                  <a:cs typeface="Poppins Light"/>
                  <a:sym typeface="Poppins Light"/>
                  <a:hlinkClick r:id="rId10" action="ppaction://hlinksldjump"/>
                </a:rPr>
                <a:t>Agenda Page</a:t>
              </a:r>
            </a:p>
          </p:txBody>
        </p:sp>
      </p:grpSp>
      <p:grpSp>
        <p:nvGrpSpPr>
          <p:cNvPr name="Group 16" id="16"/>
          <p:cNvGrpSpPr/>
          <p:nvPr/>
        </p:nvGrpSpPr>
        <p:grpSpPr>
          <a:xfrm rot="0">
            <a:off x="1201279" y="1298984"/>
            <a:ext cx="15844174" cy="8040959"/>
            <a:chOff x="0" y="0"/>
            <a:chExt cx="4172951" cy="2117783"/>
          </a:xfrm>
        </p:grpSpPr>
        <p:sp>
          <p:nvSpPr>
            <p:cNvPr name="Freeform 17" id="17"/>
            <p:cNvSpPr/>
            <p:nvPr/>
          </p:nvSpPr>
          <p:spPr>
            <a:xfrm flipH="false" flipV="false" rot="0">
              <a:off x="0" y="0"/>
              <a:ext cx="4172951" cy="2117784"/>
            </a:xfrm>
            <a:custGeom>
              <a:avLst/>
              <a:gdLst/>
              <a:ahLst/>
              <a:cxnLst/>
              <a:rect r="r" b="b" t="t" l="l"/>
              <a:pathLst>
                <a:path h="2117784" w="4172951">
                  <a:moveTo>
                    <a:pt x="24920" y="0"/>
                  </a:moveTo>
                  <a:lnTo>
                    <a:pt x="4148031" y="0"/>
                  </a:lnTo>
                  <a:cubicBezTo>
                    <a:pt x="4161794" y="0"/>
                    <a:pt x="4172951" y="11157"/>
                    <a:pt x="4172951" y="24920"/>
                  </a:cubicBezTo>
                  <a:lnTo>
                    <a:pt x="4172951" y="2092864"/>
                  </a:lnTo>
                  <a:cubicBezTo>
                    <a:pt x="4172951" y="2106626"/>
                    <a:pt x="4161794" y="2117784"/>
                    <a:pt x="4148031" y="2117784"/>
                  </a:cubicBezTo>
                  <a:lnTo>
                    <a:pt x="24920" y="2117784"/>
                  </a:lnTo>
                  <a:cubicBezTo>
                    <a:pt x="11157" y="2117784"/>
                    <a:pt x="0" y="2106626"/>
                    <a:pt x="0" y="2092864"/>
                  </a:cubicBezTo>
                  <a:lnTo>
                    <a:pt x="0" y="24920"/>
                  </a:lnTo>
                  <a:cubicBezTo>
                    <a:pt x="0" y="11157"/>
                    <a:pt x="11157" y="0"/>
                    <a:pt x="24920" y="0"/>
                  </a:cubicBezTo>
                  <a:close/>
                </a:path>
              </a:pathLst>
            </a:custGeom>
            <a:solidFill>
              <a:srgbClr val="0D1781"/>
            </a:solidFill>
          </p:spPr>
        </p:sp>
        <p:sp>
          <p:nvSpPr>
            <p:cNvPr name="TextBox 18" id="18"/>
            <p:cNvSpPr txBox="true"/>
            <p:nvPr/>
          </p:nvSpPr>
          <p:spPr>
            <a:xfrm>
              <a:off x="0" y="0"/>
              <a:ext cx="4172951" cy="2117783"/>
            </a:xfrm>
            <a:prstGeom prst="rect">
              <a:avLst/>
            </a:prstGeom>
          </p:spPr>
          <p:txBody>
            <a:bodyPr anchor="ctr" rtlCol="false" tIns="50800" lIns="50800" bIns="50800" rIns="50800"/>
            <a:lstStyle/>
            <a:p>
              <a:pPr algn="ctr">
                <a:lnSpc>
                  <a:spcPts val="2463"/>
                </a:lnSpc>
              </a:pPr>
            </a:p>
          </p:txBody>
        </p:sp>
      </p:grpSp>
      <p:sp>
        <p:nvSpPr>
          <p:cNvPr name="Freeform 19" id="19"/>
          <p:cNvSpPr/>
          <p:nvPr/>
        </p:nvSpPr>
        <p:spPr>
          <a:xfrm flipH="false" flipV="false" rot="0">
            <a:off x="1594969" y="3046355"/>
            <a:ext cx="14792251" cy="5047856"/>
          </a:xfrm>
          <a:custGeom>
            <a:avLst/>
            <a:gdLst/>
            <a:ahLst/>
            <a:cxnLst/>
            <a:rect r="r" b="b" t="t" l="l"/>
            <a:pathLst>
              <a:path h="5047856" w="14792251">
                <a:moveTo>
                  <a:pt x="0" y="0"/>
                </a:moveTo>
                <a:lnTo>
                  <a:pt x="14792251" y="0"/>
                </a:lnTo>
                <a:lnTo>
                  <a:pt x="14792251" y="5047856"/>
                </a:lnTo>
                <a:lnTo>
                  <a:pt x="0" y="5047856"/>
                </a:lnTo>
                <a:lnTo>
                  <a:pt x="0" y="0"/>
                </a:lnTo>
                <a:close/>
              </a:path>
            </a:pathLst>
          </a:custGeom>
          <a:blipFill>
            <a:blip r:embed="rId11"/>
            <a:stretch>
              <a:fillRect l="0" t="0" r="0" b="0"/>
            </a:stretch>
          </a:blipFill>
        </p:spPr>
      </p:sp>
      <p:sp>
        <p:nvSpPr>
          <p:cNvPr name="TextBox 20" id="20"/>
          <p:cNvSpPr txBox="true"/>
          <p:nvPr/>
        </p:nvSpPr>
        <p:spPr>
          <a:xfrm rot="0">
            <a:off x="1028700" y="668289"/>
            <a:ext cx="1866718" cy="308102"/>
          </a:xfrm>
          <a:prstGeom prst="rect">
            <a:avLst/>
          </a:prstGeom>
        </p:spPr>
        <p:txBody>
          <a:bodyPr anchor="t" rtlCol="false" tIns="0" lIns="0" bIns="0" rIns="0">
            <a:spAutoFit/>
          </a:bodyPr>
          <a:lstStyle/>
          <a:p>
            <a:pPr algn="l">
              <a:lnSpc>
                <a:spcPts val="2463"/>
              </a:lnSpc>
            </a:pPr>
            <a:r>
              <a:rPr lang="en-US" sz="2199">
                <a:solidFill>
                  <a:srgbClr val="FFFFFF"/>
                </a:solidFill>
                <a:latin typeface="Computer Says No"/>
                <a:ea typeface="Computer Says No"/>
                <a:cs typeface="Computer Says No"/>
                <a:sym typeface="Computer Says No"/>
              </a:rPr>
              <a:t>PLAYER 1</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366238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5109"/>
            <a:ext cx="18288000" cy="1163782"/>
            <a:chOff x="0" y="0"/>
            <a:chExt cx="24384000" cy="1551709"/>
          </a:xfrm>
        </p:grpSpPr>
        <p:sp>
          <p:nvSpPr>
            <p:cNvPr name="Freeform 4" id="4"/>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true" flipV="false" rot="0">
            <a:off x="8712793" y="3054978"/>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6">
              <a:extLst>
                <a:ext uri="{96DAC541-7B7A-43D3-8B79-37D633B846F1}">
                  <asvg:svgBlip xmlns:asvg="http://schemas.microsoft.com/office/drawing/2016/SVG/main" r:embed="rId7"/>
                </a:ext>
              </a:extLst>
            </a:blip>
            <a:stretch>
              <a:fillRect l="0" t="0" r="0" b="0"/>
            </a:stretch>
          </a:blipFill>
        </p:spPr>
      </p:sp>
      <p:pic>
        <p:nvPicPr>
          <p:cNvPr name="Picture 8" id="8"/>
          <p:cNvPicPr>
            <a:picLocks noChangeAspect="true"/>
          </p:cNvPicPr>
          <p:nvPr/>
        </p:nvPicPr>
        <p:blipFill>
          <a:blip r:embed="rId8"/>
          <a:srcRect l="0" t="0" r="0" b="0"/>
          <a:stretch>
            <a:fillRect/>
          </a:stretch>
        </p:blipFill>
        <p:spPr>
          <a:xfrm flipH="false" flipV="false" rot="0">
            <a:off x="16848318" y="719461"/>
            <a:ext cx="744368" cy="331244"/>
          </a:xfrm>
          <a:prstGeom prst="rect">
            <a:avLst/>
          </a:prstGeom>
        </p:spPr>
      </p:pic>
      <p:sp>
        <p:nvSpPr>
          <p:cNvPr name="Freeform 9" id="9"/>
          <p:cNvSpPr/>
          <p:nvPr/>
        </p:nvSpPr>
        <p:spPr>
          <a:xfrm flipH="false" flipV="false" rot="0">
            <a:off x="14333567"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7234164" y="588745"/>
            <a:ext cx="1211480" cy="624416"/>
            <a:chOff x="0" y="0"/>
            <a:chExt cx="1615307" cy="832555"/>
          </a:xfrm>
        </p:grpSpPr>
        <p:sp>
          <p:nvSpPr>
            <p:cNvPr name="TextBox 11" id="11"/>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2" id="12"/>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3" id="13"/>
          <p:cNvGrpSpPr/>
          <p:nvPr/>
        </p:nvGrpSpPr>
        <p:grpSpPr>
          <a:xfrm rot="0">
            <a:off x="10191499" y="729709"/>
            <a:ext cx="862336" cy="327152"/>
            <a:chOff x="0" y="0"/>
            <a:chExt cx="1149782" cy="436203"/>
          </a:xfrm>
        </p:grpSpPr>
        <p:sp>
          <p:nvSpPr>
            <p:cNvPr name="TextBox 14" id="14"/>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15" id="15"/>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grpSp>
        <p:nvGrpSpPr>
          <p:cNvPr name="Group 16" id="16"/>
          <p:cNvGrpSpPr/>
          <p:nvPr/>
        </p:nvGrpSpPr>
        <p:grpSpPr>
          <a:xfrm rot="0">
            <a:off x="8863538" y="703945"/>
            <a:ext cx="908861" cy="327152"/>
            <a:chOff x="0" y="0"/>
            <a:chExt cx="1211815" cy="436203"/>
          </a:xfrm>
        </p:grpSpPr>
        <p:sp>
          <p:nvSpPr>
            <p:cNvPr name="TextBox 17" id="17"/>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18" id="18"/>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grpSp>
        <p:nvGrpSpPr>
          <p:cNvPr name="Group 19" id="19"/>
          <p:cNvGrpSpPr/>
          <p:nvPr/>
        </p:nvGrpSpPr>
        <p:grpSpPr>
          <a:xfrm rot="0">
            <a:off x="692051" y="534510"/>
            <a:ext cx="3052218" cy="717550"/>
            <a:chOff x="0" y="0"/>
            <a:chExt cx="803876" cy="188984"/>
          </a:xfrm>
        </p:grpSpPr>
        <p:sp>
          <p:nvSpPr>
            <p:cNvPr name="Freeform 20" id="20"/>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5A2FE5"/>
            </a:solidFill>
            <a:ln cap="rnd">
              <a:noFill/>
              <a:prstDash val="solid"/>
              <a:round/>
            </a:ln>
          </p:spPr>
        </p:sp>
        <p:sp>
          <p:nvSpPr>
            <p:cNvPr name="TextBox 21" id="21"/>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17" action="ppaction://hlinksldjump"/>
                </a:rPr>
                <a:t>Back to Agenda Page</a:t>
              </a:r>
            </a:p>
          </p:txBody>
        </p:sp>
      </p:grpSp>
      <p:sp>
        <p:nvSpPr>
          <p:cNvPr name="TextBox 22" id="22"/>
          <p:cNvSpPr txBox="true"/>
          <p:nvPr/>
        </p:nvSpPr>
        <p:spPr>
          <a:xfrm rot="0">
            <a:off x="5903122" y="1600828"/>
            <a:ext cx="8576754" cy="1454150"/>
          </a:xfrm>
          <a:prstGeom prst="rect">
            <a:avLst/>
          </a:prstGeom>
        </p:spPr>
        <p:txBody>
          <a:bodyPr anchor="t" rtlCol="false" tIns="0" lIns="0" bIns="0" rIns="0">
            <a:spAutoFit/>
          </a:bodyPr>
          <a:lstStyle/>
          <a:p>
            <a:pPr algn="ctr">
              <a:lnSpc>
                <a:spcPts val="11199"/>
              </a:lnSpc>
            </a:pPr>
            <a:r>
              <a:rPr lang="en-US" sz="9999">
                <a:solidFill>
                  <a:srgbClr val="FFFFFF"/>
                </a:solidFill>
                <a:latin typeface="Computer Says No"/>
                <a:ea typeface="Computer Says No"/>
                <a:cs typeface="Computer Says No"/>
                <a:sym typeface="Computer Says No"/>
              </a:rPr>
              <a:t>CONTROLES BÁSICOS</a:t>
            </a:r>
          </a:p>
        </p:txBody>
      </p:sp>
      <p:grpSp>
        <p:nvGrpSpPr>
          <p:cNvPr name="Group 23" id="23"/>
          <p:cNvGrpSpPr/>
          <p:nvPr/>
        </p:nvGrpSpPr>
        <p:grpSpPr>
          <a:xfrm rot="0">
            <a:off x="6502297" y="3692157"/>
            <a:ext cx="10757003" cy="4419447"/>
            <a:chOff x="0" y="0"/>
            <a:chExt cx="2833120" cy="1163970"/>
          </a:xfrm>
        </p:grpSpPr>
        <p:sp>
          <p:nvSpPr>
            <p:cNvPr name="Freeform 24" id="24"/>
            <p:cNvSpPr/>
            <p:nvPr/>
          </p:nvSpPr>
          <p:spPr>
            <a:xfrm flipH="false" flipV="false" rot="0">
              <a:off x="0" y="0"/>
              <a:ext cx="2833120" cy="1163970"/>
            </a:xfrm>
            <a:custGeom>
              <a:avLst/>
              <a:gdLst/>
              <a:ahLst/>
              <a:cxnLst/>
              <a:rect r="r" b="b" t="t" l="l"/>
              <a:pathLst>
                <a:path h="1163970" w="2833120">
                  <a:moveTo>
                    <a:pt x="35266" y="0"/>
                  </a:moveTo>
                  <a:lnTo>
                    <a:pt x="2797854" y="0"/>
                  </a:lnTo>
                  <a:cubicBezTo>
                    <a:pt x="2807207" y="0"/>
                    <a:pt x="2816177" y="3715"/>
                    <a:pt x="2822791" y="10329"/>
                  </a:cubicBezTo>
                  <a:cubicBezTo>
                    <a:pt x="2829405" y="16943"/>
                    <a:pt x="2833120" y="25913"/>
                    <a:pt x="2833120" y="35266"/>
                  </a:cubicBezTo>
                  <a:lnTo>
                    <a:pt x="2833120" y="1128704"/>
                  </a:lnTo>
                  <a:cubicBezTo>
                    <a:pt x="2833120" y="1148180"/>
                    <a:pt x="2817331" y="1163970"/>
                    <a:pt x="2797854" y="1163970"/>
                  </a:cubicBezTo>
                  <a:lnTo>
                    <a:pt x="35266" y="1163970"/>
                  </a:lnTo>
                  <a:cubicBezTo>
                    <a:pt x="15789" y="1163970"/>
                    <a:pt x="0" y="1148180"/>
                    <a:pt x="0" y="1128704"/>
                  </a:cubicBezTo>
                  <a:lnTo>
                    <a:pt x="0" y="35266"/>
                  </a:lnTo>
                  <a:cubicBezTo>
                    <a:pt x="0" y="15789"/>
                    <a:pt x="15789" y="0"/>
                    <a:pt x="35266" y="0"/>
                  </a:cubicBezTo>
                  <a:close/>
                </a:path>
              </a:pathLst>
            </a:custGeom>
            <a:solidFill>
              <a:srgbClr val="050E5D"/>
            </a:solidFill>
            <a:ln w="47625" cap="rnd">
              <a:solidFill>
                <a:srgbClr val="21EF80"/>
              </a:solidFill>
              <a:prstDash val="solid"/>
              <a:round/>
            </a:ln>
          </p:spPr>
        </p:sp>
        <p:sp>
          <p:nvSpPr>
            <p:cNvPr name="TextBox 25" id="25"/>
            <p:cNvSpPr txBox="true"/>
            <p:nvPr/>
          </p:nvSpPr>
          <p:spPr>
            <a:xfrm>
              <a:off x="0" y="-66675"/>
              <a:ext cx="2833120" cy="1230645"/>
            </a:xfrm>
            <a:prstGeom prst="rect">
              <a:avLst/>
            </a:prstGeom>
          </p:spPr>
          <p:txBody>
            <a:bodyPr anchor="ctr" rtlCol="false" tIns="254000" lIns="254000" bIns="254000" rIns="254000"/>
            <a:lstStyle/>
            <a:p>
              <a:pPr algn="l">
                <a:lnSpc>
                  <a:spcPts val="3359"/>
                </a:lnSpc>
              </a:pPr>
              <a:r>
                <a:rPr lang="en-US" sz="2399">
                  <a:solidFill>
                    <a:srgbClr val="FFFFFF"/>
                  </a:solidFill>
                  <a:latin typeface="Poppins"/>
                  <a:ea typeface="Poppins"/>
                  <a:cs typeface="Poppins"/>
                  <a:sym typeface="Poppins"/>
                </a:rPr>
                <a:t>Los controles son objetos y los objetos son combinaciones de datos y códigos que se tratan como una unidad.</a:t>
              </a:r>
            </a:p>
            <a:p>
              <a:pPr algn="l">
                <a:lnSpc>
                  <a:spcPts val="3359"/>
                </a:lnSpc>
              </a:pPr>
              <a:r>
                <a:rPr lang="en-US" sz="2399">
                  <a:solidFill>
                    <a:srgbClr val="FFFFFF"/>
                  </a:solidFill>
                  <a:latin typeface="Poppins"/>
                  <a:ea typeface="Poppins"/>
                  <a:cs typeface="Poppins"/>
                  <a:sym typeface="Poppins"/>
                </a:rPr>
                <a:t>Los </a:t>
              </a:r>
              <a:r>
                <a:rPr lang="en-US" sz="2399" b="true">
                  <a:solidFill>
                    <a:srgbClr val="FFFFFF"/>
                  </a:solidFill>
                  <a:latin typeface="Poppins Bold"/>
                  <a:ea typeface="Poppins Bold"/>
                  <a:cs typeface="Poppins Bold"/>
                  <a:sym typeface="Poppins Bold"/>
                </a:rPr>
                <a:t>objetos</a:t>
              </a:r>
              <a:r>
                <a:rPr lang="en-US" sz="2399">
                  <a:solidFill>
                    <a:srgbClr val="FFFFFF"/>
                  </a:solidFill>
                  <a:latin typeface="Poppins"/>
                  <a:ea typeface="Poppins"/>
                  <a:cs typeface="Poppins"/>
                  <a:sym typeface="Poppins"/>
                </a:rPr>
                <a:t> son los elementos que colocaremos en el formulario y este en sí, es también un objeto. </a:t>
              </a:r>
            </a:p>
            <a:p>
              <a:pPr algn="l">
                <a:lnSpc>
                  <a:spcPts val="3359"/>
                </a:lnSpc>
              </a:pPr>
            </a:p>
            <a:p>
              <a:pPr algn="l">
                <a:lnSpc>
                  <a:spcPts val="3359"/>
                </a:lnSpc>
              </a:pPr>
              <a:r>
                <a:rPr lang="en-US" sz="2399">
                  <a:solidFill>
                    <a:srgbClr val="FFFFFF"/>
                  </a:solidFill>
                  <a:latin typeface="Poppins"/>
                  <a:ea typeface="Poppins"/>
                  <a:cs typeface="Poppins"/>
                  <a:sym typeface="Poppins"/>
                </a:rPr>
                <a:t>Todos estos elementos se encuentrar del lado izquierdo de Visual Studio. Si no les aparece pueden activarlo</a:t>
              </a:r>
            </a:p>
            <a:p>
              <a:pPr algn="l">
                <a:lnSpc>
                  <a:spcPts val="3359"/>
                </a:lnSpc>
              </a:pPr>
              <a:r>
                <a:rPr lang="en-US" sz="2399">
                  <a:solidFill>
                    <a:srgbClr val="FFFFFF"/>
                  </a:solidFill>
                  <a:latin typeface="Poppins"/>
                  <a:ea typeface="Poppins"/>
                  <a:cs typeface="Poppins"/>
                  <a:sym typeface="Poppins"/>
                </a:rPr>
                <a:t>usando </a:t>
              </a:r>
              <a:r>
                <a:rPr lang="en-US" sz="2399" i="true" b="true">
                  <a:solidFill>
                    <a:srgbClr val="FFFFFF"/>
                  </a:solidFill>
                  <a:latin typeface="Poppins Bold Italics"/>
                  <a:ea typeface="Poppins Bold Italics"/>
                  <a:cs typeface="Poppins Bold Italics"/>
                  <a:sym typeface="Poppins Bold Italics"/>
                </a:rPr>
                <a:t>CONTROL+ALT+X</a:t>
              </a:r>
            </a:p>
            <a:p>
              <a:pPr algn="l">
                <a:lnSpc>
                  <a:spcPts val="3359"/>
                </a:lnSpc>
              </a:pPr>
            </a:p>
          </p:txBody>
        </p:sp>
      </p:grpSp>
      <p:sp>
        <p:nvSpPr>
          <p:cNvPr name="Freeform 26" id="26"/>
          <p:cNvSpPr/>
          <p:nvPr/>
        </p:nvSpPr>
        <p:spPr>
          <a:xfrm flipH="false" flipV="false" rot="0">
            <a:off x="0" y="0"/>
            <a:ext cx="5160645" cy="10287000"/>
          </a:xfrm>
          <a:custGeom>
            <a:avLst/>
            <a:gdLst/>
            <a:ahLst/>
            <a:cxnLst/>
            <a:rect r="r" b="b" t="t" l="l"/>
            <a:pathLst>
              <a:path h="10287000" w="5160645">
                <a:moveTo>
                  <a:pt x="0" y="0"/>
                </a:moveTo>
                <a:lnTo>
                  <a:pt x="5160645" y="0"/>
                </a:lnTo>
                <a:lnTo>
                  <a:pt x="5160645" y="10287000"/>
                </a:lnTo>
                <a:lnTo>
                  <a:pt x="0" y="10287000"/>
                </a:lnTo>
                <a:lnTo>
                  <a:pt x="0" y="0"/>
                </a:lnTo>
                <a:close/>
              </a:path>
            </a:pathLst>
          </a:custGeom>
          <a:blipFill>
            <a:blip r:embed="rId18"/>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366238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5109"/>
            <a:ext cx="18288000" cy="1163782"/>
            <a:chOff x="0" y="0"/>
            <a:chExt cx="24384000" cy="1551709"/>
          </a:xfrm>
        </p:grpSpPr>
        <p:sp>
          <p:nvSpPr>
            <p:cNvPr name="Freeform 4" id="4"/>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true" flipV="false" rot="0">
            <a:off x="8712793" y="3054978"/>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6">
              <a:extLst>
                <a:ext uri="{96DAC541-7B7A-43D3-8B79-37D633B846F1}">
                  <asvg:svgBlip xmlns:asvg="http://schemas.microsoft.com/office/drawing/2016/SVG/main" r:embed="rId7"/>
                </a:ext>
              </a:extLst>
            </a:blip>
            <a:stretch>
              <a:fillRect l="0" t="0" r="0" b="0"/>
            </a:stretch>
          </a:blipFill>
        </p:spPr>
      </p:sp>
      <p:pic>
        <p:nvPicPr>
          <p:cNvPr name="Picture 8" id="8"/>
          <p:cNvPicPr>
            <a:picLocks noChangeAspect="true"/>
          </p:cNvPicPr>
          <p:nvPr/>
        </p:nvPicPr>
        <p:blipFill>
          <a:blip r:embed="rId8"/>
          <a:srcRect l="0" t="0" r="0" b="0"/>
          <a:stretch>
            <a:fillRect/>
          </a:stretch>
        </p:blipFill>
        <p:spPr>
          <a:xfrm flipH="false" flipV="false" rot="0">
            <a:off x="16848318" y="719461"/>
            <a:ext cx="744368" cy="331244"/>
          </a:xfrm>
          <a:prstGeom prst="rect">
            <a:avLst/>
          </a:prstGeom>
        </p:spPr>
      </p:pic>
      <p:sp>
        <p:nvSpPr>
          <p:cNvPr name="Freeform 9" id="9"/>
          <p:cNvSpPr/>
          <p:nvPr/>
        </p:nvSpPr>
        <p:spPr>
          <a:xfrm flipH="false" flipV="false" rot="0">
            <a:off x="14333567"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7234164" y="588745"/>
            <a:ext cx="1211480" cy="624416"/>
            <a:chOff x="0" y="0"/>
            <a:chExt cx="1615307" cy="832555"/>
          </a:xfrm>
        </p:grpSpPr>
        <p:sp>
          <p:nvSpPr>
            <p:cNvPr name="TextBox 11" id="11"/>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2" id="12"/>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3" id="13"/>
          <p:cNvGrpSpPr/>
          <p:nvPr/>
        </p:nvGrpSpPr>
        <p:grpSpPr>
          <a:xfrm rot="0">
            <a:off x="10191499" y="729709"/>
            <a:ext cx="862336" cy="327152"/>
            <a:chOff x="0" y="0"/>
            <a:chExt cx="1149782" cy="436203"/>
          </a:xfrm>
        </p:grpSpPr>
        <p:sp>
          <p:nvSpPr>
            <p:cNvPr name="TextBox 14" id="14"/>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15" id="15"/>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grpSp>
        <p:nvGrpSpPr>
          <p:cNvPr name="Group 16" id="16"/>
          <p:cNvGrpSpPr/>
          <p:nvPr/>
        </p:nvGrpSpPr>
        <p:grpSpPr>
          <a:xfrm rot="0">
            <a:off x="8863538" y="703945"/>
            <a:ext cx="908861" cy="327152"/>
            <a:chOff x="0" y="0"/>
            <a:chExt cx="1211815" cy="436203"/>
          </a:xfrm>
        </p:grpSpPr>
        <p:sp>
          <p:nvSpPr>
            <p:cNvPr name="TextBox 17" id="17"/>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18" id="18"/>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grpSp>
        <p:nvGrpSpPr>
          <p:cNvPr name="Group 19" id="19"/>
          <p:cNvGrpSpPr/>
          <p:nvPr/>
        </p:nvGrpSpPr>
        <p:grpSpPr>
          <a:xfrm rot="0">
            <a:off x="692051" y="534510"/>
            <a:ext cx="3052218" cy="717550"/>
            <a:chOff x="0" y="0"/>
            <a:chExt cx="803876" cy="188984"/>
          </a:xfrm>
        </p:grpSpPr>
        <p:sp>
          <p:nvSpPr>
            <p:cNvPr name="Freeform 20" id="20"/>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5A2FE5"/>
            </a:solidFill>
            <a:ln cap="rnd">
              <a:noFill/>
              <a:prstDash val="solid"/>
              <a:round/>
            </a:ln>
          </p:spPr>
        </p:sp>
        <p:sp>
          <p:nvSpPr>
            <p:cNvPr name="TextBox 21" id="21"/>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17" action="ppaction://hlinksldjump"/>
                </a:rPr>
                <a:t>Back to Agenda Page</a:t>
              </a:r>
            </a:p>
          </p:txBody>
        </p:sp>
      </p:grpSp>
      <p:sp>
        <p:nvSpPr>
          <p:cNvPr name="TextBox 22" id="22"/>
          <p:cNvSpPr txBox="true"/>
          <p:nvPr/>
        </p:nvSpPr>
        <p:spPr>
          <a:xfrm rot="0">
            <a:off x="5484022" y="1235032"/>
            <a:ext cx="8576754" cy="1454150"/>
          </a:xfrm>
          <a:prstGeom prst="rect">
            <a:avLst/>
          </a:prstGeom>
        </p:spPr>
        <p:txBody>
          <a:bodyPr anchor="t" rtlCol="false" tIns="0" lIns="0" bIns="0" rIns="0">
            <a:spAutoFit/>
          </a:bodyPr>
          <a:lstStyle/>
          <a:p>
            <a:pPr algn="ctr">
              <a:lnSpc>
                <a:spcPts val="11199"/>
              </a:lnSpc>
            </a:pPr>
            <a:r>
              <a:rPr lang="en-US" sz="9999">
                <a:solidFill>
                  <a:srgbClr val="FFFFFF"/>
                </a:solidFill>
                <a:latin typeface="Computer Says No"/>
                <a:ea typeface="Computer Says No"/>
                <a:cs typeface="Computer Says No"/>
                <a:sym typeface="Computer Says No"/>
              </a:rPr>
              <a:t>CONTROLES BÁSICOS</a:t>
            </a:r>
          </a:p>
        </p:txBody>
      </p:sp>
      <p:sp>
        <p:nvSpPr>
          <p:cNvPr name="Freeform 23" id="23"/>
          <p:cNvSpPr/>
          <p:nvPr/>
        </p:nvSpPr>
        <p:spPr>
          <a:xfrm flipH="false" flipV="false" rot="0">
            <a:off x="692051" y="2800678"/>
            <a:ext cx="5007736" cy="3649097"/>
          </a:xfrm>
          <a:custGeom>
            <a:avLst/>
            <a:gdLst/>
            <a:ahLst/>
            <a:cxnLst/>
            <a:rect r="r" b="b" t="t" l="l"/>
            <a:pathLst>
              <a:path h="3649097" w="5007736">
                <a:moveTo>
                  <a:pt x="0" y="0"/>
                </a:moveTo>
                <a:lnTo>
                  <a:pt x="5007736" y="0"/>
                </a:lnTo>
                <a:lnTo>
                  <a:pt x="5007736" y="3649097"/>
                </a:lnTo>
                <a:lnTo>
                  <a:pt x="0" y="3649097"/>
                </a:lnTo>
                <a:lnTo>
                  <a:pt x="0" y="0"/>
                </a:lnTo>
                <a:close/>
              </a:path>
            </a:pathLst>
          </a:custGeom>
          <a:blipFill>
            <a:blip r:embed="rId18"/>
            <a:stretch>
              <a:fillRect l="0" t="0" r="0" b="-46726"/>
            </a:stretch>
          </a:blipFill>
        </p:spPr>
      </p:sp>
      <p:sp>
        <p:nvSpPr>
          <p:cNvPr name="Freeform 24" id="24"/>
          <p:cNvSpPr/>
          <p:nvPr/>
        </p:nvSpPr>
        <p:spPr>
          <a:xfrm flipH="false" flipV="false" rot="0">
            <a:off x="6343486" y="2822532"/>
            <a:ext cx="5074541" cy="3649097"/>
          </a:xfrm>
          <a:custGeom>
            <a:avLst/>
            <a:gdLst/>
            <a:ahLst/>
            <a:cxnLst/>
            <a:rect r="r" b="b" t="t" l="l"/>
            <a:pathLst>
              <a:path h="3649097" w="5074541">
                <a:moveTo>
                  <a:pt x="0" y="0"/>
                </a:moveTo>
                <a:lnTo>
                  <a:pt x="5074542" y="0"/>
                </a:lnTo>
                <a:lnTo>
                  <a:pt x="5074542" y="3649097"/>
                </a:lnTo>
                <a:lnTo>
                  <a:pt x="0" y="3649097"/>
                </a:lnTo>
                <a:lnTo>
                  <a:pt x="0" y="0"/>
                </a:lnTo>
                <a:close/>
              </a:path>
            </a:pathLst>
          </a:custGeom>
          <a:blipFill>
            <a:blip r:embed="rId19"/>
            <a:stretch>
              <a:fillRect l="0" t="-2469" r="-3441" b="-40894"/>
            </a:stretch>
          </a:blipFill>
        </p:spPr>
      </p:sp>
      <p:sp>
        <p:nvSpPr>
          <p:cNvPr name="Freeform 25" id="25"/>
          <p:cNvSpPr/>
          <p:nvPr/>
        </p:nvSpPr>
        <p:spPr>
          <a:xfrm flipH="false" flipV="false" rot="0">
            <a:off x="12184759" y="2803482"/>
            <a:ext cx="5074541" cy="3649097"/>
          </a:xfrm>
          <a:custGeom>
            <a:avLst/>
            <a:gdLst/>
            <a:ahLst/>
            <a:cxnLst/>
            <a:rect r="r" b="b" t="t" l="l"/>
            <a:pathLst>
              <a:path h="3649097" w="5074541">
                <a:moveTo>
                  <a:pt x="0" y="0"/>
                </a:moveTo>
                <a:lnTo>
                  <a:pt x="5074541" y="0"/>
                </a:lnTo>
                <a:lnTo>
                  <a:pt x="5074541" y="3649097"/>
                </a:lnTo>
                <a:lnTo>
                  <a:pt x="0" y="3649097"/>
                </a:lnTo>
                <a:lnTo>
                  <a:pt x="0" y="0"/>
                </a:lnTo>
                <a:close/>
              </a:path>
            </a:pathLst>
          </a:custGeom>
          <a:blipFill>
            <a:blip r:embed="rId20"/>
            <a:stretch>
              <a:fillRect l="-30686" t="0" r="-35259" b="0"/>
            </a:stretch>
          </a:blipFill>
        </p:spPr>
      </p:sp>
      <p:grpSp>
        <p:nvGrpSpPr>
          <p:cNvPr name="Group 26" id="26"/>
          <p:cNvGrpSpPr/>
          <p:nvPr/>
        </p:nvGrpSpPr>
        <p:grpSpPr>
          <a:xfrm rot="0">
            <a:off x="692051" y="6471629"/>
            <a:ext cx="5074541" cy="2791206"/>
            <a:chOff x="0" y="0"/>
            <a:chExt cx="2993618" cy="1646613"/>
          </a:xfrm>
        </p:grpSpPr>
        <p:sp>
          <p:nvSpPr>
            <p:cNvPr name="Freeform 27" id="27"/>
            <p:cNvSpPr/>
            <p:nvPr/>
          </p:nvSpPr>
          <p:spPr>
            <a:xfrm flipH="false" flipV="false" rot="0">
              <a:off x="0" y="0"/>
              <a:ext cx="2993619" cy="1646613"/>
            </a:xfrm>
            <a:custGeom>
              <a:avLst/>
              <a:gdLst/>
              <a:ahLst/>
              <a:cxnLst/>
              <a:rect r="r" b="b" t="t" l="l"/>
              <a:pathLst>
                <a:path h="1646613" w="2993619">
                  <a:moveTo>
                    <a:pt x="2869158" y="1646613"/>
                  </a:moveTo>
                  <a:lnTo>
                    <a:pt x="124460" y="1646613"/>
                  </a:lnTo>
                  <a:cubicBezTo>
                    <a:pt x="55880" y="1646613"/>
                    <a:pt x="0" y="1590733"/>
                    <a:pt x="0" y="1522153"/>
                  </a:cubicBezTo>
                  <a:lnTo>
                    <a:pt x="0" y="124460"/>
                  </a:lnTo>
                  <a:cubicBezTo>
                    <a:pt x="0" y="55880"/>
                    <a:pt x="55880" y="0"/>
                    <a:pt x="124460" y="0"/>
                  </a:cubicBezTo>
                  <a:lnTo>
                    <a:pt x="2869159" y="0"/>
                  </a:lnTo>
                  <a:cubicBezTo>
                    <a:pt x="2937739" y="0"/>
                    <a:pt x="2993619" y="55880"/>
                    <a:pt x="2993619" y="124460"/>
                  </a:cubicBezTo>
                  <a:lnTo>
                    <a:pt x="2993619" y="1522153"/>
                  </a:lnTo>
                  <a:cubicBezTo>
                    <a:pt x="2993619" y="1590733"/>
                    <a:pt x="2937739" y="1646613"/>
                    <a:pt x="2869159" y="1646613"/>
                  </a:cubicBezTo>
                  <a:close/>
                </a:path>
              </a:pathLst>
            </a:custGeom>
            <a:solidFill>
              <a:srgbClr val="191919"/>
            </a:solidFill>
          </p:spPr>
        </p:sp>
      </p:grpSp>
      <p:grpSp>
        <p:nvGrpSpPr>
          <p:cNvPr name="Group 28" id="28"/>
          <p:cNvGrpSpPr/>
          <p:nvPr/>
        </p:nvGrpSpPr>
        <p:grpSpPr>
          <a:xfrm rot="0">
            <a:off x="6326267" y="6449775"/>
            <a:ext cx="5074541" cy="2791206"/>
            <a:chOff x="0" y="0"/>
            <a:chExt cx="2993618" cy="1646613"/>
          </a:xfrm>
        </p:grpSpPr>
        <p:sp>
          <p:nvSpPr>
            <p:cNvPr name="Freeform 29" id="29"/>
            <p:cNvSpPr/>
            <p:nvPr/>
          </p:nvSpPr>
          <p:spPr>
            <a:xfrm flipH="false" flipV="false" rot="0">
              <a:off x="0" y="0"/>
              <a:ext cx="2993619" cy="1646613"/>
            </a:xfrm>
            <a:custGeom>
              <a:avLst/>
              <a:gdLst/>
              <a:ahLst/>
              <a:cxnLst/>
              <a:rect r="r" b="b" t="t" l="l"/>
              <a:pathLst>
                <a:path h="1646613" w="2993619">
                  <a:moveTo>
                    <a:pt x="2869158" y="1646613"/>
                  </a:moveTo>
                  <a:lnTo>
                    <a:pt x="124460" y="1646613"/>
                  </a:lnTo>
                  <a:cubicBezTo>
                    <a:pt x="55880" y="1646613"/>
                    <a:pt x="0" y="1590733"/>
                    <a:pt x="0" y="1522153"/>
                  </a:cubicBezTo>
                  <a:lnTo>
                    <a:pt x="0" y="124460"/>
                  </a:lnTo>
                  <a:cubicBezTo>
                    <a:pt x="0" y="55880"/>
                    <a:pt x="55880" y="0"/>
                    <a:pt x="124460" y="0"/>
                  </a:cubicBezTo>
                  <a:lnTo>
                    <a:pt x="2869159" y="0"/>
                  </a:lnTo>
                  <a:cubicBezTo>
                    <a:pt x="2937739" y="0"/>
                    <a:pt x="2993619" y="55880"/>
                    <a:pt x="2993619" y="124460"/>
                  </a:cubicBezTo>
                  <a:lnTo>
                    <a:pt x="2993619" y="1522153"/>
                  </a:lnTo>
                  <a:cubicBezTo>
                    <a:pt x="2993619" y="1590733"/>
                    <a:pt x="2937739" y="1646613"/>
                    <a:pt x="2869159" y="1646613"/>
                  </a:cubicBezTo>
                  <a:close/>
                </a:path>
              </a:pathLst>
            </a:custGeom>
            <a:solidFill>
              <a:srgbClr val="191919"/>
            </a:solidFill>
          </p:spPr>
        </p:sp>
      </p:grpSp>
      <p:grpSp>
        <p:nvGrpSpPr>
          <p:cNvPr name="Group 30" id="30"/>
          <p:cNvGrpSpPr/>
          <p:nvPr/>
        </p:nvGrpSpPr>
        <p:grpSpPr>
          <a:xfrm rot="0">
            <a:off x="12145961" y="6449775"/>
            <a:ext cx="5074541" cy="2791206"/>
            <a:chOff x="0" y="0"/>
            <a:chExt cx="2993618" cy="1646613"/>
          </a:xfrm>
        </p:grpSpPr>
        <p:sp>
          <p:nvSpPr>
            <p:cNvPr name="Freeform 31" id="31"/>
            <p:cNvSpPr/>
            <p:nvPr/>
          </p:nvSpPr>
          <p:spPr>
            <a:xfrm flipH="false" flipV="false" rot="0">
              <a:off x="0" y="0"/>
              <a:ext cx="2993619" cy="1646613"/>
            </a:xfrm>
            <a:custGeom>
              <a:avLst/>
              <a:gdLst/>
              <a:ahLst/>
              <a:cxnLst/>
              <a:rect r="r" b="b" t="t" l="l"/>
              <a:pathLst>
                <a:path h="1646613" w="2993619">
                  <a:moveTo>
                    <a:pt x="2869158" y="1646613"/>
                  </a:moveTo>
                  <a:lnTo>
                    <a:pt x="124460" y="1646613"/>
                  </a:lnTo>
                  <a:cubicBezTo>
                    <a:pt x="55880" y="1646613"/>
                    <a:pt x="0" y="1590733"/>
                    <a:pt x="0" y="1522153"/>
                  </a:cubicBezTo>
                  <a:lnTo>
                    <a:pt x="0" y="124460"/>
                  </a:lnTo>
                  <a:cubicBezTo>
                    <a:pt x="0" y="55880"/>
                    <a:pt x="55880" y="0"/>
                    <a:pt x="124460" y="0"/>
                  </a:cubicBezTo>
                  <a:lnTo>
                    <a:pt x="2869159" y="0"/>
                  </a:lnTo>
                  <a:cubicBezTo>
                    <a:pt x="2937739" y="0"/>
                    <a:pt x="2993619" y="55880"/>
                    <a:pt x="2993619" y="124460"/>
                  </a:cubicBezTo>
                  <a:lnTo>
                    <a:pt x="2993619" y="1522153"/>
                  </a:lnTo>
                  <a:cubicBezTo>
                    <a:pt x="2993619" y="1590733"/>
                    <a:pt x="2937739" y="1646613"/>
                    <a:pt x="2869159" y="1646613"/>
                  </a:cubicBezTo>
                  <a:close/>
                </a:path>
              </a:pathLst>
            </a:custGeom>
            <a:solidFill>
              <a:srgbClr val="191919"/>
            </a:solidFill>
          </p:spPr>
        </p:sp>
      </p:grpSp>
      <p:sp>
        <p:nvSpPr>
          <p:cNvPr name="TextBox 32" id="32"/>
          <p:cNvSpPr txBox="true"/>
          <p:nvPr/>
        </p:nvSpPr>
        <p:spPr>
          <a:xfrm rot="0">
            <a:off x="957319" y="6852154"/>
            <a:ext cx="4477199" cy="1617980"/>
          </a:xfrm>
          <a:prstGeom prst="rect">
            <a:avLst/>
          </a:prstGeom>
        </p:spPr>
        <p:txBody>
          <a:bodyPr anchor="t" rtlCol="false" tIns="0" lIns="0" bIns="0" rIns="0">
            <a:spAutoFit/>
          </a:bodyPr>
          <a:lstStyle/>
          <a:p>
            <a:pPr algn="l">
              <a:lnSpc>
                <a:spcPts val="3219"/>
              </a:lnSpc>
            </a:pPr>
            <a:r>
              <a:rPr lang="en-US" sz="2300">
                <a:solidFill>
                  <a:srgbClr val="FFFFFF"/>
                </a:solidFill>
                <a:latin typeface="Telegraf"/>
                <a:ea typeface="Telegraf"/>
                <a:cs typeface="Telegraf"/>
                <a:sym typeface="Telegraf"/>
              </a:rPr>
              <a:t>El</a:t>
            </a:r>
            <a:r>
              <a:rPr lang="en-US" sz="2300">
                <a:solidFill>
                  <a:srgbClr val="FFFFFF"/>
                </a:solidFill>
                <a:latin typeface="Telegraf"/>
                <a:ea typeface="Telegraf"/>
                <a:cs typeface="Telegraf"/>
                <a:sym typeface="Telegraf"/>
              </a:rPr>
              <a:t> control Button o botón es de mucha utilidad, pues a través de él, podemos dar órdenes, o sea, sirve como comando</a:t>
            </a:r>
          </a:p>
        </p:txBody>
      </p:sp>
      <p:sp>
        <p:nvSpPr>
          <p:cNvPr name="TextBox 33" id="33"/>
          <p:cNvSpPr txBox="true"/>
          <p:nvPr/>
        </p:nvSpPr>
        <p:spPr>
          <a:xfrm rot="0">
            <a:off x="6642157" y="6598238"/>
            <a:ext cx="4477199" cy="2418080"/>
          </a:xfrm>
          <a:prstGeom prst="rect">
            <a:avLst/>
          </a:prstGeom>
        </p:spPr>
        <p:txBody>
          <a:bodyPr anchor="t" rtlCol="false" tIns="0" lIns="0" bIns="0" rIns="0">
            <a:spAutoFit/>
          </a:bodyPr>
          <a:lstStyle/>
          <a:p>
            <a:pPr algn="l">
              <a:lnSpc>
                <a:spcPts val="3219"/>
              </a:lnSpc>
            </a:pPr>
            <a:r>
              <a:rPr lang="en-US" sz="2300">
                <a:solidFill>
                  <a:srgbClr val="FFFFFF"/>
                </a:solidFill>
                <a:latin typeface="Telegraf"/>
                <a:ea typeface="Telegraf"/>
                <a:cs typeface="Telegraf"/>
                <a:sym typeface="Telegraf"/>
              </a:rPr>
              <a:t>El control Label, es un nombre del control que en español se traduce como etiqueta y sirve principalmente, para mostrar información, como por ejemplo, titulos, nombres, etc.</a:t>
            </a:r>
          </a:p>
        </p:txBody>
      </p:sp>
      <p:sp>
        <p:nvSpPr>
          <p:cNvPr name="TextBox 34" id="34"/>
          <p:cNvSpPr txBox="true"/>
          <p:nvPr/>
        </p:nvSpPr>
        <p:spPr>
          <a:xfrm rot="0">
            <a:off x="12444632" y="7198313"/>
            <a:ext cx="4477199" cy="1217930"/>
          </a:xfrm>
          <a:prstGeom prst="rect">
            <a:avLst/>
          </a:prstGeom>
        </p:spPr>
        <p:txBody>
          <a:bodyPr anchor="t" rtlCol="false" tIns="0" lIns="0" bIns="0" rIns="0">
            <a:spAutoFit/>
          </a:bodyPr>
          <a:lstStyle/>
          <a:p>
            <a:pPr algn="l">
              <a:lnSpc>
                <a:spcPts val="3219"/>
              </a:lnSpc>
            </a:pPr>
            <a:r>
              <a:rPr lang="en-US" sz="2300">
                <a:solidFill>
                  <a:srgbClr val="FFFFFF"/>
                </a:solidFill>
                <a:latin typeface="Telegraf"/>
                <a:ea typeface="Telegraf"/>
                <a:cs typeface="Telegraf"/>
                <a:sym typeface="Telegraf"/>
              </a:rPr>
              <a:t>El</a:t>
            </a:r>
            <a:r>
              <a:rPr lang="en-US" sz="2300">
                <a:solidFill>
                  <a:srgbClr val="FFFFFF"/>
                </a:solidFill>
                <a:latin typeface="Telegraf"/>
                <a:ea typeface="Telegraf"/>
                <a:cs typeface="Telegraf"/>
                <a:sym typeface="Telegraf"/>
              </a:rPr>
              <a:t> Control Textbox, es muy útil para introducir información y también para mostrarla.</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3662384"/>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5109"/>
            <a:ext cx="18288000" cy="1163782"/>
            <a:chOff x="0" y="0"/>
            <a:chExt cx="24384000" cy="1551709"/>
          </a:xfrm>
        </p:grpSpPr>
        <p:sp>
          <p:nvSpPr>
            <p:cNvPr name="Freeform 4" id="4"/>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true" flipV="false" rot="0">
            <a:off x="8712793" y="3054978"/>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6">
              <a:extLst>
                <a:ext uri="{96DAC541-7B7A-43D3-8B79-37D633B846F1}">
                  <asvg:svgBlip xmlns:asvg="http://schemas.microsoft.com/office/drawing/2016/SVG/main" r:embed="rId7"/>
                </a:ext>
              </a:extLst>
            </a:blip>
            <a:stretch>
              <a:fillRect l="0" t="0" r="0" b="0"/>
            </a:stretch>
          </a:blipFill>
        </p:spPr>
      </p:sp>
      <p:pic>
        <p:nvPicPr>
          <p:cNvPr name="Picture 8" id="8"/>
          <p:cNvPicPr>
            <a:picLocks noChangeAspect="true"/>
          </p:cNvPicPr>
          <p:nvPr/>
        </p:nvPicPr>
        <p:blipFill>
          <a:blip r:embed="rId8"/>
          <a:srcRect l="0" t="0" r="0" b="0"/>
          <a:stretch>
            <a:fillRect/>
          </a:stretch>
        </p:blipFill>
        <p:spPr>
          <a:xfrm flipH="false" flipV="false" rot="0">
            <a:off x="16848318" y="719461"/>
            <a:ext cx="744368" cy="331244"/>
          </a:xfrm>
          <a:prstGeom prst="rect">
            <a:avLst/>
          </a:prstGeom>
        </p:spPr>
      </p:pic>
      <p:sp>
        <p:nvSpPr>
          <p:cNvPr name="Freeform 9" id="9"/>
          <p:cNvSpPr/>
          <p:nvPr/>
        </p:nvSpPr>
        <p:spPr>
          <a:xfrm flipH="false" flipV="false" rot="0">
            <a:off x="14333567"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7234164" y="588745"/>
            <a:ext cx="1211480" cy="624416"/>
            <a:chOff x="0" y="0"/>
            <a:chExt cx="1615307" cy="832555"/>
          </a:xfrm>
        </p:grpSpPr>
        <p:sp>
          <p:nvSpPr>
            <p:cNvPr name="TextBox 11" id="11"/>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2" id="12"/>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3" id="13"/>
          <p:cNvGrpSpPr/>
          <p:nvPr/>
        </p:nvGrpSpPr>
        <p:grpSpPr>
          <a:xfrm rot="0">
            <a:off x="10191499" y="729709"/>
            <a:ext cx="862336" cy="327152"/>
            <a:chOff x="0" y="0"/>
            <a:chExt cx="1149782" cy="436203"/>
          </a:xfrm>
        </p:grpSpPr>
        <p:sp>
          <p:nvSpPr>
            <p:cNvPr name="TextBox 14" id="14"/>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15" id="15"/>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grpSp>
        <p:nvGrpSpPr>
          <p:cNvPr name="Group 16" id="16"/>
          <p:cNvGrpSpPr/>
          <p:nvPr/>
        </p:nvGrpSpPr>
        <p:grpSpPr>
          <a:xfrm rot="0">
            <a:off x="8863538" y="703945"/>
            <a:ext cx="908861" cy="327152"/>
            <a:chOff x="0" y="0"/>
            <a:chExt cx="1211815" cy="436203"/>
          </a:xfrm>
        </p:grpSpPr>
        <p:sp>
          <p:nvSpPr>
            <p:cNvPr name="TextBox 17" id="17"/>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18" id="18"/>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grpSp>
        <p:nvGrpSpPr>
          <p:cNvPr name="Group 19" id="19"/>
          <p:cNvGrpSpPr/>
          <p:nvPr/>
        </p:nvGrpSpPr>
        <p:grpSpPr>
          <a:xfrm rot="0">
            <a:off x="692051" y="534510"/>
            <a:ext cx="3052218" cy="717550"/>
            <a:chOff x="0" y="0"/>
            <a:chExt cx="803876" cy="188984"/>
          </a:xfrm>
        </p:grpSpPr>
        <p:sp>
          <p:nvSpPr>
            <p:cNvPr name="Freeform 20" id="20"/>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5A2FE5"/>
            </a:solidFill>
            <a:ln cap="rnd">
              <a:noFill/>
              <a:prstDash val="solid"/>
              <a:round/>
            </a:ln>
          </p:spPr>
        </p:sp>
        <p:sp>
          <p:nvSpPr>
            <p:cNvPr name="TextBox 21" id="21"/>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17" action="ppaction://hlinksldjump"/>
                </a:rPr>
                <a:t>Back to Agenda Page</a:t>
              </a:r>
            </a:p>
          </p:txBody>
        </p:sp>
      </p:grpSp>
      <p:sp>
        <p:nvSpPr>
          <p:cNvPr name="TextBox 22" id="22"/>
          <p:cNvSpPr txBox="true"/>
          <p:nvPr/>
        </p:nvSpPr>
        <p:spPr>
          <a:xfrm rot="0">
            <a:off x="5484022" y="1235032"/>
            <a:ext cx="8576754" cy="1454150"/>
          </a:xfrm>
          <a:prstGeom prst="rect">
            <a:avLst/>
          </a:prstGeom>
        </p:spPr>
        <p:txBody>
          <a:bodyPr anchor="t" rtlCol="false" tIns="0" lIns="0" bIns="0" rIns="0">
            <a:spAutoFit/>
          </a:bodyPr>
          <a:lstStyle/>
          <a:p>
            <a:pPr algn="ctr">
              <a:lnSpc>
                <a:spcPts val="11199"/>
              </a:lnSpc>
            </a:pPr>
            <a:r>
              <a:rPr lang="en-US" sz="9999">
                <a:solidFill>
                  <a:srgbClr val="FFFFFF"/>
                </a:solidFill>
                <a:latin typeface="Computer Says No"/>
                <a:ea typeface="Computer Says No"/>
                <a:cs typeface="Computer Says No"/>
                <a:sym typeface="Computer Says No"/>
              </a:rPr>
              <a:t>CONTROLES BÁSICOS</a:t>
            </a:r>
          </a:p>
        </p:txBody>
      </p:sp>
      <p:grpSp>
        <p:nvGrpSpPr>
          <p:cNvPr name="Group 23" id="23"/>
          <p:cNvGrpSpPr/>
          <p:nvPr/>
        </p:nvGrpSpPr>
        <p:grpSpPr>
          <a:xfrm rot="0">
            <a:off x="692051" y="6471629"/>
            <a:ext cx="5074541" cy="2791206"/>
            <a:chOff x="0" y="0"/>
            <a:chExt cx="2993618" cy="1646613"/>
          </a:xfrm>
        </p:grpSpPr>
        <p:sp>
          <p:nvSpPr>
            <p:cNvPr name="Freeform 24" id="24"/>
            <p:cNvSpPr/>
            <p:nvPr/>
          </p:nvSpPr>
          <p:spPr>
            <a:xfrm flipH="false" flipV="false" rot="0">
              <a:off x="0" y="0"/>
              <a:ext cx="2993619" cy="1646613"/>
            </a:xfrm>
            <a:custGeom>
              <a:avLst/>
              <a:gdLst/>
              <a:ahLst/>
              <a:cxnLst/>
              <a:rect r="r" b="b" t="t" l="l"/>
              <a:pathLst>
                <a:path h="1646613" w="2993619">
                  <a:moveTo>
                    <a:pt x="2869158" y="1646613"/>
                  </a:moveTo>
                  <a:lnTo>
                    <a:pt x="124460" y="1646613"/>
                  </a:lnTo>
                  <a:cubicBezTo>
                    <a:pt x="55880" y="1646613"/>
                    <a:pt x="0" y="1590733"/>
                    <a:pt x="0" y="1522153"/>
                  </a:cubicBezTo>
                  <a:lnTo>
                    <a:pt x="0" y="124460"/>
                  </a:lnTo>
                  <a:cubicBezTo>
                    <a:pt x="0" y="55880"/>
                    <a:pt x="55880" y="0"/>
                    <a:pt x="124460" y="0"/>
                  </a:cubicBezTo>
                  <a:lnTo>
                    <a:pt x="2869159" y="0"/>
                  </a:lnTo>
                  <a:cubicBezTo>
                    <a:pt x="2937739" y="0"/>
                    <a:pt x="2993619" y="55880"/>
                    <a:pt x="2993619" y="124460"/>
                  </a:cubicBezTo>
                  <a:lnTo>
                    <a:pt x="2993619" y="1522153"/>
                  </a:lnTo>
                  <a:cubicBezTo>
                    <a:pt x="2993619" y="1590733"/>
                    <a:pt x="2937739" y="1646613"/>
                    <a:pt x="2869159" y="1646613"/>
                  </a:cubicBezTo>
                  <a:close/>
                </a:path>
              </a:pathLst>
            </a:custGeom>
            <a:solidFill>
              <a:srgbClr val="191919"/>
            </a:solidFill>
          </p:spPr>
        </p:sp>
      </p:grpSp>
      <p:grpSp>
        <p:nvGrpSpPr>
          <p:cNvPr name="Group 25" id="25"/>
          <p:cNvGrpSpPr/>
          <p:nvPr/>
        </p:nvGrpSpPr>
        <p:grpSpPr>
          <a:xfrm rot="0">
            <a:off x="6326267" y="6449775"/>
            <a:ext cx="5074541" cy="2791206"/>
            <a:chOff x="0" y="0"/>
            <a:chExt cx="2993618" cy="1646613"/>
          </a:xfrm>
        </p:grpSpPr>
        <p:sp>
          <p:nvSpPr>
            <p:cNvPr name="Freeform 26" id="26"/>
            <p:cNvSpPr/>
            <p:nvPr/>
          </p:nvSpPr>
          <p:spPr>
            <a:xfrm flipH="false" flipV="false" rot="0">
              <a:off x="0" y="0"/>
              <a:ext cx="2993619" cy="1646613"/>
            </a:xfrm>
            <a:custGeom>
              <a:avLst/>
              <a:gdLst/>
              <a:ahLst/>
              <a:cxnLst/>
              <a:rect r="r" b="b" t="t" l="l"/>
              <a:pathLst>
                <a:path h="1646613" w="2993619">
                  <a:moveTo>
                    <a:pt x="2869158" y="1646613"/>
                  </a:moveTo>
                  <a:lnTo>
                    <a:pt x="124460" y="1646613"/>
                  </a:lnTo>
                  <a:cubicBezTo>
                    <a:pt x="55880" y="1646613"/>
                    <a:pt x="0" y="1590733"/>
                    <a:pt x="0" y="1522153"/>
                  </a:cubicBezTo>
                  <a:lnTo>
                    <a:pt x="0" y="124460"/>
                  </a:lnTo>
                  <a:cubicBezTo>
                    <a:pt x="0" y="55880"/>
                    <a:pt x="55880" y="0"/>
                    <a:pt x="124460" y="0"/>
                  </a:cubicBezTo>
                  <a:lnTo>
                    <a:pt x="2869159" y="0"/>
                  </a:lnTo>
                  <a:cubicBezTo>
                    <a:pt x="2937739" y="0"/>
                    <a:pt x="2993619" y="55880"/>
                    <a:pt x="2993619" y="124460"/>
                  </a:cubicBezTo>
                  <a:lnTo>
                    <a:pt x="2993619" y="1522153"/>
                  </a:lnTo>
                  <a:cubicBezTo>
                    <a:pt x="2993619" y="1590733"/>
                    <a:pt x="2937739" y="1646613"/>
                    <a:pt x="2869159" y="1646613"/>
                  </a:cubicBezTo>
                  <a:close/>
                </a:path>
              </a:pathLst>
            </a:custGeom>
            <a:solidFill>
              <a:srgbClr val="191919"/>
            </a:solidFill>
          </p:spPr>
        </p:sp>
      </p:grpSp>
      <p:grpSp>
        <p:nvGrpSpPr>
          <p:cNvPr name="Group 27" id="27"/>
          <p:cNvGrpSpPr/>
          <p:nvPr/>
        </p:nvGrpSpPr>
        <p:grpSpPr>
          <a:xfrm rot="0">
            <a:off x="12145961" y="6449775"/>
            <a:ext cx="5074541" cy="2791206"/>
            <a:chOff x="0" y="0"/>
            <a:chExt cx="2993618" cy="1646613"/>
          </a:xfrm>
        </p:grpSpPr>
        <p:sp>
          <p:nvSpPr>
            <p:cNvPr name="Freeform 28" id="28"/>
            <p:cNvSpPr/>
            <p:nvPr/>
          </p:nvSpPr>
          <p:spPr>
            <a:xfrm flipH="false" flipV="false" rot="0">
              <a:off x="0" y="0"/>
              <a:ext cx="2993619" cy="1646613"/>
            </a:xfrm>
            <a:custGeom>
              <a:avLst/>
              <a:gdLst/>
              <a:ahLst/>
              <a:cxnLst/>
              <a:rect r="r" b="b" t="t" l="l"/>
              <a:pathLst>
                <a:path h="1646613" w="2993619">
                  <a:moveTo>
                    <a:pt x="2869158" y="1646613"/>
                  </a:moveTo>
                  <a:lnTo>
                    <a:pt x="124460" y="1646613"/>
                  </a:lnTo>
                  <a:cubicBezTo>
                    <a:pt x="55880" y="1646613"/>
                    <a:pt x="0" y="1590733"/>
                    <a:pt x="0" y="1522153"/>
                  </a:cubicBezTo>
                  <a:lnTo>
                    <a:pt x="0" y="124460"/>
                  </a:lnTo>
                  <a:cubicBezTo>
                    <a:pt x="0" y="55880"/>
                    <a:pt x="55880" y="0"/>
                    <a:pt x="124460" y="0"/>
                  </a:cubicBezTo>
                  <a:lnTo>
                    <a:pt x="2869159" y="0"/>
                  </a:lnTo>
                  <a:cubicBezTo>
                    <a:pt x="2937739" y="0"/>
                    <a:pt x="2993619" y="55880"/>
                    <a:pt x="2993619" y="124460"/>
                  </a:cubicBezTo>
                  <a:lnTo>
                    <a:pt x="2993619" y="1522153"/>
                  </a:lnTo>
                  <a:cubicBezTo>
                    <a:pt x="2993619" y="1590733"/>
                    <a:pt x="2937739" y="1646613"/>
                    <a:pt x="2869159" y="1646613"/>
                  </a:cubicBezTo>
                  <a:close/>
                </a:path>
              </a:pathLst>
            </a:custGeom>
            <a:solidFill>
              <a:srgbClr val="191919"/>
            </a:solidFill>
          </p:spPr>
        </p:sp>
      </p:grpSp>
      <p:sp>
        <p:nvSpPr>
          <p:cNvPr name="Freeform 29" id="29"/>
          <p:cNvSpPr/>
          <p:nvPr/>
        </p:nvSpPr>
        <p:spPr>
          <a:xfrm flipH="false" flipV="false" rot="0">
            <a:off x="692051" y="2822532"/>
            <a:ext cx="5074541" cy="3649097"/>
          </a:xfrm>
          <a:custGeom>
            <a:avLst/>
            <a:gdLst/>
            <a:ahLst/>
            <a:cxnLst/>
            <a:rect r="r" b="b" t="t" l="l"/>
            <a:pathLst>
              <a:path h="3649097" w="5074541">
                <a:moveTo>
                  <a:pt x="0" y="0"/>
                </a:moveTo>
                <a:lnTo>
                  <a:pt x="5074541" y="0"/>
                </a:lnTo>
                <a:lnTo>
                  <a:pt x="5074541" y="3649097"/>
                </a:lnTo>
                <a:lnTo>
                  <a:pt x="0" y="3649097"/>
                </a:lnTo>
                <a:lnTo>
                  <a:pt x="0" y="0"/>
                </a:lnTo>
                <a:close/>
              </a:path>
            </a:pathLst>
          </a:custGeom>
          <a:blipFill>
            <a:blip r:embed="rId18"/>
            <a:stretch>
              <a:fillRect l="0" t="0" r="-80099" b="-14274"/>
            </a:stretch>
          </a:blipFill>
        </p:spPr>
      </p:sp>
      <p:sp>
        <p:nvSpPr>
          <p:cNvPr name="TextBox 30" id="30"/>
          <p:cNvSpPr txBox="true"/>
          <p:nvPr/>
        </p:nvSpPr>
        <p:spPr>
          <a:xfrm rot="0">
            <a:off x="990722" y="6998288"/>
            <a:ext cx="4477199" cy="1617980"/>
          </a:xfrm>
          <a:prstGeom prst="rect">
            <a:avLst/>
          </a:prstGeom>
        </p:spPr>
        <p:txBody>
          <a:bodyPr anchor="t" rtlCol="false" tIns="0" lIns="0" bIns="0" rIns="0">
            <a:spAutoFit/>
          </a:bodyPr>
          <a:lstStyle/>
          <a:p>
            <a:pPr algn="l">
              <a:lnSpc>
                <a:spcPts val="3219"/>
              </a:lnSpc>
            </a:pPr>
            <a:r>
              <a:rPr lang="en-US" sz="2300">
                <a:solidFill>
                  <a:srgbClr val="FFFFFF"/>
                </a:solidFill>
                <a:latin typeface="Telegraf"/>
                <a:ea typeface="Telegraf"/>
                <a:cs typeface="Telegraf"/>
                <a:sym typeface="Telegraf"/>
              </a:rPr>
              <a:t>El</a:t>
            </a:r>
            <a:r>
              <a:rPr lang="en-US" sz="2300">
                <a:solidFill>
                  <a:srgbClr val="FFFFFF"/>
                </a:solidFill>
                <a:latin typeface="Telegraf"/>
                <a:ea typeface="Telegraf"/>
                <a:cs typeface="Telegraf"/>
                <a:sym typeface="Telegraf"/>
              </a:rPr>
              <a:t> CheckBox es un control que permite al usuario seleccionar una o más opciones de varias disponibles.</a:t>
            </a:r>
          </a:p>
        </p:txBody>
      </p:sp>
      <p:sp>
        <p:nvSpPr>
          <p:cNvPr name="Freeform 31" id="31"/>
          <p:cNvSpPr/>
          <p:nvPr/>
        </p:nvSpPr>
        <p:spPr>
          <a:xfrm flipH="false" flipV="false" rot="0">
            <a:off x="6343486" y="2857261"/>
            <a:ext cx="5074541" cy="3649097"/>
          </a:xfrm>
          <a:custGeom>
            <a:avLst/>
            <a:gdLst/>
            <a:ahLst/>
            <a:cxnLst/>
            <a:rect r="r" b="b" t="t" l="l"/>
            <a:pathLst>
              <a:path h="3649097" w="5074541">
                <a:moveTo>
                  <a:pt x="0" y="0"/>
                </a:moveTo>
                <a:lnTo>
                  <a:pt x="5074542" y="0"/>
                </a:lnTo>
                <a:lnTo>
                  <a:pt x="5074542" y="3649098"/>
                </a:lnTo>
                <a:lnTo>
                  <a:pt x="0" y="3649098"/>
                </a:lnTo>
                <a:lnTo>
                  <a:pt x="0" y="0"/>
                </a:lnTo>
                <a:close/>
              </a:path>
            </a:pathLst>
          </a:custGeom>
          <a:blipFill>
            <a:blip r:embed="rId19"/>
            <a:stretch>
              <a:fillRect l="0" t="0" r="-17492" b="-43744"/>
            </a:stretch>
          </a:blipFill>
        </p:spPr>
      </p:sp>
      <p:sp>
        <p:nvSpPr>
          <p:cNvPr name="TextBox 32" id="32"/>
          <p:cNvSpPr txBox="true"/>
          <p:nvPr/>
        </p:nvSpPr>
        <p:spPr>
          <a:xfrm rot="0">
            <a:off x="6642157" y="7198313"/>
            <a:ext cx="4477199" cy="1272540"/>
          </a:xfrm>
          <a:prstGeom prst="rect">
            <a:avLst/>
          </a:prstGeom>
        </p:spPr>
        <p:txBody>
          <a:bodyPr anchor="t" rtlCol="false" tIns="0" lIns="0" bIns="0" rIns="0">
            <a:spAutoFit/>
          </a:bodyPr>
          <a:lstStyle/>
          <a:p>
            <a:pPr algn="l">
              <a:lnSpc>
                <a:spcPts val="3359"/>
              </a:lnSpc>
            </a:pPr>
            <a:r>
              <a:rPr lang="en-US" sz="2399">
                <a:solidFill>
                  <a:srgbClr val="FFFFFF"/>
                </a:solidFill>
                <a:latin typeface="Telegraf"/>
                <a:ea typeface="Telegraf"/>
                <a:cs typeface="Telegraf"/>
                <a:sym typeface="Telegraf"/>
              </a:rPr>
              <a:t>RadioButton es un control que permite al usuario escoger solo una de varias opciones.</a:t>
            </a:r>
          </a:p>
        </p:txBody>
      </p:sp>
      <p:sp>
        <p:nvSpPr>
          <p:cNvPr name="Freeform 33" id="33"/>
          <p:cNvSpPr/>
          <p:nvPr/>
        </p:nvSpPr>
        <p:spPr>
          <a:xfrm flipH="false" flipV="false" rot="0">
            <a:off x="12145961" y="2849315"/>
            <a:ext cx="4925149" cy="3622314"/>
          </a:xfrm>
          <a:custGeom>
            <a:avLst/>
            <a:gdLst/>
            <a:ahLst/>
            <a:cxnLst/>
            <a:rect r="r" b="b" t="t" l="l"/>
            <a:pathLst>
              <a:path h="3622314" w="4925149">
                <a:moveTo>
                  <a:pt x="0" y="0"/>
                </a:moveTo>
                <a:lnTo>
                  <a:pt x="4925149" y="0"/>
                </a:lnTo>
                <a:lnTo>
                  <a:pt x="4925149" y="3622314"/>
                </a:lnTo>
                <a:lnTo>
                  <a:pt x="0" y="3622314"/>
                </a:lnTo>
                <a:lnTo>
                  <a:pt x="0" y="0"/>
                </a:lnTo>
                <a:close/>
              </a:path>
            </a:pathLst>
          </a:custGeom>
          <a:blipFill>
            <a:blip r:embed="rId20"/>
            <a:stretch>
              <a:fillRect l="0" t="0" r="-8430" b="-44500"/>
            </a:stretch>
          </a:blipFill>
        </p:spPr>
      </p:sp>
      <p:sp>
        <p:nvSpPr>
          <p:cNvPr name="TextBox 34" id="34"/>
          <p:cNvSpPr txBox="true"/>
          <p:nvPr/>
        </p:nvSpPr>
        <p:spPr>
          <a:xfrm rot="0">
            <a:off x="12444632" y="7192862"/>
            <a:ext cx="4477199" cy="1272540"/>
          </a:xfrm>
          <a:prstGeom prst="rect">
            <a:avLst/>
          </a:prstGeom>
        </p:spPr>
        <p:txBody>
          <a:bodyPr anchor="t" rtlCol="false" tIns="0" lIns="0" bIns="0" rIns="0">
            <a:spAutoFit/>
          </a:bodyPr>
          <a:lstStyle/>
          <a:p>
            <a:pPr algn="l">
              <a:lnSpc>
                <a:spcPts val="3360"/>
              </a:lnSpc>
            </a:pPr>
            <a:r>
              <a:rPr lang="en-US" sz="2400">
                <a:solidFill>
                  <a:srgbClr val="FFFFFF"/>
                </a:solidFill>
                <a:latin typeface="Telegraf"/>
                <a:ea typeface="Telegraf"/>
                <a:cs typeface="Telegraf"/>
                <a:sym typeface="Telegraf"/>
              </a:rPr>
              <a:t>Control ListBox</a:t>
            </a:r>
          </a:p>
          <a:p>
            <a:pPr algn="l">
              <a:lnSpc>
                <a:spcPts val="3359"/>
              </a:lnSpc>
            </a:pPr>
            <a:r>
              <a:rPr lang="en-US" sz="2399">
                <a:solidFill>
                  <a:srgbClr val="FFFFFF"/>
                </a:solidFill>
                <a:latin typeface="Telegraf"/>
                <a:ea typeface="Telegraf"/>
                <a:cs typeface="Telegraf"/>
                <a:sym typeface="Telegraf"/>
              </a:rPr>
              <a:t>Es un control que sirve para ingresar información</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535415" y="5143500"/>
            <a:ext cx="18473970" cy="10391608"/>
          </a:xfrm>
          <a:custGeom>
            <a:avLst/>
            <a:gdLst/>
            <a:ahLst/>
            <a:cxnLst/>
            <a:rect r="r" b="b" t="t" l="l"/>
            <a:pathLst>
              <a:path h="10391608" w="18473970">
                <a:moveTo>
                  <a:pt x="0" y="0"/>
                </a:moveTo>
                <a:lnTo>
                  <a:pt x="18473969" y="0"/>
                </a:lnTo>
                <a:lnTo>
                  <a:pt x="18473969"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0" y="9705109"/>
            <a:ext cx="18288000" cy="1163782"/>
            <a:chOff x="0" y="0"/>
            <a:chExt cx="24384000" cy="1551709"/>
          </a:xfrm>
        </p:grpSpPr>
        <p:sp>
          <p:nvSpPr>
            <p:cNvPr name="Freeform 4" id="4"/>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sp>
        <p:nvSpPr>
          <p:cNvPr name="Freeform 7" id="7"/>
          <p:cNvSpPr/>
          <p:nvPr/>
        </p:nvSpPr>
        <p:spPr>
          <a:xfrm flipH="true" flipV="false" rot="0">
            <a:off x="8712793" y="3054978"/>
            <a:ext cx="335928" cy="313329"/>
          </a:xfrm>
          <a:custGeom>
            <a:avLst/>
            <a:gdLst/>
            <a:ahLst/>
            <a:cxnLst/>
            <a:rect r="r" b="b" t="t" l="l"/>
            <a:pathLst>
              <a:path h="313329" w="335928">
                <a:moveTo>
                  <a:pt x="335928" y="0"/>
                </a:moveTo>
                <a:lnTo>
                  <a:pt x="0" y="0"/>
                </a:lnTo>
                <a:lnTo>
                  <a:pt x="0" y="313329"/>
                </a:lnTo>
                <a:lnTo>
                  <a:pt x="335928" y="313329"/>
                </a:lnTo>
                <a:lnTo>
                  <a:pt x="335928" y="0"/>
                </a:lnTo>
                <a:close/>
              </a:path>
            </a:pathLst>
          </a:custGeom>
          <a:blipFill>
            <a:blip r:embed="rId6">
              <a:extLst>
                <a:ext uri="{96DAC541-7B7A-43D3-8B79-37D633B846F1}">
                  <asvg:svgBlip xmlns:asvg="http://schemas.microsoft.com/office/drawing/2016/SVG/main" r:embed="rId7"/>
                </a:ext>
              </a:extLst>
            </a:blip>
            <a:stretch>
              <a:fillRect l="0" t="0" r="0" b="0"/>
            </a:stretch>
          </a:blipFill>
        </p:spPr>
      </p:sp>
      <p:pic>
        <p:nvPicPr>
          <p:cNvPr name="Picture 8" id="8"/>
          <p:cNvPicPr>
            <a:picLocks noChangeAspect="true"/>
          </p:cNvPicPr>
          <p:nvPr/>
        </p:nvPicPr>
        <p:blipFill>
          <a:blip r:embed="rId8"/>
          <a:srcRect l="0" t="0" r="0" b="0"/>
          <a:stretch>
            <a:fillRect/>
          </a:stretch>
        </p:blipFill>
        <p:spPr>
          <a:xfrm flipH="false" flipV="false" rot="0">
            <a:off x="16848318" y="719461"/>
            <a:ext cx="744368" cy="331244"/>
          </a:xfrm>
          <a:prstGeom prst="rect">
            <a:avLst/>
          </a:prstGeom>
        </p:spPr>
      </p:pic>
      <p:sp>
        <p:nvSpPr>
          <p:cNvPr name="Freeform 9" id="9"/>
          <p:cNvSpPr/>
          <p:nvPr/>
        </p:nvSpPr>
        <p:spPr>
          <a:xfrm flipH="false" flipV="false" rot="0">
            <a:off x="14333567" y="719461"/>
            <a:ext cx="2193866" cy="362985"/>
          </a:xfrm>
          <a:custGeom>
            <a:avLst/>
            <a:gdLst/>
            <a:ahLst/>
            <a:cxnLst/>
            <a:rect r="r" b="b" t="t" l="l"/>
            <a:pathLst>
              <a:path h="362985" w="2193866">
                <a:moveTo>
                  <a:pt x="0" y="0"/>
                </a:moveTo>
                <a:lnTo>
                  <a:pt x="2193866" y="0"/>
                </a:lnTo>
                <a:lnTo>
                  <a:pt x="2193866" y="362985"/>
                </a:lnTo>
                <a:lnTo>
                  <a:pt x="0" y="3629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10" id="10"/>
          <p:cNvGrpSpPr/>
          <p:nvPr/>
        </p:nvGrpSpPr>
        <p:grpSpPr>
          <a:xfrm rot="0">
            <a:off x="7234164" y="588745"/>
            <a:ext cx="1211480" cy="624416"/>
            <a:chOff x="0" y="0"/>
            <a:chExt cx="1615307" cy="832555"/>
          </a:xfrm>
        </p:grpSpPr>
        <p:sp>
          <p:nvSpPr>
            <p:cNvPr name="TextBox 11" id="11"/>
            <p:cNvSpPr txBox="true"/>
            <p:nvPr/>
          </p:nvSpPr>
          <p:spPr>
            <a:xfrm rot="0">
              <a:off x="832555" y="19170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01</a:t>
              </a:r>
            </a:p>
          </p:txBody>
        </p:sp>
        <p:sp>
          <p:nvSpPr>
            <p:cNvPr name="Freeform 12" id="12"/>
            <p:cNvSpPr/>
            <p:nvPr/>
          </p:nvSpPr>
          <p:spPr>
            <a:xfrm flipH="false" flipV="false" rot="2775787">
              <a:off x="121853" y="121853"/>
              <a:ext cx="588848" cy="588848"/>
            </a:xfrm>
            <a:custGeom>
              <a:avLst/>
              <a:gdLst/>
              <a:ahLst/>
              <a:cxnLst/>
              <a:rect r="r" b="b" t="t" l="l"/>
              <a:pathLst>
                <a:path h="588848" w="588848">
                  <a:moveTo>
                    <a:pt x="0" y="0"/>
                  </a:moveTo>
                  <a:lnTo>
                    <a:pt x="588848" y="0"/>
                  </a:lnTo>
                  <a:lnTo>
                    <a:pt x="588848" y="588848"/>
                  </a:lnTo>
                  <a:lnTo>
                    <a:pt x="0" y="58884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grpSp>
        <p:nvGrpSpPr>
          <p:cNvPr name="Group 13" id="13"/>
          <p:cNvGrpSpPr/>
          <p:nvPr/>
        </p:nvGrpSpPr>
        <p:grpSpPr>
          <a:xfrm rot="0">
            <a:off x="10191499" y="729709"/>
            <a:ext cx="862336" cy="327152"/>
            <a:chOff x="0" y="0"/>
            <a:chExt cx="1149782" cy="436203"/>
          </a:xfrm>
        </p:grpSpPr>
        <p:sp>
          <p:nvSpPr>
            <p:cNvPr name="TextBox 14" id="14"/>
            <p:cNvSpPr txBox="true"/>
            <p:nvPr/>
          </p:nvSpPr>
          <p:spPr>
            <a:xfrm rot="0">
              <a:off x="367030"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12</a:t>
              </a:r>
            </a:p>
          </p:txBody>
        </p:sp>
        <p:sp>
          <p:nvSpPr>
            <p:cNvPr name="Freeform 15" id="15"/>
            <p:cNvSpPr/>
            <p:nvPr/>
          </p:nvSpPr>
          <p:spPr>
            <a:xfrm flipH="false" flipV="false" rot="0">
              <a:off x="0" y="20313"/>
              <a:ext cx="367030" cy="332329"/>
            </a:xfrm>
            <a:custGeom>
              <a:avLst/>
              <a:gdLst/>
              <a:ahLst/>
              <a:cxnLst/>
              <a:rect r="r" b="b" t="t" l="l"/>
              <a:pathLst>
                <a:path h="332329" w="367030">
                  <a:moveTo>
                    <a:pt x="0" y="0"/>
                  </a:moveTo>
                  <a:lnTo>
                    <a:pt x="367030" y="0"/>
                  </a:lnTo>
                  <a:lnTo>
                    <a:pt x="367030" y="332329"/>
                  </a:lnTo>
                  <a:lnTo>
                    <a:pt x="0" y="33232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grpSp>
        <p:nvGrpSpPr>
          <p:cNvPr name="Group 16" id="16"/>
          <p:cNvGrpSpPr/>
          <p:nvPr/>
        </p:nvGrpSpPr>
        <p:grpSpPr>
          <a:xfrm rot="0">
            <a:off x="8863538" y="703945"/>
            <a:ext cx="908861" cy="327152"/>
            <a:chOff x="0" y="0"/>
            <a:chExt cx="1211815" cy="436203"/>
          </a:xfrm>
        </p:grpSpPr>
        <p:sp>
          <p:nvSpPr>
            <p:cNvPr name="TextBox 17" id="17"/>
            <p:cNvSpPr txBox="true"/>
            <p:nvPr/>
          </p:nvSpPr>
          <p:spPr>
            <a:xfrm rot="0">
              <a:off x="429063" y="0"/>
              <a:ext cx="782752" cy="436203"/>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07</a:t>
              </a:r>
            </a:p>
          </p:txBody>
        </p:sp>
        <p:sp>
          <p:nvSpPr>
            <p:cNvPr name="Freeform 18" id="18"/>
            <p:cNvSpPr/>
            <p:nvPr/>
          </p:nvSpPr>
          <p:spPr>
            <a:xfrm flipH="false" flipV="false" rot="0">
              <a:off x="0" y="58413"/>
              <a:ext cx="429063" cy="332329"/>
            </a:xfrm>
            <a:custGeom>
              <a:avLst/>
              <a:gdLst/>
              <a:ahLst/>
              <a:cxnLst/>
              <a:rect r="r" b="b" t="t" l="l"/>
              <a:pathLst>
                <a:path h="332329" w="429063">
                  <a:moveTo>
                    <a:pt x="0" y="0"/>
                  </a:moveTo>
                  <a:lnTo>
                    <a:pt x="429063" y="0"/>
                  </a:lnTo>
                  <a:lnTo>
                    <a:pt x="429063" y="332329"/>
                  </a:lnTo>
                  <a:lnTo>
                    <a:pt x="0" y="33232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grpSp>
        <p:nvGrpSpPr>
          <p:cNvPr name="Group 19" id="19"/>
          <p:cNvGrpSpPr/>
          <p:nvPr/>
        </p:nvGrpSpPr>
        <p:grpSpPr>
          <a:xfrm rot="0">
            <a:off x="692051" y="534510"/>
            <a:ext cx="3052218" cy="717550"/>
            <a:chOff x="0" y="0"/>
            <a:chExt cx="803876" cy="188984"/>
          </a:xfrm>
        </p:grpSpPr>
        <p:sp>
          <p:nvSpPr>
            <p:cNvPr name="Freeform 20" id="20"/>
            <p:cNvSpPr/>
            <p:nvPr/>
          </p:nvSpPr>
          <p:spPr>
            <a:xfrm flipH="false" flipV="false" rot="0">
              <a:off x="0" y="0"/>
              <a:ext cx="803876" cy="188984"/>
            </a:xfrm>
            <a:custGeom>
              <a:avLst/>
              <a:gdLst/>
              <a:ahLst/>
              <a:cxnLst/>
              <a:rect r="r" b="b" t="t" l="l"/>
              <a:pathLst>
                <a:path h="188984" w="803876">
                  <a:moveTo>
                    <a:pt x="94492" y="0"/>
                  </a:moveTo>
                  <a:lnTo>
                    <a:pt x="709384" y="0"/>
                  </a:lnTo>
                  <a:cubicBezTo>
                    <a:pt x="734445" y="0"/>
                    <a:pt x="758479" y="9955"/>
                    <a:pt x="776200" y="27676"/>
                  </a:cubicBezTo>
                  <a:cubicBezTo>
                    <a:pt x="793921" y="45397"/>
                    <a:pt x="803876" y="69431"/>
                    <a:pt x="803876" y="94492"/>
                  </a:cubicBezTo>
                  <a:lnTo>
                    <a:pt x="803876" y="94492"/>
                  </a:lnTo>
                  <a:cubicBezTo>
                    <a:pt x="803876" y="146679"/>
                    <a:pt x="761571" y="188984"/>
                    <a:pt x="709384" y="188984"/>
                  </a:cubicBezTo>
                  <a:lnTo>
                    <a:pt x="94492" y="188984"/>
                  </a:lnTo>
                  <a:cubicBezTo>
                    <a:pt x="69431" y="188984"/>
                    <a:pt x="45397" y="179029"/>
                    <a:pt x="27676" y="161308"/>
                  </a:cubicBezTo>
                  <a:cubicBezTo>
                    <a:pt x="9955" y="143588"/>
                    <a:pt x="0" y="119553"/>
                    <a:pt x="0" y="94492"/>
                  </a:cubicBezTo>
                  <a:lnTo>
                    <a:pt x="0" y="94492"/>
                  </a:lnTo>
                  <a:cubicBezTo>
                    <a:pt x="0" y="69431"/>
                    <a:pt x="9955" y="45397"/>
                    <a:pt x="27676" y="27676"/>
                  </a:cubicBezTo>
                  <a:cubicBezTo>
                    <a:pt x="45397" y="9955"/>
                    <a:pt x="69431" y="0"/>
                    <a:pt x="94492" y="0"/>
                  </a:cubicBezTo>
                  <a:close/>
                </a:path>
              </a:pathLst>
            </a:custGeom>
            <a:solidFill>
              <a:srgbClr val="5A2FE5"/>
            </a:solidFill>
            <a:ln cap="rnd">
              <a:noFill/>
              <a:prstDash val="solid"/>
              <a:round/>
            </a:ln>
          </p:spPr>
        </p:sp>
        <p:sp>
          <p:nvSpPr>
            <p:cNvPr name="TextBox 21" id="21"/>
            <p:cNvSpPr txBox="true"/>
            <p:nvPr/>
          </p:nvSpPr>
          <p:spPr>
            <a:xfrm>
              <a:off x="0" y="-38100"/>
              <a:ext cx="803876" cy="227084"/>
            </a:xfrm>
            <a:prstGeom prst="rect">
              <a:avLst/>
            </a:prstGeom>
          </p:spPr>
          <p:txBody>
            <a:bodyPr anchor="ctr" rtlCol="false" tIns="254000" lIns="254000" bIns="254000" rIns="254000"/>
            <a:lstStyle/>
            <a:p>
              <a:pPr algn="ctr">
                <a:lnSpc>
                  <a:spcPts val="1820"/>
                </a:lnSpc>
              </a:pPr>
              <a:r>
                <a:rPr lang="en-US" sz="1300">
                  <a:solidFill>
                    <a:srgbClr val="FFFFFF"/>
                  </a:solidFill>
                  <a:latin typeface="Poppins Light"/>
                  <a:ea typeface="Poppins Light"/>
                  <a:cs typeface="Poppins Light"/>
                  <a:sym typeface="Poppins Light"/>
                  <a:hlinkClick r:id="rId17" action="ppaction://hlinksldjump"/>
                </a:rPr>
                <a:t>Back to Agenda Page</a:t>
              </a:r>
            </a:p>
          </p:txBody>
        </p:sp>
      </p:grpSp>
      <p:sp>
        <p:nvSpPr>
          <p:cNvPr name="TextBox 22" id="22"/>
          <p:cNvSpPr txBox="true"/>
          <p:nvPr/>
        </p:nvSpPr>
        <p:spPr>
          <a:xfrm rot="0">
            <a:off x="5484022" y="1235032"/>
            <a:ext cx="8576754" cy="1454150"/>
          </a:xfrm>
          <a:prstGeom prst="rect">
            <a:avLst/>
          </a:prstGeom>
        </p:spPr>
        <p:txBody>
          <a:bodyPr anchor="t" rtlCol="false" tIns="0" lIns="0" bIns="0" rIns="0">
            <a:spAutoFit/>
          </a:bodyPr>
          <a:lstStyle/>
          <a:p>
            <a:pPr algn="ctr">
              <a:lnSpc>
                <a:spcPts val="11199"/>
              </a:lnSpc>
            </a:pPr>
            <a:r>
              <a:rPr lang="en-US" sz="9999">
                <a:solidFill>
                  <a:srgbClr val="FFFFFF"/>
                </a:solidFill>
                <a:latin typeface="Computer Says No"/>
                <a:ea typeface="Computer Says No"/>
                <a:cs typeface="Computer Says No"/>
                <a:sym typeface="Computer Says No"/>
              </a:rPr>
              <a:t>CONTROLES BÁSICOS</a:t>
            </a:r>
          </a:p>
        </p:txBody>
      </p:sp>
      <p:grpSp>
        <p:nvGrpSpPr>
          <p:cNvPr name="Group 23" id="23"/>
          <p:cNvGrpSpPr/>
          <p:nvPr/>
        </p:nvGrpSpPr>
        <p:grpSpPr>
          <a:xfrm rot="0">
            <a:off x="3371103" y="6471629"/>
            <a:ext cx="5074541" cy="2791206"/>
            <a:chOff x="0" y="0"/>
            <a:chExt cx="2993618" cy="1646613"/>
          </a:xfrm>
        </p:grpSpPr>
        <p:sp>
          <p:nvSpPr>
            <p:cNvPr name="Freeform 24" id="24"/>
            <p:cNvSpPr/>
            <p:nvPr/>
          </p:nvSpPr>
          <p:spPr>
            <a:xfrm flipH="false" flipV="false" rot="0">
              <a:off x="0" y="0"/>
              <a:ext cx="2993619" cy="1646613"/>
            </a:xfrm>
            <a:custGeom>
              <a:avLst/>
              <a:gdLst/>
              <a:ahLst/>
              <a:cxnLst/>
              <a:rect r="r" b="b" t="t" l="l"/>
              <a:pathLst>
                <a:path h="1646613" w="2993619">
                  <a:moveTo>
                    <a:pt x="2869158" y="1646613"/>
                  </a:moveTo>
                  <a:lnTo>
                    <a:pt x="124460" y="1646613"/>
                  </a:lnTo>
                  <a:cubicBezTo>
                    <a:pt x="55880" y="1646613"/>
                    <a:pt x="0" y="1590733"/>
                    <a:pt x="0" y="1522153"/>
                  </a:cubicBezTo>
                  <a:lnTo>
                    <a:pt x="0" y="124460"/>
                  </a:lnTo>
                  <a:cubicBezTo>
                    <a:pt x="0" y="55880"/>
                    <a:pt x="55880" y="0"/>
                    <a:pt x="124460" y="0"/>
                  </a:cubicBezTo>
                  <a:lnTo>
                    <a:pt x="2869159" y="0"/>
                  </a:lnTo>
                  <a:cubicBezTo>
                    <a:pt x="2937739" y="0"/>
                    <a:pt x="2993619" y="55880"/>
                    <a:pt x="2993619" y="124460"/>
                  </a:cubicBezTo>
                  <a:lnTo>
                    <a:pt x="2993619" y="1522153"/>
                  </a:lnTo>
                  <a:cubicBezTo>
                    <a:pt x="2993619" y="1590733"/>
                    <a:pt x="2937739" y="1646613"/>
                    <a:pt x="2869159" y="1646613"/>
                  </a:cubicBezTo>
                  <a:close/>
                </a:path>
              </a:pathLst>
            </a:custGeom>
            <a:solidFill>
              <a:srgbClr val="191919"/>
            </a:solidFill>
          </p:spPr>
        </p:sp>
      </p:grpSp>
      <p:sp>
        <p:nvSpPr>
          <p:cNvPr name="Freeform 25" id="25"/>
          <p:cNvSpPr/>
          <p:nvPr/>
        </p:nvSpPr>
        <p:spPr>
          <a:xfrm flipH="false" flipV="false" rot="0">
            <a:off x="3371103" y="2849315"/>
            <a:ext cx="5074541" cy="3622314"/>
          </a:xfrm>
          <a:custGeom>
            <a:avLst/>
            <a:gdLst/>
            <a:ahLst/>
            <a:cxnLst/>
            <a:rect r="r" b="b" t="t" l="l"/>
            <a:pathLst>
              <a:path h="3622314" w="5074541">
                <a:moveTo>
                  <a:pt x="0" y="0"/>
                </a:moveTo>
                <a:lnTo>
                  <a:pt x="5074541" y="0"/>
                </a:lnTo>
                <a:lnTo>
                  <a:pt x="5074541" y="3622314"/>
                </a:lnTo>
                <a:lnTo>
                  <a:pt x="0" y="3622314"/>
                </a:lnTo>
                <a:lnTo>
                  <a:pt x="0" y="0"/>
                </a:lnTo>
                <a:close/>
              </a:path>
            </a:pathLst>
          </a:custGeom>
          <a:blipFill>
            <a:blip r:embed="rId18"/>
            <a:stretch>
              <a:fillRect l="0" t="0" r="-55987" b="-35382"/>
            </a:stretch>
          </a:blipFill>
        </p:spPr>
      </p:sp>
      <p:sp>
        <p:nvSpPr>
          <p:cNvPr name="TextBox 26" id="26"/>
          <p:cNvSpPr txBox="true"/>
          <p:nvPr/>
        </p:nvSpPr>
        <p:spPr>
          <a:xfrm rot="0">
            <a:off x="3669774" y="6847422"/>
            <a:ext cx="4477199" cy="1617980"/>
          </a:xfrm>
          <a:prstGeom prst="rect">
            <a:avLst/>
          </a:prstGeom>
        </p:spPr>
        <p:txBody>
          <a:bodyPr anchor="t" rtlCol="false" tIns="0" lIns="0" bIns="0" rIns="0">
            <a:spAutoFit/>
          </a:bodyPr>
          <a:lstStyle/>
          <a:p>
            <a:pPr algn="l">
              <a:lnSpc>
                <a:spcPts val="3220"/>
              </a:lnSpc>
            </a:pPr>
            <a:r>
              <a:rPr lang="en-US" sz="2300">
                <a:solidFill>
                  <a:srgbClr val="FFFFFF"/>
                </a:solidFill>
                <a:latin typeface="Telegraf"/>
                <a:ea typeface="Telegraf"/>
                <a:cs typeface="Telegraf"/>
                <a:sym typeface="Telegraf"/>
              </a:rPr>
              <a:t>ComboBox</a:t>
            </a:r>
          </a:p>
          <a:p>
            <a:pPr algn="l">
              <a:lnSpc>
                <a:spcPts val="3220"/>
              </a:lnSpc>
            </a:pPr>
            <a:r>
              <a:rPr lang="en-US" sz="2300">
                <a:solidFill>
                  <a:srgbClr val="FFFFFF"/>
                </a:solidFill>
                <a:latin typeface="Telegraf"/>
                <a:ea typeface="Telegraf"/>
                <a:cs typeface="Telegraf"/>
                <a:sym typeface="Telegraf"/>
              </a:rPr>
              <a:t>Es un control que tiene casi las mismas funciones que el ListBox</a:t>
            </a:r>
          </a:p>
          <a:p>
            <a:pPr algn="l">
              <a:lnSpc>
                <a:spcPts val="3219"/>
              </a:lnSpc>
            </a:pPr>
          </a:p>
        </p:txBody>
      </p:sp>
      <p:sp>
        <p:nvSpPr>
          <p:cNvPr name="Freeform 27" id="27"/>
          <p:cNvSpPr/>
          <p:nvPr/>
        </p:nvSpPr>
        <p:spPr>
          <a:xfrm flipH="false" flipV="false" rot="0">
            <a:off x="10622668" y="2849315"/>
            <a:ext cx="5074541" cy="3622314"/>
          </a:xfrm>
          <a:custGeom>
            <a:avLst/>
            <a:gdLst/>
            <a:ahLst/>
            <a:cxnLst/>
            <a:rect r="r" b="b" t="t" l="l"/>
            <a:pathLst>
              <a:path h="3622314" w="5074541">
                <a:moveTo>
                  <a:pt x="0" y="0"/>
                </a:moveTo>
                <a:lnTo>
                  <a:pt x="5074541" y="0"/>
                </a:lnTo>
                <a:lnTo>
                  <a:pt x="5074541" y="3622314"/>
                </a:lnTo>
                <a:lnTo>
                  <a:pt x="0" y="3622314"/>
                </a:lnTo>
                <a:lnTo>
                  <a:pt x="0" y="0"/>
                </a:lnTo>
                <a:close/>
              </a:path>
            </a:pathLst>
          </a:custGeom>
          <a:blipFill>
            <a:blip r:embed="rId19"/>
            <a:stretch>
              <a:fillRect l="0" t="0" r="-42764" b="0"/>
            </a:stretch>
          </a:blipFill>
        </p:spPr>
      </p:sp>
      <p:grpSp>
        <p:nvGrpSpPr>
          <p:cNvPr name="Group 28" id="28"/>
          <p:cNvGrpSpPr/>
          <p:nvPr/>
        </p:nvGrpSpPr>
        <p:grpSpPr>
          <a:xfrm rot="0">
            <a:off x="10622668" y="6467094"/>
            <a:ext cx="5074541" cy="2791206"/>
            <a:chOff x="0" y="0"/>
            <a:chExt cx="2993618" cy="1646613"/>
          </a:xfrm>
        </p:grpSpPr>
        <p:sp>
          <p:nvSpPr>
            <p:cNvPr name="Freeform 29" id="29"/>
            <p:cNvSpPr/>
            <p:nvPr/>
          </p:nvSpPr>
          <p:spPr>
            <a:xfrm flipH="false" flipV="false" rot="0">
              <a:off x="0" y="0"/>
              <a:ext cx="2993619" cy="1646613"/>
            </a:xfrm>
            <a:custGeom>
              <a:avLst/>
              <a:gdLst/>
              <a:ahLst/>
              <a:cxnLst/>
              <a:rect r="r" b="b" t="t" l="l"/>
              <a:pathLst>
                <a:path h="1646613" w="2993619">
                  <a:moveTo>
                    <a:pt x="2869158" y="1646613"/>
                  </a:moveTo>
                  <a:lnTo>
                    <a:pt x="124460" y="1646613"/>
                  </a:lnTo>
                  <a:cubicBezTo>
                    <a:pt x="55880" y="1646613"/>
                    <a:pt x="0" y="1590733"/>
                    <a:pt x="0" y="1522153"/>
                  </a:cubicBezTo>
                  <a:lnTo>
                    <a:pt x="0" y="124460"/>
                  </a:lnTo>
                  <a:cubicBezTo>
                    <a:pt x="0" y="55880"/>
                    <a:pt x="55880" y="0"/>
                    <a:pt x="124460" y="0"/>
                  </a:cubicBezTo>
                  <a:lnTo>
                    <a:pt x="2869159" y="0"/>
                  </a:lnTo>
                  <a:cubicBezTo>
                    <a:pt x="2937739" y="0"/>
                    <a:pt x="2993619" y="55880"/>
                    <a:pt x="2993619" y="124460"/>
                  </a:cubicBezTo>
                  <a:lnTo>
                    <a:pt x="2993619" y="1522153"/>
                  </a:lnTo>
                  <a:cubicBezTo>
                    <a:pt x="2993619" y="1590733"/>
                    <a:pt x="2937739" y="1646613"/>
                    <a:pt x="2869159" y="1646613"/>
                  </a:cubicBezTo>
                  <a:close/>
                </a:path>
              </a:pathLst>
            </a:custGeom>
            <a:solidFill>
              <a:srgbClr val="191919"/>
            </a:solidFill>
          </p:spPr>
        </p:sp>
      </p:grpSp>
      <p:sp>
        <p:nvSpPr>
          <p:cNvPr name="TextBox 30" id="30"/>
          <p:cNvSpPr txBox="true"/>
          <p:nvPr/>
        </p:nvSpPr>
        <p:spPr>
          <a:xfrm rot="0">
            <a:off x="10953301" y="6847422"/>
            <a:ext cx="4477199" cy="1691640"/>
          </a:xfrm>
          <a:prstGeom prst="rect">
            <a:avLst/>
          </a:prstGeom>
        </p:spPr>
        <p:txBody>
          <a:bodyPr anchor="t" rtlCol="false" tIns="0" lIns="0" bIns="0" rIns="0">
            <a:spAutoFit/>
          </a:bodyPr>
          <a:lstStyle/>
          <a:p>
            <a:pPr algn="l">
              <a:lnSpc>
                <a:spcPts val="3359"/>
              </a:lnSpc>
            </a:pPr>
            <a:r>
              <a:rPr lang="en-US" sz="2400">
                <a:solidFill>
                  <a:srgbClr val="FFFFFF"/>
                </a:solidFill>
                <a:latin typeface="Telegraf"/>
                <a:ea typeface="Telegraf"/>
                <a:cs typeface="Telegraf"/>
                <a:sym typeface="Telegraf"/>
              </a:rPr>
              <a:t>Picture Box</a:t>
            </a:r>
          </a:p>
          <a:p>
            <a:pPr algn="l">
              <a:lnSpc>
                <a:spcPts val="3359"/>
              </a:lnSpc>
            </a:pPr>
            <a:r>
              <a:rPr lang="en-US" sz="2400">
                <a:solidFill>
                  <a:srgbClr val="FFFFFF"/>
                </a:solidFill>
                <a:latin typeface="Telegraf"/>
                <a:ea typeface="Telegraf"/>
                <a:cs typeface="Telegraf"/>
                <a:sym typeface="Telegraf"/>
              </a:rPr>
              <a:t>Este control sirve para mostrar imágenes. </a:t>
            </a:r>
          </a:p>
          <a:p>
            <a:pPr algn="l">
              <a:lnSpc>
                <a:spcPts val="3359"/>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050E5D"/>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alphaModFix amt="10999"/>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671435" y="1690845"/>
            <a:ext cx="16945130" cy="7923759"/>
            <a:chOff x="0" y="0"/>
            <a:chExt cx="4462915" cy="2086916"/>
          </a:xfrm>
        </p:grpSpPr>
        <p:sp>
          <p:nvSpPr>
            <p:cNvPr name="Freeform 4" id="4"/>
            <p:cNvSpPr/>
            <p:nvPr/>
          </p:nvSpPr>
          <p:spPr>
            <a:xfrm flipH="false" flipV="false" rot="0">
              <a:off x="0" y="0"/>
              <a:ext cx="4462915" cy="2086916"/>
            </a:xfrm>
            <a:custGeom>
              <a:avLst/>
              <a:gdLst/>
              <a:ahLst/>
              <a:cxnLst/>
              <a:rect r="r" b="b" t="t" l="l"/>
              <a:pathLst>
                <a:path h="2086916" w="4462915">
                  <a:moveTo>
                    <a:pt x="22387" y="0"/>
                  </a:moveTo>
                  <a:lnTo>
                    <a:pt x="4440528" y="0"/>
                  </a:lnTo>
                  <a:cubicBezTo>
                    <a:pt x="4452892" y="0"/>
                    <a:pt x="4462915" y="10023"/>
                    <a:pt x="4462915" y="22387"/>
                  </a:cubicBezTo>
                  <a:lnTo>
                    <a:pt x="4462915" y="2064529"/>
                  </a:lnTo>
                  <a:cubicBezTo>
                    <a:pt x="4462915" y="2076893"/>
                    <a:pt x="4452892" y="2086916"/>
                    <a:pt x="4440528" y="2086916"/>
                  </a:cubicBezTo>
                  <a:lnTo>
                    <a:pt x="22387" y="2086916"/>
                  </a:lnTo>
                  <a:cubicBezTo>
                    <a:pt x="10023" y="2086916"/>
                    <a:pt x="0" y="2076893"/>
                    <a:pt x="0" y="2064529"/>
                  </a:cubicBezTo>
                  <a:lnTo>
                    <a:pt x="0" y="22387"/>
                  </a:lnTo>
                  <a:cubicBezTo>
                    <a:pt x="0" y="10023"/>
                    <a:pt x="10023" y="0"/>
                    <a:pt x="22387" y="0"/>
                  </a:cubicBezTo>
                  <a:close/>
                </a:path>
              </a:pathLst>
            </a:custGeom>
            <a:solidFill>
              <a:srgbClr val="050E5D"/>
            </a:solidFill>
            <a:ln w="47625" cap="rnd">
              <a:solidFill>
                <a:srgbClr val="8488F4"/>
              </a:solidFill>
              <a:prstDash val="solid"/>
              <a:round/>
            </a:ln>
          </p:spPr>
        </p:sp>
        <p:sp>
          <p:nvSpPr>
            <p:cNvPr name="TextBox 5" id="5"/>
            <p:cNvSpPr txBox="true"/>
            <p:nvPr/>
          </p:nvSpPr>
          <p:spPr>
            <a:xfrm>
              <a:off x="0" y="-66675"/>
              <a:ext cx="4462915" cy="2153591"/>
            </a:xfrm>
            <a:prstGeom prst="rect">
              <a:avLst/>
            </a:prstGeom>
          </p:spPr>
          <p:txBody>
            <a:bodyPr anchor="ctr" rtlCol="false" tIns="254000" lIns="254000" bIns="254000" rIns="254000"/>
            <a:lstStyle/>
            <a:p>
              <a:pPr algn="l">
                <a:lnSpc>
                  <a:spcPts val="3359"/>
                </a:lnSpc>
              </a:pPr>
            </a:p>
            <a:p>
              <a:pPr algn="l">
                <a:lnSpc>
                  <a:spcPts val="3359"/>
                </a:lnSpc>
              </a:pPr>
              <a:r>
                <a:rPr lang="en-US" b="true" sz="2399">
                  <a:solidFill>
                    <a:srgbClr val="FFFFFF"/>
                  </a:solidFill>
                  <a:latin typeface="Poppins Bold"/>
                  <a:ea typeface="Poppins Bold"/>
                  <a:cs typeface="Poppins Bold"/>
                  <a:sym typeface="Poppins Bold"/>
                </a:rPr>
                <a:t>   </a:t>
              </a:r>
            </a:p>
          </p:txBody>
        </p:sp>
      </p:grpSp>
      <p:pic>
        <p:nvPicPr>
          <p:cNvPr name="Picture 6" id="6"/>
          <p:cNvPicPr>
            <a:picLocks noChangeAspect="true"/>
          </p:cNvPicPr>
          <p:nvPr/>
        </p:nvPicPr>
        <p:blipFill>
          <a:blip r:embed="rId4"/>
          <a:srcRect l="0" t="0" r="0" b="0"/>
          <a:stretch>
            <a:fillRect/>
          </a:stretch>
        </p:blipFill>
        <p:spPr>
          <a:xfrm flipH="false" flipV="false" rot="0">
            <a:off x="671435" y="661978"/>
            <a:ext cx="744368" cy="331244"/>
          </a:xfrm>
          <a:prstGeom prst="rect">
            <a:avLst/>
          </a:prstGeom>
        </p:spPr>
      </p:pic>
      <p:sp>
        <p:nvSpPr>
          <p:cNvPr name="Freeform 7" id="7"/>
          <p:cNvSpPr/>
          <p:nvPr/>
        </p:nvSpPr>
        <p:spPr>
          <a:xfrm flipH="false" flipV="false" rot="0">
            <a:off x="1790858" y="661978"/>
            <a:ext cx="365831" cy="331244"/>
          </a:xfrm>
          <a:custGeom>
            <a:avLst/>
            <a:gdLst/>
            <a:ahLst/>
            <a:cxnLst/>
            <a:rect r="r" b="b" t="t" l="l"/>
            <a:pathLst>
              <a:path h="331244" w="365831">
                <a:moveTo>
                  <a:pt x="0" y="0"/>
                </a:moveTo>
                <a:lnTo>
                  <a:pt x="365832" y="0"/>
                </a:lnTo>
                <a:lnTo>
                  <a:pt x="365832" y="331244"/>
                </a:lnTo>
                <a:lnTo>
                  <a:pt x="0" y="3312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2232441" y="661978"/>
            <a:ext cx="365831" cy="331244"/>
          </a:xfrm>
          <a:custGeom>
            <a:avLst/>
            <a:gdLst/>
            <a:ahLst/>
            <a:cxnLst/>
            <a:rect r="r" b="b" t="t" l="l"/>
            <a:pathLst>
              <a:path h="331244" w="365831">
                <a:moveTo>
                  <a:pt x="0" y="0"/>
                </a:moveTo>
                <a:lnTo>
                  <a:pt x="365831" y="0"/>
                </a:lnTo>
                <a:lnTo>
                  <a:pt x="365831" y="331244"/>
                </a:lnTo>
                <a:lnTo>
                  <a:pt x="0" y="3312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2674023" y="661978"/>
            <a:ext cx="365831" cy="331244"/>
          </a:xfrm>
          <a:custGeom>
            <a:avLst/>
            <a:gdLst/>
            <a:ahLst/>
            <a:cxnLst/>
            <a:rect r="r" b="b" t="t" l="l"/>
            <a:pathLst>
              <a:path h="331244" w="365831">
                <a:moveTo>
                  <a:pt x="0" y="0"/>
                </a:moveTo>
                <a:lnTo>
                  <a:pt x="365831" y="0"/>
                </a:lnTo>
                <a:lnTo>
                  <a:pt x="365831" y="331244"/>
                </a:lnTo>
                <a:lnTo>
                  <a:pt x="0" y="3312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0" id="10"/>
          <p:cNvSpPr/>
          <p:nvPr/>
        </p:nvSpPr>
        <p:spPr>
          <a:xfrm flipH="false" flipV="false" rot="0">
            <a:off x="3115605" y="661978"/>
            <a:ext cx="365831" cy="331244"/>
          </a:xfrm>
          <a:custGeom>
            <a:avLst/>
            <a:gdLst/>
            <a:ahLst/>
            <a:cxnLst/>
            <a:rect r="r" b="b" t="t" l="l"/>
            <a:pathLst>
              <a:path h="331244" w="365831">
                <a:moveTo>
                  <a:pt x="0" y="0"/>
                </a:moveTo>
                <a:lnTo>
                  <a:pt x="365831" y="0"/>
                </a:lnTo>
                <a:lnTo>
                  <a:pt x="365831" y="331244"/>
                </a:lnTo>
                <a:lnTo>
                  <a:pt x="0" y="3312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1" id="11"/>
          <p:cNvSpPr/>
          <p:nvPr/>
        </p:nvSpPr>
        <p:spPr>
          <a:xfrm flipH="false" flipV="false" rot="0">
            <a:off x="3557187" y="661978"/>
            <a:ext cx="365831" cy="331244"/>
          </a:xfrm>
          <a:custGeom>
            <a:avLst/>
            <a:gdLst/>
            <a:ahLst/>
            <a:cxnLst/>
            <a:rect r="r" b="b" t="t" l="l"/>
            <a:pathLst>
              <a:path h="331244" w="365831">
                <a:moveTo>
                  <a:pt x="0" y="0"/>
                </a:moveTo>
                <a:lnTo>
                  <a:pt x="365832" y="0"/>
                </a:lnTo>
                <a:lnTo>
                  <a:pt x="365832" y="331244"/>
                </a:lnTo>
                <a:lnTo>
                  <a:pt x="0" y="33124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3577264" y="649239"/>
            <a:ext cx="2087036" cy="379461"/>
          </a:xfrm>
          <a:custGeom>
            <a:avLst/>
            <a:gdLst/>
            <a:ahLst/>
            <a:cxnLst/>
            <a:rect r="r" b="b" t="t" l="l"/>
            <a:pathLst>
              <a:path h="379461" w="2087036">
                <a:moveTo>
                  <a:pt x="0" y="0"/>
                </a:moveTo>
                <a:lnTo>
                  <a:pt x="2087036" y="0"/>
                </a:lnTo>
                <a:lnTo>
                  <a:pt x="2087036" y="379461"/>
                </a:lnTo>
                <a:lnTo>
                  <a:pt x="0" y="37946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3" id="13"/>
          <p:cNvGrpSpPr/>
          <p:nvPr/>
        </p:nvGrpSpPr>
        <p:grpSpPr>
          <a:xfrm rot="0">
            <a:off x="1790858" y="2540933"/>
            <a:ext cx="15142498" cy="6026628"/>
            <a:chOff x="0" y="0"/>
            <a:chExt cx="3988147" cy="1587260"/>
          </a:xfrm>
        </p:grpSpPr>
        <p:sp>
          <p:nvSpPr>
            <p:cNvPr name="Freeform 14" id="14"/>
            <p:cNvSpPr/>
            <p:nvPr/>
          </p:nvSpPr>
          <p:spPr>
            <a:xfrm flipH="false" flipV="false" rot="0">
              <a:off x="0" y="0"/>
              <a:ext cx="3988148" cy="1587260"/>
            </a:xfrm>
            <a:custGeom>
              <a:avLst/>
              <a:gdLst/>
              <a:ahLst/>
              <a:cxnLst/>
              <a:rect r="r" b="b" t="t" l="l"/>
              <a:pathLst>
                <a:path h="1587260" w="3988148">
                  <a:moveTo>
                    <a:pt x="25052" y="0"/>
                  </a:moveTo>
                  <a:lnTo>
                    <a:pt x="3963095" y="0"/>
                  </a:lnTo>
                  <a:cubicBezTo>
                    <a:pt x="3969739" y="0"/>
                    <a:pt x="3976112" y="2639"/>
                    <a:pt x="3980810" y="7338"/>
                  </a:cubicBezTo>
                  <a:cubicBezTo>
                    <a:pt x="3985508" y="12036"/>
                    <a:pt x="3988148" y="18408"/>
                    <a:pt x="3988148" y="25052"/>
                  </a:cubicBezTo>
                  <a:lnTo>
                    <a:pt x="3988148" y="1562208"/>
                  </a:lnTo>
                  <a:cubicBezTo>
                    <a:pt x="3988148" y="1568852"/>
                    <a:pt x="3985508" y="1575224"/>
                    <a:pt x="3980810" y="1579922"/>
                  </a:cubicBezTo>
                  <a:cubicBezTo>
                    <a:pt x="3976112" y="1584621"/>
                    <a:pt x="3969739" y="1587260"/>
                    <a:pt x="3963095" y="1587260"/>
                  </a:cubicBezTo>
                  <a:lnTo>
                    <a:pt x="25052" y="1587260"/>
                  </a:lnTo>
                  <a:cubicBezTo>
                    <a:pt x="18408" y="1587260"/>
                    <a:pt x="12036" y="1584621"/>
                    <a:pt x="7338" y="1579922"/>
                  </a:cubicBezTo>
                  <a:cubicBezTo>
                    <a:pt x="2639" y="1575224"/>
                    <a:pt x="0" y="1568852"/>
                    <a:pt x="0" y="1562208"/>
                  </a:cubicBezTo>
                  <a:lnTo>
                    <a:pt x="0" y="25052"/>
                  </a:lnTo>
                  <a:cubicBezTo>
                    <a:pt x="0" y="18408"/>
                    <a:pt x="2639" y="12036"/>
                    <a:pt x="7338" y="7338"/>
                  </a:cubicBezTo>
                  <a:cubicBezTo>
                    <a:pt x="12036" y="2639"/>
                    <a:pt x="18408" y="0"/>
                    <a:pt x="25052" y="0"/>
                  </a:cubicBezTo>
                  <a:close/>
                </a:path>
              </a:pathLst>
            </a:custGeom>
            <a:solidFill>
              <a:srgbClr val="585EFF"/>
            </a:solidFill>
            <a:ln w="47625" cap="rnd">
              <a:solidFill>
                <a:srgbClr val="8488F4"/>
              </a:solidFill>
              <a:prstDash val="solid"/>
              <a:round/>
            </a:ln>
          </p:spPr>
        </p:sp>
        <p:sp>
          <p:nvSpPr>
            <p:cNvPr name="TextBox 15" id="15"/>
            <p:cNvSpPr txBox="true"/>
            <p:nvPr/>
          </p:nvSpPr>
          <p:spPr>
            <a:xfrm>
              <a:off x="0" y="-133350"/>
              <a:ext cx="3988147" cy="1720610"/>
            </a:xfrm>
            <a:prstGeom prst="rect">
              <a:avLst/>
            </a:prstGeom>
          </p:spPr>
          <p:txBody>
            <a:bodyPr anchor="ctr" rtlCol="false" tIns="254000" lIns="254000" bIns="254000" rIns="254000"/>
            <a:lstStyle/>
            <a:p>
              <a:pPr algn="just">
                <a:lnSpc>
                  <a:spcPts val="6859"/>
                </a:lnSpc>
              </a:pPr>
              <a:r>
                <a:rPr lang="en-US" sz="4899">
                  <a:solidFill>
                    <a:srgbClr val="FFFFFF"/>
                  </a:solidFill>
                  <a:latin typeface="Poppins Light"/>
                  <a:ea typeface="Poppins Light"/>
                  <a:cs typeface="Poppins Light"/>
                  <a:sym typeface="Poppins Light"/>
                </a:rPr>
                <a:t>   Contenido práctico: </a:t>
              </a:r>
            </a:p>
            <a:p>
              <a:pPr algn="just" marL="1057895" indent="-528947" lvl="1">
                <a:lnSpc>
                  <a:spcPts val="6859"/>
                </a:lnSpc>
                <a:buFont typeface="Arial"/>
                <a:buChar char="•"/>
              </a:pPr>
              <a:r>
                <a:rPr lang="en-US" sz="4899">
                  <a:solidFill>
                    <a:srgbClr val="FFFFFF"/>
                  </a:solidFill>
                  <a:latin typeface="Poppins Light"/>
                  <a:ea typeface="Poppins Light"/>
                  <a:cs typeface="Poppins Light"/>
                  <a:sym typeface="Poppins Light"/>
                </a:rPr>
                <a:t>Tipos de variables</a:t>
              </a:r>
            </a:p>
            <a:p>
              <a:pPr algn="just" marL="1057895" indent="-528947" lvl="1">
                <a:lnSpc>
                  <a:spcPts val="6859"/>
                </a:lnSpc>
                <a:buFont typeface="Arial"/>
                <a:buChar char="•"/>
              </a:pPr>
              <a:r>
                <a:rPr lang="en-US" sz="4899">
                  <a:solidFill>
                    <a:srgbClr val="FFFFFF"/>
                  </a:solidFill>
                  <a:latin typeface="Poppins Light"/>
                  <a:ea typeface="Poppins Light"/>
                  <a:cs typeface="Poppins Light"/>
                  <a:sym typeface="Poppins Light"/>
                </a:rPr>
                <a:t>Entornos</a:t>
              </a:r>
            </a:p>
            <a:p>
              <a:pPr algn="just" marL="1057895" indent="-528947" lvl="1">
                <a:lnSpc>
                  <a:spcPts val="6859"/>
                </a:lnSpc>
                <a:buFont typeface="Arial"/>
                <a:buChar char="•"/>
              </a:pPr>
              <a:r>
                <a:rPr lang="en-US" sz="4899">
                  <a:solidFill>
                    <a:srgbClr val="FFFFFF"/>
                  </a:solidFill>
                  <a:latin typeface="Poppins Light"/>
                  <a:ea typeface="Poppins Light"/>
                  <a:cs typeface="Poppins Light"/>
                  <a:sym typeface="Poppins Light"/>
                </a:rPr>
                <a:t>Orden de ejecución</a:t>
              </a:r>
            </a:p>
            <a:p>
              <a:pPr algn="just" marL="1057895" indent="-528947" lvl="1">
                <a:lnSpc>
                  <a:spcPts val="6859"/>
                </a:lnSpc>
                <a:buFont typeface="Arial"/>
                <a:buChar char="•"/>
              </a:pPr>
              <a:r>
                <a:rPr lang="en-US" sz="4899">
                  <a:solidFill>
                    <a:srgbClr val="FFFFFF"/>
                  </a:solidFill>
                  <a:latin typeface="Poppins Light"/>
                  <a:ea typeface="Poppins Light"/>
                  <a:cs typeface="Poppins Light"/>
                  <a:sym typeface="Poppins Light"/>
                </a:rPr>
                <a:t>Asignación y declaración</a:t>
              </a:r>
            </a:p>
            <a:p>
              <a:pPr algn="just">
                <a:lnSpc>
                  <a:spcPts val="6859"/>
                </a:lnSpc>
              </a:pPr>
            </a:p>
          </p:txBody>
        </p:sp>
      </p:grpSp>
      <p:sp>
        <p:nvSpPr>
          <p:cNvPr name="TextBox 16" id="16"/>
          <p:cNvSpPr txBox="true"/>
          <p:nvPr/>
        </p:nvSpPr>
        <p:spPr>
          <a:xfrm rot="0">
            <a:off x="15664300" y="670536"/>
            <a:ext cx="1952265" cy="327152"/>
          </a:xfrm>
          <a:prstGeom prst="rect">
            <a:avLst/>
          </a:prstGeom>
        </p:spPr>
        <p:txBody>
          <a:bodyPr anchor="t" rtlCol="false" tIns="0" lIns="0" bIns="0" rIns="0">
            <a:spAutoFit/>
          </a:bodyPr>
          <a:lstStyle/>
          <a:p>
            <a:pPr algn="r">
              <a:lnSpc>
                <a:spcPts val="2463"/>
              </a:lnSpc>
            </a:pPr>
            <a:r>
              <a:rPr lang="en-US" sz="2199">
                <a:solidFill>
                  <a:srgbClr val="FFFFFF"/>
                </a:solidFill>
                <a:latin typeface="Poppins Light"/>
                <a:ea typeface="Poppins Light"/>
                <a:cs typeface="Poppins Light"/>
                <a:sym typeface="Poppins Light"/>
              </a:rPr>
              <a:t>player 2</a:t>
            </a:r>
          </a:p>
        </p:txBody>
      </p:sp>
      <p:sp>
        <p:nvSpPr>
          <p:cNvPr name="TextBox 17" id="17"/>
          <p:cNvSpPr txBox="true"/>
          <p:nvPr/>
        </p:nvSpPr>
        <p:spPr>
          <a:xfrm rot="0">
            <a:off x="6627910" y="701548"/>
            <a:ext cx="4244462" cy="327152"/>
          </a:xfrm>
          <a:prstGeom prst="rect">
            <a:avLst/>
          </a:prstGeom>
        </p:spPr>
        <p:txBody>
          <a:bodyPr anchor="t" rtlCol="false" tIns="0" lIns="0" bIns="0" rIns="0">
            <a:spAutoFit/>
          </a:bodyPr>
          <a:lstStyle/>
          <a:p>
            <a:pPr algn="ctr">
              <a:lnSpc>
                <a:spcPts val="2463"/>
              </a:lnSpc>
            </a:pPr>
            <a:r>
              <a:rPr lang="en-US" sz="2199">
                <a:solidFill>
                  <a:srgbClr val="FFFFFF"/>
                </a:solidFill>
                <a:latin typeface="Poppins Light"/>
                <a:ea typeface="Poppins Light"/>
                <a:cs typeface="Poppins Light"/>
                <a:sym typeface="Poppins Light"/>
              </a:rPr>
              <a:t>highscore 2500</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3613C8"/>
        </a:solidFill>
      </p:bgPr>
    </p:bg>
    <p:spTree>
      <p:nvGrpSpPr>
        <p:cNvPr id="1" name=""/>
        <p:cNvGrpSpPr/>
        <p:nvPr/>
      </p:nvGrpSpPr>
      <p:grpSpPr>
        <a:xfrm>
          <a:off x="0" y="0"/>
          <a:ext cx="0" cy="0"/>
          <a:chOff x="0" y="0"/>
          <a:chExt cx="0" cy="0"/>
        </a:xfrm>
      </p:grpSpPr>
      <p:sp>
        <p:nvSpPr>
          <p:cNvPr name="Freeform 2" id="2"/>
          <p:cNvSpPr/>
          <p:nvPr/>
        </p:nvSpPr>
        <p:spPr>
          <a:xfrm flipH="false" flipV="false" rot="0">
            <a:off x="-185970" y="1971213"/>
            <a:ext cx="18473970" cy="10391608"/>
          </a:xfrm>
          <a:custGeom>
            <a:avLst/>
            <a:gdLst/>
            <a:ahLst/>
            <a:cxnLst/>
            <a:rect r="r" b="b" t="t" l="l"/>
            <a:pathLst>
              <a:path h="10391608" w="18473970">
                <a:moveTo>
                  <a:pt x="0" y="0"/>
                </a:moveTo>
                <a:lnTo>
                  <a:pt x="18473970" y="0"/>
                </a:lnTo>
                <a:lnTo>
                  <a:pt x="18473970" y="10391608"/>
                </a:lnTo>
                <a:lnTo>
                  <a:pt x="0" y="10391608"/>
                </a:lnTo>
                <a:lnTo>
                  <a:pt x="0" y="0"/>
                </a:lnTo>
                <a:close/>
              </a:path>
            </a:pathLst>
          </a:custGeom>
          <a:blipFill>
            <a:blip r:embed="rId2">
              <a:alphaModFix amt="14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99006" y="-1298925"/>
            <a:ext cx="5271418" cy="10244805"/>
          </a:xfrm>
          <a:custGeom>
            <a:avLst/>
            <a:gdLst/>
            <a:ahLst/>
            <a:cxnLst/>
            <a:rect r="r" b="b" t="t" l="l"/>
            <a:pathLst>
              <a:path h="10244805" w="5271418">
                <a:moveTo>
                  <a:pt x="0" y="0"/>
                </a:moveTo>
                <a:lnTo>
                  <a:pt x="5271417" y="0"/>
                </a:lnTo>
                <a:lnTo>
                  <a:pt x="5271417" y="10244805"/>
                </a:lnTo>
                <a:lnTo>
                  <a:pt x="0" y="10244805"/>
                </a:lnTo>
                <a:lnTo>
                  <a:pt x="0" y="0"/>
                </a:lnTo>
                <a:close/>
              </a:path>
            </a:pathLst>
          </a:custGeom>
          <a:blipFill>
            <a:blip r:embed="rId4">
              <a:alphaModFix amt="29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182049" y="2934751"/>
            <a:ext cx="2828812" cy="987513"/>
          </a:xfrm>
          <a:custGeom>
            <a:avLst/>
            <a:gdLst/>
            <a:ahLst/>
            <a:cxnLst/>
            <a:rect r="r" b="b" t="t" l="l"/>
            <a:pathLst>
              <a:path h="987513" w="2828812">
                <a:moveTo>
                  <a:pt x="0" y="0"/>
                </a:moveTo>
                <a:lnTo>
                  <a:pt x="2828813" y="0"/>
                </a:lnTo>
                <a:lnTo>
                  <a:pt x="2828813" y="987512"/>
                </a:lnTo>
                <a:lnTo>
                  <a:pt x="0" y="987512"/>
                </a:lnTo>
                <a:lnTo>
                  <a:pt x="0" y="0"/>
                </a:lnTo>
                <a:close/>
              </a:path>
            </a:pathLst>
          </a:custGeom>
          <a:blipFill>
            <a:blip r:embed="rId6">
              <a:alphaModFix amt="18999"/>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true" flipV="false" rot="0">
            <a:off x="15190678" y="230851"/>
            <a:ext cx="2828812" cy="987513"/>
          </a:xfrm>
          <a:custGeom>
            <a:avLst/>
            <a:gdLst/>
            <a:ahLst/>
            <a:cxnLst/>
            <a:rect r="r" b="b" t="t" l="l"/>
            <a:pathLst>
              <a:path h="987513" w="2828812">
                <a:moveTo>
                  <a:pt x="2828813" y="0"/>
                </a:moveTo>
                <a:lnTo>
                  <a:pt x="0" y="0"/>
                </a:lnTo>
                <a:lnTo>
                  <a:pt x="0" y="987512"/>
                </a:lnTo>
                <a:lnTo>
                  <a:pt x="2828813" y="987512"/>
                </a:lnTo>
                <a:lnTo>
                  <a:pt x="2828813" y="0"/>
                </a:lnTo>
                <a:close/>
              </a:path>
            </a:pathLst>
          </a:custGeom>
          <a:blipFill>
            <a:blip r:embed="rId6">
              <a:alphaModFix amt="18999"/>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7521607" y="1028700"/>
            <a:ext cx="9737693" cy="5405361"/>
            <a:chOff x="0" y="0"/>
            <a:chExt cx="2564660" cy="1423634"/>
          </a:xfrm>
        </p:grpSpPr>
        <p:sp>
          <p:nvSpPr>
            <p:cNvPr name="Freeform 7" id="7"/>
            <p:cNvSpPr/>
            <p:nvPr/>
          </p:nvSpPr>
          <p:spPr>
            <a:xfrm flipH="false" flipV="false" rot="0">
              <a:off x="0" y="0"/>
              <a:ext cx="2564660" cy="1423634"/>
            </a:xfrm>
            <a:custGeom>
              <a:avLst/>
              <a:gdLst/>
              <a:ahLst/>
              <a:cxnLst/>
              <a:rect r="r" b="b" t="t" l="l"/>
              <a:pathLst>
                <a:path h="1423634" w="2564660">
                  <a:moveTo>
                    <a:pt x="38957" y="0"/>
                  </a:moveTo>
                  <a:lnTo>
                    <a:pt x="2525702" y="0"/>
                  </a:lnTo>
                  <a:cubicBezTo>
                    <a:pt x="2536035" y="0"/>
                    <a:pt x="2545943" y="4104"/>
                    <a:pt x="2553249" y="11410"/>
                  </a:cubicBezTo>
                  <a:cubicBezTo>
                    <a:pt x="2560555" y="18716"/>
                    <a:pt x="2564660" y="28625"/>
                    <a:pt x="2564660" y="38957"/>
                  </a:cubicBezTo>
                  <a:lnTo>
                    <a:pt x="2564660" y="1384677"/>
                  </a:lnTo>
                  <a:cubicBezTo>
                    <a:pt x="2564660" y="1395009"/>
                    <a:pt x="2560555" y="1404918"/>
                    <a:pt x="2553249" y="1412224"/>
                  </a:cubicBezTo>
                  <a:cubicBezTo>
                    <a:pt x="2545943" y="1419530"/>
                    <a:pt x="2536035" y="1423634"/>
                    <a:pt x="2525702" y="1423634"/>
                  </a:cubicBezTo>
                  <a:lnTo>
                    <a:pt x="38957" y="1423634"/>
                  </a:lnTo>
                  <a:cubicBezTo>
                    <a:pt x="28625" y="1423634"/>
                    <a:pt x="18716" y="1419530"/>
                    <a:pt x="11410" y="1412224"/>
                  </a:cubicBezTo>
                  <a:cubicBezTo>
                    <a:pt x="4104" y="1404918"/>
                    <a:pt x="0" y="1395009"/>
                    <a:pt x="0" y="1384677"/>
                  </a:cubicBezTo>
                  <a:lnTo>
                    <a:pt x="0" y="38957"/>
                  </a:lnTo>
                  <a:cubicBezTo>
                    <a:pt x="0" y="28625"/>
                    <a:pt x="4104" y="18716"/>
                    <a:pt x="11410" y="11410"/>
                  </a:cubicBezTo>
                  <a:cubicBezTo>
                    <a:pt x="18716" y="4104"/>
                    <a:pt x="28625" y="0"/>
                    <a:pt x="38957" y="0"/>
                  </a:cubicBezTo>
                  <a:close/>
                </a:path>
              </a:pathLst>
            </a:custGeom>
            <a:solidFill>
              <a:srgbClr val="3613C8"/>
            </a:solidFill>
            <a:ln w="47625" cap="rnd">
              <a:solidFill>
                <a:srgbClr val="21EF80"/>
              </a:solidFill>
              <a:prstDash val="solid"/>
              <a:round/>
            </a:ln>
          </p:spPr>
        </p:sp>
        <p:sp>
          <p:nvSpPr>
            <p:cNvPr name="TextBox 8" id="8"/>
            <p:cNvSpPr txBox="true"/>
            <p:nvPr/>
          </p:nvSpPr>
          <p:spPr>
            <a:xfrm>
              <a:off x="0" y="-47625"/>
              <a:ext cx="2564660" cy="1471259"/>
            </a:xfrm>
            <a:prstGeom prst="rect">
              <a:avLst/>
            </a:prstGeom>
          </p:spPr>
          <p:txBody>
            <a:bodyPr anchor="ctr" rtlCol="false" tIns="254000" lIns="254000" bIns="254000" rIns="254000"/>
            <a:lstStyle/>
            <a:p>
              <a:pPr algn="ctr">
                <a:lnSpc>
                  <a:spcPts val="2100"/>
                </a:lnSpc>
              </a:pPr>
            </a:p>
          </p:txBody>
        </p:sp>
      </p:grpSp>
      <p:sp>
        <p:nvSpPr>
          <p:cNvPr name="Freeform 9" id="9"/>
          <p:cNvSpPr/>
          <p:nvPr/>
        </p:nvSpPr>
        <p:spPr>
          <a:xfrm flipH="false" flipV="false" rot="0">
            <a:off x="-211930" y="4567873"/>
            <a:ext cx="6808385" cy="5137236"/>
          </a:xfrm>
          <a:custGeom>
            <a:avLst/>
            <a:gdLst/>
            <a:ahLst/>
            <a:cxnLst/>
            <a:rect r="r" b="b" t="t" l="l"/>
            <a:pathLst>
              <a:path h="5137236" w="6808385">
                <a:moveTo>
                  <a:pt x="0" y="0"/>
                </a:moveTo>
                <a:lnTo>
                  <a:pt x="6808386" y="0"/>
                </a:lnTo>
                <a:lnTo>
                  <a:pt x="6808386" y="5137236"/>
                </a:lnTo>
                <a:lnTo>
                  <a:pt x="0" y="513723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641278" y="7099525"/>
            <a:ext cx="7237734" cy="2605584"/>
          </a:xfrm>
          <a:custGeom>
            <a:avLst/>
            <a:gdLst/>
            <a:ahLst/>
            <a:cxnLst/>
            <a:rect r="r" b="b" t="t" l="l"/>
            <a:pathLst>
              <a:path h="2605584" w="7237734">
                <a:moveTo>
                  <a:pt x="0" y="0"/>
                </a:moveTo>
                <a:lnTo>
                  <a:pt x="7237734" y="0"/>
                </a:lnTo>
                <a:lnTo>
                  <a:pt x="7237734" y="2605584"/>
                </a:lnTo>
                <a:lnTo>
                  <a:pt x="0" y="260558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1" id="11"/>
          <p:cNvGrpSpPr/>
          <p:nvPr/>
        </p:nvGrpSpPr>
        <p:grpSpPr>
          <a:xfrm rot="0">
            <a:off x="0" y="9705109"/>
            <a:ext cx="18288000" cy="1163782"/>
            <a:chOff x="0" y="0"/>
            <a:chExt cx="24384000" cy="1551709"/>
          </a:xfrm>
        </p:grpSpPr>
        <p:sp>
          <p:nvSpPr>
            <p:cNvPr name="Freeform 12" id="12"/>
            <p:cNvSpPr/>
            <p:nvPr/>
          </p:nvSpPr>
          <p:spPr>
            <a:xfrm flipH="false" flipV="false" rot="0">
              <a:off x="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3" id="13"/>
            <p:cNvSpPr/>
            <p:nvPr/>
          </p:nvSpPr>
          <p:spPr>
            <a:xfrm flipH="false" flipV="false" rot="0">
              <a:off x="8128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4" id="14"/>
            <p:cNvSpPr/>
            <p:nvPr/>
          </p:nvSpPr>
          <p:spPr>
            <a:xfrm flipH="false" flipV="false" rot="0">
              <a:off x="16256000" y="0"/>
              <a:ext cx="8128000" cy="1551709"/>
            </a:xfrm>
            <a:custGeom>
              <a:avLst/>
              <a:gdLst/>
              <a:ahLst/>
              <a:cxnLst/>
              <a:rect r="r" b="b" t="t" l="l"/>
              <a:pathLst>
                <a:path h="1551709" w="8128000">
                  <a:moveTo>
                    <a:pt x="0" y="0"/>
                  </a:moveTo>
                  <a:lnTo>
                    <a:pt x="8128000" y="0"/>
                  </a:lnTo>
                  <a:lnTo>
                    <a:pt x="8128000" y="1551709"/>
                  </a:lnTo>
                  <a:lnTo>
                    <a:pt x="0" y="155170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sp>
        <p:nvSpPr>
          <p:cNvPr name="Freeform 15" id="15"/>
          <p:cNvSpPr/>
          <p:nvPr/>
        </p:nvSpPr>
        <p:spPr>
          <a:xfrm flipH="false" flipV="false" rot="0">
            <a:off x="11602934" y="8186651"/>
            <a:ext cx="5219700" cy="1518458"/>
          </a:xfrm>
          <a:custGeom>
            <a:avLst/>
            <a:gdLst/>
            <a:ahLst/>
            <a:cxnLst/>
            <a:rect r="r" b="b" t="t" l="l"/>
            <a:pathLst>
              <a:path h="1518458" w="5219700">
                <a:moveTo>
                  <a:pt x="0" y="0"/>
                </a:moveTo>
                <a:lnTo>
                  <a:pt x="5219700" y="0"/>
                </a:lnTo>
                <a:lnTo>
                  <a:pt x="5219700" y="1518458"/>
                </a:lnTo>
                <a:lnTo>
                  <a:pt x="0" y="151845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6" id="16"/>
          <p:cNvSpPr/>
          <p:nvPr/>
        </p:nvSpPr>
        <p:spPr>
          <a:xfrm flipH="false" flipV="false" rot="0">
            <a:off x="15950489" y="8186651"/>
            <a:ext cx="5219700" cy="1518458"/>
          </a:xfrm>
          <a:custGeom>
            <a:avLst/>
            <a:gdLst/>
            <a:ahLst/>
            <a:cxnLst/>
            <a:rect r="r" b="b" t="t" l="l"/>
            <a:pathLst>
              <a:path h="1518458" w="5219700">
                <a:moveTo>
                  <a:pt x="0" y="0"/>
                </a:moveTo>
                <a:lnTo>
                  <a:pt x="5219701" y="0"/>
                </a:lnTo>
                <a:lnTo>
                  <a:pt x="5219701" y="1518458"/>
                </a:lnTo>
                <a:lnTo>
                  <a:pt x="0" y="1518458"/>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7" id="17"/>
          <p:cNvSpPr/>
          <p:nvPr/>
        </p:nvSpPr>
        <p:spPr>
          <a:xfrm flipH="false" flipV="false" rot="0">
            <a:off x="1028700" y="1028700"/>
            <a:ext cx="2196534" cy="942513"/>
          </a:xfrm>
          <a:custGeom>
            <a:avLst/>
            <a:gdLst/>
            <a:ahLst/>
            <a:cxnLst/>
            <a:rect r="r" b="b" t="t" l="l"/>
            <a:pathLst>
              <a:path h="942513" w="2196534">
                <a:moveTo>
                  <a:pt x="0" y="0"/>
                </a:moveTo>
                <a:lnTo>
                  <a:pt x="2196534" y="0"/>
                </a:lnTo>
                <a:lnTo>
                  <a:pt x="2196534" y="942513"/>
                </a:lnTo>
                <a:lnTo>
                  <a:pt x="0" y="94251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pic>
        <p:nvPicPr>
          <p:cNvPr name="Picture 18" id="18"/>
          <p:cNvPicPr>
            <a:picLocks noChangeAspect="true"/>
          </p:cNvPicPr>
          <p:nvPr/>
        </p:nvPicPr>
        <p:blipFill>
          <a:blip r:embed="rId18"/>
          <a:srcRect l="0" t="0" r="0" b="0"/>
          <a:stretch>
            <a:fillRect/>
          </a:stretch>
        </p:blipFill>
        <p:spPr>
          <a:xfrm flipH="false" flipV="false" rot="0">
            <a:off x="3576727" y="1218363"/>
            <a:ext cx="1877287" cy="563186"/>
          </a:xfrm>
          <a:prstGeom prst="rect">
            <a:avLst/>
          </a:prstGeom>
        </p:spPr>
      </p:pic>
      <p:grpSp>
        <p:nvGrpSpPr>
          <p:cNvPr name="Group 19" id="19"/>
          <p:cNvGrpSpPr/>
          <p:nvPr/>
        </p:nvGrpSpPr>
        <p:grpSpPr>
          <a:xfrm rot="0">
            <a:off x="8175823" y="2686132"/>
            <a:ext cx="8429262" cy="2090497"/>
            <a:chOff x="0" y="0"/>
            <a:chExt cx="11239015" cy="2787330"/>
          </a:xfrm>
        </p:grpSpPr>
        <p:sp>
          <p:nvSpPr>
            <p:cNvPr name="TextBox 20" id="20"/>
            <p:cNvSpPr txBox="true"/>
            <p:nvPr/>
          </p:nvSpPr>
          <p:spPr>
            <a:xfrm rot="0">
              <a:off x="0" y="47625"/>
              <a:ext cx="11239015" cy="1667722"/>
            </a:xfrm>
            <a:prstGeom prst="rect">
              <a:avLst/>
            </a:prstGeom>
          </p:spPr>
          <p:txBody>
            <a:bodyPr anchor="t" rtlCol="false" tIns="0" lIns="0" bIns="0" rIns="0">
              <a:spAutoFit/>
            </a:bodyPr>
            <a:lstStyle/>
            <a:p>
              <a:pPr algn="ctr">
                <a:lnSpc>
                  <a:spcPts val="9520"/>
                </a:lnSpc>
              </a:pPr>
              <a:r>
                <a:rPr lang="en-US" sz="8500">
                  <a:solidFill>
                    <a:srgbClr val="FFFFFF"/>
                  </a:solidFill>
                  <a:latin typeface="Computer Says No"/>
                  <a:ea typeface="Computer Says No"/>
                  <a:cs typeface="Computer Says No"/>
                  <a:sym typeface="Computer Says No"/>
                </a:rPr>
                <a:t>THANK YOU!</a:t>
              </a:r>
            </a:p>
          </p:txBody>
        </p:sp>
        <p:sp>
          <p:nvSpPr>
            <p:cNvPr name="TextBox 21" id="21"/>
            <p:cNvSpPr txBox="true"/>
            <p:nvPr/>
          </p:nvSpPr>
          <p:spPr>
            <a:xfrm rot="0">
              <a:off x="0" y="2149155"/>
              <a:ext cx="11239015" cy="638175"/>
            </a:xfrm>
            <a:prstGeom prst="rect">
              <a:avLst/>
            </a:prstGeom>
          </p:spPr>
          <p:txBody>
            <a:bodyPr anchor="t" rtlCol="false" tIns="0" lIns="0" bIns="0" rIns="0">
              <a:spAutoFit/>
            </a:bodyPr>
            <a:lstStyle/>
            <a:p>
              <a:pPr algn="ctr" marL="0" indent="0" lvl="0">
                <a:lnSpc>
                  <a:spcPts val="3600"/>
                </a:lnSpc>
                <a:spcBef>
                  <a:spcPct val="0"/>
                </a:spcBef>
              </a:pPr>
              <a:r>
                <a:rPr lang="en-US" sz="3000">
                  <a:solidFill>
                    <a:srgbClr val="FFFFFF"/>
                  </a:solidFill>
                  <a:latin typeface="Poppins"/>
                  <a:ea typeface="Poppins"/>
                  <a:cs typeface="Poppins"/>
                  <a:sym typeface="Poppins"/>
                </a:rPr>
                <a:t>Gracias por prestar atención :D</a:t>
              </a:r>
            </a:p>
          </p:txBody>
        </p:sp>
      </p:grpSp>
      <p:sp>
        <p:nvSpPr>
          <p:cNvPr name="Freeform 22" id="22"/>
          <p:cNvSpPr/>
          <p:nvPr/>
        </p:nvSpPr>
        <p:spPr>
          <a:xfrm flipH="false" flipV="false" rot="0">
            <a:off x="7013961" y="7989236"/>
            <a:ext cx="3615824" cy="1715873"/>
          </a:xfrm>
          <a:custGeom>
            <a:avLst/>
            <a:gdLst/>
            <a:ahLst/>
            <a:cxnLst/>
            <a:rect r="r" b="b" t="t" l="l"/>
            <a:pathLst>
              <a:path h="1715873" w="3615824">
                <a:moveTo>
                  <a:pt x="0" y="0"/>
                </a:moveTo>
                <a:lnTo>
                  <a:pt x="3615823" y="0"/>
                </a:lnTo>
                <a:lnTo>
                  <a:pt x="3615823" y="1715873"/>
                </a:lnTo>
                <a:lnTo>
                  <a:pt x="0" y="1715873"/>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00000"/>
        </a:solidFill>
      </p:bgPr>
    </p:bg>
    <p:spTree>
      <p:nvGrpSpPr>
        <p:cNvPr id="1" name=""/>
        <p:cNvGrpSpPr/>
        <p:nvPr/>
      </p:nvGrpSpPr>
      <p:grpSpPr>
        <a:xfrm>
          <a:off x="0" y="0"/>
          <a:ext cx="0" cy="0"/>
          <a:chOff x="0" y="0"/>
          <a:chExt cx="0" cy="0"/>
        </a:xfrm>
      </p:grpSpPr>
      <p:grpSp>
        <p:nvGrpSpPr>
          <p:cNvPr name="Group 2" id="2"/>
          <p:cNvGrpSpPr/>
          <p:nvPr/>
        </p:nvGrpSpPr>
        <p:grpSpPr>
          <a:xfrm rot="0">
            <a:off x="8160179" y="1000571"/>
            <a:ext cx="9099121" cy="8257729"/>
            <a:chOff x="0" y="0"/>
            <a:chExt cx="2396476" cy="2174875"/>
          </a:xfrm>
        </p:grpSpPr>
        <p:sp>
          <p:nvSpPr>
            <p:cNvPr name="Freeform 3" id="3"/>
            <p:cNvSpPr/>
            <p:nvPr/>
          </p:nvSpPr>
          <p:spPr>
            <a:xfrm flipH="false" flipV="false" rot="0">
              <a:off x="0" y="0"/>
              <a:ext cx="2396476" cy="2174875"/>
            </a:xfrm>
            <a:custGeom>
              <a:avLst/>
              <a:gdLst/>
              <a:ahLst/>
              <a:cxnLst/>
              <a:rect r="r" b="b" t="t" l="l"/>
              <a:pathLst>
                <a:path h="2174875" w="2396476">
                  <a:moveTo>
                    <a:pt x="41691" y="0"/>
                  </a:moveTo>
                  <a:lnTo>
                    <a:pt x="2354785" y="0"/>
                  </a:lnTo>
                  <a:cubicBezTo>
                    <a:pt x="2377810" y="0"/>
                    <a:pt x="2396476" y="18666"/>
                    <a:pt x="2396476" y="41691"/>
                  </a:cubicBezTo>
                  <a:lnTo>
                    <a:pt x="2396476" y="2133184"/>
                  </a:lnTo>
                  <a:cubicBezTo>
                    <a:pt x="2396476" y="2156209"/>
                    <a:pt x="2377810" y="2174875"/>
                    <a:pt x="2354785" y="2174875"/>
                  </a:cubicBezTo>
                  <a:lnTo>
                    <a:pt x="41691" y="2174875"/>
                  </a:lnTo>
                  <a:cubicBezTo>
                    <a:pt x="18666" y="2174875"/>
                    <a:pt x="0" y="2156209"/>
                    <a:pt x="0" y="2133184"/>
                  </a:cubicBezTo>
                  <a:lnTo>
                    <a:pt x="0" y="41691"/>
                  </a:lnTo>
                  <a:cubicBezTo>
                    <a:pt x="0" y="18666"/>
                    <a:pt x="18666" y="0"/>
                    <a:pt x="41691" y="0"/>
                  </a:cubicBezTo>
                  <a:close/>
                </a:path>
              </a:pathLst>
            </a:custGeom>
            <a:solidFill>
              <a:srgbClr val="000000"/>
            </a:solidFill>
            <a:ln w="47625" cap="rnd">
              <a:solidFill>
                <a:srgbClr val="21EF80"/>
              </a:solidFill>
              <a:prstDash val="solid"/>
              <a:round/>
            </a:ln>
          </p:spPr>
        </p:sp>
        <p:sp>
          <p:nvSpPr>
            <p:cNvPr name="TextBox 4" id="4"/>
            <p:cNvSpPr txBox="true"/>
            <p:nvPr/>
          </p:nvSpPr>
          <p:spPr>
            <a:xfrm>
              <a:off x="0" y="-28575"/>
              <a:ext cx="2396476" cy="2203450"/>
            </a:xfrm>
            <a:prstGeom prst="rect">
              <a:avLst/>
            </a:prstGeom>
          </p:spPr>
          <p:txBody>
            <a:bodyPr anchor="ctr" rtlCol="false" tIns="254000" lIns="254000" bIns="254000" rIns="254000"/>
            <a:lstStyle/>
            <a:p>
              <a:pPr algn="ctr">
                <a:lnSpc>
                  <a:spcPts val="2100"/>
                </a:lnSpc>
              </a:pPr>
            </a:p>
          </p:txBody>
        </p:sp>
      </p:grpSp>
      <p:pic>
        <p:nvPicPr>
          <p:cNvPr name="Picture 5" id="5"/>
          <p:cNvPicPr>
            <a:picLocks noChangeAspect="true"/>
          </p:cNvPicPr>
          <p:nvPr/>
        </p:nvPicPr>
        <p:blipFill>
          <a:blip r:embed="rId2"/>
          <a:srcRect l="0" t="0" r="0" b="0"/>
          <a:stretch>
            <a:fillRect/>
          </a:stretch>
        </p:blipFill>
        <p:spPr>
          <a:xfrm flipH="false" flipV="false" rot="0">
            <a:off x="9104418" y="6803606"/>
            <a:ext cx="1374203" cy="1636039"/>
          </a:xfrm>
          <a:prstGeom prst="rect">
            <a:avLst/>
          </a:prstGeom>
        </p:spPr>
      </p:pic>
      <p:pic>
        <p:nvPicPr>
          <p:cNvPr name="Picture 6" id="6"/>
          <p:cNvPicPr>
            <a:picLocks noChangeAspect="true"/>
          </p:cNvPicPr>
          <p:nvPr/>
        </p:nvPicPr>
        <p:blipFill>
          <a:blip r:embed="rId3"/>
          <a:srcRect l="0" t="0" r="0" b="0"/>
          <a:stretch>
            <a:fillRect/>
          </a:stretch>
        </p:blipFill>
        <p:spPr>
          <a:xfrm flipH="false" flipV="false" rot="0">
            <a:off x="10659200" y="6803606"/>
            <a:ext cx="1412631" cy="1636039"/>
          </a:xfrm>
          <a:prstGeom prst="rect">
            <a:avLst/>
          </a:prstGeom>
        </p:spPr>
      </p:pic>
      <p:pic>
        <p:nvPicPr>
          <p:cNvPr name="Picture 7" id="7"/>
          <p:cNvPicPr>
            <a:picLocks noChangeAspect="true"/>
          </p:cNvPicPr>
          <p:nvPr/>
        </p:nvPicPr>
        <p:blipFill>
          <a:blip r:embed="rId4"/>
          <a:srcRect l="0" t="0" r="0" b="0"/>
          <a:stretch>
            <a:fillRect/>
          </a:stretch>
        </p:blipFill>
        <p:spPr>
          <a:xfrm flipH="false" flipV="false" rot="0">
            <a:off x="9144000" y="1872964"/>
            <a:ext cx="1197456" cy="535704"/>
          </a:xfrm>
          <a:prstGeom prst="rect">
            <a:avLst/>
          </a:prstGeom>
        </p:spPr>
      </p:pic>
      <p:pic>
        <p:nvPicPr>
          <p:cNvPr name="Picture 8" id="8"/>
          <p:cNvPicPr>
            <a:picLocks noChangeAspect="true"/>
          </p:cNvPicPr>
          <p:nvPr/>
        </p:nvPicPr>
        <p:blipFill>
          <a:blip r:embed="rId5"/>
          <a:srcRect l="0" t="0" r="0" b="0"/>
          <a:stretch>
            <a:fillRect/>
          </a:stretch>
        </p:blipFill>
        <p:spPr>
          <a:xfrm flipH="false" flipV="false" rot="0">
            <a:off x="12413346" y="6803606"/>
            <a:ext cx="1177352" cy="1636039"/>
          </a:xfrm>
          <a:prstGeom prst="rect">
            <a:avLst/>
          </a:prstGeom>
        </p:spPr>
      </p:pic>
      <p:pic>
        <p:nvPicPr>
          <p:cNvPr name="Picture 9" id="9"/>
          <p:cNvPicPr>
            <a:picLocks noChangeAspect="true"/>
          </p:cNvPicPr>
          <p:nvPr/>
        </p:nvPicPr>
        <p:blipFill>
          <a:blip r:embed="rId6"/>
          <a:srcRect l="0" t="0" r="0" b="0"/>
          <a:stretch>
            <a:fillRect/>
          </a:stretch>
        </p:blipFill>
        <p:spPr>
          <a:xfrm flipH="false" flipV="false" rot="0">
            <a:off x="13932213" y="6944762"/>
            <a:ext cx="808128" cy="1494883"/>
          </a:xfrm>
          <a:prstGeom prst="rect">
            <a:avLst/>
          </a:prstGeom>
        </p:spPr>
      </p:pic>
      <p:pic>
        <p:nvPicPr>
          <p:cNvPr name="Picture 10" id="10"/>
          <p:cNvPicPr>
            <a:picLocks noChangeAspect="true"/>
          </p:cNvPicPr>
          <p:nvPr/>
        </p:nvPicPr>
        <p:blipFill>
          <a:blip r:embed="rId7"/>
          <a:srcRect l="0" t="0" r="0" b="0"/>
          <a:stretch>
            <a:fillRect/>
          </a:stretch>
        </p:blipFill>
        <p:spPr>
          <a:xfrm flipH="false" flipV="false" rot="0">
            <a:off x="9016045" y="4542316"/>
            <a:ext cx="1374203" cy="1762288"/>
          </a:xfrm>
          <a:prstGeom prst="rect">
            <a:avLst/>
          </a:prstGeom>
        </p:spPr>
      </p:pic>
      <p:pic>
        <p:nvPicPr>
          <p:cNvPr name="Picture 11" id="11"/>
          <p:cNvPicPr>
            <a:picLocks noChangeAspect="true"/>
          </p:cNvPicPr>
          <p:nvPr/>
        </p:nvPicPr>
        <p:blipFill>
          <a:blip r:embed="rId8"/>
          <a:srcRect l="0" t="0" r="0" b="0"/>
          <a:stretch>
            <a:fillRect/>
          </a:stretch>
        </p:blipFill>
        <p:spPr>
          <a:xfrm flipH="false" flipV="false" rot="0">
            <a:off x="10778205" y="4701756"/>
            <a:ext cx="905668" cy="1443408"/>
          </a:xfrm>
          <a:prstGeom prst="rect">
            <a:avLst/>
          </a:prstGeom>
        </p:spPr>
      </p:pic>
      <p:pic>
        <p:nvPicPr>
          <p:cNvPr name="Picture 12" id="12"/>
          <p:cNvPicPr>
            <a:picLocks noChangeAspect="true"/>
          </p:cNvPicPr>
          <p:nvPr/>
        </p:nvPicPr>
        <p:blipFill>
          <a:blip r:embed="rId9"/>
          <a:srcRect l="0" t="0" r="0" b="0"/>
          <a:stretch>
            <a:fillRect/>
          </a:stretch>
        </p:blipFill>
        <p:spPr>
          <a:xfrm flipH="false" flipV="false" rot="0">
            <a:off x="14968017" y="6884610"/>
            <a:ext cx="1435417" cy="1555035"/>
          </a:xfrm>
          <a:prstGeom prst="rect">
            <a:avLst/>
          </a:prstGeom>
        </p:spPr>
      </p:pic>
      <p:pic>
        <p:nvPicPr>
          <p:cNvPr name="Picture 13" id="13"/>
          <p:cNvPicPr>
            <a:picLocks noChangeAspect="true"/>
          </p:cNvPicPr>
          <p:nvPr/>
        </p:nvPicPr>
        <p:blipFill>
          <a:blip r:embed="rId10"/>
          <a:srcRect l="0" t="0" r="0" b="0"/>
          <a:stretch>
            <a:fillRect/>
          </a:stretch>
        </p:blipFill>
        <p:spPr>
          <a:xfrm flipH="false" flipV="false" rot="0">
            <a:off x="12071831" y="4701756"/>
            <a:ext cx="1293832" cy="1443408"/>
          </a:xfrm>
          <a:prstGeom prst="rect">
            <a:avLst/>
          </a:prstGeom>
        </p:spPr>
      </p:pic>
      <p:pic>
        <p:nvPicPr>
          <p:cNvPr name="Picture 14" id="14"/>
          <p:cNvPicPr>
            <a:picLocks noChangeAspect="true"/>
          </p:cNvPicPr>
          <p:nvPr/>
        </p:nvPicPr>
        <p:blipFill>
          <a:blip r:embed="rId11"/>
          <a:srcRect l="0" t="0" r="0" b="0"/>
          <a:stretch>
            <a:fillRect/>
          </a:stretch>
        </p:blipFill>
        <p:spPr>
          <a:xfrm flipH="false" flipV="false" rot="0">
            <a:off x="13932213" y="4516336"/>
            <a:ext cx="704358" cy="1628828"/>
          </a:xfrm>
          <a:prstGeom prst="rect">
            <a:avLst/>
          </a:prstGeom>
        </p:spPr>
      </p:pic>
      <p:pic>
        <p:nvPicPr>
          <p:cNvPr name="Picture 15" id="15"/>
          <p:cNvPicPr>
            <a:picLocks noChangeAspect="true"/>
          </p:cNvPicPr>
          <p:nvPr/>
        </p:nvPicPr>
        <p:blipFill>
          <a:blip r:embed="rId12"/>
          <a:srcRect l="0" t="0" r="0" b="0"/>
          <a:stretch>
            <a:fillRect/>
          </a:stretch>
        </p:blipFill>
        <p:spPr>
          <a:xfrm flipH="false" flipV="false" rot="0">
            <a:off x="14982000" y="4701756"/>
            <a:ext cx="1407452" cy="1443408"/>
          </a:xfrm>
          <a:prstGeom prst="rect">
            <a:avLst/>
          </a:prstGeom>
        </p:spPr>
      </p:pic>
      <p:pic>
        <p:nvPicPr>
          <p:cNvPr name="Picture 16" id="16"/>
          <p:cNvPicPr>
            <a:picLocks noChangeAspect="true"/>
          </p:cNvPicPr>
          <p:nvPr/>
        </p:nvPicPr>
        <p:blipFill>
          <a:blip r:embed="rId13"/>
          <a:srcRect l="0" t="0" r="0" b="0"/>
          <a:stretch>
            <a:fillRect/>
          </a:stretch>
        </p:blipFill>
        <p:spPr>
          <a:xfrm flipH="false" flipV="false" rot="0">
            <a:off x="13853410" y="2408668"/>
            <a:ext cx="861963" cy="1722235"/>
          </a:xfrm>
          <a:prstGeom prst="rect">
            <a:avLst/>
          </a:prstGeom>
        </p:spPr>
      </p:pic>
      <p:pic>
        <p:nvPicPr>
          <p:cNvPr name="Picture 17" id="17"/>
          <p:cNvPicPr>
            <a:picLocks noChangeAspect="true"/>
          </p:cNvPicPr>
          <p:nvPr/>
        </p:nvPicPr>
        <p:blipFill>
          <a:blip r:embed="rId14"/>
          <a:srcRect l="0" t="0" r="0" b="0"/>
          <a:stretch>
            <a:fillRect/>
          </a:stretch>
        </p:blipFill>
        <p:spPr>
          <a:xfrm flipH="false" flipV="false" rot="0">
            <a:off x="12170912" y="3032741"/>
            <a:ext cx="1077656" cy="1143635"/>
          </a:xfrm>
          <a:prstGeom prst="rect">
            <a:avLst/>
          </a:prstGeom>
        </p:spPr>
      </p:pic>
      <p:pic>
        <p:nvPicPr>
          <p:cNvPr name="Picture 18" id="18"/>
          <p:cNvPicPr>
            <a:picLocks noChangeAspect="true"/>
          </p:cNvPicPr>
          <p:nvPr/>
        </p:nvPicPr>
        <p:blipFill>
          <a:blip r:embed="rId15"/>
          <a:srcRect l="0" t="0" r="0" b="0"/>
          <a:stretch>
            <a:fillRect/>
          </a:stretch>
        </p:blipFill>
        <p:spPr>
          <a:xfrm flipH="false" flipV="false" rot="0">
            <a:off x="10656241" y="2987269"/>
            <a:ext cx="905070" cy="1143635"/>
          </a:xfrm>
          <a:prstGeom prst="rect">
            <a:avLst/>
          </a:prstGeom>
        </p:spPr>
      </p:pic>
      <p:pic>
        <p:nvPicPr>
          <p:cNvPr name="Picture 19" id="19"/>
          <p:cNvPicPr>
            <a:picLocks noChangeAspect="true"/>
          </p:cNvPicPr>
          <p:nvPr/>
        </p:nvPicPr>
        <p:blipFill>
          <a:blip r:embed="rId16"/>
          <a:srcRect l="0" t="0" r="0" b="0"/>
          <a:stretch>
            <a:fillRect/>
          </a:stretch>
        </p:blipFill>
        <p:spPr>
          <a:xfrm flipH="false" flipV="false" rot="0">
            <a:off x="10956032" y="1872964"/>
            <a:ext cx="894639" cy="542804"/>
          </a:xfrm>
          <a:prstGeom prst="rect">
            <a:avLst/>
          </a:prstGeom>
        </p:spPr>
      </p:pic>
      <p:pic>
        <p:nvPicPr>
          <p:cNvPr name="Picture 20" id="20"/>
          <p:cNvPicPr>
            <a:picLocks noChangeAspect="true"/>
          </p:cNvPicPr>
          <p:nvPr/>
        </p:nvPicPr>
        <p:blipFill>
          <a:blip r:embed="rId17"/>
          <a:srcRect l="0" t="0" r="0" b="0"/>
          <a:stretch>
            <a:fillRect/>
          </a:stretch>
        </p:blipFill>
        <p:spPr>
          <a:xfrm flipH="false" flipV="false" rot="0">
            <a:off x="15264837" y="3032741"/>
            <a:ext cx="841778" cy="1098162"/>
          </a:xfrm>
          <a:prstGeom prst="rect">
            <a:avLst/>
          </a:prstGeom>
        </p:spPr>
      </p:pic>
      <p:pic>
        <p:nvPicPr>
          <p:cNvPr name="Picture 21" id="21"/>
          <p:cNvPicPr>
            <a:picLocks noChangeAspect="true"/>
          </p:cNvPicPr>
          <p:nvPr/>
        </p:nvPicPr>
        <p:blipFill>
          <a:blip r:embed="rId18"/>
          <a:srcRect l="0" t="0" r="0" b="0"/>
          <a:stretch>
            <a:fillRect/>
          </a:stretch>
        </p:blipFill>
        <p:spPr>
          <a:xfrm flipH="false" flipV="false" rot="0">
            <a:off x="12469796" y="1847355"/>
            <a:ext cx="1871046" cy="561314"/>
          </a:xfrm>
          <a:prstGeom prst="rect">
            <a:avLst/>
          </a:prstGeom>
        </p:spPr>
      </p:pic>
      <p:pic>
        <p:nvPicPr>
          <p:cNvPr name="Picture 22" id="22"/>
          <p:cNvPicPr>
            <a:picLocks noChangeAspect="true"/>
          </p:cNvPicPr>
          <p:nvPr/>
        </p:nvPicPr>
        <p:blipFill>
          <a:blip r:embed="rId19"/>
          <a:srcRect l="0" t="0" r="0" b="0"/>
          <a:stretch>
            <a:fillRect/>
          </a:stretch>
        </p:blipFill>
        <p:spPr>
          <a:xfrm flipH="false" flipV="false" rot="0">
            <a:off x="14982000" y="1872964"/>
            <a:ext cx="1152685" cy="375271"/>
          </a:xfrm>
          <a:prstGeom prst="rect">
            <a:avLst/>
          </a:prstGeom>
        </p:spPr>
      </p:pic>
      <p:pic>
        <p:nvPicPr>
          <p:cNvPr name="Picture 23" id="23"/>
          <p:cNvPicPr>
            <a:picLocks noChangeAspect="true"/>
          </p:cNvPicPr>
          <p:nvPr/>
        </p:nvPicPr>
        <p:blipFill>
          <a:blip r:embed="rId20"/>
          <a:srcRect l="0" t="0" r="0" b="0"/>
          <a:stretch>
            <a:fillRect/>
          </a:stretch>
        </p:blipFill>
        <p:spPr>
          <a:xfrm flipH="false" flipV="false" rot="0">
            <a:off x="9151343" y="2987269"/>
            <a:ext cx="970034" cy="1035835"/>
          </a:xfrm>
          <a:prstGeom prst="rect">
            <a:avLst/>
          </a:prstGeom>
        </p:spPr>
      </p:pic>
      <p:sp>
        <p:nvSpPr>
          <p:cNvPr name="TextBox 24" id="24"/>
          <p:cNvSpPr txBox="true"/>
          <p:nvPr/>
        </p:nvSpPr>
        <p:spPr>
          <a:xfrm rot="0">
            <a:off x="1028700" y="6932930"/>
            <a:ext cx="6073108" cy="2325370"/>
          </a:xfrm>
          <a:prstGeom prst="rect">
            <a:avLst/>
          </a:prstGeom>
        </p:spPr>
        <p:txBody>
          <a:bodyPr anchor="t" rtlCol="false" tIns="0" lIns="0" bIns="0" rIns="0">
            <a:spAutoFit/>
          </a:bodyPr>
          <a:lstStyle/>
          <a:p>
            <a:pPr algn="l">
              <a:lnSpc>
                <a:spcPts val="3080"/>
              </a:lnSpc>
            </a:pPr>
            <a:r>
              <a:rPr lang="en-US" sz="2200">
                <a:solidFill>
                  <a:srgbClr val="FFFFFF"/>
                </a:solidFill>
                <a:latin typeface="Garet"/>
                <a:ea typeface="Garet"/>
                <a:cs typeface="Garet"/>
                <a:sym typeface="Garet"/>
              </a:rPr>
              <a:t>Use these design resources</a:t>
            </a:r>
          </a:p>
          <a:p>
            <a:pPr algn="l">
              <a:lnSpc>
                <a:spcPts val="3080"/>
              </a:lnSpc>
            </a:pPr>
            <a:r>
              <a:rPr lang="en-US" sz="2200">
                <a:solidFill>
                  <a:srgbClr val="FFFFFF"/>
                </a:solidFill>
                <a:latin typeface="Garet"/>
                <a:ea typeface="Garet"/>
                <a:cs typeface="Garet"/>
                <a:sym typeface="Garet"/>
              </a:rPr>
              <a:t>in your Canva Presentation.</a:t>
            </a:r>
          </a:p>
          <a:p>
            <a:pPr algn="l">
              <a:lnSpc>
                <a:spcPts val="3080"/>
              </a:lnSpc>
            </a:pPr>
            <a:r>
              <a:rPr lang="en-US" sz="2200">
                <a:solidFill>
                  <a:srgbClr val="FFFFFF"/>
                </a:solidFill>
                <a:latin typeface="Garet"/>
                <a:ea typeface="Garet"/>
                <a:cs typeface="Garet"/>
                <a:sym typeface="Garet"/>
              </a:rPr>
              <a:t>Happy designing! </a:t>
            </a:r>
          </a:p>
          <a:p>
            <a:pPr algn="l">
              <a:lnSpc>
                <a:spcPts val="3080"/>
              </a:lnSpc>
            </a:pPr>
          </a:p>
          <a:p>
            <a:pPr algn="l">
              <a:lnSpc>
                <a:spcPts val="3080"/>
              </a:lnSpc>
            </a:pPr>
            <a:r>
              <a:rPr lang="en-US" sz="2200">
                <a:solidFill>
                  <a:srgbClr val="FFFFFF"/>
                </a:solidFill>
                <a:latin typeface="Garet"/>
                <a:ea typeface="Garet"/>
                <a:cs typeface="Garet"/>
                <a:sym typeface="Garet"/>
              </a:rPr>
              <a:t>Don't forget to delete or hide</a:t>
            </a:r>
          </a:p>
          <a:p>
            <a:pPr algn="l">
              <a:lnSpc>
                <a:spcPts val="3080"/>
              </a:lnSpc>
            </a:pPr>
            <a:r>
              <a:rPr lang="en-US" sz="2200">
                <a:solidFill>
                  <a:srgbClr val="FFFFFF"/>
                </a:solidFill>
                <a:latin typeface="Garet"/>
                <a:ea typeface="Garet"/>
                <a:cs typeface="Garet"/>
                <a:sym typeface="Garet"/>
              </a:rPr>
              <a:t>this page before presenting. </a:t>
            </a:r>
          </a:p>
        </p:txBody>
      </p:sp>
      <p:sp>
        <p:nvSpPr>
          <p:cNvPr name="TextBox 25" id="25"/>
          <p:cNvSpPr txBox="true"/>
          <p:nvPr/>
        </p:nvSpPr>
        <p:spPr>
          <a:xfrm rot="0">
            <a:off x="1028700" y="1009650"/>
            <a:ext cx="6073108" cy="2071370"/>
          </a:xfrm>
          <a:prstGeom prst="rect">
            <a:avLst/>
          </a:prstGeom>
        </p:spPr>
        <p:txBody>
          <a:bodyPr anchor="t" rtlCol="false" tIns="0" lIns="0" bIns="0" rIns="0">
            <a:spAutoFit/>
          </a:bodyPr>
          <a:lstStyle/>
          <a:p>
            <a:pPr algn="l">
              <a:lnSpc>
                <a:spcPts val="7839"/>
              </a:lnSpc>
            </a:pPr>
            <a:r>
              <a:rPr lang="en-US" sz="6999">
                <a:solidFill>
                  <a:srgbClr val="FF63D8"/>
                </a:solidFill>
                <a:latin typeface="Arcade Gamer"/>
                <a:ea typeface="Arcade Gamer"/>
                <a:cs typeface="Arcade Gamer"/>
                <a:sym typeface="Arcade Gamer"/>
              </a:rPr>
              <a:t>RESOURCE</a:t>
            </a:r>
            <a:r>
              <a:rPr lang="en-US" sz="6999">
                <a:solidFill>
                  <a:srgbClr val="FF63D8"/>
                </a:solidFill>
                <a:latin typeface="Arcade Gamer"/>
                <a:ea typeface="Arcade Gamer"/>
                <a:cs typeface="Arcade Gamer"/>
                <a:sym typeface="Arcade Gamer"/>
              </a:rPr>
              <a:t> </a:t>
            </a:r>
          </a:p>
          <a:p>
            <a:pPr algn="l">
              <a:lnSpc>
                <a:spcPts val="7839"/>
              </a:lnSpc>
            </a:pPr>
            <a:r>
              <a:rPr lang="en-US" sz="6999">
                <a:solidFill>
                  <a:srgbClr val="FF63D8"/>
                </a:solidFill>
                <a:latin typeface="Arcade Gamer"/>
                <a:ea typeface="Arcade Gamer"/>
                <a:cs typeface="Arcade Gamer"/>
                <a:sym typeface="Arcade Gamer"/>
              </a:rPr>
              <a:t>Page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DAGVfv6AJiU</dc:identifier>
  <dcterms:modified xsi:type="dcterms:W3CDTF">2011-08-01T06:04:30Z</dcterms:modified>
  <cp:revision>1</cp:revision>
  <dc:title>Clase 02-Cococys</dc:title>
</cp:coreProperties>
</file>