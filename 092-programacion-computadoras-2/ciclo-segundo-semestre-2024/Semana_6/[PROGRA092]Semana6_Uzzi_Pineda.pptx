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80" r:id="rId11"/>
    <p:sldId id="279" r:id="rId12"/>
    <p:sldId id="281" r:id="rId13"/>
    <p:sldId id="282" r:id="rId14"/>
    <p:sldId id="260" r:id="rId15"/>
    <p:sldId id="270" r:id="rId16"/>
    <p:sldId id="271" r:id="rId17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B8A973-6B3A-4F92-AB5A-3CDE6FD84CF4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214DFF0-DBAA-4FE7-ADB9-5E6A80FE38F3}">
      <dgm:prSet/>
      <dgm:spPr/>
      <dgm:t>
        <a:bodyPr/>
        <a:lstStyle/>
        <a:p>
          <a:r>
            <a:rPr lang="es-GT"/>
            <a:t>Dudas de Clase</a:t>
          </a:r>
          <a:endParaRPr lang="en-US"/>
        </a:p>
      </dgm:t>
    </dgm:pt>
    <dgm:pt modelId="{245C52BF-4D19-4180-B81F-AD9C2A382230}" type="parTrans" cxnId="{0ACDF1CC-B16A-49AB-8280-C68D4F2D717B}">
      <dgm:prSet/>
      <dgm:spPr/>
      <dgm:t>
        <a:bodyPr/>
        <a:lstStyle/>
        <a:p>
          <a:endParaRPr lang="en-US"/>
        </a:p>
      </dgm:t>
    </dgm:pt>
    <dgm:pt modelId="{2099E5FB-AD9B-401F-9436-B09208D77B53}" type="sibTrans" cxnId="{0ACDF1CC-B16A-49AB-8280-C68D4F2D717B}">
      <dgm:prSet/>
      <dgm:spPr/>
      <dgm:t>
        <a:bodyPr/>
        <a:lstStyle/>
        <a:p>
          <a:endParaRPr lang="en-US"/>
        </a:p>
      </dgm:t>
    </dgm:pt>
    <dgm:pt modelId="{273A195E-6BDB-48B4-8467-F962BF6DF33D}">
      <dgm:prSet/>
      <dgm:spPr/>
      <dgm:t>
        <a:bodyPr/>
        <a:lstStyle/>
        <a:p>
          <a:r>
            <a:rPr lang="es-GT"/>
            <a:t>Anuncios</a:t>
          </a:r>
          <a:endParaRPr lang="en-US"/>
        </a:p>
      </dgm:t>
    </dgm:pt>
    <dgm:pt modelId="{523397DA-5523-444E-8A88-D5D48AD1B7A6}" type="parTrans" cxnId="{0F9EB2C1-2638-4499-A6B0-D2BB0058DCEB}">
      <dgm:prSet/>
      <dgm:spPr/>
      <dgm:t>
        <a:bodyPr/>
        <a:lstStyle/>
        <a:p>
          <a:endParaRPr lang="en-US"/>
        </a:p>
      </dgm:t>
    </dgm:pt>
    <dgm:pt modelId="{80BC3A11-6BB5-439C-BBAE-A17D40B40DF1}" type="sibTrans" cxnId="{0F9EB2C1-2638-4499-A6B0-D2BB0058DCEB}">
      <dgm:prSet/>
      <dgm:spPr/>
      <dgm:t>
        <a:bodyPr/>
        <a:lstStyle/>
        <a:p>
          <a:endParaRPr lang="en-US"/>
        </a:p>
      </dgm:t>
    </dgm:pt>
    <dgm:pt modelId="{E28EA122-11D3-4AF9-BA0D-1A5875D03BFA}">
      <dgm:prSet/>
      <dgm:spPr/>
      <dgm:t>
        <a:bodyPr/>
        <a:lstStyle/>
        <a:p>
          <a:r>
            <a:rPr lang="es-GT"/>
            <a:t>Contenido Laboratorio</a:t>
          </a:r>
          <a:endParaRPr lang="en-US"/>
        </a:p>
      </dgm:t>
    </dgm:pt>
    <dgm:pt modelId="{0DB26CC2-F2AE-4976-BDF2-8A6A9033E3BA}" type="parTrans" cxnId="{8AEC0C49-4EF1-4A4C-8CA2-66AB3D366933}">
      <dgm:prSet/>
      <dgm:spPr/>
      <dgm:t>
        <a:bodyPr/>
        <a:lstStyle/>
        <a:p>
          <a:endParaRPr lang="en-US"/>
        </a:p>
      </dgm:t>
    </dgm:pt>
    <dgm:pt modelId="{2CEDED91-39B8-4B33-A9B3-C5485280C67A}" type="sibTrans" cxnId="{8AEC0C49-4EF1-4A4C-8CA2-66AB3D366933}">
      <dgm:prSet/>
      <dgm:spPr/>
      <dgm:t>
        <a:bodyPr/>
        <a:lstStyle/>
        <a:p>
          <a:endParaRPr lang="en-US"/>
        </a:p>
      </dgm:t>
    </dgm:pt>
    <dgm:pt modelId="{F2C50257-C91C-4F85-B1E9-7EF1A6265ED6}">
      <dgm:prSet/>
      <dgm:spPr/>
      <dgm:t>
        <a:bodyPr/>
        <a:lstStyle/>
        <a:p>
          <a:r>
            <a:rPr lang="es-GT"/>
            <a:t>Dudas</a:t>
          </a:r>
          <a:endParaRPr lang="en-US"/>
        </a:p>
      </dgm:t>
    </dgm:pt>
    <dgm:pt modelId="{1FE71A9B-F61D-4349-B7B9-B0681CCD1B56}" type="parTrans" cxnId="{37A1BA96-9807-4C47-861E-0418762D63EC}">
      <dgm:prSet/>
      <dgm:spPr/>
      <dgm:t>
        <a:bodyPr/>
        <a:lstStyle/>
        <a:p>
          <a:endParaRPr lang="en-US"/>
        </a:p>
      </dgm:t>
    </dgm:pt>
    <dgm:pt modelId="{906D79D0-7A21-4DEC-AFCD-3B9C40773959}" type="sibTrans" cxnId="{37A1BA96-9807-4C47-861E-0418762D63EC}">
      <dgm:prSet/>
      <dgm:spPr/>
      <dgm:t>
        <a:bodyPr/>
        <a:lstStyle/>
        <a:p>
          <a:endParaRPr lang="en-US"/>
        </a:p>
      </dgm:t>
    </dgm:pt>
    <dgm:pt modelId="{95D0529D-9448-4BD2-B4A2-3A852BE3AFFE}">
      <dgm:prSet/>
      <dgm:spPr/>
      <dgm:t>
        <a:bodyPr/>
        <a:lstStyle/>
        <a:p>
          <a:r>
            <a:rPr lang="es-GT"/>
            <a:t>Ejemplo Practico</a:t>
          </a:r>
          <a:endParaRPr lang="en-US"/>
        </a:p>
      </dgm:t>
    </dgm:pt>
    <dgm:pt modelId="{C4C7761F-E7AA-41E0-96E1-D7648CA328A5}" type="parTrans" cxnId="{9C278B54-376E-459C-A24F-7343F777D196}">
      <dgm:prSet/>
      <dgm:spPr/>
      <dgm:t>
        <a:bodyPr/>
        <a:lstStyle/>
        <a:p>
          <a:endParaRPr lang="en-US"/>
        </a:p>
      </dgm:t>
    </dgm:pt>
    <dgm:pt modelId="{B25191F3-A76C-4FF1-9718-98E254548DB3}" type="sibTrans" cxnId="{9C278B54-376E-459C-A24F-7343F777D196}">
      <dgm:prSet/>
      <dgm:spPr/>
      <dgm:t>
        <a:bodyPr/>
        <a:lstStyle/>
        <a:p>
          <a:endParaRPr lang="en-US"/>
        </a:p>
      </dgm:t>
    </dgm:pt>
    <dgm:pt modelId="{70DAEF1B-1A0E-4AE1-97FD-25363A2FEE8A}" type="pres">
      <dgm:prSet presAssocID="{17B8A973-6B3A-4F92-AB5A-3CDE6FD84CF4}" presName="root" presStyleCnt="0">
        <dgm:presLayoutVars>
          <dgm:dir/>
          <dgm:resizeHandles val="exact"/>
        </dgm:presLayoutVars>
      </dgm:prSet>
      <dgm:spPr/>
    </dgm:pt>
    <dgm:pt modelId="{922C6C8F-4DB3-4173-9820-19D22A024AA0}" type="pres">
      <dgm:prSet presAssocID="{17B8A973-6B3A-4F92-AB5A-3CDE6FD84CF4}" presName="container" presStyleCnt="0">
        <dgm:presLayoutVars>
          <dgm:dir/>
          <dgm:resizeHandles val="exact"/>
        </dgm:presLayoutVars>
      </dgm:prSet>
      <dgm:spPr/>
    </dgm:pt>
    <dgm:pt modelId="{49C48AA8-46F9-4FE6-9D0E-E7047D2AC907}" type="pres">
      <dgm:prSet presAssocID="{7214DFF0-DBAA-4FE7-ADB9-5E6A80FE38F3}" presName="compNode" presStyleCnt="0"/>
      <dgm:spPr/>
    </dgm:pt>
    <dgm:pt modelId="{BC738A0D-C21F-4670-A947-3E5F57A5285C}" type="pres">
      <dgm:prSet presAssocID="{7214DFF0-DBAA-4FE7-ADB9-5E6A80FE38F3}" presName="iconBgRect" presStyleLbl="bgShp" presStyleIdx="0" presStyleCnt="5"/>
      <dgm:spPr/>
    </dgm:pt>
    <dgm:pt modelId="{DCEC8C6D-4697-42D6-A3E9-76F6754281D6}" type="pres">
      <dgm:prSet presAssocID="{7214DFF0-DBAA-4FE7-ADB9-5E6A80FE38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80C97EF-2B72-4ACB-9D8C-F54862E41B38}" type="pres">
      <dgm:prSet presAssocID="{7214DFF0-DBAA-4FE7-ADB9-5E6A80FE38F3}" presName="spaceRect" presStyleCnt="0"/>
      <dgm:spPr/>
    </dgm:pt>
    <dgm:pt modelId="{C12A283C-6FEF-43CE-A9DC-41742CF9923C}" type="pres">
      <dgm:prSet presAssocID="{7214DFF0-DBAA-4FE7-ADB9-5E6A80FE38F3}" presName="textRect" presStyleLbl="revTx" presStyleIdx="0" presStyleCnt="5">
        <dgm:presLayoutVars>
          <dgm:chMax val="1"/>
          <dgm:chPref val="1"/>
        </dgm:presLayoutVars>
      </dgm:prSet>
      <dgm:spPr/>
    </dgm:pt>
    <dgm:pt modelId="{8F5EF22B-944D-4589-B007-D53EFBEDACBC}" type="pres">
      <dgm:prSet presAssocID="{2099E5FB-AD9B-401F-9436-B09208D77B53}" presName="sibTrans" presStyleLbl="sibTrans2D1" presStyleIdx="0" presStyleCnt="0"/>
      <dgm:spPr/>
    </dgm:pt>
    <dgm:pt modelId="{002C59D0-FEDB-41AD-B705-89DA08486ED1}" type="pres">
      <dgm:prSet presAssocID="{273A195E-6BDB-48B4-8467-F962BF6DF33D}" presName="compNode" presStyleCnt="0"/>
      <dgm:spPr/>
    </dgm:pt>
    <dgm:pt modelId="{0F312CB0-6961-480D-AA58-3B778B6FEAD7}" type="pres">
      <dgm:prSet presAssocID="{273A195E-6BDB-48B4-8467-F962BF6DF33D}" presName="iconBgRect" presStyleLbl="bgShp" presStyleIdx="1" presStyleCnt="5"/>
      <dgm:spPr/>
    </dgm:pt>
    <dgm:pt modelId="{31297F95-6DA6-4C0A-BE2E-7AFA1CD4F952}" type="pres">
      <dgm:prSet presAssocID="{273A195E-6BDB-48B4-8467-F962BF6DF3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8A3E2027-9219-4A0B-A50F-E94FC2647355}" type="pres">
      <dgm:prSet presAssocID="{273A195E-6BDB-48B4-8467-F962BF6DF33D}" presName="spaceRect" presStyleCnt="0"/>
      <dgm:spPr/>
    </dgm:pt>
    <dgm:pt modelId="{020818BD-6639-4C6A-AD6D-AE93BCA325D2}" type="pres">
      <dgm:prSet presAssocID="{273A195E-6BDB-48B4-8467-F962BF6DF33D}" presName="textRect" presStyleLbl="revTx" presStyleIdx="1" presStyleCnt="5">
        <dgm:presLayoutVars>
          <dgm:chMax val="1"/>
          <dgm:chPref val="1"/>
        </dgm:presLayoutVars>
      </dgm:prSet>
      <dgm:spPr/>
    </dgm:pt>
    <dgm:pt modelId="{75961A20-6E6C-4F3B-9570-70261A2C6C26}" type="pres">
      <dgm:prSet presAssocID="{80BC3A11-6BB5-439C-BBAE-A17D40B40DF1}" presName="sibTrans" presStyleLbl="sibTrans2D1" presStyleIdx="0" presStyleCnt="0"/>
      <dgm:spPr/>
    </dgm:pt>
    <dgm:pt modelId="{BCAC040F-483E-4B1C-8F7F-7C4056CC5050}" type="pres">
      <dgm:prSet presAssocID="{E28EA122-11D3-4AF9-BA0D-1A5875D03BFA}" presName="compNode" presStyleCnt="0"/>
      <dgm:spPr/>
    </dgm:pt>
    <dgm:pt modelId="{6A2242DD-D319-4EF5-8ADE-7854B4D1AA53}" type="pres">
      <dgm:prSet presAssocID="{E28EA122-11D3-4AF9-BA0D-1A5875D03BFA}" presName="iconBgRect" presStyleLbl="bgShp" presStyleIdx="2" presStyleCnt="5"/>
      <dgm:spPr/>
    </dgm:pt>
    <dgm:pt modelId="{18B0422E-92DB-4CF0-B09B-06E6CD049F77}" type="pres">
      <dgm:prSet presAssocID="{E28EA122-11D3-4AF9-BA0D-1A5875D03B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DC0207-5ED9-4D0E-A2AC-5C877A48C3DB}" type="pres">
      <dgm:prSet presAssocID="{E28EA122-11D3-4AF9-BA0D-1A5875D03BFA}" presName="spaceRect" presStyleCnt="0"/>
      <dgm:spPr/>
    </dgm:pt>
    <dgm:pt modelId="{CB9909A2-3880-4A06-973F-97AAAEF97BD7}" type="pres">
      <dgm:prSet presAssocID="{E28EA122-11D3-4AF9-BA0D-1A5875D03BFA}" presName="textRect" presStyleLbl="revTx" presStyleIdx="2" presStyleCnt="5">
        <dgm:presLayoutVars>
          <dgm:chMax val="1"/>
          <dgm:chPref val="1"/>
        </dgm:presLayoutVars>
      </dgm:prSet>
      <dgm:spPr/>
    </dgm:pt>
    <dgm:pt modelId="{0CCE0EBE-8E72-4A47-A365-29274CC6C73E}" type="pres">
      <dgm:prSet presAssocID="{2CEDED91-39B8-4B33-A9B3-C5485280C67A}" presName="sibTrans" presStyleLbl="sibTrans2D1" presStyleIdx="0" presStyleCnt="0"/>
      <dgm:spPr/>
    </dgm:pt>
    <dgm:pt modelId="{D1EF05AE-5422-4FC5-8130-DFE8D68D12B8}" type="pres">
      <dgm:prSet presAssocID="{F2C50257-C91C-4F85-B1E9-7EF1A6265ED6}" presName="compNode" presStyleCnt="0"/>
      <dgm:spPr/>
    </dgm:pt>
    <dgm:pt modelId="{ABF01555-E89D-4215-9A89-63DC476A1B24}" type="pres">
      <dgm:prSet presAssocID="{F2C50257-C91C-4F85-B1E9-7EF1A6265ED6}" presName="iconBgRect" presStyleLbl="bgShp" presStyleIdx="3" presStyleCnt="5"/>
      <dgm:spPr/>
    </dgm:pt>
    <dgm:pt modelId="{C71D26A0-1E58-4AEA-93E2-EF1210B13ABC}" type="pres">
      <dgm:prSet presAssocID="{F2C50257-C91C-4F85-B1E9-7EF1A6265ED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92CC61-F181-4F08-88FC-9A808F7F2EF8}" type="pres">
      <dgm:prSet presAssocID="{F2C50257-C91C-4F85-B1E9-7EF1A6265ED6}" presName="spaceRect" presStyleCnt="0"/>
      <dgm:spPr/>
    </dgm:pt>
    <dgm:pt modelId="{F6A2DA9B-7665-4A9D-A42D-B774B5AC9C2A}" type="pres">
      <dgm:prSet presAssocID="{F2C50257-C91C-4F85-B1E9-7EF1A6265ED6}" presName="textRect" presStyleLbl="revTx" presStyleIdx="3" presStyleCnt="5">
        <dgm:presLayoutVars>
          <dgm:chMax val="1"/>
          <dgm:chPref val="1"/>
        </dgm:presLayoutVars>
      </dgm:prSet>
      <dgm:spPr/>
    </dgm:pt>
    <dgm:pt modelId="{38617F50-3DAA-4938-989B-5940A9D7027D}" type="pres">
      <dgm:prSet presAssocID="{906D79D0-7A21-4DEC-AFCD-3B9C40773959}" presName="sibTrans" presStyleLbl="sibTrans2D1" presStyleIdx="0" presStyleCnt="0"/>
      <dgm:spPr/>
    </dgm:pt>
    <dgm:pt modelId="{C388ACBA-D0BD-4B75-BAFD-51D3F8F0F6B2}" type="pres">
      <dgm:prSet presAssocID="{95D0529D-9448-4BD2-B4A2-3A852BE3AFFE}" presName="compNode" presStyleCnt="0"/>
      <dgm:spPr/>
    </dgm:pt>
    <dgm:pt modelId="{B448DD11-1198-4A56-9D7C-12901EF9C2D8}" type="pres">
      <dgm:prSet presAssocID="{95D0529D-9448-4BD2-B4A2-3A852BE3AFFE}" presName="iconBgRect" presStyleLbl="bgShp" presStyleIdx="4" presStyleCnt="5"/>
      <dgm:spPr/>
    </dgm:pt>
    <dgm:pt modelId="{6BE0861D-7933-4626-A9F2-CF08F4B7AB41}" type="pres">
      <dgm:prSet presAssocID="{95D0529D-9448-4BD2-B4A2-3A852BE3AF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EF44464-8570-4ACC-950F-7917E5703C3E}" type="pres">
      <dgm:prSet presAssocID="{95D0529D-9448-4BD2-B4A2-3A852BE3AFFE}" presName="spaceRect" presStyleCnt="0"/>
      <dgm:spPr/>
    </dgm:pt>
    <dgm:pt modelId="{BDE58FE4-B04B-4388-9183-451B3C325BB6}" type="pres">
      <dgm:prSet presAssocID="{95D0529D-9448-4BD2-B4A2-3A852BE3AFF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DDD550E-C01C-40D3-99CE-D8923C148550}" type="presOf" srcId="{F2C50257-C91C-4F85-B1E9-7EF1A6265ED6}" destId="{F6A2DA9B-7665-4A9D-A42D-B774B5AC9C2A}" srcOrd="0" destOrd="0" presId="urn:microsoft.com/office/officeart/2018/2/layout/IconCircleList"/>
    <dgm:cxn modelId="{77688911-CD3B-46E1-9295-C5CCB7315F49}" type="presOf" srcId="{17B8A973-6B3A-4F92-AB5A-3CDE6FD84CF4}" destId="{70DAEF1B-1A0E-4AE1-97FD-25363A2FEE8A}" srcOrd="0" destOrd="0" presId="urn:microsoft.com/office/officeart/2018/2/layout/IconCircleList"/>
    <dgm:cxn modelId="{8AEC0C49-4EF1-4A4C-8CA2-66AB3D366933}" srcId="{17B8A973-6B3A-4F92-AB5A-3CDE6FD84CF4}" destId="{E28EA122-11D3-4AF9-BA0D-1A5875D03BFA}" srcOrd="2" destOrd="0" parTransId="{0DB26CC2-F2AE-4976-BDF2-8A6A9033E3BA}" sibTransId="{2CEDED91-39B8-4B33-A9B3-C5485280C67A}"/>
    <dgm:cxn modelId="{2D779450-8CF7-4CDD-BFFD-D6EC084028F6}" type="presOf" srcId="{906D79D0-7A21-4DEC-AFCD-3B9C40773959}" destId="{38617F50-3DAA-4938-989B-5940A9D7027D}" srcOrd="0" destOrd="0" presId="urn:microsoft.com/office/officeart/2018/2/layout/IconCircleList"/>
    <dgm:cxn modelId="{9C278B54-376E-459C-A24F-7343F777D196}" srcId="{17B8A973-6B3A-4F92-AB5A-3CDE6FD84CF4}" destId="{95D0529D-9448-4BD2-B4A2-3A852BE3AFFE}" srcOrd="4" destOrd="0" parTransId="{C4C7761F-E7AA-41E0-96E1-D7648CA328A5}" sibTransId="{B25191F3-A76C-4FF1-9718-98E254548DB3}"/>
    <dgm:cxn modelId="{31211C7A-3C4D-4028-AA07-93E799DE58FF}" type="presOf" srcId="{2CEDED91-39B8-4B33-A9B3-C5485280C67A}" destId="{0CCE0EBE-8E72-4A47-A365-29274CC6C73E}" srcOrd="0" destOrd="0" presId="urn:microsoft.com/office/officeart/2018/2/layout/IconCircleList"/>
    <dgm:cxn modelId="{70AB7788-DF43-44A8-9041-469FB271E51B}" type="presOf" srcId="{7214DFF0-DBAA-4FE7-ADB9-5E6A80FE38F3}" destId="{C12A283C-6FEF-43CE-A9DC-41742CF9923C}" srcOrd="0" destOrd="0" presId="urn:microsoft.com/office/officeart/2018/2/layout/IconCircleList"/>
    <dgm:cxn modelId="{B060EB8B-3811-4E51-A155-8C93B47395D4}" type="presOf" srcId="{2099E5FB-AD9B-401F-9436-B09208D77B53}" destId="{8F5EF22B-944D-4589-B007-D53EFBEDACBC}" srcOrd="0" destOrd="0" presId="urn:microsoft.com/office/officeart/2018/2/layout/IconCircleList"/>
    <dgm:cxn modelId="{1162EB8D-B603-4225-B192-EF202E49159F}" type="presOf" srcId="{80BC3A11-6BB5-439C-BBAE-A17D40B40DF1}" destId="{75961A20-6E6C-4F3B-9570-70261A2C6C26}" srcOrd="0" destOrd="0" presId="urn:microsoft.com/office/officeart/2018/2/layout/IconCircleList"/>
    <dgm:cxn modelId="{37A1BA96-9807-4C47-861E-0418762D63EC}" srcId="{17B8A973-6B3A-4F92-AB5A-3CDE6FD84CF4}" destId="{F2C50257-C91C-4F85-B1E9-7EF1A6265ED6}" srcOrd="3" destOrd="0" parTransId="{1FE71A9B-F61D-4349-B7B9-B0681CCD1B56}" sibTransId="{906D79D0-7A21-4DEC-AFCD-3B9C40773959}"/>
    <dgm:cxn modelId="{AFBF8DA8-86BF-474C-A21C-74CDA19EBCB3}" type="presOf" srcId="{95D0529D-9448-4BD2-B4A2-3A852BE3AFFE}" destId="{BDE58FE4-B04B-4388-9183-451B3C325BB6}" srcOrd="0" destOrd="0" presId="urn:microsoft.com/office/officeart/2018/2/layout/IconCircleList"/>
    <dgm:cxn modelId="{0F9EB2C1-2638-4499-A6B0-D2BB0058DCEB}" srcId="{17B8A973-6B3A-4F92-AB5A-3CDE6FD84CF4}" destId="{273A195E-6BDB-48B4-8467-F962BF6DF33D}" srcOrd="1" destOrd="0" parTransId="{523397DA-5523-444E-8A88-D5D48AD1B7A6}" sibTransId="{80BC3A11-6BB5-439C-BBAE-A17D40B40DF1}"/>
    <dgm:cxn modelId="{0ACDF1CC-B16A-49AB-8280-C68D4F2D717B}" srcId="{17B8A973-6B3A-4F92-AB5A-3CDE6FD84CF4}" destId="{7214DFF0-DBAA-4FE7-ADB9-5E6A80FE38F3}" srcOrd="0" destOrd="0" parTransId="{245C52BF-4D19-4180-B81F-AD9C2A382230}" sibTransId="{2099E5FB-AD9B-401F-9436-B09208D77B53}"/>
    <dgm:cxn modelId="{A0A228D6-1958-413D-BA01-12FFE3DD9570}" type="presOf" srcId="{E28EA122-11D3-4AF9-BA0D-1A5875D03BFA}" destId="{CB9909A2-3880-4A06-973F-97AAAEF97BD7}" srcOrd="0" destOrd="0" presId="urn:microsoft.com/office/officeart/2018/2/layout/IconCircleList"/>
    <dgm:cxn modelId="{DA7496E4-E8FE-4BE0-A7D3-840F232B1B14}" type="presOf" srcId="{273A195E-6BDB-48B4-8467-F962BF6DF33D}" destId="{020818BD-6639-4C6A-AD6D-AE93BCA325D2}" srcOrd="0" destOrd="0" presId="urn:microsoft.com/office/officeart/2018/2/layout/IconCircleList"/>
    <dgm:cxn modelId="{ACF7064B-9001-4B5A-B507-D4C19AF6FDB3}" type="presParOf" srcId="{70DAEF1B-1A0E-4AE1-97FD-25363A2FEE8A}" destId="{922C6C8F-4DB3-4173-9820-19D22A024AA0}" srcOrd="0" destOrd="0" presId="urn:microsoft.com/office/officeart/2018/2/layout/IconCircleList"/>
    <dgm:cxn modelId="{70732012-7AEB-4127-ACD1-5955613E912F}" type="presParOf" srcId="{922C6C8F-4DB3-4173-9820-19D22A024AA0}" destId="{49C48AA8-46F9-4FE6-9D0E-E7047D2AC907}" srcOrd="0" destOrd="0" presId="urn:microsoft.com/office/officeart/2018/2/layout/IconCircleList"/>
    <dgm:cxn modelId="{7001DB76-3F56-4096-9E00-5E9FC7B8EC78}" type="presParOf" srcId="{49C48AA8-46F9-4FE6-9D0E-E7047D2AC907}" destId="{BC738A0D-C21F-4670-A947-3E5F57A5285C}" srcOrd="0" destOrd="0" presId="urn:microsoft.com/office/officeart/2018/2/layout/IconCircleList"/>
    <dgm:cxn modelId="{E476227C-4ACA-4C27-A778-9D22D2F1BA90}" type="presParOf" srcId="{49C48AA8-46F9-4FE6-9D0E-E7047D2AC907}" destId="{DCEC8C6D-4697-42D6-A3E9-76F6754281D6}" srcOrd="1" destOrd="0" presId="urn:microsoft.com/office/officeart/2018/2/layout/IconCircleList"/>
    <dgm:cxn modelId="{178D0FFA-0880-4650-9857-16AC0D4A3C95}" type="presParOf" srcId="{49C48AA8-46F9-4FE6-9D0E-E7047D2AC907}" destId="{380C97EF-2B72-4ACB-9D8C-F54862E41B38}" srcOrd="2" destOrd="0" presId="urn:microsoft.com/office/officeart/2018/2/layout/IconCircleList"/>
    <dgm:cxn modelId="{FD7C6507-5580-447E-8280-B24A487CF81A}" type="presParOf" srcId="{49C48AA8-46F9-4FE6-9D0E-E7047D2AC907}" destId="{C12A283C-6FEF-43CE-A9DC-41742CF9923C}" srcOrd="3" destOrd="0" presId="urn:microsoft.com/office/officeart/2018/2/layout/IconCircleList"/>
    <dgm:cxn modelId="{5D98B6A2-5FA1-41AE-8CCE-50BAE642A21A}" type="presParOf" srcId="{922C6C8F-4DB3-4173-9820-19D22A024AA0}" destId="{8F5EF22B-944D-4589-B007-D53EFBEDACBC}" srcOrd="1" destOrd="0" presId="urn:microsoft.com/office/officeart/2018/2/layout/IconCircleList"/>
    <dgm:cxn modelId="{9F96596B-7910-4992-9529-9E5FD0ADA164}" type="presParOf" srcId="{922C6C8F-4DB3-4173-9820-19D22A024AA0}" destId="{002C59D0-FEDB-41AD-B705-89DA08486ED1}" srcOrd="2" destOrd="0" presId="urn:microsoft.com/office/officeart/2018/2/layout/IconCircleList"/>
    <dgm:cxn modelId="{93C0A2F8-688B-4292-80BD-9301715F9134}" type="presParOf" srcId="{002C59D0-FEDB-41AD-B705-89DA08486ED1}" destId="{0F312CB0-6961-480D-AA58-3B778B6FEAD7}" srcOrd="0" destOrd="0" presId="urn:microsoft.com/office/officeart/2018/2/layout/IconCircleList"/>
    <dgm:cxn modelId="{D3BFF539-736D-4BD2-9C7E-7B2BA90F4C4E}" type="presParOf" srcId="{002C59D0-FEDB-41AD-B705-89DA08486ED1}" destId="{31297F95-6DA6-4C0A-BE2E-7AFA1CD4F952}" srcOrd="1" destOrd="0" presId="urn:microsoft.com/office/officeart/2018/2/layout/IconCircleList"/>
    <dgm:cxn modelId="{73255543-09C5-4A96-8FE9-6EFD92A5E5C3}" type="presParOf" srcId="{002C59D0-FEDB-41AD-B705-89DA08486ED1}" destId="{8A3E2027-9219-4A0B-A50F-E94FC2647355}" srcOrd="2" destOrd="0" presId="urn:microsoft.com/office/officeart/2018/2/layout/IconCircleList"/>
    <dgm:cxn modelId="{F199C348-3BB8-4620-8108-645BC5F90367}" type="presParOf" srcId="{002C59D0-FEDB-41AD-B705-89DA08486ED1}" destId="{020818BD-6639-4C6A-AD6D-AE93BCA325D2}" srcOrd="3" destOrd="0" presId="urn:microsoft.com/office/officeart/2018/2/layout/IconCircleList"/>
    <dgm:cxn modelId="{9CB2695C-231D-4EFE-B8C9-F96EA8CED0F2}" type="presParOf" srcId="{922C6C8F-4DB3-4173-9820-19D22A024AA0}" destId="{75961A20-6E6C-4F3B-9570-70261A2C6C26}" srcOrd="3" destOrd="0" presId="urn:microsoft.com/office/officeart/2018/2/layout/IconCircleList"/>
    <dgm:cxn modelId="{AD9F2460-82FD-4C15-A172-1BF2E604B42D}" type="presParOf" srcId="{922C6C8F-4DB3-4173-9820-19D22A024AA0}" destId="{BCAC040F-483E-4B1C-8F7F-7C4056CC5050}" srcOrd="4" destOrd="0" presId="urn:microsoft.com/office/officeart/2018/2/layout/IconCircleList"/>
    <dgm:cxn modelId="{A752DD86-3FDF-40F8-A0F5-2DB11B55663A}" type="presParOf" srcId="{BCAC040F-483E-4B1C-8F7F-7C4056CC5050}" destId="{6A2242DD-D319-4EF5-8ADE-7854B4D1AA53}" srcOrd="0" destOrd="0" presId="urn:microsoft.com/office/officeart/2018/2/layout/IconCircleList"/>
    <dgm:cxn modelId="{7F52F1D1-7C8B-494B-911B-065AFA99215C}" type="presParOf" srcId="{BCAC040F-483E-4B1C-8F7F-7C4056CC5050}" destId="{18B0422E-92DB-4CF0-B09B-06E6CD049F77}" srcOrd="1" destOrd="0" presId="urn:microsoft.com/office/officeart/2018/2/layout/IconCircleList"/>
    <dgm:cxn modelId="{554A35F5-D9BB-4366-9E03-C7C999D9692D}" type="presParOf" srcId="{BCAC040F-483E-4B1C-8F7F-7C4056CC5050}" destId="{74DC0207-5ED9-4D0E-A2AC-5C877A48C3DB}" srcOrd="2" destOrd="0" presId="urn:microsoft.com/office/officeart/2018/2/layout/IconCircleList"/>
    <dgm:cxn modelId="{62F11F09-58AF-4B0A-BBCD-846F04F9C866}" type="presParOf" srcId="{BCAC040F-483E-4B1C-8F7F-7C4056CC5050}" destId="{CB9909A2-3880-4A06-973F-97AAAEF97BD7}" srcOrd="3" destOrd="0" presId="urn:microsoft.com/office/officeart/2018/2/layout/IconCircleList"/>
    <dgm:cxn modelId="{D7B48B33-E904-4310-A02E-DC676325EA4F}" type="presParOf" srcId="{922C6C8F-4DB3-4173-9820-19D22A024AA0}" destId="{0CCE0EBE-8E72-4A47-A365-29274CC6C73E}" srcOrd="5" destOrd="0" presId="urn:microsoft.com/office/officeart/2018/2/layout/IconCircleList"/>
    <dgm:cxn modelId="{F89466F3-F585-45DE-87E3-78A9CBCA77EB}" type="presParOf" srcId="{922C6C8F-4DB3-4173-9820-19D22A024AA0}" destId="{D1EF05AE-5422-4FC5-8130-DFE8D68D12B8}" srcOrd="6" destOrd="0" presId="urn:microsoft.com/office/officeart/2018/2/layout/IconCircleList"/>
    <dgm:cxn modelId="{C7FFB454-02A9-430B-966A-CB3C647F7779}" type="presParOf" srcId="{D1EF05AE-5422-4FC5-8130-DFE8D68D12B8}" destId="{ABF01555-E89D-4215-9A89-63DC476A1B24}" srcOrd="0" destOrd="0" presId="urn:microsoft.com/office/officeart/2018/2/layout/IconCircleList"/>
    <dgm:cxn modelId="{AD05965E-1045-4247-AC7C-C328F06E47EA}" type="presParOf" srcId="{D1EF05AE-5422-4FC5-8130-DFE8D68D12B8}" destId="{C71D26A0-1E58-4AEA-93E2-EF1210B13ABC}" srcOrd="1" destOrd="0" presId="urn:microsoft.com/office/officeart/2018/2/layout/IconCircleList"/>
    <dgm:cxn modelId="{8758F400-7AF9-43F7-A400-0E11B211552A}" type="presParOf" srcId="{D1EF05AE-5422-4FC5-8130-DFE8D68D12B8}" destId="{9E92CC61-F181-4F08-88FC-9A808F7F2EF8}" srcOrd="2" destOrd="0" presId="urn:microsoft.com/office/officeart/2018/2/layout/IconCircleList"/>
    <dgm:cxn modelId="{245800C9-DF8C-435F-93A7-8AAE64088854}" type="presParOf" srcId="{D1EF05AE-5422-4FC5-8130-DFE8D68D12B8}" destId="{F6A2DA9B-7665-4A9D-A42D-B774B5AC9C2A}" srcOrd="3" destOrd="0" presId="urn:microsoft.com/office/officeart/2018/2/layout/IconCircleList"/>
    <dgm:cxn modelId="{A0BBAD87-4DA2-48A7-8DD2-AE4E08B3B83D}" type="presParOf" srcId="{922C6C8F-4DB3-4173-9820-19D22A024AA0}" destId="{38617F50-3DAA-4938-989B-5940A9D7027D}" srcOrd="7" destOrd="0" presId="urn:microsoft.com/office/officeart/2018/2/layout/IconCircleList"/>
    <dgm:cxn modelId="{8ED2F834-05EA-4481-8FC8-F25A10C78AAC}" type="presParOf" srcId="{922C6C8F-4DB3-4173-9820-19D22A024AA0}" destId="{C388ACBA-D0BD-4B75-BAFD-51D3F8F0F6B2}" srcOrd="8" destOrd="0" presId="urn:microsoft.com/office/officeart/2018/2/layout/IconCircleList"/>
    <dgm:cxn modelId="{E87EED0E-1474-4FDC-A8D1-B0E188C016F4}" type="presParOf" srcId="{C388ACBA-D0BD-4B75-BAFD-51D3F8F0F6B2}" destId="{B448DD11-1198-4A56-9D7C-12901EF9C2D8}" srcOrd="0" destOrd="0" presId="urn:microsoft.com/office/officeart/2018/2/layout/IconCircleList"/>
    <dgm:cxn modelId="{339088BB-BE4C-4B2B-B56E-2428F6046DDB}" type="presParOf" srcId="{C388ACBA-D0BD-4B75-BAFD-51D3F8F0F6B2}" destId="{6BE0861D-7933-4626-A9F2-CF08F4B7AB41}" srcOrd="1" destOrd="0" presId="urn:microsoft.com/office/officeart/2018/2/layout/IconCircleList"/>
    <dgm:cxn modelId="{6752E7FC-B721-4506-B27F-1EFEF35D088F}" type="presParOf" srcId="{C388ACBA-D0BD-4B75-BAFD-51D3F8F0F6B2}" destId="{1EF44464-8570-4ACC-950F-7917E5703C3E}" srcOrd="2" destOrd="0" presId="urn:microsoft.com/office/officeart/2018/2/layout/IconCircleList"/>
    <dgm:cxn modelId="{2658EEA5-650F-4C15-9080-9E7EE15EF48B}" type="presParOf" srcId="{C388ACBA-D0BD-4B75-BAFD-51D3F8F0F6B2}" destId="{BDE58FE4-B04B-4388-9183-451B3C325B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38A0D-C21F-4670-A947-3E5F57A5285C}">
      <dsp:nvSpPr>
        <dsp:cNvPr id="0" name=""/>
        <dsp:cNvSpPr/>
      </dsp:nvSpPr>
      <dsp:spPr>
        <a:xfrm>
          <a:off x="235853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C8C6D-4697-42D6-A3E9-76F6754281D6}">
      <dsp:nvSpPr>
        <dsp:cNvPr id="0" name=""/>
        <dsp:cNvSpPr/>
      </dsp:nvSpPr>
      <dsp:spPr>
        <a:xfrm>
          <a:off x="428053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A283C-6FEF-43CE-A9DC-41742CF9923C}">
      <dsp:nvSpPr>
        <dsp:cNvPr id="0" name=""/>
        <dsp:cNvSpPr/>
      </dsp:nvSpPr>
      <dsp:spPr>
        <a:xfrm>
          <a:off x="1347212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 de Clase</a:t>
          </a:r>
          <a:endParaRPr lang="en-US" sz="2400" kern="1200"/>
        </a:p>
      </dsp:txBody>
      <dsp:txXfrm>
        <a:off x="1347212" y="611259"/>
        <a:ext cx="2157343" cy="915236"/>
      </dsp:txXfrm>
    </dsp:sp>
    <dsp:sp modelId="{0F312CB0-6961-480D-AA58-3B778B6FEAD7}">
      <dsp:nvSpPr>
        <dsp:cNvPr id="0" name=""/>
        <dsp:cNvSpPr/>
      </dsp:nvSpPr>
      <dsp:spPr>
        <a:xfrm>
          <a:off x="3880456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97F95-6DA6-4C0A-BE2E-7AFA1CD4F952}">
      <dsp:nvSpPr>
        <dsp:cNvPr id="0" name=""/>
        <dsp:cNvSpPr/>
      </dsp:nvSpPr>
      <dsp:spPr>
        <a:xfrm>
          <a:off x="4072656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818BD-6639-4C6A-AD6D-AE93BCA325D2}">
      <dsp:nvSpPr>
        <dsp:cNvPr id="0" name=""/>
        <dsp:cNvSpPr/>
      </dsp:nvSpPr>
      <dsp:spPr>
        <a:xfrm>
          <a:off x="4991815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Anuncios</a:t>
          </a:r>
          <a:endParaRPr lang="en-US" sz="2400" kern="1200"/>
        </a:p>
      </dsp:txBody>
      <dsp:txXfrm>
        <a:off x="4991815" y="611259"/>
        <a:ext cx="2157343" cy="915236"/>
      </dsp:txXfrm>
    </dsp:sp>
    <dsp:sp modelId="{6A2242DD-D319-4EF5-8ADE-7854B4D1AA53}">
      <dsp:nvSpPr>
        <dsp:cNvPr id="0" name=""/>
        <dsp:cNvSpPr/>
      </dsp:nvSpPr>
      <dsp:spPr>
        <a:xfrm>
          <a:off x="7525059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0422E-92DB-4CF0-B09B-06E6CD049F77}">
      <dsp:nvSpPr>
        <dsp:cNvPr id="0" name=""/>
        <dsp:cNvSpPr/>
      </dsp:nvSpPr>
      <dsp:spPr>
        <a:xfrm>
          <a:off x="7717258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909A2-3880-4A06-973F-97AAAEF97BD7}">
      <dsp:nvSpPr>
        <dsp:cNvPr id="0" name=""/>
        <dsp:cNvSpPr/>
      </dsp:nvSpPr>
      <dsp:spPr>
        <a:xfrm>
          <a:off x="8636417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Contenido Laboratorio</a:t>
          </a:r>
          <a:endParaRPr lang="en-US" sz="2400" kern="1200"/>
        </a:p>
      </dsp:txBody>
      <dsp:txXfrm>
        <a:off x="8636417" y="611259"/>
        <a:ext cx="2157343" cy="915236"/>
      </dsp:txXfrm>
    </dsp:sp>
    <dsp:sp modelId="{ABF01555-E89D-4215-9A89-63DC476A1B24}">
      <dsp:nvSpPr>
        <dsp:cNvPr id="0" name=""/>
        <dsp:cNvSpPr/>
      </dsp:nvSpPr>
      <dsp:spPr>
        <a:xfrm>
          <a:off x="235853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D26A0-1E58-4AEA-93E2-EF1210B13ABC}">
      <dsp:nvSpPr>
        <dsp:cNvPr id="0" name=""/>
        <dsp:cNvSpPr/>
      </dsp:nvSpPr>
      <dsp:spPr>
        <a:xfrm>
          <a:off x="428053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2DA9B-7665-4A9D-A42D-B774B5AC9C2A}">
      <dsp:nvSpPr>
        <dsp:cNvPr id="0" name=""/>
        <dsp:cNvSpPr/>
      </dsp:nvSpPr>
      <dsp:spPr>
        <a:xfrm>
          <a:off x="1347212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</a:t>
          </a:r>
          <a:endParaRPr lang="en-US" sz="2400" kern="1200"/>
        </a:p>
      </dsp:txBody>
      <dsp:txXfrm>
        <a:off x="1347212" y="2151807"/>
        <a:ext cx="2157343" cy="915236"/>
      </dsp:txXfrm>
    </dsp:sp>
    <dsp:sp modelId="{B448DD11-1198-4A56-9D7C-12901EF9C2D8}">
      <dsp:nvSpPr>
        <dsp:cNvPr id="0" name=""/>
        <dsp:cNvSpPr/>
      </dsp:nvSpPr>
      <dsp:spPr>
        <a:xfrm>
          <a:off x="3880456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0861D-7933-4626-A9F2-CF08F4B7AB41}">
      <dsp:nvSpPr>
        <dsp:cNvPr id="0" name=""/>
        <dsp:cNvSpPr/>
      </dsp:nvSpPr>
      <dsp:spPr>
        <a:xfrm>
          <a:off x="4072656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58FE4-B04B-4388-9183-451B3C325BB6}">
      <dsp:nvSpPr>
        <dsp:cNvPr id="0" name=""/>
        <dsp:cNvSpPr/>
      </dsp:nvSpPr>
      <dsp:spPr>
        <a:xfrm>
          <a:off x="4991815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Ejemplo Practico</a:t>
          </a:r>
          <a:endParaRPr lang="en-US" sz="2400" kern="1200"/>
        </a:p>
      </dsp:txBody>
      <dsp:txXfrm>
        <a:off x="4991815" y="2151807"/>
        <a:ext cx="2157343" cy="915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10/08/2024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10/08/2024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learn.microsoft.com/es-es/dotnet/visual-basic/language-reference/statements/if-then-else-statement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0" y="5281416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Modulo, formulario y sentencias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6084840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UNIDAD 1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F8E7-2AD3-5105-6AC3-957823D3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GT" dirty="0"/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7CEB23E-7667-BDEA-D011-58BBAC6F6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60798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68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20D0E-DBC3-5381-01F4-FE6336CB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módulos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D1D2A-4059-BD95-D361-96F988E55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/>
              <a:t>Un módulo es una unidad de código que agrupa funciones, subrutinas y variables.</a:t>
            </a:r>
          </a:p>
          <a:p>
            <a:endParaRPr lang="es-GT" dirty="0"/>
          </a:p>
          <a:p>
            <a:r>
              <a:rPr lang="es-GT" dirty="0"/>
              <a:t>A diferencia de las clases, los módulos no se instancian (No se crean objetos a partir de ellos). En cambio, se utilizan directamente.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CFC4-BE5D-8FB8-79CD-6CA45147C1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GT" dirty="0"/>
              <a:t>Características clave de los módulos:</a:t>
            </a:r>
          </a:p>
          <a:p>
            <a:pPr lvl="1"/>
            <a:r>
              <a:rPr lang="es-GT" dirty="0"/>
              <a:t>Instancia única, cada módulo tiene exactamente una instancia. No es necesario crearla ni asignarla a una variable.</a:t>
            </a:r>
          </a:p>
          <a:p>
            <a:pPr lvl="1"/>
            <a:r>
              <a:rPr lang="es-GT" dirty="0"/>
              <a:t>Funciones y subrutinas, se define funciones y subrutinas dentro de un módulo.</a:t>
            </a:r>
          </a:p>
          <a:p>
            <a:pPr lvl="1"/>
            <a:r>
              <a:rPr lang="es-GT" dirty="0"/>
              <a:t>Variables globales, las variables declaradas en un módulo son globales, lo que significa que estan disponibles en todo el proyecto.</a:t>
            </a:r>
          </a:p>
        </p:txBody>
      </p:sp>
    </p:spTree>
    <p:extLst>
      <p:ext uri="{BB962C8B-B14F-4D97-AF65-F5344CB8AC3E}">
        <p14:creationId xmlns:p14="http://schemas.microsoft.com/office/powerpoint/2010/main" val="132126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EFCC-37BC-1DDB-0A92-FD6FE81C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módulos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DC100-4813-62F2-28B0-24C0F90D05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GT"/>
              <a:t>Los módulos son útiles para simplificar tareas comunes en el código, como manipular cadenas, realizar calculos matemáticos, obtener información del Sistema o realizar operaciones de archivos y directorios.</a:t>
            </a:r>
          </a:p>
          <a:p>
            <a:pPr marL="324000" lvl="1" indent="0">
              <a:buNone/>
            </a:pPr>
            <a:endParaRPr lang="es-G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CFAC46-BDBE-CB49-ED76-77438AC5F5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9310" y="3209925"/>
            <a:ext cx="5420429" cy="1668463"/>
          </a:xfrm>
        </p:spPr>
      </p:pic>
    </p:spTree>
    <p:extLst>
      <p:ext uri="{BB962C8B-B14F-4D97-AF65-F5344CB8AC3E}">
        <p14:creationId xmlns:p14="http://schemas.microsoft.com/office/powerpoint/2010/main" val="2291054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90DC-A765-E91E-9776-0D82F4D4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GT" dirty="0"/>
              <a:t>módulos</a:t>
            </a:r>
          </a:p>
        </p:txBody>
      </p:sp>
      <p:pic>
        <p:nvPicPr>
          <p:cNvPr id="10" name="Content Placeholder 9" descr="A screen shot of a computer&#10;&#10;Description automatically generated">
            <a:extLst>
              <a:ext uri="{FF2B5EF4-FFF2-40B4-BE49-F238E27FC236}">
                <a16:creationId xmlns:a16="http://schemas.microsoft.com/office/drawing/2014/main" id="{75ED4074-23CE-8061-5BDA-CC1594146B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3" y="3278071"/>
            <a:ext cx="5422390" cy="1532911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2F78-5054-2734-B192-523CDE4BA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es-GT" dirty="0"/>
              <a:t>En este ejemplo, “SALUDAR” es una subrutina que se puede llamar directamente desde cualquier parte del código.</a:t>
            </a:r>
          </a:p>
        </p:txBody>
      </p:sp>
    </p:spTree>
    <p:extLst>
      <p:ext uri="{BB962C8B-B14F-4D97-AF65-F5344CB8AC3E}">
        <p14:creationId xmlns:p14="http://schemas.microsoft.com/office/powerpoint/2010/main" val="332182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06E1-B2E3-8159-9B63-74B513BC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FORMULARIOS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9B60-E6FD-A475-38CD-6F069CC785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/>
              <a:t>Una </a:t>
            </a:r>
            <a:r>
              <a:rPr lang="es-GT" dirty="0" err="1"/>
              <a:t>caracteristica</a:t>
            </a:r>
            <a:r>
              <a:rPr lang="es-GT" dirty="0"/>
              <a:t> importante de Visual Basic es la capacidad de crear aplicaciones de “Windows </a:t>
            </a:r>
            <a:r>
              <a:rPr lang="es-GT" dirty="0" err="1"/>
              <a:t>Forms</a:t>
            </a:r>
            <a:r>
              <a:rPr lang="es-GT" dirty="0"/>
              <a:t>” que se ejecutan localmente en los equipos de los usuarios.</a:t>
            </a:r>
          </a:p>
          <a:p>
            <a:endParaRPr lang="es-GT" dirty="0"/>
          </a:p>
          <a:p>
            <a:r>
              <a:rPr lang="es-GT" dirty="0"/>
              <a:t>Un formulario es una superficie visual en la que se muestra información al usuario. Normalmente, las aplicaciones de “Windows </a:t>
            </a:r>
            <a:r>
              <a:rPr lang="es-GT" dirty="0" err="1"/>
              <a:t>Forms</a:t>
            </a:r>
            <a:r>
              <a:rPr lang="es-GT" dirty="0"/>
              <a:t>” se compilan mediante la colocación de controles en los formularios y el desarrollo de respuestas a las acciones del usuario.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9FAB1-7502-9F01-A447-3325D6A365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GT" dirty="0" err="1"/>
              <a:t>Events</a:t>
            </a:r>
            <a:r>
              <a:rPr lang="es-GT" dirty="0"/>
              <a:t>, es cuando un usuario realiza una acción en el formulario o en uno de sus controles, genera un evento donde la aplicación reacciona a estos eventos mediante código y procesa los eventos cuando se producen.</a:t>
            </a:r>
          </a:p>
          <a:p>
            <a:endParaRPr lang="es-GT" dirty="0"/>
          </a:p>
          <a:p>
            <a:r>
              <a:rPr lang="es-GT" dirty="0"/>
              <a:t>Windows </a:t>
            </a:r>
            <a:r>
              <a:rPr lang="es-GT" dirty="0" err="1"/>
              <a:t>Forms</a:t>
            </a:r>
            <a:r>
              <a:rPr lang="es-GT" dirty="0"/>
              <a:t> contiene una serie de controles que se pueden colocar en los formularios, tales como, cuadros de texto, botones y cuadros desplegables.</a:t>
            </a:r>
          </a:p>
        </p:txBody>
      </p:sp>
    </p:spTree>
    <p:extLst>
      <p:ext uri="{BB962C8B-B14F-4D97-AF65-F5344CB8AC3E}">
        <p14:creationId xmlns:p14="http://schemas.microsoft.com/office/powerpoint/2010/main" val="399569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F8D7-9D82-8A85-1EE9-2ADF0FB7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SENTENCIAS CONDICIONALES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87A1-2127-E0F1-9FC8-63F292416C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/>
              <a:t>Las estructuras condicionales nos permiten ejecutar una serie de instrucciones si cumple una determinada condición que nosotros le indiquemos.</a:t>
            </a:r>
          </a:p>
          <a:p>
            <a:endParaRPr lang="es-GT" dirty="0"/>
          </a:p>
          <a:p>
            <a:r>
              <a:rPr lang="es-GT" dirty="0"/>
              <a:t>Es importante recordar que la condición debe dar un resultado booleano, por lo que lo mas normal es usar operadores relacionales y condicionales.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268BE-DE52-DAD2-82AB-0E9EA346C5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Existen</a:t>
            </a:r>
            <a:r>
              <a:rPr lang="en-US" dirty="0"/>
              <a:t>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condicionales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</a:t>
            </a:r>
          </a:p>
          <a:p>
            <a:pPr lvl="1"/>
            <a:r>
              <a:rPr lang="en-US" dirty="0"/>
              <a:t>IF-ELSE</a:t>
            </a:r>
          </a:p>
          <a:p>
            <a:pPr lvl="1"/>
            <a:r>
              <a:rPr lang="en-US" dirty="0"/>
              <a:t>IF-ELSEIF</a:t>
            </a:r>
          </a:p>
          <a:p>
            <a:pPr lvl="1"/>
            <a:r>
              <a:rPr lang="en-US" dirty="0"/>
              <a:t>SELECT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3489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EA52-C705-CC39-C478-A1F87A7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SENTENCIAS CONDICIONALES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B92-377A-F8B4-4359-512EFE26B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 err="1"/>
              <a:t>If</a:t>
            </a:r>
            <a:r>
              <a:rPr lang="es-GT" dirty="0"/>
              <a:t>, indicamos una condición si esta es verdadera se ejecuta el código interno, sino “No” se ejecuta las instrucciones de dentro.</a:t>
            </a:r>
          </a:p>
          <a:p>
            <a:endParaRPr lang="es-GT" dirty="0"/>
          </a:p>
          <a:p>
            <a:r>
              <a:rPr lang="es-GT" dirty="0"/>
              <a:t>Se suele leer como &lt;&lt; Si se cumple esta condición haz esto &gt;&gt;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ACF78A-75C9-615D-F2FA-DA163DAA9D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7548" y="3058979"/>
            <a:ext cx="4432689" cy="1730304"/>
          </a:xfrm>
        </p:spPr>
      </p:pic>
    </p:spTree>
    <p:extLst>
      <p:ext uri="{BB962C8B-B14F-4D97-AF65-F5344CB8AC3E}">
        <p14:creationId xmlns:p14="http://schemas.microsoft.com/office/powerpoint/2010/main" val="12481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EA52-C705-CC39-C478-A1F87A7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SENTENCIAS CONDICIONALES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B92-377A-F8B4-4359-512EFE26B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 err="1"/>
              <a:t>If-Else</a:t>
            </a:r>
            <a:r>
              <a:rPr lang="es-GT" dirty="0"/>
              <a:t>, esto sirve para que la condición del </a:t>
            </a:r>
            <a:r>
              <a:rPr lang="es-GT" dirty="0" err="1"/>
              <a:t>if</a:t>
            </a:r>
            <a:r>
              <a:rPr lang="es-GT" dirty="0"/>
              <a:t> no es verdadera, ejecute otras instrucciones que estarán dentro del </a:t>
            </a:r>
            <a:r>
              <a:rPr lang="es-GT" dirty="0" err="1"/>
              <a:t>else</a:t>
            </a:r>
            <a:r>
              <a:rPr lang="es-GT" dirty="0"/>
              <a:t>.</a:t>
            </a:r>
          </a:p>
          <a:p>
            <a:endParaRPr lang="es-GT" dirty="0"/>
          </a:p>
          <a:p>
            <a:r>
              <a:rPr lang="es-GT" dirty="0"/>
              <a:t>Se suele leer como &lt;&lt; Si se cumple esta condición haz esto y sino haz esto &gt;&gt;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613136-7B8E-AC10-393F-8B4ABC2F18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72055" y="3049500"/>
            <a:ext cx="4110976" cy="19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5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EA52-C705-CC39-C478-A1F87A7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SENTENCIAS CONDICIONALES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B92-377A-F8B4-4359-512EFE26B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GT" dirty="0" err="1"/>
              <a:t>If-ElseIF</a:t>
            </a:r>
            <a:r>
              <a:rPr lang="es-GT" dirty="0"/>
              <a:t>, esta instrucción nos permite, que si no se cumple la condición podamos indicar otra condición para hacerlo aún mas especifico.</a:t>
            </a:r>
          </a:p>
          <a:p>
            <a:endParaRPr lang="es-GT" dirty="0"/>
          </a:p>
          <a:p>
            <a:r>
              <a:rPr lang="es-GT" dirty="0"/>
              <a:t>Se suele leer como &lt;&lt; Si se cumple esta condición haz esto y sino si cumple esta condición haz esto &gt;&gt;</a:t>
            </a:r>
          </a:p>
        </p:txBody>
      </p:sp>
      <p:pic>
        <p:nvPicPr>
          <p:cNvPr id="7" name="Content Placeholder 6">
            <a:hlinkClick r:id="rId2"/>
            <a:extLst>
              <a:ext uri="{FF2B5EF4-FFF2-40B4-BE49-F238E27FC236}">
                <a16:creationId xmlns:a16="http://schemas.microsoft.com/office/drawing/2014/main" id="{8E5ACBE1-A13C-4927-54E6-604B0DE329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2914738"/>
            <a:ext cx="5422900" cy="2258836"/>
          </a:xfrm>
        </p:spPr>
      </p:pic>
    </p:spTree>
    <p:extLst>
      <p:ext uri="{BB962C8B-B14F-4D97-AF65-F5344CB8AC3E}">
        <p14:creationId xmlns:p14="http://schemas.microsoft.com/office/powerpoint/2010/main" val="2436868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EA52-C705-CC39-C478-A1F87A74C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SENTENCIAS CONDICIONALES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B92-377A-F8B4-4359-512EFE26B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s-GT" dirty="0" err="1"/>
              <a:t>Select</a:t>
            </a:r>
            <a:r>
              <a:rPr lang="es-GT" dirty="0"/>
              <a:t>, esta estructura condicional de selección múltiple, le damos un valor (puede ser una variable) y una lista de casos y si cumple alguno de los casos ejecuta las instrucciones asociadas a ella, en caso de que ninguna sea podemos indicarle que hace por defecto, normalmente se usa para indicar de u error con un mensaje.</a:t>
            </a:r>
          </a:p>
        </p:txBody>
      </p:sp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4C09F392-830C-668A-65CA-5B8743737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7" y="2987160"/>
            <a:ext cx="5422392" cy="2114732"/>
          </a:xfrm>
          <a:noFill/>
        </p:spPr>
      </p:pic>
    </p:spTree>
    <p:extLst>
      <p:ext uri="{BB962C8B-B14F-4D97-AF65-F5344CB8AC3E}">
        <p14:creationId xmlns:p14="http://schemas.microsoft.com/office/powerpoint/2010/main" val="1692014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CB56-AB4E-25D0-ADC3-DBC3C2C0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/>
              <a:t>Ejemplo de sentencias condicionales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B19F19-E376-E3FE-112D-7F4A4725DE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7912" y="2910681"/>
            <a:ext cx="4863134" cy="226695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983B49-CC0C-5449-F214-A5A1A15C89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37337" y="2910681"/>
            <a:ext cx="4524375" cy="2266950"/>
          </a:xfrm>
        </p:spPr>
      </p:pic>
    </p:spTree>
    <p:extLst>
      <p:ext uri="{BB962C8B-B14F-4D97-AF65-F5344CB8AC3E}">
        <p14:creationId xmlns:p14="http://schemas.microsoft.com/office/powerpoint/2010/main" val="321387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CB56-AB4E-25D0-ADC3-DBC3C2C0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/>
              <a:t>Ejemplo de sentencias condicionales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F9D342-1A36-652B-A903-EE4B7800FC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5049" y="2594543"/>
            <a:ext cx="4876863" cy="2952749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DAAD9CC-8866-22B9-4923-BE3D6535F8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4462" y="2567781"/>
            <a:ext cx="4810125" cy="2952750"/>
          </a:xfrm>
        </p:spPr>
      </p:pic>
    </p:spTree>
    <p:extLst>
      <p:ext uri="{BB962C8B-B14F-4D97-AF65-F5344CB8AC3E}">
        <p14:creationId xmlns:p14="http://schemas.microsoft.com/office/powerpoint/2010/main" val="1912475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Dudas</a:t>
            </a:r>
          </a:p>
        </p:txBody>
      </p:sp>
      <p:pic>
        <p:nvPicPr>
          <p:cNvPr id="7" name="Picture 6" descr="Cartoon person with orange hair and red jacket&#10;&#10;Description automatically generated">
            <a:extLst>
              <a:ext uri="{FF2B5EF4-FFF2-40B4-BE49-F238E27FC236}">
                <a16:creationId xmlns:a16="http://schemas.microsoft.com/office/drawing/2014/main" id="{4036D682-E4BA-924C-2870-651D530C3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3899"/>
            <a:ext cx="7567287" cy="56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E1FC-6B8C-5AC6-FDDD-EF39CAE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38" y="5691537"/>
            <a:ext cx="11029616" cy="566738"/>
          </a:xfrm>
        </p:spPr>
        <p:txBody>
          <a:bodyPr anchor="b">
            <a:normAutofit/>
          </a:bodyPr>
          <a:lstStyle/>
          <a:p>
            <a:r>
              <a:rPr lang="es-GT" dirty="0"/>
              <a:t>Ejemplo practico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A9232-B450-8FED-8766-72F6B9F4A22A}"/>
              </a:ext>
            </a:extLst>
          </p:cNvPr>
          <p:cNvSpPr txBox="1"/>
          <p:nvPr/>
        </p:nvSpPr>
        <p:spPr>
          <a:xfrm>
            <a:off x="1172567" y="599725"/>
            <a:ext cx="9841358" cy="81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8603" indent="-248603" defTabSz="3977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GT" sz="156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Diseñar y programar una aplicación en Visual Basic .NET que permita cobrar los servicios en un car </a:t>
            </a:r>
            <a:r>
              <a:rPr lang="es-GT" sz="1566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wash</a:t>
            </a:r>
            <a:r>
              <a:rPr lang="es-GT" sz="156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La aplicación debe permitir la selección del tipo de carro y los servicios a prestar, calcular el costo total, aplicar descuentos y mostrar el total a pagar.</a:t>
            </a:r>
            <a:endParaRPr lang="es-GT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D64AE7-EA6A-8D8A-E49E-26247911C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347408"/>
              </p:ext>
            </p:extLst>
          </p:nvPr>
        </p:nvGraphicFramePr>
        <p:xfrm>
          <a:off x="2151195" y="1996440"/>
          <a:ext cx="8732256" cy="2494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83064">
                  <a:extLst>
                    <a:ext uri="{9D8B030D-6E8A-4147-A177-3AD203B41FA5}">
                      <a16:colId xmlns:a16="http://schemas.microsoft.com/office/drawing/2014/main" val="3314103449"/>
                    </a:ext>
                  </a:extLst>
                </a:gridCol>
                <a:gridCol w="2183064">
                  <a:extLst>
                    <a:ext uri="{9D8B030D-6E8A-4147-A177-3AD203B41FA5}">
                      <a16:colId xmlns:a16="http://schemas.microsoft.com/office/drawing/2014/main" val="2918777525"/>
                    </a:ext>
                  </a:extLst>
                </a:gridCol>
                <a:gridCol w="2183064">
                  <a:extLst>
                    <a:ext uri="{9D8B030D-6E8A-4147-A177-3AD203B41FA5}">
                      <a16:colId xmlns:a16="http://schemas.microsoft.com/office/drawing/2014/main" val="3674385164"/>
                    </a:ext>
                  </a:extLst>
                </a:gridCol>
                <a:gridCol w="2183064">
                  <a:extLst>
                    <a:ext uri="{9D8B030D-6E8A-4147-A177-3AD203B41FA5}">
                      <a16:colId xmlns:a16="http://schemas.microsoft.com/office/drawing/2014/main" val="1343251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Tipo carro/Servicio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Pequeño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Mediano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Grande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76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Lavado Exterior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36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Encerado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7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Lavado Interior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6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Pulido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140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Lavado de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062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25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E1FC-6B8C-5AC6-FDDD-EF39CAE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Ejemplo</a:t>
            </a:r>
            <a:r>
              <a:rPr lang="en-US" dirty="0"/>
              <a:t> </a:t>
            </a:r>
            <a:r>
              <a:rPr lang="en-US"/>
              <a:t>practico</a:t>
            </a:r>
            <a:endParaRPr lang="es-G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A9232-B450-8FED-8766-72F6B9F4A22A}"/>
              </a:ext>
            </a:extLst>
          </p:cNvPr>
          <p:cNvSpPr txBox="1"/>
          <p:nvPr/>
        </p:nvSpPr>
        <p:spPr>
          <a:xfrm>
            <a:off x="581192" y="2180496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El programa deberá realizar: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" dirty="0">
              <a:solidFill>
                <a:schemeClr val="tx2"/>
              </a:solidFill>
            </a:endParaRPr>
          </a:p>
          <a:p>
            <a:pPr marL="763200" lvl="2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Verificar que se haya seleccionado un tipo de carro y al menos un servicio a prestar.</a:t>
            </a:r>
          </a:p>
          <a:p>
            <a:pPr marL="763200" lvl="2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Calcular el subtotal basado en los precios definidos para cada tipo de carro y servicio a prestar.</a:t>
            </a:r>
          </a:p>
          <a:p>
            <a:pPr marL="763200" lvl="2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Aplicar los descuentos:</a:t>
            </a:r>
          </a:p>
          <a:p>
            <a:pPr marL="1220400" lvl="4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Descuento 1: 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10% si se eligió los servicios de pulido sobre el subtotal.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8% si se eligió lavado exterior sobre el subtotal.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3% el encerado sobre el subtotal.</a:t>
            </a:r>
          </a:p>
          <a:p>
            <a:pPr marL="1220400" lvl="4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Descuento 2: 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Si el subtotal esta entre 50 y 110 se da el 3% de descuento.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Si el subtotal esta entre 110 y 200 se da el 5% de descuento.</a:t>
            </a:r>
          </a:p>
          <a:p>
            <a:pPr marL="1677600" lvl="5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Si el subtotal esta entre 200 y 300 se da el 10% de descuento.</a:t>
            </a:r>
          </a:p>
          <a:p>
            <a:pPr marL="3060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" dirty="0">
                <a:solidFill>
                  <a:schemeClr val="tx2"/>
                </a:solidFill>
              </a:rPr>
              <a:t>Mostrar el subtotal, los descuentos aplicados y el total a pagar.</a:t>
            </a:r>
          </a:p>
          <a:p>
            <a:pPr marL="306000" lvl="2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94956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601</TotalTime>
  <Words>811</Words>
  <Application>Microsoft Office PowerPoint</Application>
  <PresentationFormat>Widescreen</PresentationFormat>
  <Paragraphs>96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Gill Sans MT</vt:lpstr>
      <vt:lpstr>Wingdings 2</vt:lpstr>
      <vt:lpstr>Personalizado</vt:lpstr>
      <vt:lpstr>Modulo, formulario y sentencias</vt:lpstr>
      <vt:lpstr>AGENDA</vt:lpstr>
      <vt:lpstr>módulos</vt:lpstr>
      <vt:lpstr>módulos</vt:lpstr>
      <vt:lpstr>módulos</vt:lpstr>
      <vt:lpstr>FORMULARIOS</vt:lpstr>
      <vt:lpstr>SENTENCIAS CONDICIONALES</vt:lpstr>
      <vt:lpstr>SENTENCIAS CONDICIONALES</vt:lpstr>
      <vt:lpstr>SENTENCIAS CONDICIONALES</vt:lpstr>
      <vt:lpstr>SENTENCIAS CONDICIONALES</vt:lpstr>
      <vt:lpstr>SENTENCIAS CONDICIONALES</vt:lpstr>
      <vt:lpstr>Ejemplo de sentencias condicionales</vt:lpstr>
      <vt:lpstr>Ejemplo de sentencias condicionales</vt:lpstr>
      <vt:lpstr>Dudas</vt:lpstr>
      <vt:lpstr>Ejemplo practico</vt:lpstr>
      <vt:lpstr>Ejemplo practico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Libni Pineda</dc:creator>
  <cp:lastModifiedBy>Libni Pineda</cp:lastModifiedBy>
  <cp:revision>164</cp:revision>
  <dcterms:created xsi:type="dcterms:W3CDTF">2024-08-03T16:04:06Z</dcterms:created>
  <dcterms:modified xsi:type="dcterms:W3CDTF">2024-08-10T17:54:46Z</dcterms:modified>
</cp:coreProperties>
</file>