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al Bold" charset="1" panose="020B0802020202020204"/>
      <p:regular r:id="rId15"/>
    </p:embeddedFont>
    <p:embeddedFont>
      <p:font typeface="Arial" charset="1" panose="020B0502020202020204"/>
      <p:regular r:id="rId16"/>
    </p:embeddedFont>
    <p:embeddedFont>
      <p:font typeface="League Spartan" charset="1" panose="00000800000000000000"/>
      <p:regular r:id="rId17"/>
    </p:embeddedFont>
    <p:embeddedFont>
      <p:font typeface="Montserrat Bold" charset="1" panose="00000800000000000000"/>
      <p:regular r:id="rId18"/>
    </p:embeddedFont>
    <p:embeddedFont>
      <p:font typeface="Montserrat" charset="1" panose="00000500000000000000"/>
      <p:regular r:id="rId19"/>
    </p:embeddedFont>
    <p:embeddedFont>
      <p:font typeface="Telegraf Bold Bold" charset="1" panose="00000A00000000000000"/>
      <p:regular r:id="rId20"/>
    </p:embeddedFont>
    <p:embeddedFont>
      <p:font typeface="Telegraf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https://spinthewheel.io/es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https://create.kahoot.it/details/89af1e0e-b7f0-43e0-bdc0-cfbb3047c12c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9.png" Type="http://schemas.openxmlformats.org/officeDocument/2006/relationships/image"/><Relationship Id="rId6" Target="https://create.kahoot.it/details/dc9702b2-fe07-43da-bc64-1ea31bbf5208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794" y="0"/>
            <a:ext cx="18258206" cy="10287000"/>
          </a:xfrm>
          <a:custGeom>
            <a:avLst/>
            <a:gdLst/>
            <a:ahLst/>
            <a:cxnLst/>
            <a:rect r="r" b="b" t="t" l="l"/>
            <a:pathLst>
              <a:path h="10287000" w="18258206">
                <a:moveTo>
                  <a:pt x="0" y="0"/>
                </a:moveTo>
                <a:lnTo>
                  <a:pt x="18258206" y="0"/>
                </a:lnTo>
                <a:lnTo>
                  <a:pt x="18258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1639847" y="2038913"/>
          <a:ext cx="6252613" cy="1828800"/>
        </p:xfrm>
        <a:graphic>
          <a:graphicData uri="http://schemas.openxmlformats.org/drawingml/2006/table">
            <a:tbl>
              <a:tblPr/>
              <a:tblGrid>
                <a:gridCol w="2777686"/>
                <a:gridCol w="3474927"/>
              </a:tblGrid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76"/>
                        </a:lnSpc>
                        <a:defRPr/>
                      </a:pPr>
                      <a:r>
                        <a:rPr lang="en-US" sz="2554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Dia, Fecha: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36"/>
                        </a:lnSpc>
                        <a:defRPr/>
                      </a:pPr>
                      <a:r>
                        <a:rPr lang="en-US" sz="245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dd/mm/yyyy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76"/>
                        </a:lnSpc>
                        <a:defRPr/>
                      </a:pPr>
                      <a:r>
                        <a:rPr lang="en-US" sz="2554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36"/>
                        </a:lnSpc>
                        <a:defRPr/>
                      </a:pPr>
                      <a:r>
                        <a:rPr lang="en-US" sz="245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12:00 - 12:00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829698" y="4269739"/>
            <a:ext cx="14062762" cy="87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0092 PROGRAMACION DE COMPUTADORAS 2 [Q]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71672" y="5204170"/>
            <a:ext cx="8420788" cy="75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Nombre_aux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304800" y="-266700"/>
            <a:ext cx="19011900" cy="3695700"/>
          </a:xfrm>
          <a:prstGeom prst="rect">
            <a:avLst/>
          </a:prstGeom>
          <a:solidFill>
            <a:srgbClr val="191919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-1497230" y="1409077"/>
            <a:ext cx="14093462" cy="10287000"/>
            <a:chOff x="0" y="0"/>
            <a:chExt cx="3373780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3780" cy="2462566"/>
            </a:xfrm>
            <a:custGeom>
              <a:avLst/>
              <a:gdLst/>
              <a:ahLst/>
              <a:cxnLst/>
              <a:rect r="r" b="b" t="t" l="l"/>
              <a:pathLst>
                <a:path h="2462566" w="3373780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solidFill>
              <a:srgbClr val="FEE600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2388703" y="2053719"/>
            <a:ext cx="5385637" cy="10944960"/>
            <a:chOff x="0" y="0"/>
            <a:chExt cx="5001260" cy="10163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41359" t="0" r="-184147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8582374"/>
            <a:ext cx="3090940" cy="1994712"/>
          </a:xfrm>
          <a:custGeom>
            <a:avLst/>
            <a:gdLst/>
            <a:ahLst/>
            <a:cxnLst/>
            <a:rect r="r" b="b" t="t" l="l"/>
            <a:pathLst>
              <a:path h="1994712" w="3090940">
                <a:moveTo>
                  <a:pt x="0" y="0"/>
                </a:moveTo>
                <a:lnTo>
                  <a:pt x="3090940" y="0"/>
                </a:lnTo>
                <a:lnTo>
                  <a:pt x="3090940" y="1994712"/>
                </a:lnTo>
                <a:lnTo>
                  <a:pt x="0" y="19947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889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54534" y="2054704"/>
            <a:ext cx="6791890" cy="152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b="true" sz="9999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Clase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4534" y="3576513"/>
            <a:ext cx="7960480" cy="152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b="true" sz="9999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Diagnostico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09990" y="9079667"/>
            <a:ext cx="828297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22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</a:p>
          <a:p>
            <a:pPr algn="l">
              <a:lnSpc>
                <a:spcPts val="2640"/>
              </a:lnSpc>
            </a:pPr>
            <a:r>
              <a:rPr lang="en-US" sz="2200" spc="22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</a:p>
          <a:p>
            <a:pPr algn="l">
              <a:lnSpc>
                <a:spcPts val="2640"/>
              </a:lnSpc>
            </a:pPr>
            <a:r>
              <a:rPr lang="en-US" sz="2200" spc="22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Universidad San Carlos de Guatemala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7130912"/>
            <a:ext cx="12388703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</a:pPr>
            <a:r>
              <a:rPr lang="en-US" sz="4099" spc="4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E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674349" cy="10287000"/>
            <a:chOff x="0" y="0"/>
            <a:chExt cx="123110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110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31104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31884" y="2002958"/>
            <a:ext cx="12024231" cy="6637335"/>
            <a:chOff x="0" y="0"/>
            <a:chExt cx="3166876" cy="17481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66876" cy="1748105"/>
            </a:xfrm>
            <a:custGeom>
              <a:avLst/>
              <a:gdLst/>
              <a:ahLst/>
              <a:cxnLst/>
              <a:rect r="r" b="b" t="t" l="l"/>
              <a:pathLst>
                <a:path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31F2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58388" y="2605133"/>
            <a:ext cx="6353568" cy="94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97"/>
              </a:lnSpc>
              <a:spcBef>
                <a:spcPct val="0"/>
              </a:spcBef>
            </a:pPr>
            <a:r>
              <a:rPr lang="en-US" sz="5650" spc="79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58752" y="3983900"/>
            <a:ext cx="937219" cy="72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b="true" sz="4271">
                <a:solidFill>
                  <a:srgbClr val="000000">
                    <a:alpha val="27843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58752" y="5323945"/>
            <a:ext cx="937219" cy="72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b="true" sz="4271">
                <a:solidFill>
                  <a:srgbClr val="000000">
                    <a:alpha val="27843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58752" y="6769499"/>
            <a:ext cx="937219" cy="72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b="true" sz="4271">
                <a:solidFill>
                  <a:srgbClr val="000000">
                    <a:alpha val="27843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3983900"/>
            <a:ext cx="937219" cy="72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b="true" sz="4271">
                <a:solidFill>
                  <a:srgbClr val="000000">
                    <a:alpha val="27843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48775" y="5323945"/>
            <a:ext cx="937219" cy="72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4271" b="true">
                <a:solidFill>
                  <a:srgbClr val="000000">
                    <a:alpha val="27843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74349" y="4022000"/>
            <a:ext cx="4136276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Presentación des Aux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74349" y="5362045"/>
            <a:ext cx="3611208" cy="85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Conociendo a los estudiantes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92559" y="6807599"/>
            <a:ext cx="4018066" cy="1294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Presentación del programa del laboratorio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16991" y="4022000"/>
            <a:ext cx="3611208" cy="85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Evaluación de Conocimientos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16991" y="5493806"/>
            <a:ext cx="4761537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Despedida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78062" y="-730338"/>
            <a:ext cx="12509938" cy="12218524"/>
          </a:xfrm>
          <a:custGeom>
            <a:avLst/>
            <a:gdLst/>
            <a:ahLst/>
            <a:cxnLst/>
            <a:rect r="r" b="b" t="t" l="l"/>
            <a:pathLst>
              <a:path h="12218524" w="12509938">
                <a:moveTo>
                  <a:pt x="0" y="0"/>
                </a:moveTo>
                <a:lnTo>
                  <a:pt x="12509938" y="0"/>
                </a:lnTo>
                <a:lnTo>
                  <a:pt x="12509938" y="12218523"/>
                </a:lnTo>
                <a:lnTo>
                  <a:pt x="0" y="1221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-26788" r="0" b="-26788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-135361"/>
            <a:ext cx="5778062" cy="10557723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303664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812830" y="495852"/>
            <a:ext cx="3561457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  <a:spcBef>
                <a:spcPct val="0"/>
              </a:spcBef>
            </a:pPr>
            <a:r>
              <a:rPr lang="en-US" sz="3999" spc="39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Acerca de mi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673165"/>
            <a:ext cx="12509938" cy="12218524"/>
          </a:xfrm>
          <a:custGeom>
            <a:avLst/>
            <a:gdLst/>
            <a:ahLst/>
            <a:cxnLst/>
            <a:rect r="r" b="b" t="t" l="l"/>
            <a:pathLst>
              <a:path h="12218524" w="12509938">
                <a:moveTo>
                  <a:pt x="0" y="0"/>
                </a:moveTo>
                <a:lnTo>
                  <a:pt x="12509938" y="0"/>
                </a:lnTo>
                <a:lnTo>
                  <a:pt x="12509938" y="12218523"/>
                </a:lnTo>
                <a:lnTo>
                  <a:pt x="0" y="1221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0" t="-26788" r="0" b="-26788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2509938" y="-270723"/>
            <a:ext cx="5778062" cy="10557723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3024288" y="2312981"/>
            <a:ext cx="4749362" cy="4749362"/>
          </a:xfrm>
          <a:custGeom>
            <a:avLst/>
            <a:gdLst/>
            <a:ahLst/>
            <a:cxnLst/>
            <a:rect r="r" b="b" t="t" l="l"/>
            <a:pathLst>
              <a:path h="4749362" w="4749362">
                <a:moveTo>
                  <a:pt x="0" y="0"/>
                </a:moveTo>
                <a:lnTo>
                  <a:pt x="4749362" y="0"/>
                </a:lnTo>
                <a:lnTo>
                  <a:pt x="4749362" y="4749362"/>
                </a:lnTo>
                <a:lnTo>
                  <a:pt x="0" y="47493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84716" y="1804787"/>
            <a:ext cx="7140506" cy="5953774"/>
          </a:xfrm>
          <a:custGeom>
            <a:avLst/>
            <a:gdLst/>
            <a:ahLst/>
            <a:cxnLst/>
            <a:rect r="r" b="b" t="t" l="l"/>
            <a:pathLst>
              <a:path h="5953774" w="7140506">
                <a:moveTo>
                  <a:pt x="0" y="0"/>
                </a:moveTo>
                <a:lnTo>
                  <a:pt x="7140506" y="0"/>
                </a:lnTo>
                <a:lnTo>
                  <a:pt x="7140506" y="5953774"/>
                </a:lnTo>
                <a:lnTo>
                  <a:pt x="0" y="5953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88339" y="264854"/>
            <a:ext cx="8933259" cy="77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8"/>
              </a:lnSpc>
              <a:spcBef>
                <a:spcPct val="0"/>
              </a:spcBef>
            </a:pPr>
            <a:r>
              <a:rPr lang="en-US" sz="4100" spc="4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Quienes conformamos la clase?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8816528"/>
            <a:ext cx="12509938" cy="44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8"/>
              </a:lnSpc>
              <a:spcBef>
                <a:spcPct val="0"/>
              </a:spcBef>
            </a:pPr>
            <a:r>
              <a:rPr lang="en-US" sz="2615" spc="256" u="sng">
                <a:solidFill>
                  <a:srgbClr val="FEFFFF"/>
                </a:solidFill>
                <a:latin typeface="Montserrat"/>
                <a:ea typeface="Montserrat"/>
                <a:cs typeface="Montserrat"/>
                <a:sym typeface="Montserrat"/>
                <a:hlinkClick r:id="rId5" tooltip="https://spinthewheel.io/es"/>
              </a:rPr>
              <a:t>Link Ruleta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9042" y="588744"/>
            <a:ext cx="17178772" cy="9291167"/>
            <a:chOff x="0" y="0"/>
            <a:chExt cx="4524450" cy="24470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4450" cy="2447056"/>
            </a:xfrm>
            <a:custGeom>
              <a:avLst/>
              <a:gdLst/>
              <a:ahLst/>
              <a:cxnLst/>
              <a:rect r="r" b="b" t="t" l="l"/>
              <a:pathLst>
                <a:path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w="47625" cap="rnd">
              <a:solidFill>
                <a:srgbClr val="FE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080985"/>
            <a:ext cx="3187705" cy="1793084"/>
          </a:xfrm>
          <a:custGeom>
            <a:avLst/>
            <a:gdLst/>
            <a:ahLst/>
            <a:cxnLst/>
            <a:rect r="r" b="b" t="t" l="l"/>
            <a:pathLst>
              <a:path h="1793084" w="3187705">
                <a:moveTo>
                  <a:pt x="0" y="0"/>
                </a:moveTo>
                <a:lnTo>
                  <a:pt x="3187705" y="0"/>
                </a:lnTo>
                <a:lnTo>
                  <a:pt x="3187705" y="1793084"/>
                </a:lnTo>
                <a:lnTo>
                  <a:pt x="0" y="17930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43253" y="4173384"/>
            <a:ext cx="4726892" cy="5706527"/>
          </a:xfrm>
          <a:custGeom>
            <a:avLst/>
            <a:gdLst/>
            <a:ahLst/>
            <a:cxnLst/>
            <a:rect r="r" b="b" t="t" l="l"/>
            <a:pathLst>
              <a:path h="5706527" w="4726892">
                <a:moveTo>
                  <a:pt x="0" y="0"/>
                </a:moveTo>
                <a:lnTo>
                  <a:pt x="4726892" y="0"/>
                </a:lnTo>
                <a:lnTo>
                  <a:pt x="4726892" y="5706527"/>
                </a:lnTo>
                <a:lnTo>
                  <a:pt x="0" y="5706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7791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20492" y="781050"/>
            <a:ext cx="11847016" cy="121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 spc="12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Evaluación de conocimientos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21950" y="4266965"/>
            <a:ext cx="5378747" cy="1621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spc="88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 tooltip="https://create.kahoot.it/details/89af1e0e-b7f0-43e0-bdc0-cfbb3047c12c"/>
              </a:rPr>
              <a:t>Click aca</a:t>
            </a:r>
          </a:p>
          <a:p>
            <a:pPr algn="l">
              <a:lnSpc>
                <a:spcPts val="6160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213455" y="3850005"/>
            <a:ext cx="676275" cy="618172"/>
            <a:chOff x="0" y="0"/>
            <a:chExt cx="901700" cy="8242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6990" y="48260"/>
              <a:ext cx="812800" cy="746760"/>
            </a:xfrm>
            <a:custGeom>
              <a:avLst/>
              <a:gdLst/>
              <a:ahLst/>
              <a:cxnLst/>
              <a:rect r="r" b="b" t="t" l="l"/>
              <a:pathLst>
                <a:path h="746760" w="812800">
                  <a:moveTo>
                    <a:pt x="452120" y="194310"/>
                  </a:moveTo>
                  <a:cubicBezTo>
                    <a:pt x="422910" y="335280"/>
                    <a:pt x="419100" y="449580"/>
                    <a:pt x="420370" y="449580"/>
                  </a:cubicBezTo>
                  <a:cubicBezTo>
                    <a:pt x="422910" y="450850"/>
                    <a:pt x="426720" y="336550"/>
                    <a:pt x="438150" y="288290"/>
                  </a:cubicBezTo>
                  <a:cubicBezTo>
                    <a:pt x="449580" y="245110"/>
                    <a:pt x="466090" y="203200"/>
                    <a:pt x="485140" y="171450"/>
                  </a:cubicBezTo>
                  <a:cubicBezTo>
                    <a:pt x="500380" y="146050"/>
                    <a:pt x="515620" y="124460"/>
                    <a:pt x="535940" y="109220"/>
                  </a:cubicBezTo>
                  <a:cubicBezTo>
                    <a:pt x="556260" y="92710"/>
                    <a:pt x="584200" y="81280"/>
                    <a:pt x="609600" y="76200"/>
                  </a:cubicBezTo>
                  <a:cubicBezTo>
                    <a:pt x="636270" y="72390"/>
                    <a:pt x="665480" y="74930"/>
                    <a:pt x="690880" y="82550"/>
                  </a:cubicBezTo>
                  <a:cubicBezTo>
                    <a:pt x="715010" y="91440"/>
                    <a:pt x="740410" y="106680"/>
                    <a:pt x="759460" y="125730"/>
                  </a:cubicBezTo>
                  <a:cubicBezTo>
                    <a:pt x="777240" y="144780"/>
                    <a:pt x="792480" y="170180"/>
                    <a:pt x="800100" y="195580"/>
                  </a:cubicBezTo>
                  <a:cubicBezTo>
                    <a:pt x="807720" y="220980"/>
                    <a:pt x="812800" y="247650"/>
                    <a:pt x="803910" y="275590"/>
                  </a:cubicBezTo>
                  <a:cubicBezTo>
                    <a:pt x="791210" y="314960"/>
                    <a:pt x="749300" y="358140"/>
                    <a:pt x="709930" y="400050"/>
                  </a:cubicBezTo>
                  <a:cubicBezTo>
                    <a:pt x="664210" y="450850"/>
                    <a:pt x="600710" y="524510"/>
                    <a:pt x="538480" y="551180"/>
                  </a:cubicBezTo>
                  <a:cubicBezTo>
                    <a:pt x="482600" y="575310"/>
                    <a:pt x="415290" y="582930"/>
                    <a:pt x="359410" y="567690"/>
                  </a:cubicBezTo>
                  <a:cubicBezTo>
                    <a:pt x="302260" y="552450"/>
                    <a:pt x="196850" y="490220"/>
                    <a:pt x="199390" y="458470"/>
                  </a:cubicBezTo>
                  <a:cubicBezTo>
                    <a:pt x="200660" y="425450"/>
                    <a:pt x="349250" y="359410"/>
                    <a:pt x="365760" y="373380"/>
                  </a:cubicBezTo>
                  <a:cubicBezTo>
                    <a:pt x="378460" y="383540"/>
                    <a:pt x="353060" y="447040"/>
                    <a:pt x="336550" y="477520"/>
                  </a:cubicBezTo>
                  <a:cubicBezTo>
                    <a:pt x="317500" y="509270"/>
                    <a:pt x="289560" y="542290"/>
                    <a:pt x="259080" y="558800"/>
                  </a:cubicBezTo>
                  <a:cubicBezTo>
                    <a:pt x="227330" y="574040"/>
                    <a:pt x="179070" y="577850"/>
                    <a:pt x="148590" y="575310"/>
                  </a:cubicBezTo>
                  <a:cubicBezTo>
                    <a:pt x="127000" y="574040"/>
                    <a:pt x="113030" y="568960"/>
                    <a:pt x="95250" y="557530"/>
                  </a:cubicBezTo>
                  <a:cubicBezTo>
                    <a:pt x="69850" y="541020"/>
                    <a:pt x="33020" y="508000"/>
                    <a:pt x="19050" y="476250"/>
                  </a:cubicBezTo>
                  <a:cubicBezTo>
                    <a:pt x="3810" y="443230"/>
                    <a:pt x="0" y="398780"/>
                    <a:pt x="7620" y="364490"/>
                  </a:cubicBezTo>
                  <a:cubicBezTo>
                    <a:pt x="15240" y="330200"/>
                    <a:pt x="44450" y="290830"/>
                    <a:pt x="66040" y="269240"/>
                  </a:cubicBezTo>
                  <a:cubicBezTo>
                    <a:pt x="80010" y="254000"/>
                    <a:pt x="96520" y="247650"/>
                    <a:pt x="114300" y="241300"/>
                  </a:cubicBezTo>
                  <a:cubicBezTo>
                    <a:pt x="130810" y="233680"/>
                    <a:pt x="147320" y="228600"/>
                    <a:pt x="168910" y="228600"/>
                  </a:cubicBezTo>
                  <a:cubicBezTo>
                    <a:pt x="199390" y="229870"/>
                    <a:pt x="247650" y="240030"/>
                    <a:pt x="276860" y="259080"/>
                  </a:cubicBezTo>
                  <a:cubicBezTo>
                    <a:pt x="306070" y="279400"/>
                    <a:pt x="331470" y="321310"/>
                    <a:pt x="344170" y="347980"/>
                  </a:cubicBezTo>
                  <a:cubicBezTo>
                    <a:pt x="351790" y="368300"/>
                    <a:pt x="354330" y="383540"/>
                    <a:pt x="353060" y="403860"/>
                  </a:cubicBezTo>
                  <a:cubicBezTo>
                    <a:pt x="350520" y="434340"/>
                    <a:pt x="337820" y="482600"/>
                    <a:pt x="316230" y="510540"/>
                  </a:cubicBezTo>
                  <a:cubicBezTo>
                    <a:pt x="294640" y="538480"/>
                    <a:pt x="251460" y="561340"/>
                    <a:pt x="223520" y="571500"/>
                  </a:cubicBezTo>
                  <a:cubicBezTo>
                    <a:pt x="203200" y="579120"/>
                    <a:pt x="187960" y="580390"/>
                    <a:pt x="167640" y="577850"/>
                  </a:cubicBezTo>
                  <a:cubicBezTo>
                    <a:pt x="137160" y="574040"/>
                    <a:pt x="90170" y="558800"/>
                    <a:pt x="63500" y="535940"/>
                  </a:cubicBezTo>
                  <a:cubicBezTo>
                    <a:pt x="36830" y="513080"/>
                    <a:pt x="15240" y="468630"/>
                    <a:pt x="6350" y="439420"/>
                  </a:cubicBezTo>
                  <a:cubicBezTo>
                    <a:pt x="1270" y="419100"/>
                    <a:pt x="1270" y="406400"/>
                    <a:pt x="3810" y="383540"/>
                  </a:cubicBezTo>
                  <a:cubicBezTo>
                    <a:pt x="7620" y="347980"/>
                    <a:pt x="13970" y="292100"/>
                    <a:pt x="38100" y="251460"/>
                  </a:cubicBezTo>
                  <a:cubicBezTo>
                    <a:pt x="64770" y="205740"/>
                    <a:pt x="114300" y="146050"/>
                    <a:pt x="166370" y="128270"/>
                  </a:cubicBezTo>
                  <a:cubicBezTo>
                    <a:pt x="222250" y="109220"/>
                    <a:pt x="309880" y="124460"/>
                    <a:pt x="365760" y="151130"/>
                  </a:cubicBezTo>
                  <a:cubicBezTo>
                    <a:pt x="419100" y="176530"/>
                    <a:pt x="506730" y="257810"/>
                    <a:pt x="499110" y="279400"/>
                  </a:cubicBezTo>
                  <a:cubicBezTo>
                    <a:pt x="491490" y="299720"/>
                    <a:pt x="340360" y="298450"/>
                    <a:pt x="336550" y="287020"/>
                  </a:cubicBezTo>
                  <a:cubicBezTo>
                    <a:pt x="334010" y="275590"/>
                    <a:pt x="444500" y="241300"/>
                    <a:pt x="472440" y="210820"/>
                  </a:cubicBezTo>
                  <a:cubicBezTo>
                    <a:pt x="492760" y="187960"/>
                    <a:pt x="494030" y="154940"/>
                    <a:pt x="506730" y="137160"/>
                  </a:cubicBezTo>
                  <a:cubicBezTo>
                    <a:pt x="515620" y="124460"/>
                    <a:pt x="525780" y="116840"/>
                    <a:pt x="535940" y="109220"/>
                  </a:cubicBezTo>
                  <a:cubicBezTo>
                    <a:pt x="546100" y="100330"/>
                    <a:pt x="556260" y="93980"/>
                    <a:pt x="571500" y="88900"/>
                  </a:cubicBezTo>
                  <a:cubicBezTo>
                    <a:pt x="591820" y="81280"/>
                    <a:pt x="624840" y="72390"/>
                    <a:pt x="650240" y="74930"/>
                  </a:cubicBezTo>
                  <a:cubicBezTo>
                    <a:pt x="676910" y="77470"/>
                    <a:pt x="708660" y="90170"/>
                    <a:pt x="727710" y="100330"/>
                  </a:cubicBezTo>
                  <a:cubicBezTo>
                    <a:pt x="741680" y="107950"/>
                    <a:pt x="749300" y="114300"/>
                    <a:pt x="759460" y="125730"/>
                  </a:cubicBezTo>
                  <a:cubicBezTo>
                    <a:pt x="773430" y="142240"/>
                    <a:pt x="792480" y="170180"/>
                    <a:pt x="800100" y="195580"/>
                  </a:cubicBezTo>
                  <a:cubicBezTo>
                    <a:pt x="807720" y="219710"/>
                    <a:pt x="808990" y="245110"/>
                    <a:pt x="803910" y="275590"/>
                  </a:cubicBezTo>
                  <a:cubicBezTo>
                    <a:pt x="796290" y="321310"/>
                    <a:pt x="765810" y="386080"/>
                    <a:pt x="739140" y="436880"/>
                  </a:cubicBezTo>
                  <a:cubicBezTo>
                    <a:pt x="711200" y="488950"/>
                    <a:pt x="680720" y="539750"/>
                    <a:pt x="640080" y="585470"/>
                  </a:cubicBezTo>
                  <a:cubicBezTo>
                    <a:pt x="595630" y="636270"/>
                    <a:pt x="542290" y="701040"/>
                    <a:pt x="480060" y="723900"/>
                  </a:cubicBezTo>
                  <a:cubicBezTo>
                    <a:pt x="419100" y="746760"/>
                    <a:pt x="330200" y="744220"/>
                    <a:pt x="270510" y="723900"/>
                  </a:cubicBezTo>
                  <a:cubicBezTo>
                    <a:pt x="214630" y="703580"/>
                    <a:pt x="158750" y="662940"/>
                    <a:pt x="129540" y="610870"/>
                  </a:cubicBezTo>
                  <a:cubicBezTo>
                    <a:pt x="96520" y="552450"/>
                    <a:pt x="99060" y="459740"/>
                    <a:pt x="101600" y="381000"/>
                  </a:cubicBezTo>
                  <a:cubicBezTo>
                    <a:pt x="102870" y="295910"/>
                    <a:pt x="123190" y="181610"/>
                    <a:pt x="149860" y="119380"/>
                  </a:cubicBezTo>
                  <a:cubicBezTo>
                    <a:pt x="166370" y="78740"/>
                    <a:pt x="184150" y="48260"/>
                    <a:pt x="213360" y="27940"/>
                  </a:cubicBezTo>
                  <a:cubicBezTo>
                    <a:pt x="241300" y="8890"/>
                    <a:pt x="288290" y="0"/>
                    <a:pt x="320040" y="2540"/>
                  </a:cubicBezTo>
                  <a:cubicBezTo>
                    <a:pt x="346710" y="3810"/>
                    <a:pt x="369570" y="12700"/>
                    <a:pt x="389890" y="29210"/>
                  </a:cubicBezTo>
                  <a:cubicBezTo>
                    <a:pt x="415290" y="48260"/>
                    <a:pt x="443230" y="90170"/>
                    <a:pt x="452120" y="120650"/>
                  </a:cubicBezTo>
                  <a:cubicBezTo>
                    <a:pt x="459740" y="144780"/>
                    <a:pt x="452120" y="194310"/>
                    <a:pt x="452120" y="194310"/>
                  </a:cubicBezTo>
                </a:path>
              </a:pathLst>
            </a:custGeom>
            <a:solidFill>
              <a:srgbClr val="FE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216312" y="3289935"/>
            <a:ext cx="2439352" cy="942975"/>
            <a:chOff x="0" y="0"/>
            <a:chExt cx="3252470" cy="1257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5720" y="46990"/>
              <a:ext cx="3158490" cy="1160780"/>
            </a:xfrm>
            <a:custGeom>
              <a:avLst/>
              <a:gdLst/>
              <a:ahLst/>
              <a:cxnLst/>
              <a:rect r="r" b="b" t="t" l="l"/>
              <a:pathLst>
                <a:path h="1160780" w="3158490">
                  <a:moveTo>
                    <a:pt x="5080" y="1024890"/>
                  </a:moveTo>
                  <a:cubicBezTo>
                    <a:pt x="127000" y="599440"/>
                    <a:pt x="167640" y="538480"/>
                    <a:pt x="203200" y="482600"/>
                  </a:cubicBezTo>
                  <a:cubicBezTo>
                    <a:pt x="231140" y="436880"/>
                    <a:pt x="256540" y="398780"/>
                    <a:pt x="288290" y="364490"/>
                  </a:cubicBezTo>
                  <a:cubicBezTo>
                    <a:pt x="317500" y="331470"/>
                    <a:pt x="342900" y="308610"/>
                    <a:pt x="384810" y="279400"/>
                  </a:cubicBezTo>
                  <a:cubicBezTo>
                    <a:pt x="453390" y="232410"/>
                    <a:pt x="565150" y="171450"/>
                    <a:pt x="668020" y="130810"/>
                  </a:cubicBezTo>
                  <a:cubicBezTo>
                    <a:pt x="777240" y="87630"/>
                    <a:pt x="904240" y="53340"/>
                    <a:pt x="1023620" y="33020"/>
                  </a:cubicBezTo>
                  <a:cubicBezTo>
                    <a:pt x="1141730" y="11430"/>
                    <a:pt x="1294130" y="7620"/>
                    <a:pt x="1379220" y="3810"/>
                  </a:cubicBezTo>
                  <a:cubicBezTo>
                    <a:pt x="1426210" y="2540"/>
                    <a:pt x="1451610" y="0"/>
                    <a:pt x="1488440" y="3810"/>
                  </a:cubicBezTo>
                  <a:cubicBezTo>
                    <a:pt x="1525270" y="7620"/>
                    <a:pt x="1562100" y="11430"/>
                    <a:pt x="1598930" y="27940"/>
                  </a:cubicBezTo>
                  <a:cubicBezTo>
                    <a:pt x="1642110" y="45720"/>
                    <a:pt x="1685290" y="73660"/>
                    <a:pt x="1728470" y="113030"/>
                  </a:cubicBezTo>
                  <a:cubicBezTo>
                    <a:pt x="1788160" y="167640"/>
                    <a:pt x="1870710" y="271780"/>
                    <a:pt x="1910080" y="337820"/>
                  </a:cubicBezTo>
                  <a:cubicBezTo>
                    <a:pt x="1935480" y="382270"/>
                    <a:pt x="1971040" y="431800"/>
                    <a:pt x="1958340" y="458470"/>
                  </a:cubicBezTo>
                  <a:cubicBezTo>
                    <a:pt x="1945640" y="486410"/>
                    <a:pt x="1838960" y="509270"/>
                    <a:pt x="1830070" y="497840"/>
                  </a:cubicBezTo>
                  <a:cubicBezTo>
                    <a:pt x="1819910" y="483870"/>
                    <a:pt x="1901190" y="394970"/>
                    <a:pt x="1943100" y="351790"/>
                  </a:cubicBezTo>
                  <a:cubicBezTo>
                    <a:pt x="1981200" y="312420"/>
                    <a:pt x="2026920" y="275590"/>
                    <a:pt x="2068830" y="250190"/>
                  </a:cubicBezTo>
                  <a:cubicBezTo>
                    <a:pt x="2104390" y="228600"/>
                    <a:pt x="2132330" y="218440"/>
                    <a:pt x="2174240" y="204470"/>
                  </a:cubicBezTo>
                  <a:cubicBezTo>
                    <a:pt x="2231390" y="185420"/>
                    <a:pt x="2306320" y="166370"/>
                    <a:pt x="2387600" y="156210"/>
                  </a:cubicBezTo>
                  <a:cubicBezTo>
                    <a:pt x="2489200" y="142240"/>
                    <a:pt x="2650490" y="137160"/>
                    <a:pt x="2739390" y="143510"/>
                  </a:cubicBezTo>
                  <a:cubicBezTo>
                    <a:pt x="2796540" y="147320"/>
                    <a:pt x="2832100" y="152400"/>
                    <a:pt x="2876550" y="165100"/>
                  </a:cubicBezTo>
                  <a:cubicBezTo>
                    <a:pt x="2919730" y="177800"/>
                    <a:pt x="2964180" y="193040"/>
                    <a:pt x="3002280" y="218440"/>
                  </a:cubicBezTo>
                  <a:cubicBezTo>
                    <a:pt x="3045460" y="246380"/>
                    <a:pt x="3093720" y="287020"/>
                    <a:pt x="3119120" y="328930"/>
                  </a:cubicBezTo>
                  <a:cubicBezTo>
                    <a:pt x="3141980" y="367030"/>
                    <a:pt x="3152140" y="427990"/>
                    <a:pt x="3154680" y="458470"/>
                  </a:cubicBezTo>
                  <a:cubicBezTo>
                    <a:pt x="3157220" y="476250"/>
                    <a:pt x="3157220" y="485140"/>
                    <a:pt x="3153410" y="500380"/>
                  </a:cubicBezTo>
                  <a:cubicBezTo>
                    <a:pt x="3147060" y="520700"/>
                    <a:pt x="3128010" y="553720"/>
                    <a:pt x="3112770" y="568960"/>
                  </a:cubicBezTo>
                  <a:cubicBezTo>
                    <a:pt x="3101340" y="580390"/>
                    <a:pt x="3092450" y="586740"/>
                    <a:pt x="3077210" y="590550"/>
                  </a:cubicBezTo>
                  <a:cubicBezTo>
                    <a:pt x="3056890" y="598170"/>
                    <a:pt x="3021330" y="603250"/>
                    <a:pt x="2997200" y="595630"/>
                  </a:cubicBezTo>
                  <a:cubicBezTo>
                    <a:pt x="2971800" y="589280"/>
                    <a:pt x="2945130" y="571500"/>
                    <a:pt x="2929890" y="551180"/>
                  </a:cubicBezTo>
                  <a:cubicBezTo>
                    <a:pt x="2913380" y="530860"/>
                    <a:pt x="2903220" y="500380"/>
                    <a:pt x="2903220" y="474980"/>
                  </a:cubicBezTo>
                  <a:cubicBezTo>
                    <a:pt x="2901950" y="449580"/>
                    <a:pt x="2915920" y="416560"/>
                    <a:pt x="2927350" y="398780"/>
                  </a:cubicBezTo>
                  <a:cubicBezTo>
                    <a:pt x="2936240" y="384810"/>
                    <a:pt x="2943860" y="377190"/>
                    <a:pt x="2957830" y="369570"/>
                  </a:cubicBezTo>
                  <a:cubicBezTo>
                    <a:pt x="2975610" y="359410"/>
                    <a:pt x="3009900" y="346710"/>
                    <a:pt x="3035300" y="347980"/>
                  </a:cubicBezTo>
                  <a:cubicBezTo>
                    <a:pt x="3060700" y="347980"/>
                    <a:pt x="3091180" y="360680"/>
                    <a:pt x="3110230" y="377190"/>
                  </a:cubicBezTo>
                  <a:cubicBezTo>
                    <a:pt x="3130550" y="392430"/>
                    <a:pt x="3145790" y="424180"/>
                    <a:pt x="3152140" y="445770"/>
                  </a:cubicBezTo>
                  <a:cubicBezTo>
                    <a:pt x="3157220" y="459740"/>
                    <a:pt x="3158490" y="471170"/>
                    <a:pt x="3155950" y="486410"/>
                  </a:cubicBezTo>
                  <a:cubicBezTo>
                    <a:pt x="3150870" y="508000"/>
                    <a:pt x="3139440" y="541020"/>
                    <a:pt x="3121660" y="560070"/>
                  </a:cubicBezTo>
                  <a:cubicBezTo>
                    <a:pt x="3105150" y="579120"/>
                    <a:pt x="3075940" y="594360"/>
                    <a:pt x="3050540" y="598170"/>
                  </a:cubicBezTo>
                  <a:cubicBezTo>
                    <a:pt x="3026410" y="603250"/>
                    <a:pt x="2990850" y="594360"/>
                    <a:pt x="2970530" y="586740"/>
                  </a:cubicBezTo>
                  <a:cubicBezTo>
                    <a:pt x="2956560" y="580390"/>
                    <a:pt x="2947670" y="574040"/>
                    <a:pt x="2938780" y="561340"/>
                  </a:cubicBezTo>
                  <a:cubicBezTo>
                    <a:pt x="2924810" y="544830"/>
                    <a:pt x="2903220" y="509270"/>
                    <a:pt x="2903220" y="488950"/>
                  </a:cubicBezTo>
                  <a:cubicBezTo>
                    <a:pt x="2904490" y="473710"/>
                    <a:pt x="2927350" y="463550"/>
                    <a:pt x="2922270" y="452120"/>
                  </a:cubicBezTo>
                  <a:cubicBezTo>
                    <a:pt x="2915920" y="434340"/>
                    <a:pt x="2862580" y="417830"/>
                    <a:pt x="2820670" y="407670"/>
                  </a:cubicBezTo>
                  <a:cubicBezTo>
                    <a:pt x="2759710" y="393700"/>
                    <a:pt x="2669540" y="392430"/>
                    <a:pt x="2589530" y="393700"/>
                  </a:cubicBezTo>
                  <a:cubicBezTo>
                    <a:pt x="2504440" y="394970"/>
                    <a:pt x="2393950" y="408940"/>
                    <a:pt x="2325370" y="417830"/>
                  </a:cubicBezTo>
                  <a:cubicBezTo>
                    <a:pt x="2282190" y="424180"/>
                    <a:pt x="2249170" y="420370"/>
                    <a:pt x="2218690" y="436880"/>
                  </a:cubicBezTo>
                  <a:cubicBezTo>
                    <a:pt x="2186940" y="454660"/>
                    <a:pt x="2178050" y="494030"/>
                    <a:pt x="2142490" y="525780"/>
                  </a:cubicBezTo>
                  <a:cubicBezTo>
                    <a:pt x="2082800" y="577850"/>
                    <a:pt x="1955800" y="708660"/>
                    <a:pt x="1884680" y="698500"/>
                  </a:cubicBezTo>
                  <a:cubicBezTo>
                    <a:pt x="1819910" y="689610"/>
                    <a:pt x="1761490" y="563880"/>
                    <a:pt x="1724660" y="508000"/>
                  </a:cubicBezTo>
                  <a:cubicBezTo>
                    <a:pt x="1699260" y="468630"/>
                    <a:pt x="1695450" y="434340"/>
                    <a:pt x="1671320" y="400050"/>
                  </a:cubicBezTo>
                  <a:cubicBezTo>
                    <a:pt x="1643380" y="360680"/>
                    <a:pt x="1601470" y="313690"/>
                    <a:pt x="1562100" y="288290"/>
                  </a:cubicBezTo>
                  <a:cubicBezTo>
                    <a:pt x="1530350" y="266700"/>
                    <a:pt x="1502410" y="254000"/>
                    <a:pt x="1459230" y="246380"/>
                  </a:cubicBezTo>
                  <a:cubicBezTo>
                    <a:pt x="1398270" y="233680"/>
                    <a:pt x="1291590" y="242570"/>
                    <a:pt x="1224280" y="247650"/>
                  </a:cubicBezTo>
                  <a:cubicBezTo>
                    <a:pt x="1174750" y="251460"/>
                    <a:pt x="1146810" y="257810"/>
                    <a:pt x="1096010" y="267970"/>
                  </a:cubicBezTo>
                  <a:cubicBezTo>
                    <a:pt x="1018540" y="283210"/>
                    <a:pt x="886460" y="309880"/>
                    <a:pt x="808990" y="335280"/>
                  </a:cubicBezTo>
                  <a:cubicBezTo>
                    <a:pt x="754380" y="353060"/>
                    <a:pt x="715010" y="370840"/>
                    <a:pt x="671830" y="391160"/>
                  </a:cubicBezTo>
                  <a:cubicBezTo>
                    <a:pt x="631190" y="408940"/>
                    <a:pt x="593090" y="426720"/>
                    <a:pt x="556260" y="450850"/>
                  </a:cubicBezTo>
                  <a:cubicBezTo>
                    <a:pt x="518160" y="476250"/>
                    <a:pt x="477520" y="505460"/>
                    <a:pt x="445770" y="539750"/>
                  </a:cubicBezTo>
                  <a:cubicBezTo>
                    <a:pt x="412750" y="574040"/>
                    <a:pt x="382270" y="617220"/>
                    <a:pt x="359410" y="655320"/>
                  </a:cubicBezTo>
                  <a:cubicBezTo>
                    <a:pt x="339090" y="688340"/>
                    <a:pt x="326390" y="709930"/>
                    <a:pt x="309880" y="753110"/>
                  </a:cubicBezTo>
                  <a:cubicBezTo>
                    <a:pt x="281940" y="829310"/>
                    <a:pt x="251460" y="1007110"/>
                    <a:pt x="222250" y="1073150"/>
                  </a:cubicBezTo>
                  <a:cubicBezTo>
                    <a:pt x="208280" y="1104900"/>
                    <a:pt x="196850" y="1123950"/>
                    <a:pt x="179070" y="1139190"/>
                  </a:cubicBezTo>
                  <a:cubicBezTo>
                    <a:pt x="165100" y="1150620"/>
                    <a:pt x="148590" y="1156970"/>
                    <a:pt x="129540" y="1158240"/>
                  </a:cubicBezTo>
                  <a:cubicBezTo>
                    <a:pt x="106680" y="1160780"/>
                    <a:pt x="73660" y="1155700"/>
                    <a:pt x="52070" y="1141730"/>
                  </a:cubicBezTo>
                  <a:cubicBezTo>
                    <a:pt x="31750" y="1127760"/>
                    <a:pt x="13970" y="1099820"/>
                    <a:pt x="6350" y="1078230"/>
                  </a:cubicBezTo>
                  <a:cubicBezTo>
                    <a:pt x="0" y="1060450"/>
                    <a:pt x="5080" y="1024890"/>
                    <a:pt x="5080" y="102489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E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674349" cy="10287000"/>
            <a:chOff x="0" y="0"/>
            <a:chExt cx="123110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110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31104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31884" y="2002958"/>
            <a:ext cx="12024231" cy="6637335"/>
            <a:chOff x="0" y="0"/>
            <a:chExt cx="3166876" cy="17481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66876" cy="1748105"/>
            </a:xfrm>
            <a:custGeom>
              <a:avLst/>
              <a:gdLst/>
              <a:ahLst/>
              <a:cxnLst/>
              <a:rect r="r" b="b" t="t" l="l"/>
              <a:pathLst>
                <a:path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31F2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58388" y="2605133"/>
            <a:ext cx="6353568" cy="94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97"/>
              </a:lnSpc>
              <a:spcBef>
                <a:spcPct val="0"/>
              </a:spcBef>
            </a:pPr>
            <a:r>
              <a:rPr lang="en-US" sz="5650" spc="79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Programa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50548" y="-148999"/>
            <a:ext cx="10837452" cy="10584998"/>
          </a:xfrm>
          <a:custGeom>
            <a:avLst/>
            <a:gdLst/>
            <a:ahLst/>
            <a:cxnLst/>
            <a:rect r="r" b="b" t="t" l="l"/>
            <a:pathLst>
              <a:path h="10584998" w="10837452">
                <a:moveTo>
                  <a:pt x="0" y="0"/>
                </a:moveTo>
                <a:lnTo>
                  <a:pt x="10837452" y="0"/>
                </a:lnTo>
                <a:lnTo>
                  <a:pt x="10837452" y="10584998"/>
                </a:lnTo>
                <a:lnTo>
                  <a:pt x="0" y="10584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-26788" r="0" b="-26788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149033" y="-177577"/>
            <a:ext cx="7599581" cy="10557723"/>
          </a:xfrm>
          <a:prstGeom prst="rect">
            <a:avLst/>
          </a:prstGeom>
          <a:solidFill>
            <a:srgbClr val="FEE600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1028700" y="900765"/>
            <a:ext cx="5817742" cy="208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7700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Evaluando lo nuevo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455703" y="865655"/>
            <a:ext cx="803597" cy="355044"/>
          </a:xfrm>
          <a:custGeom>
            <a:avLst/>
            <a:gdLst/>
            <a:ahLst/>
            <a:cxnLst/>
            <a:rect r="r" b="b" t="t" l="l"/>
            <a:pathLst>
              <a:path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43718" y="5202563"/>
            <a:ext cx="3187705" cy="1793084"/>
          </a:xfrm>
          <a:custGeom>
            <a:avLst/>
            <a:gdLst/>
            <a:ahLst/>
            <a:cxnLst/>
            <a:rect r="r" b="b" t="t" l="l"/>
            <a:pathLst>
              <a:path h="1793084" w="3187705">
                <a:moveTo>
                  <a:pt x="0" y="0"/>
                </a:moveTo>
                <a:lnTo>
                  <a:pt x="3187705" y="0"/>
                </a:lnTo>
                <a:lnTo>
                  <a:pt x="3187705" y="1793084"/>
                </a:lnTo>
                <a:lnTo>
                  <a:pt x="0" y="17930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487429" y="4764965"/>
            <a:ext cx="4763691" cy="60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1"/>
              </a:lnSpc>
              <a:spcBef>
                <a:spcPct val="0"/>
              </a:spcBef>
            </a:pPr>
            <a:r>
              <a:rPr lang="en-US" sz="3624" spc="355" u="sng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6" tooltip="https://create.kahoot.it/details/dc9702b2-fe07-43da-bc64-1ea31bbf5208"/>
              </a:rPr>
              <a:t>Link de la prueba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6608" y="471535"/>
            <a:ext cx="17178772" cy="9291167"/>
            <a:chOff x="0" y="0"/>
            <a:chExt cx="4524450" cy="24470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4450" cy="2447056"/>
            </a:xfrm>
            <a:custGeom>
              <a:avLst/>
              <a:gdLst/>
              <a:ahLst/>
              <a:cxnLst/>
              <a:rect r="r" b="b" t="t" l="l"/>
              <a:pathLst>
                <a:path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w="47625" cap="rnd">
              <a:solidFill>
                <a:srgbClr val="FE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087458" y="3091234"/>
            <a:ext cx="2859716" cy="4104533"/>
          </a:xfrm>
          <a:custGeom>
            <a:avLst/>
            <a:gdLst/>
            <a:ahLst/>
            <a:cxnLst/>
            <a:rect r="r" b="b" t="t" l="l"/>
            <a:pathLst>
              <a:path h="4104533" w="2859716">
                <a:moveTo>
                  <a:pt x="0" y="0"/>
                </a:moveTo>
                <a:lnTo>
                  <a:pt x="2859716" y="0"/>
                </a:lnTo>
                <a:lnTo>
                  <a:pt x="2859716" y="4104532"/>
                </a:lnTo>
                <a:lnTo>
                  <a:pt x="0" y="41045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07706" y="1334560"/>
            <a:ext cx="9756577" cy="117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spc="12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¡Gracias por su  atención!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32538" y="4343720"/>
            <a:ext cx="3622923" cy="153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spc="1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Dudas?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0680" y="8134350"/>
            <a:ext cx="14766640" cy="132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3"/>
              </a:lnSpc>
              <a:spcBef>
                <a:spcPct val="0"/>
              </a:spcBef>
            </a:pPr>
            <a:r>
              <a:rPr lang="en-US" sz="3624" spc="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DAGn7iK7w7g</dc:identifier>
  <dcterms:modified xsi:type="dcterms:W3CDTF">2011-08-01T06:04:30Z</dcterms:modified>
  <cp:revision>1</cp:revision>
  <dc:title>Clase 00 Diagnostico</dc:title>
</cp:coreProperties>
</file>