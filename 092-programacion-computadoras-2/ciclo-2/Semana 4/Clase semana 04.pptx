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League Spartan"/>
      <p:regular r:id="rId24"/>
      <p:bold r:id="rId25"/>
    </p:embeddedFont>
    <p:embeddedFont>
      <p:font typeface="Montserrat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OaKrSO65MjtnmshNM/kgGfCq9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F68B37-2F9A-4099-B5C1-95F258B6219F}">
  <a:tblStyle styleId="{68F68B37-2F9A-4099-B5C1-95F258B6219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eagueSpartan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LeagueSpartan-bold.fntdata"/><Relationship Id="rId28" Type="http://customschemas.google.com/relationships/presentationmetadata" Target="meta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0ad9b33eb_1_5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0ad9b33eb_1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0ad9b33eb_1_6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0ad9b33eb_1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0ad9b33eb_1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60ad9b33eb_1_6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0ad9b33eb_1_6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0ad9b33eb_1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0ad9b33eb_1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60ad9b33eb_1_6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0ad9b33eb_1_6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0ad9b33eb_1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0ad9b33eb_1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60ad9b33eb_1_6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0ad9b33eb_1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60ad9b33eb_1_6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learn.microsoft.com/es-mx/dotnet/visual-basic/language-reference/statements/module-statement" TargetMode="External"/><Relationship Id="rId4" Type="http://schemas.openxmlformats.org/officeDocument/2006/relationships/hyperlink" Target="https://learn.microsoft.com/es-mx/dotnet/visual-basic/language-reference/statements/sub-statement" TargetMode="External"/><Relationship Id="rId5" Type="http://schemas.openxmlformats.org/officeDocument/2006/relationships/hyperlink" Target="https://learn.microsoft.com/es-mx/dotnet/visual-basic/language-reference/operators/function-expression" TargetMode="External"/><Relationship Id="rId6" Type="http://schemas.openxmlformats.org/officeDocument/2006/relationships/hyperlink" Target="https://learn.microsoft.com/es-mx/dotnet/visual-basic/developing-apps/windows-forms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794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1639847" y="2038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{68F68B37-2F9A-4099-B5C1-95F258B6219F}</a:tableStyleId>
              </a:tblPr>
              <a:tblGrid>
                <a:gridCol w="2777675"/>
                <a:gridCol w="3474925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dd/mm/yyyy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12:00 - 12:00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3829698" y="4269739"/>
            <a:ext cx="14062762" cy="873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0092 PROGRAMACION DE COMPUTADORAS 2 [Q]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471672" y="5204170"/>
            <a:ext cx="8420788" cy="755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Nombre_aux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-304800" y="-266700"/>
            <a:ext cx="19011900" cy="36957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-1497230" y="1409077"/>
            <a:ext cx="14093462" cy="10287000"/>
          </a:xfrm>
          <a:custGeom>
            <a:rect b="b" l="l" r="r" t="t"/>
            <a:pathLst>
              <a:path extrusionOk="0" h="2462566" w="3373780">
                <a:moveTo>
                  <a:pt x="3249320" y="2462566"/>
                </a:moveTo>
                <a:lnTo>
                  <a:pt x="124460" y="2462566"/>
                </a:lnTo>
                <a:cubicBezTo>
                  <a:pt x="55880" y="2462566"/>
                  <a:pt x="0" y="2406686"/>
                  <a:pt x="0" y="233810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49320" y="0"/>
                </a:lnTo>
                <a:cubicBezTo>
                  <a:pt x="3317900" y="0"/>
                  <a:pt x="3373780" y="55880"/>
                  <a:pt x="3373780" y="124460"/>
                </a:cubicBezTo>
                <a:lnTo>
                  <a:pt x="3373780" y="2338106"/>
                </a:lnTo>
                <a:cubicBezTo>
                  <a:pt x="3373780" y="2406686"/>
                  <a:pt x="3317900" y="2462566"/>
                  <a:pt x="3249320" y="2462566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2388703" y="2053719"/>
            <a:ext cx="5385349" cy="10944768"/>
            <a:chOff x="0" y="0"/>
            <a:chExt cx="5000993" cy="10163632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3" r="-44" t="0"/>
              </a:stretch>
            </a:blipFill>
            <a:ln>
              <a:noFill/>
            </a:ln>
          </p:spPr>
        </p:sp>
        <p:sp>
          <p:nvSpPr>
            <p:cNvPr id="96" name="Google Shape;96;p2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353" r="-184135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0" y="8582374"/>
            <a:ext cx="3090940" cy="1994712"/>
          </a:xfrm>
          <a:custGeom>
            <a:rect b="b" l="l" r="r" t="t"/>
            <a:pathLst>
              <a:path extrusionOk="0"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18895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654534" y="2054704"/>
            <a:ext cx="67920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499" u="none" cap="none" strike="noStrike">
                <a:solidFill>
                  <a:srgbClr val="191919"/>
                </a:solidFill>
              </a:rPr>
              <a:t>Clase 4</a:t>
            </a:r>
            <a:endParaRPr sz="900"/>
          </a:p>
        </p:txBody>
      </p:sp>
      <p:sp>
        <p:nvSpPr>
          <p:cNvPr id="99" name="Google Shape;99;p2"/>
          <p:cNvSpPr txBox="1"/>
          <p:nvPr/>
        </p:nvSpPr>
        <p:spPr>
          <a:xfrm>
            <a:off x="3109990" y="9079667"/>
            <a:ext cx="8282979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Universidad San Carlos de Guatemala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0" y="7740512"/>
            <a:ext cx="12388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2305709" y="3823150"/>
            <a:ext cx="79605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99">
                <a:solidFill>
                  <a:srgbClr val="191919"/>
                </a:solidFill>
              </a:rPr>
              <a:t>Módulos</a:t>
            </a:r>
            <a:r>
              <a:rPr b="1" lang="en-US" sz="9999">
                <a:solidFill>
                  <a:srgbClr val="191919"/>
                </a:solidFill>
              </a:rPr>
              <a:t> y formularios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47616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3"/>
          <p:cNvGrpSpPr/>
          <p:nvPr/>
        </p:nvGrpSpPr>
        <p:grpSpPr>
          <a:xfrm>
            <a:off x="1090975" y="580175"/>
            <a:ext cx="15941420" cy="8729720"/>
            <a:chOff x="0" y="-38100"/>
            <a:chExt cx="3166876" cy="1786205"/>
          </a:xfrm>
        </p:grpSpPr>
        <p:sp>
          <p:nvSpPr>
            <p:cNvPr id="108" name="Google Shape;108;p3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9" name="Google Shape;109;p3"/>
            <p:cNvSpPr txBox="1"/>
            <p:nvPr/>
          </p:nvSpPr>
          <p:spPr>
            <a:xfrm>
              <a:off x="0" y="-38100"/>
              <a:ext cx="3166800" cy="17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3"/>
          <p:cNvSpPr txBox="1"/>
          <p:nvPr/>
        </p:nvSpPr>
        <p:spPr>
          <a:xfrm>
            <a:off x="2517488" y="1327008"/>
            <a:ext cx="6353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1617852" y="2705775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1617852" y="4045820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1617852" y="5491374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1554700" y="6663900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1659475" y="8003945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2633449" y="2743875"/>
            <a:ext cx="4136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Anuncios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2633449" y="4083920"/>
            <a:ext cx="3611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Repaso clase anterior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2751659" y="5529474"/>
            <a:ext cx="40182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Modulos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2827691" y="6702000"/>
            <a:ext cx="3611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Formularios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2827691" y="8173806"/>
            <a:ext cx="4761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Dudas y comentarios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9391101" y="1327008"/>
            <a:ext cx="6353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Recursos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1477300" y="2503275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Modulos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11477300" y="3429000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Metodos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1477300" y="4354713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Funciones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11477300" y="5385163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Formularios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Competencias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7291525" y="2391300"/>
            <a:ext cx="9483000" cy="55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Desarrolla interfaces gráficas en Visual Basic .NET utilizando controles básicos para capturar y mostrar información de forma eficiente.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 estructuras de control y procedimientos en Visual Basic .NET para automatizar procesos de gestión de datos.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0ad9b33eb_1_594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g360ad9b33eb_1_594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60ad9b33eb_1_594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60ad9b33eb_1_594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Modulos</a:t>
            </a:r>
            <a:endParaRPr sz="6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60ad9b33eb_1_594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módulo es una unidad de código que agrupa procedimientos </a:t>
            </a: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(Sub)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funciones (</a:t>
            </a: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), variables y constantes que pueden ser usados en todo el proyecto sin necesidad de crear una instancia.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miembros de un módulo son accesibles de forma directa y se utilizan para organizar mejor el código y hacerlo reutilizable.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5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/>
          <p:nvPr/>
        </p:nvSpPr>
        <p:spPr>
          <a:xfrm>
            <a:off x="1251000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1251000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 de 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modulo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3225" y="218613"/>
            <a:ext cx="9769913" cy="984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6"/>
          <p:cNvGrpSpPr/>
          <p:nvPr/>
        </p:nvGrpSpPr>
        <p:grpSpPr>
          <a:xfrm>
            <a:off x="-289042" y="407918"/>
            <a:ext cx="17178772" cy="9471993"/>
            <a:chOff x="0" y="-47625"/>
            <a:chExt cx="4524450" cy="2494681"/>
          </a:xfrm>
        </p:grpSpPr>
        <p:sp>
          <p:nvSpPr>
            <p:cNvPr id="156" name="Google Shape;156;p6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6"/>
          <p:cNvSpPr txBox="1"/>
          <p:nvPr/>
        </p:nvSpPr>
        <p:spPr>
          <a:xfrm>
            <a:off x="3220492" y="781050"/>
            <a:ext cx="118470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/>
              <a:t>Ejemplo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16248697" y="3886200"/>
            <a:ext cx="609600" cy="560070"/>
          </a:xfrm>
          <a:custGeom>
            <a:rect b="b" l="l" r="r" t="t"/>
            <a:pathLst>
              <a:path extrusionOk="0" h="746760" w="812800">
                <a:moveTo>
                  <a:pt x="452120" y="194310"/>
                </a:moveTo>
                <a:cubicBezTo>
                  <a:pt x="422910" y="335280"/>
                  <a:pt x="419100" y="449580"/>
                  <a:pt x="420370" y="449580"/>
                </a:cubicBezTo>
                <a:cubicBezTo>
                  <a:pt x="422910" y="450850"/>
                  <a:pt x="426720" y="336550"/>
                  <a:pt x="438150" y="288290"/>
                </a:cubicBezTo>
                <a:cubicBezTo>
                  <a:pt x="449580" y="245110"/>
                  <a:pt x="466090" y="203200"/>
                  <a:pt x="485140" y="171450"/>
                </a:cubicBezTo>
                <a:cubicBezTo>
                  <a:pt x="500380" y="146050"/>
                  <a:pt x="515620" y="124460"/>
                  <a:pt x="535940" y="109220"/>
                </a:cubicBezTo>
                <a:cubicBezTo>
                  <a:pt x="556260" y="92710"/>
                  <a:pt x="584200" y="81280"/>
                  <a:pt x="609600" y="76200"/>
                </a:cubicBezTo>
                <a:cubicBezTo>
                  <a:pt x="636270" y="72390"/>
                  <a:pt x="665480" y="74930"/>
                  <a:pt x="690880" y="82550"/>
                </a:cubicBezTo>
                <a:cubicBezTo>
                  <a:pt x="715010" y="91440"/>
                  <a:pt x="740410" y="106680"/>
                  <a:pt x="759460" y="125730"/>
                </a:cubicBezTo>
                <a:cubicBezTo>
                  <a:pt x="777240" y="144780"/>
                  <a:pt x="792480" y="170180"/>
                  <a:pt x="800100" y="195580"/>
                </a:cubicBezTo>
                <a:cubicBezTo>
                  <a:pt x="807720" y="220980"/>
                  <a:pt x="812800" y="247650"/>
                  <a:pt x="803910" y="275590"/>
                </a:cubicBezTo>
                <a:cubicBezTo>
                  <a:pt x="791210" y="314960"/>
                  <a:pt x="749300" y="358140"/>
                  <a:pt x="709930" y="400050"/>
                </a:cubicBezTo>
                <a:cubicBezTo>
                  <a:pt x="664210" y="450850"/>
                  <a:pt x="600710" y="524510"/>
                  <a:pt x="538480" y="551180"/>
                </a:cubicBezTo>
                <a:cubicBezTo>
                  <a:pt x="482600" y="575310"/>
                  <a:pt x="415290" y="582930"/>
                  <a:pt x="359410" y="567690"/>
                </a:cubicBezTo>
                <a:cubicBezTo>
                  <a:pt x="302260" y="552450"/>
                  <a:pt x="196850" y="490220"/>
                  <a:pt x="199390" y="458470"/>
                </a:cubicBezTo>
                <a:cubicBezTo>
                  <a:pt x="200660" y="425450"/>
                  <a:pt x="349250" y="359410"/>
                  <a:pt x="365760" y="373380"/>
                </a:cubicBezTo>
                <a:cubicBezTo>
                  <a:pt x="378460" y="383540"/>
                  <a:pt x="353060" y="447040"/>
                  <a:pt x="336550" y="477520"/>
                </a:cubicBezTo>
                <a:cubicBezTo>
                  <a:pt x="317500" y="509270"/>
                  <a:pt x="289560" y="542290"/>
                  <a:pt x="259080" y="558800"/>
                </a:cubicBezTo>
                <a:cubicBezTo>
                  <a:pt x="227330" y="574040"/>
                  <a:pt x="179070" y="577850"/>
                  <a:pt x="148590" y="575310"/>
                </a:cubicBezTo>
                <a:cubicBezTo>
                  <a:pt x="127000" y="574040"/>
                  <a:pt x="113030" y="568960"/>
                  <a:pt x="95250" y="557530"/>
                </a:cubicBezTo>
                <a:cubicBezTo>
                  <a:pt x="69850" y="541020"/>
                  <a:pt x="33020" y="508000"/>
                  <a:pt x="19050" y="476250"/>
                </a:cubicBezTo>
                <a:cubicBezTo>
                  <a:pt x="3810" y="443230"/>
                  <a:pt x="0" y="398780"/>
                  <a:pt x="7620" y="364490"/>
                </a:cubicBezTo>
                <a:cubicBezTo>
                  <a:pt x="15240" y="330200"/>
                  <a:pt x="44450" y="290830"/>
                  <a:pt x="66040" y="269240"/>
                </a:cubicBezTo>
                <a:cubicBezTo>
                  <a:pt x="80010" y="254000"/>
                  <a:pt x="96520" y="247650"/>
                  <a:pt x="114300" y="241300"/>
                </a:cubicBezTo>
                <a:cubicBezTo>
                  <a:pt x="130810" y="233680"/>
                  <a:pt x="147320" y="228600"/>
                  <a:pt x="168910" y="228600"/>
                </a:cubicBezTo>
                <a:cubicBezTo>
                  <a:pt x="199390" y="229870"/>
                  <a:pt x="247650" y="240030"/>
                  <a:pt x="276860" y="259080"/>
                </a:cubicBezTo>
                <a:cubicBezTo>
                  <a:pt x="306070" y="279400"/>
                  <a:pt x="331470" y="321310"/>
                  <a:pt x="344170" y="347980"/>
                </a:cubicBezTo>
                <a:cubicBezTo>
                  <a:pt x="351790" y="368300"/>
                  <a:pt x="354330" y="383540"/>
                  <a:pt x="353060" y="403860"/>
                </a:cubicBezTo>
                <a:cubicBezTo>
                  <a:pt x="350520" y="434340"/>
                  <a:pt x="337820" y="482600"/>
                  <a:pt x="316230" y="510540"/>
                </a:cubicBezTo>
                <a:cubicBezTo>
                  <a:pt x="294640" y="538480"/>
                  <a:pt x="251460" y="561340"/>
                  <a:pt x="223520" y="571500"/>
                </a:cubicBezTo>
                <a:cubicBezTo>
                  <a:pt x="203200" y="579120"/>
                  <a:pt x="187960" y="580390"/>
                  <a:pt x="167640" y="577850"/>
                </a:cubicBezTo>
                <a:cubicBezTo>
                  <a:pt x="137160" y="574040"/>
                  <a:pt x="90170" y="558800"/>
                  <a:pt x="63500" y="535940"/>
                </a:cubicBezTo>
                <a:cubicBezTo>
                  <a:pt x="36830" y="513080"/>
                  <a:pt x="15240" y="468630"/>
                  <a:pt x="6350" y="439420"/>
                </a:cubicBezTo>
                <a:cubicBezTo>
                  <a:pt x="1270" y="419100"/>
                  <a:pt x="1270" y="406400"/>
                  <a:pt x="3810" y="383540"/>
                </a:cubicBezTo>
                <a:cubicBezTo>
                  <a:pt x="7620" y="347980"/>
                  <a:pt x="13970" y="292100"/>
                  <a:pt x="38100" y="251460"/>
                </a:cubicBezTo>
                <a:cubicBezTo>
                  <a:pt x="64770" y="205740"/>
                  <a:pt x="114300" y="146050"/>
                  <a:pt x="166370" y="128270"/>
                </a:cubicBezTo>
                <a:cubicBezTo>
                  <a:pt x="222250" y="109220"/>
                  <a:pt x="309880" y="124460"/>
                  <a:pt x="365760" y="151130"/>
                </a:cubicBezTo>
                <a:cubicBezTo>
                  <a:pt x="419100" y="176530"/>
                  <a:pt x="506730" y="257810"/>
                  <a:pt x="499110" y="279400"/>
                </a:cubicBezTo>
                <a:cubicBezTo>
                  <a:pt x="491490" y="299720"/>
                  <a:pt x="340360" y="298450"/>
                  <a:pt x="336550" y="287020"/>
                </a:cubicBezTo>
                <a:cubicBezTo>
                  <a:pt x="334010" y="275590"/>
                  <a:pt x="444500" y="241300"/>
                  <a:pt x="472440" y="210820"/>
                </a:cubicBezTo>
                <a:cubicBezTo>
                  <a:pt x="492760" y="187960"/>
                  <a:pt x="494030" y="154940"/>
                  <a:pt x="506730" y="137160"/>
                </a:cubicBezTo>
                <a:cubicBezTo>
                  <a:pt x="515620" y="124460"/>
                  <a:pt x="525780" y="116840"/>
                  <a:pt x="535940" y="109220"/>
                </a:cubicBezTo>
                <a:cubicBezTo>
                  <a:pt x="546100" y="100330"/>
                  <a:pt x="556260" y="93980"/>
                  <a:pt x="571500" y="88900"/>
                </a:cubicBezTo>
                <a:cubicBezTo>
                  <a:pt x="591820" y="81280"/>
                  <a:pt x="624840" y="72390"/>
                  <a:pt x="650240" y="74930"/>
                </a:cubicBezTo>
                <a:cubicBezTo>
                  <a:pt x="676910" y="77470"/>
                  <a:pt x="708660" y="90170"/>
                  <a:pt x="727710" y="100330"/>
                </a:cubicBezTo>
                <a:cubicBezTo>
                  <a:pt x="741680" y="107950"/>
                  <a:pt x="749300" y="114300"/>
                  <a:pt x="759460" y="125730"/>
                </a:cubicBezTo>
                <a:cubicBezTo>
                  <a:pt x="773430" y="142240"/>
                  <a:pt x="792480" y="170180"/>
                  <a:pt x="800100" y="195580"/>
                </a:cubicBezTo>
                <a:cubicBezTo>
                  <a:pt x="807720" y="219710"/>
                  <a:pt x="808990" y="245110"/>
                  <a:pt x="803910" y="275590"/>
                </a:cubicBezTo>
                <a:cubicBezTo>
                  <a:pt x="796290" y="321310"/>
                  <a:pt x="765810" y="386080"/>
                  <a:pt x="739140" y="436880"/>
                </a:cubicBezTo>
                <a:cubicBezTo>
                  <a:pt x="711200" y="488950"/>
                  <a:pt x="680720" y="539750"/>
                  <a:pt x="640080" y="585470"/>
                </a:cubicBezTo>
                <a:cubicBezTo>
                  <a:pt x="595630" y="636270"/>
                  <a:pt x="542290" y="701040"/>
                  <a:pt x="480060" y="723900"/>
                </a:cubicBezTo>
                <a:cubicBezTo>
                  <a:pt x="419100" y="746760"/>
                  <a:pt x="330200" y="744220"/>
                  <a:pt x="270510" y="723900"/>
                </a:cubicBezTo>
                <a:cubicBezTo>
                  <a:pt x="214630" y="703580"/>
                  <a:pt x="158750" y="662940"/>
                  <a:pt x="129540" y="610870"/>
                </a:cubicBezTo>
                <a:cubicBezTo>
                  <a:pt x="96520" y="552450"/>
                  <a:pt x="99060" y="459740"/>
                  <a:pt x="101600" y="381000"/>
                </a:cubicBezTo>
                <a:cubicBezTo>
                  <a:pt x="102870" y="295910"/>
                  <a:pt x="123190" y="181610"/>
                  <a:pt x="149860" y="119380"/>
                </a:cubicBezTo>
                <a:cubicBezTo>
                  <a:pt x="166370" y="78740"/>
                  <a:pt x="184150" y="48260"/>
                  <a:pt x="213360" y="27940"/>
                </a:cubicBezTo>
                <a:cubicBezTo>
                  <a:pt x="241300" y="8890"/>
                  <a:pt x="288290" y="0"/>
                  <a:pt x="320040" y="2540"/>
                </a:cubicBezTo>
                <a:cubicBezTo>
                  <a:pt x="346710" y="3810"/>
                  <a:pt x="369570" y="12700"/>
                  <a:pt x="389890" y="29210"/>
                </a:cubicBezTo>
                <a:cubicBezTo>
                  <a:pt x="415290" y="48260"/>
                  <a:pt x="443230" y="90170"/>
                  <a:pt x="452120" y="120650"/>
                </a:cubicBezTo>
                <a:cubicBezTo>
                  <a:pt x="459740" y="144780"/>
                  <a:pt x="452120" y="194310"/>
                  <a:pt x="452120" y="194310"/>
                </a:cubicBezTo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519" y="3429000"/>
            <a:ext cx="16035774" cy="3893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0ad9b33eb_1_611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g360ad9b33eb_1_611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60ad9b33eb_1_611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60ad9b33eb_1_611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Procedimientos</a:t>
            </a:r>
            <a:endParaRPr sz="6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60ad9b33eb_1_611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procedimiento agrupa un conjunto de instrucciones para ejecutar una tarea específica, sin devolver un valor.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utiliza para organizar el código y evitar repeticiones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60ad9b33eb_1_619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60ad9b33eb_1_619"/>
          <p:cNvSpPr/>
          <p:nvPr/>
        </p:nvSpPr>
        <p:spPr>
          <a:xfrm>
            <a:off x="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60ad9b33eb_1_619"/>
          <p:cNvSpPr txBox="1"/>
          <p:nvPr/>
        </p:nvSpPr>
        <p:spPr>
          <a:xfrm>
            <a:off x="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procedimiento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360ad9b33eb_1_6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7128" y="1633716"/>
            <a:ext cx="10772849" cy="701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0ad9b33eb_1_635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g360ad9b33eb_1_635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60ad9b33eb_1_635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60ad9b33eb_1_635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Funciones</a:t>
            </a:r>
            <a:endParaRPr sz="6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60ad9b33eb_1_635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Function es un </a:t>
            </a: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procedimiento 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ejecuta una serie de instrucciones y </a:t>
            </a: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devuelve 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valor al finalizar.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utiliza cuando necesitas obtener un resultado o calcular algo que puede ser reutilizado en distintas partes del programa.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60ad9b33eb_1_643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60ad9b33eb_1_643"/>
          <p:cNvSpPr/>
          <p:nvPr/>
        </p:nvSpPr>
        <p:spPr>
          <a:xfrm>
            <a:off x="1251000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60ad9b33eb_1_643"/>
          <p:cNvSpPr txBox="1"/>
          <p:nvPr/>
        </p:nvSpPr>
        <p:spPr>
          <a:xfrm>
            <a:off x="1251000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función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g360ad9b33eb_1_6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275" y="1364600"/>
            <a:ext cx="11500099" cy="63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0ad9b33eb_1_654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g360ad9b33eb_1_654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60ad9b33eb_1_654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60ad9b33eb_1_654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Formularios</a:t>
            </a:r>
            <a:endParaRPr sz="6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60ad9b33eb_1_654"/>
          <p:cNvSpPr txBox="1"/>
          <p:nvPr/>
        </p:nvSpPr>
        <p:spPr>
          <a:xfrm>
            <a:off x="422825" y="2286000"/>
            <a:ext cx="174702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formulario es una ventana gráfica que actúa como interfaz de usuario en una aplicación de escritorio.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Visual Basic .NET, los formularios permiten interactuar con el usuario mediante controles como: </a:t>
            </a:r>
            <a:b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botones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cajas de texto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etiquetas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listas desplegables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60ad9b33eb_1_663" title="fondo.jpg"/>
          <p:cNvPicPr preferRelativeResize="0"/>
          <p:nvPr/>
        </p:nvPicPr>
        <p:blipFill rotWithShape="1">
          <a:blip r:embed="rId3">
            <a:alphaModFix amt="44000"/>
          </a:blip>
          <a:srcRect b="15354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60ad9b33eb_1_663"/>
          <p:cNvSpPr/>
          <p:nvPr/>
        </p:nvSpPr>
        <p:spPr>
          <a:xfrm>
            <a:off x="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60ad9b33eb_1_663"/>
          <p:cNvSpPr txBox="1"/>
          <p:nvPr/>
        </p:nvSpPr>
        <p:spPr>
          <a:xfrm>
            <a:off x="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 de 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formulario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g360ad9b33eb_1_6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7025" y="489225"/>
            <a:ext cx="9912624" cy="95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g360ad9b33eb_1_626"/>
          <p:cNvGrpSpPr/>
          <p:nvPr/>
        </p:nvGrpSpPr>
        <p:grpSpPr>
          <a:xfrm>
            <a:off x="-289042" y="407917"/>
            <a:ext cx="17179454" cy="9472506"/>
            <a:chOff x="0" y="-47625"/>
            <a:chExt cx="4524600" cy="2494800"/>
          </a:xfrm>
        </p:grpSpPr>
        <p:sp>
          <p:nvSpPr>
            <p:cNvPr id="217" name="Google Shape;217;g360ad9b33eb_1_626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g360ad9b33eb_1_626"/>
            <p:cNvSpPr txBox="1"/>
            <p:nvPr/>
          </p:nvSpPr>
          <p:spPr>
            <a:xfrm>
              <a:off x="0" y="-47625"/>
              <a:ext cx="4524600" cy="24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g360ad9b33eb_1_626"/>
          <p:cNvSpPr txBox="1"/>
          <p:nvPr/>
        </p:nvSpPr>
        <p:spPr>
          <a:xfrm>
            <a:off x="3220492" y="781050"/>
            <a:ext cx="118470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/>
              <a:t>Ejemplo</a:t>
            </a:r>
            <a:endParaRPr/>
          </a:p>
        </p:txBody>
      </p:sp>
      <p:sp>
        <p:nvSpPr>
          <p:cNvPr id="220" name="Google Shape;220;g360ad9b33eb_1_626"/>
          <p:cNvSpPr/>
          <p:nvPr/>
        </p:nvSpPr>
        <p:spPr>
          <a:xfrm>
            <a:off x="16248698" y="3886200"/>
            <a:ext cx="609600" cy="560070"/>
          </a:xfrm>
          <a:custGeom>
            <a:rect b="b" l="l" r="r" t="t"/>
            <a:pathLst>
              <a:path extrusionOk="0" h="746760" w="812800">
                <a:moveTo>
                  <a:pt x="452120" y="194310"/>
                </a:moveTo>
                <a:cubicBezTo>
                  <a:pt x="422910" y="335280"/>
                  <a:pt x="419100" y="449580"/>
                  <a:pt x="420370" y="449580"/>
                </a:cubicBezTo>
                <a:cubicBezTo>
                  <a:pt x="422910" y="450850"/>
                  <a:pt x="426720" y="336550"/>
                  <a:pt x="438150" y="288290"/>
                </a:cubicBezTo>
                <a:cubicBezTo>
                  <a:pt x="449580" y="245110"/>
                  <a:pt x="466090" y="203200"/>
                  <a:pt x="485140" y="171450"/>
                </a:cubicBezTo>
                <a:cubicBezTo>
                  <a:pt x="500380" y="146050"/>
                  <a:pt x="515620" y="124460"/>
                  <a:pt x="535940" y="109220"/>
                </a:cubicBezTo>
                <a:cubicBezTo>
                  <a:pt x="556260" y="92710"/>
                  <a:pt x="584200" y="81280"/>
                  <a:pt x="609600" y="76200"/>
                </a:cubicBezTo>
                <a:cubicBezTo>
                  <a:pt x="636270" y="72390"/>
                  <a:pt x="665480" y="74930"/>
                  <a:pt x="690880" y="82550"/>
                </a:cubicBezTo>
                <a:cubicBezTo>
                  <a:pt x="715010" y="91440"/>
                  <a:pt x="740410" y="106680"/>
                  <a:pt x="759460" y="125730"/>
                </a:cubicBezTo>
                <a:cubicBezTo>
                  <a:pt x="777240" y="144780"/>
                  <a:pt x="792480" y="170180"/>
                  <a:pt x="800100" y="195580"/>
                </a:cubicBezTo>
                <a:cubicBezTo>
                  <a:pt x="807720" y="220980"/>
                  <a:pt x="812800" y="247650"/>
                  <a:pt x="803910" y="275590"/>
                </a:cubicBezTo>
                <a:cubicBezTo>
                  <a:pt x="791210" y="314960"/>
                  <a:pt x="749300" y="358140"/>
                  <a:pt x="709930" y="400050"/>
                </a:cubicBezTo>
                <a:cubicBezTo>
                  <a:pt x="664210" y="450850"/>
                  <a:pt x="600710" y="524510"/>
                  <a:pt x="538480" y="551180"/>
                </a:cubicBezTo>
                <a:cubicBezTo>
                  <a:pt x="482600" y="575310"/>
                  <a:pt x="415290" y="582930"/>
                  <a:pt x="359410" y="567690"/>
                </a:cubicBezTo>
                <a:cubicBezTo>
                  <a:pt x="302260" y="552450"/>
                  <a:pt x="196850" y="490220"/>
                  <a:pt x="199390" y="458470"/>
                </a:cubicBezTo>
                <a:cubicBezTo>
                  <a:pt x="200660" y="425450"/>
                  <a:pt x="349250" y="359410"/>
                  <a:pt x="365760" y="373380"/>
                </a:cubicBezTo>
                <a:cubicBezTo>
                  <a:pt x="378460" y="383540"/>
                  <a:pt x="353060" y="447040"/>
                  <a:pt x="336550" y="477520"/>
                </a:cubicBezTo>
                <a:cubicBezTo>
                  <a:pt x="317500" y="509270"/>
                  <a:pt x="289560" y="542290"/>
                  <a:pt x="259080" y="558800"/>
                </a:cubicBezTo>
                <a:cubicBezTo>
                  <a:pt x="227330" y="574040"/>
                  <a:pt x="179070" y="577850"/>
                  <a:pt x="148590" y="575310"/>
                </a:cubicBezTo>
                <a:cubicBezTo>
                  <a:pt x="127000" y="574040"/>
                  <a:pt x="113030" y="568960"/>
                  <a:pt x="95250" y="557530"/>
                </a:cubicBezTo>
                <a:cubicBezTo>
                  <a:pt x="69850" y="541020"/>
                  <a:pt x="33020" y="508000"/>
                  <a:pt x="19050" y="476250"/>
                </a:cubicBezTo>
                <a:cubicBezTo>
                  <a:pt x="3810" y="443230"/>
                  <a:pt x="0" y="398780"/>
                  <a:pt x="7620" y="364490"/>
                </a:cubicBezTo>
                <a:cubicBezTo>
                  <a:pt x="15240" y="330200"/>
                  <a:pt x="44450" y="290830"/>
                  <a:pt x="66040" y="269240"/>
                </a:cubicBezTo>
                <a:cubicBezTo>
                  <a:pt x="80010" y="254000"/>
                  <a:pt x="96520" y="247650"/>
                  <a:pt x="114300" y="241300"/>
                </a:cubicBezTo>
                <a:cubicBezTo>
                  <a:pt x="130810" y="233680"/>
                  <a:pt x="147320" y="228600"/>
                  <a:pt x="168910" y="228600"/>
                </a:cubicBezTo>
                <a:cubicBezTo>
                  <a:pt x="199390" y="229870"/>
                  <a:pt x="247650" y="240030"/>
                  <a:pt x="276860" y="259080"/>
                </a:cubicBezTo>
                <a:cubicBezTo>
                  <a:pt x="306070" y="279400"/>
                  <a:pt x="331470" y="321310"/>
                  <a:pt x="344170" y="347980"/>
                </a:cubicBezTo>
                <a:cubicBezTo>
                  <a:pt x="351790" y="368300"/>
                  <a:pt x="354330" y="383540"/>
                  <a:pt x="353060" y="403860"/>
                </a:cubicBezTo>
                <a:cubicBezTo>
                  <a:pt x="350520" y="434340"/>
                  <a:pt x="337820" y="482600"/>
                  <a:pt x="316230" y="510540"/>
                </a:cubicBezTo>
                <a:cubicBezTo>
                  <a:pt x="294640" y="538480"/>
                  <a:pt x="251460" y="561340"/>
                  <a:pt x="223520" y="571500"/>
                </a:cubicBezTo>
                <a:cubicBezTo>
                  <a:pt x="203200" y="579120"/>
                  <a:pt x="187960" y="580390"/>
                  <a:pt x="167640" y="577850"/>
                </a:cubicBezTo>
                <a:cubicBezTo>
                  <a:pt x="137160" y="574040"/>
                  <a:pt x="90170" y="558800"/>
                  <a:pt x="63500" y="535940"/>
                </a:cubicBezTo>
                <a:cubicBezTo>
                  <a:pt x="36830" y="513080"/>
                  <a:pt x="15240" y="468630"/>
                  <a:pt x="6350" y="439420"/>
                </a:cubicBezTo>
                <a:cubicBezTo>
                  <a:pt x="1270" y="419100"/>
                  <a:pt x="1270" y="406400"/>
                  <a:pt x="3810" y="383540"/>
                </a:cubicBezTo>
                <a:cubicBezTo>
                  <a:pt x="7620" y="347980"/>
                  <a:pt x="13970" y="292100"/>
                  <a:pt x="38100" y="251460"/>
                </a:cubicBezTo>
                <a:cubicBezTo>
                  <a:pt x="64770" y="205740"/>
                  <a:pt x="114300" y="146050"/>
                  <a:pt x="166370" y="128270"/>
                </a:cubicBezTo>
                <a:cubicBezTo>
                  <a:pt x="222250" y="109220"/>
                  <a:pt x="309880" y="124460"/>
                  <a:pt x="365760" y="151130"/>
                </a:cubicBezTo>
                <a:cubicBezTo>
                  <a:pt x="419100" y="176530"/>
                  <a:pt x="506730" y="257810"/>
                  <a:pt x="499110" y="279400"/>
                </a:cubicBezTo>
                <a:cubicBezTo>
                  <a:pt x="491490" y="299720"/>
                  <a:pt x="340360" y="298450"/>
                  <a:pt x="336550" y="287020"/>
                </a:cubicBezTo>
                <a:cubicBezTo>
                  <a:pt x="334010" y="275590"/>
                  <a:pt x="444500" y="241300"/>
                  <a:pt x="472440" y="210820"/>
                </a:cubicBezTo>
                <a:cubicBezTo>
                  <a:pt x="492760" y="187960"/>
                  <a:pt x="494030" y="154940"/>
                  <a:pt x="506730" y="137160"/>
                </a:cubicBezTo>
                <a:cubicBezTo>
                  <a:pt x="515620" y="124460"/>
                  <a:pt x="525780" y="116840"/>
                  <a:pt x="535940" y="109220"/>
                </a:cubicBezTo>
                <a:cubicBezTo>
                  <a:pt x="546100" y="100330"/>
                  <a:pt x="556260" y="93980"/>
                  <a:pt x="571500" y="88900"/>
                </a:cubicBezTo>
                <a:cubicBezTo>
                  <a:pt x="591820" y="81280"/>
                  <a:pt x="624840" y="72390"/>
                  <a:pt x="650240" y="74930"/>
                </a:cubicBezTo>
                <a:cubicBezTo>
                  <a:pt x="676910" y="77470"/>
                  <a:pt x="708660" y="90170"/>
                  <a:pt x="727710" y="100330"/>
                </a:cubicBezTo>
                <a:cubicBezTo>
                  <a:pt x="741680" y="107950"/>
                  <a:pt x="749300" y="114300"/>
                  <a:pt x="759460" y="125730"/>
                </a:cubicBezTo>
                <a:cubicBezTo>
                  <a:pt x="773430" y="142240"/>
                  <a:pt x="792480" y="170180"/>
                  <a:pt x="800100" y="195580"/>
                </a:cubicBezTo>
                <a:cubicBezTo>
                  <a:pt x="807720" y="219710"/>
                  <a:pt x="808990" y="245110"/>
                  <a:pt x="803910" y="275590"/>
                </a:cubicBezTo>
                <a:cubicBezTo>
                  <a:pt x="796290" y="321310"/>
                  <a:pt x="765810" y="386080"/>
                  <a:pt x="739140" y="436880"/>
                </a:cubicBezTo>
                <a:cubicBezTo>
                  <a:pt x="711200" y="488950"/>
                  <a:pt x="680720" y="539750"/>
                  <a:pt x="640080" y="585470"/>
                </a:cubicBezTo>
                <a:cubicBezTo>
                  <a:pt x="595630" y="636270"/>
                  <a:pt x="542290" y="701040"/>
                  <a:pt x="480060" y="723900"/>
                </a:cubicBezTo>
                <a:cubicBezTo>
                  <a:pt x="419100" y="746760"/>
                  <a:pt x="330200" y="744220"/>
                  <a:pt x="270510" y="723900"/>
                </a:cubicBezTo>
                <a:cubicBezTo>
                  <a:pt x="214630" y="703580"/>
                  <a:pt x="158750" y="662940"/>
                  <a:pt x="129540" y="610870"/>
                </a:cubicBezTo>
                <a:cubicBezTo>
                  <a:pt x="96520" y="552450"/>
                  <a:pt x="99060" y="459740"/>
                  <a:pt x="101600" y="381000"/>
                </a:cubicBezTo>
                <a:cubicBezTo>
                  <a:pt x="102870" y="295910"/>
                  <a:pt x="123190" y="181610"/>
                  <a:pt x="149860" y="119380"/>
                </a:cubicBezTo>
                <a:cubicBezTo>
                  <a:pt x="166370" y="78740"/>
                  <a:pt x="184150" y="48260"/>
                  <a:pt x="213360" y="27940"/>
                </a:cubicBezTo>
                <a:cubicBezTo>
                  <a:pt x="241300" y="8890"/>
                  <a:pt x="288290" y="0"/>
                  <a:pt x="320040" y="2540"/>
                </a:cubicBezTo>
                <a:cubicBezTo>
                  <a:pt x="346710" y="3810"/>
                  <a:pt x="369570" y="12700"/>
                  <a:pt x="389890" y="29210"/>
                </a:cubicBezTo>
                <a:cubicBezTo>
                  <a:pt x="415290" y="48260"/>
                  <a:pt x="443230" y="90170"/>
                  <a:pt x="452120" y="120650"/>
                </a:cubicBezTo>
                <a:cubicBezTo>
                  <a:pt x="459740" y="144780"/>
                  <a:pt x="452120" y="194310"/>
                  <a:pt x="452120" y="194310"/>
                </a:cubicBezTo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g360ad9b33eb_1_6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655" y="1347775"/>
            <a:ext cx="9351551" cy="833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/>
          <p:nvPr/>
        </p:nvSpPr>
        <p:spPr>
          <a:xfrm>
            <a:off x="0" y="0"/>
            <a:ext cx="47616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" name="Google Shape;227;p7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228" name="Google Shape;228;p7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29" name="Google Shape;229;p7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7"/>
          <p:cNvSpPr txBox="1"/>
          <p:nvPr/>
        </p:nvSpPr>
        <p:spPr>
          <a:xfrm>
            <a:off x="4558400" y="2605125"/>
            <a:ext cx="8874300" cy="3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Resumen</a:t>
            </a:r>
            <a:endParaRPr sz="5650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11175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4450"/>
              <a:buFont typeface="League Spartan"/>
              <a:buChar char="●"/>
            </a:pP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Creacion de Módulo</a:t>
            </a:r>
            <a:endParaRPr sz="4450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11175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4450"/>
              <a:buFont typeface="League Spartan"/>
              <a:buChar char="●"/>
            </a:pP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Definición de Método</a:t>
            </a:r>
            <a:endParaRPr sz="4450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11175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4450"/>
              <a:buFont typeface="League Spartan"/>
              <a:buChar char="●"/>
            </a:pP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Definición de Función</a:t>
            </a:r>
            <a:endParaRPr sz="4450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/>
          <p:nvPr/>
        </p:nvSpPr>
        <p:spPr>
          <a:xfrm>
            <a:off x="-1" y="8159700"/>
            <a:ext cx="18288000" cy="21273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0" y="1"/>
            <a:ext cx="12174522" cy="8592030"/>
          </a:xfrm>
          <a:custGeom>
            <a:rect b="b" l="l" r="r" t="t"/>
            <a:pathLst>
              <a:path extrusionOk="0" h="2230248" w="2914308">
                <a:moveTo>
                  <a:pt x="2789848" y="2230248"/>
                </a:moveTo>
                <a:lnTo>
                  <a:pt x="124460" y="2230248"/>
                </a:lnTo>
                <a:cubicBezTo>
                  <a:pt x="55880" y="2230248"/>
                  <a:pt x="0" y="2174368"/>
                  <a:pt x="0" y="2105788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789848" y="0"/>
                </a:lnTo>
                <a:cubicBezTo>
                  <a:pt x="2858428" y="0"/>
                  <a:pt x="2914308" y="55880"/>
                  <a:pt x="2914308" y="124460"/>
                </a:cubicBezTo>
                <a:lnTo>
                  <a:pt x="2914308" y="2105788"/>
                </a:lnTo>
                <a:cubicBezTo>
                  <a:pt x="2914308" y="2174368"/>
                  <a:pt x="2858428" y="2230248"/>
                  <a:pt x="2789848" y="2230248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 txBox="1"/>
          <p:nvPr/>
        </p:nvSpPr>
        <p:spPr>
          <a:xfrm>
            <a:off x="1189475" y="1170875"/>
            <a:ext cx="10012800" cy="6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orden en el proyecto es el primer paso hacia un buen resultado.</a:t>
            </a:r>
            <a:endParaRPr sz="7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13246725" y="1984000"/>
            <a:ext cx="4135200" cy="50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Nuestro 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14087458" y="3091234"/>
            <a:ext cx="2859716" cy="4104533"/>
          </a:xfrm>
          <a:custGeom>
            <a:rect b="b" l="l" r="r" t="t"/>
            <a:pathLst>
              <a:path extrusionOk="0" h="4104533" w="2859716">
                <a:moveTo>
                  <a:pt x="0" y="0"/>
                </a:moveTo>
                <a:lnTo>
                  <a:pt x="2859716" y="0"/>
                </a:lnTo>
                <a:lnTo>
                  <a:pt x="2859716" y="4104532"/>
                </a:lnTo>
                <a:lnTo>
                  <a:pt x="0" y="4104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1"/>
          <p:cNvSpPr txBox="1"/>
          <p:nvPr/>
        </p:nvSpPr>
        <p:spPr>
          <a:xfrm>
            <a:off x="3277902" y="1334560"/>
            <a:ext cx="11616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i="0" lang="en-US" sz="4300" u="none" cap="none" strike="noStrike">
                <a:solidFill>
                  <a:srgbClr val="000000"/>
                </a:solidFill>
              </a:rPr>
              <a:t>GRACIAS POR </a:t>
            </a:r>
            <a:r>
              <a:rPr lang="en-US" sz="4300"/>
              <a:t>SU </a:t>
            </a:r>
            <a:r>
              <a:rPr i="0" lang="en-US" sz="4300" u="none" cap="none" strike="noStrike">
                <a:solidFill>
                  <a:srgbClr val="000000"/>
                </a:solidFill>
              </a:rPr>
              <a:t>ATENCIÓN!</a:t>
            </a:r>
            <a:endParaRPr sz="4300"/>
          </a:p>
        </p:txBody>
      </p:sp>
      <p:sp>
        <p:nvSpPr>
          <p:cNvPr id="245" name="Google Shape;245;p11"/>
          <p:cNvSpPr txBox="1"/>
          <p:nvPr/>
        </p:nvSpPr>
        <p:spPr>
          <a:xfrm>
            <a:off x="7332538" y="4343720"/>
            <a:ext cx="3622923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Dudas?</a:t>
            </a:r>
            <a:endParaRPr/>
          </a:p>
        </p:txBody>
      </p:sp>
      <p:sp>
        <p:nvSpPr>
          <p:cNvPr id="246" name="Google Shape;246;p11"/>
          <p:cNvSpPr txBox="1"/>
          <p:nvPr/>
        </p:nvSpPr>
        <p:spPr>
          <a:xfrm>
            <a:off x="1760680" y="8134350"/>
            <a:ext cx="14766640" cy="1327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