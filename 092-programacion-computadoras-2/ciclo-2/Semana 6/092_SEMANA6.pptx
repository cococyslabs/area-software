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0.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5" r:id="rId6"/>
    <p:sldId id="266" r:id="rId7"/>
    <p:sldId id="267" r:id="rId8"/>
    <p:sldId id="269" r:id="rId9"/>
    <p:sldId id="268" r:id="rId10"/>
    <p:sldId id="270" r:id="rId11"/>
    <p:sldId id="261" r:id="rId12"/>
    <p:sldId id="262" r:id="rId13"/>
    <p:sldId id="263" r:id="rId14"/>
    <p:sldId id="264" r:id="rId15"/>
  </p:sldIdLst>
  <p:sldSz cx="18288000" cy="10287000"/>
  <p:notesSz cx="6858000" cy="9144000"/>
  <p:embeddedFontLst>
    <p:embeddedFont>
      <p:font typeface="Impact" panose="020B0806030902050204" pitchFamily="34" charset="0"/>
      <p:regular r:id="rId17"/>
    </p:embeddedFont>
    <p:embeddedFont>
      <p:font typeface="Lobster" panose="00000500000000000000" pitchFamily="2" charset="0"/>
      <p:regular r:id="rId18"/>
    </p:embeddedFont>
    <p:embeddedFont>
      <p:font typeface="Open Sans" panose="020B0606030504020204" pitchFamily="34" charset="0"/>
      <p:regular r:id="rId19"/>
      <p:bold r:id="rId20"/>
      <p:italic r:id="rId21"/>
      <p:boldItalic r:id="rId22"/>
    </p:embeddedFont>
    <p:embeddedFont>
      <p:font typeface="Pacifico" panose="00000500000000000000" pitchFamily="2" charset="0"/>
      <p:regular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gVTfPeuph8O4z6nnE8PyMA4ke/o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1" d="100"/>
          <a:sy n="71" d="100"/>
        </p:scale>
        <p:origin x="714"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customschemas.google.com/relationships/presentationmetadata" Target="metadata"/><Relationship Id="rId30" Type="http://schemas.openxmlformats.org/officeDocument/2006/relationships/theme" Target="theme/theme1.xml"/></Relationships>
</file>

<file path=ppt/diagrams/_rels/data5.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image" Target="../media/image6.png"/></Relationships>
</file>

<file path=ppt/diagrams/_rels/data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image" Target="../media/image8.png"/></Relationships>
</file>

<file path=ppt/diagrams/_rels/drawing5.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image" Target="../media/image6.png"/></Relationships>
</file>

<file path=ppt/diagrams/_rels/drawing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image" Target="../media/image8.pn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accent6_2">
  <dgm:title val=""/>
  <dgm:desc val=""/>
  <dgm:catLst>
    <dgm:cat type="accent6" pri="16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a:alpha val="0"/>
      </a:schemeClr>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ADAB9A6-55B9-449F-8C65-52BE5A903B27}" type="doc">
      <dgm:prSet loTypeId="urn:microsoft.com/office/officeart/2005/8/layout/hierarchy1" loCatId="hierarchy" qsTypeId="urn:microsoft.com/office/officeart/2005/8/quickstyle/simple1" qsCatId="simple" csTypeId="urn:microsoft.com/office/officeart/2005/8/colors/accent3_2" csCatId="accent3" phldr="1"/>
      <dgm:spPr/>
      <dgm:t>
        <a:bodyPr/>
        <a:lstStyle/>
        <a:p>
          <a:endParaRPr lang="en-US"/>
        </a:p>
      </dgm:t>
    </dgm:pt>
    <dgm:pt modelId="{6D20B635-59E9-4832-AE87-123949191493}">
      <dgm:prSet/>
      <dgm:spPr/>
      <dgm:t>
        <a:bodyPr/>
        <a:lstStyle/>
        <a:p>
          <a:r>
            <a:rPr lang="es-GT" dirty="0"/>
            <a:t>Implementa Estructuras de Control  procedimientos en VB.NET mediante variables condicionales  ciclos para desarrollar soluciones informáticas que automaticen procesos de gestión de datos.</a:t>
          </a:r>
          <a:endParaRPr lang="en-US" dirty="0"/>
        </a:p>
      </dgm:t>
    </dgm:pt>
    <dgm:pt modelId="{22DEDBB7-D961-46E4-965C-C7616DFA5A68}" type="parTrans" cxnId="{1DF7A1D5-1272-4654-A3D6-E614703B451C}">
      <dgm:prSet/>
      <dgm:spPr/>
      <dgm:t>
        <a:bodyPr/>
        <a:lstStyle/>
        <a:p>
          <a:endParaRPr lang="en-US"/>
        </a:p>
      </dgm:t>
    </dgm:pt>
    <dgm:pt modelId="{5A122D6A-54EB-4AEA-BD1E-1EFA7A3BE2FF}" type="sibTrans" cxnId="{1DF7A1D5-1272-4654-A3D6-E614703B451C}">
      <dgm:prSet/>
      <dgm:spPr/>
      <dgm:t>
        <a:bodyPr/>
        <a:lstStyle/>
        <a:p>
          <a:endParaRPr lang="en-US"/>
        </a:p>
      </dgm:t>
    </dgm:pt>
    <dgm:pt modelId="{6A7F2BC8-8729-4489-A0B7-7EB0DC71B37E}">
      <dgm:prSet/>
      <dgm:spPr/>
      <dgm:t>
        <a:bodyPr/>
        <a:lstStyle/>
        <a:p>
          <a:r>
            <a:rPr lang="es-GT" dirty="0"/>
            <a:t>Mejorar la calidad de soluciones iniciales de programación mediante el uso ético y responsable de herramientas tecnológicas básicas para fomentar buenas practicas en la gestión de recursos computacionales en proyectos de automatización.</a:t>
          </a:r>
          <a:endParaRPr lang="en-US" dirty="0"/>
        </a:p>
      </dgm:t>
    </dgm:pt>
    <dgm:pt modelId="{216A71EC-FB41-4F4B-AB3D-6A57E6369860}" type="parTrans" cxnId="{B7EE8920-8AD1-4995-B692-A75D1F65CBDE}">
      <dgm:prSet/>
      <dgm:spPr/>
      <dgm:t>
        <a:bodyPr/>
        <a:lstStyle/>
        <a:p>
          <a:endParaRPr lang="en-US"/>
        </a:p>
      </dgm:t>
    </dgm:pt>
    <dgm:pt modelId="{942254C2-B0E2-4952-A239-8CCD9EC7DFA1}" type="sibTrans" cxnId="{B7EE8920-8AD1-4995-B692-A75D1F65CBDE}">
      <dgm:prSet/>
      <dgm:spPr/>
      <dgm:t>
        <a:bodyPr/>
        <a:lstStyle/>
        <a:p>
          <a:endParaRPr lang="en-US"/>
        </a:p>
      </dgm:t>
    </dgm:pt>
    <dgm:pt modelId="{B94A5E51-94DD-401A-8315-F4E23907DC96}" type="pres">
      <dgm:prSet presAssocID="{CADAB9A6-55B9-449F-8C65-52BE5A903B27}" presName="hierChild1" presStyleCnt="0">
        <dgm:presLayoutVars>
          <dgm:chPref val="1"/>
          <dgm:dir/>
          <dgm:animOne val="branch"/>
          <dgm:animLvl val="lvl"/>
          <dgm:resizeHandles/>
        </dgm:presLayoutVars>
      </dgm:prSet>
      <dgm:spPr/>
    </dgm:pt>
    <dgm:pt modelId="{9E85EAF8-668F-44F3-8E37-C9B9D4510BC3}" type="pres">
      <dgm:prSet presAssocID="{6D20B635-59E9-4832-AE87-123949191493}" presName="hierRoot1" presStyleCnt="0"/>
      <dgm:spPr/>
    </dgm:pt>
    <dgm:pt modelId="{47010BF1-42B2-46A0-9FA0-67B7CFCA05B4}" type="pres">
      <dgm:prSet presAssocID="{6D20B635-59E9-4832-AE87-123949191493}" presName="composite" presStyleCnt="0"/>
      <dgm:spPr/>
    </dgm:pt>
    <dgm:pt modelId="{4AC0781E-FD4B-487E-B26F-3326C2572FD4}" type="pres">
      <dgm:prSet presAssocID="{6D20B635-59E9-4832-AE87-123949191493}" presName="background" presStyleLbl="node0" presStyleIdx="0" presStyleCnt="2"/>
      <dgm:spPr/>
    </dgm:pt>
    <dgm:pt modelId="{3B26BFCC-D659-44D7-BF36-F63BA41227EF}" type="pres">
      <dgm:prSet presAssocID="{6D20B635-59E9-4832-AE87-123949191493}" presName="text" presStyleLbl="fgAcc0" presStyleIdx="0" presStyleCnt="2">
        <dgm:presLayoutVars>
          <dgm:chPref val="3"/>
        </dgm:presLayoutVars>
      </dgm:prSet>
      <dgm:spPr/>
    </dgm:pt>
    <dgm:pt modelId="{D3C2978A-A82E-46E6-B109-BC0F2CB2A161}" type="pres">
      <dgm:prSet presAssocID="{6D20B635-59E9-4832-AE87-123949191493}" presName="hierChild2" presStyleCnt="0"/>
      <dgm:spPr/>
    </dgm:pt>
    <dgm:pt modelId="{C2C70E98-734C-416E-8F8A-13B6A52EBE13}" type="pres">
      <dgm:prSet presAssocID="{6A7F2BC8-8729-4489-A0B7-7EB0DC71B37E}" presName="hierRoot1" presStyleCnt="0"/>
      <dgm:spPr/>
    </dgm:pt>
    <dgm:pt modelId="{E30B9E55-15A2-4C26-905A-BD5F480A29CC}" type="pres">
      <dgm:prSet presAssocID="{6A7F2BC8-8729-4489-A0B7-7EB0DC71B37E}" presName="composite" presStyleCnt="0"/>
      <dgm:spPr/>
    </dgm:pt>
    <dgm:pt modelId="{8CD5ACB1-CBFC-4F72-B24F-E41871159972}" type="pres">
      <dgm:prSet presAssocID="{6A7F2BC8-8729-4489-A0B7-7EB0DC71B37E}" presName="background" presStyleLbl="node0" presStyleIdx="1" presStyleCnt="2"/>
      <dgm:spPr/>
    </dgm:pt>
    <dgm:pt modelId="{F9287470-EE12-4812-9174-A4138006CC64}" type="pres">
      <dgm:prSet presAssocID="{6A7F2BC8-8729-4489-A0B7-7EB0DC71B37E}" presName="text" presStyleLbl="fgAcc0" presStyleIdx="1" presStyleCnt="2">
        <dgm:presLayoutVars>
          <dgm:chPref val="3"/>
        </dgm:presLayoutVars>
      </dgm:prSet>
      <dgm:spPr/>
    </dgm:pt>
    <dgm:pt modelId="{35A267A1-B16E-4B20-8F25-FD31417F8CFF}" type="pres">
      <dgm:prSet presAssocID="{6A7F2BC8-8729-4489-A0B7-7EB0DC71B37E}" presName="hierChild2" presStyleCnt="0"/>
      <dgm:spPr/>
    </dgm:pt>
  </dgm:ptLst>
  <dgm:cxnLst>
    <dgm:cxn modelId="{B7EE8920-8AD1-4995-B692-A75D1F65CBDE}" srcId="{CADAB9A6-55B9-449F-8C65-52BE5A903B27}" destId="{6A7F2BC8-8729-4489-A0B7-7EB0DC71B37E}" srcOrd="1" destOrd="0" parTransId="{216A71EC-FB41-4F4B-AB3D-6A57E6369860}" sibTransId="{942254C2-B0E2-4952-A239-8CCD9EC7DFA1}"/>
    <dgm:cxn modelId="{84A1557C-1FB1-4648-92B5-05A6CC113C10}" type="presOf" srcId="{CADAB9A6-55B9-449F-8C65-52BE5A903B27}" destId="{B94A5E51-94DD-401A-8315-F4E23907DC96}" srcOrd="0" destOrd="0" presId="urn:microsoft.com/office/officeart/2005/8/layout/hierarchy1"/>
    <dgm:cxn modelId="{241628C9-4FEC-4ACF-8E38-142BBFF8C913}" type="presOf" srcId="{6D20B635-59E9-4832-AE87-123949191493}" destId="{3B26BFCC-D659-44D7-BF36-F63BA41227EF}" srcOrd="0" destOrd="0" presId="urn:microsoft.com/office/officeart/2005/8/layout/hierarchy1"/>
    <dgm:cxn modelId="{1DF7A1D5-1272-4654-A3D6-E614703B451C}" srcId="{CADAB9A6-55B9-449F-8C65-52BE5A903B27}" destId="{6D20B635-59E9-4832-AE87-123949191493}" srcOrd="0" destOrd="0" parTransId="{22DEDBB7-D961-46E4-965C-C7616DFA5A68}" sibTransId="{5A122D6A-54EB-4AEA-BD1E-1EFA7A3BE2FF}"/>
    <dgm:cxn modelId="{695B69F7-3B8F-418D-8DDE-2F06E5ECEC4C}" type="presOf" srcId="{6A7F2BC8-8729-4489-A0B7-7EB0DC71B37E}" destId="{F9287470-EE12-4812-9174-A4138006CC64}" srcOrd="0" destOrd="0" presId="urn:microsoft.com/office/officeart/2005/8/layout/hierarchy1"/>
    <dgm:cxn modelId="{7FF95829-7BF0-4252-A63F-46D6E88A9863}" type="presParOf" srcId="{B94A5E51-94DD-401A-8315-F4E23907DC96}" destId="{9E85EAF8-668F-44F3-8E37-C9B9D4510BC3}" srcOrd="0" destOrd="0" presId="urn:microsoft.com/office/officeart/2005/8/layout/hierarchy1"/>
    <dgm:cxn modelId="{68ED89D2-DAEE-4F3D-94F1-044E474CA37A}" type="presParOf" srcId="{9E85EAF8-668F-44F3-8E37-C9B9D4510BC3}" destId="{47010BF1-42B2-46A0-9FA0-67B7CFCA05B4}" srcOrd="0" destOrd="0" presId="urn:microsoft.com/office/officeart/2005/8/layout/hierarchy1"/>
    <dgm:cxn modelId="{7B755D7C-9C01-4B28-A064-E12347D04F63}" type="presParOf" srcId="{47010BF1-42B2-46A0-9FA0-67B7CFCA05B4}" destId="{4AC0781E-FD4B-487E-B26F-3326C2572FD4}" srcOrd="0" destOrd="0" presId="urn:microsoft.com/office/officeart/2005/8/layout/hierarchy1"/>
    <dgm:cxn modelId="{A3C226D1-BABB-4969-A9EF-351F5E93730F}" type="presParOf" srcId="{47010BF1-42B2-46A0-9FA0-67B7CFCA05B4}" destId="{3B26BFCC-D659-44D7-BF36-F63BA41227EF}" srcOrd="1" destOrd="0" presId="urn:microsoft.com/office/officeart/2005/8/layout/hierarchy1"/>
    <dgm:cxn modelId="{3F12AAB6-3DF8-4BFC-B975-96C11F5B340A}" type="presParOf" srcId="{9E85EAF8-668F-44F3-8E37-C9B9D4510BC3}" destId="{D3C2978A-A82E-46E6-B109-BC0F2CB2A161}" srcOrd="1" destOrd="0" presId="urn:microsoft.com/office/officeart/2005/8/layout/hierarchy1"/>
    <dgm:cxn modelId="{FCA5C1DC-DB21-48BD-89CB-9C2744AD4101}" type="presParOf" srcId="{B94A5E51-94DD-401A-8315-F4E23907DC96}" destId="{C2C70E98-734C-416E-8F8A-13B6A52EBE13}" srcOrd="1" destOrd="0" presId="urn:microsoft.com/office/officeart/2005/8/layout/hierarchy1"/>
    <dgm:cxn modelId="{579F6BE3-BE0E-4A7F-932A-2D1E9DDEE003}" type="presParOf" srcId="{C2C70E98-734C-416E-8F8A-13B6A52EBE13}" destId="{E30B9E55-15A2-4C26-905A-BD5F480A29CC}" srcOrd="0" destOrd="0" presId="urn:microsoft.com/office/officeart/2005/8/layout/hierarchy1"/>
    <dgm:cxn modelId="{AC3FBE5A-91E5-48FC-A994-E2082728880B}" type="presParOf" srcId="{E30B9E55-15A2-4C26-905A-BD5F480A29CC}" destId="{8CD5ACB1-CBFC-4F72-B24F-E41871159972}" srcOrd="0" destOrd="0" presId="urn:microsoft.com/office/officeart/2005/8/layout/hierarchy1"/>
    <dgm:cxn modelId="{62582458-D203-4284-BC7B-FB44EDF0C02A}" type="presParOf" srcId="{E30B9E55-15A2-4C26-905A-BD5F480A29CC}" destId="{F9287470-EE12-4812-9174-A4138006CC64}" srcOrd="1" destOrd="0" presId="urn:microsoft.com/office/officeart/2005/8/layout/hierarchy1"/>
    <dgm:cxn modelId="{9BFE4F33-B1EF-4EDD-B72C-03F577D5AC82}" type="presParOf" srcId="{C2C70E98-734C-416E-8F8A-13B6A52EBE13}" destId="{35A267A1-B16E-4B20-8F25-FD31417F8CFF}"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2A49179-A00F-4C7C-A95E-7592BC56DCCB}"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E07D97C2-911F-418B-A3C1-DE5E00CF301B}">
      <dgm:prSet/>
      <dgm:spPr/>
      <dgm:t>
        <a:bodyPr/>
        <a:lstStyle/>
        <a:p>
          <a:r>
            <a:rPr lang="es-GT" b="1" dirty="0" err="1"/>
            <a:t>Function</a:t>
          </a:r>
          <a:r>
            <a:rPr lang="es-GT" dirty="0"/>
            <a:t>: Pueden ser invocados por su nombre desde otros procedimientos, pueden recibir argumentos y siempre devuelven un valor con el nombre de la función.</a:t>
          </a:r>
        </a:p>
        <a:p>
          <a:r>
            <a:rPr lang="es-GT" dirty="0"/>
            <a:t>Sintaxis</a:t>
          </a:r>
        </a:p>
        <a:p>
          <a:pPr>
            <a:buNone/>
          </a:pPr>
          <a:r>
            <a:rPr lang="es-GT" dirty="0"/>
            <a:t>[Modificador de acceso] </a:t>
          </a:r>
          <a:r>
            <a:rPr lang="es-GT" b="1" dirty="0" err="1"/>
            <a:t>Function</a:t>
          </a:r>
          <a:r>
            <a:rPr lang="es-GT" dirty="0"/>
            <a:t> </a:t>
          </a:r>
          <a:r>
            <a:rPr lang="es-GT" dirty="0" err="1"/>
            <a:t>nombre_funcion</a:t>
          </a:r>
          <a:r>
            <a:rPr lang="es-GT" dirty="0"/>
            <a:t>(argumentos) As tipo</a:t>
          </a:r>
        </a:p>
        <a:p>
          <a:pPr>
            <a:buNone/>
          </a:pPr>
          <a:r>
            <a:rPr lang="es-GT" dirty="0"/>
            <a:t>Instrucciones</a:t>
          </a:r>
        </a:p>
        <a:p>
          <a:pPr>
            <a:buNone/>
          </a:pPr>
          <a:r>
            <a:rPr lang="es-GT" dirty="0" err="1"/>
            <a:t>Nombre_Funcion</a:t>
          </a:r>
          <a:r>
            <a:rPr lang="es-GT" dirty="0"/>
            <a:t> = valor a retornar</a:t>
          </a:r>
        </a:p>
        <a:p>
          <a:pPr>
            <a:buNone/>
          </a:pPr>
          <a:r>
            <a:rPr lang="es-GT" b="1" dirty="0" err="1"/>
            <a:t>End</a:t>
          </a:r>
          <a:r>
            <a:rPr lang="es-GT" b="1" dirty="0"/>
            <a:t> </a:t>
          </a:r>
          <a:r>
            <a:rPr lang="es-GT" b="1" dirty="0" err="1"/>
            <a:t>Function</a:t>
          </a:r>
          <a:endParaRPr lang="en-US" dirty="0"/>
        </a:p>
      </dgm:t>
    </dgm:pt>
    <dgm:pt modelId="{52AC1CAE-A571-463D-A980-D7A6CD024E6A}" type="parTrans" cxnId="{D7F3BEA9-3BD4-45E2-A04D-0A906BB58758}">
      <dgm:prSet/>
      <dgm:spPr/>
      <dgm:t>
        <a:bodyPr/>
        <a:lstStyle/>
        <a:p>
          <a:endParaRPr lang="en-US"/>
        </a:p>
      </dgm:t>
    </dgm:pt>
    <dgm:pt modelId="{FEF8F1E8-1EE1-4BDA-BE87-3852CECABFD0}" type="sibTrans" cxnId="{D7F3BEA9-3BD4-45E2-A04D-0A906BB58758}">
      <dgm:prSet/>
      <dgm:spPr/>
      <dgm:t>
        <a:bodyPr/>
        <a:lstStyle/>
        <a:p>
          <a:endParaRPr lang="en-US"/>
        </a:p>
      </dgm:t>
    </dgm:pt>
    <dgm:pt modelId="{88D8BE2D-63FF-4E91-B954-A64DCFF7D196}">
      <dgm:prSet/>
      <dgm:spPr/>
      <dgm:t>
        <a:bodyPr/>
        <a:lstStyle/>
        <a:p>
          <a:r>
            <a:rPr lang="es-GT" b="1" dirty="0"/>
            <a:t>Sub</a:t>
          </a:r>
          <a:r>
            <a:rPr lang="es-GT" dirty="0"/>
            <a:t>: También pueden ser invocados por su nombre desde otros procedimientos, pueden recibir argumentos, pero no devuelven valores.</a:t>
          </a:r>
        </a:p>
        <a:p>
          <a:r>
            <a:rPr lang="es-GT" dirty="0"/>
            <a:t>Sintaxis</a:t>
          </a:r>
        </a:p>
        <a:p>
          <a:pPr>
            <a:buNone/>
          </a:pPr>
          <a:r>
            <a:rPr lang="es-GT" dirty="0"/>
            <a:t>[Modificador de acceso] </a:t>
          </a:r>
          <a:r>
            <a:rPr lang="es-GT" b="1" dirty="0"/>
            <a:t>Sub</a:t>
          </a:r>
          <a:r>
            <a:rPr lang="es-GT" dirty="0"/>
            <a:t> </a:t>
          </a:r>
          <a:r>
            <a:rPr lang="es-GT" dirty="0" err="1"/>
            <a:t>nombre_sub</a:t>
          </a:r>
          <a:r>
            <a:rPr lang="es-GT" dirty="0"/>
            <a:t>(argumentos)</a:t>
          </a:r>
        </a:p>
        <a:p>
          <a:pPr>
            <a:buNone/>
          </a:pPr>
          <a:r>
            <a:rPr lang="es-GT" dirty="0"/>
            <a:t>Instrucciones</a:t>
          </a:r>
        </a:p>
        <a:p>
          <a:pPr>
            <a:buNone/>
          </a:pPr>
          <a:r>
            <a:rPr lang="es-GT" b="1" dirty="0" err="1"/>
            <a:t>End</a:t>
          </a:r>
          <a:r>
            <a:rPr lang="es-GT" b="1" dirty="0"/>
            <a:t> Sub</a:t>
          </a:r>
          <a:endParaRPr lang="en-US" dirty="0"/>
        </a:p>
      </dgm:t>
    </dgm:pt>
    <dgm:pt modelId="{AF672076-C913-4DD8-8F4E-87165E3C34C8}" type="parTrans" cxnId="{9BB3D285-3AFB-497D-B2D5-03B53946AE55}">
      <dgm:prSet/>
      <dgm:spPr/>
      <dgm:t>
        <a:bodyPr/>
        <a:lstStyle/>
        <a:p>
          <a:endParaRPr lang="en-US"/>
        </a:p>
      </dgm:t>
    </dgm:pt>
    <dgm:pt modelId="{960C03B2-20CB-4A0A-9ABA-3E5EFB1C325C}" type="sibTrans" cxnId="{9BB3D285-3AFB-497D-B2D5-03B53946AE55}">
      <dgm:prSet/>
      <dgm:spPr/>
      <dgm:t>
        <a:bodyPr/>
        <a:lstStyle/>
        <a:p>
          <a:endParaRPr lang="en-US"/>
        </a:p>
      </dgm:t>
    </dgm:pt>
    <dgm:pt modelId="{6CBC0468-B7AA-43F8-86D2-D7CD07FFFF54}" type="pres">
      <dgm:prSet presAssocID="{52A49179-A00F-4C7C-A95E-7592BC56DCCB}" presName="linear" presStyleCnt="0">
        <dgm:presLayoutVars>
          <dgm:animLvl val="lvl"/>
          <dgm:resizeHandles val="exact"/>
        </dgm:presLayoutVars>
      </dgm:prSet>
      <dgm:spPr/>
    </dgm:pt>
    <dgm:pt modelId="{00F7D8E0-F465-4B57-8A56-63D2B30D637C}" type="pres">
      <dgm:prSet presAssocID="{E07D97C2-911F-418B-A3C1-DE5E00CF301B}" presName="parentText" presStyleLbl="node1" presStyleIdx="0" presStyleCnt="2">
        <dgm:presLayoutVars>
          <dgm:chMax val="0"/>
          <dgm:bulletEnabled val="1"/>
        </dgm:presLayoutVars>
      </dgm:prSet>
      <dgm:spPr/>
    </dgm:pt>
    <dgm:pt modelId="{22846F57-BCEC-47E3-A064-E9D05FE19E8D}" type="pres">
      <dgm:prSet presAssocID="{FEF8F1E8-1EE1-4BDA-BE87-3852CECABFD0}" presName="spacer" presStyleCnt="0"/>
      <dgm:spPr/>
    </dgm:pt>
    <dgm:pt modelId="{960C1C9B-C914-4FDD-9414-456656BC1E0B}" type="pres">
      <dgm:prSet presAssocID="{88D8BE2D-63FF-4E91-B954-A64DCFF7D196}" presName="parentText" presStyleLbl="node1" presStyleIdx="1" presStyleCnt="2">
        <dgm:presLayoutVars>
          <dgm:chMax val="0"/>
          <dgm:bulletEnabled val="1"/>
        </dgm:presLayoutVars>
      </dgm:prSet>
      <dgm:spPr/>
    </dgm:pt>
  </dgm:ptLst>
  <dgm:cxnLst>
    <dgm:cxn modelId="{180BE843-1234-4E4D-9BB7-EC16C3A9ED2B}" type="presOf" srcId="{52A49179-A00F-4C7C-A95E-7592BC56DCCB}" destId="{6CBC0468-B7AA-43F8-86D2-D7CD07FFFF54}" srcOrd="0" destOrd="0" presId="urn:microsoft.com/office/officeart/2005/8/layout/vList2"/>
    <dgm:cxn modelId="{9BB3D285-3AFB-497D-B2D5-03B53946AE55}" srcId="{52A49179-A00F-4C7C-A95E-7592BC56DCCB}" destId="{88D8BE2D-63FF-4E91-B954-A64DCFF7D196}" srcOrd="1" destOrd="0" parTransId="{AF672076-C913-4DD8-8F4E-87165E3C34C8}" sibTransId="{960C03B2-20CB-4A0A-9ABA-3E5EFB1C325C}"/>
    <dgm:cxn modelId="{A508FEA6-A80D-44BD-8E69-D130422CB645}" type="presOf" srcId="{E07D97C2-911F-418B-A3C1-DE5E00CF301B}" destId="{00F7D8E0-F465-4B57-8A56-63D2B30D637C}" srcOrd="0" destOrd="0" presId="urn:microsoft.com/office/officeart/2005/8/layout/vList2"/>
    <dgm:cxn modelId="{D7F3BEA9-3BD4-45E2-A04D-0A906BB58758}" srcId="{52A49179-A00F-4C7C-A95E-7592BC56DCCB}" destId="{E07D97C2-911F-418B-A3C1-DE5E00CF301B}" srcOrd="0" destOrd="0" parTransId="{52AC1CAE-A571-463D-A980-D7A6CD024E6A}" sibTransId="{FEF8F1E8-1EE1-4BDA-BE87-3852CECABFD0}"/>
    <dgm:cxn modelId="{199666B2-86D9-457F-8485-D5DC2DEDB519}" type="presOf" srcId="{88D8BE2D-63FF-4E91-B954-A64DCFF7D196}" destId="{960C1C9B-C914-4FDD-9414-456656BC1E0B}" srcOrd="0" destOrd="0" presId="urn:microsoft.com/office/officeart/2005/8/layout/vList2"/>
    <dgm:cxn modelId="{1FA08E84-F8CE-4913-9E10-79E6A51A38CF}" type="presParOf" srcId="{6CBC0468-B7AA-43F8-86D2-D7CD07FFFF54}" destId="{00F7D8E0-F465-4B57-8A56-63D2B30D637C}" srcOrd="0" destOrd="0" presId="urn:microsoft.com/office/officeart/2005/8/layout/vList2"/>
    <dgm:cxn modelId="{5C7237C2-999C-4E75-BB3E-55F80C5CE621}" type="presParOf" srcId="{6CBC0468-B7AA-43F8-86D2-D7CD07FFFF54}" destId="{22846F57-BCEC-47E3-A064-E9D05FE19E8D}" srcOrd="1" destOrd="0" presId="urn:microsoft.com/office/officeart/2005/8/layout/vList2"/>
    <dgm:cxn modelId="{4008D0DE-F170-4180-8F5C-709DEE1D4339}" type="presParOf" srcId="{6CBC0468-B7AA-43F8-86D2-D7CD07FFFF54}" destId="{960C1C9B-C914-4FDD-9414-456656BC1E0B}"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2A49179-A00F-4C7C-A95E-7592BC56DCCB}"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E07D97C2-911F-418B-A3C1-DE5E00CF301B}">
      <dgm:prSet/>
      <dgm:spPr/>
      <dgm:t>
        <a:bodyPr/>
        <a:lstStyle/>
        <a:p>
          <a:r>
            <a:rPr lang="en-US"/>
            <a:t>Consecuentemente, un procedimiento publico (Public) puede invocarse desde cualqueir parte de la aplicacion, pero un procedimiento  privado (Private) solo pude ser llamado desde otros procedimientos que esten en el mismo modulo.</a:t>
          </a:r>
          <a:endParaRPr lang="en-US" dirty="0"/>
        </a:p>
      </dgm:t>
    </dgm:pt>
    <dgm:pt modelId="{52AC1CAE-A571-463D-A980-D7A6CD024E6A}" type="parTrans" cxnId="{D7F3BEA9-3BD4-45E2-A04D-0A906BB58758}">
      <dgm:prSet/>
      <dgm:spPr/>
      <dgm:t>
        <a:bodyPr/>
        <a:lstStyle/>
        <a:p>
          <a:endParaRPr lang="en-US"/>
        </a:p>
      </dgm:t>
    </dgm:pt>
    <dgm:pt modelId="{FEF8F1E8-1EE1-4BDA-BE87-3852CECABFD0}" type="sibTrans" cxnId="{D7F3BEA9-3BD4-45E2-A04D-0A906BB58758}">
      <dgm:prSet/>
      <dgm:spPr/>
      <dgm:t>
        <a:bodyPr/>
        <a:lstStyle/>
        <a:p>
          <a:endParaRPr lang="en-US"/>
        </a:p>
      </dgm:t>
    </dgm:pt>
    <dgm:pt modelId="{88D8BE2D-63FF-4E91-B954-A64DCFF7D196}">
      <dgm:prSet/>
      <dgm:spPr/>
      <dgm:t>
        <a:bodyPr/>
        <a:lstStyle/>
        <a:p>
          <a:r>
            <a:rPr lang="en-US"/>
            <a:t>Cuando un procedimiento es llamado para su ejecucion, Visual Basic busca ese procedimiento en el modulo donde nos encontremos. Si no lo encuentra, entonces continua la busqueda en el resto de los modulos de la aplicacion</a:t>
          </a:r>
          <a:endParaRPr lang="en-US" dirty="0"/>
        </a:p>
      </dgm:t>
    </dgm:pt>
    <dgm:pt modelId="{AF672076-C913-4DD8-8F4E-87165E3C34C8}" type="parTrans" cxnId="{9BB3D285-3AFB-497D-B2D5-03B53946AE55}">
      <dgm:prSet/>
      <dgm:spPr/>
      <dgm:t>
        <a:bodyPr/>
        <a:lstStyle/>
        <a:p>
          <a:endParaRPr lang="en-US"/>
        </a:p>
      </dgm:t>
    </dgm:pt>
    <dgm:pt modelId="{960C03B2-20CB-4A0A-9ABA-3E5EFB1C325C}" type="sibTrans" cxnId="{9BB3D285-3AFB-497D-B2D5-03B53946AE55}">
      <dgm:prSet/>
      <dgm:spPr/>
      <dgm:t>
        <a:bodyPr/>
        <a:lstStyle/>
        <a:p>
          <a:endParaRPr lang="en-US"/>
        </a:p>
      </dgm:t>
    </dgm:pt>
    <dgm:pt modelId="{F551284B-CA08-4051-9465-0C3C2B477B3E}" type="pres">
      <dgm:prSet presAssocID="{52A49179-A00F-4C7C-A95E-7592BC56DCCB}" presName="hierChild1" presStyleCnt="0">
        <dgm:presLayoutVars>
          <dgm:chPref val="1"/>
          <dgm:dir/>
          <dgm:animOne val="branch"/>
          <dgm:animLvl val="lvl"/>
          <dgm:resizeHandles/>
        </dgm:presLayoutVars>
      </dgm:prSet>
      <dgm:spPr/>
    </dgm:pt>
    <dgm:pt modelId="{4A764D18-6249-4FBA-893D-09A01449FEED}" type="pres">
      <dgm:prSet presAssocID="{E07D97C2-911F-418B-A3C1-DE5E00CF301B}" presName="hierRoot1" presStyleCnt="0"/>
      <dgm:spPr/>
    </dgm:pt>
    <dgm:pt modelId="{9A9345E0-D252-445A-A6EC-64A3FC6537DC}" type="pres">
      <dgm:prSet presAssocID="{E07D97C2-911F-418B-A3C1-DE5E00CF301B}" presName="composite" presStyleCnt="0"/>
      <dgm:spPr/>
    </dgm:pt>
    <dgm:pt modelId="{40DB5A71-8B76-4FE0-AA00-D709575B1C87}" type="pres">
      <dgm:prSet presAssocID="{E07D97C2-911F-418B-A3C1-DE5E00CF301B}" presName="background" presStyleLbl="node0" presStyleIdx="0" presStyleCnt="2"/>
      <dgm:spPr/>
    </dgm:pt>
    <dgm:pt modelId="{52FE239F-3F1A-413E-BF31-B56BBA1FFA45}" type="pres">
      <dgm:prSet presAssocID="{E07D97C2-911F-418B-A3C1-DE5E00CF301B}" presName="text" presStyleLbl="fgAcc0" presStyleIdx="0" presStyleCnt="2">
        <dgm:presLayoutVars>
          <dgm:chPref val="3"/>
        </dgm:presLayoutVars>
      </dgm:prSet>
      <dgm:spPr/>
    </dgm:pt>
    <dgm:pt modelId="{0A55DC40-FBCD-4B7F-AE3E-20E0734E5DAB}" type="pres">
      <dgm:prSet presAssocID="{E07D97C2-911F-418B-A3C1-DE5E00CF301B}" presName="hierChild2" presStyleCnt="0"/>
      <dgm:spPr/>
    </dgm:pt>
    <dgm:pt modelId="{8A3D842F-8ED2-4402-95D4-4EEC30B85B29}" type="pres">
      <dgm:prSet presAssocID="{88D8BE2D-63FF-4E91-B954-A64DCFF7D196}" presName="hierRoot1" presStyleCnt="0"/>
      <dgm:spPr/>
    </dgm:pt>
    <dgm:pt modelId="{FF038EB1-E4A9-47FA-93CE-9238AD8C5F44}" type="pres">
      <dgm:prSet presAssocID="{88D8BE2D-63FF-4E91-B954-A64DCFF7D196}" presName="composite" presStyleCnt="0"/>
      <dgm:spPr/>
    </dgm:pt>
    <dgm:pt modelId="{FBCE4D42-DBFD-4362-89C1-9547E0293E99}" type="pres">
      <dgm:prSet presAssocID="{88D8BE2D-63FF-4E91-B954-A64DCFF7D196}" presName="background" presStyleLbl="node0" presStyleIdx="1" presStyleCnt="2"/>
      <dgm:spPr/>
    </dgm:pt>
    <dgm:pt modelId="{5CB9921F-9736-47C1-B452-874BC4C4A8D7}" type="pres">
      <dgm:prSet presAssocID="{88D8BE2D-63FF-4E91-B954-A64DCFF7D196}" presName="text" presStyleLbl="fgAcc0" presStyleIdx="1" presStyleCnt="2">
        <dgm:presLayoutVars>
          <dgm:chPref val="3"/>
        </dgm:presLayoutVars>
      </dgm:prSet>
      <dgm:spPr/>
    </dgm:pt>
    <dgm:pt modelId="{3BDDFC1D-8A79-4036-BAFD-09F1F77928B6}" type="pres">
      <dgm:prSet presAssocID="{88D8BE2D-63FF-4E91-B954-A64DCFF7D196}" presName="hierChild2" presStyleCnt="0"/>
      <dgm:spPr/>
    </dgm:pt>
  </dgm:ptLst>
  <dgm:cxnLst>
    <dgm:cxn modelId="{C1ADEC08-A01B-4893-9C67-32AFCF279E15}" type="presOf" srcId="{88D8BE2D-63FF-4E91-B954-A64DCFF7D196}" destId="{5CB9921F-9736-47C1-B452-874BC4C4A8D7}" srcOrd="0" destOrd="0" presId="urn:microsoft.com/office/officeart/2005/8/layout/hierarchy1"/>
    <dgm:cxn modelId="{342E5516-B2E0-4934-9BE6-3E1B5CA02280}" type="presOf" srcId="{E07D97C2-911F-418B-A3C1-DE5E00CF301B}" destId="{52FE239F-3F1A-413E-BF31-B56BBA1FFA45}" srcOrd="0" destOrd="0" presId="urn:microsoft.com/office/officeart/2005/8/layout/hierarchy1"/>
    <dgm:cxn modelId="{FF221749-E540-4F9E-A0EF-F64E05561722}" type="presOf" srcId="{52A49179-A00F-4C7C-A95E-7592BC56DCCB}" destId="{F551284B-CA08-4051-9465-0C3C2B477B3E}" srcOrd="0" destOrd="0" presId="urn:microsoft.com/office/officeart/2005/8/layout/hierarchy1"/>
    <dgm:cxn modelId="{9BB3D285-3AFB-497D-B2D5-03B53946AE55}" srcId="{52A49179-A00F-4C7C-A95E-7592BC56DCCB}" destId="{88D8BE2D-63FF-4E91-B954-A64DCFF7D196}" srcOrd="1" destOrd="0" parTransId="{AF672076-C913-4DD8-8F4E-87165E3C34C8}" sibTransId="{960C03B2-20CB-4A0A-9ABA-3E5EFB1C325C}"/>
    <dgm:cxn modelId="{D7F3BEA9-3BD4-45E2-A04D-0A906BB58758}" srcId="{52A49179-A00F-4C7C-A95E-7592BC56DCCB}" destId="{E07D97C2-911F-418B-A3C1-DE5E00CF301B}" srcOrd="0" destOrd="0" parTransId="{52AC1CAE-A571-463D-A980-D7A6CD024E6A}" sibTransId="{FEF8F1E8-1EE1-4BDA-BE87-3852CECABFD0}"/>
    <dgm:cxn modelId="{01BA1928-CF1F-4736-9AD5-069EC11C3858}" type="presParOf" srcId="{F551284B-CA08-4051-9465-0C3C2B477B3E}" destId="{4A764D18-6249-4FBA-893D-09A01449FEED}" srcOrd="0" destOrd="0" presId="urn:microsoft.com/office/officeart/2005/8/layout/hierarchy1"/>
    <dgm:cxn modelId="{51F69081-1E32-482E-B455-985D1AD3A569}" type="presParOf" srcId="{4A764D18-6249-4FBA-893D-09A01449FEED}" destId="{9A9345E0-D252-445A-A6EC-64A3FC6537DC}" srcOrd="0" destOrd="0" presId="urn:microsoft.com/office/officeart/2005/8/layout/hierarchy1"/>
    <dgm:cxn modelId="{AEE866FD-1DE1-42E7-8518-ACAF0DF08CD5}" type="presParOf" srcId="{9A9345E0-D252-445A-A6EC-64A3FC6537DC}" destId="{40DB5A71-8B76-4FE0-AA00-D709575B1C87}" srcOrd="0" destOrd="0" presId="urn:microsoft.com/office/officeart/2005/8/layout/hierarchy1"/>
    <dgm:cxn modelId="{DAD155B9-A91A-44C7-8C20-94F0E1F6BEE2}" type="presParOf" srcId="{9A9345E0-D252-445A-A6EC-64A3FC6537DC}" destId="{52FE239F-3F1A-413E-BF31-B56BBA1FFA45}" srcOrd="1" destOrd="0" presId="urn:microsoft.com/office/officeart/2005/8/layout/hierarchy1"/>
    <dgm:cxn modelId="{5957C81A-13BC-4926-BD28-BB6B82925B6E}" type="presParOf" srcId="{4A764D18-6249-4FBA-893D-09A01449FEED}" destId="{0A55DC40-FBCD-4B7F-AE3E-20E0734E5DAB}" srcOrd="1" destOrd="0" presId="urn:microsoft.com/office/officeart/2005/8/layout/hierarchy1"/>
    <dgm:cxn modelId="{E46DE38E-BA93-4744-B7F6-ED4B3F0770AE}" type="presParOf" srcId="{F551284B-CA08-4051-9465-0C3C2B477B3E}" destId="{8A3D842F-8ED2-4402-95D4-4EEC30B85B29}" srcOrd="1" destOrd="0" presId="urn:microsoft.com/office/officeart/2005/8/layout/hierarchy1"/>
    <dgm:cxn modelId="{C9C45DA1-EBD2-4145-A4F5-E2AB08D89D0E}" type="presParOf" srcId="{8A3D842F-8ED2-4402-95D4-4EEC30B85B29}" destId="{FF038EB1-E4A9-47FA-93CE-9238AD8C5F44}" srcOrd="0" destOrd="0" presId="urn:microsoft.com/office/officeart/2005/8/layout/hierarchy1"/>
    <dgm:cxn modelId="{0A86D276-5FEF-40F5-8364-508D0D228F83}" type="presParOf" srcId="{FF038EB1-E4A9-47FA-93CE-9238AD8C5F44}" destId="{FBCE4D42-DBFD-4362-89C1-9547E0293E99}" srcOrd="0" destOrd="0" presId="urn:microsoft.com/office/officeart/2005/8/layout/hierarchy1"/>
    <dgm:cxn modelId="{663791F3-92AB-4F95-AD58-1F511E5D6BB0}" type="presParOf" srcId="{FF038EB1-E4A9-47FA-93CE-9238AD8C5F44}" destId="{5CB9921F-9736-47C1-B452-874BC4C4A8D7}" srcOrd="1" destOrd="0" presId="urn:microsoft.com/office/officeart/2005/8/layout/hierarchy1"/>
    <dgm:cxn modelId="{B5B173C1-3AD0-474C-82B8-E0AFA3E3756E}" type="presParOf" srcId="{8A3D842F-8ED2-4402-95D4-4EEC30B85B29}" destId="{3BDDFC1D-8A79-4036-BAFD-09F1F77928B6}"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2A49179-A00F-4C7C-A95E-7592BC56DCCB}"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05FEA1BA-29FB-47EF-BBE6-C9CEB6E44490}">
      <dgm:prSet/>
      <dgm:spPr/>
      <dgm:t>
        <a:bodyPr/>
        <a:lstStyle/>
        <a:p>
          <a:r>
            <a:rPr lang="es-GT" dirty="0"/>
            <a:t>Una función es un procedimiento que cuando se ejecuta devuelve un resultado. La sintaxis correspondiente a una función es la siguiente:</a:t>
          </a:r>
        </a:p>
        <a:p>
          <a:endParaRPr lang="es-GT" dirty="0"/>
        </a:p>
        <a:p>
          <a:r>
            <a:rPr lang="es-GT" dirty="0"/>
            <a:t>[</a:t>
          </a:r>
          <a:r>
            <a:rPr lang="es-GT" dirty="0" err="1"/>
            <a:t>Private|Public</a:t>
          </a:r>
          <a:r>
            <a:rPr lang="es-GT" dirty="0"/>
            <a:t>] [</a:t>
          </a:r>
          <a:r>
            <a:rPr lang="es-GT" dirty="0" err="1"/>
            <a:t>Static</a:t>
          </a:r>
          <a:r>
            <a:rPr lang="es-GT" dirty="0"/>
            <a:t>] </a:t>
          </a:r>
          <a:r>
            <a:rPr lang="es-GT" dirty="0" err="1"/>
            <a:t>Function</a:t>
          </a:r>
          <a:r>
            <a:rPr lang="es-GT" dirty="0"/>
            <a:t> nombre[(parámetros)] [As tipo]</a:t>
          </a:r>
        </a:p>
        <a:p>
          <a:r>
            <a:rPr lang="es-GT" dirty="0"/>
            <a:t>    [sentencias]</a:t>
          </a:r>
        </a:p>
        <a:p>
          <a:r>
            <a:rPr lang="es-GT" dirty="0"/>
            <a:t>    [nombre = expresión]</a:t>
          </a:r>
        </a:p>
        <a:p>
          <a:r>
            <a:rPr lang="es-GT" dirty="0"/>
            <a:t>    [</a:t>
          </a:r>
          <a:r>
            <a:rPr lang="es-GT" dirty="0" err="1"/>
            <a:t>Exit</a:t>
          </a:r>
          <a:r>
            <a:rPr lang="es-GT" dirty="0"/>
            <a:t> </a:t>
          </a:r>
          <a:r>
            <a:rPr lang="es-GT" dirty="0" err="1"/>
            <a:t>Function</a:t>
          </a:r>
          <a:r>
            <a:rPr lang="es-GT" dirty="0"/>
            <a:t>]</a:t>
          </a:r>
        </a:p>
        <a:p>
          <a:r>
            <a:rPr lang="es-GT" dirty="0"/>
            <a:t>    [sentencias]</a:t>
          </a:r>
        </a:p>
        <a:p>
          <a:r>
            <a:rPr lang="es-GT" dirty="0"/>
            <a:t>    [nombre = expresión]</a:t>
          </a:r>
        </a:p>
        <a:p>
          <a:r>
            <a:rPr lang="es-GT" dirty="0" err="1"/>
            <a:t>End</a:t>
          </a:r>
          <a:r>
            <a:rPr lang="es-GT" dirty="0"/>
            <a:t> </a:t>
          </a:r>
          <a:r>
            <a:rPr lang="es-GT" dirty="0" err="1"/>
            <a:t>Function</a:t>
          </a:r>
          <a:endParaRPr lang="es-GT" dirty="0"/>
        </a:p>
      </dgm:t>
    </dgm:pt>
    <dgm:pt modelId="{9C987264-3158-4687-9E2E-FC8D1F65D57B}" type="parTrans" cxnId="{CCE304C0-837A-4EED-B5E0-9B84588131A2}">
      <dgm:prSet/>
      <dgm:spPr/>
      <dgm:t>
        <a:bodyPr/>
        <a:lstStyle/>
        <a:p>
          <a:endParaRPr lang="es-GT"/>
        </a:p>
      </dgm:t>
    </dgm:pt>
    <dgm:pt modelId="{7712113F-2946-4731-9879-942F866F39B1}" type="sibTrans" cxnId="{CCE304C0-837A-4EED-B5E0-9B84588131A2}">
      <dgm:prSet/>
      <dgm:spPr/>
      <dgm:t>
        <a:bodyPr/>
        <a:lstStyle/>
        <a:p>
          <a:endParaRPr lang="es-GT"/>
        </a:p>
      </dgm:t>
    </dgm:pt>
    <dgm:pt modelId="{304A35DE-7148-424A-8924-94B33EB60529}" type="pres">
      <dgm:prSet presAssocID="{52A49179-A00F-4C7C-A95E-7592BC56DCCB}" presName="vert0" presStyleCnt="0">
        <dgm:presLayoutVars>
          <dgm:dir/>
          <dgm:animOne val="branch"/>
          <dgm:animLvl val="lvl"/>
        </dgm:presLayoutVars>
      </dgm:prSet>
      <dgm:spPr/>
    </dgm:pt>
    <dgm:pt modelId="{B05D4D66-2E9E-4436-B080-D78504F6DF58}" type="pres">
      <dgm:prSet presAssocID="{05FEA1BA-29FB-47EF-BBE6-C9CEB6E44490}" presName="thickLine" presStyleLbl="alignNode1" presStyleIdx="0" presStyleCnt="1"/>
      <dgm:spPr/>
    </dgm:pt>
    <dgm:pt modelId="{9430C87C-637E-40B9-B017-F3DAC417B547}" type="pres">
      <dgm:prSet presAssocID="{05FEA1BA-29FB-47EF-BBE6-C9CEB6E44490}" presName="horz1" presStyleCnt="0"/>
      <dgm:spPr/>
    </dgm:pt>
    <dgm:pt modelId="{77E460E6-750A-4535-B38C-B34A8A96F1E0}" type="pres">
      <dgm:prSet presAssocID="{05FEA1BA-29FB-47EF-BBE6-C9CEB6E44490}" presName="tx1" presStyleLbl="revTx" presStyleIdx="0" presStyleCnt="1"/>
      <dgm:spPr/>
    </dgm:pt>
    <dgm:pt modelId="{A0D18478-A506-4E9E-8FAD-C662C16FAA4C}" type="pres">
      <dgm:prSet presAssocID="{05FEA1BA-29FB-47EF-BBE6-C9CEB6E44490}" presName="vert1" presStyleCnt="0"/>
      <dgm:spPr/>
    </dgm:pt>
  </dgm:ptLst>
  <dgm:cxnLst>
    <dgm:cxn modelId="{2E09DC0E-D3AB-49F0-8D90-22E0520BB4C4}" type="presOf" srcId="{52A49179-A00F-4C7C-A95E-7592BC56DCCB}" destId="{304A35DE-7148-424A-8924-94B33EB60529}" srcOrd="0" destOrd="0" presId="urn:microsoft.com/office/officeart/2008/layout/LinedList"/>
    <dgm:cxn modelId="{EC4FF9A2-EB76-4B0A-8756-0D9585EEC068}" type="presOf" srcId="{05FEA1BA-29FB-47EF-BBE6-C9CEB6E44490}" destId="{77E460E6-750A-4535-B38C-B34A8A96F1E0}" srcOrd="0" destOrd="0" presId="urn:microsoft.com/office/officeart/2008/layout/LinedList"/>
    <dgm:cxn modelId="{CCE304C0-837A-4EED-B5E0-9B84588131A2}" srcId="{52A49179-A00F-4C7C-A95E-7592BC56DCCB}" destId="{05FEA1BA-29FB-47EF-BBE6-C9CEB6E44490}" srcOrd="0" destOrd="0" parTransId="{9C987264-3158-4687-9E2E-FC8D1F65D57B}" sibTransId="{7712113F-2946-4731-9879-942F866F39B1}"/>
    <dgm:cxn modelId="{087D10DB-537A-4591-8851-7D4BCB97F7F6}" type="presParOf" srcId="{304A35DE-7148-424A-8924-94B33EB60529}" destId="{B05D4D66-2E9E-4436-B080-D78504F6DF58}" srcOrd="0" destOrd="0" presId="urn:microsoft.com/office/officeart/2008/layout/LinedList"/>
    <dgm:cxn modelId="{324DAA60-67F5-4E31-8DC6-0CCC7E71E9BF}" type="presParOf" srcId="{304A35DE-7148-424A-8924-94B33EB60529}" destId="{9430C87C-637E-40B9-B017-F3DAC417B547}" srcOrd="1" destOrd="0" presId="urn:microsoft.com/office/officeart/2008/layout/LinedList"/>
    <dgm:cxn modelId="{20E3589C-3B99-4368-A7FC-A7D72C736105}" type="presParOf" srcId="{9430C87C-637E-40B9-B017-F3DAC417B547}" destId="{77E460E6-750A-4535-B38C-B34A8A96F1E0}" srcOrd="0" destOrd="0" presId="urn:microsoft.com/office/officeart/2008/layout/LinedList"/>
    <dgm:cxn modelId="{803C2E82-0244-458A-AC49-5F97EBF9B78E}" type="presParOf" srcId="{9430C87C-637E-40B9-B017-F3DAC417B547}" destId="{A0D18478-A506-4E9E-8FAD-C662C16FAA4C}"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2A49179-A00F-4C7C-A95E-7592BC56DCCB}" type="doc">
      <dgm:prSet loTypeId="urn:microsoft.com/office/officeart/2018/2/layout/IconVerticalSolidList" loCatId="icon" qsTypeId="urn:microsoft.com/office/officeart/2005/8/quickstyle/simple1" qsCatId="simple" csTypeId="urn:microsoft.com/office/officeart/2018/5/colors/Iconchunking_neutralbg_accent6_2" csCatId="accent6" phldr="1"/>
      <dgm:spPr/>
      <dgm:t>
        <a:bodyPr/>
        <a:lstStyle/>
        <a:p>
          <a:endParaRPr lang="en-US"/>
        </a:p>
      </dgm:t>
    </dgm:pt>
    <dgm:pt modelId="{E07D97C2-911F-418B-A3C1-DE5E00CF301B}">
      <dgm:prSet/>
      <dgm:spPr/>
      <dgm:t>
        <a:bodyPr/>
        <a:lstStyle/>
        <a:p>
          <a:pPr>
            <a:lnSpc>
              <a:spcPct val="100000"/>
            </a:lnSpc>
          </a:pPr>
          <a:r>
            <a:rPr lang="es-GT" dirty="0"/>
            <a:t>La llamada a una </a:t>
          </a:r>
          <a:r>
            <a:rPr lang="es-GT" dirty="0" err="1"/>
            <a:t>funcion</a:t>
          </a:r>
          <a:r>
            <a:rPr lang="es-GT" dirty="0"/>
            <a:t> es de la forma</a:t>
          </a:r>
        </a:p>
        <a:p>
          <a:pPr>
            <a:lnSpc>
              <a:spcPct val="100000"/>
            </a:lnSpc>
          </a:pPr>
          <a:r>
            <a:rPr lang="en-US" dirty="0"/>
            <a:t>[variable = ] </a:t>
          </a:r>
          <a:r>
            <a:rPr lang="en-US" dirty="0" err="1"/>
            <a:t>nombre</a:t>
          </a:r>
          <a:r>
            <a:rPr lang="en-US" dirty="0"/>
            <a:t> [(</a:t>
          </a:r>
          <a:r>
            <a:rPr lang="en-US" dirty="0" err="1"/>
            <a:t>argumentos</a:t>
          </a:r>
          <a:r>
            <a:rPr lang="en-US" dirty="0"/>
            <a:t>)]</a:t>
          </a:r>
        </a:p>
      </dgm:t>
    </dgm:pt>
    <dgm:pt modelId="{52AC1CAE-A571-463D-A980-D7A6CD024E6A}" type="parTrans" cxnId="{D7F3BEA9-3BD4-45E2-A04D-0A906BB58758}">
      <dgm:prSet/>
      <dgm:spPr/>
      <dgm:t>
        <a:bodyPr/>
        <a:lstStyle/>
        <a:p>
          <a:endParaRPr lang="en-US"/>
        </a:p>
      </dgm:t>
    </dgm:pt>
    <dgm:pt modelId="{FEF8F1E8-1EE1-4BDA-BE87-3852CECABFD0}" type="sibTrans" cxnId="{D7F3BEA9-3BD4-45E2-A04D-0A906BB58758}">
      <dgm:prSet/>
      <dgm:spPr/>
      <dgm:t>
        <a:bodyPr/>
        <a:lstStyle/>
        <a:p>
          <a:endParaRPr lang="en-US"/>
        </a:p>
      </dgm:t>
    </dgm:pt>
    <dgm:pt modelId="{B56DDE62-6AB6-4589-833B-DDD4A03D1E1D}" type="pres">
      <dgm:prSet presAssocID="{52A49179-A00F-4C7C-A95E-7592BC56DCCB}" presName="root" presStyleCnt="0">
        <dgm:presLayoutVars>
          <dgm:dir/>
          <dgm:resizeHandles val="exact"/>
        </dgm:presLayoutVars>
      </dgm:prSet>
      <dgm:spPr/>
    </dgm:pt>
    <dgm:pt modelId="{1E9CEF9A-567B-409D-994E-24BE82E60567}" type="pres">
      <dgm:prSet presAssocID="{E07D97C2-911F-418B-A3C1-DE5E00CF301B}" presName="compNode" presStyleCnt="0"/>
      <dgm:spPr/>
    </dgm:pt>
    <dgm:pt modelId="{2EA9A514-90ED-4675-AAF2-650B803A72FB}" type="pres">
      <dgm:prSet presAssocID="{E07D97C2-911F-418B-A3C1-DE5E00CF301B}" presName="bgRect" presStyleLbl="bgShp" presStyleIdx="0" presStyleCnt="1"/>
      <dgm:spPr/>
    </dgm:pt>
    <dgm:pt modelId="{3FDCF008-FD31-410B-A244-5439B3465E8B}" type="pres">
      <dgm:prSet presAssocID="{E07D97C2-911F-418B-A3C1-DE5E00CF301B}" presName="iconRect" presStyleLbl="node1" presStyleIdx="0" presStyleCnt="1"/>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at"/>
        </a:ext>
      </dgm:extLst>
    </dgm:pt>
    <dgm:pt modelId="{50DE338E-BD6F-4197-A1EA-4E320B91280A}" type="pres">
      <dgm:prSet presAssocID="{E07D97C2-911F-418B-A3C1-DE5E00CF301B}" presName="spaceRect" presStyleCnt="0"/>
      <dgm:spPr/>
    </dgm:pt>
    <dgm:pt modelId="{BF90F065-0E80-4EB8-BC10-5C9701AE2F95}" type="pres">
      <dgm:prSet presAssocID="{E07D97C2-911F-418B-A3C1-DE5E00CF301B}" presName="parTx" presStyleLbl="revTx" presStyleIdx="0" presStyleCnt="1">
        <dgm:presLayoutVars>
          <dgm:chMax val="0"/>
          <dgm:chPref val="0"/>
        </dgm:presLayoutVars>
      </dgm:prSet>
      <dgm:spPr/>
    </dgm:pt>
  </dgm:ptLst>
  <dgm:cxnLst>
    <dgm:cxn modelId="{D7F3BEA9-3BD4-45E2-A04D-0A906BB58758}" srcId="{52A49179-A00F-4C7C-A95E-7592BC56DCCB}" destId="{E07D97C2-911F-418B-A3C1-DE5E00CF301B}" srcOrd="0" destOrd="0" parTransId="{52AC1CAE-A571-463D-A980-D7A6CD024E6A}" sibTransId="{FEF8F1E8-1EE1-4BDA-BE87-3852CECABFD0}"/>
    <dgm:cxn modelId="{9914C7EC-28C9-4488-ACD2-1AC809B74BDD}" type="presOf" srcId="{E07D97C2-911F-418B-A3C1-DE5E00CF301B}" destId="{BF90F065-0E80-4EB8-BC10-5C9701AE2F95}" srcOrd="0" destOrd="0" presId="urn:microsoft.com/office/officeart/2018/2/layout/IconVerticalSolidList"/>
    <dgm:cxn modelId="{EEE3D5F1-6325-4ED8-BDAA-3977BCB62380}" type="presOf" srcId="{52A49179-A00F-4C7C-A95E-7592BC56DCCB}" destId="{B56DDE62-6AB6-4589-833B-DDD4A03D1E1D}" srcOrd="0" destOrd="0" presId="urn:microsoft.com/office/officeart/2018/2/layout/IconVerticalSolidList"/>
    <dgm:cxn modelId="{0904FE1C-90E6-48E0-A151-5A5F798A181D}" type="presParOf" srcId="{B56DDE62-6AB6-4589-833B-DDD4A03D1E1D}" destId="{1E9CEF9A-567B-409D-994E-24BE82E60567}" srcOrd="0" destOrd="0" presId="urn:microsoft.com/office/officeart/2018/2/layout/IconVerticalSolidList"/>
    <dgm:cxn modelId="{AEF565E7-2040-496C-87B6-1759FD7289E5}" type="presParOf" srcId="{1E9CEF9A-567B-409D-994E-24BE82E60567}" destId="{2EA9A514-90ED-4675-AAF2-650B803A72FB}" srcOrd="0" destOrd="0" presId="urn:microsoft.com/office/officeart/2018/2/layout/IconVerticalSolidList"/>
    <dgm:cxn modelId="{7BD08FFD-81AF-4829-973D-98427EEAD3B4}" type="presParOf" srcId="{1E9CEF9A-567B-409D-994E-24BE82E60567}" destId="{3FDCF008-FD31-410B-A244-5439B3465E8B}" srcOrd="1" destOrd="0" presId="urn:microsoft.com/office/officeart/2018/2/layout/IconVerticalSolidList"/>
    <dgm:cxn modelId="{80F99BB8-E700-4B0A-BD87-0115A43556DF}" type="presParOf" srcId="{1E9CEF9A-567B-409D-994E-24BE82E60567}" destId="{50DE338E-BD6F-4197-A1EA-4E320B91280A}" srcOrd="2" destOrd="0" presId="urn:microsoft.com/office/officeart/2018/2/layout/IconVerticalSolidList"/>
    <dgm:cxn modelId="{427DBD3F-3C85-4D21-8ABA-8985C26D0845}" type="presParOf" srcId="{1E9CEF9A-567B-409D-994E-24BE82E60567}" destId="{BF90F065-0E80-4EB8-BC10-5C9701AE2F95}"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2A49179-A00F-4C7C-A95E-7592BC56DCCB}" type="doc">
      <dgm:prSet loTypeId="urn:microsoft.com/office/officeart/2018/2/layout/IconCircleList" loCatId="icon" qsTypeId="urn:microsoft.com/office/officeart/2005/8/quickstyle/simple1" qsCatId="simple" csTypeId="urn:microsoft.com/office/officeart/2005/8/colors/colorful2" csCatId="colorful" phldr="1"/>
      <dgm:spPr/>
      <dgm:t>
        <a:bodyPr/>
        <a:lstStyle/>
        <a:p>
          <a:endParaRPr lang="en-US"/>
        </a:p>
      </dgm:t>
    </dgm:pt>
    <dgm:pt modelId="{05FEA1BA-29FB-47EF-BBE6-C9CEB6E44490}">
      <dgm:prSet/>
      <dgm:spPr/>
      <dgm:t>
        <a:bodyPr/>
        <a:lstStyle/>
        <a:p>
          <a:pPr>
            <a:lnSpc>
              <a:spcPct val="100000"/>
            </a:lnSpc>
          </a:pPr>
          <a:r>
            <a:rPr lang="es-GT"/>
            <a:t>La sintaxis que define un procedimiento es la siguiente:</a:t>
          </a:r>
        </a:p>
        <a:p>
          <a:pPr>
            <a:lnSpc>
              <a:spcPct val="100000"/>
            </a:lnSpc>
          </a:pPr>
          <a:endParaRPr lang="es-GT"/>
        </a:p>
        <a:p>
          <a:pPr>
            <a:lnSpc>
              <a:spcPct val="100000"/>
            </a:lnSpc>
          </a:pPr>
          <a:r>
            <a:rPr lang="es-GT"/>
            <a:t>[Private|Public] [Static] Sub nombre[(parámetros)]</a:t>
          </a:r>
        </a:p>
        <a:p>
          <a:pPr>
            <a:lnSpc>
              <a:spcPct val="100000"/>
            </a:lnSpc>
          </a:pPr>
          <a:r>
            <a:rPr lang="es-GT"/>
            <a:t>    [sentencias]</a:t>
          </a:r>
        </a:p>
        <a:p>
          <a:pPr>
            <a:lnSpc>
              <a:spcPct val="100000"/>
            </a:lnSpc>
          </a:pPr>
          <a:r>
            <a:rPr lang="es-GT"/>
            <a:t>    [nombre = expresión]</a:t>
          </a:r>
        </a:p>
        <a:p>
          <a:pPr>
            <a:lnSpc>
              <a:spcPct val="100000"/>
            </a:lnSpc>
          </a:pPr>
          <a:r>
            <a:rPr lang="es-GT"/>
            <a:t>    [Exit Sub]</a:t>
          </a:r>
        </a:p>
        <a:p>
          <a:pPr>
            <a:lnSpc>
              <a:spcPct val="100000"/>
            </a:lnSpc>
          </a:pPr>
          <a:r>
            <a:rPr lang="es-GT"/>
            <a:t>    [sentencias]</a:t>
          </a:r>
        </a:p>
        <a:p>
          <a:pPr>
            <a:lnSpc>
              <a:spcPct val="100000"/>
            </a:lnSpc>
          </a:pPr>
          <a:r>
            <a:rPr lang="es-GT"/>
            <a:t>End Sub</a:t>
          </a:r>
        </a:p>
      </dgm:t>
    </dgm:pt>
    <dgm:pt modelId="{9C987264-3158-4687-9E2E-FC8D1F65D57B}" type="parTrans" cxnId="{CCE304C0-837A-4EED-B5E0-9B84588131A2}">
      <dgm:prSet/>
      <dgm:spPr/>
      <dgm:t>
        <a:bodyPr/>
        <a:lstStyle/>
        <a:p>
          <a:endParaRPr lang="es-GT"/>
        </a:p>
      </dgm:t>
    </dgm:pt>
    <dgm:pt modelId="{7712113F-2946-4731-9879-942F866F39B1}" type="sibTrans" cxnId="{CCE304C0-837A-4EED-B5E0-9B84588131A2}">
      <dgm:prSet/>
      <dgm:spPr/>
      <dgm:t>
        <a:bodyPr/>
        <a:lstStyle/>
        <a:p>
          <a:endParaRPr lang="es-GT"/>
        </a:p>
      </dgm:t>
    </dgm:pt>
    <dgm:pt modelId="{5AC0D49B-11D3-46DF-A1F5-551D32742819}" type="pres">
      <dgm:prSet presAssocID="{52A49179-A00F-4C7C-A95E-7592BC56DCCB}" presName="root" presStyleCnt="0">
        <dgm:presLayoutVars>
          <dgm:dir/>
          <dgm:resizeHandles val="exact"/>
        </dgm:presLayoutVars>
      </dgm:prSet>
      <dgm:spPr/>
    </dgm:pt>
    <dgm:pt modelId="{D4E78237-F363-4F6A-9673-F868A6289E3E}" type="pres">
      <dgm:prSet presAssocID="{52A49179-A00F-4C7C-A95E-7592BC56DCCB}" presName="container" presStyleCnt="0">
        <dgm:presLayoutVars>
          <dgm:dir/>
          <dgm:resizeHandles val="exact"/>
        </dgm:presLayoutVars>
      </dgm:prSet>
      <dgm:spPr/>
    </dgm:pt>
    <dgm:pt modelId="{72DE7FB9-72AD-4541-B2B4-5BA185D8E56B}" type="pres">
      <dgm:prSet presAssocID="{05FEA1BA-29FB-47EF-BBE6-C9CEB6E44490}" presName="compNode" presStyleCnt="0"/>
      <dgm:spPr/>
    </dgm:pt>
    <dgm:pt modelId="{1148D418-13BF-4652-B233-44C5544215B3}" type="pres">
      <dgm:prSet presAssocID="{05FEA1BA-29FB-47EF-BBE6-C9CEB6E44490}" presName="iconBgRect" presStyleLbl="bgShp" presStyleIdx="0" presStyleCnt="1"/>
      <dgm:spPr/>
    </dgm:pt>
    <dgm:pt modelId="{23146D2B-9ACB-4982-9A71-15EEBFDC18BE}" type="pres">
      <dgm:prSet presAssocID="{05FEA1BA-29FB-47EF-BBE6-C9CEB6E44490}" presName="iconRect" presStyleLbl="node1" presStyleIdx="0" presStyleCnt="1"/>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at"/>
        </a:ext>
      </dgm:extLst>
    </dgm:pt>
    <dgm:pt modelId="{EFF4C3EB-25C3-462E-B5F0-AF142811D4E2}" type="pres">
      <dgm:prSet presAssocID="{05FEA1BA-29FB-47EF-BBE6-C9CEB6E44490}" presName="spaceRect" presStyleCnt="0"/>
      <dgm:spPr/>
    </dgm:pt>
    <dgm:pt modelId="{AF59364E-D6EE-4FD4-B9A1-1691B8D3F4D4}" type="pres">
      <dgm:prSet presAssocID="{05FEA1BA-29FB-47EF-BBE6-C9CEB6E44490}" presName="textRect" presStyleLbl="revTx" presStyleIdx="0" presStyleCnt="1">
        <dgm:presLayoutVars>
          <dgm:chMax val="1"/>
          <dgm:chPref val="1"/>
        </dgm:presLayoutVars>
      </dgm:prSet>
      <dgm:spPr/>
    </dgm:pt>
  </dgm:ptLst>
  <dgm:cxnLst>
    <dgm:cxn modelId="{2C99F779-6F3E-4680-8C78-FDA2491DF589}" type="presOf" srcId="{05FEA1BA-29FB-47EF-BBE6-C9CEB6E44490}" destId="{AF59364E-D6EE-4FD4-B9A1-1691B8D3F4D4}" srcOrd="0" destOrd="0" presId="urn:microsoft.com/office/officeart/2018/2/layout/IconCircleList"/>
    <dgm:cxn modelId="{CCE304C0-837A-4EED-B5E0-9B84588131A2}" srcId="{52A49179-A00F-4C7C-A95E-7592BC56DCCB}" destId="{05FEA1BA-29FB-47EF-BBE6-C9CEB6E44490}" srcOrd="0" destOrd="0" parTransId="{9C987264-3158-4687-9E2E-FC8D1F65D57B}" sibTransId="{7712113F-2946-4731-9879-942F866F39B1}"/>
    <dgm:cxn modelId="{5A763FFB-2AD6-4AC7-8D7D-10A3C8F90EE3}" type="presOf" srcId="{52A49179-A00F-4C7C-A95E-7592BC56DCCB}" destId="{5AC0D49B-11D3-46DF-A1F5-551D32742819}" srcOrd="0" destOrd="0" presId="urn:microsoft.com/office/officeart/2018/2/layout/IconCircleList"/>
    <dgm:cxn modelId="{C8F9C180-4246-4630-A5CD-2C9FA742C56C}" type="presParOf" srcId="{5AC0D49B-11D3-46DF-A1F5-551D32742819}" destId="{D4E78237-F363-4F6A-9673-F868A6289E3E}" srcOrd="0" destOrd="0" presId="urn:microsoft.com/office/officeart/2018/2/layout/IconCircleList"/>
    <dgm:cxn modelId="{908BD9B1-E25C-49E9-99EF-4A66D5582D1F}" type="presParOf" srcId="{D4E78237-F363-4F6A-9673-F868A6289E3E}" destId="{72DE7FB9-72AD-4541-B2B4-5BA185D8E56B}" srcOrd="0" destOrd="0" presId="urn:microsoft.com/office/officeart/2018/2/layout/IconCircleList"/>
    <dgm:cxn modelId="{D0AD21DD-A53A-4DC0-AB42-BBCA4714D2AA}" type="presParOf" srcId="{72DE7FB9-72AD-4541-B2B4-5BA185D8E56B}" destId="{1148D418-13BF-4652-B233-44C5544215B3}" srcOrd="0" destOrd="0" presId="urn:microsoft.com/office/officeart/2018/2/layout/IconCircleList"/>
    <dgm:cxn modelId="{53EE460F-A223-4162-800F-862D61A58DD3}" type="presParOf" srcId="{72DE7FB9-72AD-4541-B2B4-5BA185D8E56B}" destId="{23146D2B-9ACB-4982-9A71-15EEBFDC18BE}" srcOrd="1" destOrd="0" presId="urn:microsoft.com/office/officeart/2018/2/layout/IconCircleList"/>
    <dgm:cxn modelId="{24E5C974-1BDD-46CE-8FFB-31EE281B89FC}" type="presParOf" srcId="{72DE7FB9-72AD-4541-B2B4-5BA185D8E56B}" destId="{EFF4C3EB-25C3-462E-B5F0-AF142811D4E2}" srcOrd="2" destOrd="0" presId="urn:microsoft.com/office/officeart/2018/2/layout/IconCircleList"/>
    <dgm:cxn modelId="{2BA80C0C-9A00-4289-862B-F5914B91EEDE}" type="presParOf" srcId="{72DE7FB9-72AD-4541-B2B4-5BA185D8E56B}" destId="{AF59364E-D6EE-4FD4-B9A1-1691B8D3F4D4}"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2A49179-A00F-4C7C-A95E-7592BC56DCCB}" type="doc">
      <dgm:prSet loTypeId="urn:microsoft.com/office/officeart/2005/8/layout/hierarchy1" loCatId="hierarchy" qsTypeId="urn:microsoft.com/office/officeart/2005/8/quickstyle/simple1" qsCatId="simple" csTypeId="urn:microsoft.com/office/officeart/2005/8/colors/accent3_2" csCatId="accent3" phldr="1"/>
      <dgm:spPr/>
      <dgm:t>
        <a:bodyPr/>
        <a:lstStyle/>
        <a:p>
          <a:endParaRPr lang="en-US"/>
        </a:p>
      </dgm:t>
    </dgm:pt>
    <dgm:pt modelId="{E07D97C2-911F-418B-A3C1-DE5E00CF301B}">
      <dgm:prSet/>
      <dgm:spPr/>
      <dgm:t>
        <a:bodyPr/>
        <a:lstStyle/>
        <a:p>
          <a:r>
            <a:rPr lang="es-GT" dirty="0"/>
            <a:t>Para llamar a un procedimiento publico (Sub o </a:t>
          </a:r>
          <a:r>
            <a:rPr lang="es-GT" dirty="0" err="1"/>
            <a:t>Function</a:t>
          </a:r>
          <a:r>
            <a:rPr lang="es-GT" dirty="0"/>
            <a:t>) de un formulario desde cualquier otro modulo, hay que utilizar la siguiente sintaxis:</a:t>
          </a:r>
        </a:p>
        <a:p>
          <a:endParaRPr lang="es-GT" dirty="0"/>
        </a:p>
        <a:p>
          <a:r>
            <a:rPr lang="es-GT" i="1" dirty="0" err="1"/>
            <a:t>Form.procedimiento</a:t>
          </a:r>
          <a:r>
            <a:rPr lang="es-GT" i="1" dirty="0"/>
            <a:t>(argumentos)</a:t>
          </a:r>
          <a:endParaRPr lang="en-US" i="1" dirty="0"/>
        </a:p>
      </dgm:t>
    </dgm:pt>
    <dgm:pt modelId="{52AC1CAE-A571-463D-A980-D7A6CD024E6A}" type="parTrans" cxnId="{D7F3BEA9-3BD4-45E2-A04D-0A906BB58758}">
      <dgm:prSet/>
      <dgm:spPr/>
      <dgm:t>
        <a:bodyPr/>
        <a:lstStyle/>
        <a:p>
          <a:endParaRPr lang="en-US"/>
        </a:p>
      </dgm:t>
    </dgm:pt>
    <dgm:pt modelId="{FEF8F1E8-1EE1-4BDA-BE87-3852CECABFD0}" type="sibTrans" cxnId="{D7F3BEA9-3BD4-45E2-A04D-0A906BB58758}">
      <dgm:prSet/>
      <dgm:spPr/>
      <dgm:t>
        <a:bodyPr/>
        <a:lstStyle/>
        <a:p>
          <a:endParaRPr lang="en-US"/>
        </a:p>
      </dgm:t>
    </dgm:pt>
    <dgm:pt modelId="{88D8BE2D-63FF-4E91-B954-A64DCFF7D196}">
      <dgm:prSet/>
      <dgm:spPr/>
      <dgm:t>
        <a:bodyPr/>
        <a:lstStyle/>
        <a:p>
          <a:r>
            <a:rPr lang="es-GT" dirty="0"/>
            <a:t>Donde </a:t>
          </a:r>
          <a:r>
            <a:rPr lang="es-GT" dirty="0" err="1"/>
            <a:t>form</a:t>
          </a:r>
          <a:r>
            <a:rPr lang="es-GT" dirty="0"/>
            <a:t> representa el formulario al cual pertenece el procedimiento llamado.</a:t>
          </a:r>
          <a:endParaRPr lang="en-US" dirty="0"/>
        </a:p>
      </dgm:t>
    </dgm:pt>
    <dgm:pt modelId="{AF672076-C913-4DD8-8F4E-87165E3C34C8}" type="parTrans" cxnId="{9BB3D285-3AFB-497D-B2D5-03B53946AE55}">
      <dgm:prSet/>
      <dgm:spPr/>
      <dgm:t>
        <a:bodyPr/>
        <a:lstStyle/>
        <a:p>
          <a:endParaRPr lang="en-US"/>
        </a:p>
      </dgm:t>
    </dgm:pt>
    <dgm:pt modelId="{960C03B2-20CB-4A0A-9ABA-3E5EFB1C325C}" type="sibTrans" cxnId="{9BB3D285-3AFB-497D-B2D5-03B53946AE55}">
      <dgm:prSet/>
      <dgm:spPr/>
      <dgm:t>
        <a:bodyPr/>
        <a:lstStyle/>
        <a:p>
          <a:endParaRPr lang="en-US"/>
        </a:p>
      </dgm:t>
    </dgm:pt>
    <dgm:pt modelId="{7C650A95-8E48-4809-A34E-3E3B74B721BD}" type="pres">
      <dgm:prSet presAssocID="{52A49179-A00F-4C7C-A95E-7592BC56DCCB}" presName="hierChild1" presStyleCnt="0">
        <dgm:presLayoutVars>
          <dgm:chPref val="1"/>
          <dgm:dir/>
          <dgm:animOne val="branch"/>
          <dgm:animLvl val="lvl"/>
          <dgm:resizeHandles/>
        </dgm:presLayoutVars>
      </dgm:prSet>
      <dgm:spPr/>
    </dgm:pt>
    <dgm:pt modelId="{FEEC204B-796B-4976-8A02-B36D74E8801A}" type="pres">
      <dgm:prSet presAssocID="{E07D97C2-911F-418B-A3C1-DE5E00CF301B}" presName="hierRoot1" presStyleCnt="0"/>
      <dgm:spPr/>
    </dgm:pt>
    <dgm:pt modelId="{39335358-E043-44C8-BFF7-E3E8D3B068AC}" type="pres">
      <dgm:prSet presAssocID="{E07D97C2-911F-418B-A3C1-DE5E00CF301B}" presName="composite" presStyleCnt="0"/>
      <dgm:spPr/>
    </dgm:pt>
    <dgm:pt modelId="{2CF238F4-8069-4D6F-8083-076A14E6CF4D}" type="pres">
      <dgm:prSet presAssocID="{E07D97C2-911F-418B-A3C1-DE5E00CF301B}" presName="background" presStyleLbl="node0" presStyleIdx="0" presStyleCnt="2"/>
      <dgm:spPr/>
    </dgm:pt>
    <dgm:pt modelId="{2C50BCEF-6582-4957-87DC-4BE8479A7FDC}" type="pres">
      <dgm:prSet presAssocID="{E07D97C2-911F-418B-A3C1-DE5E00CF301B}" presName="text" presStyleLbl="fgAcc0" presStyleIdx="0" presStyleCnt="2">
        <dgm:presLayoutVars>
          <dgm:chPref val="3"/>
        </dgm:presLayoutVars>
      </dgm:prSet>
      <dgm:spPr/>
    </dgm:pt>
    <dgm:pt modelId="{334C9664-53AA-4150-9F33-FBE969DB8460}" type="pres">
      <dgm:prSet presAssocID="{E07D97C2-911F-418B-A3C1-DE5E00CF301B}" presName="hierChild2" presStyleCnt="0"/>
      <dgm:spPr/>
    </dgm:pt>
    <dgm:pt modelId="{10A7F0ED-A75C-4F10-958A-C90C2C363407}" type="pres">
      <dgm:prSet presAssocID="{88D8BE2D-63FF-4E91-B954-A64DCFF7D196}" presName="hierRoot1" presStyleCnt="0"/>
      <dgm:spPr/>
    </dgm:pt>
    <dgm:pt modelId="{3B3D0AD8-5D28-44AF-85F2-9957777B8B1E}" type="pres">
      <dgm:prSet presAssocID="{88D8BE2D-63FF-4E91-B954-A64DCFF7D196}" presName="composite" presStyleCnt="0"/>
      <dgm:spPr/>
    </dgm:pt>
    <dgm:pt modelId="{BF49D3CB-699F-4869-8174-52B72CDD1298}" type="pres">
      <dgm:prSet presAssocID="{88D8BE2D-63FF-4E91-B954-A64DCFF7D196}" presName="background" presStyleLbl="node0" presStyleIdx="1" presStyleCnt="2"/>
      <dgm:spPr/>
    </dgm:pt>
    <dgm:pt modelId="{5AA782DC-9F93-44EC-8F7D-2A950FF23AF4}" type="pres">
      <dgm:prSet presAssocID="{88D8BE2D-63FF-4E91-B954-A64DCFF7D196}" presName="text" presStyleLbl="fgAcc0" presStyleIdx="1" presStyleCnt="2">
        <dgm:presLayoutVars>
          <dgm:chPref val="3"/>
        </dgm:presLayoutVars>
      </dgm:prSet>
      <dgm:spPr/>
    </dgm:pt>
    <dgm:pt modelId="{F9449CEB-7CD1-451D-8872-00912CEAA159}" type="pres">
      <dgm:prSet presAssocID="{88D8BE2D-63FF-4E91-B954-A64DCFF7D196}" presName="hierChild2" presStyleCnt="0"/>
      <dgm:spPr/>
    </dgm:pt>
  </dgm:ptLst>
  <dgm:cxnLst>
    <dgm:cxn modelId="{4B534509-2FDC-436B-B566-848AAB4A8079}" type="presOf" srcId="{88D8BE2D-63FF-4E91-B954-A64DCFF7D196}" destId="{5AA782DC-9F93-44EC-8F7D-2A950FF23AF4}" srcOrd="0" destOrd="0" presId="urn:microsoft.com/office/officeart/2005/8/layout/hierarchy1"/>
    <dgm:cxn modelId="{81DCC65B-FF4B-4FB3-AB6B-A7DC2BB8D4CF}" type="presOf" srcId="{52A49179-A00F-4C7C-A95E-7592BC56DCCB}" destId="{7C650A95-8E48-4809-A34E-3E3B74B721BD}" srcOrd="0" destOrd="0" presId="urn:microsoft.com/office/officeart/2005/8/layout/hierarchy1"/>
    <dgm:cxn modelId="{9BB3D285-3AFB-497D-B2D5-03B53946AE55}" srcId="{52A49179-A00F-4C7C-A95E-7592BC56DCCB}" destId="{88D8BE2D-63FF-4E91-B954-A64DCFF7D196}" srcOrd="1" destOrd="0" parTransId="{AF672076-C913-4DD8-8F4E-87165E3C34C8}" sibTransId="{960C03B2-20CB-4A0A-9ABA-3E5EFB1C325C}"/>
    <dgm:cxn modelId="{D7F3BEA9-3BD4-45E2-A04D-0A906BB58758}" srcId="{52A49179-A00F-4C7C-A95E-7592BC56DCCB}" destId="{E07D97C2-911F-418B-A3C1-DE5E00CF301B}" srcOrd="0" destOrd="0" parTransId="{52AC1CAE-A571-463D-A980-D7A6CD024E6A}" sibTransId="{FEF8F1E8-1EE1-4BDA-BE87-3852CECABFD0}"/>
    <dgm:cxn modelId="{22E57DAF-CD8B-4E41-B3C7-B0253AF113B9}" type="presOf" srcId="{E07D97C2-911F-418B-A3C1-DE5E00CF301B}" destId="{2C50BCEF-6582-4957-87DC-4BE8479A7FDC}" srcOrd="0" destOrd="0" presId="urn:microsoft.com/office/officeart/2005/8/layout/hierarchy1"/>
    <dgm:cxn modelId="{9CEADF83-1D6C-466D-BCA6-AA16920BE9B5}" type="presParOf" srcId="{7C650A95-8E48-4809-A34E-3E3B74B721BD}" destId="{FEEC204B-796B-4976-8A02-B36D74E8801A}" srcOrd="0" destOrd="0" presId="urn:microsoft.com/office/officeart/2005/8/layout/hierarchy1"/>
    <dgm:cxn modelId="{9EF6CE8C-9E9B-4956-8190-321E4B6718BC}" type="presParOf" srcId="{FEEC204B-796B-4976-8A02-B36D74E8801A}" destId="{39335358-E043-44C8-BFF7-E3E8D3B068AC}" srcOrd="0" destOrd="0" presId="urn:microsoft.com/office/officeart/2005/8/layout/hierarchy1"/>
    <dgm:cxn modelId="{5DCDBC14-5E3F-427F-9D2D-0CDB8093B25B}" type="presParOf" srcId="{39335358-E043-44C8-BFF7-E3E8D3B068AC}" destId="{2CF238F4-8069-4D6F-8083-076A14E6CF4D}" srcOrd="0" destOrd="0" presId="urn:microsoft.com/office/officeart/2005/8/layout/hierarchy1"/>
    <dgm:cxn modelId="{92F2A4F8-6AAE-4AEB-902A-CBE44E168F0B}" type="presParOf" srcId="{39335358-E043-44C8-BFF7-E3E8D3B068AC}" destId="{2C50BCEF-6582-4957-87DC-4BE8479A7FDC}" srcOrd="1" destOrd="0" presId="urn:microsoft.com/office/officeart/2005/8/layout/hierarchy1"/>
    <dgm:cxn modelId="{001C5DD0-D862-4A0E-91BD-2143B621C625}" type="presParOf" srcId="{FEEC204B-796B-4976-8A02-B36D74E8801A}" destId="{334C9664-53AA-4150-9F33-FBE969DB8460}" srcOrd="1" destOrd="0" presId="urn:microsoft.com/office/officeart/2005/8/layout/hierarchy1"/>
    <dgm:cxn modelId="{25244BF5-BE31-471F-8F0F-56A1D07A610E}" type="presParOf" srcId="{7C650A95-8E48-4809-A34E-3E3B74B721BD}" destId="{10A7F0ED-A75C-4F10-958A-C90C2C363407}" srcOrd="1" destOrd="0" presId="urn:microsoft.com/office/officeart/2005/8/layout/hierarchy1"/>
    <dgm:cxn modelId="{969A0CEB-DB22-48FF-B5CA-AF2BDFBD026F}" type="presParOf" srcId="{10A7F0ED-A75C-4F10-958A-C90C2C363407}" destId="{3B3D0AD8-5D28-44AF-85F2-9957777B8B1E}" srcOrd="0" destOrd="0" presId="urn:microsoft.com/office/officeart/2005/8/layout/hierarchy1"/>
    <dgm:cxn modelId="{BBF0A4EF-CDE3-43C5-86B0-317F84C9FD34}" type="presParOf" srcId="{3B3D0AD8-5D28-44AF-85F2-9957777B8B1E}" destId="{BF49D3CB-699F-4869-8174-52B72CDD1298}" srcOrd="0" destOrd="0" presId="urn:microsoft.com/office/officeart/2005/8/layout/hierarchy1"/>
    <dgm:cxn modelId="{D38A37B9-4CB1-47C8-A695-FB3377C8F7FB}" type="presParOf" srcId="{3B3D0AD8-5D28-44AF-85F2-9957777B8B1E}" destId="{5AA782DC-9F93-44EC-8F7D-2A950FF23AF4}" srcOrd="1" destOrd="0" presId="urn:microsoft.com/office/officeart/2005/8/layout/hierarchy1"/>
    <dgm:cxn modelId="{3B0935C2-FBEB-4442-8CA4-47889C2107D3}" type="presParOf" srcId="{10A7F0ED-A75C-4F10-958A-C90C2C363407}" destId="{F9449CEB-7CD1-451D-8872-00912CEAA159}"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2A49179-A00F-4C7C-A95E-7592BC56DCCB}" type="doc">
      <dgm:prSet loTypeId="urn:microsoft.com/office/officeart/2005/8/layout/hierarchy1" loCatId="hierarchy" qsTypeId="urn:microsoft.com/office/officeart/2005/8/quickstyle/simple1" qsCatId="simple" csTypeId="urn:microsoft.com/office/officeart/2005/8/colors/accent2_2" csCatId="accent2" phldr="1"/>
      <dgm:spPr/>
      <dgm:t>
        <a:bodyPr/>
        <a:lstStyle/>
        <a:p>
          <a:endParaRPr lang="en-US"/>
        </a:p>
      </dgm:t>
    </dgm:pt>
    <dgm:pt modelId="{E07D97C2-911F-418B-A3C1-DE5E00CF301B}">
      <dgm:prSet/>
      <dgm:spPr/>
      <dgm:t>
        <a:bodyPr/>
        <a:lstStyle/>
        <a:p>
          <a:endParaRPr lang="en-US" i="1" dirty="0"/>
        </a:p>
      </dgm:t>
    </dgm:pt>
    <dgm:pt modelId="{52AC1CAE-A571-463D-A980-D7A6CD024E6A}" type="parTrans" cxnId="{D7F3BEA9-3BD4-45E2-A04D-0A906BB58758}">
      <dgm:prSet/>
      <dgm:spPr/>
      <dgm:t>
        <a:bodyPr/>
        <a:lstStyle/>
        <a:p>
          <a:endParaRPr lang="en-US"/>
        </a:p>
      </dgm:t>
    </dgm:pt>
    <dgm:pt modelId="{FEF8F1E8-1EE1-4BDA-BE87-3852CECABFD0}" type="sibTrans" cxnId="{D7F3BEA9-3BD4-45E2-A04D-0A906BB58758}">
      <dgm:prSet/>
      <dgm:spPr/>
      <dgm:t>
        <a:bodyPr/>
        <a:lstStyle/>
        <a:p>
          <a:endParaRPr lang="en-US"/>
        </a:p>
      </dgm:t>
    </dgm:pt>
    <dgm:pt modelId="{88D8BE2D-63FF-4E91-B954-A64DCFF7D196}">
      <dgm:prSet/>
      <dgm:spPr/>
      <dgm:t>
        <a:bodyPr/>
        <a:lstStyle/>
        <a:p>
          <a:r>
            <a:rPr lang="es-GT" dirty="0"/>
            <a:t>En este caso se trata de un proceso predefinido, pero la regla se aplica exactamente igual a los procedimientos definidos por el usuario.</a:t>
          </a:r>
        </a:p>
        <a:p>
          <a:endParaRPr lang="es-GT" dirty="0"/>
        </a:p>
        <a:p>
          <a:r>
            <a:rPr lang="es-GT" dirty="0"/>
            <a:t>Para llamar a un procedimiento publico de un modulo estándar desde cualquier otro modulo, puede hacerlo de las dos formas:</a:t>
          </a:r>
        </a:p>
        <a:p>
          <a:r>
            <a:rPr lang="es-GT" i="1" dirty="0" err="1"/>
            <a:t>Modulo.procedimiento</a:t>
          </a:r>
          <a:r>
            <a:rPr lang="es-GT" i="1" dirty="0"/>
            <a:t>(argumentos)</a:t>
          </a:r>
        </a:p>
        <a:p>
          <a:r>
            <a:rPr lang="es-GT" i="1" dirty="0"/>
            <a:t>Procedimiento(argumentos)</a:t>
          </a:r>
        </a:p>
        <a:p>
          <a:endParaRPr lang="es-GT" i="1" dirty="0"/>
        </a:p>
        <a:p>
          <a:r>
            <a:rPr lang="en-US" i="0" dirty="0"/>
            <a:t>Donde modulo se </a:t>
          </a:r>
          <a:r>
            <a:rPr lang="en-US" i="0" dirty="0" err="1"/>
            <a:t>refiere</a:t>
          </a:r>
          <a:r>
            <a:rPr lang="en-US" i="0" dirty="0"/>
            <a:t> al </a:t>
          </a:r>
          <a:r>
            <a:rPr lang="en-US" i="0" dirty="0" err="1"/>
            <a:t>nombre</a:t>
          </a:r>
          <a:r>
            <a:rPr lang="en-US" i="0" dirty="0"/>
            <a:t> del modulo al que </a:t>
          </a:r>
          <a:r>
            <a:rPr lang="en-US" i="0" dirty="0" err="1"/>
            <a:t>pertenece</a:t>
          </a:r>
          <a:r>
            <a:rPr lang="en-US" i="0" dirty="0"/>
            <a:t> </a:t>
          </a:r>
          <a:r>
            <a:rPr lang="en-US" i="0" dirty="0" err="1"/>
            <a:t>el</a:t>
          </a:r>
          <a:r>
            <a:rPr lang="en-US" i="0" dirty="0"/>
            <a:t> </a:t>
          </a:r>
          <a:r>
            <a:rPr lang="en-US" i="0" dirty="0" err="1"/>
            <a:t>procedimiento</a:t>
          </a:r>
          <a:r>
            <a:rPr lang="en-US" i="0" dirty="0"/>
            <a:t>. El </a:t>
          </a:r>
          <a:r>
            <a:rPr lang="en-US" i="0" dirty="0" err="1"/>
            <a:t>nombre</a:t>
          </a:r>
          <a:r>
            <a:rPr lang="en-US" i="0" dirty="0"/>
            <a:t> del modulo sera </a:t>
          </a:r>
          <a:r>
            <a:rPr lang="en-US" i="0" dirty="0" err="1"/>
            <a:t>obligatorio</a:t>
          </a:r>
          <a:r>
            <a:rPr lang="en-US" i="0" dirty="0"/>
            <a:t> </a:t>
          </a:r>
          <a:r>
            <a:rPr lang="en-US" i="0" dirty="0" err="1"/>
            <a:t>especificarlo</a:t>
          </a:r>
          <a:r>
            <a:rPr lang="en-US" i="0" dirty="0"/>
            <a:t> </a:t>
          </a:r>
          <a:r>
            <a:rPr lang="en-US" i="0" dirty="0" err="1"/>
            <a:t>cuando</a:t>
          </a:r>
          <a:r>
            <a:rPr lang="en-US" i="0" dirty="0"/>
            <a:t> </a:t>
          </a:r>
          <a:r>
            <a:rPr lang="en-US" i="0" dirty="0" err="1"/>
            <a:t>existan</a:t>
          </a:r>
          <a:r>
            <a:rPr lang="en-US" i="0" dirty="0"/>
            <a:t> dos o mas </a:t>
          </a:r>
          <a:r>
            <a:rPr lang="en-US" i="0" dirty="0" err="1"/>
            <a:t>procedimientos</a:t>
          </a:r>
          <a:r>
            <a:rPr lang="en-US" i="0" dirty="0"/>
            <a:t> con </a:t>
          </a:r>
          <a:r>
            <a:rPr lang="en-US" i="0" dirty="0" err="1"/>
            <a:t>el</a:t>
          </a:r>
          <a:r>
            <a:rPr lang="en-US" i="0" dirty="0"/>
            <a:t> </a:t>
          </a:r>
          <a:r>
            <a:rPr lang="en-US" i="0" dirty="0" err="1"/>
            <a:t>mismo</a:t>
          </a:r>
          <a:r>
            <a:rPr lang="en-US" i="0" dirty="0"/>
            <a:t> </a:t>
          </a:r>
          <a:r>
            <a:rPr lang="en-US" i="0" dirty="0" err="1"/>
            <a:t>nombre</a:t>
          </a:r>
          <a:r>
            <a:rPr lang="en-US" i="0" dirty="0"/>
            <a:t> de </a:t>
          </a:r>
          <a:r>
            <a:rPr lang="en-US" i="0" dirty="0" err="1"/>
            <a:t>diferentes</a:t>
          </a:r>
          <a:r>
            <a:rPr lang="en-US" i="0" dirty="0"/>
            <a:t> </a:t>
          </a:r>
          <a:r>
            <a:rPr lang="en-US" i="0" dirty="0" err="1"/>
            <a:t>modulos</a:t>
          </a:r>
          <a:r>
            <a:rPr lang="en-US" i="0" dirty="0"/>
            <a:t>.</a:t>
          </a:r>
        </a:p>
      </dgm:t>
    </dgm:pt>
    <dgm:pt modelId="{AF672076-C913-4DD8-8F4E-87165E3C34C8}" type="parTrans" cxnId="{9BB3D285-3AFB-497D-B2D5-03B53946AE55}">
      <dgm:prSet/>
      <dgm:spPr/>
      <dgm:t>
        <a:bodyPr/>
        <a:lstStyle/>
        <a:p>
          <a:endParaRPr lang="en-US"/>
        </a:p>
      </dgm:t>
    </dgm:pt>
    <dgm:pt modelId="{960C03B2-20CB-4A0A-9ABA-3E5EFB1C325C}" type="sibTrans" cxnId="{9BB3D285-3AFB-497D-B2D5-03B53946AE55}">
      <dgm:prSet/>
      <dgm:spPr/>
      <dgm:t>
        <a:bodyPr/>
        <a:lstStyle/>
        <a:p>
          <a:endParaRPr lang="en-US"/>
        </a:p>
      </dgm:t>
    </dgm:pt>
    <dgm:pt modelId="{18DDD4BB-F002-4302-8169-892DC2B32BDF}" type="pres">
      <dgm:prSet presAssocID="{52A49179-A00F-4C7C-A95E-7592BC56DCCB}" presName="hierChild1" presStyleCnt="0">
        <dgm:presLayoutVars>
          <dgm:chPref val="1"/>
          <dgm:dir/>
          <dgm:animOne val="branch"/>
          <dgm:animLvl val="lvl"/>
          <dgm:resizeHandles/>
        </dgm:presLayoutVars>
      </dgm:prSet>
      <dgm:spPr/>
    </dgm:pt>
    <dgm:pt modelId="{DECA8566-598A-4112-9DEF-485C78495B76}" type="pres">
      <dgm:prSet presAssocID="{E07D97C2-911F-418B-A3C1-DE5E00CF301B}" presName="hierRoot1" presStyleCnt="0"/>
      <dgm:spPr/>
    </dgm:pt>
    <dgm:pt modelId="{E6D0E191-19A4-43C6-BAD1-6F2C19795E8D}" type="pres">
      <dgm:prSet presAssocID="{E07D97C2-911F-418B-A3C1-DE5E00CF301B}" presName="composite" presStyleCnt="0"/>
      <dgm:spPr/>
    </dgm:pt>
    <dgm:pt modelId="{B67DBC99-645D-4C94-B898-3D14E66BEE40}" type="pres">
      <dgm:prSet presAssocID="{E07D97C2-911F-418B-A3C1-DE5E00CF301B}" presName="background" presStyleLbl="node0" presStyleIdx="0" presStyleCnt="2"/>
      <dgm:spPr/>
    </dgm:pt>
    <dgm:pt modelId="{1675BFA6-3E6C-4BEC-A47B-704D378E702D}" type="pres">
      <dgm:prSet presAssocID="{E07D97C2-911F-418B-A3C1-DE5E00CF301B}" presName="text" presStyleLbl="fgAcc0" presStyleIdx="0" presStyleCnt="2">
        <dgm:presLayoutVars>
          <dgm:chPref val="3"/>
        </dgm:presLayoutVars>
      </dgm:prSet>
      <dgm:spPr/>
    </dgm:pt>
    <dgm:pt modelId="{520EC9B8-9544-412E-81D5-60A15345556F}" type="pres">
      <dgm:prSet presAssocID="{E07D97C2-911F-418B-A3C1-DE5E00CF301B}" presName="hierChild2" presStyleCnt="0"/>
      <dgm:spPr/>
    </dgm:pt>
    <dgm:pt modelId="{F155520B-BDDE-4F00-BD48-E149E4A9FD69}" type="pres">
      <dgm:prSet presAssocID="{88D8BE2D-63FF-4E91-B954-A64DCFF7D196}" presName="hierRoot1" presStyleCnt="0"/>
      <dgm:spPr/>
    </dgm:pt>
    <dgm:pt modelId="{A17C912C-C908-4E84-98EB-481C4E64487B}" type="pres">
      <dgm:prSet presAssocID="{88D8BE2D-63FF-4E91-B954-A64DCFF7D196}" presName="composite" presStyleCnt="0"/>
      <dgm:spPr/>
    </dgm:pt>
    <dgm:pt modelId="{D2839553-953D-4901-AF16-2F3037B2530F}" type="pres">
      <dgm:prSet presAssocID="{88D8BE2D-63FF-4E91-B954-A64DCFF7D196}" presName="background" presStyleLbl="node0" presStyleIdx="1" presStyleCnt="2"/>
      <dgm:spPr/>
    </dgm:pt>
    <dgm:pt modelId="{5A70C030-289F-4F8E-83A4-8FBF7D94F1DE}" type="pres">
      <dgm:prSet presAssocID="{88D8BE2D-63FF-4E91-B954-A64DCFF7D196}" presName="text" presStyleLbl="fgAcc0" presStyleIdx="1" presStyleCnt="2">
        <dgm:presLayoutVars>
          <dgm:chPref val="3"/>
        </dgm:presLayoutVars>
      </dgm:prSet>
      <dgm:spPr/>
    </dgm:pt>
    <dgm:pt modelId="{6F27E926-FC42-452D-A1F8-6CDAA2B5CFE5}" type="pres">
      <dgm:prSet presAssocID="{88D8BE2D-63FF-4E91-B954-A64DCFF7D196}" presName="hierChild2" presStyleCnt="0"/>
      <dgm:spPr/>
    </dgm:pt>
  </dgm:ptLst>
  <dgm:cxnLst>
    <dgm:cxn modelId="{9BB3D285-3AFB-497D-B2D5-03B53946AE55}" srcId="{52A49179-A00F-4C7C-A95E-7592BC56DCCB}" destId="{88D8BE2D-63FF-4E91-B954-A64DCFF7D196}" srcOrd="1" destOrd="0" parTransId="{AF672076-C913-4DD8-8F4E-87165E3C34C8}" sibTransId="{960C03B2-20CB-4A0A-9ABA-3E5EFB1C325C}"/>
    <dgm:cxn modelId="{4D71D88F-FBF0-4BB0-AEE3-2AC8C0B1232F}" type="presOf" srcId="{E07D97C2-911F-418B-A3C1-DE5E00CF301B}" destId="{1675BFA6-3E6C-4BEC-A47B-704D378E702D}" srcOrd="0" destOrd="0" presId="urn:microsoft.com/office/officeart/2005/8/layout/hierarchy1"/>
    <dgm:cxn modelId="{D7F3BEA9-3BD4-45E2-A04D-0A906BB58758}" srcId="{52A49179-A00F-4C7C-A95E-7592BC56DCCB}" destId="{E07D97C2-911F-418B-A3C1-DE5E00CF301B}" srcOrd="0" destOrd="0" parTransId="{52AC1CAE-A571-463D-A980-D7A6CD024E6A}" sibTransId="{FEF8F1E8-1EE1-4BDA-BE87-3852CECABFD0}"/>
    <dgm:cxn modelId="{31A1F4D6-1F39-4DFD-8A7D-E856567F6D8F}" type="presOf" srcId="{88D8BE2D-63FF-4E91-B954-A64DCFF7D196}" destId="{5A70C030-289F-4F8E-83A4-8FBF7D94F1DE}" srcOrd="0" destOrd="0" presId="urn:microsoft.com/office/officeart/2005/8/layout/hierarchy1"/>
    <dgm:cxn modelId="{8DA7E3F9-A274-48FB-B16F-2D417017DBD2}" type="presOf" srcId="{52A49179-A00F-4C7C-A95E-7592BC56DCCB}" destId="{18DDD4BB-F002-4302-8169-892DC2B32BDF}" srcOrd="0" destOrd="0" presId="urn:microsoft.com/office/officeart/2005/8/layout/hierarchy1"/>
    <dgm:cxn modelId="{D51475A8-F626-40DC-B482-44695510AEFA}" type="presParOf" srcId="{18DDD4BB-F002-4302-8169-892DC2B32BDF}" destId="{DECA8566-598A-4112-9DEF-485C78495B76}" srcOrd="0" destOrd="0" presId="urn:microsoft.com/office/officeart/2005/8/layout/hierarchy1"/>
    <dgm:cxn modelId="{4D0BC623-E172-4A31-94C5-E93C09CB6E07}" type="presParOf" srcId="{DECA8566-598A-4112-9DEF-485C78495B76}" destId="{E6D0E191-19A4-43C6-BAD1-6F2C19795E8D}" srcOrd="0" destOrd="0" presId="urn:microsoft.com/office/officeart/2005/8/layout/hierarchy1"/>
    <dgm:cxn modelId="{5D4BC1A0-B752-4142-8FEA-82FE1CD28FBF}" type="presParOf" srcId="{E6D0E191-19A4-43C6-BAD1-6F2C19795E8D}" destId="{B67DBC99-645D-4C94-B898-3D14E66BEE40}" srcOrd="0" destOrd="0" presId="urn:microsoft.com/office/officeart/2005/8/layout/hierarchy1"/>
    <dgm:cxn modelId="{C269F7DF-4104-49E7-8DBD-D24A4284CE11}" type="presParOf" srcId="{E6D0E191-19A4-43C6-BAD1-6F2C19795E8D}" destId="{1675BFA6-3E6C-4BEC-A47B-704D378E702D}" srcOrd="1" destOrd="0" presId="urn:microsoft.com/office/officeart/2005/8/layout/hierarchy1"/>
    <dgm:cxn modelId="{901BC3A5-AE37-44A3-BD6E-53C127E9BBE5}" type="presParOf" srcId="{DECA8566-598A-4112-9DEF-485C78495B76}" destId="{520EC9B8-9544-412E-81D5-60A15345556F}" srcOrd="1" destOrd="0" presId="urn:microsoft.com/office/officeart/2005/8/layout/hierarchy1"/>
    <dgm:cxn modelId="{AE31E66F-6A2A-424F-8D7E-7BDD798E5B1A}" type="presParOf" srcId="{18DDD4BB-F002-4302-8169-892DC2B32BDF}" destId="{F155520B-BDDE-4F00-BD48-E149E4A9FD69}" srcOrd="1" destOrd="0" presId="urn:microsoft.com/office/officeart/2005/8/layout/hierarchy1"/>
    <dgm:cxn modelId="{465FB462-5419-48BB-BD53-6BB5FAF34274}" type="presParOf" srcId="{F155520B-BDDE-4F00-BD48-E149E4A9FD69}" destId="{A17C912C-C908-4E84-98EB-481C4E64487B}" srcOrd="0" destOrd="0" presId="urn:microsoft.com/office/officeart/2005/8/layout/hierarchy1"/>
    <dgm:cxn modelId="{40FF63E6-9491-4396-AA1E-A0D613A3CEA0}" type="presParOf" srcId="{A17C912C-C908-4E84-98EB-481C4E64487B}" destId="{D2839553-953D-4901-AF16-2F3037B2530F}" srcOrd="0" destOrd="0" presId="urn:microsoft.com/office/officeart/2005/8/layout/hierarchy1"/>
    <dgm:cxn modelId="{9D67D5C0-35DE-4A89-A9BF-B5F8461619CC}" type="presParOf" srcId="{A17C912C-C908-4E84-98EB-481C4E64487B}" destId="{5A70C030-289F-4F8E-83A4-8FBF7D94F1DE}" srcOrd="1" destOrd="0" presId="urn:microsoft.com/office/officeart/2005/8/layout/hierarchy1"/>
    <dgm:cxn modelId="{F68E6CF6-2F8A-4A4A-B6AB-034F0008E001}" type="presParOf" srcId="{F155520B-BDDE-4F00-BD48-E149E4A9FD69}" destId="{6F27E926-FC42-452D-A1F8-6CDAA2B5CFE5}"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C0781E-FD4B-487E-B26F-3326C2572FD4}">
      <dsp:nvSpPr>
        <dsp:cNvPr id="0" name=""/>
        <dsp:cNvSpPr/>
      </dsp:nvSpPr>
      <dsp:spPr>
        <a:xfrm>
          <a:off x="2000" y="166475"/>
          <a:ext cx="7023317" cy="4459806"/>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B26BFCC-D659-44D7-BF36-F63BA41227EF}">
      <dsp:nvSpPr>
        <dsp:cNvPr id="0" name=""/>
        <dsp:cNvSpPr/>
      </dsp:nvSpPr>
      <dsp:spPr>
        <a:xfrm>
          <a:off x="782369" y="907825"/>
          <a:ext cx="7023317" cy="445980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s-GT" sz="3300" kern="1200" dirty="0"/>
            <a:t>Implementa Estructuras de Control  procedimientos en VB.NET mediante variables condicionales  ciclos para desarrollar soluciones informáticas que automaticen procesos de gestión de datos.</a:t>
          </a:r>
          <a:endParaRPr lang="en-US" sz="3300" kern="1200" dirty="0"/>
        </a:p>
      </dsp:txBody>
      <dsp:txXfrm>
        <a:off x="912992" y="1038448"/>
        <a:ext cx="6762071" cy="4198560"/>
      </dsp:txXfrm>
    </dsp:sp>
    <dsp:sp modelId="{8CD5ACB1-CBFC-4F72-B24F-E41871159972}">
      <dsp:nvSpPr>
        <dsp:cNvPr id="0" name=""/>
        <dsp:cNvSpPr/>
      </dsp:nvSpPr>
      <dsp:spPr>
        <a:xfrm>
          <a:off x="8586055" y="166475"/>
          <a:ext cx="7023317" cy="4459806"/>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9287470-EE12-4812-9174-A4138006CC64}">
      <dsp:nvSpPr>
        <dsp:cNvPr id="0" name=""/>
        <dsp:cNvSpPr/>
      </dsp:nvSpPr>
      <dsp:spPr>
        <a:xfrm>
          <a:off x="9366424" y="907825"/>
          <a:ext cx="7023317" cy="445980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s-GT" sz="3300" kern="1200" dirty="0"/>
            <a:t>Mejorar la calidad de soluciones iniciales de programación mediante el uso ético y responsable de herramientas tecnológicas básicas para fomentar buenas practicas en la gestión de recursos computacionales en proyectos de automatización.</a:t>
          </a:r>
          <a:endParaRPr lang="en-US" sz="3300" kern="1200" dirty="0"/>
        </a:p>
      </dsp:txBody>
      <dsp:txXfrm>
        <a:off x="9497047" y="1038448"/>
        <a:ext cx="6762071" cy="41985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F7D8E0-F465-4B57-8A56-63D2B30D637C}">
      <dsp:nvSpPr>
        <dsp:cNvPr id="0" name=""/>
        <dsp:cNvSpPr/>
      </dsp:nvSpPr>
      <dsp:spPr>
        <a:xfrm>
          <a:off x="0" y="362767"/>
          <a:ext cx="9380583" cy="339768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s-GT" sz="2200" b="1" kern="1200" dirty="0" err="1"/>
            <a:t>Function</a:t>
          </a:r>
          <a:r>
            <a:rPr lang="es-GT" sz="2200" kern="1200" dirty="0"/>
            <a:t>: Pueden ser invocados por su nombre desde otros procedimientos, pueden recibir argumentos y siempre devuelven un valor con el nombre de la función.</a:t>
          </a:r>
        </a:p>
        <a:p>
          <a:pPr marL="0" lvl="0" indent="0" algn="l" defTabSz="977900">
            <a:lnSpc>
              <a:spcPct val="90000"/>
            </a:lnSpc>
            <a:spcBef>
              <a:spcPct val="0"/>
            </a:spcBef>
            <a:spcAft>
              <a:spcPct val="35000"/>
            </a:spcAft>
            <a:buNone/>
          </a:pPr>
          <a:r>
            <a:rPr lang="es-GT" sz="2200" kern="1200" dirty="0"/>
            <a:t>Sintaxis</a:t>
          </a:r>
        </a:p>
        <a:p>
          <a:pPr marL="0" lvl="0" indent="0" algn="l" defTabSz="977900">
            <a:lnSpc>
              <a:spcPct val="90000"/>
            </a:lnSpc>
            <a:spcBef>
              <a:spcPct val="0"/>
            </a:spcBef>
            <a:spcAft>
              <a:spcPct val="35000"/>
            </a:spcAft>
            <a:buNone/>
          </a:pPr>
          <a:r>
            <a:rPr lang="es-GT" sz="2200" kern="1200" dirty="0"/>
            <a:t>[Modificador de acceso] </a:t>
          </a:r>
          <a:r>
            <a:rPr lang="es-GT" sz="2200" b="1" kern="1200" dirty="0" err="1"/>
            <a:t>Function</a:t>
          </a:r>
          <a:r>
            <a:rPr lang="es-GT" sz="2200" kern="1200" dirty="0"/>
            <a:t> </a:t>
          </a:r>
          <a:r>
            <a:rPr lang="es-GT" sz="2200" kern="1200" dirty="0" err="1"/>
            <a:t>nombre_funcion</a:t>
          </a:r>
          <a:r>
            <a:rPr lang="es-GT" sz="2200" kern="1200" dirty="0"/>
            <a:t>(argumentos) As tipo</a:t>
          </a:r>
        </a:p>
        <a:p>
          <a:pPr marL="0" lvl="0" indent="0" algn="l" defTabSz="977900">
            <a:lnSpc>
              <a:spcPct val="90000"/>
            </a:lnSpc>
            <a:spcBef>
              <a:spcPct val="0"/>
            </a:spcBef>
            <a:spcAft>
              <a:spcPct val="35000"/>
            </a:spcAft>
            <a:buNone/>
          </a:pPr>
          <a:r>
            <a:rPr lang="es-GT" sz="2200" kern="1200" dirty="0"/>
            <a:t>Instrucciones</a:t>
          </a:r>
        </a:p>
        <a:p>
          <a:pPr marL="0" lvl="0" indent="0" algn="l" defTabSz="977900">
            <a:lnSpc>
              <a:spcPct val="90000"/>
            </a:lnSpc>
            <a:spcBef>
              <a:spcPct val="0"/>
            </a:spcBef>
            <a:spcAft>
              <a:spcPct val="35000"/>
            </a:spcAft>
            <a:buNone/>
          </a:pPr>
          <a:r>
            <a:rPr lang="es-GT" sz="2200" kern="1200" dirty="0" err="1"/>
            <a:t>Nombre_Funcion</a:t>
          </a:r>
          <a:r>
            <a:rPr lang="es-GT" sz="2200" kern="1200" dirty="0"/>
            <a:t> = valor a retornar</a:t>
          </a:r>
        </a:p>
        <a:p>
          <a:pPr marL="0" lvl="0" indent="0" algn="l" defTabSz="977900">
            <a:lnSpc>
              <a:spcPct val="90000"/>
            </a:lnSpc>
            <a:spcBef>
              <a:spcPct val="0"/>
            </a:spcBef>
            <a:spcAft>
              <a:spcPct val="35000"/>
            </a:spcAft>
            <a:buNone/>
          </a:pPr>
          <a:r>
            <a:rPr lang="es-GT" sz="2200" b="1" kern="1200" dirty="0" err="1"/>
            <a:t>End</a:t>
          </a:r>
          <a:r>
            <a:rPr lang="es-GT" sz="2200" b="1" kern="1200" dirty="0"/>
            <a:t> </a:t>
          </a:r>
          <a:r>
            <a:rPr lang="es-GT" sz="2200" b="1" kern="1200" dirty="0" err="1"/>
            <a:t>Function</a:t>
          </a:r>
          <a:endParaRPr lang="en-US" sz="2200" kern="1200" dirty="0"/>
        </a:p>
      </dsp:txBody>
      <dsp:txXfrm>
        <a:off x="165861" y="528628"/>
        <a:ext cx="9048861" cy="3065958"/>
      </dsp:txXfrm>
    </dsp:sp>
    <dsp:sp modelId="{960C1C9B-C914-4FDD-9414-456656BC1E0B}">
      <dsp:nvSpPr>
        <dsp:cNvPr id="0" name=""/>
        <dsp:cNvSpPr/>
      </dsp:nvSpPr>
      <dsp:spPr>
        <a:xfrm>
          <a:off x="0" y="3823807"/>
          <a:ext cx="9380583" cy="3397680"/>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s-GT" sz="2200" b="1" kern="1200" dirty="0"/>
            <a:t>Sub</a:t>
          </a:r>
          <a:r>
            <a:rPr lang="es-GT" sz="2200" kern="1200" dirty="0"/>
            <a:t>: También pueden ser invocados por su nombre desde otros procedimientos, pueden recibir argumentos, pero no devuelven valores.</a:t>
          </a:r>
        </a:p>
        <a:p>
          <a:pPr marL="0" lvl="0" indent="0" algn="l" defTabSz="977900">
            <a:lnSpc>
              <a:spcPct val="90000"/>
            </a:lnSpc>
            <a:spcBef>
              <a:spcPct val="0"/>
            </a:spcBef>
            <a:spcAft>
              <a:spcPct val="35000"/>
            </a:spcAft>
            <a:buNone/>
          </a:pPr>
          <a:r>
            <a:rPr lang="es-GT" sz="2200" kern="1200" dirty="0"/>
            <a:t>Sintaxis</a:t>
          </a:r>
        </a:p>
        <a:p>
          <a:pPr marL="0" lvl="0" indent="0" algn="l" defTabSz="977900">
            <a:lnSpc>
              <a:spcPct val="90000"/>
            </a:lnSpc>
            <a:spcBef>
              <a:spcPct val="0"/>
            </a:spcBef>
            <a:spcAft>
              <a:spcPct val="35000"/>
            </a:spcAft>
            <a:buNone/>
          </a:pPr>
          <a:r>
            <a:rPr lang="es-GT" sz="2200" kern="1200" dirty="0"/>
            <a:t>[Modificador de acceso] </a:t>
          </a:r>
          <a:r>
            <a:rPr lang="es-GT" sz="2200" b="1" kern="1200" dirty="0"/>
            <a:t>Sub</a:t>
          </a:r>
          <a:r>
            <a:rPr lang="es-GT" sz="2200" kern="1200" dirty="0"/>
            <a:t> </a:t>
          </a:r>
          <a:r>
            <a:rPr lang="es-GT" sz="2200" kern="1200" dirty="0" err="1"/>
            <a:t>nombre_sub</a:t>
          </a:r>
          <a:r>
            <a:rPr lang="es-GT" sz="2200" kern="1200" dirty="0"/>
            <a:t>(argumentos)</a:t>
          </a:r>
        </a:p>
        <a:p>
          <a:pPr marL="0" lvl="0" indent="0" algn="l" defTabSz="977900">
            <a:lnSpc>
              <a:spcPct val="90000"/>
            </a:lnSpc>
            <a:spcBef>
              <a:spcPct val="0"/>
            </a:spcBef>
            <a:spcAft>
              <a:spcPct val="35000"/>
            </a:spcAft>
            <a:buNone/>
          </a:pPr>
          <a:r>
            <a:rPr lang="es-GT" sz="2200" kern="1200" dirty="0"/>
            <a:t>Instrucciones</a:t>
          </a:r>
        </a:p>
        <a:p>
          <a:pPr marL="0" lvl="0" indent="0" algn="l" defTabSz="977900">
            <a:lnSpc>
              <a:spcPct val="90000"/>
            </a:lnSpc>
            <a:spcBef>
              <a:spcPct val="0"/>
            </a:spcBef>
            <a:spcAft>
              <a:spcPct val="35000"/>
            </a:spcAft>
            <a:buNone/>
          </a:pPr>
          <a:r>
            <a:rPr lang="es-GT" sz="2200" b="1" kern="1200" dirty="0" err="1"/>
            <a:t>End</a:t>
          </a:r>
          <a:r>
            <a:rPr lang="es-GT" sz="2200" b="1" kern="1200" dirty="0"/>
            <a:t> Sub</a:t>
          </a:r>
          <a:endParaRPr lang="en-US" sz="2200" kern="1200" dirty="0"/>
        </a:p>
      </dsp:txBody>
      <dsp:txXfrm>
        <a:off x="165861" y="3989668"/>
        <a:ext cx="9048861" cy="306595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DB5A71-8B76-4FE0-AA00-D709575B1C87}">
      <dsp:nvSpPr>
        <dsp:cNvPr id="0" name=""/>
        <dsp:cNvSpPr/>
      </dsp:nvSpPr>
      <dsp:spPr>
        <a:xfrm>
          <a:off x="201437" y="919"/>
          <a:ext cx="6499193" cy="412698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2FE239F-3F1A-413E-BF31-B56BBA1FFA45}">
      <dsp:nvSpPr>
        <dsp:cNvPr id="0" name=""/>
        <dsp:cNvSpPr/>
      </dsp:nvSpPr>
      <dsp:spPr>
        <a:xfrm>
          <a:off x="923569" y="686945"/>
          <a:ext cx="6499193" cy="4126988"/>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a:t>Consecuentemente, un procedimiento publico (Public) puede invocarse desde cualqueir parte de la aplicacion, pero un procedimiento  privado (Private) solo pude ser llamado desde otros procedimientos que esten en el mismo modulo.</a:t>
          </a:r>
          <a:endParaRPr lang="en-US" sz="3300" kern="1200" dirty="0"/>
        </a:p>
      </dsp:txBody>
      <dsp:txXfrm>
        <a:off x="1044444" y="807820"/>
        <a:ext cx="6257443" cy="3885238"/>
      </dsp:txXfrm>
    </dsp:sp>
    <dsp:sp modelId="{FBCE4D42-DBFD-4362-89C1-9547E0293E99}">
      <dsp:nvSpPr>
        <dsp:cNvPr id="0" name=""/>
        <dsp:cNvSpPr/>
      </dsp:nvSpPr>
      <dsp:spPr>
        <a:xfrm>
          <a:off x="8144896" y="919"/>
          <a:ext cx="6499193" cy="412698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CB9921F-9736-47C1-B452-874BC4C4A8D7}">
      <dsp:nvSpPr>
        <dsp:cNvPr id="0" name=""/>
        <dsp:cNvSpPr/>
      </dsp:nvSpPr>
      <dsp:spPr>
        <a:xfrm>
          <a:off x="8867028" y="686945"/>
          <a:ext cx="6499193" cy="4126988"/>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a:t>Cuando un procedimiento es llamado para su ejecucion, Visual Basic busca ese procedimiento en el modulo donde nos encontremos. Si no lo encuentra, entonces continua la busqueda en el resto de los modulos de la aplicacion</a:t>
          </a:r>
          <a:endParaRPr lang="en-US" sz="3300" kern="1200" dirty="0"/>
        </a:p>
      </dsp:txBody>
      <dsp:txXfrm>
        <a:off x="8987903" y="807820"/>
        <a:ext cx="6257443" cy="388523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5D4D66-2E9E-4436-B080-D78504F6DF58}">
      <dsp:nvSpPr>
        <dsp:cNvPr id="0" name=""/>
        <dsp:cNvSpPr/>
      </dsp:nvSpPr>
      <dsp:spPr>
        <a:xfrm>
          <a:off x="0" y="0"/>
          <a:ext cx="8188257"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7E460E6-750A-4535-B38C-B34A8A96F1E0}">
      <dsp:nvSpPr>
        <dsp:cNvPr id="0" name=""/>
        <dsp:cNvSpPr/>
      </dsp:nvSpPr>
      <dsp:spPr>
        <a:xfrm>
          <a:off x="0" y="0"/>
          <a:ext cx="8188257" cy="62887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s-GT" sz="3000" kern="1200" dirty="0"/>
            <a:t>Una función es un procedimiento que cuando se ejecuta devuelve un resultado. La sintaxis correspondiente a una función es la siguiente:</a:t>
          </a:r>
        </a:p>
        <a:p>
          <a:pPr marL="0" lvl="0" indent="0" algn="l" defTabSz="1333500">
            <a:lnSpc>
              <a:spcPct val="90000"/>
            </a:lnSpc>
            <a:spcBef>
              <a:spcPct val="0"/>
            </a:spcBef>
            <a:spcAft>
              <a:spcPct val="35000"/>
            </a:spcAft>
            <a:buNone/>
          </a:pPr>
          <a:endParaRPr lang="es-GT" sz="3000" kern="1200" dirty="0"/>
        </a:p>
        <a:p>
          <a:pPr marL="0" lvl="0" indent="0" algn="l" defTabSz="1333500">
            <a:lnSpc>
              <a:spcPct val="90000"/>
            </a:lnSpc>
            <a:spcBef>
              <a:spcPct val="0"/>
            </a:spcBef>
            <a:spcAft>
              <a:spcPct val="35000"/>
            </a:spcAft>
            <a:buNone/>
          </a:pPr>
          <a:r>
            <a:rPr lang="es-GT" sz="3000" kern="1200" dirty="0"/>
            <a:t>[</a:t>
          </a:r>
          <a:r>
            <a:rPr lang="es-GT" sz="3000" kern="1200" dirty="0" err="1"/>
            <a:t>Private|Public</a:t>
          </a:r>
          <a:r>
            <a:rPr lang="es-GT" sz="3000" kern="1200" dirty="0"/>
            <a:t>] [</a:t>
          </a:r>
          <a:r>
            <a:rPr lang="es-GT" sz="3000" kern="1200" dirty="0" err="1"/>
            <a:t>Static</a:t>
          </a:r>
          <a:r>
            <a:rPr lang="es-GT" sz="3000" kern="1200" dirty="0"/>
            <a:t>] </a:t>
          </a:r>
          <a:r>
            <a:rPr lang="es-GT" sz="3000" kern="1200" dirty="0" err="1"/>
            <a:t>Function</a:t>
          </a:r>
          <a:r>
            <a:rPr lang="es-GT" sz="3000" kern="1200" dirty="0"/>
            <a:t> nombre[(parámetros)] [As tipo]</a:t>
          </a:r>
        </a:p>
        <a:p>
          <a:pPr marL="0" lvl="0" indent="0" algn="l" defTabSz="1333500">
            <a:lnSpc>
              <a:spcPct val="90000"/>
            </a:lnSpc>
            <a:spcBef>
              <a:spcPct val="0"/>
            </a:spcBef>
            <a:spcAft>
              <a:spcPct val="35000"/>
            </a:spcAft>
            <a:buNone/>
          </a:pPr>
          <a:r>
            <a:rPr lang="es-GT" sz="3000" kern="1200" dirty="0"/>
            <a:t>    [sentencias]</a:t>
          </a:r>
        </a:p>
        <a:p>
          <a:pPr marL="0" lvl="0" indent="0" algn="l" defTabSz="1333500">
            <a:lnSpc>
              <a:spcPct val="90000"/>
            </a:lnSpc>
            <a:spcBef>
              <a:spcPct val="0"/>
            </a:spcBef>
            <a:spcAft>
              <a:spcPct val="35000"/>
            </a:spcAft>
            <a:buNone/>
          </a:pPr>
          <a:r>
            <a:rPr lang="es-GT" sz="3000" kern="1200" dirty="0"/>
            <a:t>    [nombre = expresión]</a:t>
          </a:r>
        </a:p>
        <a:p>
          <a:pPr marL="0" lvl="0" indent="0" algn="l" defTabSz="1333500">
            <a:lnSpc>
              <a:spcPct val="90000"/>
            </a:lnSpc>
            <a:spcBef>
              <a:spcPct val="0"/>
            </a:spcBef>
            <a:spcAft>
              <a:spcPct val="35000"/>
            </a:spcAft>
            <a:buNone/>
          </a:pPr>
          <a:r>
            <a:rPr lang="es-GT" sz="3000" kern="1200" dirty="0"/>
            <a:t>    [</a:t>
          </a:r>
          <a:r>
            <a:rPr lang="es-GT" sz="3000" kern="1200" dirty="0" err="1"/>
            <a:t>Exit</a:t>
          </a:r>
          <a:r>
            <a:rPr lang="es-GT" sz="3000" kern="1200" dirty="0"/>
            <a:t> </a:t>
          </a:r>
          <a:r>
            <a:rPr lang="es-GT" sz="3000" kern="1200" dirty="0" err="1"/>
            <a:t>Function</a:t>
          </a:r>
          <a:r>
            <a:rPr lang="es-GT" sz="3000" kern="1200" dirty="0"/>
            <a:t>]</a:t>
          </a:r>
        </a:p>
        <a:p>
          <a:pPr marL="0" lvl="0" indent="0" algn="l" defTabSz="1333500">
            <a:lnSpc>
              <a:spcPct val="90000"/>
            </a:lnSpc>
            <a:spcBef>
              <a:spcPct val="0"/>
            </a:spcBef>
            <a:spcAft>
              <a:spcPct val="35000"/>
            </a:spcAft>
            <a:buNone/>
          </a:pPr>
          <a:r>
            <a:rPr lang="es-GT" sz="3000" kern="1200" dirty="0"/>
            <a:t>    [sentencias]</a:t>
          </a:r>
        </a:p>
        <a:p>
          <a:pPr marL="0" lvl="0" indent="0" algn="l" defTabSz="1333500">
            <a:lnSpc>
              <a:spcPct val="90000"/>
            </a:lnSpc>
            <a:spcBef>
              <a:spcPct val="0"/>
            </a:spcBef>
            <a:spcAft>
              <a:spcPct val="35000"/>
            </a:spcAft>
            <a:buNone/>
          </a:pPr>
          <a:r>
            <a:rPr lang="es-GT" sz="3000" kern="1200" dirty="0"/>
            <a:t>    [nombre = expresión]</a:t>
          </a:r>
        </a:p>
        <a:p>
          <a:pPr marL="0" lvl="0" indent="0" algn="l" defTabSz="1333500">
            <a:lnSpc>
              <a:spcPct val="90000"/>
            </a:lnSpc>
            <a:spcBef>
              <a:spcPct val="0"/>
            </a:spcBef>
            <a:spcAft>
              <a:spcPct val="35000"/>
            </a:spcAft>
            <a:buNone/>
          </a:pPr>
          <a:r>
            <a:rPr lang="es-GT" sz="3000" kern="1200" dirty="0" err="1"/>
            <a:t>End</a:t>
          </a:r>
          <a:r>
            <a:rPr lang="es-GT" sz="3000" kern="1200" dirty="0"/>
            <a:t> </a:t>
          </a:r>
          <a:r>
            <a:rPr lang="es-GT" sz="3000" kern="1200" dirty="0" err="1"/>
            <a:t>Function</a:t>
          </a:r>
          <a:endParaRPr lang="es-GT" sz="3000" kern="1200" dirty="0"/>
        </a:p>
      </dsp:txBody>
      <dsp:txXfrm>
        <a:off x="0" y="0"/>
        <a:ext cx="8188257" cy="628878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A9A514-90ED-4675-AAF2-650B803A72FB}">
      <dsp:nvSpPr>
        <dsp:cNvPr id="0" name=""/>
        <dsp:cNvSpPr/>
      </dsp:nvSpPr>
      <dsp:spPr>
        <a:xfrm>
          <a:off x="0" y="2201073"/>
          <a:ext cx="8188257" cy="18866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DCF008-FD31-410B-A244-5439B3465E8B}">
      <dsp:nvSpPr>
        <dsp:cNvPr id="0" name=""/>
        <dsp:cNvSpPr/>
      </dsp:nvSpPr>
      <dsp:spPr>
        <a:xfrm>
          <a:off x="570706" y="2625565"/>
          <a:ext cx="1037648" cy="103764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F90F065-0E80-4EB8-BC10-5C9701AE2F95}">
      <dsp:nvSpPr>
        <dsp:cNvPr id="0" name=""/>
        <dsp:cNvSpPr/>
      </dsp:nvSpPr>
      <dsp:spPr>
        <a:xfrm>
          <a:off x="2179062" y="2201073"/>
          <a:ext cx="6009194" cy="18866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669" tIns="199669" rIns="199669" bIns="199669" numCol="1" spcCol="1270" anchor="ctr" anchorCtr="0">
          <a:noAutofit/>
        </a:bodyPr>
        <a:lstStyle/>
        <a:p>
          <a:pPr marL="0" lvl="0" indent="0" algn="l" defTabSz="1111250">
            <a:lnSpc>
              <a:spcPct val="100000"/>
            </a:lnSpc>
            <a:spcBef>
              <a:spcPct val="0"/>
            </a:spcBef>
            <a:spcAft>
              <a:spcPct val="35000"/>
            </a:spcAft>
            <a:buNone/>
          </a:pPr>
          <a:r>
            <a:rPr lang="es-GT" sz="2500" kern="1200" dirty="0"/>
            <a:t>La llamada a una </a:t>
          </a:r>
          <a:r>
            <a:rPr lang="es-GT" sz="2500" kern="1200" dirty="0" err="1"/>
            <a:t>funcion</a:t>
          </a:r>
          <a:r>
            <a:rPr lang="es-GT" sz="2500" kern="1200" dirty="0"/>
            <a:t> es de la forma</a:t>
          </a:r>
        </a:p>
        <a:p>
          <a:pPr marL="0" lvl="0" indent="0" algn="l" defTabSz="1111250">
            <a:lnSpc>
              <a:spcPct val="100000"/>
            </a:lnSpc>
            <a:spcBef>
              <a:spcPct val="0"/>
            </a:spcBef>
            <a:spcAft>
              <a:spcPct val="35000"/>
            </a:spcAft>
            <a:buNone/>
          </a:pPr>
          <a:r>
            <a:rPr lang="en-US" sz="2500" kern="1200" dirty="0"/>
            <a:t>[variable = ] </a:t>
          </a:r>
          <a:r>
            <a:rPr lang="en-US" sz="2500" kern="1200" dirty="0" err="1"/>
            <a:t>nombre</a:t>
          </a:r>
          <a:r>
            <a:rPr lang="en-US" sz="2500" kern="1200" dirty="0"/>
            <a:t> [(</a:t>
          </a:r>
          <a:r>
            <a:rPr lang="en-US" sz="2500" kern="1200" dirty="0" err="1"/>
            <a:t>argumentos</a:t>
          </a:r>
          <a:r>
            <a:rPr lang="en-US" sz="2500" kern="1200" dirty="0"/>
            <a:t>)]</a:t>
          </a:r>
        </a:p>
      </dsp:txBody>
      <dsp:txXfrm>
        <a:off x="2179062" y="2201073"/>
        <a:ext cx="6009194" cy="188663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48D418-13BF-4652-B233-44C5544215B3}">
      <dsp:nvSpPr>
        <dsp:cNvPr id="0" name=""/>
        <dsp:cNvSpPr/>
      </dsp:nvSpPr>
      <dsp:spPr>
        <a:xfrm>
          <a:off x="0" y="1998034"/>
          <a:ext cx="2292711" cy="2292711"/>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146D2B-9ACB-4982-9A71-15EEBFDC18BE}">
      <dsp:nvSpPr>
        <dsp:cNvPr id="0" name=""/>
        <dsp:cNvSpPr/>
      </dsp:nvSpPr>
      <dsp:spPr>
        <a:xfrm>
          <a:off x="481469" y="2479503"/>
          <a:ext cx="1329772" cy="132977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F59364E-D6EE-4FD4-B9A1-1691B8D3F4D4}">
      <dsp:nvSpPr>
        <dsp:cNvPr id="0" name=""/>
        <dsp:cNvSpPr/>
      </dsp:nvSpPr>
      <dsp:spPr>
        <a:xfrm>
          <a:off x="2784007" y="1998034"/>
          <a:ext cx="5404249" cy="22927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100000"/>
            </a:lnSpc>
            <a:spcBef>
              <a:spcPct val="0"/>
            </a:spcBef>
            <a:spcAft>
              <a:spcPct val="35000"/>
            </a:spcAft>
            <a:buNone/>
          </a:pPr>
          <a:r>
            <a:rPr lang="es-GT" sz="1500" kern="1200"/>
            <a:t>La sintaxis que define un procedimiento es la siguiente:</a:t>
          </a:r>
        </a:p>
        <a:p>
          <a:pPr marL="0" lvl="0" indent="0" algn="l" defTabSz="666750">
            <a:lnSpc>
              <a:spcPct val="100000"/>
            </a:lnSpc>
            <a:spcBef>
              <a:spcPct val="0"/>
            </a:spcBef>
            <a:spcAft>
              <a:spcPct val="35000"/>
            </a:spcAft>
            <a:buNone/>
          </a:pPr>
          <a:endParaRPr lang="es-GT" sz="1500" kern="1200"/>
        </a:p>
        <a:p>
          <a:pPr marL="0" lvl="0" indent="0" algn="l" defTabSz="666750">
            <a:lnSpc>
              <a:spcPct val="100000"/>
            </a:lnSpc>
            <a:spcBef>
              <a:spcPct val="0"/>
            </a:spcBef>
            <a:spcAft>
              <a:spcPct val="35000"/>
            </a:spcAft>
            <a:buNone/>
          </a:pPr>
          <a:r>
            <a:rPr lang="es-GT" sz="1500" kern="1200"/>
            <a:t>[Private|Public] [Static] Sub nombre[(parámetros)]</a:t>
          </a:r>
        </a:p>
        <a:p>
          <a:pPr marL="0" lvl="0" indent="0" algn="l" defTabSz="666750">
            <a:lnSpc>
              <a:spcPct val="100000"/>
            </a:lnSpc>
            <a:spcBef>
              <a:spcPct val="0"/>
            </a:spcBef>
            <a:spcAft>
              <a:spcPct val="35000"/>
            </a:spcAft>
            <a:buNone/>
          </a:pPr>
          <a:r>
            <a:rPr lang="es-GT" sz="1500" kern="1200"/>
            <a:t>    [sentencias]</a:t>
          </a:r>
        </a:p>
        <a:p>
          <a:pPr marL="0" lvl="0" indent="0" algn="l" defTabSz="666750">
            <a:lnSpc>
              <a:spcPct val="100000"/>
            </a:lnSpc>
            <a:spcBef>
              <a:spcPct val="0"/>
            </a:spcBef>
            <a:spcAft>
              <a:spcPct val="35000"/>
            </a:spcAft>
            <a:buNone/>
          </a:pPr>
          <a:r>
            <a:rPr lang="es-GT" sz="1500" kern="1200"/>
            <a:t>    [nombre = expresión]</a:t>
          </a:r>
        </a:p>
        <a:p>
          <a:pPr marL="0" lvl="0" indent="0" algn="l" defTabSz="666750">
            <a:lnSpc>
              <a:spcPct val="100000"/>
            </a:lnSpc>
            <a:spcBef>
              <a:spcPct val="0"/>
            </a:spcBef>
            <a:spcAft>
              <a:spcPct val="35000"/>
            </a:spcAft>
            <a:buNone/>
          </a:pPr>
          <a:r>
            <a:rPr lang="es-GT" sz="1500" kern="1200"/>
            <a:t>    [Exit Sub]</a:t>
          </a:r>
        </a:p>
        <a:p>
          <a:pPr marL="0" lvl="0" indent="0" algn="l" defTabSz="666750">
            <a:lnSpc>
              <a:spcPct val="100000"/>
            </a:lnSpc>
            <a:spcBef>
              <a:spcPct val="0"/>
            </a:spcBef>
            <a:spcAft>
              <a:spcPct val="35000"/>
            </a:spcAft>
            <a:buNone/>
          </a:pPr>
          <a:r>
            <a:rPr lang="es-GT" sz="1500" kern="1200"/>
            <a:t>    [sentencias]</a:t>
          </a:r>
        </a:p>
        <a:p>
          <a:pPr marL="0" lvl="0" indent="0" algn="l" defTabSz="666750">
            <a:lnSpc>
              <a:spcPct val="100000"/>
            </a:lnSpc>
            <a:spcBef>
              <a:spcPct val="0"/>
            </a:spcBef>
            <a:spcAft>
              <a:spcPct val="35000"/>
            </a:spcAft>
            <a:buNone/>
          </a:pPr>
          <a:r>
            <a:rPr lang="es-GT" sz="1500" kern="1200"/>
            <a:t>End Sub</a:t>
          </a:r>
        </a:p>
      </dsp:txBody>
      <dsp:txXfrm>
        <a:off x="2784007" y="1998034"/>
        <a:ext cx="5404249" cy="229271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F238F4-8069-4D6F-8083-076A14E6CF4D}">
      <dsp:nvSpPr>
        <dsp:cNvPr id="0" name=""/>
        <dsp:cNvSpPr/>
      </dsp:nvSpPr>
      <dsp:spPr>
        <a:xfrm>
          <a:off x="1925" y="761026"/>
          <a:ext cx="6758378" cy="4291570"/>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C50BCEF-6582-4957-87DC-4BE8479A7FDC}">
      <dsp:nvSpPr>
        <dsp:cNvPr id="0" name=""/>
        <dsp:cNvSpPr/>
      </dsp:nvSpPr>
      <dsp:spPr>
        <a:xfrm>
          <a:off x="752856" y="1474410"/>
          <a:ext cx="6758378" cy="4291570"/>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s-GT" sz="3300" kern="1200" dirty="0"/>
            <a:t>Para llamar a un procedimiento publico (Sub o </a:t>
          </a:r>
          <a:r>
            <a:rPr lang="es-GT" sz="3300" kern="1200" dirty="0" err="1"/>
            <a:t>Function</a:t>
          </a:r>
          <a:r>
            <a:rPr lang="es-GT" sz="3300" kern="1200" dirty="0"/>
            <a:t>) de un formulario desde cualquier otro modulo, hay que utilizar la siguiente sintaxis:</a:t>
          </a:r>
        </a:p>
        <a:p>
          <a:pPr marL="0" lvl="0" indent="0" algn="ctr" defTabSz="1466850">
            <a:lnSpc>
              <a:spcPct val="90000"/>
            </a:lnSpc>
            <a:spcBef>
              <a:spcPct val="0"/>
            </a:spcBef>
            <a:spcAft>
              <a:spcPct val="35000"/>
            </a:spcAft>
            <a:buNone/>
          </a:pPr>
          <a:endParaRPr lang="es-GT" sz="3300" kern="1200" dirty="0"/>
        </a:p>
        <a:p>
          <a:pPr marL="0" lvl="0" indent="0" algn="ctr" defTabSz="1466850">
            <a:lnSpc>
              <a:spcPct val="90000"/>
            </a:lnSpc>
            <a:spcBef>
              <a:spcPct val="0"/>
            </a:spcBef>
            <a:spcAft>
              <a:spcPct val="35000"/>
            </a:spcAft>
            <a:buNone/>
          </a:pPr>
          <a:r>
            <a:rPr lang="es-GT" sz="3300" i="1" kern="1200" dirty="0" err="1"/>
            <a:t>Form.procedimiento</a:t>
          </a:r>
          <a:r>
            <a:rPr lang="es-GT" sz="3300" i="1" kern="1200" dirty="0"/>
            <a:t>(argumentos)</a:t>
          </a:r>
          <a:endParaRPr lang="en-US" sz="3300" i="1" kern="1200" dirty="0"/>
        </a:p>
      </dsp:txBody>
      <dsp:txXfrm>
        <a:off x="878552" y="1600106"/>
        <a:ext cx="6506986" cy="4040178"/>
      </dsp:txXfrm>
    </dsp:sp>
    <dsp:sp modelId="{BF49D3CB-699F-4869-8174-52B72CDD1298}">
      <dsp:nvSpPr>
        <dsp:cNvPr id="0" name=""/>
        <dsp:cNvSpPr/>
      </dsp:nvSpPr>
      <dsp:spPr>
        <a:xfrm>
          <a:off x="8262165" y="761026"/>
          <a:ext cx="6758378" cy="4291570"/>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AA782DC-9F93-44EC-8F7D-2A950FF23AF4}">
      <dsp:nvSpPr>
        <dsp:cNvPr id="0" name=""/>
        <dsp:cNvSpPr/>
      </dsp:nvSpPr>
      <dsp:spPr>
        <a:xfrm>
          <a:off x="9013096" y="1474410"/>
          <a:ext cx="6758378" cy="4291570"/>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s-GT" sz="3300" kern="1200" dirty="0"/>
            <a:t>Donde </a:t>
          </a:r>
          <a:r>
            <a:rPr lang="es-GT" sz="3300" kern="1200" dirty="0" err="1"/>
            <a:t>form</a:t>
          </a:r>
          <a:r>
            <a:rPr lang="es-GT" sz="3300" kern="1200" dirty="0"/>
            <a:t> representa el formulario al cual pertenece el procedimiento llamado.</a:t>
          </a:r>
          <a:endParaRPr lang="en-US" sz="3300" kern="1200" dirty="0"/>
        </a:p>
      </dsp:txBody>
      <dsp:txXfrm>
        <a:off x="9138792" y="1600106"/>
        <a:ext cx="6506986" cy="404017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7DBC99-645D-4C94-B898-3D14E66BEE40}">
      <dsp:nvSpPr>
        <dsp:cNvPr id="0" name=""/>
        <dsp:cNvSpPr/>
      </dsp:nvSpPr>
      <dsp:spPr>
        <a:xfrm>
          <a:off x="1925" y="761026"/>
          <a:ext cx="6758378" cy="4291570"/>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675BFA6-3E6C-4BEC-A47B-704D378E702D}">
      <dsp:nvSpPr>
        <dsp:cNvPr id="0" name=""/>
        <dsp:cNvSpPr/>
      </dsp:nvSpPr>
      <dsp:spPr>
        <a:xfrm>
          <a:off x="752856" y="1474410"/>
          <a:ext cx="6758378" cy="4291570"/>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endParaRPr lang="en-US" sz="1800" i="1" kern="1200" dirty="0"/>
        </a:p>
      </dsp:txBody>
      <dsp:txXfrm>
        <a:off x="878552" y="1600106"/>
        <a:ext cx="6506986" cy="4040178"/>
      </dsp:txXfrm>
    </dsp:sp>
    <dsp:sp modelId="{D2839553-953D-4901-AF16-2F3037B2530F}">
      <dsp:nvSpPr>
        <dsp:cNvPr id="0" name=""/>
        <dsp:cNvSpPr/>
      </dsp:nvSpPr>
      <dsp:spPr>
        <a:xfrm>
          <a:off x="8262165" y="761026"/>
          <a:ext cx="6758378" cy="4291570"/>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A70C030-289F-4F8E-83A4-8FBF7D94F1DE}">
      <dsp:nvSpPr>
        <dsp:cNvPr id="0" name=""/>
        <dsp:cNvSpPr/>
      </dsp:nvSpPr>
      <dsp:spPr>
        <a:xfrm>
          <a:off x="9013096" y="1474410"/>
          <a:ext cx="6758378" cy="4291570"/>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GT" sz="1800" kern="1200" dirty="0"/>
            <a:t>En este caso se trata de un proceso predefinido, pero la regla se aplica exactamente igual a los procedimientos definidos por el usuario.</a:t>
          </a:r>
        </a:p>
        <a:p>
          <a:pPr marL="0" lvl="0" indent="0" algn="ctr" defTabSz="800100">
            <a:lnSpc>
              <a:spcPct val="90000"/>
            </a:lnSpc>
            <a:spcBef>
              <a:spcPct val="0"/>
            </a:spcBef>
            <a:spcAft>
              <a:spcPct val="35000"/>
            </a:spcAft>
            <a:buNone/>
          </a:pPr>
          <a:endParaRPr lang="es-GT" sz="1800" kern="1200" dirty="0"/>
        </a:p>
        <a:p>
          <a:pPr marL="0" lvl="0" indent="0" algn="ctr" defTabSz="800100">
            <a:lnSpc>
              <a:spcPct val="90000"/>
            </a:lnSpc>
            <a:spcBef>
              <a:spcPct val="0"/>
            </a:spcBef>
            <a:spcAft>
              <a:spcPct val="35000"/>
            </a:spcAft>
            <a:buNone/>
          </a:pPr>
          <a:r>
            <a:rPr lang="es-GT" sz="1800" kern="1200" dirty="0"/>
            <a:t>Para llamar a un procedimiento publico de un modulo estándar desde cualquier otro modulo, puede hacerlo de las dos formas:</a:t>
          </a:r>
        </a:p>
        <a:p>
          <a:pPr marL="0" lvl="0" indent="0" algn="ctr" defTabSz="800100">
            <a:lnSpc>
              <a:spcPct val="90000"/>
            </a:lnSpc>
            <a:spcBef>
              <a:spcPct val="0"/>
            </a:spcBef>
            <a:spcAft>
              <a:spcPct val="35000"/>
            </a:spcAft>
            <a:buNone/>
          </a:pPr>
          <a:r>
            <a:rPr lang="es-GT" sz="1800" i="1" kern="1200" dirty="0" err="1"/>
            <a:t>Modulo.procedimiento</a:t>
          </a:r>
          <a:r>
            <a:rPr lang="es-GT" sz="1800" i="1" kern="1200" dirty="0"/>
            <a:t>(argumentos)</a:t>
          </a:r>
        </a:p>
        <a:p>
          <a:pPr marL="0" lvl="0" indent="0" algn="ctr" defTabSz="800100">
            <a:lnSpc>
              <a:spcPct val="90000"/>
            </a:lnSpc>
            <a:spcBef>
              <a:spcPct val="0"/>
            </a:spcBef>
            <a:spcAft>
              <a:spcPct val="35000"/>
            </a:spcAft>
            <a:buNone/>
          </a:pPr>
          <a:r>
            <a:rPr lang="es-GT" sz="1800" i="1" kern="1200" dirty="0"/>
            <a:t>Procedimiento(argumentos)</a:t>
          </a:r>
        </a:p>
        <a:p>
          <a:pPr marL="0" lvl="0" indent="0" algn="ctr" defTabSz="800100">
            <a:lnSpc>
              <a:spcPct val="90000"/>
            </a:lnSpc>
            <a:spcBef>
              <a:spcPct val="0"/>
            </a:spcBef>
            <a:spcAft>
              <a:spcPct val="35000"/>
            </a:spcAft>
            <a:buNone/>
          </a:pPr>
          <a:endParaRPr lang="es-GT" sz="1800" i="1" kern="1200" dirty="0"/>
        </a:p>
        <a:p>
          <a:pPr marL="0" lvl="0" indent="0" algn="ctr" defTabSz="800100">
            <a:lnSpc>
              <a:spcPct val="90000"/>
            </a:lnSpc>
            <a:spcBef>
              <a:spcPct val="0"/>
            </a:spcBef>
            <a:spcAft>
              <a:spcPct val="35000"/>
            </a:spcAft>
            <a:buNone/>
          </a:pPr>
          <a:r>
            <a:rPr lang="en-US" sz="1800" i="0" kern="1200" dirty="0"/>
            <a:t>Donde modulo se </a:t>
          </a:r>
          <a:r>
            <a:rPr lang="en-US" sz="1800" i="0" kern="1200" dirty="0" err="1"/>
            <a:t>refiere</a:t>
          </a:r>
          <a:r>
            <a:rPr lang="en-US" sz="1800" i="0" kern="1200" dirty="0"/>
            <a:t> al </a:t>
          </a:r>
          <a:r>
            <a:rPr lang="en-US" sz="1800" i="0" kern="1200" dirty="0" err="1"/>
            <a:t>nombre</a:t>
          </a:r>
          <a:r>
            <a:rPr lang="en-US" sz="1800" i="0" kern="1200" dirty="0"/>
            <a:t> del modulo al que </a:t>
          </a:r>
          <a:r>
            <a:rPr lang="en-US" sz="1800" i="0" kern="1200" dirty="0" err="1"/>
            <a:t>pertenece</a:t>
          </a:r>
          <a:r>
            <a:rPr lang="en-US" sz="1800" i="0" kern="1200" dirty="0"/>
            <a:t> </a:t>
          </a:r>
          <a:r>
            <a:rPr lang="en-US" sz="1800" i="0" kern="1200" dirty="0" err="1"/>
            <a:t>el</a:t>
          </a:r>
          <a:r>
            <a:rPr lang="en-US" sz="1800" i="0" kern="1200" dirty="0"/>
            <a:t> </a:t>
          </a:r>
          <a:r>
            <a:rPr lang="en-US" sz="1800" i="0" kern="1200" dirty="0" err="1"/>
            <a:t>procedimiento</a:t>
          </a:r>
          <a:r>
            <a:rPr lang="en-US" sz="1800" i="0" kern="1200" dirty="0"/>
            <a:t>. El </a:t>
          </a:r>
          <a:r>
            <a:rPr lang="en-US" sz="1800" i="0" kern="1200" dirty="0" err="1"/>
            <a:t>nombre</a:t>
          </a:r>
          <a:r>
            <a:rPr lang="en-US" sz="1800" i="0" kern="1200" dirty="0"/>
            <a:t> del modulo sera </a:t>
          </a:r>
          <a:r>
            <a:rPr lang="en-US" sz="1800" i="0" kern="1200" dirty="0" err="1"/>
            <a:t>obligatorio</a:t>
          </a:r>
          <a:r>
            <a:rPr lang="en-US" sz="1800" i="0" kern="1200" dirty="0"/>
            <a:t> </a:t>
          </a:r>
          <a:r>
            <a:rPr lang="en-US" sz="1800" i="0" kern="1200" dirty="0" err="1"/>
            <a:t>especificarlo</a:t>
          </a:r>
          <a:r>
            <a:rPr lang="en-US" sz="1800" i="0" kern="1200" dirty="0"/>
            <a:t> </a:t>
          </a:r>
          <a:r>
            <a:rPr lang="en-US" sz="1800" i="0" kern="1200" dirty="0" err="1"/>
            <a:t>cuando</a:t>
          </a:r>
          <a:r>
            <a:rPr lang="en-US" sz="1800" i="0" kern="1200" dirty="0"/>
            <a:t> </a:t>
          </a:r>
          <a:r>
            <a:rPr lang="en-US" sz="1800" i="0" kern="1200" dirty="0" err="1"/>
            <a:t>existan</a:t>
          </a:r>
          <a:r>
            <a:rPr lang="en-US" sz="1800" i="0" kern="1200" dirty="0"/>
            <a:t> dos o mas </a:t>
          </a:r>
          <a:r>
            <a:rPr lang="en-US" sz="1800" i="0" kern="1200" dirty="0" err="1"/>
            <a:t>procedimientos</a:t>
          </a:r>
          <a:r>
            <a:rPr lang="en-US" sz="1800" i="0" kern="1200" dirty="0"/>
            <a:t> con </a:t>
          </a:r>
          <a:r>
            <a:rPr lang="en-US" sz="1800" i="0" kern="1200" dirty="0" err="1"/>
            <a:t>el</a:t>
          </a:r>
          <a:r>
            <a:rPr lang="en-US" sz="1800" i="0" kern="1200" dirty="0"/>
            <a:t> </a:t>
          </a:r>
          <a:r>
            <a:rPr lang="en-US" sz="1800" i="0" kern="1200" dirty="0" err="1"/>
            <a:t>mismo</a:t>
          </a:r>
          <a:r>
            <a:rPr lang="en-US" sz="1800" i="0" kern="1200" dirty="0"/>
            <a:t> </a:t>
          </a:r>
          <a:r>
            <a:rPr lang="en-US" sz="1800" i="0" kern="1200" dirty="0" err="1"/>
            <a:t>nombre</a:t>
          </a:r>
          <a:r>
            <a:rPr lang="en-US" sz="1800" i="0" kern="1200" dirty="0"/>
            <a:t> de </a:t>
          </a:r>
          <a:r>
            <a:rPr lang="en-US" sz="1800" i="0" kern="1200" dirty="0" err="1"/>
            <a:t>diferentes</a:t>
          </a:r>
          <a:r>
            <a:rPr lang="en-US" sz="1800" i="0" kern="1200" dirty="0"/>
            <a:t> </a:t>
          </a:r>
          <a:r>
            <a:rPr lang="en-US" sz="1800" i="0" kern="1200" dirty="0" err="1"/>
            <a:t>modulos</a:t>
          </a:r>
          <a:r>
            <a:rPr lang="en-US" sz="1800" i="0" kern="1200" dirty="0"/>
            <a:t>.</a:t>
          </a:r>
        </a:p>
      </dsp:txBody>
      <dsp:txXfrm>
        <a:off x="9138792" y="1600106"/>
        <a:ext cx="6506986" cy="4040178"/>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a:extLst>
            <a:ext uri="{FF2B5EF4-FFF2-40B4-BE49-F238E27FC236}">
              <a16:creationId xmlns:a16="http://schemas.microsoft.com/office/drawing/2014/main" id="{17ACAB5A-D894-495A-1396-606D31DDEC3A}"/>
            </a:ext>
          </a:extLst>
        </p:cNvPr>
        <p:cNvGrpSpPr/>
        <p:nvPr/>
      </p:nvGrpSpPr>
      <p:grpSpPr>
        <a:xfrm>
          <a:off x="0" y="0"/>
          <a:ext cx="0" cy="0"/>
          <a:chOff x="0" y="0"/>
          <a:chExt cx="0" cy="0"/>
        </a:xfrm>
      </p:grpSpPr>
      <p:sp>
        <p:nvSpPr>
          <p:cNvPr id="139" name="Google Shape;139;p4:notes">
            <a:extLst>
              <a:ext uri="{FF2B5EF4-FFF2-40B4-BE49-F238E27FC236}">
                <a16:creationId xmlns:a16="http://schemas.microsoft.com/office/drawing/2014/main" id="{AF99C7E0-164C-17ED-EC64-91DB448478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p4:notes">
            <a:extLst>
              <a:ext uri="{FF2B5EF4-FFF2-40B4-BE49-F238E27FC236}">
                <a16:creationId xmlns:a16="http://schemas.microsoft.com/office/drawing/2014/main" id="{526FD2FE-E99C-E02D-0129-4072179BCD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9260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a:extLst>
            <a:ext uri="{FF2B5EF4-FFF2-40B4-BE49-F238E27FC236}">
              <a16:creationId xmlns:a16="http://schemas.microsoft.com/office/drawing/2014/main" id="{2DB1E0C4-5EF1-4F00-4A3E-E2F541382A54}"/>
            </a:ext>
          </a:extLst>
        </p:cNvPr>
        <p:cNvGrpSpPr/>
        <p:nvPr/>
      </p:nvGrpSpPr>
      <p:grpSpPr>
        <a:xfrm>
          <a:off x="0" y="0"/>
          <a:ext cx="0" cy="0"/>
          <a:chOff x="0" y="0"/>
          <a:chExt cx="0" cy="0"/>
        </a:xfrm>
      </p:grpSpPr>
      <p:sp>
        <p:nvSpPr>
          <p:cNvPr id="139" name="Google Shape;139;p4:notes">
            <a:extLst>
              <a:ext uri="{FF2B5EF4-FFF2-40B4-BE49-F238E27FC236}">
                <a16:creationId xmlns:a16="http://schemas.microsoft.com/office/drawing/2014/main" id="{0D1D5D33-6D9D-749C-4AF4-3F4E6AEBF9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p4:notes">
            <a:extLst>
              <a:ext uri="{FF2B5EF4-FFF2-40B4-BE49-F238E27FC236}">
                <a16:creationId xmlns:a16="http://schemas.microsoft.com/office/drawing/2014/main" id="{D0DA1202-C97C-8C8B-CC3A-75E1F6186A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94437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a:extLst>
            <a:ext uri="{FF2B5EF4-FFF2-40B4-BE49-F238E27FC236}">
              <a16:creationId xmlns:a16="http://schemas.microsoft.com/office/drawing/2014/main" id="{E2FC377B-EB41-3770-C987-99F3F5C54796}"/>
            </a:ext>
          </a:extLst>
        </p:cNvPr>
        <p:cNvGrpSpPr/>
        <p:nvPr/>
      </p:nvGrpSpPr>
      <p:grpSpPr>
        <a:xfrm>
          <a:off x="0" y="0"/>
          <a:ext cx="0" cy="0"/>
          <a:chOff x="0" y="0"/>
          <a:chExt cx="0" cy="0"/>
        </a:xfrm>
      </p:grpSpPr>
      <p:sp>
        <p:nvSpPr>
          <p:cNvPr id="139" name="Google Shape;139;p4:notes">
            <a:extLst>
              <a:ext uri="{FF2B5EF4-FFF2-40B4-BE49-F238E27FC236}">
                <a16:creationId xmlns:a16="http://schemas.microsoft.com/office/drawing/2014/main" id="{B3B66252-70E3-CF69-8BFC-4CDDCF6006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p4:notes">
            <a:extLst>
              <a:ext uri="{FF2B5EF4-FFF2-40B4-BE49-F238E27FC236}">
                <a16:creationId xmlns:a16="http://schemas.microsoft.com/office/drawing/2014/main" id="{BAD4B9CA-BF2E-B73A-0A1B-350FB26147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9889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a:extLst>
            <a:ext uri="{FF2B5EF4-FFF2-40B4-BE49-F238E27FC236}">
              <a16:creationId xmlns:a16="http://schemas.microsoft.com/office/drawing/2014/main" id="{9BECA33B-6DEE-D7BC-7043-070BF8590F58}"/>
            </a:ext>
          </a:extLst>
        </p:cNvPr>
        <p:cNvGrpSpPr/>
        <p:nvPr/>
      </p:nvGrpSpPr>
      <p:grpSpPr>
        <a:xfrm>
          <a:off x="0" y="0"/>
          <a:ext cx="0" cy="0"/>
          <a:chOff x="0" y="0"/>
          <a:chExt cx="0" cy="0"/>
        </a:xfrm>
      </p:grpSpPr>
      <p:sp>
        <p:nvSpPr>
          <p:cNvPr id="139" name="Google Shape;139;p4:notes">
            <a:extLst>
              <a:ext uri="{FF2B5EF4-FFF2-40B4-BE49-F238E27FC236}">
                <a16:creationId xmlns:a16="http://schemas.microsoft.com/office/drawing/2014/main" id="{E7AA770B-CA83-2212-D63E-47F2CE648F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p4:notes">
            <a:extLst>
              <a:ext uri="{FF2B5EF4-FFF2-40B4-BE49-F238E27FC236}">
                <a16:creationId xmlns:a16="http://schemas.microsoft.com/office/drawing/2014/main" id="{1D605441-D0C7-7171-FCFD-785BE11F25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71198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a:extLst>
            <a:ext uri="{FF2B5EF4-FFF2-40B4-BE49-F238E27FC236}">
              <a16:creationId xmlns:a16="http://schemas.microsoft.com/office/drawing/2014/main" id="{A082DB04-C880-968E-C4EE-276385FB1EBF}"/>
            </a:ext>
          </a:extLst>
        </p:cNvPr>
        <p:cNvGrpSpPr/>
        <p:nvPr/>
      </p:nvGrpSpPr>
      <p:grpSpPr>
        <a:xfrm>
          <a:off x="0" y="0"/>
          <a:ext cx="0" cy="0"/>
          <a:chOff x="0" y="0"/>
          <a:chExt cx="0" cy="0"/>
        </a:xfrm>
      </p:grpSpPr>
      <p:sp>
        <p:nvSpPr>
          <p:cNvPr id="139" name="Google Shape;139;p4:notes">
            <a:extLst>
              <a:ext uri="{FF2B5EF4-FFF2-40B4-BE49-F238E27FC236}">
                <a16:creationId xmlns:a16="http://schemas.microsoft.com/office/drawing/2014/main" id="{9F0BFFAC-1B9F-DF4B-61DB-EAEA2B2620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p4:notes">
            <a:extLst>
              <a:ext uri="{FF2B5EF4-FFF2-40B4-BE49-F238E27FC236}">
                <a16:creationId xmlns:a16="http://schemas.microsoft.com/office/drawing/2014/main" id="{6F263684-32FD-33EB-8468-7845D01E67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89819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a:extLst>
            <a:ext uri="{FF2B5EF4-FFF2-40B4-BE49-F238E27FC236}">
              <a16:creationId xmlns:a16="http://schemas.microsoft.com/office/drawing/2014/main" id="{94B2DBDB-72D2-CA10-BB75-CD1407FF2B57}"/>
            </a:ext>
          </a:extLst>
        </p:cNvPr>
        <p:cNvGrpSpPr/>
        <p:nvPr/>
      </p:nvGrpSpPr>
      <p:grpSpPr>
        <a:xfrm>
          <a:off x="0" y="0"/>
          <a:ext cx="0" cy="0"/>
          <a:chOff x="0" y="0"/>
          <a:chExt cx="0" cy="0"/>
        </a:xfrm>
      </p:grpSpPr>
      <p:sp>
        <p:nvSpPr>
          <p:cNvPr id="139" name="Google Shape;139;p4:notes">
            <a:extLst>
              <a:ext uri="{FF2B5EF4-FFF2-40B4-BE49-F238E27FC236}">
                <a16:creationId xmlns:a16="http://schemas.microsoft.com/office/drawing/2014/main" id="{9965D1CF-88A9-CAA5-DBE4-CE35E63D55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p4:notes">
            <a:extLst>
              <a:ext uri="{FF2B5EF4-FFF2-40B4-BE49-F238E27FC236}">
                <a16:creationId xmlns:a16="http://schemas.microsoft.com/office/drawing/2014/main" id="{B5706322-0B7E-EC01-C952-3EC20A1206B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66203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 name="Google Shape;15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4" name="Google Shape;16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 name="Google Shape;174;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1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9"/>
          <p:cNvSpPr>
            <a:spLocks noGrp="1"/>
          </p:cNvSpPr>
          <p:nvPr>
            <p:ph type="pic" idx="2"/>
          </p:nvPr>
        </p:nvSpPr>
        <p:spPr>
          <a:xfrm>
            <a:off x="1792288" y="612775"/>
            <a:ext cx="5486400" cy="4114800"/>
          </a:xfrm>
          <a:prstGeom prst="rect">
            <a:avLst/>
          </a:prstGeom>
          <a:noFill/>
          <a:ln>
            <a:noFill/>
          </a:ln>
        </p:spPr>
      </p:sp>
      <p:sp>
        <p:nvSpPr>
          <p:cNvPr id="64" name="Google Shape;64;p1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0"/>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5" r:id="rId5"/>
    <p:sldLayoutId id="2147483656" r:id="rId6"/>
    <p:sldLayoutId id="2147483657" r:id="rId7"/>
    <p:sldLayoutId id="2147483658" r:id="rId8"/>
    <p:sldLayoutId id="21474836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4.png"/><Relationship Id="rId7" Type="http://schemas.openxmlformats.org/officeDocument/2006/relationships/diagramColors" Target="../diagrams/colors4.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7.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5.png"/><Relationship Id="rId7" Type="http://schemas.openxmlformats.org/officeDocument/2006/relationships/diagramColors" Target="../diagrams/colors5.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 Id="rId9"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4.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a:off x="12541309" y="0"/>
            <a:ext cx="5746691" cy="1711780"/>
          </a:xfrm>
          <a:custGeom>
            <a:avLst/>
            <a:gdLst/>
            <a:ahLst/>
            <a:cxnLst/>
            <a:rect l="l" t="t" r="r" b="b"/>
            <a:pathLst>
              <a:path w="5746691" h="1711780" extrusionOk="0">
                <a:moveTo>
                  <a:pt x="0" y="0"/>
                </a:moveTo>
                <a:lnTo>
                  <a:pt x="5746691" y="0"/>
                </a:lnTo>
                <a:lnTo>
                  <a:pt x="5746691" y="1711780"/>
                </a:lnTo>
                <a:lnTo>
                  <a:pt x="0" y="1711780"/>
                </a:lnTo>
                <a:lnTo>
                  <a:pt x="0" y="0"/>
                </a:lnTo>
                <a:close/>
              </a:path>
            </a:pathLst>
          </a:custGeom>
          <a:blipFill rotWithShape="1">
            <a:blip r:embed="rId3">
              <a:alphaModFix/>
            </a:blip>
            <a:stretch>
              <a:fillRect/>
            </a:stretch>
          </a:blipFill>
          <a:ln>
            <a:noFill/>
          </a:ln>
        </p:spPr>
        <p:txBody>
          <a:bodyPr/>
          <a:lstStyle/>
          <a:p>
            <a:endParaRPr lang="es-GT"/>
          </a:p>
        </p:txBody>
      </p:sp>
      <p:sp>
        <p:nvSpPr>
          <p:cNvPr id="86" name="Google Shape;86;p1"/>
          <p:cNvSpPr txBox="1"/>
          <p:nvPr/>
        </p:nvSpPr>
        <p:spPr>
          <a:xfrm>
            <a:off x="1028700" y="5979021"/>
            <a:ext cx="6351814" cy="2154436"/>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5000" b="1" i="0" u="none" strike="noStrike" cap="none" dirty="0">
                <a:solidFill>
                  <a:srgbClr val="131416"/>
                </a:solidFill>
                <a:latin typeface="Open Sans"/>
                <a:ea typeface="Open Sans"/>
                <a:cs typeface="Open Sans"/>
                <a:sym typeface="Open Sans"/>
              </a:rPr>
              <a:t>092 </a:t>
            </a:r>
            <a:r>
              <a:rPr lang="en-US" sz="5000" b="1" i="0" u="none" strike="noStrike" cap="none" dirty="0" err="1">
                <a:solidFill>
                  <a:srgbClr val="131416"/>
                </a:solidFill>
                <a:latin typeface="Open Sans"/>
                <a:ea typeface="Open Sans"/>
                <a:cs typeface="Open Sans"/>
                <a:sym typeface="Open Sans"/>
              </a:rPr>
              <a:t>Programacion</a:t>
            </a:r>
            <a:endParaRPr lang="en-US" sz="5000" b="1" i="0" u="none" strike="noStrike" cap="none" dirty="0">
              <a:solidFill>
                <a:srgbClr val="131416"/>
              </a:solidFill>
              <a:latin typeface="Open Sans"/>
              <a:ea typeface="Open Sans"/>
              <a:cs typeface="Open Sans"/>
              <a:sym typeface="Open Sans"/>
            </a:endParaRPr>
          </a:p>
          <a:p>
            <a:pPr marL="0" marR="0" lvl="0" indent="0" algn="ctr" rtl="0">
              <a:lnSpc>
                <a:spcPct val="140000"/>
              </a:lnSpc>
              <a:spcBef>
                <a:spcPts val="0"/>
              </a:spcBef>
              <a:spcAft>
                <a:spcPts val="0"/>
              </a:spcAft>
              <a:buNone/>
            </a:pPr>
            <a:r>
              <a:rPr lang="en-US" sz="5000" b="1" dirty="0">
                <a:solidFill>
                  <a:srgbClr val="131416"/>
                </a:solidFill>
                <a:latin typeface="Open Sans"/>
                <a:ea typeface="Open Sans"/>
                <a:cs typeface="Open Sans"/>
                <a:sym typeface="Open Sans"/>
              </a:rPr>
              <a:t>De </a:t>
            </a:r>
            <a:r>
              <a:rPr lang="en-US" sz="5000" b="1" dirty="0" err="1">
                <a:solidFill>
                  <a:srgbClr val="131416"/>
                </a:solidFill>
                <a:latin typeface="Open Sans"/>
                <a:ea typeface="Open Sans"/>
                <a:cs typeface="Open Sans"/>
                <a:sym typeface="Open Sans"/>
              </a:rPr>
              <a:t>Computadoras</a:t>
            </a:r>
            <a:r>
              <a:rPr lang="en-US" sz="5000" b="1" dirty="0">
                <a:solidFill>
                  <a:srgbClr val="131416"/>
                </a:solidFill>
                <a:latin typeface="Open Sans"/>
                <a:ea typeface="Open Sans"/>
                <a:cs typeface="Open Sans"/>
                <a:sym typeface="Open Sans"/>
              </a:rPr>
              <a:t> 2</a:t>
            </a:r>
            <a:endParaRPr sz="5000" b="1" i="0" u="none" strike="noStrike" cap="none" dirty="0">
              <a:solidFill>
                <a:srgbClr val="131416"/>
              </a:solidFill>
              <a:latin typeface="Open Sans"/>
              <a:ea typeface="Open Sans"/>
              <a:cs typeface="Open Sans"/>
              <a:sym typeface="Open Sans"/>
            </a:endParaRPr>
          </a:p>
        </p:txBody>
      </p:sp>
      <p:sp>
        <p:nvSpPr>
          <p:cNvPr id="87" name="Google Shape;87;p1"/>
          <p:cNvSpPr txBox="1"/>
          <p:nvPr/>
        </p:nvSpPr>
        <p:spPr>
          <a:xfrm>
            <a:off x="2956500" y="2132508"/>
            <a:ext cx="12375000" cy="3964162"/>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9200" b="1" dirty="0">
                <a:solidFill>
                  <a:srgbClr val="131416"/>
                </a:solidFill>
                <a:latin typeface="Open Sans"/>
                <a:ea typeface="Open Sans"/>
                <a:cs typeface="Open Sans"/>
                <a:sym typeface="Open Sans"/>
              </a:rPr>
              <a:t>PROCEDIMIENTO Y FUNCIONES</a:t>
            </a:r>
            <a:endParaRPr dirty="0"/>
          </a:p>
        </p:txBody>
      </p:sp>
      <p:sp>
        <p:nvSpPr>
          <p:cNvPr id="88" name="Google Shape;88;p1"/>
          <p:cNvSpPr txBox="1"/>
          <p:nvPr/>
        </p:nvSpPr>
        <p:spPr>
          <a:xfrm>
            <a:off x="1063303" y="8745251"/>
            <a:ext cx="6981379" cy="422275"/>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None/>
            </a:pPr>
            <a:r>
              <a:rPr lang="en-US" sz="2499" b="1" i="0" u="none" strike="noStrike" cap="none">
                <a:solidFill>
                  <a:srgbClr val="131416"/>
                </a:solidFill>
                <a:latin typeface="Open Sans"/>
                <a:ea typeface="Open Sans"/>
                <a:cs typeface="Open Sans"/>
                <a:sym typeface="Open Sans"/>
              </a:rPr>
              <a:t>Escuela de Ingenieria de Ciencias Y Sistemas</a:t>
            </a:r>
            <a:endParaRPr sz="2499" b="1" i="0" u="none" strike="noStrike" cap="none">
              <a:solidFill>
                <a:srgbClr val="131416"/>
              </a:solidFill>
              <a:latin typeface="Open Sans"/>
              <a:ea typeface="Open Sans"/>
              <a:cs typeface="Open Sans"/>
              <a:sym typeface="Open Sans"/>
            </a:endParaRPr>
          </a:p>
        </p:txBody>
      </p:sp>
      <p:sp>
        <p:nvSpPr>
          <p:cNvPr id="89" name="Google Shape;89;p1"/>
          <p:cNvSpPr txBox="1"/>
          <p:nvPr/>
        </p:nvSpPr>
        <p:spPr>
          <a:xfrm>
            <a:off x="1028700" y="9210675"/>
            <a:ext cx="6667500" cy="422275"/>
          </a:xfrm>
          <a:prstGeom prst="rect">
            <a:avLst/>
          </a:prstGeom>
          <a:noFill/>
          <a:ln>
            <a:noFill/>
          </a:ln>
        </p:spPr>
        <p:txBody>
          <a:bodyPr spcFirstLastPara="1" wrap="square" lIns="0" tIns="0" rIns="0" bIns="0" anchor="t" anchorCtr="0">
            <a:spAutoFit/>
          </a:bodyPr>
          <a:lstStyle/>
          <a:p>
            <a:pPr marL="0" marR="0" lvl="0" indent="0" algn="l" rtl="0">
              <a:lnSpc>
                <a:spcPct val="140016"/>
              </a:lnSpc>
              <a:spcBef>
                <a:spcPts val="0"/>
              </a:spcBef>
              <a:spcAft>
                <a:spcPts val="0"/>
              </a:spcAft>
              <a:buNone/>
            </a:pPr>
            <a:r>
              <a:rPr lang="en-US" sz="2499" b="1" i="0" u="none" strike="noStrike" cap="none">
                <a:solidFill>
                  <a:srgbClr val="131416"/>
                </a:solidFill>
                <a:latin typeface="Open Sans"/>
                <a:ea typeface="Open Sans"/>
                <a:cs typeface="Open Sans"/>
                <a:sym typeface="Open Sans"/>
              </a:rPr>
              <a:t>Facultad de Ingenieria</a:t>
            </a:r>
            <a:endParaRPr sz="2499" b="1" i="0" u="none" strike="noStrike" cap="none">
              <a:solidFill>
                <a:srgbClr val="131416"/>
              </a:solidFill>
              <a:latin typeface="Open Sans"/>
              <a:ea typeface="Open Sans"/>
              <a:cs typeface="Open Sans"/>
              <a:sym typeface="Open Sans"/>
            </a:endParaRPr>
          </a:p>
        </p:txBody>
      </p:sp>
      <p:sp>
        <p:nvSpPr>
          <p:cNvPr id="90" name="Google Shape;90;p1"/>
          <p:cNvSpPr txBox="1"/>
          <p:nvPr/>
        </p:nvSpPr>
        <p:spPr>
          <a:xfrm>
            <a:off x="228600" y="9588254"/>
            <a:ext cx="8115300" cy="419346"/>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None/>
            </a:pPr>
            <a:r>
              <a:rPr lang="en-US" sz="2499" b="1" i="0" u="none" strike="noStrike" cap="none">
                <a:solidFill>
                  <a:srgbClr val="131416"/>
                </a:solidFill>
                <a:latin typeface="Open Sans"/>
                <a:ea typeface="Open Sans"/>
                <a:cs typeface="Open Sans"/>
                <a:sym typeface="Open Sans"/>
              </a:rPr>
              <a:t>Universidad de San Carlos de Guatemala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grpSp>
        <p:nvGrpSpPr>
          <p:cNvPr id="96" name="Google Shape;96;p2"/>
          <p:cNvGrpSpPr/>
          <p:nvPr/>
        </p:nvGrpSpPr>
        <p:grpSpPr>
          <a:xfrm>
            <a:off x="764447" y="4544825"/>
            <a:ext cx="5709916" cy="845385"/>
            <a:chOff x="0" y="-65837"/>
            <a:chExt cx="2430999" cy="359923"/>
          </a:xfrm>
        </p:grpSpPr>
        <p:sp>
          <p:nvSpPr>
            <p:cNvPr id="97" name="Google Shape;97;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a:p>
          </p:txBody>
        </p:sp>
        <p:sp>
          <p:nvSpPr>
            <p:cNvPr id="98" name="Google Shape;98;p2"/>
            <p:cNvSpPr txBox="1"/>
            <p:nvPr/>
          </p:nvSpPr>
          <p:spPr>
            <a:xfrm>
              <a:off x="367885" y="-65837"/>
              <a:ext cx="2063114"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None/>
              </a:pPr>
              <a:r>
                <a:rPr lang="en-US" sz="2799" b="0" i="0" u="none" strike="noStrike" cap="none" dirty="0">
                  <a:solidFill>
                    <a:srgbClr val="000000"/>
                  </a:solidFill>
                  <a:latin typeface="Arial"/>
                  <a:ea typeface="Arial"/>
                  <a:cs typeface="Arial"/>
                  <a:sym typeface="Arial"/>
                </a:rPr>
                <a:t>Dudas de </a:t>
              </a:r>
              <a:r>
                <a:rPr lang="en-US" sz="2799" b="0" i="0" u="none" strike="noStrike" cap="none" dirty="0" err="1">
                  <a:solidFill>
                    <a:srgbClr val="000000"/>
                  </a:solidFill>
                  <a:latin typeface="Arial"/>
                  <a:ea typeface="Arial"/>
                  <a:cs typeface="Arial"/>
                  <a:sym typeface="Arial"/>
                </a:rPr>
                <a:t>clase</a:t>
              </a:r>
              <a:r>
                <a:rPr lang="en-US" sz="2799" b="0" i="0" u="none" strike="noStrike" cap="none" dirty="0">
                  <a:solidFill>
                    <a:srgbClr val="000000"/>
                  </a:solidFill>
                  <a:latin typeface="Arial"/>
                  <a:ea typeface="Arial"/>
                  <a:cs typeface="Arial"/>
                  <a:sym typeface="Arial"/>
                </a:rPr>
                <a:t> o </a:t>
              </a:r>
              <a:r>
                <a:rPr lang="en-US" sz="2799" b="0" i="0" u="none" strike="noStrike" cap="none" dirty="0" err="1">
                  <a:solidFill>
                    <a:srgbClr val="000000"/>
                  </a:solidFill>
                  <a:latin typeface="Arial"/>
                  <a:ea typeface="Arial"/>
                  <a:cs typeface="Arial"/>
                  <a:sym typeface="Arial"/>
                </a:rPr>
                <a:t>generales</a:t>
              </a:r>
              <a:endParaRPr dirty="0"/>
            </a:p>
          </p:txBody>
        </p:sp>
      </p:grpSp>
      <p:sp>
        <p:nvSpPr>
          <p:cNvPr id="99" name="Google Shape;99;p2"/>
          <p:cNvSpPr/>
          <p:nvPr/>
        </p:nvSpPr>
        <p:spPr>
          <a:xfrm>
            <a:off x="878654" y="4740441"/>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a:p>
        </p:txBody>
      </p:sp>
      <p:grpSp>
        <p:nvGrpSpPr>
          <p:cNvPr id="100" name="Google Shape;100;p2"/>
          <p:cNvGrpSpPr/>
          <p:nvPr/>
        </p:nvGrpSpPr>
        <p:grpSpPr>
          <a:xfrm>
            <a:off x="1866989" y="3013983"/>
            <a:ext cx="4115190" cy="1556484"/>
            <a:chOff x="0" y="-76200"/>
            <a:chExt cx="1083836" cy="409938"/>
          </a:xfrm>
        </p:grpSpPr>
        <p:sp>
          <p:nvSpPr>
            <p:cNvPr id="101" name="Google Shape;101;p2"/>
            <p:cNvSpPr/>
            <p:nvPr/>
          </p:nvSpPr>
          <p:spPr>
            <a:xfrm>
              <a:off x="0" y="0"/>
              <a:ext cx="1083836" cy="333738"/>
            </a:xfrm>
            <a:custGeom>
              <a:avLst/>
              <a:gdLst/>
              <a:ahLst/>
              <a:cxnLst/>
              <a:rect l="l" t="t" r="r" b="b"/>
              <a:pathLst>
                <a:path w="1083836" h="333738" extrusionOk="0">
                  <a:moveTo>
                    <a:pt x="880636" y="0"/>
                  </a:moveTo>
                  <a:lnTo>
                    <a:pt x="0" y="0"/>
                  </a:lnTo>
                  <a:lnTo>
                    <a:pt x="0" y="333738"/>
                  </a:lnTo>
                  <a:lnTo>
                    <a:pt x="880636" y="333738"/>
                  </a:lnTo>
                  <a:lnTo>
                    <a:pt x="1083836" y="166869"/>
                  </a:lnTo>
                  <a:lnTo>
                    <a:pt x="880636" y="0"/>
                  </a:lnTo>
                  <a:close/>
                </a:path>
              </a:pathLst>
            </a:custGeom>
            <a:solidFill>
              <a:srgbClr val="FFFFFF"/>
            </a:solidFill>
            <a:ln>
              <a:noFill/>
            </a:ln>
          </p:spPr>
          <p:txBody>
            <a:bodyPr/>
            <a:lstStyle/>
            <a:p>
              <a:endParaRPr lang="es-GT"/>
            </a:p>
          </p:txBody>
        </p:sp>
        <p:sp>
          <p:nvSpPr>
            <p:cNvPr id="102" name="Google Shape;102;p2"/>
            <p:cNvSpPr txBox="1"/>
            <p:nvPr/>
          </p:nvSpPr>
          <p:spPr>
            <a:xfrm>
              <a:off x="0" y="-76200"/>
              <a:ext cx="969536" cy="409938"/>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None/>
              </a:pPr>
              <a:r>
                <a:rPr lang="en-US" sz="2799" b="0" i="0" u="none" strike="noStrike" cap="none">
                  <a:solidFill>
                    <a:srgbClr val="000000"/>
                  </a:solidFill>
                  <a:latin typeface="Arial"/>
                  <a:ea typeface="Arial"/>
                  <a:cs typeface="Arial"/>
                  <a:sym typeface="Arial"/>
                </a:rPr>
                <a:t>RECORDATORIOS</a:t>
              </a:r>
              <a:endParaRPr/>
            </a:p>
          </p:txBody>
        </p:sp>
      </p:grpSp>
      <p:sp>
        <p:nvSpPr>
          <p:cNvPr id="103" name="Google Shape;103;p2"/>
          <p:cNvSpPr/>
          <p:nvPr/>
        </p:nvSpPr>
        <p:spPr>
          <a:xfrm>
            <a:off x="651754" y="3429735"/>
            <a:ext cx="753892" cy="872928"/>
          </a:xfrm>
          <a:custGeom>
            <a:avLst/>
            <a:gdLst/>
            <a:ahLst/>
            <a:cxnLst/>
            <a:rect l="l" t="t" r="r" b="b"/>
            <a:pathLst>
              <a:path w="753892" h="872928" extrusionOk="0">
                <a:moveTo>
                  <a:pt x="0" y="0"/>
                </a:moveTo>
                <a:lnTo>
                  <a:pt x="753892" y="0"/>
                </a:lnTo>
                <a:lnTo>
                  <a:pt x="753892" y="872927"/>
                </a:lnTo>
                <a:lnTo>
                  <a:pt x="0" y="872927"/>
                </a:lnTo>
                <a:lnTo>
                  <a:pt x="0" y="0"/>
                </a:lnTo>
                <a:close/>
              </a:path>
            </a:pathLst>
          </a:custGeom>
          <a:blipFill rotWithShape="1">
            <a:blip r:embed="rId4">
              <a:alphaModFix/>
            </a:blip>
            <a:stretch>
              <a:fillRect/>
            </a:stretch>
          </a:blipFill>
          <a:ln>
            <a:noFill/>
          </a:ln>
        </p:spPr>
        <p:txBody>
          <a:bodyPr/>
          <a:lstStyle/>
          <a:p>
            <a:endParaRPr lang="es-GT"/>
          </a:p>
        </p:txBody>
      </p:sp>
      <p:sp>
        <p:nvSpPr>
          <p:cNvPr id="104" name="Google Shape;104;p2"/>
          <p:cNvSpPr txBox="1"/>
          <p:nvPr/>
        </p:nvSpPr>
        <p:spPr>
          <a:xfrm>
            <a:off x="651749" y="490900"/>
            <a:ext cx="7710301" cy="230895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15000" i="0" u="none" strike="noStrike" cap="none">
                <a:solidFill>
                  <a:srgbClr val="131416"/>
                </a:solidFill>
                <a:latin typeface="Pacifico"/>
                <a:ea typeface="Pacifico"/>
                <a:cs typeface="Pacifico"/>
                <a:sym typeface="Pacifico"/>
              </a:rPr>
              <a:t>Agenda</a:t>
            </a:r>
            <a:endParaRPr>
              <a:latin typeface="Pacifico"/>
              <a:ea typeface="Pacifico"/>
              <a:cs typeface="Pacifico"/>
              <a:sym typeface="Pacifico"/>
            </a:endParaRPr>
          </a:p>
        </p:txBody>
      </p:sp>
      <p:sp>
        <p:nvSpPr>
          <p:cNvPr id="105" name="Google Shape;105;p2"/>
          <p:cNvSpPr txBox="1"/>
          <p:nvPr/>
        </p:nvSpPr>
        <p:spPr>
          <a:xfrm>
            <a:off x="10105990" y="390767"/>
            <a:ext cx="8416800" cy="23088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15000" i="0" u="none" strike="noStrike" cap="none">
                <a:solidFill>
                  <a:srgbClr val="131416"/>
                </a:solidFill>
                <a:latin typeface="Lobster"/>
                <a:ea typeface="Lobster"/>
                <a:cs typeface="Lobster"/>
                <a:sym typeface="Lobster"/>
              </a:rPr>
              <a:t>Recursos</a:t>
            </a:r>
            <a:endParaRPr>
              <a:latin typeface="Lobster"/>
              <a:ea typeface="Lobster"/>
              <a:cs typeface="Lobster"/>
              <a:sym typeface="Lobster"/>
            </a:endParaRPr>
          </a:p>
        </p:txBody>
      </p:sp>
      <p:sp>
        <p:nvSpPr>
          <p:cNvPr id="107" name="Google Shape;107;p2"/>
          <p:cNvSpPr/>
          <p:nvPr/>
        </p:nvSpPr>
        <p:spPr>
          <a:xfrm>
            <a:off x="11739805" y="3232617"/>
            <a:ext cx="5353646" cy="1267162"/>
          </a:xfrm>
          <a:custGeom>
            <a:avLst/>
            <a:gdLst/>
            <a:ahLst/>
            <a:cxnLst/>
            <a:rect l="l" t="t" r="r" b="b"/>
            <a:pathLst>
              <a:path w="1410014" h="333738" extrusionOk="0">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lstStyle/>
          <a:p>
            <a:endParaRPr lang="es-GT"/>
          </a:p>
        </p:txBody>
      </p:sp>
      <p:grpSp>
        <p:nvGrpSpPr>
          <p:cNvPr id="109" name="Google Shape;109;p2"/>
          <p:cNvGrpSpPr/>
          <p:nvPr/>
        </p:nvGrpSpPr>
        <p:grpSpPr>
          <a:xfrm>
            <a:off x="11739805" y="4598683"/>
            <a:ext cx="5353646" cy="1701145"/>
            <a:chOff x="0" y="-114300"/>
            <a:chExt cx="1410014" cy="448038"/>
          </a:xfrm>
        </p:grpSpPr>
        <p:sp>
          <p:nvSpPr>
            <p:cNvPr id="110" name="Google Shape;110;p2"/>
            <p:cNvSpPr/>
            <p:nvPr/>
          </p:nvSpPr>
          <p:spPr>
            <a:xfrm>
              <a:off x="0" y="0"/>
              <a:ext cx="1410014" cy="333738"/>
            </a:xfrm>
            <a:custGeom>
              <a:avLst/>
              <a:gdLst/>
              <a:ahLst/>
              <a:cxnLst/>
              <a:rect l="l" t="t" r="r" b="b"/>
              <a:pathLst>
                <a:path w="1410014" h="333738" extrusionOk="0">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lstStyle/>
            <a:p>
              <a:endParaRPr lang="es-GT"/>
            </a:p>
          </p:txBody>
        </p:sp>
        <p:sp>
          <p:nvSpPr>
            <p:cNvPr id="111" name="Google Shape;111;p2"/>
            <p:cNvSpPr txBox="1"/>
            <p:nvPr/>
          </p:nvSpPr>
          <p:spPr>
            <a:xfrm>
              <a:off x="0" y="-114300"/>
              <a:ext cx="1295714" cy="448038"/>
            </a:xfrm>
            <a:prstGeom prst="rect">
              <a:avLst/>
            </a:prstGeom>
            <a:noFill/>
            <a:ln>
              <a:noFill/>
            </a:ln>
          </p:spPr>
          <p:txBody>
            <a:bodyPr spcFirstLastPara="1" wrap="square" lIns="50800" tIns="50800" rIns="50800" bIns="50800" anchor="ctr" anchorCtr="0">
              <a:noAutofit/>
            </a:bodyPr>
            <a:lstStyle/>
            <a:p>
              <a:pPr marL="0" marR="0" lvl="0" indent="0" algn="ctr" rtl="0">
                <a:lnSpc>
                  <a:spcPct val="148010"/>
                </a:lnSpc>
                <a:spcBef>
                  <a:spcPts val="0"/>
                </a:spcBef>
                <a:spcAft>
                  <a:spcPts val="0"/>
                </a:spcAft>
                <a:buNone/>
              </a:pPr>
              <a:r>
                <a:rPr lang="en-US" sz="4499" b="0" i="0" u="none" strike="noStrike" cap="none" dirty="0">
                  <a:solidFill>
                    <a:srgbClr val="000000"/>
                  </a:solidFill>
                  <a:latin typeface="Arial"/>
                  <a:ea typeface="Arial"/>
                  <a:cs typeface="Arial"/>
                  <a:sym typeface="Arial"/>
                </a:rPr>
                <a:t>Ver </a:t>
              </a:r>
              <a:r>
                <a:rPr lang="en-US" sz="4499" b="0" i="0" u="none" strike="noStrike" cap="none" dirty="0" err="1">
                  <a:solidFill>
                    <a:srgbClr val="000000"/>
                  </a:solidFill>
                  <a:latin typeface="Arial"/>
                  <a:ea typeface="Arial"/>
                  <a:cs typeface="Arial"/>
                  <a:sym typeface="Arial"/>
                </a:rPr>
                <a:t>en</a:t>
              </a:r>
              <a:r>
                <a:rPr lang="en-US" sz="4499" b="0" i="0" u="none" strike="noStrike" cap="none" dirty="0">
                  <a:solidFill>
                    <a:srgbClr val="000000"/>
                  </a:solidFill>
                  <a:latin typeface="Arial"/>
                  <a:ea typeface="Arial"/>
                  <a:cs typeface="Arial"/>
                  <a:sym typeface="Arial"/>
                </a:rPr>
                <a:t> </a:t>
              </a:r>
              <a:r>
                <a:rPr lang="en-US" sz="4499" b="0" i="0" u="none" strike="noStrike" cap="none" dirty="0" err="1">
                  <a:solidFill>
                    <a:srgbClr val="000000"/>
                  </a:solidFill>
                  <a:latin typeface="Arial"/>
                  <a:ea typeface="Arial"/>
                  <a:cs typeface="Arial"/>
                  <a:sym typeface="Arial"/>
                </a:rPr>
                <a:t>el</a:t>
              </a:r>
              <a:r>
                <a:rPr lang="en-US" sz="4499" b="0" i="0" u="none" strike="noStrike" cap="none" dirty="0">
                  <a:solidFill>
                    <a:srgbClr val="000000"/>
                  </a:solidFill>
                  <a:latin typeface="Arial"/>
                  <a:ea typeface="Arial"/>
                  <a:cs typeface="Arial"/>
                  <a:sym typeface="Arial"/>
                </a:rPr>
                <a:t> </a:t>
              </a:r>
              <a:r>
                <a:rPr lang="en-US" sz="4499" b="0" i="0" u="none" strike="noStrike" cap="none" dirty="0" err="1">
                  <a:solidFill>
                    <a:srgbClr val="000000"/>
                  </a:solidFill>
                  <a:latin typeface="Arial"/>
                  <a:ea typeface="Arial"/>
                  <a:cs typeface="Arial"/>
                  <a:sym typeface="Arial"/>
                </a:rPr>
                <a:t>apartado</a:t>
              </a:r>
              <a:r>
                <a:rPr lang="en-US" sz="4499" b="0" i="0" u="none" strike="noStrike" cap="none" dirty="0">
                  <a:solidFill>
                    <a:srgbClr val="000000"/>
                  </a:solidFill>
                  <a:latin typeface="Arial"/>
                  <a:ea typeface="Arial"/>
                  <a:cs typeface="Arial"/>
                  <a:sym typeface="Arial"/>
                </a:rPr>
                <a:t> material de </a:t>
              </a:r>
              <a:r>
                <a:rPr lang="en-US" sz="4499" b="0" i="0" u="none" strike="noStrike" cap="none" dirty="0" err="1">
                  <a:solidFill>
                    <a:srgbClr val="000000"/>
                  </a:solidFill>
                  <a:latin typeface="Arial"/>
                  <a:ea typeface="Arial"/>
                  <a:cs typeface="Arial"/>
                  <a:sym typeface="Arial"/>
                </a:rPr>
                <a:t>apoyo</a:t>
              </a:r>
              <a:r>
                <a:rPr lang="en-US" sz="4499" b="0" i="0" u="none" strike="noStrike" cap="none" dirty="0">
                  <a:solidFill>
                    <a:srgbClr val="000000"/>
                  </a:solidFill>
                  <a:latin typeface="Arial"/>
                  <a:ea typeface="Arial"/>
                  <a:cs typeface="Arial"/>
                  <a:sym typeface="Arial"/>
                </a:rPr>
                <a:t> </a:t>
              </a:r>
              <a:r>
                <a:rPr lang="en-US" sz="4499" b="0" i="0" u="none" strike="noStrike" cap="none" dirty="0" err="1">
                  <a:solidFill>
                    <a:srgbClr val="000000"/>
                  </a:solidFill>
                  <a:latin typeface="Arial"/>
                  <a:ea typeface="Arial"/>
                  <a:cs typeface="Arial"/>
                  <a:sym typeface="Arial"/>
                </a:rPr>
                <a:t>en</a:t>
              </a:r>
              <a:r>
                <a:rPr lang="en-US" sz="4499" b="0" i="0" u="none" strike="noStrike" cap="none" dirty="0">
                  <a:solidFill>
                    <a:srgbClr val="000000"/>
                  </a:solidFill>
                  <a:latin typeface="Arial"/>
                  <a:ea typeface="Arial"/>
                  <a:cs typeface="Arial"/>
                  <a:sym typeface="Arial"/>
                </a:rPr>
                <a:t> Uedi</a:t>
              </a:r>
              <a:endParaRPr dirty="0"/>
            </a:p>
          </p:txBody>
        </p:sp>
      </p:grpSp>
      <p:grpSp>
        <p:nvGrpSpPr>
          <p:cNvPr id="112" name="Google Shape;112;p2"/>
          <p:cNvGrpSpPr/>
          <p:nvPr/>
        </p:nvGrpSpPr>
        <p:grpSpPr>
          <a:xfrm>
            <a:off x="176619" y="5444302"/>
            <a:ext cx="4613551" cy="845385"/>
            <a:chOff x="0" y="-76200"/>
            <a:chExt cx="1964221" cy="359923"/>
          </a:xfrm>
        </p:grpSpPr>
        <p:sp>
          <p:nvSpPr>
            <p:cNvPr id="113" name="Google Shape;113;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a:p>
          </p:txBody>
        </p:sp>
        <p:sp>
          <p:nvSpPr>
            <p:cNvPr id="114" name="Google Shape;114;p2"/>
            <p:cNvSpPr txBox="1"/>
            <p:nvPr/>
          </p:nvSpPr>
          <p:spPr>
            <a:xfrm>
              <a:off x="64883" y="-76200"/>
              <a:ext cx="1849921"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None/>
              </a:pPr>
              <a:r>
                <a:rPr lang="en-US" sz="2799" b="0" i="0" u="none" strike="noStrike" cap="none" dirty="0" err="1">
                  <a:solidFill>
                    <a:srgbClr val="000000"/>
                  </a:solidFill>
                  <a:latin typeface="Arial"/>
                  <a:ea typeface="Arial"/>
                  <a:cs typeface="Arial"/>
                  <a:sym typeface="Arial"/>
                </a:rPr>
                <a:t>Anuncios</a:t>
              </a:r>
              <a:endParaRPr dirty="0"/>
            </a:p>
          </p:txBody>
        </p:sp>
      </p:grpSp>
      <p:grpSp>
        <p:nvGrpSpPr>
          <p:cNvPr id="115" name="Google Shape;115;p2"/>
          <p:cNvGrpSpPr/>
          <p:nvPr/>
        </p:nvGrpSpPr>
        <p:grpSpPr>
          <a:xfrm>
            <a:off x="176619" y="6425875"/>
            <a:ext cx="5433658" cy="845385"/>
            <a:chOff x="0" y="-76200"/>
            <a:chExt cx="2313383" cy="359923"/>
          </a:xfrm>
        </p:grpSpPr>
        <p:sp>
          <p:nvSpPr>
            <p:cNvPr id="116" name="Google Shape;116;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a:p>
          </p:txBody>
        </p:sp>
        <p:sp>
          <p:nvSpPr>
            <p:cNvPr id="117" name="Google Shape;117;p2"/>
            <p:cNvSpPr txBox="1"/>
            <p:nvPr/>
          </p:nvSpPr>
          <p:spPr>
            <a:xfrm>
              <a:off x="463462" y="-76200"/>
              <a:ext cx="1849921"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None/>
              </a:pPr>
              <a:r>
                <a:rPr lang="en-US" sz="2799" b="0" i="0" u="none" strike="noStrike" cap="none" dirty="0" err="1">
                  <a:solidFill>
                    <a:srgbClr val="000000"/>
                  </a:solidFill>
                  <a:latin typeface="Arial"/>
                  <a:ea typeface="Arial"/>
                  <a:cs typeface="Arial"/>
                  <a:sym typeface="Arial"/>
                </a:rPr>
                <a:t>Contenido</a:t>
              </a:r>
              <a:r>
                <a:rPr lang="en-US" sz="2799" b="0" i="0" u="none" strike="noStrike" cap="none" dirty="0">
                  <a:solidFill>
                    <a:srgbClr val="000000"/>
                  </a:solidFill>
                  <a:latin typeface="Arial"/>
                  <a:ea typeface="Arial"/>
                  <a:cs typeface="Arial"/>
                  <a:sym typeface="Arial"/>
                </a:rPr>
                <a:t> Laboratorio</a:t>
              </a:r>
              <a:endParaRPr dirty="0"/>
            </a:p>
          </p:txBody>
        </p:sp>
      </p:grpSp>
      <p:grpSp>
        <p:nvGrpSpPr>
          <p:cNvPr id="118" name="Google Shape;118;p2"/>
          <p:cNvGrpSpPr/>
          <p:nvPr/>
        </p:nvGrpSpPr>
        <p:grpSpPr>
          <a:xfrm>
            <a:off x="176619" y="7349457"/>
            <a:ext cx="5237713" cy="845385"/>
            <a:chOff x="0" y="-76200"/>
            <a:chExt cx="2229959" cy="359923"/>
          </a:xfrm>
        </p:grpSpPr>
        <p:sp>
          <p:nvSpPr>
            <p:cNvPr id="119" name="Google Shape;119;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a:p>
          </p:txBody>
        </p:sp>
        <p:sp>
          <p:nvSpPr>
            <p:cNvPr id="120" name="Google Shape;120;p2"/>
            <p:cNvSpPr txBox="1"/>
            <p:nvPr/>
          </p:nvSpPr>
          <p:spPr>
            <a:xfrm>
              <a:off x="380038" y="-76200"/>
              <a:ext cx="1849921"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None/>
              </a:pPr>
              <a:r>
                <a:rPr lang="en-US" sz="2799" b="0" i="0" u="none" strike="noStrike" cap="none" dirty="0">
                  <a:solidFill>
                    <a:srgbClr val="000000"/>
                  </a:solidFill>
                  <a:latin typeface="Arial"/>
                  <a:ea typeface="Arial"/>
                  <a:cs typeface="Arial"/>
                  <a:sym typeface="Arial"/>
                </a:rPr>
                <a:t>Lectura </a:t>
              </a:r>
              <a:r>
                <a:rPr lang="en-US" sz="2799" b="0" i="0" u="none" strike="noStrike" cap="none" dirty="0" err="1">
                  <a:solidFill>
                    <a:srgbClr val="000000"/>
                  </a:solidFill>
                  <a:latin typeface="Arial"/>
                  <a:ea typeface="Arial"/>
                  <a:cs typeface="Arial"/>
                  <a:sym typeface="Arial"/>
                </a:rPr>
                <a:t>Explicativa</a:t>
              </a:r>
              <a:endParaRPr dirty="0"/>
            </a:p>
          </p:txBody>
        </p:sp>
      </p:grpSp>
      <p:grpSp>
        <p:nvGrpSpPr>
          <p:cNvPr id="121" name="Google Shape;121;p2"/>
          <p:cNvGrpSpPr/>
          <p:nvPr/>
        </p:nvGrpSpPr>
        <p:grpSpPr>
          <a:xfrm>
            <a:off x="176619" y="8412915"/>
            <a:ext cx="4998222" cy="845385"/>
            <a:chOff x="0" y="-76200"/>
            <a:chExt cx="2127995" cy="359923"/>
          </a:xfrm>
        </p:grpSpPr>
        <p:sp>
          <p:nvSpPr>
            <p:cNvPr id="122" name="Google Shape;122;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a:p>
          </p:txBody>
        </p:sp>
        <p:sp>
          <p:nvSpPr>
            <p:cNvPr id="123" name="Google Shape;123;p2"/>
            <p:cNvSpPr txBox="1"/>
            <p:nvPr/>
          </p:nvSpPr>
          <p:spPr>
            <a:xfrm>
              <a:off x="278074" y="-76200"/>
              <a:ext cx="1849921"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None/>
              </a:pPr>
              <a:r>
                <a:rPr lang="en-US" sz="2799" b="0" i="0" u="none" strike="noStrike" cap="none" dirty="0">
                  <a:solidFill>
                    <a:srgbClr val="000000"/>
                  </a:solidFill>
                  <a:latin typeface="Arial"/>
                  <a:ea typeface="Arial"/>
                  <a:cs typeface="Arial"/>
                  <a:sym typeface="Arial"/>
                </a:rPr>
                <a:t>Dudas del </a:t>
              </a:r>
              <a:r>
                <a:rPr lang="en-US" sz="2799" b="0" i="0" u="none" strike="noStrike" cap="none" dirty="0" err="1">
                  <a:solidFill>
                    <a:srgbClr val="000000"/>
                  </a:solidFill>
                  <a:latin typeface="Arial"/>
                  <a:ea typeface="Arial"/>
                  <a:cs typeface="Arial"/>
                  <a:sym typeface="Arial"/>
                </a:rPr>
                <a:t>tema</a:t>
              </a:r>
              <a:endParaRPr dirty="0"/>
            </a:p>
          </p:txBody>
        </p:sp>
      </p:grpSp>
      <p:sp>
        <p:nvSpPr>
          <p:cNvPr id="124" name="Google Shape;124;p2"/>
          <p:cNvSpPr/>
          <p:nvPr/>
        </p:nvSpPr>
        <p:spPr>
          <a:xfrm>
            <a:off x="878654" y="5623280"/>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a:p>
        </p:txBody>
      </p:sp>
      <p:sp>
        <p:nvSpPr>
          <p:cNvPr id="125" name="Google Shape;125;p2"/>
          <p:cNvSpPr/>
          <p:nvPr/>
        </p:nvSpPr>
        <p:spPr>
          <a:xfrm>
            <a:off x="878654" y="6604853"/>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a:p>
        </p:txBody>
      </p:sp>
      <p:sp>
        <p:nvSpPr>
          <p:cNvPr id="126" name="Google Shape;126;p2"/>
          <p:cNvSpPr/>
          <p:nvPr/>
        </p:nvSpPr>
        <p:spPr>
          <a:xfrm>
            <a:off x="878654" y="7604635"/>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a:p>
        </p:txBody>
      </p:sp>
      <p:sp>
        <p:nvSpPr>
          <p:cNvPr id="127" name="Google Shape;127;p2"/>
          <p:cNvSpPr/>
          <p:nvPr/>
        </p:nvSpPr>
        <p:spPr>
          <a:xfrm>
            <a:off x="878654" y="8605540"/>
            <a:ext cx="453358" cy="550094"/>
          </a:xfrm>
          <a:custGeom>
            <a:avLst/>
            <a:gdLst/>
            <a:ahLst/>
            <a:cxnLst/>
            <a:rect l="l" t="t" r="r" b="b"/>
            <a:pathLst>
              <a:path w="453358" h="550094" extrusionOk="0">
                <a:moveTo>
                  <a:pt x="0" y="0"/>
                </a:moveTo>
                <a:lnTo>
                  <a:pt x="453359" y="0"/>
                </a:lnTo>
                <a:lnTo>
                  <a:pt x="453359" y="550095"/>
                </a:lnTo>
                <a:lnTo>
                  <a:pt x="0" y="550095"/>
                </a:lnTo>
                <a:lnTo>
                  <a:pt x="0" y="0"/>
                </a:lnTo>
                <a:close/>
              </a:path>
            </a:pathLst>
          </a:custGeom>
          <a:blipFill rotWithShape="1">
            <a:blip r:embed="rId3">
              <a:alphaModFix/>
            </a:blip>
            <a:stretch>
              <a:fillRect/>
            </a:stretch>
          </a:blipFill>
          <a:ln>
            <a:noFill/>
          </a:ln>
        </p:spPr>
        <p:txBody>
          <a:bodyPr/>
          <a:lstStyle/>
          <a:p>
            <a:endParaRPr lang="es-GT"/>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33"/>
        <p:cNvGrpSpPr/>
        <p:nvPr/>
      </p:nvGrpSpPr>
      <p:grpSpPr>
        <a:xfrm>
          <a:off x="0" y="0"/>
          <a:ext cx="0" cy="0"/>
          <a:chOff x="0" y="0"/>
          <a:chExt cx="0" cy="0"/>
        </a:xfrm>
      </p:grpSpPr>
      <p:sp useBgFill="1">
        <p:nvSpPr>
          <p:cNvPr id="181" name="Rectangle 18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179">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0"/>
            <a:ext cx="18287997" cy="3255046"/>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2124228" y="0"/>
            <a:ext cx="6145817" cy="325599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7515969" y="-7515065"/>
            <a:ext cx="3256064" cy="18288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4" name="Google Shape;134;p3"/>
          <p:cNvSpPr txBox="1"/>
          <p:nvPr/>
        </p:nvSpPr>
        <p:spPr>
          <a:xfrm>
            <a:off x="2075346" y="523297"/>
            <a:ext cx="14577166" cy="2364669"/>
          </a:xfrm>
          <a:prstGeom prst="rect">
            <a:avLst/>
          </a:prstGeom>
        </p:spPr>
        <p:txBody>
          <a:bodyPr spcFirstLastPara="1" vert="horz" lIns="91440" tIns="45720" rIns="91440" bIns="45720" rtlCol="0" anchor="ctr" anchorCtr="0">
            <a:normAutofit/>
          </a:bodyPr>
          <a:lstStyle/>
          <a:p>
            <a:pPr marL="0" marR="0" lvl="0" indent="0">
              <a:lnSpc>
                <a:spcPct val="90000"/>
              </a:lnSpc>
              <a:spcBef>
                <a:spcPct val="0"/>
              </a:spcBef>
              <a:spcAft>
                <a:spcPts val="600"/>
              </a:spcAft>
            </a:pPr>
            <a:r>
              <a:rPr lang="en-US" sz="6000" i="0" u="none" strike="noStrike" kern="1200" cap="none">
                <a:solidFill>
                  <a:srgbClr val="FFFFFF"/>
                </a:solidFill>
                <a:latin typeface="+mj-lt"/>
                <a:ea typeface="+mj-ea"/>
                <a:cs typeface="+mj-cs"/>
                <a:sym typeface="Impact"/>
              </a:rPr>
              <a:t>COMPETENCIA(S) QUE DESARROLLAREMOS</a:t>
            </a:r>
            <a:endParaRPr lang="en-US" sz="6000" kern="1200">
              <a:solidFill>
                <a:srgbClr val="FFFFFF"/>
              </a:solidFill>
              <a:latin typeface="+mj-lt"/>
              <a:ea typeface="+mj-ea"/>
              <a:cs typeface="+mj-cs"/>
              <a:sym typeface="Impact"/>
            </a:endParaRPr>
          </a:p>
        </p:txBody>
      </p:sp>
      <p:graphicFrame>
        <p:nvGraphicFramePr>
          <p:cNvPr id="137" name="Google Shape;135;p3">
            <a:extLst>
              <a:ext uri="{FF2B5EF4-FFF2-40B4-BE49-F238E27FC236}">
                <a16:creationId xmlns:a16="http://schemas.microsoft.com/office/drawing/2014/main" id="{1887EBF5-9771-9E2F-D413-3D4E2E0198A6}"/>
              </a:ext>
            </a:extLst>
          </p:cNvPr>
          <p:cNvGraphicFramePr/>
          <p:nvPr>
            <p:extLst>
              <p:ext uri="{D42A27DB-BD31-4B8C-83A1-F6EECF244321}">
                <p14:modId xmlns:p14="http://schemas.microsoft.com/office/powerpoint/2010/main" val="438311602"/>
              </p:ext>
            </p:extLst>
          </p:nvPr>
        </p:nvGraphicFramePr>
        <p:xfrm>
          <a:off x="966084" y="3923968"/>
          <a:ext cx="16391743" cy="55341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Shape 141"/>
        <p:cNvGrpSpPr/>
        <p:nvPr/>
      </p:nvGrpSpPr>
      <p:grpSpPr>
        <a:xfrm>
          <a:off x="0" y="0"/>
          <a:ext cx="0" cy="0"/>
          <a:chOff x="0" y="0"/>
          <a:chExt cx="0" cy="0"/>
        </a:xfrm>
      </p:grpSpPr>
      <p:sp useBgFill="1">
        <p:nvSpPr>
          <p:cNvPr id="163" name="Rectangle 162">
            <a:extLst>
              <a:ext uri="{FF2B5EF4-FFF2-40B4-BE49-F238E27FC236}">
                <a16:creationId xmlns:a16="http://schemas.microsoft.com/office/drawing/2014/main" id="{A3EFF7B1-6CB7-47D1-AD37-B870CA2B21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 y="0"/>
            <a:ext cx="18283428"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Rectangle 164">
            <a:extLst>
              <a:ext uri="{FF2B5EF4-FFF2-40B4-BE49-F238E27FC236}">
                <a16:creationId xmlns:a16="http://schemas.microsoft.com/office/drawing/2014/main" id="{7FA2962B-21B6-4689-A95D-A8FF6ADE4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18283428" cy="10287000"/>
          </a:xfrm>
          <a:prstGeom prst="rect">
            <a:avLst/>
          </a:prstGeom>
          <a:solidFill>
            <a:schemeClr val="bg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7" name="Group 166">
            <a:extLst>
              <a:ext uri="{FF2B5EF4-FFF2-40B4-BE49-F238E27FC236}">
                <a16:creationId xmlns:a16="http://schemas.microsoft.com/office/drawing/2014/main" id="{A745280D-ED36-41FE-8EB1-CE597C99CFE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252222" y="1346236"/>
            <a:ext cx="304800" cy="644652"/>
            <a:chOff x="215328" y="-46937"/>
            <a:chExt cx="304800" cy="2773841"/>
          </a:xfrm>
        </p:grpSpPr>
        <p:cxnSp>
          <p:nvCxnSpPr>
            <p:cNvPr id="168" name="Straight Connector 167">
              <a:extLst>
                <a:ext uri="{FF2B5EF4-FFF2-40B4-BE49-F238E27FC236}">
                  <a16:creationId xmlns:a16="http://schemas.microsoft.com/office/drawing/2014/main" id="{3D26CEB3-5AE4-4088-AD63-396DB50F28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4AA9279A-AD34-474C-834E-6BF658144A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B3589559-7D9A-4ECD-90BB-A5565E2DAE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701B1A71-DCEA-4EB2-8133-98A2CD6F09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173" name="Group 172">
            <a:extLst>
              <a:ext uri="{FF2B5EF4-FFF2-40B4-BE49-F238E27FC236}">
                <a16:creationId xmlns:a16="http://schemas.microsoft.com/office/drawing/2014/main" id="{80E95A5C-1E97-41C3-9DEC-245FF6DEBF1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3113131"/>
            <a:ext cx="18073095" cy="6139960"/>
            <a:chOff x="1" y="2075420"/>
            <a:chExt cx="12048729" cy="4093306"/>
          </a:xfrm>
        </p:grpSpPr>
        <p:sp>
          <p:nvSpPr>
            <p:cNvPr id="174" name="Oval 173">
              <a:extLst>
                <a:ext uri="{FF2B5EF4-FFF2-40B4-BE49-F238E27FC236}">
                  <a16:creationId xmlns:a16="http://schemas.microsoft.com/office/drawing/2014/main" id="{8D3C3374-C720-4FCD-B6CD-AEF1D1A61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Oval 174">
              <a:extLst>
                <a:ext uri="{FF2B5EF4-FFF2-40B4-BE49-F238E27FC236}">
                  <a16:creationId xmlns:a16="http://schemas.microsoft.com/office/drawing/2014/main" id="{7639E2EF-4D23-4EA3-B29E-D6362FF722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Oval 175">
              <a:extLst>
                <a:ext uri="{FF2B5EF4-FFF2-40B4-BE49-F238E27FC236}">
                  <a16:creationId xmlns:a16="http://schemas.microsoft.com/office/drawing/2014/main" id="{730820A4-6CEA-4BF7-8DE4-F5B2D2EB23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Oval 176">
              <a:extLst>
                <a:ext uri="{FF2B5EF4-FFF2-40B4-BE49-F238E27FC236}">
                  <a16:creationId xmlns:a16="http://schemas.microsoft.com/office/drawing/2014/main" id="{F320E002-8AED-4D4F-A104-0585FFFB9A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8" name="Oval 177">
              <a:extLst>
                <a:ext uri="{FF2B5EF4-FFF2-40B4-BE49-F238E27FC236}">
                  <a16:creationId xmlns:a16="http://schemas.microsoft.com/office/drawing/2014/main" id="{6A0BF3F3-3A09-42CE-9483-114BD01DD9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Oval 178">
              <a:extLst>
                <a:ext uri="{FF2B5EF4-FFF2-40B4-BE49-F238E27FC236}">
                  <a16:creationId xmlns:a16="http://schemas.microsoft.com/office/drawing/2014/main" id="{B233BD5C-DFC7-4EB7-B348-7C9B5B8D0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1" name="Rectangle 180">
            <a:extLst>
              <a:ext uri="{FF2B5EF4-FFF2-40B4-BE49-F238E27FC236}">
                <a16:creationId xmlns:a16="http://schemas.microsoft.com/office/drawing/2014/main" id="{A00D2CE1-35C1-46E6-BD59-CEE668BD90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657219" y="1563908"/>
            <a:ext cx="4194692" cy="1066878"/>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3" name="Group 182">
            <a:extLst>
              <a:ext uri="{FF2B5EF4-FFF2-40B4-BE49-F238E27FC236}">
                <a16:creationId xmlns:a16="http://schemas.microsoft.com/office/drawing/2014/main" id="{A58DCE86-9AE1-46D1-96D6-04B8B3EDF6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889308" y="-1280992"/>
            <a:ext cx="822960" cy="549007"/>
            <a:chOff x="7029447" y="3514725"/>
            <a:chExt cx="1285875" cy="549007"/>
          </a:xfrm>
        </p:grpSpPr>
        <p:cxnSp>
          <p:nvCxnSpPr>
            <p:cNvPr id="184" name="Straight Connector 183">
              <a:extLst>
                <a:ext uri="{FF2B5EF4-FFF2-40B4-BE49-F238E27FC236}">
                  <a16:creationId xmlns:a16="http://schemas.microsoft.com/office/drawing/2014/main" id="{89B74739-D423-4F25-A976-0A6CD86D17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6018E700-FF08-42AA-9237-24E7A74AD3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46B3488A-8A55-403E-B9C9-75AFA0CF53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15089B9D-BA8D-4A64-B95F-33940D9D68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189" name="Rectangle 188">
            <a:extLst>
              <a:ext uri="{FF2B5EF4-FFF2-40B4-BE49-F238E27FC236}">
                <a16:creationId xmlns:a16="http://schemas.microsoft.com/office/drawing/2014/main" id="{E18403B7-F2C7-4C07-8522-21C319109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9211177"/>
            <a:ext cx="9143995" cy="1066878"/>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1" name="Group 190">
            <a:extLst>
              <a:ext uri="{FF2B5EF4-FFF2-40B4-BE49-F238E27FC236}">
                <a16:creationId xmlns:a16="http://schemas.microsoft.com/office/drawing/2014/main" id="{23B58CC6-A99E-43AF-A467-256F19287F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819134" y="9048092"/>
            <a:ext cx="1928813" cy="549007"/>
            <a:chOff x="7029447" y="3514725"/>
            <a:chExt cx="1285875" cy="549007"/>
          </a:xfrm>
        </p:grpSpPr>
        <p:cxnSp>
          <p:nvCxnSpPr>
            <p:cNvPr id="192" name="Straight Connector 191">
              <a:extLst>
                <a:ext uri="{FF2B5EF4-FFF2-40B4-BE49-F238E27FC236}">
                  <a16:creationId xmlns:a16="http://schemas.microsoft.com/office/drawing/2014/main" id="{8FE97852-3A18-4317-B17E-8C45174F96F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F9D0BC6E-6D0B-4589-B1BF-372BAA3839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530B892E-E062-4B0A-B79E-E55D36EC9AE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8D1A4DF9-C28A-4C0A-B273-702F0C4880F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143" name="Google Shape;143;p4"/>
          <p:cNvSpPr txBox="1"/>
          <p:nvPr/>
        </p:nvSpPr>
        <p:spPr>
          <a:xfrm>
            <a:off x="946404" y="743988"/>
            <a:ext cx="6292710" cy="8458246"/>
          </a:xfrm>
          <a:prstGeom prst="rect">
            <a:avLst/>
          </a:prstGeom>
          <a:noFill/>
        </p:spPr>
        <p:txBody>
          <a:bodyPr spcFirstLastPara="1" vert="horz" lIns="91440" tIns="45720" rIns="91440" bIns="45720" rtlCol="0" anchor="ctr" anchorCtr="0">
            <a:normAutofit/>
          </a:bodyPr>
          <a:lstStyle/>
          <a:p>
            <a:pPr marL="0" marR="0" lvl="0" indent="0">
              <a:lnSpc>
                <a:spcPct val="90000"/>
              </a:lnSpc>
              <a:spcBef>
                <a:spcPct val="0"/>
              </a:spcBef>
              <a:spcAft>
                <a:spcPts val="600"/>
              </a:spcAft>
            </a:pPr>
            <a:r>
              <a:rPr lang="en-US" sz="4800" kern="1200" dirty="0">
                <a:solidFill>
                  <a:schemeClr val="tx1"/>
                </a:solidFill>
                <a:latin typeface="+mj-lt"/>
                <a:ea typeface="+mj-ea"/>
                <a:cs typeface="+mj-cs"/>
              </a:rPr>
              <a:t>PROCEDIMIENTOS Y FUNCIONES</a:t>
            </a:r>
            <a:endParaRPr lang="en-US" sz="4800" kern="1200" dirty="0">
              <a:solidFill>
                <a:schemeClr val="tx1"/>
              </a:solidFill>
              <a:latin typeface="+mj-lt"/>
              <a:ea typeface="+mj-ea"/>
              <a:cs typeface="+mj-cs"/>
              <a:sym typeface="Impact"/>
            </a:endParaRPr>
          </a:p>
        </p:txBody>
      </p:sp>
      <p:graphicFrame>
        <p:nvGraphicFramePr>
          <p:cNvPr id="146" name="Google Shape;142;p4">
            <a:extLst>
              <a:ext uri="{FF2B5EF4-FFF2-40B4-BE49-F238E27FC236}">
                <a16:creationId xmlns:a16="http://schemas.microsoft.com/office/drawing/2014/main" id="{C216FB2A-C05C-7DD0-FCD0-36101A35938E}"/>
              </a:ext>
            </a:extLst>
          </p:cNvPr>
          <p:cNvGraphicFramePr/>
          <p:nvPr>
            <p:extLst>
              <p:ext uri="{D42A27DB-BD31-4B8C-83A1-F6EECF244321}">
                <p14:modId xmlns:p14="http://schemas.microsoft.com/office/powerpoint/2010/main" val="1613334769"/>
              </p:ext>
            </p:extLst>
          </p:nvPr>
        </p:nvGraphicFramePr>
        <p:xfrm>
          <a:off x="7373920" y="1299877"/>
          <a:ext cx="9380583" cy="75842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41">
          <a:extLst>
            <a:ext uri="{FF2B5EF4-FFF2-40B4-BE49-F238E27FC236}">
              <a16:creationId xmlns:a16="http://schemas.microsoft.com/office/drawing/2014/main" id="{F97539DB-2061-88D8-07C2-35EF65036220}"/>
            </a:ext>
          </a:extLst>
        </p:cNvPr>
        <p:cNvGrpSpPr/>
        <p:nvPr/>
      </p:nvGrpSpPr>
      <p:grpSpPr>
        <a:xfrm>
          <a:off x="0" y="0"/>
          <a:ext cx="0" cy="0"/>
          <a:chOff x="0" y="0"/>
          <a:chExt cx="0" cy="0"/>
        </a:xfrm>
      </p:grpSpPr>
      <p:sp useBgFill="1">
        <p:nvSpPr>
          <p:cNvPr id="165" name="Rectangle 164">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7998" cy="102860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7" name="Group 166">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824895"/>
            <a:ext cx="1097278" cy="1010190"/>
            <a:chOff x="3940602" y="308034"/>
            <a:chExt cx="2116791" cy="3428999"/>
          </a:xfrm>
          <a:solidFill>
            <a:schemeClr val="accent4"/>
          </a:solidFill>
        </p:grpSpPr>
        <p:sp>
          <p:nvSpPr>
            <p:cNvPr id="168" name="Rectangle 167">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Rectangle 169">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2" name="Rectangle 171">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118" y="920931"/>
            <a:ext cx="16361231" cy="284117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Google Shape;143;p4">
            <a:extLst>
              <a:ext uri="{FF2B5EF4-FFF2-40B4-BE49-F238E27FC236}">
                <a16:creationId xmlns:a16="http://schemas.microsoft.com/office/drawing/2014/main" id="{596D9C0F-1362-4582-21D8-F8F5D8547A8B}"/>
              </a:ext>
            </a:extLst>
          </p:cNvPr>
          <p:cNvSpPr txBox="1"/>
          <p:nvPr/>
        </p:nvSpPr>
        <p:spPr>
          <a:xfrm>
            <a:off x="1565446" y="1214847"/>
            <a:ext cx="15259515" cy="2331720"/>
          </a:xfrm>
          <a:prstGeom prst="rect">
            <a:avLst/>
          </a:prstGeom>
        </p:spPr>
        <p:txBody>
          <a:bodyPr spcFirstLastPara="1" vert="horz" lIns="91440" tIns="45720" rIns="91440" bIns="45720" rtlCol="0" anchor="ctr" anchorCtr="0">
            <a:normAutofit/>
          </a:bodyPr>
          <a:lstStyle/>
          <a:p>
            <a:pPr marL="0" marR="0" lvl="0" indent="0">
              <a:lnSpc>
                <a:spcPct val="90000"/>
              </a:lnSpc>
              <a:spcBef>
                <a:spcPct val="0"/>
              </a:spcBef>
              <a:spcAft>
                <a:spcPts val="600"/>
              </a:spcAft>
            </a:pPr>
            <a:r>
              <a:rPr lang="en-US" sz="7200" kern="1200">
                <a:solidFill>
                  <a:schemeClr val="tx1"/>
                </a:solidFill>
                <a:latin typeface="+mj-lt"/>
                <a:ea typeface="+mj-ea"/>
                <a:cs typeface="+mj-cs"/>
              </a:rPr>
              <a:t>PROCEDIMIENTOS Y FUNCIONES</a:t>
            </a:r>
            <a:endParaRPr lang="en-US" sz="7200" kern="1200">
              <a:solidFill>
                <a:schemeClr val="tx1"/>
              </a:solidFill>
              <a:latin typeface="+mj-lt"/>
              <a:ea typeface="+mj-ea"/>
              <a:cs typeface="+mj-cs"/>
              <a:sym typeface="Impact"/>
            </a:endParaRPr>
          </a:p>
        </p:txBody>
      </p:sp>
      <p:cxnSp>
        <p:nvCxnSpPr>
          <p:cNvPr id="174" name="Straight Connector 173">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57300" y="9727969"/>
            <a:ext cx="157734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146" name="Google Shape;142;p4">
            <a:extLst>
              <a:ext uri="{FF2B5EF4-FFF2-40B4-BE49-F238E27FC236}">
                <a16:creationId xmlns:a16="http://schemas.microsoft.com/office/drawing/2014/main" id="{1F2B9C57-3CCE-D745-5266-749D7562B101}"/>
              </a:ext>
            </a:extLst>
          </p:cNvPr>
          <p:cNvGraphicFramePr/>
          <p:nvPr>
            <p:extLst>
              <p:ext uri="{D42A27DB-BD31-4B8C-83A1-F6EECF244321}">
                <p14:modId xmlns:p14="http://schemas.microsoft.com/office/powerpoint/2010/main" val="3339735070"/>
              </p:ext>
            </p:extLst>
          </p:nvPr>
        </p:nvGraphicFramePr>
        <p:xfrm>
          <a:off x="1356903" y="4526278"/>
          <a:ext cx="15567660" cy="48148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5450973"/>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41">
          <a:extLst>
            <a:ext uri="{FF2B5EF4-FFF2-40B4-BE49-F238E27FC236}">
              <a16:creationId xmlns:a16="http://schemas.microsoft.com/office/drawing/2014/main" id="{A964DA2B-5318-5A0C-919A-3987DA4760BB}"/>
            </a:ext>
          </a:extLst>
        </p:cNvPr>
        <p:cNvGrpSpPr/>
        <p:nvPr/>
      </p:nvGrpSpPr>
      <p:grpSpPr>
        <a:xfrm>
          <a:off x="0" y="0"/>
          <a:ext cx="0" cy="0"/>
          <a:chOff x="0" y="0"/>
          <a:chExt cx="0" cy="0"/>
        </a:xfrm>
      </p:grpSpPr>
      <p:sp useBgFill="1">
        <p:nvSpPr>
          <p:cNvPr id="170" name="Rectangle 169">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72" name="Arc 171">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12947022" y="735740"/>
            <a:ext cx="4481849" cy="448184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3" name="Google Shape;143;p4">
            <a:extLst>
              <a:ext uri="{FF2B5EF4-FFF2-40B4-BE49-F238E27FC236}">
                <a16:creationId xmlns:a16="http://schemas.microsoft.com/office/drawing/2014/main" id="{F4F76693-123B-768E-6E34-F41DF683B6E2}"/>
              </a:ext>
            </a:extLst>
          </p:cNvPr>
          <p:cNvSpPr txBox="1"/>
          <p:nvPr/>
        </p:nvSpPr>
        <p:spPr>
          <a:xfrm>
            <a:off x="8842443" y="719239"/>
            <a:ext cx="8188257" cy="1988345"/>
          </a:xfrm>
          <a:prstGeom prst="rect">
            <a:avLst/>
          </a:prstGeom>
        </p:spPr>
        <p:txBody>
          <a:bodyPr spcFirstLastPara="1" vert="horz" lIns="91440" tIns="45720" rIns="91440" bIns="45720" rtlCol="0" anchor="ctr" anchorCtr="0">
            <a:normAutofit/>
          </a:bodyPr>
          <a:lstStyle/>
          <a:p>
            <a:pPr marL="0" marR="0" lvl="0" indent="0">
              <a:lnSpc>
                <a:spcPct val="90000"/>
              </a:lnSpc>
              <a:spcBef>
                <a:spcPct val="0"/>
              </a:spcBef>
              <a:spcAft>
                <a:spcPts val="600"/>
              </a:spcAft>
            </a:pPr>
            <a:r>
              <a:rPr lang="en-US" sz="4400" kern="1200" dirty="0">
                <a:solidFill>
                  <a:schemeClr val="tx1"/>
                </a:solidFill>
                <a:latin typeface="+mj-lt"/>
                <a:ea typeface="+mj-ea"/>
                <a:cs typeface="+mj-cs"/>
              </a:rPr>
              <a:t>PROCEDIMIENTOS Y FUNCIONES</a:t>
            </a:r>
            <a:endParaRPr lang="en-US" sz="4400" kern="1200" dirty="0">
              <a:solidFill>
                <a:schemeClr val="tx1"/>
              </a:solidFill>
              <a:latin typeface="+mj-lt"/>
              <a:ea typeface="+mj-ea"/>
              <a:cs typeface="+mj-cs"/>
              <a:sym typeface="Impact"/>
            </a:endParaRPr>
          </a:p>
        </p:txBody>
      </p:sp>
      <p:sp>
        <p:nvSpPr>
          <p:cNvPr id="174" name="Freeform: Shape 173">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8229600"/>
            <a:ext cx="4009294" cy="20574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descr="A close-up of a text&#10;&#10;AI-generated content may be incorrect.">
            <a:extLst>
              <a:ext uri="{FF2B5EF4-FFF2-40B4-BE49-F238E27FC236}">
                <a16:creationId xmlns:a16="http://schemas.microsoft.com/office/drawing/2014/main" id="{01741774-7D91-0882-D159-2ABE56357BA4}"/>
              </a:ext>
            </a:extLst>
          </p:cNvPr>
          <p:cNvPicPr>
            <a:picLocks noChangeAspect="1"/>
          </p:cNvPicPr>
          <p:nvPr/>
        </p:nvPicPr>
        <p:blipFill>
          <a:blip r:embed="rId3"/>
          <a:stretch>
            <a:fillRect/>
          </a:stretch>
        </p:blipFill>
        <p:spPr>
          <a:xfrm>
            <a:off x="1054773" y="3206758"/>
            <a:ext cx="7166071" cy="3618866"/>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graphicFrame>
        <p:nvGraphicFramePr>
          <p:cNvPr id="146" name="Google Shape;142;p4">
            <a:extLst>
              <a:ext uri="{FF2B5EF4-FFF2-40B4-BE49-F238E27FC236}">
                <a16:creationId xmlns:a16="http://schemas.microsoft.com/office/drawing/2014/main" id="{E4045F1C-A0B0-E84E-A325-E6BB530F768E}"/>
              </a:ext>
            </a:extLst>
          </p:cNvPr>
          <p:cNvGraphicFramePr/>
          <p:nvPr>
            <p:extLst>
              <p:ext uri="{D42A27DB-BD31-4B8C-83A1-F6EECF244321}">
                <p14:modId xmlns:p14="http://schemas.microsoft.com/office/powerpoint/2010/main" val="1045660510"/>
              </p:ext>
            </p:extLst>
          </p:nvPr>
        </p:nvGraphicFramePr>
        <p:xfrm>
          <a:off x="8842443" y="2976664"/>
          <a:ext cx="8188257" cy="628878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435021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41">
          <a:extLst>
            <a:ext uri="{FF2B5EF4-FFF2-40B4-BE49-F238E27FC236}">
              <a16:creationId xmlns:a16="http://schemas.microsoft.com/office/drawing/2014/main" id="{67360AAC-551B-9E91-E2DE-96E9F3292689}"/>
            </a:ext>
          </a:extLst>
        </p:cNvPr>
        <p:cNvGrpSpPr/>
        <p:nvPr/>
      </p:nvGrpSpPr>
      <p:grpSpPr>
        <a:xfrm>
          <a:off x="0" y="0"/>
          <a:ext cx="0" cy="0"/>
          <a:chOff x="0" y="0"/>
          <a:chExt cx="0" cy="0"/>
        </a:xfrm>
      </p:grpSpPr>
      <p:sp useBgFill="1">
        <p:nvSpPr>
          <p:cNvPr id="160" name="Rectangle 159">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62" name="Arc 161">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12947022" y="735740"/>
            <a:ext cx="4481849" cy="448184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3" name="Google Shape;143;p4">
            <a:extLst>
              <a:ext uri="{FF2B5EF4-FFF2-40B4-BE49-F238E27FC236}">
                <a16:creationId xmlns:a16="http://schemas.microsoft.com/office/drawing/2014/main" id="{74EC7F7C-575D-91FE-99F0-4EEF24E4DA25}"/>
              </a:ext>
            </a:extLst>
          </p:cNvPr>
          <p:cNvSpPr txBox="1"/>
          <p:nvPr/>
        </p:nvSpPr>
        <p:spPr>
          <a:xfrm>
            <a:off x="8842443" y="719239"/>
            <a:ext cx="8188257" cy="1988345"/>
          </a:xfrm>
          <a:prstGeom prst="rect">
            <a:avLst/>
          </a:prstGeom>
        </p:spPr>
        <p:txBody>
          <a:bodyPr spcFirstLastPara="1" vert="horz" lIns="91440" tIns="45720" rIns="91440" bIns="45720" rtlCol="0" anchor="ctr" anchorCtr="0">
            <a:normAutofit/>
          </a:bodyPr>
          <a:lstStyle/>
          <a:p>
            <a:pPr marL="0" marR="0" lvl="0" indent="0">
              <a:lnSpc>
                <a:spcPct val="90000"/>
              </a:lnSpc>
              <a:spcBef>
                <a:spcPct val="0"/>
              </a:spcBef>
              <a:spcAft>
                <a:spcPts val="600"/>
              </a:spcAft>
            </a:pPr>
            <a:r>
              <a:rPr lang="en-US" sz="4400" kern="1200" dirty="0">
                <a:solidFill>
                  <a:schemeClr val="tx1"/>
                </a:solidFill>
                <a:latin typeface="+mj-lt"/>
                <a:ea typeface="+mj-ea"/>
                <a:cs typeface="+mj-cs"/>
              </a:rPr>
              <a:t>PROCEDIMIENTOS Y FUNCIONES</a:t>
            </a:r>
            <a:endParaRPr lang="en-US" sz="4400" kern="1200" dirty="0">
              <a:solidFill>
                <a:schemeClr val="tx1"/>
              </a:solidFill>
              <a:latin typeface="+mj-lt"/>
              <a:ea typeface="+mj-ea"/>
              <a:cs typeface="+mj-cs"/>
              <a:sym typeface="Impact"/>
            </a:endParaRPr>
          </a:p>
        </p:txBody>
      </p:sp>
      <p:sp>
        <p:nvSpPr>
          <p:cNvPr id="164" name="Freeform: Shape 163">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8229600"/>
            <a:ext cx="4009294" cy="20574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 name="Picture 2" descr="A close-up of black text&#10;&#10;AI-generated content may be incorrect.">
            <a:extLst>
              <a:ext uri="{FF2B5EF4-FFF2-40B4-BE49-F238E27FC236}">
                <a16:creationId xmlns:a16="http://schemas.microsoft.com/office/drawing/2014/main" id="{EDB1F3EE-3138-18AB-AE55-0205BDAC3B9D}"/>
              </a:ext>
            </a:extLst>
          </p:cNvPr>
          <p:cNvPicPr>
            <a:picLocks noChangeAspect="1"/>
          </p:cNvPicPr>
          <p:nvPr/>
        </p:nvPicPr>
        <p:blipFill>
          <a:blip r:embed="rId3"/>
          <a:stretch>
            <a:fillRect/>
          </a:stretch>
        </p:blipFill>
        <p:spPr>
          <a:xfrm>
            <a:off x="1054773" y="4326458"/>
            <a:ext cx="7166071" cy="1379467"/>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graphicFrame>
        <p:nvGraphicFramePr>
          <p:cNvPr id="146" name="Google Shape;142;p4">
            <a:extLst>
              <a:ext uri="{FF2B5EF4-FFF2-40B4-BE49-F238E27FC236}">
                <a16:creationId xmlns:a16="http://schemas.microsoft.com/office/drawing/2014/main" id="{CC89061B-FB35-1AC8-05C2-498A1D45505F}"/>
              </a:ext>
            </a:extLst>
          </p:cNvPr>
          <p:cNvGraphicFramePr/>
          <p:nvPr>
            <p:extLst>
              <p:ext uri="{D42A27DB-BD31-4B8C-83A1-F6EECF244321}">
                <p14:modId xmlns:p14="http://schemas.microsoft.com/office/powerpoint/2010/main" val="3891593113"/>
              </p:ext>
            </p:extLst>
          </p:nvPr>
        </p:nvGraphicFramePr>
        <p:xfrm>
          <a:off x="8842443" y="2976664"/>
          <a:ext cx="8188257" cy="628878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6227167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1">
          <a:extLst>
            <a:ext uri="{FF2B5EF4-FFF2-40B4-BE49-F238E27FC236}">
              <a16:creationId xmlns:a16="http://schemas.microsoft.com/office/drawing/2014/main" id="{48876413-5B28-A389-6DFC-B2E2C596B51A}"/>
            </a:ext>
          </a:extLst>
        </p:cNvPr>
        <p:cNvGrpSpPr/>
        <p:nvPr/>
      </p:nvGrpSpPr>
      <p:grpSpPr>
        <a:xfrm>
          <a:off x="0" y="0"/>
          <a:ext cx="0" cy="0"/>
          <a:chOff x="0" y="0"/>
          <a:chExt cx="0" cy="0"/>
        </a:xfrm>
      </p:grpSpPr>
      <p:sp>
        <p:nvSpPr>
          <p:cNvPr id="143" name="Google Shape;143;p4">
            <a:extLst>
              <a:ext uri="{FF2B5EF4-FFF2-40B4-BE49-F238E27FC236}">
                <a16:creationId xmlns:a16="http://schemas.microsoft.com/office/drawing/2014/main" id="{BE616308-0A7F-51F6-20DC-20737B20D622}"/>
              </a:ext>
            </a:extLst>
          </p:cNvPr>
          <p:cNvSpPr txBox="1"/>
          <p:nvPr/>
        </p:nvSpPr>
        <p:spPr>
          <a:xfrm>
            <a:off x="8842443" y="719239"/>
            <a:ext cx="8188257" cy="1988345"/>
          </a:xfrm>
          <a:prstGeom prst="rect">
            <a:avLst/>
          </a:prstGeom>
        </p:spPr>
        <p:txBody>
          <a:bodyPr spcFirstLastPara="1" vert="horz" lIns="91440" tIns="45720" rIns="91440" bIns="45720" rtlCol="0" anchor="ctr" anchorCtr="0">
            <a:normAutofit/>
          </a:bodyPr>
          <a:lstStyle/>
          <a:p>
            <a:pPr marL="0" marR="0" lvl="0" indent="0">
              <a:lnSpc>
                <a:spcPct val="90000"/>
              </a:lnSpc>
              <a:spcBef>
                <a:spcPct val="0"/>
              </a:spcBef>
              <a:spcAft>
                <a:spcPts val="600"/>
              </a:spcAft>
            </a:pPr>
            <a:r>
              <a:rPr lang="en-US" sz="4400" kern="1200" dirty="0">
                <a:solidFill>
                  <a:schemeClr val="tx1"/>
                </a:solidFill>
                <a:latin typeface="+mj-lt"/>
                <a:ea typeface="+mj-ea"/>
                <a:cs typeface="+mj-cs"/>
              </a:rPr>
              <a:t>PROCEDIMIENTOS Y FUNCIONES</a:t>
            </a:r>
            <a:endParaRPr lang="en-US" sz="4400" kern="1200" dirty="0">
              <a:solidFill>
                <a:schemeClr val="tx1"/>
              </a:solidFill>
              <a:latin typeface="+mj-lt"/>
              <a:ea typeface="+mj-ea"/>
              <a:cs typeface="+mj-cs"/>
              <a:sym typeface="Impact"/>
            </a:endParaRPr>
          </a:p>
        </p:txBody>
      </p:sp>
      <p:graphicFrame>
        <p:nvGraphicFramePr>
          <p:cNvPr id="146" name="Google Shape;142;p4">
            <a:extLst>
              <a:ext uri="{FF2B5EF4-FFF2-40B4-BE49-F238E27FC236}">
                <a16:creationId xmlns:a16="http://schemas.microsoft.com/office/drawing/2014/main" id="{D52ED3F6-D7CA-1B96-D6CB-A577ED154AE9}"/>
              </a:ext>
            </a:extLst>
          </p:cNvPr>
          <p:cNvGraphicFramePr/>
          <p:nvPr>
            <p:extLst>
              <p:ext uri="{D42A27DB-BD31-4B8C-83A1-F6EECF244321}">
                <p14:modId xmlns:p14="http://schemas.microsoft.com/office/powerpoint/2010/main" val="2927444796"/>
              </p:ext>
            </p:extLst>
          </p:nvPr>
        </p:nvGraphicFramePr>
        <p:xfrm>
          <a:off x="8842443" y="2976664"/>
          <a:ext cx="8188257" cy="62887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descr="A close up of a text&#10;&#10;AI-generated content may be incorrect.">
            <a:extLst>
              <a:ext uri="{FF2B5EF4-FFF2-40B4-BE49-F238E27FC236}">
                <a16:creationId xmlns:a16="http://schemas.microsoft.com/office/drawing/2014/main" id="{B8B8BA84-6334-DE54-7A17-51CC271D0B31}"/>
              </a:ext>
            </a:extLst>
          </p:cNvPr>
          <p:cNvPicPr>
            <a:picLocks noChangeAspect="1"/>
          </p:cNvPicPr>
          <p:nvPr/>
        </p:nvPicPr>
        <p:blipFill>
          <a:blip r:embed="rId8"/>
          <a:stretch>
            <a:fillRect/>
          </a:stretch>
        </p:blipFill>
        <p:spPr>
          <a:xfrm>
            <a:off x="310402" y="3330807"/>
            <a:ext cx="9303845" cy="1554537"/>
          </a:xfrm>
          <a:prstGeom prst="rect">
            <a:avLst/>
          </a:prstGeom>
        </p:spPr>
      </p:pic>
      <p:pic>
        <p:nvPicPr>
          <p:cNvPr id="6" name="Picture 5">
            <a:extLst>
              <a:ext uri="{FF2B5EF4-FFF2-40B4-BE49-F238E27FC236}">
                <a16:creationId xmlns:a16="http://schemas.microsoft.com/office/drawing/2014/main" id="{24F9520A-6E26-15A2-C6EE-3C7950CCC44C}"/>
              </a:ext>
            </a:extLst>
          </p:cNvPr>
          <p:cNvPicPr>
            <a:picLocks noChangeAspect="1"/>
          </p:cNvPicPr>
          <p:nvPr/>
        </p:nvPicPr>
        <p:blipFill>
          <a:blip r:embed="rId9"/>
          <a:stretch>
            <a:fillRect/>
          </a:stretch>
        </p:blipFill>
        <p:spPr>
          <a:xfrm>
            <a:off x="589227" y="7458355"/>
            <a:ext cx="10565415" cy="1362916"/>
          </a:xfrm>
          <a:prstGeom prst="rect">
            <a:avLst/>
          </a:prstGeom>
        </p:spPr>
      </p:pic>
    </p:spTree>
    <p:extLst>
      <p:ext uri="{BB962C8B-B14F-4D97-AF65-F5344CB8AC3E}">
        <p14:creationId xmlns:p14="http://schemas.microsoft.com/office/powerpoint/2010/main" val="7761161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41">
          <a:extLst>
            <a:ext uri="{FF2B5EF4-FFF2-40B4-BE49-F238E27FC236}">
              <a16:creationId xmlns:a16="http://schemas.microsoft.com/office/drawing/2014/main" id="{3B8C1CFB-9618-43F4-14FA-999804E87C0F}"/>
            </a:ext>
          </a:extLst>
        </p:cNvPr>
        <p:cNvGrpSpPr/>
        <p:nvPr/>
      </p:nvGrpSpPr>
      <p:grpSpPr>
        <a:xfrm>
          <a:off x="0" y="0"/>
          <a:ext cx="0" cy="0"/>
          <a:chOff x="0" y="0"/>
          <a:chExt cx="0" cy="0"/>
        </a:xfrm>
      </p:grpSpPr>
      <p:sp useBgFill="1">
        <p:nvSpPr>
          <p:cNvPr id="156" name="Rectangle 155">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8283427"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Google Shape;143;p4">
            <a:extLst>
              <a:ext uri="{FF2B5EF4-FFF2-40B4-BE49-F238E27FC236}">
                <a16:creationId xmlns:a16="http://schemas.microsoft.com/office/drawing/2014/main" id="{0210E124-C2F2-7906-03A1-01D121958182}"/>
              </a:ext>
            </a:extLst>
          </p:cNvPr>
          <p:cNvSpPr txBox="1"/>
          <p:nvPr/>
        </p:nvSpPr>
        <p:spPr>
          <a:xfrm>
            <a:off x="1257300" y="835492"/>
            <a:ext cx="15773400" cy="1700540"/>
          </a:xfrm>
          <a:prstGeom prst="rect">
            <a:avLst/>
          </a:prstGeom>
        </p:spPr>
        <p:txBody>
          <a:bodyPr spcFirstLastPara="1" vert="horz" lIns="91440" tIns="45720" rIns="91440" bIns="45720" rtlCol="0" anchor="ctr" anchorCtr="0">
            <a:normAutofit/>
          </a:bodyPr>
          <a:lstStyle/>
          <a:p>
            <a:pPr marL="0" marR="0" lvl="0" indent="0">
              <a:lnSpc>
                <a:spcPct val="90000"/>
              </a:lnSpc>
              <a:spcBef>
                <a:spcPct val="0"/>
              </a:spcBef>
              <a:spcAft>
                <a:spcPts val="600"/>
              </a:spcAft>
            </a:pPr>
            <a:r>
              <a:rPr lang="en-US" sz="6000" kern="1200">
                <a:solidFill>
                  <a:schemeClr val="tx1"/>
                </a:solidFill>
                <a:latin typeface="+mj-lt"/>
                <a:ea typeface="+mj-ea"/>
                <a:cs typeface="+mj-cs"/>
              </a:rPr>
              <a:t>PROCEDIMIENTOS Y PROCEDIMIENTOS</a:t>
            </a:r>
            <a:endParaRPr lang="en-US" sz="6000" kern="1200">
              <a:solidFill>
                <a:schemeClr val="tx1"/>
              </a:solidFill>
              <a:latin typeface="+mj-lt"/>
              <a:ea typeface="+mj-ea"/>
              <a:cs typeface="+mj-cs"/>
              <a:sym typeface="Impact"/>
            </a:endParaRPr>
          </a:p>
        </p:txBody>
      </p:sp>
      <p:graphicFrame>
        <p:nvGraphicFramePr>
          <p:cNvPr id="146" name="Google Shape;142;p4">
            <a:extLst>
              <a:ext uri="{FF2B5EF4-FFF2-40B4-BE49-F238E27FC236}">
                <a16:creationId xmlns:a16="http://schemas.microsoft.com/office/drawing/2014/main" id="{DD4E82DE-1159-EAA9-6618-E3D456486E4B}"/>
              </a:ext>
            </a:extLst>
          </p:cNvPr>
          <p:cNvGraphicFramePr/>
          <p:nvPr>
            <p:extLst>
              <p:ext uri="{D42A27DB-BD31-4B8C-83A1-F6EECF244321}">
                <p14:modId xmlns:p14="http://schemas.microsoft.com/office/powerpoint/2010/main" val="1886924647"/>
              </p:ext>
            </p:extLst>
          </p:nvPr>
        </p:nvGraphicFramePr>
        <p:xfrm>
          <a:off x="1257300" y="2738437"/>
          <a:ext cx="15773400" cy="65270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93295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1">
          <a:extLst>
            <a:ext uri="{FF2B5EF4-FFF2-40B4-BE49-F238E27FC236}">
              <a16:creationId xmlns:a16="http://schemas.microsoft.com/office/drawing/2014/main" id="{8504FFBE-4384-B35D-F06F-925254567A0F}"/>
            </a:ext>
          </a:extLst>
        </p:cNvPr>
        <p:cNvGrpSpPr/>
        <p:nvPr/>
      </p:nvGrpSpPr>
      <p:grpSpPr>
        <a:xfrm>
          <a:off x="0" y="0"/>
          <a:ext cx="0" cy="0"/>
          <a:chOff x="0" y="0"/>
          <a:chExt cx="0" cy="0"/>
        </a:xfrm>
      </p:grpSpPr>
      <p:sp>
        <p:nvSpPr>
          <p:cNvPr id="143" name="Google Shape;143;p4">
            <a:extLst>
              <a:ext uri="{FF2B5EF4-FFF2-40B4-BE49-F238E27FC236}">
                <a16:creationId xmlns:a16="http://schemas.microsoft.com/office/drawing/2014/main" id="{226BED8C-A317-AE69-85EC-BE72DF47176D}"/>
              </a:ext>
            </a:extLst>
          </p:cNvPr>
          <p:cNvSpPr txBox="1"/>
          <p:nvPr/>
        </p:nvSpPr>
        <p:spPr>
          <a:xfrm>
            <a:off x="1257300" y="835492"/>
            <a:ext cx="15773400" cy="1700540"/>
          </a:xfrm>
          <a:prstGeom prst="rect">
            <a:avLst/>
          </a:prstGeom>
        </p:spPr>
        <p:txBody>
          <a:bodyPr spcFirstLastPara="1" vert="horz" lIns="91440" tIns="45720" rIns="91440" bIns="45720" rtlCol="0" anchor="ctr" anchorCtr="0">
            <a:normAutofit fontScale="92500"/>
          </a:bodyPr>
          <a:lstStyle/>
          <a:p>
            <a:pPr marL="0" marR="0" lvl="0" indent="0">
              <a:lnSpc>
                <a:spcPct val="90000"/>
              </a:lnSpc>
              <a:spcBef>
                <a:spcPct val="0"/>
              </a:spcBef>
              <a:spcAft>
                <a:spcPts val="600"/>
              </a:spcAft>
            </a:pPr>
            <a:r>
              <a:rPr lang="en-US" sz="6600" kern="1200" dirty="0">
                <a:solidFill>
                  <a:schemeClr val="tx1"/>
                </a:solidFill>
                <a:latin typeface="+mj-lt"/>
                <a:ea typeface="+mj-ea"/>
                <a:cs typeface="+mj-cs"/>
              </a:rPr>
              <a:t>PROCEDIMIENTOS Y PROCEDIMIENTOS</a:t>
            </a:r>
            <a:endParaRPr lang="en-US" sz="6600" kern="1200" dirty="0">
              <a:solidFill>
                <a:schemeClr val="tx1"/>
              </a:solidFill>
              <a:latin typeface="+mj-lt"/>
              <a:ea typeface="+mj-ea"/>
              <a:cs typeface="+mj-cs"/>
              <a:sym typeface="Impact"/>
            </a:endParaRPr>
          </a:p>
        </p:txBody>
      </p:sp>
      <p:graphicFrame>
        <p:nvGraphicFramePr>
          <p:cNvPr id="146" name="Google Shape;142;p4">
            <a:extLst>
              <a:ext uri="{FF2B5EF4-FFF2-40B4-BE49-F238E27FC236}">
                <a16:creationId xmlns:a16="http://schemas.microsoft.com/office/drawing/2014/main" id="{EACBD283-E919-F3ED-9809-E2D15FBA9A24}"/>
              </a:ext>
            </a:extLst>
          </p:cNvPr>
          <p:cNvGraphicFramePr/>
          <p:nvPr>
            <p:extLst>
              <p:ext uri="{D42A27DB-BD31-4B8C-83A1-F6EECF244321}">
                <p14:modId xmlns:p14="http://schemas.microsoft.com/office/powerpoint/2010/main" val="3665919030"/>
              </p:ext>
            </p:extLst>
          </p:nvPr>
        </p:nvGraphicFramePr>
        <p:xfrm>
          <a:off x="1257300" y="2738437"/>
          <a:ext cx="15773400" cy="65270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a:extLst>
              <a:ext uri="{FF2B5EF4-FFF2-40B4-BE49-F238E27FC236}">
                <a16:creationId xmlns:a16="http://schemas.microsoft.com/office/drawing/2014/main" id="{81B0E63A-C79D-4F29-FA5D-568059FA4622}"/>
              </a:ext>
            </a:extLst>
          </p:cNvPr>
          <p:cNvPicPr>
            <a:picLocks noChangeAspect="1"/>
          </p:cNvPicPr>
          <p:nvPr/>
        </p:nvPicPr>
        <p:blipFill>
          <a:blip r:embed="rId8"/>
          <a:stretch>
            <a:fillRect/>
          </a:stretch>
        </p:blipFill>
        <p:spPr>
          <a:xfrm>
            <a:off x="2170580" y="4428565"/>
            <a:ext cx="6395196" cy="3599330"/>
          </a:xfrm>
          <a:prstGeom prst="rect">
            <a:avLst/>
          </a:prstGeom>
        </p:spPr>
      </p:pic>
    </p:spTree>
    <p:extLst>
      <p:ext uri="{BB962C8B-B14F-4D97-AF65-F5344CB8AC3E}">
        <p14:creationId xmlns:p14="http://schemas.microsoft.com/office/powerpoint/2010/main" val="17363733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p:nvPr/>
        </p:nvSpPr>
        <p:spPr>
          <a:xfrm>
            <a:off x="2507390" y="1000125"/>
            <a:ext cx="13503300" cy="1062000"/>
          </a:xfrm>
          <a:prstGeom prst="rect">
            <a:avLst/>
          </a:prstGeom>
          <a:noFill/>
          <a:ln>
            <a:noFill/>
          </a:ln>
        </p:spPr>
        <p:txBody>
          <a:bodyPr spcFirstLastPara="1" wrap="square" lIns="0" tIns="0" rIns="0" bIns="0" anchor="t" anchorCtr="0">
            <a:spAutoFit/>
          </a:bodyPr>
          <a:lstStyle/>
          <a:p>
            <a:pPr marL="0" marR="0" lvl="0" indent="0" algn="ctr" rtl="0">
              <a:lnSpc>
                <a:spcPct val="113000"/>
              </a:lnSpc>
              <a:spcBef>
                <a:spcPts val="0"/>
              </a:spcBef>
              <a:spcAft>
                <a:spcPts val="0"/>
              </a:spcAft>
              <a:buNone/>
            </a:pPr>
            <a:r>
              <a:rPr lang="en-US" sz="6900" i="0" u="none" strike="noStrike" cap="none">
                <a:solidFill>
                  <a:srgbClr val="131416"/>
                </a:solidFill>
                <a:latin typeface="Impact"/>
                <a:ea typeface="Impact"/>
                <a:cs typeface="Impact"/>
                <a:sym typeface="Impact"/>
              </a:rPr>
              <a:t>CONCEPTOS CLAVE APRENDIDOS </a:t>
            </a:r>
            <a:endParaRPr>
              <a:latin typeface="Impact"/>
              <a:ea typeface="Impact"/>
              <a:cs typeface="Impact"/>
              <a:sym typeface="Impact"/>
            </a:endParaRPr>
          </a:p>
        </p:txBody>
      </p:sp>
      <p:sp>
        <p:nvSpPr>
          <p:cNvPr id="159" name="Google Shape;159;p6"/>
          <p:cNvSpPr txBox="1"/>
          <p:nvPr/>
        </p:nvSpPr>
        <p:spPr>
          <a:xfrm>
            <a:off x="6212437" y="3860833"/>
            <a:ext cx="6911332" cy="2757678"/>
          </a:xfrm>
          <a:prstGeom prst="rect">
            <a:avLst/>
          </a:prstGeom>
          <a:noFill/>
          <a:ln>
            <a:noFill/>
          </a:ln>
        </p:spPr>
        <p:txBody>
          <a:bodyPr spcFirstLastPara="1" wrap="square" lIns="0" tIns="0" rIns="0" bIns="0" anchor="t" anchorCtr="0">
            <a:spAutoFit/>
          </a:bodyPr>
          <a:lstStyle/>
          <a:p>
            <a:pPr marL="457200" marR="0" lvl="0" indent="-457200" rtl="0">
              <a:lnSpc>
                <a:spcPct val="140019"/>
              </a:lnSpc>
              <a:spcBef>
                <a:spcPts val="0"/>
              </a:spcBef>
              <a:spcAft>
                <a:spcPts val="0"/>
              </a:spcAft>
              <a:buFont typeface="Arial" panose="020B0604020202020204" pitchFamily="34" charset="0"/>
              <a:buChar char="•"/>
            </a:pPr>
            <a:r>
              <a:rPr lang="en-US" sz="3200" b="0" i="0" u="none" strike="noStrike" cap="none" dirty="0">
                <a:solidFill>
                  <a:srgbClr val="131416"/>
                </a:solidFill>
                <a:latin typeface="Arial"/>
                <a:ea typeface="Arial"/>
                <a:cs typeface="Arial"/>
                <a:sym typeface="Arial"/>
              </a:rPr>
              <a:t>USO DE FUNCIONES</a:t>
            </a:r>
          </a:p>
          <a:p>
            <a:pPr marL="285750" marR="0" lvl="0" indent="-285750" rtl="0">
              <a:lnSpc>
                <a:spcPct val="140019"/>
              </a:lnSpc>
              <a:spcBef>
                <a:spcPts val="0"/>
              </a:spcBef>
              <a:spcAft>
                <a:spcPts val="0"/>
              </a:spcAft>
              <a:buFont typeface="Arial" panose="020B0604020202020204" pitchFamily="34" charset="0"/>
              <a:buChar char="•"/>
            </a:pPr>
            <a:r>
              <a:rPr lang="en-US" sz="3200" dirty="0">
                <a:solidFill>
                  <a:srgbClr val="131416"/>
                </a:solidFill>
              </a:rPr>
              <a:t>LLAMAR UN PROCEDIMIENTO</a:t>
            </a:r>
          </a:p>
          <a:p>
            <a:pPr marL="285750" marR="0" lvl="0" indent="-285750" rtl="0">
              <a:lnSpc>
                <a:spcPct val="140019"/>
              </a:lnSpc>
              <a:spcBef>
                <a:spcPts val="0"/>
              </a:spcBef>
              <a:spcAft>
                <a:spcPts val="0"/>
              </a:spcAft>
              <a:buFont typeface="Arial" panose="020B0604020202020204" pitchFamily="34" charset="0"/>
              <a:buChar char="•"/>
            </a:pPr>
            <a:r>
              <a:rPr lang="en-US" sz="3200" dirty="0">
                <a:solidFill>
                  <a:srgbClr val="131416"/>
                </a:solidFill>
              </a:rPr>
              <a:t>RETORNO DE FUNCIONES Y PARAMETROS.</a:t>
            </a:r>
            <a:endParaRPr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65"/>
        <p:cNvGrpSpPr/>
        <p:nvPr/>
      </p:nvGrpSpPr>
      <p:grpSpPr>
        <a:xfrm>
          <a:off x="0" y="0"/>
          <a:ext cx="0" cy="0"/>
          <a:chOff x="0" y="0"/>
          <a:chExt cx="0" cy="0"/>
        </a:xfrm>
      </p:grpSpPr>
      <p:sp useBgFill="1">
        <p:nvSpPr>
          <p:cNvPr id="180" name="Rectangle 179">
            <a:extLst>
              <a:ext uri="{FF2B5EF4-FFF2-40B4-BE49-F238E27FC236}">
                <a16:creationId xmlns:a16="http://schemas.microsoft.com/office/drawing/2014/main" id="{74751229-0244-4FBB-BED1-407467F4C9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3428"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Google Shape;166;p7"/>
          <p:cNvSpPr txBox="1"/>
          <p:nvPr/>
        </p:nvSpPr>
        <p:spPr>
          <a:xfrm>
            <a:off x="3295651" y="1102924"/>
            <a:ext cx="8470525" cy="4747568"/>
          </a:xfrm>
          <a:prstGeom prst="rect">
            <a:avLst/>
          </a:prstGeom>
        </p:spPr>
        <p:txBody>
          <a:bodyPr spcFirstLastPara="1" vert="horz" lIns="91440" tIns="45720" rIns="91440" bIns="45720" rtlCol="0" anchor="b" anchorCtr="0">
            <a:normAutofit/>
          </a:bodyPr>
          <a:lstStyle/>
          <a:p>
            <a:pPr marL="0" marR="0" lvl="0" indent="0">
              <a:lnSpc>
                <a:spcPct val="90000"/>
              </a:lnSpc>
              <a:spcBef>
                <a:spcPct val="0"/>
              </a:spcBef>
              <a:spcAft>
                <a:spcPts val="600"/>
              </a:spcAft>
            </a:pPr>
            <a:r>
              <a:rPr lang="en-US" sz="7800" kern="1200" dirty="0">
                <a:solidFill>
                  <a:schemeClr val="tx1"/>
                </a:solidFill>
                <a:latin typeface="+mj-lt"/>
                <a:ea typeface="+mj-ea"/>
                <a:cs typeface="+mj-cs"/>
                <a:sym typeface="Impact"/>
              </a:rPr>
              <a:t>COLABORACION</a:t>
            </a:r>
          </a:p>
        </p:txBody>
      </p:sp>
      <p:sp>
        <p:nvSpPr>
          <p:cNvPr id="167" name="Google Shape;167;p7"/>
          <p:cNvSpPr txBox="1"/>
          <p:nvPr/>
        </p:nvSpPr>
        <p:spPr>
          <a:xfrm>
            <a:off x="3295651" y="6117634"/>
            <a:ext cx="7467599" cy="3087986"/>
          </a:xfrm>
          <a:prstGeom prst="rect">
            <a:avLst/>
          </a:prstGeom>
        </p:spPr>
        <p:txBody>
          <a:bodyPr spcFirstLastPara="1" vert="horz" lIns="91440" tIns="45720" rIns="91440" bIns="45720" rtlCol="0" anchorCtr="0">
            <a:normAutofit/>
          </a:bodyPr>
          <a:lstStyle/>
          <a:p>
            <a:pPr marR="0" lvl="0">
              <a:lnSpc>
                <a:spcPct val="90000"/>
              </a:lnSpc>
              <a:spcBef>
                <a:spcPts val="1000"/>
              </a:spcBef>
              <a:spcAft>
                <a:spcPts val="0"/>
              </a:spcAft>
            </a:pPr>
            <a:endParaRPr lang="en-US" sz="2400" kern="1200" dirty="0">
              <a:solidFill>
                <a:schemeClr val="tx1"/>
              </a:solidFill>
              <a:latin typeface="+mn-lt"/>
              <a:ea typeface="+mn-ea"/>
              <a:cs typeface="+mn-cs"/>
            </a:endParaRPr>
          </a:p>
        </p:txBody>
      </p:sp>
      <p:pic>
        <p:nvPicPr>
          <p:cNvPr id="175" name="Graphic 174" descr="Wreath">
            <a:extLst>
              <a:ext uri="{FF2B5EF4-FFF2-40B4-BE49-F238E27FC236}">
                <a16:creationId xmlns:a16="http://schemas.microsoft.com/office/drawing/2014/main" id="{74F05DC4-4081-F3C2-EDA4-9B99B41F925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6323" y="4164928"/>
            <a:ext cx="1933577" cy="1933577"/>
          </a:xfrm>
          <a:prstGeom prst="rect">
            <a:avLst/>
          </a:prstGeom>
        </p:spPr>
      </p:pic>
      <p:pic>
        <p:nvPicPr>
          <p:cNvPr id="177" name="Graphic 176" descr="Wreath">
            <a:extLst>
              <a:ext uri="{FF2B5EF4-FFF2-40B4-BE49-F238E27FC236}">
                <a16:creationId xmlns:a16="http://schemas.microsoft.com/office/drawing/2014/main" id="{117839E0-4C27-4EDA-B95D-38D202C3506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911722" y="1074610"/>
            <a:ext cx="8117015" cy="8117015"/>
          </a:xfrm>
          <a:prstGeom prst="rect">
            <a:avLst/>
          </a:prstGeom>
        </p:spPr>
      </p:pic>
      <p:sp>
        <p:nvSpPr>
          <p:cNvPr id="171" name="Google Shape;171;p7"/>
          <p:cNvSpPr txBox="1"/>
          <p:nvPr/>
        </p:nvSpPr>
        <p:spPr>
          <a:xfrm>
            <a:off x="5056655" y="6413479"/>
            <a:ext cx="9856773" cy="1434624"/>
          </a:xfrm>
          <a:prstGeom prst="rect">
            <a:avLst/>
          </a:prstGeom>
          <a:noFill/>
          <a:ln>
            <a:noFill/>
          </a:ln>
        </p:spPr>
        <p:txBody>
          <a:bodyPr spcFirstLastPara="1" wrap="square" lIns="0" tIns="0" rIns="0" bIns="0" anchor="t" anchorCtr="0">
            <a:spAutoFit/>
          </a:bodyPr>
          <a:lstStyle/>
          <a:p>
            <a:pPr marL="0" marR="0" lvl="0" indent="0" rtl="0">
              <a:lnSpc>
                <a:spcPct val="140019"/>
              </a:lnSpc>
              <a:spcBef>
                <a:spcPts val="0"/>
              </a:spcBef>
              <a:spcAft>
                <a:spcPts val="600"/>
              </a:spcAft>
              <a:buNone/>
            </a:pPr>
            <a:r>
              <a:rPr lang="es-GT" sz="3151" b="0" i="0" u="none" strike="noStrike" cap="none" dirty="0">
                <a:solidFill>
                  <a:srgbClr val="131416"/>
                </a:solidFill>
                <a:latin typeface="Arial"/>
                <a:ea typeface="Arial"/>
                <a:cs typeface="Arial"/>
                <a:sym typeface="Arial"/>
              </a:rPr>
              <a:t>Frase: Una función no trabaja sola, necesita del equipo para dar resultados.</a:t>
            </a:r>
            <a:endParaRPr lang="es-GT"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175"/>
                                        </p:tgtEl>
                                        <p:attrNameLst>
                                          <p:attrName>style.visibility</p:attrName>
                                        </p:attrNameLst>
                                      </p:cBhvr>
                                      <p:to>
                                        <p:strVal val="visible"/>
                                      </p:to>
                                    </p:set>
                                    <p:animEffect transition="in" filter="fade">
                                      <p:cBhvr>
                                        <p:cTn id="7" dur="700"/>
                                        <p:tgtEl>
                                          <p:spTgt spid="175"/>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177"/>
                                        </p:tgtEl>
                                        <p:attrNameLst>
                                          <p:attrName>style.visibility</p:attrName>
                                        </p:attrNameLst>
                                      </p:cBhvr>
                                      <p:to>
                                        <p:strVal val="visible"/>
                                      </p:to>
                                    </p:set>
                                    <p:animEffect transition="in" filter="fade">
                                      <p:cBhvr>
                                        <p:cTn id="10" dur="700"/>
                                        <p:tgtEl>
                                          <p:spTgt spid="1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8"/>
          <p:cNvSpPr txBox="1"/>
          <p:nvPr/>
        </p:nvSpPr>
        <p:spPr>
          <a:xfrm>
            <a:off x="2507390" y="1000125"/>
            <a:ext cx="13503300" cy="1062000"/>
          </a:xfrm>
          <a:prstGeom prst="rect">
            <a:avLst/>
          </a:prstGeom>
          <a:noFill/>
          <a:ln>
            <a:noFill/>
          </a:ln>
        </p:spPr>
        <p:txBody>
          <a:bodyPr spcFirstLastPara="1" wrap="square" lIns="0" tIns="0" rIns="0" bIns="0" anchor="t" anchorCtr="0">
            <a:spAutoFit/>
          </a:bodyPr>
          <a:lstStyle/>
          <a:p>
            <a:pPr marL="0" marR="0" lvl="0" indent="0" algn="ctr" rtl="0">
              <a:lnSpc>
                <a:spcPct val="113000"/>
              </a:lnSpc>
              <a:spcBef>
                <a:spcPts val="0"/>
              </a:spcBef>
              <a:spcAft>
                <a:spcPts val="0"/>
              </a:spcAft>
              <a:buNone/>
            </a:pPr>
            <a:r>
              <a:rPr lang="en-US" sz="6900" i="0" u="none" strike="noStrike" cap="none">
                <a:solidFill>
                  <a:srgbClr val="131416"/>
                </a:solidFill>
                <a:latin typeface="Impact"/>
                <a:ea typeface="Impact"/>
                <a:cs typeface="Impact"/>
                <a:sym typeface="Impact"/>
              </a:rPr>
              <a:t>REFERENCIAS </a:t>
            </a:r>
            <a:endParaRPr>
              <a:latin typeface="Impact"/>
              <a:ea typeface="Impact"/>
              <a:cs typeface="Impact"/>
              <a:sym typeface="Impact"/>
            </a:endParaRPr>
          </a:p>
        </p:txBody>
      </p:sp>
      <p:sp>
        <p:nvSpPr>
          <p:cNvPr id="177" name="Google Shape;177;p8"/>
          <p:cNvSpPr txBox="1"/>
          <p:nvPr/>
        </p:nvSpPr>
        <p:spPr>
          <a:xfrm>
            <a:off x="5803381" y="4280604"/>
            <a:ext cx="6911332" cy="2216614"/>
          </a:xfrm>
          <a:prstGeom prst="rect">
            <a:avLst/>
          </a:prstGeom>
          <a:noFill/>
          <a:ln>
            <a:noFill/>
          </a:ln>
        </p:spPr>
        <p:txBody>
          <a:bodyPr spcFirstLastPara="1" wrap="square" lIns="0" tIns="0" rIns="0" bIns="0" anchor="t" anchorCtr="0">
            <a:spAutoFit/>
          </a:bodyPr>
          <a:lstStyle/>
          <a:p>
            <a:pPr marL="0" marR="0" lvl="0" indent="0" algn="ctr" rtl="0">
              <a:lnSpc>
                <a:spcPct val="140019"/>
              </a:lnSpc>
              <a:spcBef>
                <a:spcPts val="0"/>
              </a:spcBef>
              <a:spcAft>
                <a:spcPts val="0"/>
              </a:spcAft>
              <a:buNone/>
            </a:pPr>
            <a:r>
              <a:rPr lang="en-US" sz="3151" b="0" i="0" u="none" strike="noStrike" cap="none">
                <a:solidFill>
                  <a:srgbClr val="131416"/>
                </a:solidFill>
                <a:latin typeface="Arial"/>
                <a:ea typeface="Arial"/>
                <a:cs typeface="Arial"/>
                <a:sym typeface="Arial"/>
              </a:rPr>
              <a:t>Recuerda que hay que dar crédito a las personas de las cuales te has basado para generar tu presentación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9"/>
          <p:cNvSpPr txBox="1"/>
          <p:nvPr/>
        </p:nvSpPr>
        <p:spPr>
          <a:xfrm>
            <a:off x="4437795" y="3389104"/>
            <a:ext cx="8658900" cy="1915200"/>
          </a:xfrm>
          <a:prstGeom prst="rect">
            <a:avLst/>
          </a:prstGeom>
          <a:noFill/>
          <a:ln>
            <a:noFill/>
          </a:ln>
        </p:spPr>
        <p:txBody>
          <a:bodyPr spcFirstLastPara="1" wrap="square" lIns="0" tIns="0" rIns="0" bIns="0" anchor="t" anchorCtr="0">
            <a:spAutoFit/>
          </a:bodyPr>
          <a:lstStyle/>
          <a:p>
            <a:pPr marL="0" marR="0" lvl="0" indent="0" algn="just" rtl="0">
              <a:lnSpc>
                <a:spcPct val="104000"/>
              </a:lnSpc>
              <a:spcBef>
                <a:spcPts val="0"/>
              </a:spcBef>
              <a:spcAft>
                <a:spcPts val="0"/>
              </a:spcAft>
              <a:buNone/>
            </a:pPr>
            <a:r>
              <a:rPr lang="en-US" sz="6099" i="0" u="none" strike="noStrike" cap="none">
                <a:solidFill>
                  <a:srgbClr val="131416"/>
                </a:solidFill>
                <a:latin typeface="Impact"/>
                <a:ea typeface="Impact"/>
                <a:cs typeface="Impact"/>
                <a:sym typeface="Impact"/>
              </a:rPr>
              <a:t>¡GRACIAS POR SU  ATENCIÓN!</a:t>
            </a:r>
            <a:endParaRPr>
              <a:latin typeface="Impact"/>
              <a:ea typeface="Impact"/>
              <a:cs typeface="Impact"/>
              <a:sym typeface="Impact"/>
            </a:endParaRPr>
          </a:p>
          <a:p>
            <a:pPr marL="0" marR="0" lvl="0" indent="0" algn="just" rtl="0">
              <a:lnSpc>
                <a:spcPct val="104000"/>
              </a:lnSpc>
              <a:spcBef>
                <a:spcPts val="0"/>
              </a:spcBef>
              <a:spcAft>
                <a:spcPts val="0"/>
              </a:spcAft>
              <a:buNone/>
            </a:pPr>
            <a:endParaRPr sz="6099" i="0" u="none" strike="noStrike" cap="none">
              <a:solidFill>
                <a:srgbClr val="131416"/>
              </a:solidFill>
              <a:latin typeface="Impact"/>
              <a:ea typeface="Impact"/>
              <a:cs typeface="Impact"/>
              <a:sym typeface="Impact"/>
            </a:endParaRPr>
          </a:p>
        </p:txBody>
      </p:sp>
      <p:sp>
        <p:nvSpPr>
          <p:cNvPr id="185" name="Google Shape;185;p9"/>
          <p:cNvSpPr txBox="1"/>
          <p:nvPr/>
        </p:nvSpPr>
        <p:spPr>
          <a:xfrm>
            <a:off x="5414714" y="5958103"/>
            <a:ext cx="6704991" cy="898525"/>
          </a:xfrm>
          <a:prstGeom prst="rect">
            <a:avLst/>
          </a:prstGeom>
          <a:noFill/>
          <a:ln>
            <a:noFill/>
          </a:ln>
        </p:spPr>
        <p:txBody>
          <a:bodyPr spcFirstLastPara="1" wrap="square" lIns="0" tIns="0" rIns="0" bIns="0" anchor="t" anchorCtr="0">
            <a:spAutoFit/>
          </a:bodyPr>
          <a:lstStyle/>
          <a:p>
            <a:pPr marL="0" marR="0" lvl="0" indent="0" algn="ctr" rtl="0">
              <a:lnSpc>
                <a:spcPct val="148000"/>
              </a:lnSpc>
              <a:spcBef>
                <a:spcPts val="0"/>
              </a:spcBef>
              <a:spcAft>
                <a:spcPts val="0"/>
              </a:spcAft>
              <a:buNone/>
            </a:pPr>
            <a:r>
              <a:rPr lang="en-US" sz="5000" b="0" i="0" u="none" strike="noStrike" cap="none">
                <a:solidFill>
                  <a:srgbClr val="131416"/>
                </a:solidFill>
                <a:latin typeface="Arial"/>
                <a:ea typeface="Arial"/>
                <a:cs typeface="Arial"/>
                <a:sym typeface="Arial"/>
              </a:rPr>
              <a:t>DUDAS</a:t>
            </a:r>
            <a:endParaRPr/>
          </a:p>
        </p:txBody>
      </p:sp>
      <p:sp>
        <p:nvSpPr>
          <p:cNvPr id="186" name="Google Shape;186;p9"/>
          <p:cNvSpPr/>
          <p:nvPr/>
        </p:nvSpPr>
        <p:spPr>
          <a:xfrm>
            <a:off x="13963751" y="1028700"/>
            <a:ext cx="2757268" cy="3770970"/>
          </a:xfrm>
          <a:custGeom>
            <a:avLst/>
            <a:gdLst/>
            <a:ahLst/>
            <a:cxnLst/>
            <a:rect l="l" t="t" r="r" b="b"/>
            <a:pathLst>
              <a:path w="2757268" h="3770970" extrusionOk="0">
                <a:moveTo>
                  <a:pt x="0" y="0"/>
                </a:moveTo>
                <a:lnTo>
                  <a:pt x="2757268" y="0"/>
                </a:lnTo>
                <a:lnTo>
                  <a:pt x="2757268" y="3770970"/>
                </a:lnTo>
                <a:lnTo>
                  <a:pt x="0" y="3770970"/>
                </a:lnTo>
                <a:lnTo>
                  <a:pt x="0" y="0"/>
                </a:lnTo>
                <a:close/>
              </a:path>
            </a:pathLst>
          </a:custGeom>
          <a:blipFill rotWithShape="1">
            <a:blip r:embed="rId3">
              <a:alphaModFix/>
            </a:blip>
            <a:stretch>
              <a:fillRect/>
            </a:stretch>
          </a:blipFill>
          <a:ln>
            <a:noFill/>
          </a:ln>
        </p:spPr>
        <p:txBody>
          <a:bodyPr/>
          <a:lstStyle/>
          <a:p>
            <a:endParaRPr lang="es-GT"/>
          </a:p>
        </p:txBody>
      </p:sp>
      <p:sp>
        <p:nvSpPr>
          <p:cNvPr id="187" name="Google Shape;187;p9"/>
          <p:cNvSpPr txBox="1"/>
          <p:nvPr/>
        </p:nvSpPr>
        <p:spPr>
          <a:xfrm>
            <a:off x="2411098" y="7899735"/>
            <a:ext cx="13465804" cy="719455"/>
          </a:xfrm>
          <a:prstGeom prst="rect">
            <a:avLst/>
          </a:prstGeom>
          <a:noFill/>
          <a:ln>
            <a:noFill/>
          </a:ln>
        </p:spPr>
        <p:txBody>
          <a:bodyPr spcFirstLastPara="1" wrap="square" lIns="0" tIns="0" rIns="0" bIns="0" anchor="t" anchorCtr="0">
            <a:spAutoFit/>
          </a:bodyPr>
          <a:lstStyle/>
          <a:p>
            <a:pPr marL="0" marR="0" lvl="0" indent="0" algn="ctr" rtl="0">
              <a:lnSpc>
                <a:spcPct val="148000"/>
              </a:lnSpc>
              <a:spcBef>
                <a:spcPts val="0"/>
              </a:spcBef>
              <a:spcAft>
                <a:spcPts val="0"/>
              </a:spcAft>
              <a:buNone/>
            </a:pPr>
            <a:r>
              <a:rPr lang="en-US" sz="2000" b="0" i="0" u="none" strike="noStrike" cap="none">
                <a:solidFill>
                  <a:srgbClr val="131416"/>
                </a:solidFill>
                <a:latin typeface="Arial"/>
                <a:ea typeface="Arial"/>
                <a:cs typeface="Arial"/>
                <a:sym typeface="Arial"/>
              </a:rPr>
              <a:t>RECUERDA QUE TENEMOS NUESTRO FORO SEMANAL DONDE PUEDES CONSULTAR CUALQUIER DUDA QUE TE SURJA EN LA SEMANA</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156</TotalTime>
  <Words>640</Words>
  <Application>Microsoft Office PowerPoint</Application>
  <PresentationFormat>Custom</PresentationFormat>
  <Paragraphs>79</Paragraphs>
  <Slides>14</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Lobster</vt:lpstr>
      <vt:lpstr>Impact</vt:lpstr>
      <vt:lpstr>Calibri</vt:lpstr>
      <vt:lpstr>Pacifico</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Libni Pineda</cp:lastModifiedBy>
  <cp:revision>48</cp:revision>
  <dcterms:created xsi:type="dcterms:W3CDTF">2006-08-16T00:00:00Z</dcterms:created>
  <dcterms:modified xsi:type="dcterms:W3CDTF">2025-05-26T05:23:12Z</dcterms:modified>
</cp:coreProperties>
</file>