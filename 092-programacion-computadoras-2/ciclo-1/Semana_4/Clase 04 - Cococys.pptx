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Poppins"/>
      <p:bold r:id="rId21"/>
      <p:boldItalic r:id="rId22"/>
    </p:embeddedFont>
    <p:embeddedFont>
      <p:font typeface="Poppins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jfPuDUtsSCV0QcpsDgKwQ2ib3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bold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Light-bold.fntdata"/><Relationship Id="rId23" Type="http://schemas.openxmlformats.org/officeDocument/2006/relationships/font" Target="fonts/Poppins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Light-boldItalic.fntdata"/><Relationship Id="rId25" Type="http://schemas.openxmlformats.org/officeDocument/2006/relationships/font" Target="fonts/PoppinsLight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2.png"/><Relationship Id="rId13" Type="http://schemas.openxmlformats.org/officeDocument/2006/relationships/image" Target="../media/image2.gif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6.png"/><Relationship Id="rId15" Type="http://schemas.openxmlformats.org/officeDocument/2006/relationships/image" Target="../media/image16.png"/><Relationship Id="rId14" Type="http://schemas.openxmlformats.org/officeDocument/2006/relationships/image" Target="../media/image17.gif"/><Relationship Id="rId5" Type="http://schemas.openxmlformats.org/officeDocument/2006/relationships/image" Target="../media/image5.gif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49.png"/><Relationship Id="rId13" Type="http://schemas.openxmlformats.org/officeDocument/2006/relationships/image" Target="../media/image35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25.gif"/><Relationship Id="rId9" Type="http://schemas.openxmlformats.org/officeDocument/2006/relationships/image" Target="../media/image22.gif"/><Relationship Id="rId15" Type="http://schemas.openxmlformats.org/officeDocument/2006/relationships/image" Target="../media/image24.gif"/><Relationship Id="rId14" Type="http://schemas.openxmlformats.org/officeDocument/2006/relationships/image" Target="../media/image33.png"/><Relationship Id="rId16" Type="http://schemas.openxmlformats.org/officeDocument/2006/relationships/image" Target="../media/image26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29.gif"/><Relationship Id="rId8" Type="http://schemas.openxmlformats.org/officeDocument/2006/relationships/image" Target="../media/image23.gif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3.xml"/><Relationship Id="rId10" Type="http://schemas.openxmlformats.org/officeDocument/2006/relationships/image" Target="../media/image32.png"/><Relationship Id="rId13" Type="http://schemas.openxmlformats.org/officeDocument/2006/relationships/image" Target="../media/image37.png"/><Relationship Id="rId12" Type="http://schemas.openxmlformats.org/officeDocument/2006/relationships/slide" Target="/ppt/slides/slide3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9" Type="http://schemas.openxmlformats.org/officeDocument/2006/relationships/image" Target="../media/image56.png"/><Relationship Id="rId14" Type="http://schemas.openxmlformats.org/officeDocument/2006/relationships/image" Target="../media/image54.png"/><Relationship Id="rId5" Type="http://schemas.openxmlformats.org/officeDocument/2006/relationships/image" Target="../media/image29.gif"/><Relationship Id="rId6" Type="http://schemas.openxmlformats.org/officeDocument/2006/relationships/image" Target="../media/image31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3.xml"/><Relationship Id="rId10" Type="http://schemas.openxmlformats.org/officeDocument/2006/relationships/image" Target="../media/image32.png"/><Relationship Id="rId13" Type="http://schemas.openxmlformats.org/officeDocument/2006/relationships/image" Target="../media/image48.png"/><Relationship Id="rId12" Type="http://schemas.openxmlformats.org/officeDocument/2006/relationships/slide" Target="/ppt/slides/slide3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9" Type="http://schemas.openxmlformats.org/officeDocument/2006/relationships/image" Target="../media/image56.png"/><Relationship Id="rId14" Type="http://schemas.openxmlformats.org/officeDocument/2006/relationships/image" Target="../media/image43.png"/><Relationship Id="rId5" Type="http://schemas.openxmlformats.org/officeDocument/2006/relationships/image" Target="../media/image29.gif"/><Relationship Id="rId6" Type="http://schemas.openxmlformats.org/officeDocument/2006/relationships/image" Target="../media/image31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3.xml"/><Relationship Id="rId10" Type="http://schemas.openxmlformats.org/officeDocument/2006/relationships/image" Target="../media/image32.png"/><Relationship Id="rId13" Type="http://schemas.openxmlformats.org/officeDocument/2006/relationships/image" Target="../media/image53.png"/><Relationship Id="rId12" Type="http://schemas.openxmlformats.org/officeDocument/2006/relationships/slide" Target="/ppt/slides/slide3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9" Type="http://schemas.openxmlformats.org/officeDocument/2006/relationships/image" Target="../media/image56.png"/><Relationship Id="rId14" Type="http://schemas.openxmlformats.org/officeDocument/2006/relationships/image" Target="../media/image68.png"/><Relationship Id="rId5" Type="http://schemas.openxmlformats.org/officeDocument/2006/relationships/image" Target="../media/image29.gif"/><Relationship Id="rId6" Type="http://schemas.openxmlformats.org/officeDocument/2006/relationships/image" Target="../media/image31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3.xml"/><Relationship Id="rId10" Type="http://schemas.openxmlformats.org/officeDocument/2006/relationships/image" Target="../media/image32.png"/><Relationship Id="rId13" Type="http://schemas.openxmlformats.org/officeDocument/2006/relationships/image" Target="../media/image78.png"/><Relationship Id="rId12" Type="http://schemas.openxmlformats.org/officeDocument/2006/relationships/slide" Target="/ppt/slides/slide3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5" Type="http://schemas.openxmlformats.org/officeDocument/2006/relationships/image" Target="../media/image29.gif"/><Relationship Id="rId6" Type="http://schemas.openxmlformats.org/officeDocument/2006/relationships/image" Target="../media/image31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3.xml"/><Relationship Id="rId10" Type="http://schemas.openxmlformats.org/officeDocument/2006/relationships/image" Target="../media/image32.png"/><Relationship Id="rId13" Type="http://schemas.openxmlformats.org/officeDocument/2006/relationships/image" Target="../media/image52.png"/><Relationship Id="rId12" Type="http://schemas.openxmlformats.org/officeDocument/2006/relationships/slide" Target="/ppt/slides/slide3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9" Type="http://schemas.openxmlformats.org/officeDocument/2006/relationships/image" Target="../media/image56.png"/><Relationship Id="rId14" Type="http://schemas.openxmlformats.org/officeDocument/2006/relationships/image" Target="../media/image59.png"/><Relationship Id="rId5" Type="http://schemas.openxmlformats.org/officeDocument/2006/relationships/image" Target="../media/image29.gif"/><Relationship Id="rId6" Type="http://schemas.openxmlformats.org/officeDocument/2006/relationships/image" Target="../media/image31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3.xml"/><Relationship Id="rId10" Type="http://schemas.openxmlformats.org/officeDocument/2006/relationships/image" Target="../media/image32.png"/><Relationship Id="rId13" Type="http://schemas.openxmlformats.org/officeDocument/2006/relationships/image" Target="../media/image99.png"/><Relationship Id="rId12" Type="http://schemas.openxmlformats.org/officeDocument/2006/relationships/slide" Target="/ppt/slides/slide3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9" Type="http://schemas.openxmlformats.org/officeDocument/2006/relationships/image" Target="../media/image56.png"/><Relationship Id="rId14" Type="http://schemas.openxmlformats.org/officeDocument/2006/relationships/image" Target="../media/image51.png"/><Relationship Id="rId5" Type="http://schemas.openxmlformats.org/officeDocument/2006/relationships/image" Target="../media/image29.gif"/><Relationship Id="rId6" Type="http://schemas.openxmlformats.org/officeDocument/2006/relationships/image" Target="../media/image31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3.xml"/><Relationship Id="rId10" Type="http://schemas.openxmlformats.org/officeDocument/2006/relationships/image" Target="../media/image32.png"/><Relationship Id="rId13" Type="http://schemas.openxmlformats.org/officeDocument/2006/relationships/image" Target="../media/image50.png"/><Relationship Id="rId12" Type="http://schemas.openxmlformats.org/officeDocument/2006/relationships/slide" Target="/ppt/slides/slide3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9" Type="http://schemas.openxmlformats.org/officeDocument/2006/relationships/image" Target="../media/image56.png"/><Relationship Id="rId14" Type="http://schemas.openxmlformats.org/officeDocument/2006/relationships/image" Target="../media/image55.png"/><Relationship Id="rId5" Type="http://schemas.openxmlformats.org/officeDocument/2006/relationships/image" Target="../media/image29.gif"/><Relationship Id="rId6" Type="http://schemas.openxmlformats.org/officeDocument/2006/relationships/image" Target="../media/image31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3.xml"/><Relationship Id="rId10" Type="http://schemas.openxmlformats.org/officeDocument/2006/relationships/image" Target="../media/image32.png"/><Relationship Id="rId13" Type="http://schemas.openxmlformats.org/officeDocument/2006/relationships/image" Target="../media/image63.png"/><Relationship Id="rId12" Type="http://schemas.openxmlformats.org/officeDocument/2006/relationships/slide" Target="/ppt/slides/slide3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9" Type="http://schemas.openxmlformats.org/officeDocument/2006/relationships/image" Target="../media/image56.png"/><Relationship Id="rId15" Type="http://schemas.openxmlformats.org/officeDocument/2006/relationships/image" Target="../media/image64.png"/><Relationship Id="rId14" Type="http://schemas.openxmlformats.org/officeDocument/2006/relationships/image" Target="../media/image79.png"/><Relationship Id="rId5" Type="http://schemas.openxmlformats.org/officeDocument/2006/relationships/image" Target="../media/image29.gif"/><Relationship Id="rId6" Type="http://schemas.openxmlformats.org/officeDocument/2006/relationships/image" Target="../media/image31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8.png"/><Relationship Id="rId4" Type="http://schemas.openxmlformats.org/officeDocument/2006/relationships/image" Target="../media/image39.png"/><Relationship Id="rId9" Type="http://schemas.openxmlformats.org/officeDocument/2006/relationships/image" Target="../media/image71.png"/><Relationship Id="rId5" Type="http://schemas.openxmlformats.org/officeDocument/2006/relationships/image" Target="../media/image70.png"/><Relationship Id="rId6" Type="http://schemas.openxmlformats.org/officeDocument/2006/relationships/image" Target="../media/image65.png"/><Relationship Id="rId7" Type="http://schemas.openxmlformats.org/officeDocument/2006/relationships/image" Target="../media/image95.png"/><Relationship Id="rId8" Type="http://schemas.openxmlformats.org/officeDocument/2006/relationships/image" Target="../media/image8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2.png"/><Relationship Id="rId4" Type="http://schemas.openxmlformats.org/officeDocument/2006/relationships/image" Target="../media/image29.gif"/><Relationship Id="rId5" Type="http://schemas.openxmlformats.org/officeDocument/2006/relationships/image" Target="../media/image35.png"/><Relationship Id="rId6" Type="http://schemas.openxmlformats.org/officeDocument/2006/relationships/image" Target="../media/image69.png"/><Relationship Id="rId7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76.gif"/><Relationship Id="rId10" Type="http://schemas.openxmlformats.org/officeDocument/2006/relationships/image" Target="../media/image77.png"/><Relationship Id="rId1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97.png"/><Relationship Id="rId9" Type="http://schemas.openxmlformats.org/officeDocument/2006/relationships/image" Target="../media/image73.png"/><Relationship Id="rId5" Type="http://schemas.openxmlformats.org/officeDocument/2006/relationships/image" Target="../media/image92.png"/><Relationship Id="rId6" Type="http://schemas.openxmlformats.org/officeDocument/2006/relationships/image" Target="../media/image74.png"/><Relationship Id="rId7" Type="http://schemas.openxmlformats.org/officeDocument/2006/relationships/image" Target="../media/image72.png"/><Relationship Id="rId8" Type="http://schemas.openxmlformats.org/officeDocument/2006/relationships/image" Target="../media/image75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5.gif"/><Relationship Id="rId11" Type="http://schemas.openxmlformats.org/officeDocument/2006/relationships/image" Target="../media/image22.gif"/><Relationship Id="rId10" Type="http://schemas.openxmlformats.org/officeDocument/2006/relationships/image" Target="../media/image96.gif"/><Relationship Id="rId21" Type="http://schemas.openxmlformats.org/officeDocument/2006/relationships/image" Target="../media/image25.gif"/><Relationship Id="rId13" Type="http://schemas.openxmlformats.org/officeDocument/2006/relationships/image" Target="../media/image86.gif"/><Relationship Id="rId12" Type="http://schemas.openxmlformats.org/officeDocument/2006/relationships/image" Target="../media/image101.gi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gif"/><Relationship Id="rId4" Type="http://schemas.openxmlformats.org/officeDocument/2006/relationships/image" Target="../media/image103.gif"/><Relationship Id="rId9" Type="http://schemas.openxmlformats.org/officeDocument/2006/relationships/image" Target="../media/image85.gif"/><Relationship Id="rId15" Type="http://schemas.openxmlformats.org/officeDocument/2006/relationships/image" Target="../media/image104.gif"/><Relationship Id="rId14" Type="http://schemas.openxmlformats.org/officeDocument/2006/relationships/image" Target="../media/image87.gif"/><Relationship Id="rId17" Type="http://schemas.openxmlformats.org/officeDocument/2006/relationships/image" Target="../media/image24.gif"/><Relationship Id="rId16" Type="http://schemas.openxmlformats.org/officeDocument/2006/relationships/image" Target="../media/image91.gif"/><Relationship Id="rId5" Type="http://schemas.openxmlformats.org/officeDocument/2006/relationships/image" Target="../media/image29.gif"/><Relationship Id="rId19" Type="http://schemas.openxmlformats.org/officeDocument/2006/relationships/image" Target="../media/image76.gif"/><Relationship Id="rId6" Type="http://schemas.openxmlformats.org/officeDocument/2006/relationships/image" Target="../media/image100.gif"/><Relationship Id="rId18" Type="http://schemas.openxmlformats.org/officeDocument/2006/relationships/image" Target="../media/image93.gif"/><Relationship Id="rId7" Type="http://schemas.openxmlformats.org/officeDocument/2006/relationships/image" Target="../media/image88.gif"/><Relationship Id="rId8" Type="http://schemas.openxmlformats.org/officeDocument/2006/relationships/image" Target="../media/image8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794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3042863" y="4549584"/>
            <a:ext cx="12202273" cy="1187832"/>
          </a:xfrm>
          <a:custGeom>
            <a:rect b="b" l="l" r="r" t="t"/>
            <a:pathLst>
              <a:path extrusionOk="0" h="1187832" w="12202273">
                <a:moveTo>
                  <a:pt x="0" y="0"/>
                </a:moveTo>
                <a:lnTo>
                  <a:pt x="12202274" y="0"/>
                </a:lnTo>
                <a:lnTo>
                  <a:pt x="12202274" y="1187832"/>
                </a:lnTo>
                <a:lnTo>
                  <a:pt x="0" y="1187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3319220" y="5529408"/>
            <a:ext cx="11679354" cy="1146517"/>
          </a:xfrm>
          <a:custGeom>
            <a:rect b="b" l="l" r="r" t="t"/>
            <a:pathLst>
              <a:path extrusionOk="0" h="1146517" w="11679354">
                <a:moveTo>
                  <a:pt x="0" y="0"/>
                </a:moveTo>
                <a:lnTo>
                  <a:pt x="11679354" y="0"/>
                </a:lnTo>
                <a:lnTo>
                  <a:pt x="11679354" y="1146516"/>
                </a:lnTo>
                <a:lnTo>
                  <a:pt x="0" y="1146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2502687" y="2006946"/>
            <a:ext cx="5484899" cy="1382748"/>
          </a:xfrm>
          <a:custGeom>
            <a:rect b="b" l="l" r="r" t="t"/>
            <a:pathLst>
              <a:path extrusionOk="0" h="1382748" w="5484899">
                <a:moveTo>
                  <a:pt x="0" y="0"/>
                </a:moveTo>
                <a:lnTo>
                  <a:pt x="5484899" y="0"/>
                </a:lnTo>
                <a:lnTo>
                  <a:pt x="5484899" y="1382747"/>
                </a:lnTo>
                <a:lnTo>
                  <a:pt x="0" y="1382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8" name="Google Shape;88;p1"/>
          <p:cNvGrpSpPr/>
          <p:nvPr/>
        </p:nvGrpSpPr>
        <p:grpSpPr>
          <a:xfrm>
            <a:off x="14901486" y="2045900"/>
            <a:ext cx="1758816" cy="652420"/>
            <a:chOff x="0" y="-9525"/>
            <a:chExt cx="463227" cy="17183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463227" cy="162306"/>
            </a:xfrm>
            <a:custGeom>
              <a:rect b="b" l="l" r="r" t="t"/>
              <a:pathLst>
                <a:path extrusionOk="0" h="162306" w="463227">
                  <a:moveTo>
                    <a:pt x="0" y="0"/>
                  </a:moveTo>
                  <a:lnTo>
                    <a:pt x="463227" y="0"/>
                  </a:lnTo>
                  <a:lnTo>
                    <a:pt x="463227" y="162306"/>
                  </a:lnTo>
                  <a:lnTo>
                    <a:pt x="0" y="1623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0" name="Google Shape;90;p1"/>
            <p:cNvSpPr txBox="1"/>
            <p:nvPr/>
          </p:nvSpPr>
          <p:spPr>
            <a:xfrm>
              <a:off x="0" y="-9525"/>
              <a:ext cx="463227" cy="171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09/08/2024</a:t>
              </a:r>
              <a:endParaRPr/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14901486" y="2737274"/>
            <a:ext cx="1758816" cy="652420"/>
            <a:chOff x="0" y="-9525"/>
            <a:chExt cx="463227" cy="171831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463227" cy="162306"/>
            </a:xfrm>
            <a:custGeom>
              <a:rect b="b" l="l" r="r" t="t"/>
              <a:pathLst>
                <a:path extrusionOk="0" h="162306" w="463227">
                  <a:moveTo>
                    <a:pt x="0" y="0"/>
                  </a:moveTo>
                  <a:lnTo>
                    <a:pt x="463227" y="0"/>
                  </a:lnTo>
                  <a:lnTo>
                    <a:pt x="463227" y="162306"/>
                  </a:lnTo>
                  <a:lnTo>
                    <a:pt x="0" y="1623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3" name="Google Shape;93;p1"/>
            <p:cNvSpPr txBox="1"/>
            <p:nvPr/>
          </p:nvSpPr>
          <p:spPr>
            <a:xfrm>
              <a:off x="0" y="-9525"/>
              <a:ext cx="463227" cy="171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15:40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5D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"/>
          <p:cNvGrpSpPr/>
          <p:nvPr/>
        </p:nvGrpSpPr>
        <p:grpSpPr>
          <a:xfrm>
            <a:off x="0" y="9705109"/>
            <a:ext cx="18288000" cy="1163782"/>
            <a:chOff x="0" y="0"/>
            <a:chExt cx="24384000" cy="1551709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8128000" cy="1551709"/>
            </a:xfrm>
            <a:custGeom>
              <a:rect b="b" l="l" r="r" t="t"/>
              <a:pathLst>
                <a:path extrusionOk="0"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0" name="Google Shape;100;p2"/>
            <p:cNvSpPr/>
            <p:nvPr/>
          </p:nvSpPr>
          <p:spPr>
            <a:xfrm>
              <a:off x="8128000" y="0"/>
              <a:ext cx="8128000" cy="1551709"/>
            </a:xfrm>
            <a:custGeom>
              <a:rect b="b" l="l" r="r" t="t"/>
              <a:pathLst>
                <a:path extrusionOk="0"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2"/>
            <p:cNvSpPr/>
            <p:nvPr/>
          </p:nvSpPr>
          <p:spPr>
            <a:xfrm>
              <a:off x="16256000" y="0"/>
              <a:ext cx="8128000" cy="1551709"/>
            </a:xfrm>
            <a:custGeom>
              <a:rect b="b" l="l" r="r" t="t"/>
              <a:pathLst>
                <a:path extrusionOk="0"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02" name="Google Shape;102;p2"/>
          <p:cNvGrpSpPr/>
          <p:nvPr/>
        </p:nvGrpSpPr>
        <p:grpSpPr>
          <a:xfrm>
            <a:off x="1509980" y="1329154"/>
            <a:ext cx="15268040" cy="6865975"/>
            <a:chOff x="0" y="-47625"/>
            <a:chExt cx="4021212" cy="1808323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4021212" cy="1760698"/>
            </a:xfrm>
            <a:custGeom>
              <a:rect b="b" l="l" r="r" t="t"/>
              <a:pathLst>
                <a:path extrusionOk="0" h="1760698" w="4021212">
                  <a:moveTo>
                    <a:pt x="24846" y="0"/>
                  </a:moveTo>
                  <a:lnTo>
                    <a:pt x="3996366" y="0"/>
                  </a:lnTo>
                  <a:cubicBezTo>
                    <a:pt x="4010088" y="0"/>
                    <a:pt x="4021212" y="11124"/>
                    <a:pt x="4021212" y="24846"/>
                  </a:cubicBezTo>
                  <a:lnTo>
                    <a:pt x="4021212" y="1735851"/>
                  </a:lnTo>
                  <a:cubicBezTo>
                    <a:pt x="4021212" y="1749574"/>
                    <a:pt x="4010088" y="1760698"/>
                    <a:pt x="3996366" y="1760698"/>
                  </a:cubicBezTo>
                  <a:lnTo>
                    <a:pt x="24846" y="1760698"/>
                  </a:lnTo>
                  <a:cubicBezTo>
                    <a:pt x="11124" y="1760698"/>
                    <a:pt x="0" y="1749574"/>
                    <a:pt x="0" y="1735851"/>
                  </a:cubicBezTo>
                  <a:lnTo>
                    <a:pt x="0" y="24846"/>
                  </a:lnTo>
                  <a:cubicBezTo>
                    <a:pt x="0" y="11124"/>
                    <a:pt x="11124" y="0"/>
                    <a:pt x="24846" y="0"/>
                  </a:cubicBezTo>
                  <a:close/>
                </a:path>
              </a:pathLst>
            </a:custGeom>
            <a:solidFill>
              <a:srgbClr val="050E5D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-47625"/>
              <a:ext cx="4021212" cy="18083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15341087" y="6151992"/>
            <a:ext cx="3370555" cy="3571879"/>
          </a:xfrm>
          <a:custGeom>
            <a:rect b="b" l="l" r="r" t="t"/>
            <a:pathLst>
              <a:path extrusionOk="0" h="3571879" w="3370555">
                <a:moveTo>
                  <a:pt x="0" y="0"/>
                </a:moveTo>
                <a:lnTo>
                  <a:pt x="3370556" y="0"/>
                </a:lnTo>
                <a:lnTo>
                  <a:pt x="3370556" y="3571879"/>
                </a:lnTo>
                <a:lnTo>
                  <a:pt x="0" y="3571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1856" y="6943369"/>
            <a:ext cx="2319862" cy="276174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/>
          <p:nvPr/>
        </p:nvSpPr>
        <p:spPr>
          <a:xfrm>
            <a:off x="5425744" y="6115484"/>
            <a:ext cx="2196534" cy="938519"/>
          </a:xfrm>
          <a:custGeom>
            <a:rect b="b" l="l" r="r" t="t"/>
            <a:pathLst>
              <a:path extrusionOk="0" h="938519" w="2196534">
                <a:moveTo>
                  <a:pt x="0" y="0"/>
                </a:moveTo>
                <a:lnTo>
                  <a:pt x="2196534" y="0"/>
                </a:lnTo>
                <a:lnTo>
                  <a:pt x="2196534" y="938519"/>
                </a:lnTo>
                <a:lnTo>
                  <a:pt x="0" y="938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>
            <a:off x="8068873" y="6111491"/>
            <a:ext cx="2196534" cy="942513"/>
          </a:xfrm>
          <a:custGeom>
            <a:rect b="b" l="l" r="r" t="t"/>
            <a:pathLst>
              <a:path extrusionOk="0" h="942513" w="2196534">
                <a:moveTo>
                  <a:pt x="0" y="0"/>
                </a:moveTo>
                <a:lnTo>
                  <a:pt x="2196534" y="0"/>
                </a:lnTo>
                <a:lnTo>
                  <a:pt x="2196534" y="942512"/>
                </a:lnTo>
                <a:lnTo>
                  <a:pt x="0" y="9425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/>
          <p:nvPr/>
        </p:nvSpPr>
        <p:spPr>
          <a:xfrm>
            <a:off x="10713082" y="6136966"/>
            <a:ext cx="2221897" cy="917038"/>
          </a:xfrm>
          <a:custGeom>
            <a:rect b="b" l="l" r="r" t="t"/>
            <a:pathLst>
              <a:path extrusionOk="0" h="917038" w="2221897">
                <a:moveTo>
                  <a:pt x="0" y="0"/>
                </a:moveTo>
                <a:lnTo>
                  <a:pt x="2221897" y="0"/>
                </a:lnTo>
                <a:lnTo>
                  <a:pt x="2221897" y="917037"/>
                </a:lnTo>
                <a:lnTo>
                  <a:pt x="0" y="917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2695009" y="596383"/>
            <a:ext cx="2377744" cy="432317"/>
          </a:xfrm>
          <a:custGeom>
            <a:rect b="b" l="l" r="r" t="t"/>
            <a:pathLst>
              <a:path extrusionOk="0" h="432317" w="2377744">
                <a:moveTo>
                  <a:pt x="0" y="0"/>
                </a:moveTo>
                <a:lnTo>
                  <a:pt x="2377745" y="0"/>
                </a:lnTo>
                <a:lnTo>
                  <a:pt x="2377745" y="432317"/>
                </a:lnTo>
                <a:lnTo>
                  <a:pt x="0" y="432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13424017" y="670536"/>
            <a:ext cx="2087036" cy="379461"/>
          </a:xfrm>
          <a:custGeom>
            <a:rect b="b" l="l" r="r" t="t"/>
            <a:pathLst>
              <a:path extrusionOk="0" h="379461" w="2087036">
                <a:moveTo>
                  <a:pt x="0" y="0"/>
                </a:moveTo>
                <a:lnTo>
                  <a:pt x="2087036" y="0"/>
                </a:lnTo>
                <a:lnTo>
                  <a:pt x="2087036" y="379461"/>
                </a:lnTo>
                <a:lnTo>
                  <a:pt x="0" y="379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 flipH="1">
            <a:off x="13950410" y="8614008"/>
            <a:ext cx="1855950" cy="1091101"/>
          </a:xfrm>
          <a:custGeom>
            <a:rect b="b" l="l" r="r" t="t"/>
            <a:pathLst>
              <a:path extrusionOk="0" h="1091101" w="1855950">
                <a:moveTo>
                  <a:pt x="1855950" y="0"/>
                </a:moveTo>
                <a:lnTo>
                  <a:pt x="0" y="0"/>
                </a:lnTo>
                <a:lnTo>
                  <a:pt x="0" y="1091101"/>
                </a:lnTo>
                <a:lnTo>
                  <a:pt x="1855950" y="1091101"/>
                </a:lnTo>
                <a:lnTo>
                  <a:pt x="185595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10099" l="0" r="0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>
            <a:off x="375433" y="6228904"/>
            <a:ext cx="2319577" cy="3476205"/>
          </a:xfrm>
          <a:custGeom>
            <a:rect b="b" l="l" r="r" t="t"/>
            <a:pathLst>
              <a:path extrusionOk="0" h="3476205" w="2319577">
                <a:moveTo>
                  <a:pt x="0" y="0"/>
                </a:moveTo>
                <a:lnTo>
                  <a:pt x="2319576" y="0"/>
                </a:lnTo>
                <a:lnTo>
                  <a:pt x="2319576" y="3476205"/>
                </a:lnTo>
                <a:lnTo>
                  <a:pt x="0" y="3476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4" name="Google Shape;114;p2"/>
          <p:cNvPicPr preferRelativeResize="0"/>
          <p:nvPr/>
        </p:nvPicPr>
        <p:blipFill rotWithShape="1">
          <a:blip r:embed="rId13">
            <a:alphaModFix amt="71000"/>
          </a:blip>
          <a:srcRect b="0" l="0" r="0" t="0"/>
          <a:stretch/>
        </p:blipFill>
        <p:spPr>
          <a:xfrm rot="604890">
            <a:off x="17509575" y="4896612"/>
            <a:ext cx="554300" cy="5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/>
          <p:cNvPicPr preferRelativeResize="0"/>
          <p:nvPr/>
        </p:nvPicPr>
        <p:blipFill rotWithShape="1">
          <a:blip r:embed="rId13">
            <a:alphaModFix amt="71000"/>
          </a:blip>
          <a:srcRect b="0" l="0" r="0" t="0"/>
          <a:stretch/>
        </p:blipFill>
        <p:spPr>
          <a:xfrm rot="-1221735">
            <a:off x="17085962" y="3338385"/>
            <a:ext cx="397359" cy="41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"/>
          <p:cNvPicPr preferRelativeResize="0"/>
          <p:nvPr/>
        </p:nvPicPr>
        <p:blipFill rotWithShape="1">
          <a:blip r:embed="rId13">
            <a:alphaModFix amt="71000"/>
          </a:blip>
          <a:srcRect b="0" l="0" r="0" t="0"/>
          <a:stretch/>
        </p:blipFill>
        <p:spPr>
          <a:xfrm>
            <a:off x="17517576" y="1957766"/>
            <a:ext cx="269149" cy="28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"/>
          <p:cNvPicPr preferRelativeResize="0"/>
          <p:nvPr/>
        </p:nvPicPr>
        <p:blipFill rotWithShape="1">
          <a:blip r:embed="rId13">
            <a:alphaModFix amt="71000"/>
          </a:blip>
          <a:srcRect b="0" l="0" r="0" t="0"/>
          <a:stretch/>
        </p:blipFill>
        <p:spPr>
          <a:xfrm rot="-599390">
            <a:off x="421312" y="5056909"/>
            <a:ext cx="554300" cy="5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/>
          <p:cNvPicPr preferRelativeResize="0"/>
          <p:nvPr/>
        </p:nvPicPr>
        <p:blipFill rotWithShape="1">
          <a:blip r:embed="rId13">
            <a:alphaModFix amt="71000"/>
          </a:blip>
          <a:srcRect b="0" l="0" r="0" t="0"/>
          <a:stretch/>
        </p:blipFill>
        <p:spPr>
          <a:xfrm rot="368085">
            <a:off x="788009" y="3418711"/>
            <a:ext cx="397359" cy="41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 rotWithShape="1">
          <a:blip r:embed="rId13">
            <a:alphaModFix amt="71000"/>
          </a:blip>
          <a:srcRect b="0" l="0" r="0" t="0"/>
          <a:stretch/>
        </p:blipFill>
        <p:spPr>
          <a:xfrm rot="-980286">
            <a:off x="463881" y="1925570"/>
            <a:ext cx="269149" cy="28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445942" y="6532526"/>
            <a:ext cx="978075" cy="93406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2334212" y="2552572"/>
            <a:ext cx="13564288" cy="1525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04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5679767" y="4429125"/>
            <a:ext cx="656399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 a Programación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13687079" y="1550631"/>
            <a:ext cx="3090940" cy="1994712"/>
          </a:xfrm>
          <a:custGeom>
            <a:rect b="b" l="l" r="r" t="t"/>
            <a:pathLst>
              <a:path extrusionOk="0" h="1994712" w="3090940">
                <a:moveTo>
                  <a:pt x="0" y="0"/>
                </a:moveTo>
                <a:lnTo>
                  <a:pt x="3090941" y="0"/>
                </a:lnTo>
                <a:lnTo>
                  <a:pt x="3090941" y="1994711"/>
                </a:lnTo>
                <a:lnTo>
                  <a:pt x="0" y="1994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-118895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5D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-185970" y="2934751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9" name="Google Shape;129;p3"/>
          <p:cNvGrpSpPr/>
          <p:nvPr/>
        </p:nvGrpSpPr>
        <p:grpSpPr>
          <a:xfrm>
            <a:off x="577270" y="1210932"/>
            <a:ext cx="4180395" cy="2437500"/>
            <a:chOff x="0" y="-47625"/>
            <a:chExt cx="1101009" cy="641975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1101009" cy="594350"/>
            </a:xfrm>
            <a:custGeom>
              <a:rect b="b" l="l" r="r" t="t"/>
              <a:pathLst>
                <a:path extrusionOk="0" h="594350" w="1101009">
                  <a:moveTo>
                    <a:pt x="90746" y="0"/>
                  </a:moveTo>
                  <a:lnTo>
                    <a:pt x="1010263" y="0"/>
                  </a:lnTo>
                  <a:cubicBezTo>
                    <a:pt x="1060381" y="0"/>
                    <a:pt x="1101009" y="40628"/>
                    <a:pt x="1101009" y="90746"/>
                  </a:cubicBezTo>
                  <a:lnTo>
                    <a:pt x="1101009" y="503604"/>
                  </a:lnTo>
                  <a:cubicBezTo>
                    <a:pt x="1101009" y="553722"/>
                    <a:pt x="1060381" y="594350"/>
                    <a:pt x="1010263" y="594350"/>
                  </a:cubicBezTo>
                  <a:lnTo>
                    <a:pt x="90746" y="594350"/>
                  </a:lnTo>
                  <a:cubicBezTo>
                    <a:pt x="40628" y="594350"/>
                    <a:pt x="0" y="553722"/>
                    <a:pt x="0" y="503604"/>
                  </a:cubicBezTo>
                  <a:lnTo>
                    <a:pt x="0" y="90746"/>
                  </a:lnTo>
                  <a:cubicBezTo>
                    <a:pt x="0" y="40628"/>
                    <a:pt x="40628" y="0"/>
                    <a:pt x="90746" y="0"/>
                  </a:cubicBezTo>
                  <a:close/>
                </a:path>
              </a:pathLst>
            </a:custGeom>
            <a:solidFill>
              <a:srgbClr val="050E5D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-47625"/>
              <a:ext cx="1101009" cy="641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2" name="Google Shape;1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0595" y="3104879"/>
            <a:ext cx="821672" cy="8774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/>
          <p:nvPr/>
        </p:nvSpPr>
        <p:spPr>
          <a:xfrm>
            <a:off x="10879815" y="2043969"/>
            <a:ext cx="3657600" cy="551965"/>
          </a:xfrm>
          <a:custGeom>
            <a:rect b="b" l="l" r="r" t="t"/>
            <a:pathLst>
              <a:path extrusionOk="0" h="551965" w="3657600">
                <a:moveTo>
                  <a:pt x="0" y="0"/>
                </a:moveTo>
                <a:lnTo>
                  <a:pt x="3657600" y="0"/>
                </a:lnTo>
                <a:lnTo>
                  <a:pt x="3657600" y="551965"/>
                </a:lnTo>
                <a:lnTo>
                  <a:pt x="0" y="551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/>
          <p:nvPr/>
        </p:nvSpPr>
        <p:spPr>
          <a:xfrm>
            <a:off x="10972800" y="7854572"/>
            <a:ext cx="3657600" cy="551965"/>
          </a:xfrm>
          <a:custGeom>
            <a:rect b="b" l="l" r="r" t="t"/>
            <a:pathLst>
              <a:path extrusionOk="0" h="551965" w="3657600">
                <a:moveTo>
                  <a:pt x="0" y="0"/>
                </a:moveTo>
                <a:lnTo>
                  <a:pt x="3657600" y="0"/>
                </a:lnTo>
                <a:lnTo>
                  <a:pt x="3657600" y="551965"/>
                </a:lnTo>
                <a:lnTo>
                  <a:pt x="0" y="551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5" name="Google Shape;135;p3"/>
          <p:cNvGrpSpPr/>
          <p:nvPr/>
        </p:nvGrpSpPr>
        <p:grpSpPr>
          <a:xfrm>
            <a:off x="0" y="9465127"/>
            <a:ext cx="21945600" cy="1103930"/>
            <a:chOff x="0" y="0"/>
            <a:chExt cx="29260800" cy="1471907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9753600" cy="1471907"/>
            </a:xfrm>
            <a:custGeom>
              <a:rect b="b" l="l" r="r" t="t"/>
              <a:pathLst>
                <a:path extrusionOk="0" h="1471907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71907"/>
                  </a:lnTo>
                  <a:lnTo>
                    <a:pt x="0" y="1471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7" name="Google Shape;137;p3"/>
            <p:cNvSpPr/>
            <p:nvPr/>
          </p:nvSpPr>
          <p:spPr>
            <a:xfrm>
              <a:off x="9753600" y="0"/>
              <a:ext cx="9753600" cy="1471907"/>
            </a:xfrm>
            <a:custGeom>
              <a:rect b="b" l="l" r="r" t="t"/>
              <a:pathLst>
                <a:path extrusionOk="0" h="1471907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71907"/>
                  </a:lnTo>
                  <a:lnTo>
                    <a:pt x="0" y="1471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8" name="Google Shape;138;p3"/>
            <p:cNvSpPr/>
            <p:nvPr/>
          </p:nvSpPr>
          <p:spPr>
            <a:xfrm>
              <a:off x="19507200" y="0"/>
              <a:ext cx="9753600" cy="1471907"/>
            </a:xfrm>
            <a:custGeom>
              <a:rect b="b" l="l" r="r" t="t"/>
              <a:pathLst>
                <a:path extrusionOk="0" h="1471907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71907"/>
                  </a:lnTo>
                  <a:lnTo>
                    <a:pt x="0" y="14719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139" name="Google Shape;13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848318" y="719461"/>
            <a:ext cx="744368" cy="331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05371" y="4814575"/>
            <a:ext cx="772120" cy="877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05371" y="7546968"/>
            <a:ext cx="769314" cy="85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"/>
          <p:cNvSpPr/>
          <p:nvPr/>
        </p:nvSpPr>
        <p:spPr>
          <a:xfrm>
            <a:off x="14333567" y="719461"/>
            <a:ext cx="2193866" cy="362985"/>
          </a:xfrm>
          <a:custGeom>
            <a:rect b="b" l="l" r="r" t="t"/>
            <a:pathLst>
              <a:path extrusionOk="0"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3"/>
          <p:cNvSpPr/>
          <p:nvPr/>
        </p:nvSpPr>
        <p:spPr>
          <a:xfrm>
            <a:off x="577270" y="668737"/>
            <a:ext cx="1082363" cy="464432"/>
          </a:xfrm>
          <a:custGeom>
            <a:rect b="b" l="l" r="r" t="t"/>
            <a:pathLst>
              <a:path extrusionOk="0" h="464432" w="1082363">
                <a:moveTo>
                  <a:pt x="0" y="0"/>
                </a:moveTo>
                <a:lnTo>
                  <a:pt x="1082364" y="0"/>
                </a:lnTo>
                <a:lnTo>
                  <a:pt x="1082364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4" name="Google Shape;144;p3"/>
          <p:cNvGrpSpPr/>
          <p:nvPr/>
        </p:nvGrpSpPr>
        <p:grpSpPr>
          <a:xfrm>
            <a:off x="2251760" y="572874"/>
            <a:ext cx="1211480" cy="624416"/>
            <a:chOff x="0" y="0"/>
            <a:chExt cx="1615307" cy="832554"/>
          </a:xfrm>
        </p:grpSpPr>
        <p:sp>
          <p:nvSpPr>
            <p:cNvPr id="145" name="Google Shape;145;p3"/>
            <p:cNvSpPr txBox="1"/>
            <p:nvPr/>
          </p:nvSpPr>
          <p:spPr>
            <a:xfrm>
              <a:off x="832555" y="19170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2775787">
              <a:off x="121853" y="121853"/>
              <a:ext cx="588848" cy="588848"/>
            </a:xfrm>
            <a:custGeom>
              <a:rect b="b" l="l" r="r" t="t"/>
              <a:pathLst>
                <a:path extrusionOk="0" h="588848" w="588848">
                  <a:moveTo>
                    <a:pt x="0" y="0"/>
                  </a:moveTo>
                  <a:lnTo>
                    <a:pt x="588848" y="0"/>
                  </a:lnTo>
                  <a:lnTo>
                    <a:pt x="588848" y="588848"/>
                  </a:lnTo>
                  <a:lnTo>
                    <a:pt x="0" y="588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47" name="Google Shape;147;p3"/>
          <p:cNvGrpSpPr/>
          <p:nvPr/>
        </p:nvGrpSpPr>
        <p:grpSpPr>
          <a:xfrm>
            <a:off x="5209095" y="713838"/>
            <a:ext cx="862336" cy="327152"/>
            <a:chOff x="0" y="0"/>
            <a:chExt cx="1149782" cy="436203"/>
          </a:xfrm>
        </p:grpSpPr>
        <p:sp>
          <p:nvSpPr>
            <p:cNvPr id="148" name="Google Shape;148;p3"/>
            <p:cNvSpPr txBox="1"/>
            <p:nvPr/>
          </p:nvSpPr>
          <p:spPr>
            <a:xfrm>
              <a:off x="367030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12</a:t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0" y="20313"/>
              <a:ext cx="367030" cy="332329"/>
            </a:xfrm>
            <a:custGeom>
              <a:rect b="b" l="l" r="r" t="t"/>
              <a:pathLst>
                <a:path extrusionOk="0" h="332329" w="367030">
                  <a:moveTo>
                    <a:pt x="0" y="0"/>
                  </a:moveTo>
                  <a:lnTo>
                    <a:pt x="367030" y="0"/>
                  </a:lnTo>
                  <a:lnTo>
                    <a:pt x="367030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50" name="Google Shape;150;p3"/>
          <p:cNvGrpSpPr/>
          <p:nvPr/>
        </p:nvGrpSpPr>
        <p:grpSpPr>
          <a:xfrm>
            <a:off x="3881134" y="688074"/>
            <a:ext cx="908861" cy="327152"/>
            <a:chOff x="0" y="0"/>
            <a:chExt cx="1211815" cy="436203"/>
          </a:xfrm>
        </p:grpSpPr>
        <p:sp>
          <p:nvSpPr>
            <p:cNvPr id="151" name="Google Shape;151;p3"/>
            <p:cNvSpPr txBox="1"/>
            <p:nvPr/>
          </p:nvSpPr>
          <p:spPr>
            <a:xfrm>
              <a:off x="429063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07</a:t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0" y="58413"/>
              <a:ext cx="429063" cy="332329"/>
            </a:xfrm>
            <a:custGeom>
              <a:rect b="b" l="l" r="r" t="t"/>
              <a:pathLst>
                <a:path extrusionOk="0" h="332329" w="429063">
                  <a:moveTo>
                    <a:pt x="0" y="0"/>
                  </a:moveTo>
                  <a:lnTo>
                    <a:pt x="429063" y="0"/>
                  </a:lnTo>
                  <a:lnTo>
                    <a:pt x="429063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53" name="Google Shape;153;p3"/>
          <p:cNvSpPr/>
          <p:nvPr/>
        </p:nvSpPr>
        <p:spPr>
          <a:xfrm>
            <a:off x="10972800" y="3430323"/>
            <a:ext cx="3657600" cy="551965"/>
          </a:xfrm>
          <a:custGeom>
            <a:rect b="b" l="l" r="r" t="t"/>
            <a:pathLst>
              <a:path extrusionOk="0" h="551965" w="3657600">
                <a:moveTo>
                  <a:pt x="0" y="0"/>
                </a:moveTo>
                <a:lnTo>
                  <a:pt x="3657600" y="0"/>
                </a:lnTo>
                <a:lnTo>
                  <a:pt x="3657600" y="551965"/>
                </a:lnTo>
                <a:lnTo>
                  <a:pt x="0" y="551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3"/>
          <p:cNvSpPr/>
          <p:nvPr/>
        </p:nvSpPr>
        <p:spPr>
          <a:xfrm>
            <a:off x="10972800" y="5028406"/>
            <a:ext cx="3657600" cy="551965"/>
          </a:xfrm>
          <a:custGeom>
            <a:rect b="b" l="l" r="r" t="t"/>
            <a:pathLst>
              <a:path extrusionOk="0" h="551965" w="3657600">
                <a:moveTo>
                  <a:pt x="0" y="0"/>
                </a:moveTo>
                <a:lnTo>
                  <a:pt x="3657600" y="0"/>
                </a:lnTo>
                <a:lnTo>
                  <a:pt x="3657600" y="551965"/>
                </a:lnTo>
                <a:lnTo>
                  <a:pt x="0" y="551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3"/>
          <p:cNvSpPr/>
          <p:nvPr/>
        </p:nvSpPr>
        <p:spPr>
          <a:xfrm>
            <a:off x="10972800" y="6547889"/>
            <a:ext cx="3657600" cy="551965"/>
          </a:xfrm>
          <a:custGeom>
            <a:rect b="b" l="l" r="r" t="t"/>
            <a:pathLst>
              <a:path extrusionOk="0" h="551965" w="3657600">
                <a:moveTo>
                  <a:pt x="0" y="0"/>
                </a:moveTo>
                <a:lnTo>
                  <a:pt x="3657600" y="0"/>
                </a:lnTo>
                <a:lnTo>
                  <a:pt x="3657600" y="551965"/>
                </a:lnTo>
                <a:lnTo>
                  <a:pt x="0" y="551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6" name="Google Shape;156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605371" y="6311110"/>
            <a:ext cx="1018464" cy="616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013" y="1605264"/>
            <a:ext cx="821672" cy="8774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"/>
          <p:cNvSpPr/>
          <p:nvPr/>
        </p:nvSpPr>
        <p:spPr>
          <a:xfrm>
            <a:off x="-185970" y="7299879"/>
            <a:ext cx="3620220" cy="2343270"/>
          </a:xfrm>
          <a:custGeom>
            <a:rect b="b" l="l" r="r" t="t"/>
            <a:pathLst>
              <a:path extrusionOk="0" h="2343270" w="3620220">
                <a:moveTo>
                  <a:pt x="0" y="0"/>
                </a:moveTo>
                <a:lnTo>
                  <a:pt x="3620221" y="0"/>
                </a:lnTo>
                <a:lnTo>
                  <a:pt x="3620221" y="2343270"/>
                </a:lnTo>
                <a:lnTo>
                  <a:pt x="0" y="2343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9" name="Google Shape;159;p3"/>
          <p:cNvGrpSpPr/>
          <p:nvPr/>
        </p:nvGrpSpPr>
        <p:grpSpPr>
          <a:xfrm>
            <a:off x="10127739" y="1212691"/>
            <a:ext cx="5302761" cy="664149"/>
            <a:chOff x="0" y="0"/>
            <a:chExt cx="1396612" cy="174920"/>
          </a:xfrm>
        </p:grpSpPr>
        <p:sp>
          <p:nvSpPr>
            <p:cNvPr id="160" name="Google Shape;160;p3"/>
            <p:cNvSpPr/>
            <p:nvPr/>
          </p:nvSpPr>
          <p:spPr>
            <a:xfrm>
              <a:off x="0" y="0"/>
              <a:ext cx="1396612" cy="174920"/>
            </a:xfrm>
            <a:custGeom>
              <a:rect b="b" l="l" r="r" t="t"/>
              <a:pathLst>
                <a:path extrusionOk="0" h="174920" w="1396612">
                  <a:moveTo>
                    <a:pt x="74459" y="0"/>
                  </a:moveTo>
                  <a:lnTo>
                    <a:pt x="1322153" y="0"/>
                  </a:lnTo>
                  <a:cubicBezTo>
                    <a:pt x="1363276" y="0"/>
                    <a:pt x="1396612" y="33336"/>
                    <a:pt x="1396612" y="74459"/>
                  </a:cubicBezTo>
                  <a:lnTo>
                    <a:pt x="1396612" y="100461"/>
                  </a:lnTo>
                  <a:cubicBezTo>
                    <a:pt x="1396612" y="120209"/>
                    <a:pt x="1388767" y="139148"/>
                    <a:pt x="1374803" y="153111"/>
                  </a:cubicBezTo>
                  <a:cubicBezTo>
                    <a:pt x="1360840" y="167075"/>
                    <a:pt x="1341901" y="174920"/>
                    <a:pt x="1322153" y="174920"/>
                  </a:cubicBezTo>
                  <a:lnTo>
                    <a:pt x="74459" y="174920"/>
                  </a:lnTo>
                  <a:cubicBezTo>
                    <a:pt x="54711" y="174920"/>
                    <a:pt x="35772" y="167075"/>
                    <a:pt x="21809" y="153111"/>
                  </a:cubicBezTo>
                  <a:cubicBezTo>
                    <a:pt x="7845" y="139148"/>
                    <a:pt x="0" y="120209"/>
                    <a:pt x="0" y="100461"/>
                  </a:cubicBezTo>
                  <a:lnTo>
                    <a:pt x="0" y="74459"/>
                  </a:lnTo>
                  <a:cubicBezTo>
                    <a:pt x="0" y="54711"/>
                    <a:pt x="7845" y="35772"/>
                    <a:pt x="21809" y="21809"/>
                  </a:cubicBezTo>
                  <a:cubicBezTo>
                    <a:pt x="35772" y="7845"/>
                    <a:pt x="54711" y="0"/>
                    <a:pt x="74459" y="0"/>
                  </a:cubicBezTo>
                  <a:close/>
                </a:path>
              </a:pathLst>
            </a:custGeom>
            <a:solidFill>
              <a:srgbClr val="03093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0" y="0"/>
              <a:ext cx="1396612" cy="17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3"/>
          <p:cNvSpPr txBox="1"/>
          <p:nvPr/>
        </p:nvSpPr>
        <p:spPr>
          <a:xfrm>
            <a:off x="9518873" y="1325083"/>
            <a:ext cx="6379485" cy="424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Avisos, Notas tarea, Tarea 4, Foros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1028700" y="1924475"/>
            <a:ext cx="4666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5000"/>
          </a:p>
        </p:txBody>
      </p:sp>
      <p:grpSp>
        <p:nvGrpSpPr>
          <p:cNvPr id="164" name="Google Shape;164;p3"/>
          <p:cNvGrpSpPr/>
          <p:nvPr/>
        </p:nvGrpSpPr>
        <p:grpSpPr>
          <a:xfrm>
            <a:off x="10540412" y="2729284"/>
            <a:ext cx="4344454" cy="605790"/>
            <a:chOff x="0" y="0"/>
            <a:chExt cx="1144218" cy="159550"/>
          </a:xfrm>
        </p:grpSpPr>
        <p:sp>
          <p:nvSpPr>
            <p:cNvPr id="165" name="Google Shape;165;p3"/>
            <p:cNvSpPr/>
            <p:nvPr/>
          </p:nvSpPr>
          <p:spPr>
            <a:xfrm>
              <a:off x="0" y="0"/>
              <a:ext cx="1144218" cy="159550"/>
            </a:xfrm>
            <a:custGeom>
              <a:rect b="b" l="l" r="r" t="t"/>
              <a:pathLst>
                <a:path extrusionOk="0" h="159550" w="1144218">
                  <a:moveTo>
                    <a:pt x="79775" y="0"/>
                  </a:moveTo>
                  <a:lnTo>
                    <a:pt x="1064443" y="0"/>
                  </a:lnTo>
                  <a:cubicBezTo>
                    <a:pt x="1085601" y="0"/>
                    <a:pt x="1105892" y="8405"/>
                    <a:pt x="1120853" y="23365"/>
                  </a:cubicBezTo>
                  <a:cubicBezTo>
                    <a:pt x="1135813" y="38326"/>
                    <a:pt x="1144218" y="58617"/>
                    <a:pt x="1144218" y="79775"/>
                  </a:cubicBezTo>
                  <a:lnTo>
                    <a:pt x="1144218" y="79775"/>
                  </a:lnTo>
                  <a:cubicBezTo>
                    <a:pt x="1144218" y="123833"/>
                    <a:pt x="1108502" y="159550"/>
                    <a:pt x="1064443" y="159550"/>
                  </a:cubicBezTo>
                  <a:lnTo>
                    <a:pt x="79775" y="159550"/>
                  </a:lnTo>
                  <a:cubicBezTo>
                    <a:pt x="58617" y="159550"/>
                    <a:pt x="38326" y="151145"/>
                    <a:pt x="23365" y="136184"/>
                  </a:cubicBezTo>
                  <a:cubicBezTo>
                    <a:pt x="8405" y="121223"/>
                    <a:pt x="0" y="100932"/>
                    <a:pt x="0" y="79775"/>
                  </a:cubicBezTo>
                  <a:lnTo>
                    <a:pt x="0" y="79775"/>
                  </a:lnTo>
                  <a:cubicBezTo>
                    <a:pt x="0" y="58617"/>
                    <a:pt x="8405" y="38326"/>
                    <a:pt x="23365" y="23365"/>
                  </a:cubicBezTo>
                  <a:cubicBezTo>
                    <a:pt x="38326" y="8405"/>
                    <a:pt x="58617" y="0"/>
                    <a:pt x="79775" y="0"/>
                  </a:cubicBezTo>
                  <a:close/>
                </a:path>
              </a:pathLst>
            </a:custGeom>
            <a:solidFill>
              <a:srgbClr val="03093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 txBox="1"/>
            <p:nvPr/>
          </p:nvSpPr>
          <p:spPr>
            <a:xfrm>
              <a:off x="0" y="0"/>
              <a:ext cx="1144218" cy="159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3"/>
          <p:cNvSpPr txBox="1"/>
          <p:nvPr/>
        </p:nvSpPr>
        <p:spPr>
          <a:xfrm>
            <a:off x="9518873" y="2767384"/>
            <a:ext cx="6379485" cy="424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Button y Label</a:t>
            </a:r>
            <a:endParaRPr/>
          </a:p>
        </p:txBody>
      </p:sp>
      <p:grpSp>
        <p:nvGrpSpPr>
          <p:cNvPr id="168" name="Google Shape;168;p3"/>
          <p:cNvGrpSpPr/>
          <p:nvPr/>
        </p:nvGrpSpPr>
        <p:grpSpPr>
          <a:xfrm>
            <a:off x="10879815" y="4173273"/>
            <a:ext cx="4166532" cy="664149"/>
            <a:chOff x="0" y="0"/>
            <a:chExt cx="1097358" cy="174920"/>
          </a:xfrm>
        </p:grpSpPr>
        <p:sp>
          <p:nvSpPr>
            <p:cNvPr id="169" name="Google Shape;169;p3"/>
            <p:cNvSpPr/>
            <p:nvPr/>
          </p:nvSpPr>
          <p:spPr>
            <a:xfrm>
              <a:off x="0" y="0"/>
              <a:ext cx="1097358" cy="174920"/>
            </a:xfrm>
            <a:custGeom>
              <a:rect b="b" l="l" r="r" t="t"/>
              <a:pathLst>
                <a:path extrusionOk="0" h="174920" w="1097358">
                  <a:moveTo>
                    <a:pt x="87460" y="0"/>
                  </a:moveTo>
                  <a:lnTo>
                    <a:pt x="1009898" y="0"/>
                  </a:lnTo>
                  <a:cubicBezTo>
                    <a:pt x="1033094" y="0"/>
                    <a:pt x="1055340" y="9215"/>
                    <a:pt x="1071742" y="25616"/>
                  </a:cubicBezTo>
                  <a:cubicBezTo>
                    <a:pt x="1088144" y="42018"/>
                    <a:pt x="1097358" y="64264"/>
                    <a:pt x="1097358" y="87460"/>
                  </a:cubicBezTo>
                  <a:lnTo>
                    <a:pt x="1097358" y="87460"/>
                  </a:lnTo>
                  <a:cubicBezTo>
                    <a:pt x="1097358" y="135763"/>
                    <a:pt x="1058201" y="174920"/>
                    <a:pt x="1009898" y="174920"/>
                  </a:cubicBezTo>
                  <a:lnTo>
                    <a:pt x="87460" y="174920"/>
                  </a:lnTo>
                  <a:cubicBezTo>
                    <a:pt x="64264" y="174920"/>
                    <a:pt x="42018" y="165705"/>
                    <a:pt x="25616" y="149303"/>
                  </a:cubicBezTo>
                  <a:cubicBezTo>
                    <a:pt x="9215" y="132902"/>
                    <a:pt x="0" y="110656"/>
                    <a:pt x="0" y="87460"/>
                  </a:cubicBezTo>
                  <a:lnTo>
                    <a:pt x="0" y="87460"/>
                  </a:lnTo>
                  <a:cubicBezTo>
                    <a:pt x="0" y="64264"/>
                    <a:pt x="9215" y="42018"/>
                    <a:pt x="25616" y="25616"/>
                  </a:cubicBezTo>
                  <a:cubicBezTo>
                    <a:pt x="42018" y="9215"/>
                    <a:pt x="64264" y="0"/>
                    <a:pt x="87460" y="0"/>
                  </a:cubicBezTo>
                  <a:close/>
                </a:path>
              </a:pathLst>
            </a:custGeom>
            <a:solidFill>
              <a:srgbClr val="03093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0" y="0"/>
              <a:ext cx="1097358" cy="17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3"/>
          <p:cNvSpPr txBox="1"/>
          <p:nvPr/>
        </p:nvSpPr>
        <p:spPr>
          <a:xfrm>
            <a:off x="9611858" y="4232116"/>
            <a:ext cx="6379485" cy="424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TexBox y GroupBox</a:t>
            </a:r>
            <a:endParaRPr/>
          </a:p>
        </p:txBody>
      </p:sp>
      <p:grpSp>
        <p:nvGrpSpPr>
          <p:cNvPr id="172" name="Google Shape;172;p3"/>
          <p:cNvGrpSpPr/>
          <p:nvPr/>
        </p:nvGrpSpPr>
        <p:grpSpPr>
          <a:xfrm>
            <a:off x="10879815" y="5770871"/>
            <a:ext cx="4166532" cy="664149"/>
            <a:chOff x="0" y="0"/>
            <a:chExt cx="1097358" cy="174920"/>
          </a:xfrm>
        </p:grpSpPr>
        <p:sp>
          <p:nvSpPr>
            <p:cNvPr id="173" name="Google Shape;173;p3"/>
            <p:cNvSpPr/>
            <p:nvPr/>
          </p:nvSpPr>
          <p:spPr>
            <a:xfrm>
              <a:off x="0" y="0"/>
              <a:ext cx="1097358" cy="174920"/>
            </a:xfrm>
            <a:custGeom>
              <a:rect b="b" l="l" r="r" t="t"/>
              <a:pathLst>
                <a:path extrusionOk="0" h="174920" w="1097358">
                  <a:moveTo>
                    <a:pt x="87460" y="0"/>
                  </a:moveTo>
                  <a:lnTo>
                    <a:pt x="1009898" y="0"/>
                  </a:lnTo>
                  <a:cubicBezTo>
                    <a:pt x="1033094" y="0"/>
                    <a:pt x="1055340" y="9215"/>
                    <a:pt x="1071742" y="25616"/>
                  </a:cubicBezTo>
                  <a:cubicBezTo>
                    <a:pt x="1088144" y="42018"/>
                    <a:pt x="1097358" y="64264"/>
                    <a:pt x="1097358" y="87460"/>
                  </a:cubicBezTo>
                  <a:lnTo>
                    <a:pt x="1097358" y="87460"/>
                  </a:lnTo>
                  <a:cubicBezTo>
                    <a:pt x="1097358" y="135763"/>
                    <a:pt x="1058201" y="174920"/>
                    <a:pt x="1009898" y="174920"/>
                  </a:cubicBezTo>
                  <a:lnTo>
                    <a:pt x="87460" y="174920"/>
                  </a:lnTo>
                  <a:cubicBezTo>
                    <a:pt x="64264" y="174920"/>
                    <a:pt x="42018" y="165705"/>
                    <a:pt x="25616" y="149303"/>
                  </a:cubicBezTo>
                  <a:cubicBezTo>
                    <a:pt x="9215" y="132902"/>
                    <a:pt x="0" y="110656"/>
                    <a:pt x="0" y="87460"/>
                  </a:cubicBezTo>
                  <a:lnTo>
                    <a:pt x="0" y="87460"/>
                  </a:lnTo>
                  <a:cubicBezTo>
                    <a:pt x="0" y="64264"/>
                    <a:pt x="9215" y="42018"/>
                    <a:pt x="25616" y="25616"/>
                  </a:cubicBezTo>
                  <a:cubicBezTo>
                    <a:pt x="42018" y="9215"/>
                    <a:pt x="64264" y="0"/>
                    <a:pt x="87460" y="0"/>
                  </a:cubicBezTo>
                  <a:close/>
                </a:path>
              </a:pathLst>
            </a:custGeom>
            <a:solidFill>
              <a:srgbClr val="03093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 txBox="1"/>
            <p:nvPr/>
          </p:nvSpPr>
          <p:spPr>
            <a:xfrm>
              <a:off x="0" y="0"/>
              <a:ext cx="1097358" cy="17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3"/>
          <p:cNvSpPr txBox="1"/>
          <p:nvPr/>
        </p:nvSpPr>
        <p:spPr>
          <a:xfrm>
            <a:off x="9611858" y="5886295"/>
            <a:ext cx="6379485" cy="424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CheckButton y RadioButton</a:t>
            </a:r>
            <a:endParaRPr/>
          </a:p>
        </p:txBody>
      </p:sp>
      <p:grpSp>
        <p:nvGrpSpPr>
          <p:cNvPr id="176" name="Google Shape;176;p3"/>
          <p:cNvGrpSpPr/>
          <p:nvPr/>
        </p:nvGrpSpPr>
        <p:grpSpPr>
          <a:xfrm>
            <a:off x="10879815" y="7190423"/>
            <a:ext cx="4166532" cy="664149"/>
            <a:chOff x="0" y="0"/>
            <a:chExt cx="1097358" cy="17492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1097358" cy="174920"/>
            </a:xfrm>
            <a:custGeom>
              <a:rect b="b" l="l" r="r" t="t"/>
              <a:pathLst>
                <a:path extrusionOk="0" h="174920" w="1097358">
                  <a:moveTo>
                    <a:pt x="87460" y="0"/>
                  </a:moveTo>
                  <a:lnTo>
                    <a:pt x="1009898" y="0"/>
                  </a:lnTo>
                  <a:cubicBezTo>
                    <a:pt x="1033094" y="0"/>
                    <a:pt x="1055340" y="9215"/>
                    <a:pt x="1071742" y="25616"/>
                  </a:cubicBezTo>
                  <a:cubicBezTo>
                    <a:pt x="1088144" y="42018"/>
                    <a:pt x="1097358" y="64264"/>
                    <a:pt x="1097358" y="87460"/>
                  </a:cubicBezTo>
                  <a:lnTo>
                    <a:pt x="1097358" y="87460"/>
                  </a:lnTo>
                  <a:cubicBezTo>
                    <a:pt x="1097358" y="135763"/>
                    <a:pt x="1058201" y="174920"/>
                    <a:pt x="1009898" y="174920"/>
                  </a:cubicBezTo>
                  <a:lnTo>
                    <a:pt x="87460" y="174920"/>
                  </a:lnTo>
                  <a:cubicBezTo>
                    <a:pt x="64264" y="174920"/>
                    <a:pt x="42018" y="165705"/>
                    <a:pt x="25616" y="149303"/>
                  </a:cubicBezTo>
                  <a:cubicBezTo>
                    <a:pt x="9215" y="132902"/>
                    <a:pt x="0" y="110656"/>
                    <a:pt x="0" y="87460"/>
                  </a:cubicBezTo>
                  <a:lnTo>
                    <a:pt x="0" y="87460"/>
                  </a:lnTo>
                  <a:cubicBezTo>
                    <a:pt x="0" y="64264"/>
                    <a:pt x="9215" y="42018"/>
                    <a:pt x="25616" y="25616"/>
                  </a:cubicBezTo>
                  <a:cubicBezTo>
                    <a:pt x="42018" y="9215"/>
                    <a:pt x="64264" y="0"/>
                    <a:pt x="87460" y="0"/>
                  </a:cubicBezTo>
                  <a:close/>
                </a:path>
              </a:pathLst>
            </a:custGeom>
            <a:solidFill>
              <a:srgbClr val="03093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0" y="0"/>
              <a:ext cx="1097358" cy="17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3"/>
          <p:cNvSpPr txBox="1"/>
          <p:nvPr/>
        </p:nvSpPr>
        <p:spPr>
          <a:xfrm>
            <a:off x="9773339" y="7233204"/>
            <a:ext cx="6379485" cy="424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Listobox  y Combobox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13C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4"/>
          <p:cNvGrpSpPr/>
          <p:nvPr/>
        </p:nvGrpSpPr>
        <p:grpSpPr>
          <a:xfrm>
            <a:off x="9499102" y="3732675"/>
            <a:ext cx="8277886" cy="3587400"/>
            <a:chOff x="0" y="0"/>
            <a:chExt cx="2180184" cy="944830"/>
          </a:xfrm>
        </p:grpSpPr>
        <p:sp>
          <p:nvSpPr>
            <p:cNvPr id="185" name="Google Shape;185;p4"/>
            <p:cNvSpPr/>
            <p:nvPr/>
          </p:nvSpPr>
          <p:spPr>
            <a:xfrm>
              <a:off x="0" y="0"/>
              <a:ext cx="2180184" cy="944830"/>
            </a:xfrm>
            <a:custGeom>
              <a:rect b="b" l="l" r="r" t="t"/>
              <a:pathLst>
                <a:path extrusionOk="0" h="944830" w="2180184">
                  <a:moveTo>
                    <a:pt x="47698" y="0"/>
                  </a:moveTo>
                  <a:lnTo>
                    <a:pt x="2132486" y="0"/>
                  </a:lnTo>
                  <a:cubicBezTo>
                    <a:pt x="2145136" y="0"/>
                    <a:pt x="2157268" y="5025"/>
                    <a:pt x="2166213" y="13970"/>
                  </a:cubicBezTo>
                  <a:cubicBezTo>
                    <a:pt x="2175159" y="22915"/>
                    <a:pt x="2180184" y="35048"/>
                    <a:pt x="2180184" y="47698"/>
                  </a:cubicBezTo>
                  <a:lnTo>
                    <a:pt x="2180184" y="897132"/>
                  </a:lnTo>
                  <a:cubicBezTo>
                    <a:pt x="2180184" y="923474"/>
                    <a:pt x="2158829" y="944830"/>
                    <a:pt x="2132486" y="944830"/>
                  </a:cubicBezTo>
                  <a:lnTo>
                    <a:pt x="47698" y="944830"/>
                  </a:lnTo>
                  <a:cubicBezTo>
                    <a:pt x="35048" y="944830"/>
                    <a:pt x="22915" y="939804"/>
                    <a:pt x="13970" y="930859"/>
                  </a:cubicBezTo>
                  <a:cubicBezTo>
                    <a:pt x="5025" y="921914"/>
                    <a:pt x="0" y="909782"/>
                    <a:pt x="0" y="897132"/>
                  </a:cubicBezTo>
                  <a:lnTo>
                    <a:pt x="0" y="47698"/>
                  </a:lnTo>
                  <a:cubicBezTo>
                    <a:pt x="0" y="21355"/>
                    <a:pt x="21355" y="0"/>
                    <a:pt x="476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 txBox="1"/>
            <p:nvPr/>
          </p:nvSpPr>
          <p:spPr>
            <a:xfrm>
              <a:off x="0" y="0"/>
              <a:ext cx="2180184" cy="944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4"/>
          <p:cNvSpPr/>
          <p:nvPr/>
        </p:nvSpPr>
        <p:spPr>
          <a:xfrm>
            <a:off x="-185970" y="5891813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4"/>
          <p:cNvSpPr/>
          <p:nvPr/>
        </p:nvSpPr>
        <p:spPr>
          <a:xfrm flipH="1">
            <a:off x="1626131" y="6032413"/>
            <a:ext cx="335928" cy="313329"/>
          </a:xfrm>
          <a:custGeom>
            <a:rect b="b" l="l" r="r" t="t"/>
            <a:pathLst>
              <a:path extrusionOk="0" h="313329" w="335928">
                <a:moveTo>
                  <a:pt x="335928" y="0"/>
                </a:moveTo>
                <a:lnTo>
                  <a:pt x="0" y="0"/>
                </a:lnTo>
                <a:lnTo>
                  <a:pt x="0" y="313329"/>
                </a:lnTo>
                <a:lnTo>
                  <a:pt x="335928" y="313329"/>
                </a:lnTo>
                <a:lnTo>
                  <a:pt x="33592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9" name="Google Shape;18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14932" y="719461"/>
            <a:ext cx="744368" cy="3312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"/>
          <p:cNvSpPr/>
          <p:nvPr/>
        </p:nvSpPr>
        <p:spPr>
          <a:xfrm>
            <a:off x="14000181" y="719461"/>
            <a:ext cx="2193866" cy="362985"/>
          </a:xfrm>
          <a:custGeom>
            <a:rect b="b" l="l" r="r" t="t"/>
            <a:pathLst>
              <a:path extrusionOk="0"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4"/>
          <p:cNvSpPr/>
          <p:nvPr/>
        </p:nvSpPr>
        <p:spPr>
          <a:xfrm>
            <a:off x="1028700" y="668737"/>
            <a:ext cx="1082363" cy="464432"/>
          </a:xfrm>
          <a:custGeom>
            <a:rect b="b" l="l" r="r" t="t"/>
            <a:pathLst>
              <a:path extrusionOk="0" h="464432" w="1082363">
                <a:moveTo>
                  <a:pt x="0" y="0"/>
                </a:moveTo>
                <a:lnTo>
                  <a:pt x="1082363" y="0"/>
                </a:lnTo>
                <a:lnTo>
                  <a:pt x="1082363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2" name="Google Shape;192;p4"/>
          <p:cNvGrpSpPr/>
          <p:nvPr/>
        </p:nvGrpSpPr>
        <p:grpSpPr>
          <a:xfrm>
            <a:off x="0" y="0"/>
            <a:ext cx="8506283" cy="10287000"/>
            <a:chOff x="0" y="0"/>
            <a:chExt cx="2240338" cy="2709333"/>
          </a:xfrm>
        </p:grpSpPr>
        <p:sp>
          <p:nvSpPr>
            <p:cNvPr id="193" name="Google Shape;193;p4"/>
            <p:cNvSpPr/>
            <p:nvPr/>
          </p:nvSpPr>
          <p:spPr>
            <a:xfrm>
              <a:off x="0" y="0"/>
              <a:ext cx="2240338" cy="2709333"/>
            </a:xfrm>
            <a:custGeom>
              <a:rect b="b" l="l" r="r" t="t"/>
              <a:pathLst>
                <a:path extrusionOk="0" h="2709333" w="2240338">
                  <a:moveTo>
                    <a:pt x="0" y="0"/>
                  </a:moveTo>
                  <a:lnTo>
                    <a:pt x="2240338" y="0"/>
                  </a:lnTo>
                  <a:lnTo>
                    <a:pt x="22403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</p:sp>
        <p:sp>
          <p:nvSpPr>
            <p:cNvPr id="194" name="Google Shape;194;p4"/>
            <p:cNvSpPr txBox="1"/>
            <p:nvPr/>
          </p:nvSpPr>
          <p:spPr>
            <a:xfrm>
              <a:off x="0" y="0"/>
              <a:ext cx="2240338" cy="2709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4"/>
          <p:cNvGrpSpPr/>
          <p:nvPr/>
        </p:nvGrpSpPr>
        <p:grpSpPr>
          <a:xfrm>
            <a:off x="2486381" y="588745"/>
            <a:ext cx="1211480" cy="624416"/>
            <a:chOff x="0" y="0"/>
            <a:chExt cx="1615307" cy="832554"/>
          </a:xfrm>
        </p:grpSpPr>
        <p:sp>
          <p:nvSpPr>
            <p:cNvPr id="196" name="Google Shape;196;p4"/>
            <p:cNvSpPr txBox="1"/>
            <p:nvPr/>
          </p:nvSpPr>
          <p:spPr>
            <a:xfrm>
              <a:off x="832555" y="19170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rot="2775787">
              <a:off x="121853" y="121853"/>
              <a:ext cx="588848" cy="588848"/>
            </a:xfrm>
            <a:custGeom>
              <a:rect b="b" l="l" r="r" t="t"/>
              <a:pathLst>
                <a:path extrusionOk="0" h="588848" w="588848">
                  <a:moveTo>
                    <a:pt x="0" y="0"/>
                  </a:moveTo>
                  <a:lnTo>
                    <a:pt x="588848" y="0"/>
                  </a:lnTo>
                  <a:lnTo>
                    <a:pt x="588848" y="588848"/>
                  </a:lnTo>
                  <a:lnTo>
                    <a:pt x="0" y="588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98" name="Google Shape;198;p4"/>
          <p:cNvGrpSpPr/>
          <p:nvPr/>
        </p:nvGrpSpPr>
        <p:grpSpPr>
          <a:xfrm>
            <a:off x="5443716" y="729709"/>
            <a:ext cx="862336" cy="327152"/>
            <a:chOff x="0" y="0"/>
            <a:chExt cx="1149782" cy="436203"/>
          </a:xfrm>
        </p:grpSpPr>
        <p:sp>
          <p:nvSpPr>
            <p:cNvPr id="199" name="Google Shape;199;p4"/>
            <p:cNvSpPr txBox="1"/>
            <p:nvPr/>
          </p:nvSpPr>
          <p:spPr>
            <a:xfrm>
              <a:off x="367030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12</a:t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0" y="20313"/>
              <a:ext cx="367030" cy="332329"/>
            </a:xfrm>
            <a:custGeom>
              <a:rect b="b" l="l" r="r" t="t"/>
              <a:pathLst>
                <a:path extrusionOk="0" h="332329" w="367030">
                  <a:moveTo>
                    <a:pt x="0" y="0"/>
                  </a:moveTo>
                  <a:lnTo>
                    <a:pt x="367030" y="0"/>
                  </a:lnTo>
                  <a:lnTo>
                    <a:pt x="367030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01" name="Google Shape;201;p4"/>
          <p:cNvGrpSpPr/>
          <p:nvPr/>
        </p:nvGrpSpPr>
        <p:grpSpPr>
          <a:xfrm>
            <a:off x="4115755" y="703945"/>
            <a:ext cx="908861" cy="327152"/>
            <a:chOff x="0" y="0"/>
            <a:chExt cx="1211815" cy="436203"/>
          </a:xfrm>
        </p:grpSpPr>
        <p:sp>
          <p:nvSpPr>
            <p:cNvPr id="202" name="Google Shape;202;p4"/>
            <p:cNvSpPr txBox="1"/>
            <p:nvPr/>
          </p:nvSpPr>
          <p:spPr>
            <a:xfrm>
              <a:off x="429063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07</a:t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0" y="58413"/>
              <a:ext cx="429063" cy="332329"/>
            </a:xfrm>
            <a:custGeom>
              <a:rect b="b" l="l" r="r" t="t"/>
              <a:pathLst>
                <a:path extrusionOk="0" h="332329" w="429063">
                  <a:moveTo>
                    <a:pt x="0" y="0"/>
                  </a:moveTo>
                  <a:lnTo>
                    <a:pt x="429063" y="0"/>
                  </a:lnTo>
                  <a:lnTo>
                    <a:pt x="429063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04" name="Google Shape;204;p4"/>
          <p:cNvGrpSpPr/>
          <p:nvPr/>
        </p:nvGrpSpPr>
        <p:grpSpPr>
          <a:xfrm>
            <a:off x="12779030" y="8192889"/>
            <a:ext cx="2442301" cy="1075648"/>
            <a:chOff x="0" y="-38100"/>
            <a:chExt cx="643240" cy="283298"/>
          </a:xfrm>
        </p:grpSpPr>
        <p:sp>
          <p:nvSpPr>
            <p:cNvPr id="205" name="Google Shape;205;p4"/>
            <p:cNvSpPr/>
            <p:nvPr/>
          </p:nvSpPr>
          <p:spPr>
            <a:xfrm>
              <a:off x="0" y="0"/>
              <a:ext cx="643240" cy="245198"/>
            </a:xfrm>
            <a:custGeom>
              <a:rect b="b" l="l" r="r" t="t"/>
              <a:pathLst>
                <a:path extrusionOk="0" h="245198" w="643240">
                  <a:moveTo>
                    <a:pt x="122599" y="0"/>
                  </a:moveTo>
                  <a:lnTo>
                    <a:pt x="520641" y="0"/>
                  </a:lnTo>
                  <a:cubicBezTo>
                    <a:pt x="588350" y="0"/>
                    <a:pt x="643240" y="54889"/>
                    <a:pt x="643240" y="122599"/>
                  </a:cubicBezTo>
                  <a:lnTo>
                    <a:pt x="643240" y="122599"/>
                  </a:lnTo>
                  <a:cubicBezTo>
                    <a:pt x="643240" y="190309"/>
                    <a:pt x="588350" y="245198"/>
                    <a:pt x="520641" y="245198"/>
                  </a:cubicBezTo>
                  <a:lnTo>
                    <a:pt x="122599" y="245198"/>
                  </a:lnTo>
                  <a:cubicBezTo>
                    <a:pt x="54889" y="245198"/>
                    <a:pt x="0" y="190309"/>
                    <a:pt x="0" y="122599"/>
                  </a:cubicBezTo>
                  <a:lnTo>
                    <a:pt x="0" y="122599"/>
                  </a:lnTo>
                  <a:cubicBezTo>
                    <a:pt x="0" y="54889"/>
                    <a:pt x="54889" y="0"/>
                    <a:pt x="122599" y="0"/>
                  </a:cubicBez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 txBox="1"/>
            <p:nvPr/>
          </p:nvSpPr>
          <p:spPr>
            <a:xfrm>
              <a:off x="0" y="-38100"/>
              <a:ext cx="643240" cy="2832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Back to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Agenda Page</a:t>
              </a:r>
              <a:endParaRPr/>
            </a:p>
          </p:txBody>
        </p:sp>
      </p:grpSp>
      <p:grpSp>
        <p:nvGrpSpPr>
          <p:cNvPr id="207" name="Google Shape;207;p4"/>
          <p:cNvGrpSpPr/>
          <p:nvPr/>
        </p:nvGrpSpPr>
        <p:grpSpPr>
          <a:xfrm>
            <a:off x="417801" y="3216031"/>
            <a:ext cx="7395912" cy="5510804"/>
            <a:chOff x="0" y="-66675"/>
            <a:chExt cx="1947894" cy="1451405"/>
          </a:xfrm>
        </p:grpSpPr>
        <p:sp>
          <p:nvSpPr>
            <p:cNvPr id="208" name="Google Shape;208;p4"/>
            <p:cNvSpPr/>
            <p:nvPr/>
          </p:nvSpPr>
          <p:spPr>
            <a:xfrm>
              <a:off x="0" y="0"/>
              <a:ext cx="1947894" cy="1384730"/>
            </a:xfrm>
            <a:custGeom>
              <a:rect b="b" l="l" r="r" t="t"/>
              <a:pathLst>
                <a:path extrusionOk="0" h="1384730" w="1947894">
                  <a:moveTo>
                    <a:pt x="51292" y="0"/>
                  </a:moveTo>
                  <a:lnTo>
                    <a:pt x="1896601" y="0"/>
                  </a:lnTo>
                  <a:cubicBezTo>
                    <a:pt x="1910205" y="0"/>
                    <a:pt x="1923251" y="5404"/>
                    <a:pt x="1932870" y="15023"/>
                  </a:cubicBezTo>
                  <a:cubicBezTo>
                    <a:pt x="1942490" y="24642"/>
                    <a:pt x="1947894" y="37689"/>
                    <a:pt x="1947894" y="51292"/>
                  </a:cubicBezTo>
                  <a:lnTo>
                    <a:pt x="1947894" y="1333438"/>
                  </a:lnTo>
                  <a:cubicBezTo>
                    <a:pt x="1947894" y="1347041"/>
                    <a:pt x="1942490" y="1360088"/>
                    <a:pt x="1932870" y="1369707"/>
                  </a:cubicBezTo>
                  <a:cubicBezTo>
                    <a:pt x="1923251" y="1379326"/>
                    <a:pt x="1910205" y="1384730"/>
                    <a:pt x="1896601" y="1384730"/>
                  </a:cubicBezTo>
                  <a:lnTo>
                    <a:pt x="51292" y="1384730"/>
                  </a:lnTo>
                  <a:cubicBezTo>
                    <a:pt x="37689" y="1384730"/>
                    <a:pt x="24642" y="1379326"/>
                    <a:pt x="15023" y="1369707"/>
                  </a:cubicBezTo>
                  <a:cubicBezTo>
                    <a:pt x="5404" y="1360088"/>
                    <a:pt x="0" y="1347041"/>
                    <a:pt x="0" y="1333438"/>
                  </a:cubicBezTo>
                  <a:lnTo>
                    <a:pt x="0" y="51292"/>
                  </a:lnTo>
                  <a:cubicBezTo>
                    <a:pt x="0" y="37689"/>
                    <a:pt x="5404" y="24642"/>
                    <a:pt x="15023" y="15023"/>
                  </a:cubicBezTo>
                  <a:cubicBezTo>
                    <a:pt x="24642" y="5404"/>
                    <a:pt x="37689" y="0"/>
                    <a:pt x="51292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4"/>
            <p:cNvSpPr txBox="1"/>
            <p:nvPr/>
          </p:nvSpPr>
          <p:spPr>
            <a:xfrm>
              <a:off x="0" y="-66675"/>
              <a:ext cx="1947893" cy="1451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 Button es un control que permite al usuario interactuar con la aplicación al hacer clic en él. Al pulsarlo, se activa una función o evento (como calcular resultados, cambiar pantallas o mostrar un mensaje).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Uso Práctico: Los Button son ideales para iniciar acciones específicas. Por ejemplo, en una calculadora, cada botón representa una operación (suma, resta, etc.).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210" name="Google Shape;210;p4"/>
          <p:cNvSpPr/>
          <p:nvPr/>
        </p:nvSpPr>
        <p:spPr>
          <a:xfrm>
            <a:off x="11102411" y="4270244"/>
            <a:ext cx="4897092" cy="1256131"/>
          </a:xfrm>
          <a:custGeom>
            <a:rect b="b" l="l" r="r" t="t"/>
            <a:pathLst>
              <a:path extrusionOk="0" h="1256131" w="4897092">
                <a:moveTo>
                  <a:pt x="0" y="0"/>
                </a:moveTo>
                <a:lnTo>
                  <a:pt x="4897092" y="0"/>
                </a:lnTo>
                <a:lnTo>
                  <a:pt x="4897092" y="1256131"/>
                </a:lnTo>
                <a:lnTo>
                  <a:pt x="0" y="1256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4"/>
          <p:cNvSpPr/>
          <p:nvPr/>
        </p:nvSpPr>
        <p:spPr>
          <a:xfrm>
            <a:off x="9644069" y="6098012"/>
            <a:ext cx="7987953" cy="768840"/>
          </a:xfrm>
          <a:custGeom>
            <a:rect b="b" l="l" r="r" t="t"/>
            <a:pathLst>
              <a:path extrusionOk="0" h="768840" w="7987953">
                <a:moveTo>
                  <a:pt x="0" y="0"/>
                </a:moveTo>
                <a:lnTo>
                  <a:pt x="7987952" y="0"/>
                </a:lnTo>
                <a:lnTo>
                  <a:pt x="7987952" y="768840"/>
                </a:lnTo>
                <a:lnTo>
                  <a:pt x="0" y="768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4"/>
          <p:cNvSpPr txBox="1"/>
          <p:nvPr/>
        </p:nvSpPr>
        <p:spPr>
          <a:xfrm>
            <a:off x="317044" y="1279836"/>
            <a:ext cx="7872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BÁSICOS</a:t>
            </a:r>
            <a:endParaRPr sz="5000"/>
          </a:p>
        </p:txBody>
      </p:sp>
      <p:sp>
        <p:nvSpPr>
          <p:cNvPr id="213" name="Google Shape;213;p4"/>
          <p:cNvSpPr txBox="1"/>
          <p:nvPr/>
        </p:nvSpPr>
        <p:spPr>
          <a:xfrm>
            <a:off x="12421551" y="2070852"/>
            <a:ext cx="279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BUTTON</a:t>
            </a:r>
            <a:endParaRPr sz="5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13C8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5"/>
          <p:cNvGrpSpPr/>
          <p:nvPr/>
        </p:nvGrpSpPr>
        <p:grpSpPr>
          <a:xfrm>
            <a:off x="9499102" y="3732675"/>
            <a:ext cx="8499112" cy="4709336"/>
            <a:chOff x="0" y="0"/>
            <a:chExt cx="2238449" cy="1240319"/>
          </a:xfrm>
        </p:grpSpPr>
        <p:sp>
          <p:nvSpPr>
            <p:cNvPr id="219" name="Google Shape;219;p5"/>
            <p:cNvSpPr/>
            <p:nvPr/>
          </p:nvSpPr>
          <p:spPr>
            <a:xfrm>
              <a:off x="0" y="0"/>
              <a:ext cx="2238449" cy="1240319"/>
            </a:xfrm>
            <a:custGeom>
              <a:rect b="b" l="l" r="r" t="t"/>
              <a:pathLst>
                <a:path extrusionOk="0" h="1240319" w="2238449">
                  <a:moveTo>
                    <a:pt x="46456" y="0"/>
                  </a:moveTo>
                  <a:lnTo>
                    <a:pt x="2191993" y="0"/>
                  </a:lnTo>
                  <a:cubicBezTo>
                    <a:pt x="2204314" y="0"/>
                    <a:pt x="2216130" y="4894"/>
                    <a:pt x="2224843" y="13607"/>
                  </a:cubicBezTo>
                  <a:cubicBezTo>
                    <a:pt x="2233555" y="22319"/>
                    <a:pt x="2238449" y="34135"/>
                    <a:pt x="2238449" y="46456"/>
                  </a:cubicBezTo>
                  <a:lnTo>
                    <a:pt x="2238449" y="1193862"/>
                  </a:lnTo>
                  <a:cubicBezTo>
                    <a:pt x="2238449" y="1206183"/>
                    <a:pt x="2233555" y="1218000"/>
                    <a:pt x="2224843" y="1226712"/>
                  </a:cubicBezTo>
                  <a:cubicBezTo>
                    <a:pt x="2216130" y="1235424"/>
                    <a:pt x="2204314" y="1240319"/>
                    <a:pt x="2191993" y="1240319"/>
                  </a:cubicBezTo>
                  <a:lnTo>
                    <a:pt x="46456" y="1240319"/>
                  </a:lnTo>
                  <a:cubicBezTo>
                    <a:pt x="34135" y="1240319"/>
                    <a:pt x="22319" y="1235424"/>
                    <a:pt x="13607" y="1226712"/>
                  </a:cubicBezTo>
                  <a:cubicBezTo>
                    <a:pt x="4894" y="1218000"/>
                    <a:pt x="0" y="1206183"/>
                    <a:pt x="0" y="1193862"/>
                  </a:cubicBezTo>
                  <a:lnTo>
                    <a:pt x="0" y="46456"/>
                  </a:lnTo>
                  <a:cubicBezTo>
                    <a:pt x="0" y="34135"/>
                    <a:pt x="4894" y="22319"/>
                    <a:pt x="13607" y="13607"/>
                  </a:cubicBezTo>
                  <a:cubicBezTo>
                    <a:pt x="22319" y="4894"/>
                    <a:pt x="34135" y="0"/>
                    <a:pt x="464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5"/>
            <p:cNvSpPr txBox="1"/>
            <p:nvPr/>
          </p:nvSpPr>
          <p:spPr>
            <a:xfrm>
              <a:off x="0" y="0"/>
              <a:ext cx="2238449" cy="1240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5"/>
          <p:cNvSpPr/>
          <p:nvPr/>
        </p:nvSpPr>
        <p:spPr>
          <a:xfrm>
            <a:off x="-185970" y="5891813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5"/>
          <p:cNvSpPr/>
          <p:nvPr/>
        </p:nvSpPr>
        <p:spPr>
          <a:xfrm flipH="1">
            <a:off x="1626131" y="6032413"/>
            <a:ext cx="335928" cy="313329"/>
          </a:xfrm>
          <a:custGeom>
            <a:rect b="b" l="l" r="r" t="t"/>
            <a:pathLst>
              <a:path extrusionOk="0" h="313329" w="335928">
                <a:moveTo>
                  <a:pt x="335928" y="0"/>
                </a:moveTo>
                <a:lnTo>
                  <a:pt x="0" y="0"/>
                </a:lnTo>
                <a:lnTo>
                  <a:pt x="0" y="313329"/>
                </a:lnTo>
                <a:lnTo>
                  <a:pt x="335928" y="313329"/>
                </a:lnTo>
                <a:lnTo>
                  <a:pt x="33592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3" name="Google Shape;22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14932" y="719461"/>
            <a:ext cx="744368" cy="33124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"/>
          <p:cNvSpPr/>
          <p:nvPr/>
        </p:nvSpPr>
        <p:spPr>
          <a:xfrm>
            <a:off x="14000181" y="719461"/>
            <a:ext cx="2193866" cy="362985"/>
          </a:xfrm>
          <a:custGeom>
            <a:rect b="b" l="l" r="r" t="t"/>
            <a:pathLst>
              <a:path extrusionOk="0"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5"/>
          <p:cNvSpPr/>
          <p:nvPr/>
        </p:nvSpPr>
        <p:spPr>
          <a:xfrm>
            <a:off x="1028700" y="668737"/>
            <a:ext cx="1082363" cy="464432"/>
          </a:xfrm>
          <a:custGeom>
            <a:rect b="b" l="l" r="r" t="t"/>
            <a:pathLst>
              <a:path extrusionOk="0" h="464432" w="1082363">
                <a:moveTo>
                  <a:pt x="0" y="0"/>
                </a:moveTo>
                <a:lnTo>
                  <a:pt x="1082363" y="0"/>
                </a:lnTo>
                <a:lnTo>
                  <a:pt x="1082363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6" name="Google Shape;226;p5"/>
          <p:cNvGrpSpPr/>
          <p:nvPr/>
        </p:nvGrpSpPr>
        <p:grpSpPr>
          <a:xfrm>
            <a:off x="0" y="0"/>
            <a:ext cx="8506283" cy="10287000"/>
            <a:chOff x="0" y="0"/>
            <a:chExt cx="2240338" cy="2709333"/>
          </a:xfrm>
        </p:grpSpPr>
        <p:sp>
          <p:nvSpPr>
            <p:cNvPr id="227" name="Google Shape;227;p5"/>
            <p:cNvSpPr/>
            <p:nvPr/>
          </p:nvSpPr>
          <p:spPr>
            <a:xfrm>
              <a:off x="0" y="0"/>
              <a:ext cx="2240338" cy="2709333"/>
            </a:xfrm>
            <a:custGeom>
              <a:rect b="b" l="l" r="r" t="t"/>
              <a:pathLst>
                <a:path extrusionOk="0" h="2709333" w="2240338">
                  <a:moveTo>
                    <a:pt x="0" y="0"/>
                  </a:moveTo>
                  <a:lnTo>
                    <a:pt x="2240338" y="0"/>
                  </a:lnTo>
                  <a:lnTo>
                    <a:pt x="22403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</p:sp>
        <p:sp>
          <p:nvSpPr>
            <p:cNvPr id="228" name="Google Shape;228;p5"/>
            <p:cNvSpPr txBox="1"/>
            <p:nvPr/>
          </p:nvSpPr>
          <p:spPr>
            <a:xfrm>
              <a:off x="0" y="0"/>
              <a:ext cx="2240338" cy="2709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5"/>
          <p:cNvGrpSpPr/>
          <p:nvPr/>
        </p:nvGrpSpPr>
        <p:grpSpPr>
          <a:xfrm>
            <a:off x="2486381" y="588745"/>
            <a:ext cx="1211480" cy="624416"/>
            <a:chOff x="0" y="0"/>
            <a:chExt cx="1615307" cy="832554"/>
          </a:xfrm>
        </p:grpSpPr>
        <p:sp>
          <p:nvSpPr>
            <p:cNvPr id="230" name="Google Shape;230;p5"/>
            <p:cNvSpPr txBox="1"/>
            <p:nvPr/>
          </p:nvSpPr>
          <p:spPr>
            <a:xfrm>
              <a:off x="832555" y="19170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 rot="2775787">
              <a:off x="121853" y="121853"/>
              <a:ext cx="588848" cy="588848"/>
            </a:xfrm>
            <a:custGeom>
              <a:rect b="b" l="l" r="r" t="t"/>
              <a:pathLst>
                <a:path extrusionOk="0" h="588848" w="588848">
                  <a:moveTo>
                    <a:pt x="0" y="0"/>
                  </a:moveTo>
                  <a:lnTo>
                    <a:pt x="588848" y="0"/>
                  </a:lnTo>
                  <a:lnTo>
                    <a:pt x="588848" y="588848"/>
                  </a:lnTo>
                  <a:lnTo>
                    <a:pt x="0" y="588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32" name="Google Shape;232;p5"/>
          <p:cNvGrpSpPr/>
          <p:nvPr/>
        </p:nvGrpSpPr>
        <p:grpSpPr>
          <a:xfrm>
            <a:off x="5443716" y="729709"/>
            <a:ext cx="862336" cy="327152"/>
            <a:chOff x="0" y="0"/>
            <a:chExt cx="1149782" cy="436203"/>
          </a:xfrm>
        </p:grpSpPr>
        <p:sp>
          <p:nvSpPr>
            <p:cNvPr id="233" name="Google Shape;233;p5"/>
            <p:cNvSpPr txBox="1"/>
            <p:nvPr/>
          </p:nvSpPr>
          <p:spPr>
            <a:xfrm>
              <a:off x="367030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12</a:t>
              </a: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0" y="20313"/>
              <a:ext cx="367030" cy="332329"/>
            </a:xfrm>
            <a:custGeom>
              <a:rect b="b" l="l" r="r" t="t"/>
              <a:pathLst>
                <a:path extrusionOk="0" h="332329" w="367030">
                  <a:moveTo>
                    <a:pt x="0" y="0"/>
                  </a:moveTo>
                  <a:lnTo>
                    <a:pt x="367030" y="0"/>
                  </a:lnTo>
                  <a:lnTo>
                    <a:pt x="367030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35" name="Google Shape;235;p5"/>
          <p:cNvGrpSpPr/>
          <p:nvPr/>
        </p:nvGrpSpPr>
        <p:grpSpPr>
          <a:xfrm>
            <a:off x="4115755" y="703945"/>
            <a:ext cx="908861" cy="327152"/>
            <a:chOff x="0" y="0"/>
            <a:chExt cx="1211815" cy="436203"/>
          </a:xfrm>
        </p:grpSpPr>
        <p:sp>
          <p:nvSpPr>
            <p:cNvPr id="236" name="Google Shape;236;p5"/>
            <p:cNvSpPr txBox="1"/>
            <p:nvPr/>
          </p:nvSpPr>
          <p:spPr>
            <a:xfrm>
              <a:off x="429063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07</a:t>
              </a: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0" y="58413"/>
              <a:ext cx="429063" cy="332329"/>
            </a:xfrm>
            <a:custGeom>
              <a:rect b="b" l="l" r="r" t="t"/>
              <a:pathLst>
                <a:path extrusionOk="0" h="332329" w="429063">
                  <a:moveTo>
                    <a:pt x="0" y="0"/>
                  </a:moveTo>
                  <a:lnTo>
                    <a:pt x="429063" y="0"/>
                  </a:lnTo>
                  <a:lnTo>
                    <a:pt x="429063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38" name="Google Shape;238;p5"/>
          <p:cNvGrpSpPr/>
          <p:nvPr/>
        </p:nvGrpSpPr>
        <p:grpSpPr>
          <a:xfrm>
            <a:off x="12659191" y="8659300"/>
            <a:ext cx="2442301" cy="1075648"/>
            <a:chOff x="0" y="-38100"/>
            <a:chExt cx="643240" cy="283298"/>
          </a:xfrm>
        </p:grpSpPr>
        <p:sp>
          <p:nvSpPr>
            <p:cNvPr id="239" name="Google Shape;239;p5"/>
            <p:cNvSpPr/>
            <p:nvPr/>
          </p:nvSpPr>
          <p:spPr>
            <a:xfrm>
              <a:off x="0" y="0"/>
              <a:ext cx="643240" cy="245198"/>
            </a:xfrm>
            <a:custGeom>
              <a:rect b="b" l="l" r="r" t="t"/>
              <a:pathLst>
                <a:path extrusionOk="0" h="245198" w="643240">
                  <a:moveTo>
                    <a:pt x="122599" y="0"/>
                  </a:moveTo>
                  <a:lnTo>
                    <a:pt x="520641" y="0"/>
                  </a:lnTo>
                  <a:cubicBezTo>
                    <a:pt x="588350" y="0"/>
                    <a:pt x="643240" y="54889"/>
                    <a:pt x="643240" y="122599"/>
                  </a:cubicBezTo>
                  <a:lnTo>
                    <a:pt x="643240" y="122599"/>
                  </a:lnTo>
                  <a:cubicBezTo>
                    <a:pt x="643240" y="190309"/>
                    <a:pt x="588350" y="245198"/>
                    <a:pt x="520641" y="245198"/>
                  </a:cubicBezTo>
                  <a:lnTo>
                    <a:pt x="122599" y="245198"/>
                  </a:lnTo>
                  <a:cubicBezTo>
                    <a:pt x="54889" y="245198"/>
                    <a:pt x="0" y="190309"/>
                    <a:pt x="0" y="122599"/>
                  </a:cubicBezTo>
                  <a:lnTo>
                    <a:pt x="0" y="122599"/>
                  </a:lnTo>
                  <a:cubicBezTo>
                    <a:pt x="0" y="54889"/>
                    <a:pt x="54889" y="0"/>
                    <a:pt x="122599" y="0"/>
                  </a:cubicBez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 txBox="1"/>
            <p:nvPr/>
          </p:nvSpPr>
          <p:spPr>
            <a:xfrm>
              <a:off x="0" y="-38100"/>
              <a:ext cx="643240" cy="2832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Back to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Agenda Page</a:t>
              </a:r>
              <a:endParaRPr/>
            </a:p>
          </p:txBody>
        </p:sp>
      </p:grpSp>
      <p:grpSp>
        <p:nvGrpSpPr>
          <p:cNvPr id="241" name="Google Shape;241;p5"/>
          <p:cNvGrpSpPr/>
          <p:nvPr/>
        </p:nvGrpSpPr>
        <p:grpSpPr>
          <a:xfrm>
            <a:off x="417801" y="3216031"/>
            <a:ext cx="7395912" cy="5510804"/>
            <a:chOff x="0" y="-66675"/>
            <a:chExt cx="1947894" cy="1451405"/>
          </a:xfrm>
        </p:grpSpPr>
        <p:sp>
          <p:nvSpPr>
            <p:cNvPr id="242" name="Google Shape;242;p5"/>
            <p:cNvSpPr/>
            <p:nvPr/>
          </p:nvSpPr>
          <p:spPr>
            <a:xfrm>
              <a:off x="0" y="0"/>
              <a:ext cx="1947894" cy="1384730"/>
            </a:xfrm>
            <a:custGeom>
              <a:rect b="b" l="l" r="r" t="t"/>
              <a:pathLst>
                <a:path extrusionOk="0" h="1384730" w="1947894">
                  <a:moveTo>
                    <a:pt x="51292" y="0"/>
                  </a:moveTo>
                  <a:lnTo>
                    <a:pt x="1896601" y="0"/>
                  </a:lnTo>
                  <a:cubicBezTo>
                    <a:pt x="1910205" y="0"/>
                    <a:pt x="1923251" y="5404"/>
                    <a:pt x="1932870" y="15023"/>
                  </a:cubicBezTo>
                  <a:cubicBezTo>
                    <a:pt x="1942490" y="24642"/>
                    <a:pt x="1947894" y="37689"/>
                    <a:pt x="1947894" y="51292"/>
                  </a:cubicBezTo>
                  <a:lnTo>
                    <a:pt x="1947894" y="1333438"/>
                  </a:lnTo>
                  <a:cubicBezTo>
                    <a:pt x="1947894" y="1347041"/>
                    <a:pt x="1942490" y="1360088"/>
                    <a:pt x="1932870" y="1369707"/>
                  </a:cubicBezTo>
                  <a:cubicBezTo>
                    <a:pt x="1923251" y="1379326"/>
                    <a:pt x="1910205" y="1384730"/>
                    <a:pt x="1896601" y="1384730"/>
                  </a:cubicBezTo>
                  <a:lnTo>
                    <a:pt x="51292" y="1384730"/>
                  </a:lnTo>
                  <a:cubicBezTo>
                    <a:pt x="37689" y="1384730"/>
                    <a:pt x="24642" y="1379326"/>
                    <a:pt x="15023" y="1369707"/>
                  </a:cubicBezTo>
                  <a:cubicBezTo>
                    <a:pt x="5404" y="1360088"/>
                    <a:pt x="0" y="1347041"/>
                    <a:pt x="0" y="1333438"/>
                  </a:cubicBezTo>
                  <a:lnTo>
                    <a:pt x="0" y="51292"/>
                  </a:lnTo>
                  <a:cubicBezTo>
                    <a:pt x="0" y="37689"/>
                    <a:pt x="5404" y="24642"/>
                    <a:pt x="15023" y="15023"/>
                  </a:cubicBezTo>
                  <a:cubicBezTo>
                    <a:pt x="24642" y="5404"/>
                    <a:pt x="37689" y="0"/>
                    <a:pt x="51292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 txBox="1"/>
            <p:nvPr/>
          </p:nvSpPr>
          <p:spPr>
            <a:xfrm>
              <a:off x="0" y="-66675"/>
              <a:ext cx="1947893" cy="1451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 Label es un control que muestra texto en la aplicación. No es interactivo, por lo que su función principal es informar o mostrar resultados.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Uso Práctico: Utilizado para mostrar etiquetas descriptivas, instrucciones o los resultados de operaciones. Un Label puede actualizarse para reflejar el resultado de una operación o el estado de la aplicación.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244" name="Google Shape;244;p5"/>
          <p:cNvSpPr/>
          <p:nvPr/>
        </p:nvSpPr>
        <p:spPr>
          <a:xfrm>
            <a:off x="11745867" y="4049307"/>
            <a:ext cx="3815961" cy="1787793"/>
          </a:xfrm>
          <a:custGeom>
            <a:rect b="b" l="l" r="r" t="t"/>
            <a:pathLst>
              <a:path extrusionOk="0" h="1787793" w="3815961">
                <a:moveTo>
                  <a:pt x="0" y="0"/>
                </a:moveTo>
                <a:lnTo>
                  <a:pt x="3815960" y="0"/>
                </a:lnTo>
                <a:lnTo>
                  <a:pt x="3815960" y="1787793"/>
                </a:lnTo>
                <a:lnTo>
                  <a:pt x="0" y="17877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5"/>
          <p:cNvSpPr/>
          <p:nvPr/>
        </p:nvSpPr>
        <p:spPr>
          <a:xfrm>
            <a:off x="11434953" y="6032413"/>
            <a:ext cx="4627411" cy="2277269"/>
          </a:xfrm>
          <a:custGeom>
            <a:rect b="b" l="l" r="r" t="t"/>
            <a:pathLst>
              <a:path extrusionOk="0" h="2277269" w="4627411">
                <a:moveTo>
                  <a:pt x="0" y="0"/>
                </a:moveTo>
                <a:lnTo>
                  <a:pt x="4627411" y="0"/>
                </a:lnTo>
                <a:lnTo>
                  <a:pt x="4627411" y="2277269"/>
                </a:lnTo>
                <a:lnTo>
                  <a:pt x="0" y="22772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5"/>
          <p:cNvSpPr txBox="1"/>
          <p:nvPr/>
        </p:nvSpPr>
        <p:spPr>
          <a:xfrm>
            <a:off x="317044" y="1616834"/>
            <a:ext cx="7872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BÁSICOS</a:t>
            </a:r>
            <a:endParaRPr sz="5000"/>
          </a:p>
        </p:txBody>
      </p:sp>
      <p:sp>
        <p:nvSpPr>
          <p:cNvPr id="247" name="Google Shape;247;p5"/>
          <p:cNvSpPr txBox="1"/>
          <p:nvPr/>
        </p:nvSpPr>
        <p:spPr>
          <a:xfrm>
            <a:off x="12421551" y="2070852"/>
            <a:ext cx="279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5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13C8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>
            <a:off x="9499102" y="3732675"/>
            <a:ext cx="8499112" cy="4709336"/>
            <a:chOff x="0" y="0"/>
            <a:chExt cx="2238449" cy="1240319"/>
          </a:xfrm>
        </p:grpSpPr>
        <p:sp>
          <p:nvSpPr>
            <p:cNvPr id="253" name="Google Shape;253;p6"/>
            <p:cNvSpPr/>
            <p:nvPr/>
          </p:nvSpPr>
          <p:spPr>
            <a:xfrm>
              <a:off x="0" y="0"/>
              <a:ext cx="2238449" cy="1240319"/>
            </a:xfrm>
            <a:custGeom>
              <a:rect b="b" l="l" r="r" t="t"/>
              <a:pathLst>
                <a:path extrusionOk="0" h="1240319" w="2238449">
                  <a:moveTo>
                    <a:pt x="46456" y="0"/>
                  </a:moveTo>
                  <a:lnTo>
                    <a:pt x="2191993" y="0"/>
                  </a:lnTo>
                  <a:cubicBezTo>
                    <a:pt x="2204314" y="0"/>
                    <a:pt x="2216130" y="4894"/>
                    <a:pt x="2224843" y="13607"/>
                  </a:cubicBezTo>
                  <a:cubicBezTo>
                    <a:pt x="2233555" y="22319"/>
                    <a:pt x="2238449" y="34135"/>
                    <a:pt x="2238449" y="46456"/>
                  </a:cubicBezTo>
                  <a:lnTo>
                    <a:pt x="2238449" y="1193862"/>
                  </a:lnTo>
                  <a:cubicBezTo>
                    <a:pt x="2238449" y="1206183"/>
                    <a:pt x="2233555" y="1218000"/>
                    <a:pt x="2224843" y="1226712"/>
                  </a:cubicBezTo>
                  <a:cubicBezTo>
                    <a:pt x="2216130" y="1235424"/>
                    <a:pt x="2204314" y="1240319"/>
                    <a:pt x="2191993" y="1240319"/>
                  </a:cubicBezTo>
                  <a:lnTo>
                    <a:pt x="46456" y="1240319"/>
                  </a:lnTo>
                  <a:cubicBezTo>
                    <a:pt x="34135" y="1240319"/>
                    <a:pt x="22319" y="1235424"/>
                    <a:pt x="13607" y="1226712"/>
                  </a:cubicBezTo>
                  <a:cubicBezTo>
                    <a:pt x="4894" y="1218000"/>
                    <a:pt x="0" y="1206183"/>
                    <a:pt x="0" y="1193862"/>
                  </a:cubicBezTo>
                  <a:lnTo>
                    <a:pt x="0" y="46456"/>
                  </a:lnTo>
                  <a:cubicBezTo>
                    <a:pt x="0" y="34135"/>
                    <a:pt x="4894" y="22319"/>
                    <a:pt x="13607" y="13607"/>
                  </a:cubicBezTo>
                  <a:cubicBezTo>
                    <a:pt x="22319" y="4894"/>
                    <a:pt x="34135" y="0"/>
                    <a:pt x="464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6"/>
            <p:cNvSpPr txBox="1"/>
            <p:nvPr/>
          </p:nvSpPr>
          <p:spPr>
            <a:xfrm>
              <a:off x="0" y="0"/>
              <a:ext cx="2238449" cy="1240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6"/>
          <p:cNvSpPr/>
          <p:nvPr/>
        </p:nvSpPr>
        <p:spPr>
          <a:xfrm>
            <a:off x="-185970" y="5891813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6"/>
          <p:cNvSpPr/>
          <p:nvPr/>
        </p:nvSpPr>
        <p:spPr>
          <a:xfrm flipH="1">
            <a:off x="1626131" y="6032413"/>
            <a:ext cx="335928" cy="313329"/>
          </a:xfrm>
          <a:custGeom>
            <a:rect b="b" l="l" r="r" t="t"/>
            <a:pathLst>
              <a:path extrusionOk="0" h="313329" w="335928">
                <a:moveTo>
                  <a:pt x="335928" y="0"/>
                </a:moveTo>
                <a:lnTo>
                  <a:pt x="0" y="0"/>
                </a:lnTo>
                <a:lnTo>
                  <a:pt x="0" y="313329"/>
                </a:lnTo>
                <a:lnTo>
                  <a:pt x="335928" y="313329"/>
                </a:lnTo>
                <a:lnTo>
                  <a:pt x="33592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7" name="Google Shape;25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14932" y="719461"/>
            <a:ext cx="744368" cy="33124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6"/>
          <p:cNvSpPr/>
          <p:nvPr/>
        </p:nvSpPr>
        <p:spPr>
          <a:xfrm>
            <a:off x="14000181" y="719461"/>
            <a:ext cx="2193866" cy="362985"/>
          </a:xfrm>
          <a:custGeom>
            <a:rect b="b" l="l" r="r" t="t"/>
            <a:pathLst>
              <a:path extrusionOk="0"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6"/>
          <p:cNvSpPr/>
          <p:nvPr/>
        </p:nvSpPr>
        <p:spPr>
          <a:xfrm>
            <a:off x="1028700" y="668737"/>
            <a:ext cx="1082363" cy="464432"/>
          </a:xfrm>
          <a:custGeom>
            <a:rect b="b" l="l" r="r" t="t"/>
            <a:pathLst>
              <a:path extrusionOk="0" h="464432" w="1082363">
                <a:moveTo>
                  <a:pt x="0" y="0"/>
                </a:moveTo>
                <a:lnTo>
                  <a:pt x="1082363" y="0"/>
                </a:lnTo>
                <a:lnTo>
                  <a:pt x="1082363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0" name="Google Shape;260;p6"/>
          <p:cNvGrpSpPr/>
          <p:nvPr/>
        </p:nvGrpSpPr>
        <p:grpSpPr>
          <a:xfrm>
            <a:off x="0" y="0"/>
            <a:ext cx="8506283" cy="10287000"/>
            <a:chOff x="0" y="0"/>
            <a:chExt cx="2240338" cy="2709333"/>
          </a:xfrm>
        </p:grpSpPr>
        <p:sp>
          <p:nvSpPr>
            <p:cNvPr id="261" name="Google Shape;261;p6"/>
            <p:cNvSpPr/>
            <p:nvPr/>
          </p:nvSpPr>
          <p:spPr>
            <a:xfrm>
              <a:off x="0" y="0"/>
              <a:ext cx="2240338" cy="2709333"/>
            </a:xfrm>
            <a:custGeom>
              <a:rect b="b" l="l" r="r" t="t"/>
              <a:pathLst>
                <a:path extrusionOk="0" h="2709333" w="2240338">
                  <a:moveTo>
                    <a:pt x="0" y="0"/>
                  </a:moveTo>
                  <a:lnTo>
                    <a:pt x="2240338" y="0"/>
                  </a:lnTo>
                  <a:lnTo>
                    <a:pt x="22403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</p:sp>
        <p:sp>
          <p:nvSpPr>
            <p:cNvPr id="262" name="Google Shape;262;p6"/>
            <p:cNvSpPr txBox="1"/>
            <p:nvPr/>
          </p:nvSpPr>
          <p:spPr>
            <a:xfrm>
              <a:off x="0" y="0"/>
              <a:ext cx="2240338" cy="2709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6"/>
          <p:cNvGrpSpPr/>
          <p:nvPr/>
        </p:nvGrpSpPr>
        <p:grpSpPr>
          <a:xfrm>
            <a:off x="2486381" y="588745"/>
            <a:ext cx="1211480" cy="624416"/>
            <a:chOff x="0" y="0"/>
            <a:chExt cx="1615307" cy="832554"/>
          </a:xfrm>
        </p:grpSpPr>
        <p:sp>
          <p:nvSpPr>
            <p:cNvPr id="264" name="Google Shape;264;p6"/>
            <p:cNvSpPr txBox="1"/>
            <p:nvPr/>
          </p:nvSpPr>
          <p:spPr>
            <a:xfrm>
              <a:off x="832555" y="19170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  <a:endParaRPr/>
            </a:p>
          </p:txBody>
        </p:sp>
        <p:sp>
          <p:nvSpPr>
            <p:cNvPr id="265" name="Google Shape;265;p6"/>
            <p:cNvSpPr/>
            <p:nvPr/>
          </p:nvSpPr>
          <p:spPr>
            <a:xfrm rot="2775787">
              <a:off x="121853" y="121853"/>
              <a:ext cx="588848" cy="588848"/>
            </a:xfrm>
            <a:custGeom>
              <a:rect b="b" l="l" r="r" t="t"/>
              <a:pathLst>
                <a:path extrusionOk="0" h="588848" w="588848">
                  <a:moveTo>
                    <a:pt x="0" y="0"/>
                  </a:moveTo>
                  <a:lnTo>
                    <a:pt x="588848" y="0"/>
                  </a:lnTo>
                  <a:lnTo>
                    <a:pt x="588848" y="588848"/>
                  </a:lnTo>
                  <a:lnTo>
                    <a:pt x="0" y="588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66" name="Google Shape;266;p6"/>
          <p:cNvGrpSpPr/>
          <p:nvPr/>
        </p:nvGrpSpPr>
        <p:grpSpPr>
          <a:xfrm>
            <a:off x="5443716" y="729709"/>
            <a:ext cx="862336" cy="327152"/>
            <a:chOff x="0" y="0"/>
            <a:chExt cx="1149782" cy="436203"/>
          </a:xfrm>
        </p:grpSpPr>
        <p:sp>
          <p:nvSpPr>
            <p:cNvPr id="267" name="Google Shape;267;p6"/>
            <p:cNvSpPr txBox="1"/>
            <p:nvPr/>
          </p:nvSpPr>
          <p:spPr>
            <a:xfrm>
              <a:off x="367030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12</a:t>
              </a:r>
              <a:endParaRPr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0" y="20313"/>
              <a:ext cx="367030" cy="332329"/>
            </a:xfrm>
            <a:custGeom>
              <a:rect b="b" l="l" r="r" t="t"/>
              <a:pathLst>
                <a:path extrusionOk="0" h="332329" w="367030">
                  <a:moveTo>
                    <a:pt x="0" y="0"/>
                  </a:moveTo>
                  <a:lnTo>
                    <a:pt x="367030" y="0"/>
                  </a:lnTo>
                  <a:lnTo>
                    <a:pt x="367030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69" name="Google Shape;269;p6"/>
          <p:cNvGrpSpPr/>
          <p:nvPr/>
        </p:nvGrpSpPr>
        <p:grpSpPr>
          <a:xfrm>
            <a:off x="4115755" y="703945"/>
            <a:ext cx="908861" cy="327152"/>
            <a:chOff x="0" y="0"/>
            <a:chExt cx="1211815" cy="436203"/>
          </a:xfrm>
        </p:grpSpPr>
        <p:sp>
          <p:nvSpPr>
            <p:cNvPr id="270" name="Google Shape;270;p6"/>
            <p:cNvSpPr txBox="1"/>
            <p:nvPr/>
          </p:nvSpPr>
          <p:spPr>
            <a:xfrm>
              <a:off x="429063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07</a:t>
              </a:r>
              <a:endParaRPr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0" y="58413"/>
              <a:ext cx="429063" cy="332329"/>
            </a:xfrm>
            <a:custGeom>
              <a:rect b="b" l="l" r="r" t="t"/>
              <a:pathLst>
                <a:path extrusionOk="0" h="332329" w="429063">
                  <a:moveTo>
                    <a:pt x="0" y="0"/>
                  </a:moveTo>
                  <a:lnTo>
                    <a:pt x="429063" y="0"/>
                  </a:lnTo>
                  <a:lnTo>
                    <a:pt x="429063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72" name="Google Shape;272;p6"/>
          <p:cNvGrpSpPr/>
          <p:nvPr/>
        </p:nvGrpSpPr>
        <p:grpSpPr>
          <a:xfrm>
            <a:off x="12659191" y="8659300"/>
            <a:ext cx="2442301" cy="1075648"/>
            <a:chOff x="0" y="-38100"/>
            <a:chExt cx="643240" cy="283298"/>
          </a:xfrm>
        </p:grpSpPr>
        <p:sp>
          <p:nvSpPr>
            <p:cNvPr id="273" name="Google Shape;273;p6"/>
            <p:cNvSpPr/>
            <p:nvPr/>
          </p:nvSpPr>
          <p:spPr>
            <a:xfrm>
              <a:off x="0" y="0"/>
              <a:ext cx="643240" cy="245198"/>
            </a:xfrm>
            <a:custGeom>
              <a:rect b="b" l="l" r="r" t="t"/>
              <a:pathLst>
                <a:path extrusionOk="0" h="245198" w="643240">
                  <a:moveTo>
                    <a:pt x="122599" y="0"/>
                  </a:moveTo>
                  <a:lnTo>
                    <a:pt x="520641" y="0"/>
                  </a:lnTo>
                  <a:cubicBezTo>
                    <a:pt x="588350" y="0"/>
                    <a:pt x="643240" y="54889"/>
                    <a:pt x="643240" y="122599"/>
                  </a:cubicBezTo>
                  <a:lnTo>
                    <a:pt x="643240" y="122599"/>
                  </a:lnTo>
                  <a:cubicBezTo>
                    <a:pt x="643240" y="190309"/>
                    <a:pt x="588350" y="245198"/>
                    <a:pt x="520641" y="245198"/>
                  </a:cubicBezTo>
                  <a:lnTo>
                    <a:pt x="122599" y="245198"/>
                  </a:lnTo>
                  <a:cubicBezTo>
                    <a:pt x="54889" y="245198"/>
                    <a:pt x="0" y="190309"/>
                    <a:pt x="0" y="122599"/>
                  </a:cubicBezTo>
                  <a:lnTo>
                    <a:pt x="0" y="122599"/>
                  </a:lnTo>
                  <a:cubicBezTo>
                    <a:pt x="0" y="54889"/>
                    <a:pt x="54889" y="0"/>
                    <a:pt x="122599" y="0"/>
                  </a:cubicBez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6"/>
            <p:cNvSpPr txBox="1"/>
            <p:nvPr/>
          </p:nvSpPr>
          <p:spPr>
            <a:xfrm>
              <a:off x="0" y="-38100"/>
              <a:ext cx="643240" cy="2832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Back to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Agenda Page</a:t>
              </a:r>
              <a:endParaRPr/>
            </a:p>
          </p:txBody>
        </p:sp>
      </p:grpSp>
      <p:grpSp>
        <p:nvGrpSpPr>
          <p:cNvPr id="275" name="Google Shape;275;p6"/>
          <p:cNvGrpSpPr/>
          <p:nvPr/>
        </p:nvGrpSpPr>
        <p:grpSpPr>
          <a:xfrm>
            <a:off x="417801" y="3216031"/>
            <a:ext cx="7395912" cy="5058914"/>
            <a:chOff x="0" y="-66675"/>
            <a:chExt cx="1947894" cy="1332389"/>
          </a:xfrm>
        </p:grpSpPr>
        <p:sp>
          <p:nvSpPr>
            <p:cNvPr id="276" name="Google Shape;276;p6"/>
            <p:cNvSpPr/>
            <p:nvPr/>
          </p:nvSpPr>
          <p:spPr>
            <a:xfrm>
              <a:off x="0" y="0"/>
              <a:ext cx="1947894" cy="1265714"/>
            </a:xfrm>
            <a:custGeom>
              <a:rect b="b" l="l" r="r" t="t"/>
              <a:pathLst>
                <a:path extrusionOk="0" h="1265714" w="1947894">
                  <a:moveTo>
                    <a:pt x="51292" y="0"/>
                  </a:moveTo>
                  <a:lnTo>
                    <a:pt x="1896601" y="0"/>
                  </a:lnTo>
                  <a:cubicBezTo>
                    <a:pt x="1910205" y="0"/>
                    <a:pt x="1923251" y="5404"/>
                    <a:pt x="1932870" y="15023"/>
                  </a:cubicBezTo>
                  <a:cubicBezTo>
                    <a:pt x="1942490" y="24642"/>
                    <a:pt x="1947894" y="37689"/>
                    <a:pt x="1947894" y="51292"/>
                  </a:cubicBezTo>
                  <a:lnTo>
                    <a:pt x="1947894" y="1214421"/>
                  </a:lnTo>
                  <a:cubicBezTo>
                    <a:pt x="1947894" y="1228025"/>
                    <a:pt x="1942490" y="1241071"/>
                    <a:pt x="1932870" y="1250691"/>
                  </a:cubicBezTo>
                  <a:cubicBezTo>
                    <a:pt x="1923251" y="1260310"/>
                    <a:pt x="1910205" y="1265714"/>
                    <a:pt x="1896601" y="1265714"/>
                  </a:cubicBezTo>
                  <a:lnTo>
                    <a:pt x="51292" y="1265714"/>
                  </a:lnTo>
                  <a:cubicBezTo>
                    <a:pt x="37689" y="1265714"/>
                    <a:pt x="24642" y="1260310"/>
                    <a:pt x="15023" y="1250691"/>
                  </a:cubicBezTo>
                  <a:cubicBezTo>
                    <a:pt x="5404" y="1241071"/>
                    <a:pt x="0" y="1228025"/>
                    <a:pt x="0" y="1214421"/>
                  </a:cubicBezTo>
                  <a:lnTo>
                    <a:pt x="0" y="51292"/>
                  </a:lnTo>
                  <a:cubicBezTo>
                    <a:pt x="0" y="37689"/>
                    <a:pt x="5404" y="24642"/>
                    <a:pt x="15023" y="15023"/>
                  </a:cubicBezTo>
                  <a:cubicBezTo>
                    <a:pt x="24642" y="5404"/>
                    <a:pt x="37689" y="0"/>
                    <a:pt x="51292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6"/>
            <p:cNvSpPr txBox="1"/>
            <p:nvPr/>
          </p:nvSpPr>
          <p:spPr>
            <a:xfrm>
              <a:off x="0" y="-66675"/>
              <a:ext cx="1947893" cy="13323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 TextBox permite al usuario ingresar o editar texto. Es un control básico para obtener entradas de usuario como nombres, contraseñas o números.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Uso Práctico: Ideal para formularios donde el usuario debe ingresar información, como un campo de "Nombre" o "Edad".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278" name="Google Shape;278;p6"/>
          <p:cNvSpPr/>
          <p:nvPr/>
        </p:nvSpPr>
        <p:spPr>
          <a:xfrm>
            <a:off x="12154860" y="5715020"/>
            <a:ext cx="3187597" cy="2282320"/>
          </a:xfrm>
          <a:custGeom>
            <a:rect b="b" l="l" r="r" t="t"/>
            <a:pathLst>
              <a:path extrusionOk="0" h="2282320" w="3187597">
                <a:moveTo>
                  <a:pt x="0" y="0"/>
                </a:moveTo>
                <a:lnTo>
                  <a:pt x="3187597" y="0"/>
                </a:lnTo>
                <a:lnTo>
                  <a:pt x="3187597" y="2282319"/>
                </a:lnTo>
                <a:lnTo>
                  <a:pt x="0" y="22823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6"/>
          <p:cNvSpPr/>
          <p:nvPr/>
        </p:nvSpPr>
        <p:spPr>
          <a:xfrm>
            <a:off x="10789028" y="4290769"/>
            <a:ext cx="6470272" cy="978264"/>
          </a:xfrm>
          <a:custGeom>
            <a:rect b="b" l="l" r="r" t="t"/>
            <a:pathLst>
              <a:path extrusionOk="0" h="978264" w="6470272">
                <a:moveTo>
                  <a:pt x="0" y="0"/>
                </a:moveTo>
                <a:lnTo>
                  <a:pt x="6470272" y="0"/>
                </a:lnTo>
                <a:lnTo>
                  <a:pt x="6470272" y="978264"/>
                </a:lnTo>
                <a:lnTo>
                  <a:pt x="0" y="978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6"/>
          <p:cNvSpPr txBox="1"/>
          <p:nvPr/>
        </p:nvSpPr>
        <p:spPr>
          <a:xfrm>
            <a:off x="317044" y="1616834"/>
            <a:ext cx="7872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BÁSICOS</a:t>
            </a:r>
            <a:endParaRPr sz="5000"/>
          </a:p>
        </p:txBody>
      </p:sp>
      <p:sp>
        <p:nvSpPr>
          <p:cNvPr id="281" name="Google Shape;281;p6"/>
          <p:cNvSpPr txBox="1"/>
          <p:nvPr/>
        </p:nvSpPr>
        <p:spPr>
          <a:xfrm>
            <a:off x="11596799" y="1855369"/>
            <a:ext cx="4465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 BOX</a:t>
            </a:r>
            <a:endParaRPr sz="5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13C8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7"/>
          <p:cNvGrpSpPr/>
          <p:nvPr/>
        </p:nvGrpSpPr>
        <p:grpSpPr>
          <a:xfrm>
            <a:off x="9499102" y="3732675"/>
            <a:ext cx="8499112" cy="4709336"/>
            <a:chOff x="0" y="0"/>
            <a:chExt cx="2238449" cy="1240319"/>
          </a:xfrm>
        </p:grpSpPr>
        <p:sp>
          <p:nvSpPr>
            <p:cNvPr id="287" name="Google Shape;287;p7"/>
            <p:cNvSpPr/>
            <p:nvPr/>
          </p:nvSpPr>
          <p:spPr>
            <a:xfrm>
              <a:off x="0" y="0"/>
              <a:ext cx="2238449" cy="1240319"/>
            </a:xfrm>
            <a:custGeom>
              <a:rect b="b" l="l" r="r" t="t"/>
              <a:pathLst>
                <a:path extrusionOk="0" h="1240319" w="2238449">
                  <a:moveTo>
                    <a:pt x="46456" y="0"/>
                  </a:moveTo>
                  <a:lnTo>
                    <a:pt x="2191993" y="0"/>
                  </a:lnTo>
                  <a:cubicBezTo>
                    <a:pt x="2204314" y="0"/>
                    <a:pt x="2216130" y="4894"/>
                    <a:pt x="2224843" y="13607"/>
                  </a:cubicBezTo>
                  <a:cubicBezTo>
                    <a:pt x="2233555" y="22319"/>
                    <a:pt x="2238449" y="34135"/>
                    <a:pt x="2238449" y="46456"/>
                  </a:cubicBezTo>
                  <a:lnTo>
                    <a:pt x="2238449" y="1193862"/>
                  </a:lnTo>
                  <a:cubicBezTo>
                    <a:pt x="2238449" y="1206183"/>
                    <a:pt x="2233555" y="1218000"/>
                    <a:pt x="2224843" y="1226712"/>
                  </a:cubicBezTo>
                  <a:cubicBezTo>
                    <a:pt x="2216130" y="1235424"/>
                    <a:pt x="2204314" y="1240319"/>
                    <a:pt x="2191993" y="1240319"/>
                  </a:cubicBezTo>
                  <a:lnTo>
                    <a:pt x="46456" y="1240319"/>
                  </a:lnTo>
                  <a:cubicBezTo>
                    <a:pt x="34135" y="1240319"/>
                    <a:pt x="22319" y="1235424"/>
                    <a:pt x="13607" y="1226712"/>
                  </a:cubicBezTo>
                  <a:cubicBezTo>
                    <a:pt x="4894" y="1218000"/>
                    <a:pt x="0" y="1206183"/>
                    <a:pt x="0" y="1193862"/>
                  </a:cubicBezTo>
                  <a:lnTo>
                    <a:pt x="0" y="46456"/>
                  </a:lnTo>
                  <a:cubicBezTo>
                    <a:pt x="0" y="34135"/>
                    <a:pt x="4894" y="22319"/>
                    <a:pt x="13607" y="13607"/>
                  </a:cubicBezTo>
                  <a:cubicBezTo>
                    <a:pt x="22319" y="4894"/>
                    <a:pt x="34135" y="0"/>
                    <a:pt x="464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7"/>
            <p:cNvSpPr txBox="1"/>
            <p:nvPr/>
          </p:nvSpPr>
          <p:spPr>
            <a:xfrm>
              <a:off x="0" y="0"/>
              <a:ext cx="2238449" cy="1240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p7"/>
          <p:cNvSpPr/>
          <p:nvPr/>
        </p:nvSpPr>
        <p:spPr>
          <a:xfrm>
            <a:off x="-185970" y="5891813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7"/>
          <p:cNvSpPr/>
          <p:nvPr/>
        </p:nvSpPr>
        <p:spPr>
          <a:xfrm flipH="1">
            <a:off x="1626131" y="6032413"/>
            <a:ext cx="335928" cy="313329"/>
          </a:xfrm>
          <a:custGeom>
            <a:rect b="b" l="l" r="r" t="t"/>
            <a:pathLst>
              <a:path extrusionOk="0" h="313329" w="335928">
                <a:moveTo>
                  <a:pt x="335928" y="0"/>
                </a:moveTo>
                <a:lnTo>
                  <a:pt x="0" y="0"/>
                </a:lnTo>
                <a:lnTo>
                  <a:pt x="0" y="313329"/>
                </a:lnTo>
                <a:lnTo>
                  <a:pt x="335928" y="313329"/>
                </a:lnTo>
                <a:lnTo>
                  <a:pt x="33592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91" name="Google Shape;29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14932" y="719461"/>
            <a:ext cx="744368" cy="33124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7"/>
          <p:cNvSpPr/>
          <p:nvPr/>
        </p:nvSpPr>
        <p:spPr>
          <a:xfrm>
            <a:off x="14000181" y="719461"/>
            <a:ext cx="2193866" cy="362985"/>
          </a:xfrm>
          <a:custGeom>
            <a:rect b="b" l="l" r="r" t="t"/>
            <a:pathLst>
              <a:path extrusionOk="0"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7"/>
          <p:cNvSpPr/>
          <p:nvPr/>
        </p:nvSpPr>
        <p:spPr>
          <a:xfrm>
            <a:off x="1028700" y="668737"/>
            <a:ext cx="1082363" cy="464432"/>
          </a:xfrm>
          <a:custGeom>
            <a:rect b="b" l="l" r="r" t="t"/>
            <a:pathLst>
              <a:path extrusionOk="0" h="464432" w="1082363">
                <a:moveTo>
                  <a:pt x="0" y="0"/>
                </a:moveTo>
                <a:lnTo>
                  <a:pt x="1082363" y="0"/>
                </a:lnTo>
                <a:lnTo>
                  <a:pt x="1082363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4" name="Google Shape;294;p7"/>
          <p:cNvGrpSpPr/>
          <p:nvPr/>
        </p:nvGrpSpPr>
        <p:grpSpPr>
          <a:xfrm>
            <a:off x="0" y="0"/>
            <a:ext cx="8506283" cy="10287000"/>
            <a:chOff x="0" y="0"/>
            <a:chExt cx="2240338" cy="2709333"/>
          </a:xfrm>
        </p:grpSpPr>
        <p:sp>
          <p:nvSpPr>
            <p:cNvPr id="295" name="Google Shape;295;p7"/>
            <p:cNvSpPr/>
            <p:nvPr/>
          </p:nvSpPr>
          <p:spPr>
            <a:xfrm>
              <a:off x="0" y="0"/>
              <a:ext cx="2240338" cy="2709333"/>
            </a:xfrm>
            <a:custGeom>
              <a:rect b="b" l="l" r="r" t="t"/>
              <a:pathLst>
                <a:path extrusionOk="0" h="2709333" w="2240338">
                  <a:moveTo>
                    <a:pt x="0" y="0"/>
                  </a:moveTo>
                  <a:lnTo>
                    <a:pt x="2240338" y="0"/>
                  </a:lnTo>
                  <a:lnTo>
                    <a:pt x="22403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</p:sp>
        <p:sp>
          <p:nvSpPr>
            <p:cNvPr id="296" name="Google Shape;296;p7"/>
            <p:cNvSpPr txBox="1"/>
            <p:nvPr/>
          </p:nvSpPr>
          <p:spPr>
            <a:xfrm>
              <a:off x="0" y="0"/>
              <a:ext cx="2240338" cy="2709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7"/>
          <p:cNvGrpSpPr/>
          <p:nvPr/>
        </p:nvGrpSpPr>
        <p:grpSpPr>
          <a:xfrm>
            <a:off x="2486381" y="588745"/>
            <a:ext cx="1211480" cy="624416"/>
            <a:chOff x="0" y="0"/>
            <a:chExt cx="1615307" cy="832554"/>
          </a:xfrm>
        </p:grpSpPr>
        <p:sp>
          <p:nvSpPr>
            <p:cNvPr id="298" name="Google Shape;298;p7"/>
            <p:cNvSpPr txBox="1"/>
            <p:nvPr/>
          </p:nvSpPr>
          <p:spPr>
            <a:xfrm>
              <a:off x="832555" y="19170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  <a:endParaRPr/>
            </a:p>
          </p:txBody>
        </p:sp>
        <p:sp>
          <p:nvSpPr>
            <p:cNvPr id="299" name="Google Shape;299;p7"/>
            <p:cNvSpPr/>
            <p:nvPr/>
          </p:nvSpPr>
          <p:spPr>
            <a:xfrm rot="2775787">
              <a:off x="121853" y="121853"/>
              <a:ext cx="588848" cy="588848"/>
            </a:xfrm>
            <a:custGeom>
              <a:rect b="b" l="l" r="r" t="t"/>
              <a:pathLst>
                <a:path extrusionOk="0" h="588848" w="588848">
                  <a:moveTo>
                    <a:pt x="0" y="0"/>
                  </a:moveTo>
                  <a:lnTo>
                    <a:pt x="588848" y="0"/>
                  </a:lnTo>
                  <a:lnTo>
                    <a:pt x="588848" y="588848"/>
                  </a:lnTo>
                  <a:lnTo>
                    <a:pt x="0" y="588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300" name="Google Shape;300;p7"/>
          <p:cNvGrpSpPr/>
          <p:nvPr/>
        </p:nvGrpSpPr>
        <p:grpSpPr>
          <a:xfrm>
            <a:off x="5443716" y="729709"/>
            <a:ext cx="862336" cy="327152"/>
            <a:chOff x="0" y="0"/>
            <a:chExt cx="1149782" cy="436203"/>
          </a:xfrm>
        </p:grpSpPr>
        <p:sp>
          <p:nvSpPr>
            <p:cNvPr id="301" name="Google Shape;301;p7"/>
            <p:cNvSpPr txBox="1"/>
            <p:nvPr/>
          </p:nvSpPr>
          <p:spPr>
            <a:xfrm>
              <a:off x="367030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12</a:t>
              </a:r>
              <a:endParaRPr/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0" y="20313"/>
              <a:ext cx="367030" cy="332329"/>
            </a:xfrm>
            <a:custGeom>
              <a:rect b="b" l="l" r="r" t="t"/>
              <a:pathLst>
                <a:path extrusionOk="0" h="332329" w="367030">
                  <a:moveTo>
                    <a:pt x="0" y="0"/>
                  </a:moveTo>
                  <a:lnTo>
                    <a:pt x="367030" y="0"/>
                  </a:lnTo>
                  <a:lnTo>
                    <a:pt x="367030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303" name="Google Shape;303;p7"/>
          <p:cNvGrpSpPr/>
          <p:nvPr/>
        </p:nvGrpSpPr>
        <p:grpSpPr>
          <a:xfrm>
            <a:off x="4115755" y="703945"/>
            <a:ext cx="908861" cy="327152"/>
            <a:chOff x="0" y="0"/>
            <a:chExt cx="1211815" cy="436203"/>
          </a:xfrm>
        </p:grpSpPr>
        <p:sp>
          <p:nvSpPr>
            <p:cNvPr id="304" name="Google Shape;304;p7"/>
            <p:cNvSpPr txBox="1"/>
            <p:nvPr/>
          </p:nvSpPr>
          <p:spPr>
            <a:xfrm>
              <a:off x="429063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07</a:t>
              </a:r>
              <a:endParaRPr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0" y="58413"/>
              <a:ext cx="429063" cy="332329"/>
            </a:xfrm>
            <a:custGeom>
              <a:rect b="b" l="l" r="r" t="t"/>
              <a:pathLst>
                <a:path extrusionOk="0" h="332329" w="429063">
                  <a:moveTo>
                    <a:pt x="0" y="0"/>
                  </a:moveTo>
                  <a:lnTo>
                    <a:pt x="429063" y="0"/>
                  </a:lnTo>
                  <a:lnTo>
                    <a:pt x="429063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306" name="Google Shape;306;p7"/>
          <p:cNvGrpSpPr/>
          <p:nvPr/>
        </p:nvGrpSpPr>
        <p:grpSpPr>
          <a:xfrm>
            <a:off x="12659191" y="8659300"/>
            <a:ext cx="2442301" cy="1075648"/>
            <a:chOff x="0" y="-38100"/>
            <a:chExt cx="643240" cy="283298"/>
          </a:xfrm>
        </p:grpSpPr>
        <p:sp>
          <p:nvSpPr>
            <p:cNvPr id="307" name="Google Shape;307;p7"/>
            <p:cNvSpPr/>
            <p:nvPr/>
          </p:nvSpPr>
          <p:spPr>
            <a:xfrm>
              <a:off x="0" y="0"/>
              <a:ext cx="643240" cy="245198"/>
            </a:xfrm>
            <a:custGeom>
              <a:rect b="b" l="l" r="r" t="t"/>
              <a:pathLst>
                <a:path extrusionOk="0" h="245198" w="643240">
                  <a:moveTo>
                    <a:pt x="122599" y="0"/>
                  </a:moveTo>
                  <a:lnTo>
                    <a:pt x="520641" y="0"/>
                  </a:lnTo>
                  <a:cubicBezTo>
                    <a:pt x="588350" y="0"/>
                    <a:pt x="643240" y="54889"/>
                    <a:pt x="643240" y="122599"/>
                  </a:cubicBezTo>
                  <a:lnTo>
                    <a:pt x="643240" y="122599"/>
                  </a:lnTo>
                  <a:cubicBezTo>
                    <a:pt x="643240" y="190309"/>
                    <a:pt x="588350" y="245198"/>
                    <a:pt x="520641" y="245198"/>
                  </a:cubicBezTo>
                  <a:lnTo>
                    <a:pt x="122599" y="245198"/>
                  </a:lnTo>
                  <a:cubicBezTo>
                    <a:pt x="54889" y="245198"/>
                    <a:pt x="0" y="190309"/>
                    <a:pt x="0" y="122599"/>
                  </a:cubicBezTo>
                  <a:lnTo>
                    <a:pt x="0" y="122599"/>
                  </a:lnTo>
                  <a:cubicBezTo>
                    <a:pt x="0" y="54889"/>
                    <a:pt x="54889" y="0"/>
                    <a:pt x="122599" y="0"/>
                  </a:cubicBez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7"/>
            <p:cNvSpPr txBox="1"/>
            <p:nvPr/>
          </p:nvSpPr>
          <p:spPr>
            <a:xfrm>
              <a:off x="0" y="-38100"/>
              <a:ext cx="643240" cy="2832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Back to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Agenda Page</a:t>
              </a:r>
              <a:endParaRPr/>
            </a:p>
          </p:txBody>
        </p:sp>
      </p:grpSp>
      <p:grpSp>
        <p:nvGrpSpPr>
          <p:cNvPr id="309" name="Google Shape;309;p7"/>
          <p:cNvGrpSpPr/>
          <p:nvPr/>
        </p:nvGrpSpPr>
        <p:grpSpPr>
          <a:xfrm>
            <a:off x="417801" y="3216031"/>
            <a:ext cx="7395912" cy="5058914"/>
            <a:chOff x="0" y="-66675"/>
            <a:chExt cx="1947894" cy="1332389"/>
          </a:xfrm>
        </p:grpSpPr>
        <p:sp>
          <p:nvSpPr>
            <p:cNvPr id="310" name="Google Shape;310;p7"/>
            <p:cNvSpPr/>
            <p:nvPr/>
          </p:nvSpPr>
          <p:spPr>
            <a:xfrm>
              <a:off x="0" y="0"/>
              <a:ext cx="1947894" cy="1265714"/>
            </a:xfrm>
            <a:custGeom>
              <a:rect b="b" l="l" r="r" t="t"/>
              <a:pathLst>
                <a:path extrusionOk="0" h="1265714" w="1947894">
                  <a:moveTo>
                    <a:pt x="51292" y="0"/>
                  </a:moveTo>
                  <a:lnTo>
                    <a:pt x="1896601" y="0"/>
                  </a:lnTo>
                  <a:cubicBezTo>
                    <a:pt x="1910205" y="0"/>
                    <a:pt x="1923251" y="5404"/>
                    <a:pt x="1932870" y="15023"/>
                  </a:cubicBezTo>
                  <a:cubicBezTo>
                    <a:pt x="1942490" y="24642"/>
                    <a:pt x="1947894" y="37689"/>
                    <a:pt x="1947894" y="51292"/>
                  </a:cubicBezTo>
                  <a:lnTo>
                    <a:pt x="1947894" y="1214421"/>
                  </a:lnTo>
                  <a:cubicBezTo>
                    <a:pt x="1947894" y="1228025"/>
                    <a:pt x="1942490" y="1241071"/>
                    <a:pt x="1932870" y="1250691"/>
                  </a:cubicBezTo>
                  <a:cubicBezTo>
                    <a:pt x="1923251" y="1260310"/>
                    <a:pt x="1910205" y="1265714"/>
                    <a:pt x="1896601" y="1265714"/>
                  </a:cubicBezTo>
                  <a:lnTo>
                    <a:pt x="51292" y="1265714"/>
                  </a:lnTo>
                  <a:cubicBezTo>
                    <a:pt x="37689" y="1265714"/>
                    <a:pt x="24642" y="1260310"/>
                    <a:pt x="15023" y="1250691"/>
                  </a:cubicBezTo>
                  <a:cubicBezTo>
                    <a:pt x="5404" y="1241071"/>
                    <a:pt x="0" y="1228025"/>
                    <a:pt x="0" y="1214421"/>
                  </a:cubicBezTo>
                  <a:lnTo>
                    <a:pt x="0" y="51292"/>
                  </a:lnTo>
                  <a:cubicBezTo>
                    <a:pt x="0" y="37689"/>
                    <a:pt x="5404" y="24642"/>
                    <a:pt x="15023" y="15023"/>
                  </a:cubicBezTo>
                  <a:cubicBezTo>
                    <a:pt x="24642" y="5404"/>
                    <a:pt x="37689" y="0"/>
                    <a:pt x="51292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 txBox="1"/>
            <p:nvPr/>
          </p:nvSpPr>
          <p:spPr>
            <a:xfrm>
              <a:off x="0" y="-66675"/>
              <a:ext cx="1947893" cy="13323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 GroupBox es un contenedor visual que agrupa otros controles dentro de un marco con un título. Mejora la organización y hace que la interfaz sea más fácil de entender.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Uso Práctico: Utilizado para organizar controles relacionados, como un conjunto de RadioButton o CheckBox en una encuesta.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312" name="Google Shape;312;p7"/>
          <p:cNvSpPr/>
          <p:nvPr/>
        </p:nvSpPr>
        <p:spPr>
          <a:xfrm>
            <a:off x="9777062" y="4625187"/>
            <a:ext cx="4755595" cy="3441108"/>
          </a:xfrm>
          <a:custGeom>
            <a:rect b="b" l="l" r="r" t="t"/>
            <a:pathLst>
              <a:path extrusionOk="0" h="3441108" w="4755595">
                <a:moveTo>
                  <a:pt x="0" y="0"/>
                </a:moveTo>
                <a:lnTo>
                  <a:pt x="4755595" y="0"/>
                </a:lnTo>
                <a:lnTo>
                  <a:pt x="4755595" y="3441109"/>
                </a:lnTo>
                <a:lnTo>
                  <a:pt x="0" y="3441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7"/>
          <p:cNvSpPr/>
          <p:nvPr/>
        </p:nvSpPr>
        <p:spPr>
          <a:xfrm>
            <a:off x="14702364" y="4136130"/>
            <a:ext cx="2983365" cy="1007370"/>
          </a:xfrm>
          <a:custGeom>
            <a:rect b="b" l="l" r="r" t="t"/>
            <a:pathLst>
              <a:path extrusionOk="0" h="1007370" w="2983365">
                <a:moveTo>
                  <a:pt x="0" y="0"/>
                </a:moveTo>
                <a:lnTo>
                  <a:pt x="2983366" y="0"/>
                </a:lnTo>
                <a:lnTo>
                  <a:pt x="2983366" y="1007370"/>
                </a:lnTo>
                <a:lnTo>
                  <a:pt x="0" y="100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7"/>
          <p:cNvSpPr txBox="1"/>
          <p:nvPr/>
        </p:nvSpPr>
        <p:spPr>
          <a:xfrm>
            <a:off x="317044" y="1616834"/>
            <a:ext cx="78723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BÁSICOS</a:t>
            </a:r>
            <a:endParaRPr/>
          </a:p>
        </p:txBody>
      </p:sp>
      <p:sp>
        <p:nvSpPr>
          <p:cNvPr id="315" name="Google Shape;315;p7"/>
          <p:cNvSpPr txBox="1"/>
          <p:nvPr/>
        </p:nvSpPr>
        <p:spPr>
          <a:xfrm>
            <a:off x="11596799" y="1855369"/>
            <a:ext cx="4465565" cy="1515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GROUPBOX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13C8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8"/>
          <p:cNvGrpSpPr/>
          <p:nvPr/>
        </p:nvGrpSpPr>
        <p:grpSpPr>
          <a:xfrm>
            <a:off x="9499102" y="3732675"/>
            <a:ext cx="8499112" cy="4709336"/>
            <a:chOff x="0" y="0"/>
            <a:chExt cx="2238449" cy="1240319"/>
          </a:xfrm>
        </p:grpSpPr>
        <p:sp>
          <p:nvSpPr>
            <p:cNvPr id="321" name="Google Shape;321;p8"/>
            <p:cNvSpPr/>
            <p:nvPr/>
          </p:nvSpPr>
          <p:spPr>
            <a:xfrm>
              <a:off x="0" y="0"/>
              <a:ext cx="2238449" cy="1240319"/>
            </a:xfrm>
            <a:custGeom>
              <a:rect b="b" l="l" r="r" t="t"/>
              <a:pathLst>
                <a:path extrusionOk="0" h="1240319" w="2238449">
                  <a:moveTo>
                    <a:pt x="46456" y="0"/>
                  </a:moveTo>
                  <a:lnTo>
                    <a:pt x="2191993" y="0"/>
                  </a:lnTo>
                  <a:cubicBezTo>
                    <a:pt x="2204314" y="0"/>
                    <a:pt x="2216130" y="4894"/>
                    <a:pt x="2224843" y="13607"/>
                  </a:cubicBezTo>
                  <a:cubicBezTo>
                    <a:pt x="2233555" y="22319"/>
                    <a:pt x="2238449" y="34135"/>
                    <a:pt x="2238449" y="46456"/>
                  </a:cubicBezTo>
                  <a:lnTo>
                    <a:pt x="2238449" y="1193862"/>
                  </a:lnTo>
                  <a:cubicBezTo>
                    <a:pt x="2238449" y="1206183"/>
                    <a:pt x="2233555" y="1218000"/>
                    <a:pt x="2224843" y="1226712"/>
                  </a:cubicBezTo>
                  <a:cubicBezTo>
                    <a:pt x="2216130" y="1235424"/>
                    <a:pt x="2204314" y="1240319"/>
                    <a:pt x="2191993" y="1240319"/>
                  </a:cubicBezTo>
                  <a:lnTo>
                    <a:pt x="46456" y="1240319"/>
                  </a:lnTo>
                  <a:cubicBezTo>
                    <a:pt x="34135" y="1240319"/>
                    <a:pt x="22319" y="1235424"/>
                    <a:pt x="13607" y="1226712"/>
                  </a:cubicBezTo>
                  <a:cubicBezTo>
                    <a:pt x="4894" y="1218000"/>
                    <a:pt x="0" y="1206183"/>
                    <a:pt x="0" y="1193862"/>
                  </a:cubicBezTo>
                  <a:lnTo>
                    <a:pt x="0" y="46456"/>
                  </a:lnTo>
                  <a:cubicBezTo>
                    <a:pt x="0" y="34135"/>
                    <a:pt x="4894" y="22319"/>
                    <a:pt x="13607" y="13607"/>
                  </a:cubicBezTo>
                  <a:cubicBezTo>
                    <a:pt x="22319" y="4894"/>
                    <a:pt x="34135" y="0"/>
                    <a:pt x="464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8"/>
            <p:cNvSpPr txBox="1"/>
            <p:nvPr/>
          </p:nvSpPr>
          <p:spPr>
            <a:xfrm>
              <a:off x="0" y="0"/>
              <a:ext cx="2238449" cy="1240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p8"/>
          <p:cNvSpPr/>
          <p:nvPr/>
        </p:nvSpPr>
        <p:spPr>
          <a:xfrm>
            <a:off x="-185970" y="5891813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8"/>
          <p:cNvSpPr/>
          <p:nvPr/>
        </p:nvSpPr>
        <p:spPr>
          <a:xfrm flipH="1">
            <a:off x="1626131" y="6032413"/>
            <a:ext cx="335928" cy="313329"/>
          </a:xfrm>
          <a:custGeom>
            <a:rect b="b" l="l" r="r" t="t"/>
            <a:pathLst>
              <a:path extrusionOk="0" h="313329" w="335928">
                <a:moveTo>
                  <a:pt x="335928" y="0"/>
                </a:moveTo>
                <a:lnTo>
                  <a:pt x="0" y="0"/>
                </a:lnTo>
                <a:lnTo>
                  <a:pt x="0" y="313329"/>
                </a:lnTo>
                <a:lnTo>
                  <a:pt x="335928" y="313329"/>
                </a:lnTo>
                <a:lnTo>
                  <a:pt x="33592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25" name="Google Shape;32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14932" y="719461"/>
            <a:ext cx="744368" cy="33124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8"/>
          <p:cNvSpPr/>
          <p:nvPr/>
        </p:nvSpPr>
        <p:spPr>
          <a:xfrm>
            <a:off x="14000181" y="719461"/>
            <a:ext cx="2193866" cy="362985"/>
          </a:xfrm>
          <a:custGeom>
            <a:rect b="b" l="l" r="r" t="t"/>
            <a:pathLst>
              <a:path extrusionOk="0"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8"/>
          <p:cNvSpPr/>
          <p:nvPr/>
        </p:nvSpPr>
        <p:spPr>
          <a:xfrm>
            <a:off x="1028700" y="668737"/>
            <a:ext cx="1082363" cy="464432"/>
          </a:xfrm>
          <a:custGeom>
            <a:rect b="b" l="l" r="r" t="t"/>
            <a:pathLst>
              <a:path extrusionOk="0" h="464432" w="1082363">
                <a:moveTo>
                  <a:pt x="0" y="0"/>
                </a:moveTo>
                <a:lnTo>
                  <a:pt x="1082363" y="0"/>
                </a:lnTo>
                <a:lnTo>
                  <a:pt x="1082363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8" name="Google Shape;328;p8"/>
          <p:cNvGrpSpPr/>
          <p:nvPr/>
        </p:nvGrpSpPr>
        <p:grpSpPr>
          <a:xfrm>
            <a:off x="0" y="0"/>
            <a:ext cx="8506283" cy="10287000"/>
            <a:chOff x="0" y="0"/>
            <a:chExt cx="2240338" cy="2709333"/>
          </a:xfrm>
        </p:grpSpPr>
        <p:sp>
          <p:nvSpPr>
            <p:cNvPr id="329" name="Google Shape;329;p8"/>
            <p:cNvSpPr/>
            <p:nvPr/>
          </p:nvSpPr>
          <p:spPr>
            <a:xfrm>
              <a:off x="0" y="0"/>
              <a:ext cx="2240338" cy="2709333"/>
            </a:xfrm>
            <a:custGeom>
              <a:rect b="b" l="l" r="r" t="t"/>
              <a:pathLst>
                <a:path extrusionOk="0" h="2709333" w="2240338">
                  <a:moveTo>
                    <a:pt x="0" y="0"/>
                  </a:moveTo>
                  <a:lnTo>
                    <a:pt x="2240338" y="0"/>
                  </a:lnTo>
                  <a:lnTo>
                    <a:pt x="22403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</p:sp>
        <p:sp>
          <p:nvSpPr>
            <p:cNvPr id="330" name="Google Shape;330;p8"/>
            <p:cNvSpPr txBox="1"/>
            <p:nvPr/>
          </p:nvSpPr>
          <p:spPr>
            <a:xfrm>
              <a:off x="0" y="0"/>
              <a:ext cx="2240338" cy="2709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8"/>
          <p:cNvGrpSpPr/>
          <p:nvPr/>
        </p:nvGrpSpPr>
        <p:grpSpPr>
          <a:xfrm>
            <a:off x="2486381" y="588745"/>
            <a:ext cx="1211480" cy="624416"/>
            <a:chOff x="0" y="0"/>
            <a:chExt cx="1615307" cy="832554"/>
          </a:xfrm>
        </p:grpSpPr>
        <p:sp>
          <p:nvSpPr>
            <p:cNvPr id="332" name="Google Shape;332;p8"/>
            <p:cNvSpPr txBox="1"/>
            <p:nvPr/>
          </p:nvSpPr>
          <p:spPr>
            <a:xfrm>
              <a:off x="832555" y="19170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  <a:endParaRPr/>
            </a:p>
          </p:txBody>
        </p:sp>
        <p:sp>
          <p:nvSpPr>
            <p:cNvPr id="333" name="Google Shape;333;p8"/>
            <p:cNvSpPr/>
            <p:nvPr/>
          </p:nvSpPr>
          <p:spPr>
            <a:xfrm rot="2775787">
              <a:off x="121853" y="121853"/>
              <a:ext cx="588848" cy="588848"/>
            </a:xfrm>
            <a:custGeom>
              <a:rect b="b" l="l" r="r" t="t"/>
              <a:pathLst>
                <a:path extrusionOk="0" h="588848" w="588848">
                  <a:moveTo>
                    <a:pt x="0" y="0"/>
                  </a:moveTo>
                  <a:lnTo>
                    <a:pt x="588848" y="0"/>
                  </a:lnTo>
                  <a:lnTo>
                    <a:pt x="588848" y="588848"/>
                  </a:lnTo>
                  <a:lnTo>
                    <a:pt x="0" y="588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334" name="Google Shape;334;p8"/>
          <p:cNvGrpSpPr/>
          <p:nvPr/>
        </p:nvGrpSpPr>
        <p:grpSpPr>
          <a:xfrm>
            <a:off x="5443716" y="729709"/>
            <a:ext cx="862336" cy="327152"/>
            <a:chOff x="0" y="0"/>
            <a:chExt cx="1149782" cy="436203"/>
          </a:xfrm>
        </p:grpSpPr>
        <p:sp>
          <p:nvSpPr>
            <p:cNvPr id="335" name="Google Shape;335;p8"/>
            <p:cNvSpPr txBox="1"/>
            <p:nvPr/>
          </p:nvSpPr>
          <p:spPr>
            <a:xfrm>
              <a:off x="367030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12</a:t>
              </a:r>
              <a:endParaRPr/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0" y="20313"/>
              <a:ext cx="367030" cy="332329"/>
            </a:xfrm>
            <a:custGeom>
              <a:rect b="b" l="l" r="r" t="t"/>
              <a:pathLst>
                <a:path extrusionOk="0" h="332329" w="367030">
                  <a:moveTo>
                    <a:pt x="0" y="0"/>
                  </a:moveTo>
                  <a:lnTo>
                    <a:pt x="367030" y="0"/>
                  </a:lnTo>
                  <a:lnTo>
                    <a:pt x="367030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337" name="Google Shape;337;p8"/>
          <p:cNvGrpSpPr/>
          <p:nvPr/>
        </p:nvGrpSpPr>
        <p:grpSpPr>
          <a:xfrm>
            <a:off x="4115755" y="703945"/>
            <a:ext cx="908861" cy="327152"/>
            <a:chOff x="0" y="0"/>
            <a:chExt cx="1211815" cy="436203"/>
          </a:xfrm>
        </p:grpSpPr>
        <p:sp>
          <p:nvSpPr>
            <p:cNvPr id="338" name="Google Shape;338;p8"/>
            <p:cNvSpPr txBox="1"/>
            <p:nvPr/>
          </p:nvSpPr>
          <p:spPr>
            <a:xfrm>
              <a:off x="429063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07</a:t>
              </a:r>
              <a:endParaRPr/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0" y="58413"/>
              <a:ext cx="429063" cy="332329"/>
            </a:xfrm>
            <a:custGeom>
              <a:rect b="b" l="l" r="r" t="t"/>
              <a:pathLst>
                <a:path extrusionOk="0" h="332329" w="429063">
                  <a:moveTo>
                    <a:pt x="0" y="0"/>
                  </a:moveTo>
                  <a:lnTo>
                    <a:pt x="429063" y="0"/>
                  </a:lnTo>
                  <a:lnTo>
                    <a:pt x="429063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340" name="Google Shape;340;p8"/>
          <p:cNvGrpSpPr/>
          <p:nvPr/>
        </p:nvGrpSpPr>
        <p:grpSpPr>
          <a:xfrm>
            <a:off x="12659191" y="8659300"/>
            <a:ext cx="2442301" cy="1075648"/>
            <a:chOff x="0" y="-38100"/>
            <a:chExt cx="643240" cy="283298"/>
          </a:xfrm>
        </p:grpSpPr>
        <p:sp>
          <p:nvSpPr>
            <p:cNvPr id="341" name="Google Shape;341;p8"/>
            <p:cNvSpPr/>
            <p:nvPr/>
          </p:nvSpPr>
          <p:spPr>
            <a:xfrm>
              <a:off x="0" y="0"/>
              <a:ext cx="643240" cy="245198"/>
            </a:xfrm>
            <a:custGeom>
              <a:rect b="b" l="l" r="r" t="t"/>
              <a:pathLst>
                <a:path extrusionOk="0" h="245198" w="643240">
                  <a:moveTo>
                    <a:pt x="122599" y="0"/>
                  </a:moveTo>
                  <a:lnTo>
                    <a:pt x="520641" y="0"/>
                  </a:lnTo>
                  <a:cubicBezTo>
                    <a:pt x="588350" y="0"/>
                    <a:pt x="643240" y="54889"/>
                    <a:pt x="643240" y="122599"/>
                  </a:cubicBezTo>
                  <a:lnTo>
                    <a:pt x="643240" y="122599"/>
                  </a:lnTo>
                  <a:cubicBezTo>
                    <a:pt x="643240" y="190309"/>
                    <a:pt x="588350" y="245198"/>
                    <a:pt x="520641" y="245198"/>
                  </a:cubicBezTo>
                  <a:lnTo>
                    <a:pt x="122599" y="245198"/>
                  </a:lnTo>
                  <a:cubicBezTo>
                    <a:pt x="54889" y="245198"/>
                    <a:pt x="0" y="190309"/>
                    <a:pt x="0" y="122599"/>
                  </a:cubicBezTo>
                  <a:lnTo>
                    <a:pt x="0" y="122599"/>
                  </a:lnTo>
                  <a:cubicBezTo>
                    <a:pt x="0" y="54889"/>
                    <a:pt x="54889" y="0"/>
                    <a:pt x="122599" y="0"/>
                  </a:cubicBez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8"/>
            <p:cNvSpPr txBox="1"/>
            <p:nvPr/>
          </p:nvSpPr>
          <p:spPr>
            <a:xfrm>
              <a:off x="0" y="-38100"/>
              <a:ext cx="643240" cy="2832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Back to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Agenda Page</a:t>
              </a:r>
              <a:endParaRPr/>
            </a:p>
          </p:txBody>
        </p:sp>
      </p:grpSp>
      <p:grpSp>
        <p:nvGrpSpPr>
          <p:cNvPr id="343" name="Google Shape;343;p8"/>
          <p:cNvGrpSpPr/>
          <p:nvPr/>
        </p:nvGrpSpPr>
        <p:grpSpPr>
          <a:xfrm>
            <a:off x="417801" y="3216031"/>
            <a:ext cx="7395912" cy="5510804"/>
            <a:chOff x="0" y="-66675"/>
            <a:chExt cx="1947894" cy="1451405"/>
          </a:xfrm>
        </p:grpSpPr>
        <p:sp>
          <p:nvSpPr>
            <p:cNvPr id="344" name="Google Shape;344;p8"/>
            <p:cNvSpPr/>
            <p:nvPr/>
          </p:nvSpPr>
          <p:spPr>
            <a:xfrm>
              <a:off x="0" y="0"/>
              <a:ext cx="1947894" cy="1384730"/>
            </a:xfrm>
            <a:custGeom>
              <a:rect b="b" l="l" r="r" t="t"/>
              <a:pathLst>
                <a:path extrusionOk="0" h="1384730" w="1947894">
                  <a:moveTo>
                    <a:pt x="51292" y="0"/>
                  </a:moveTo>
                  <a:lnTo>
                    <a:pt x="1896601" y="0"/>
                  </a:lnTo>
                  <a:cubicBezTo>
                    <a:pt x="1910205" y="0"/>
                    <a:pt x="1923251" y="5404"/>
                    <a:pt x="1932870" y="15023"/>
                  </a:cubicBezTo>
                  <a:cubicBezTo>
                    <a:pt x="1942490" y="24642"/>
                    <a:pt x="1947894" y="37689"/>
                    <a:pt x="1947894" y="51292"/>
                  </a:cubicBezTo>
                  <a:lnTo>
                    <a:pt x="1947894" y="1333438"/>
                  </a:lnTo>
                  <a:cubicBezTo>
                    <a:pt x="1947894" y="1347041"/>
                    <a:pt x="1942490" y="1360088"/>
                    <a:pt x="1932870" y="1369707"/>
                  </a:cubicBezTo>
                  <a:cubicBezTo>
                    <a:pt x="1923251" y="1379326"/>
                    <a:pt x="1910205" y="1384730"/>
                    <a:pt x="1896601" y="1384730"/>
                  </a:cubicBezTo>
                  <a:lnTo>
                    <a:pt x="51292" y="1384730"/>
                  </a:lnTo>
                  <a:cubicBezTo>
                    <a:pt x="37689" y="1384730"/>
                    <a:pt x="24642" y="1379326"/>
                    <a:pt x="15023" y="1369707"/>
                  </a:cubicBezTo>
                  <a:cubicBezTo>
                    <a:pt x="5404" y="1360088"/>
                    <a:pt x="0" y="1347041"/>
                    <a:pt x="0" y="1333438"/>
                  </a:cubicBezTo>
                  <a:lnTo>
                    <a:pt x="0" y="51292"/>
                  </a:lnTo>
                  <a:cubicBezTo>
                    <a:pt x="0" y="37689"/>
                    <a:pt x="5404" y="24642"/>
                    <a:pt x="15023" y="15023"/>
                  </a:cubicBezTo>
                  <a:cubicBezTo>
                    <a:pt x="24642" y="5404"/>
                    <a:pt x="37689" y="0"/>
                    <a:pt x="51292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8"/>
            <p:cNvSpPr txBox="1"/>
            <p:nvPr/>
          </p:nvSpPr>
          <p:spPr>
            <a:xfrm>
              <a:off x="0" y="-66675"/>
              <a:ext cx="1947893" cy="1451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 CheckBox es un control de selección múltiple que permite marcar o desmarcar opciones individuales. Cada CheckBox es independiente y se pueden seleccionar múltiples a la vez.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Uso Práctico: Ideal para preguntas de múltiples respuestas o selección de características adicionales, como preferencias de newsletter o suscripciones.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346" name="Google Shape;346;p8"/>
          <p:cNvSpPr/>
          <p:nvPr/>
        </p:nvSpPr>
        <p:spPr>
          <a:xfrm>
            <a:off x="10025222" y="5240936"/>
            <a:ext cx="3143154" cy="1896283"/>
          </a:xfrm>
          <a:custGeom>
            <a:rect b="b" l="l" r="r" t="t"/>
            <a:pathLst>
              <a:path extrusionOk="0" h="1896283" w="3143154">
                <a:moveTo>
                  <a:pt x="0" y="0"/>
                </a:moveTo>
                <a:lnTo>
                  <a:pt x="3143153" y="0"/>
                </a:lnTo>
                <a:lnTo>
                  <a:pt x="3143153" y="1896283"/>
                </a:lnTo>
                <a:lnTo>
                  <a:pt x="0" y="1896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p8"/>
          <p:cNvSpPr/>
          <p:nvPr/>
        </p:nvSpPr>
        <p:spPr>
          <a:xfrm>
            <a:off x="13829581" y="4892019"/>
            <a:ext cx="3479276" cy="1612998"/>
          </a:xfrm>
          <a:custGeom>
            <a:rect b="b" l="l" r="r" t="t"/>
            <a:pathLst>
              <a:path extrusionOk="0" h="1612998" w="3479276">
                <a:moveTo>
                  <a:pt x="0" y="0"/>
                </a:moveTo>
                <a:lnTo>
                  <a:pt x="3479276" y="0"/>
                </a:lnTo>
                <a:lnTo>
                  <a:pt x="3479276" y="1612998"/>
                </a:lnTo>
                <a:lnTo>
                  <a:pt x="0" y="1612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8"/>
          <p:cNvSpPr txBox="1"/>
          <p:nvPr/>
        </p:nvSpPr>
        <p:spPr>
          <a:xfrm>
            <a:off x="317044" y="1616834"/>
            <a:ext cx="7872195" cy="1515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BÁSICOS</a:t>
            </a:r>
            <a:endParaRPr/>
          </a:p>
        </p:txBody>
      </p:sp>
      <p:sp>
        <p:nvSpPr>
          <p:cNvPr id="349" name="Google Shape;349;p8"/>
          <p:cNvSpPr txBox="1"/>
          <p:nvPr/>
        </p:nvSpPr>
        <p:spPr>
          <a:xfrm>
            <a:off x="11596799" y="1855369"/>
            <a:ext cx="4465565" cy="1515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CHECKBOX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13C8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9"/>
          <p:cNvGrpSpPr/>
          <p:nvPr/>
        </p:nvGrpSpPr>
        <p:grpSpPr>
          <a:xfrm>
            <a:off x="9499102" y="3732675"/>
            <a:ext cx="8499112" cy="4709336"/>
            <a:chOff x="0" y="0"/>
            <a:chExt cx="2238449" cy="1240319"/>
          </a:xfrm>
        </p:grpSpPr>
        <p:sp>
          <p:nvSpPr>
            <p:cNvPr id="355" name="Google Shape;355;p9"/>
            <p:cNvSpPr/>
            <p:nvPr/>
          </p:nvSpPr>
          <p:spPr>
            <a:xfrm>
              <a:off x="0" y="0"/>
              <a:ext cx="2238449" cy="1240319"/>
            </a:xfrm>
            <a:custGeom>
              <a:rect b="b" l="l" r="r" t="t"/>
              <a:pathLst>
                <a:path extrusionOk="0" h="1240319" w="2238449">
                  <a:moveTo>
                    <a:pt x="46456" y="0"/>
                  </a:moveTo>
                  <a:lnTo>
                    <a:pt x="2191993" y="0"/>
                  </a:lnTo>
                  <a:cubicBezTo>
                    <a:pt x="2204314" y="0"/>
                    <a:pt x="2216130" y="4894"/>
                    <a:pt x="2224843" y="13607"/>
                  </a:cubicBezTo>
                  <a:cubicBezTo>
                    <a:pt x="2233555" y="22319"/>
                    <a:pt x="2238449" y="34135"/>
                    <a:pt x="2238449" y="46456"/>
                  </a:cubicBezTo>
                  <a:lnTo>
                    <a:pt x="2238449" y="1193862"/>
                  </a:lnTo>
                  <a:cubicBezTo>
                    <a:pt x="2238449" y="1206183"/>
                    <a:pt x="2233555" y="1218000"/>
                    <a:pt x="2224843" y="1226712"/>
                  </a:cubicBezTo>
                  <a:cubicBezTo>
                    <a:pt x="2216130" y="1235424"/>
                    <a:pt x="2204314" y="1240319"/>
                    <a:pt x="2191993" y="1240319"/>
                  </a:cubicBezTo>
                  <a:lnTo>
                    <a:pt x="46456" y="1240319"/>
                  </a:lnTo>
                  <a:cubicBezTo>
                    <a:pt x="34135" y="1240319"/>
                    <a:pt x="22319" y="1235424"/>
                    <a:pt x="13607" y="1226712"/>
                  </a:cubicBezTo>
                  <a:cubicBezTo>
                    <a:pt x="4894" y="1218000"/>
                    <a:pt x="0" y="1206183"/>
                    <a:pt x="0" y="1193862"/>
                  </a:cubicBezTo>
                  <a:lnTo>
                    <a:pt x="0" y="46456"/>
                  </a:lnTo>
                  <a:cubicBezTo>
                    <a:pt x="0" y="34135"/>
                    <a:pt x="4894" y="22319"/>
                    <a:pt x="13607" y="13607"/>
                  </a:cubicBezTo>
                  <a:cubicBezTo>
                    <a:pt x="22319" y="4894"/>
                    <a:pt x="34135" y="0"/>
                    <a:pt x="464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9"/>
            <p:cNvSpPr txBox="1"/>
            <p:nvPr/>
          </p:nvSpPr>
          <p:spPr>
            <a:xfrm>
              <a:off x="0" y="0"/>
              <a:ext cx="2238449" cy="1240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p9"/>
          <p:cNvSpPr/>
          <p:nvPr/>
        </p:nvSpPr>
        <p:spPr>
          <a:xfrm>
            <a:off x="-185970" y="5891813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8" name="Google Shape;358;p9"/>
          <p:cNvSpPr/>
          <p:nvPr/>
        </p:nvSpPr>
        <p:spPr>
          <a:xfrm flipH="1">
            <a:off x="1626131" y="6032413"/>
            <a:ext cx="335928" cy="313329"/>
          </a:xfrm>
          <a:custGeom>
            <a:rect b="b" l="l" r="r" t="t"/>
            <a:pathLst>
              <a:path extrusionOk="0" h="313329" w="335928">
                <a:moveTo>
                  <a:pt x="335928" y="0"/>
                </a:moveTo>
                <a:lnTo>
                  <a:pt x="0" y="0"/>
                </a:lnTo>
                <a:lnTo>
                  <a:pt x="0" y="313329"/>
                </a:lnTo>
                <a:lnTo>
                  <a:pt x="335928" y="313329"/>
                </a:lnTo>
                <a:lnTo>
                  <a:pt x="33592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59" name="Google Shape;35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14932" y="719461"/>
            <a:ext cx="744368" cy="33124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9"/>
          <p:cNvSpPr/>
          <p:nvPr/>
        </p:nvSpPr>
        <p:spPr>
          <a:xfrm>
            <a:off x="14000181" y="719461"/>
            <a:ext cx="2193866" cy="362985"/>
          </a:xfrm>
          <a:custGeom>
            <a:rect b="b" l="l" r="r" t="t"/>
            <a:pathLst>
              <a:path extrusionOk="0"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9"/>
          <p:cNvSpPr/>
          <p:nvPr/>
        </p:nvSpPr>
        <p:spPr>
          <a:xfrm>
            <a:off x="1028700" y="668737"/>
            <a:ext cx="1082363" cy="464432"/>
          </a:xfrm>
          <a:custGeom>
            <a:rect b="b" l="l" r="r" t="t"/>
            <a:pathLst>
              <a:path extrusionOk="0" h="464432" w="1082363">
                <a:moveTo>
                  <a:pt x="0" y="0"/>
                </a:moveTo>
                <a:lnTo>
                  <a:pt x="1082363" y="0"/>
                </a:lnTo>
                <a:lnTo>
                  <a:pt x="1082363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2" name="Google Shape;362;p9"/>
          <p:cNvGrpSpPr/>
          <p:nvPr/>
        </p:nvGrpSpPr>
        <p:grpSpPr>
          <a:xfrm>
            <a:off x="0" y="0"/>
            <a:ext cx="8506283" cy="10287000"/>
            <a:chOff x="0" y="0"/>
            <a:chExt cx="2240338" cy="2709333"/>
          </a:xfrm>
        </p:grpSpPr>
        <p:sp>
          <p:nvSpPr>
            <p:cNvPr id="363" name="Google Shape;363;p9"/>
            <p:cNvSpPr/>
            <p:nvPr/>
          </p:nvSpPr>
          <p:spPr>
            <a:xfrm>
              <a:off x="0" y="0"/>
              <a:ext cx="2240338" cy="2709333"/>
            </a:xfrm>
            <a:custGeom>
              <a:rect b="b" l="l" r="r" t="t"/>
              <a:pathLst>
                <a:path extrusionOk="0" h="2709333" w="2240338">
                  <a:moveTo>
                    <a:pt x="0" y="0"/>
                  </a:moveTo>
                  <a:lnTo>
                    <a:pt x="2240338" y="0"/>
                  </a:lnTo>
                  <a:lnTo>
                    <a:pt x="22403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</p:sp>
        <p:sp>
          <p:nvSpPr>
            <p:cNvPr id="364" name="Google Shape;364;p9"/>
            <p:cNvSpPr txBox="1"/>
            <p:nvPr/>
          </p:nvSpPr>
          <p:spPr>
            <a:xfrm>
              <a:off x="0" y="0"/>
              <a:ext cx="2240338" cy="2709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9"/>
          <p:cNvGrpSpPr/>
          <p:nvPr/>
        </p:nvGrpSpPr>
        <p:grpSpPr>
          <a:xfrm>
            <a:off x="2486381" y="588745"/>
            <a:ext cx="1211480" cy="624416"/>
            <a:chOff x="0" y="0"/>
            <a:chExt cx="1615307" cy="832554"/>
          </a:xfrm>
        </p:grpSpPr>
        <p:sp>
          <p:nvSpPr>
            <p:cNvPr id="366" name="Google Shape;366;p9"/>
            <p:cNvSpPr txBox="1"/>
            <p:nvPr/>
          </p:nvSpPr>
          <p:spPr>
            <a:xfrm>
              <a:off x="832555" y="19170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 rot="2775787">
              <a:off x="121853" y="121853"/>
              <a:ext cx="588848" cy="588848"/>
            </a:xfrm>
            <a:custGeom>
              <a:rect b="b" l="l" r="r" t="t"/>
              <a:pathLst>
                <a:path extrusionOk="0" h="588848" w="588848">
                  <a:moveTo>
                    <a:pt x="0" y="0"/>
                  </a:moveTo>
                  <a:lnTo>
                    <a:pt x="588848" y="0"/>
                  </a:lnTo>
                  <a:lnTo>
                    <a:pt x="588848" y="588848"/>
                  </a:lnTo>
                  <a:lnTo>
                    <a:pt x="0" y="588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368" name="Google Shape;368;p9"/>
          <p:cNvGrpSpPr/>
          <p:nvPr/>
        </p:nvGrpSpPr>
        <p:grpSpPr>
          <a:xfrm>
            <a:off x="5443716" y="729709"/>
            <a:ext cx="862336" cy="327152"/>
            <a:chOff x="0" y="0"/>
            <a:chExt cx="1149782" cy="436203"/>
          </a:xfrm>
        </p:grpSpPr>
        <p:sp>
          <p:nvSpPr>
            <p:cNvPr id="369" name="Google Shape;369;p9"/>
            <p:cNvSpPr txBox="1"/>
            <p:nvPr/>
          </p:nvSpPr>
          <p:spPr>
            <a:xfrm>
              <a:off x="367030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12</a:t>
              </a:r>
              <a:endParaRPr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0" y="20313"/>
              <a:ext cx="367030" cy="332329"/>
            </a:xfrm>
            <a:custGeom>
              <a:rect b="b" l="l" r="r" t="t"/>
              <a:pathLst>
                <a:path extrusionOk="0" h="332329" w="367030">
                  <a:moveTo>
                    <a:pt x="0" y="0"/>
                  </a:moveTo>
                  <a:lnTo>
                    <a:pt x="367030" y="0"/>
                  </a:lnTo>
                  <a:lnTo>
                    <a:pt x="367030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371" name="Google Shape;371;p9"/>
          <p:cNvGrpSpPr/>
          <p:nvPr/>
        </p:nvGrpSpPr>
        <p:grpSpPr>
          <a:xfrm>
            <a:off x="4115755" y="703945"/>
            <a:ext cx="908861" cy="327152"/>
            <a:chOff x="0" y="0"/>
            <a:chExt cx="1211815" cy="436203"/>
          </a:xfrm>
        </p:grpSpPr>
        <p:sp>
          <p:nvSpPr>
            <p:cNvPr id="372" name="Google Shape;372;p9"/>
            <p:cNvSpPr txBox="1"/>
            <p:nvPr/>
          </p:nvSpPr>
          <p:spPr>
            <a:xfrm>
              <a:off x="429063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07</a:t>
              </a: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0" y="58413"/>
              <a:ext cx="429063" cy="332329"/>
            </a:xfrm>
            <a:custGeom>
              <a:rect b="b" l="l" r="r" t="t"/>
              <a:pathLst>
                <a:path extrusionOk="0" h="332329" w="429063">
                  <a:moveTo>
                    <a:pt x="0" y="0"/>
                  </a:moveTo>
                  <a:lnTo>
                    <a:pt x="429063" y="0"/>
                  </a:lnTo>
                  <a:lnTo>
                    <a:pt x="429063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374" name="Google Shape;374;p9"/>
          <p:cNvGrpSpPr/>
          <p:nvPr/>
        </p:nvGrpSpPr>
        <p:grpSpPr>
          <a:xfrm>
            <a:off x="12659191" y="8659300"/>
            <a:ext cx="2442301" cy="1075648"/>
            <a:chOff x="0" y="-38100"/>
            <a:chExt cx="643240" cy="283298"/>
          </a:xfrm>
        </p:grpSpPr>
        <p:sp>
          <p:nvSpPr>
            <p:cNvPr id="375" name="Google Shape;375;p9"/>
            <p:cNvSpPr/>
            <p:nvPr/>
          </p:nvSpPr>
          <p:spPr>
            <a:xfrm>
              <a:off x="0" y="0"/>
              <a:ext cx="643240" cy="245198"/>
            </a:xfrm>
            <a:custGeom>
              <a:rect b="b" l="l" r="r" t="t"/>
              <a:pathLst>
                <a:path extrusionOk="0" h="245198" w="643240">
                  <a:moveTo>
                    <a:pt x="122599" y="0"/>
                  </a:moveTo>
                  <a:lnTo>
                    <a:pt x="520641" y="0"/>
                  </a:lnTo>
                  <a:cubicBezTo>
                    <a:pt x="588350" y="0"/>
                    <a:pt x="643240" y="54889"/>
                    <a:pt x="643240" y="122599"/>
                  </a:cubicBezTo>
                  <a:lnTo>
                    <a:pt x="643240" y="122599"/>
                  </a:lnTo>
                  <a:cubicBezTo>
                    <a:pt x="643240" y="190309"/>
                    <a:pt x="588350" y="245198"/>
                    <a:pt x="520641" y="245198"/>
                  </a:cubicBezTo>
                  <a:lnTo>
                    <a:pt x="122599" y="245198"/>
                  </a:lnTo>
                  <a:cubicBezTo>
                    <a:pt x="54889" y="245198"/>
                    <a:pt x="0" y="190309"/>
                    <a:pt x="0" y="122599"/>
                  </a:cubicBezTo>
                  <a:lnTo>
                    <a:pt x="0" y="122599"/>
                  </a:lnTo>
                  <a:cubicBezTo>
                    <a:pt x="0" y="54889"/>
                    <a:pt x="54889" y="0"/>
                    <a:pt x="122599" y="0"/>
                  </a:cubicBez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9"/>
            <p:cNvSpPr txBox="1"/>
            <p:nvPr/>
          </p:nvSpPr>
          <p:spPr>
            <a:xfrm>
              <a:off x="0" y="-38100"/>
              <a:ext cx="643240" cy="2832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Back to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Agenda Page</a:t>
              </a:r>
              <a:endParaRPr/>
            </a:p>
          </p:txBody>
        </p:sp>
      </p:grpSp>
      <p:grpSp>
        <p:nvGrpSpPr>
          <p:cNvPr id="377" name="Google Shape;377;p9"/>
          <p:cNvGrpSpPr/>
          <p:nvPr/>
        </p:nvGrpSpPr>
        <p:grpSpPr>
          <a:xfrm>
            <a:off x="417801" y="3216031"/>
            <a:ext cx="7395912" cy="5929904"/>
            <a:chOff x="0" y="-66675"/>
            <a:chExt cx="1947894" cy="1561785"/>
          </a:xfrm>
        </p:grpSpPr>
        <p:sp>
          <p:nvSpPr>
            <p:cNvPr id="378" name="Google Shape;378;p9"/>
            <p:cNvSpPr/>
            <p:nvPr/>
          </p:nvSpPr>
          <p:spPr>
            <a:xfrm>
              <a:off x="0" y="0"/>
              <a:ext cx="1947894" cy="1495110"/>
            </a:xfrm>
            <a:custGeom>
              <a:rect b="b" l="l" r="r" t="t"/>
              <a:pathLst>
                <a:path extrusionOk="0" h="1495110" w="1947894">
                  <a:moveTo>
                    <a:pt x="51292" y="0"/>
                  </a:moveTo>
                  <a:lnTo>
                    <a:pt x="1896601" y="0"/>
                  </a:lnTo>
                  <a:cubicBezTo>
                    <a:pt x="1910205" y="0"/>
                    <a:pt x="1923251" y="5404"/>
                    <a:pt x="1932870" y="15023"/>
                  </a:cubicBezTo>
                  <a:cubicBezTo>
                    <a:pt x="1942490" y="24642"/>
                    <a:pt x="1947894" y="37689"/>
                    <a:pt x="1947894" y="51292"/>
                  </a:cubicBezTo>
                  <a:lnTo>
                    <a:pt x="1947894" y="1443818"/>
                  </a:lnTo>
                  <a:cubicBezTo>
                    <a:pt x="1947894" y="1457422"/>
                    <a:pt x="1942490" y="1470468"/>
                    <a:pt x="1932870" y="1480087"/>
                  </a:cubicBezTo>
                  <a:cubicBezTo>
                    <a:pt x="1923251" y="1489706"/>
                    <a:pt x="1910205" y="1495110"/>
                    <a:pt x="1896601" y="1495110"/>
                  </a:cubicBezTo>
                  <a:lnTo>
                    <a:pt x="51292" y="1495110"/>
                  </a:lnTo>
                  <a:cubicBezTo>
                    <a:pt x="37689" y="1495110"/>
                    <a:pt x="24642" y="1489706"/>
                    <a:pt x="15023" y="1480087"/>
                  </a:cubicBezTo>
                  <a:cubicBezTo>
                    <a:pt x="5404" y="1470468"/>
                    <a:pt x="0" y="1457422"/>
                    <a:pt x="0" y="1443818"/>
                  </a:cubicBezTo>
                  <a:lnTo>
                    <a:pt x="0" y="51292"/>
                  </a:lnTo>
                  <a:cubicBezTo>
                    <a:pt x="0" y="37689"/>
                    <a:pt x="5404" y="24642"/>
                    <a:pt x="15023" y="15023"/>
                  </a:cubicBezTo>
                  <a:cubicBezTo>
                    <a:pt x="24642" y="5404"/>
                    <a:pt x="37689" y="0"/>
                    <a:pt x="51292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9"/>
            <p:cNvSpPr txBox="1"/>
            <p:nvPr/>
          </p:nvSpPr>
          <p:spPr>
            <a:xfrm>
              <a:off x="0" y="-66675"/>
              <a:ext cx="1947893" cy="15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 RadioButton es un control de selección única dentro de un grupo. Al seleccionar uno, se deselecciona automáticamente cualquier otro en el mismo grupo.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Uso Práctico: Perfecto para opciones exclusivas como seleccionar género, nivel de experiencia o tipo de plan en un formulario.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Diferencias : Solo permite una selección dentro del grupo, mientras que CheckBox permite varias selecciones.</a:t>
              </a:r>
              <a:endParaRPr/>
            </a:p>
          </p:txBody>
        </p:sp>
      </p:grpSp>
      <p:sp>
        <p:nvSpPr>
          <p:cNvPr id="380" name="Google Shape;380;p9"/>
          <p:cNvSpPr/>
          <p:nvPr/>
        </p:nvSpPr>
        <p:spPr>
          <a:xfrm>
            <a:off x="10236105" y="4626075"/>
            <a:ext cx="2983882" cy="2812676"/>
          </a:xfrm>
          <a:custGeom>
            <a:rect b="b" l="l" r="r" t="t"/>
            <a:pathLst>
              <a:path extrusionOk="0" h="2812676" w="2983882">
                <a:moveTo>
                  <a:pt x="0" y="0"/>
                </a:moveTo>
                <a:lnTo>
                  <a:pt x="2983882" y="0"/>
                </a:lnTo>
                <a:lnTo>
                  <a:pt x="2983882" y="2812675"/>
                </a:lnTo>
                <a:lnTo>
                  <a:pt x="0" y="2812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9"/>
          <p:cNvSpPr/>
          <p:nvPr/>
        </p:nvSpPr>
        <p:spPr>
          <a:xfrm>
            <a:off x="13880342" y="4996829"/>
            <a:ext cx="3299995" cy="1489229"/>
          </a:xfrm>
          <a:custGeom>
            <a:rect b="b" l="l" r="r" t="t"/>
            <a:pathLst>
              <a:path extrusionOk="0" h="1489229" w="3299995">
                <a:moveTo>
                  <a:pt x="0" y="0"/>
                </a:moveTo>
                <a:lnTo>
                  <a:pt x="3299995" y="0"/>
                </a:lnTo>
                <a:lnTo>
                  <a:pt x="3299995" y="1489228"/>
                </a:lnTo>
                <a:lnTo>
                  <a:pt x="0" y="1489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9"/>
          <p:cNvSpPr txBox="1"/>
          <p:nvPr/>
        </p:nvSpPr>
        <p:spPr>
          <a:xfrm>
            <a:off x="317044" y="1616834"/>
            <a:ext cx="7872195" cy="1515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BÁSICOS</a:t>
            </a:r>
            <a:endParaRPr/>
          </a:p>
        </p:txBody>
      </p:sp>
      <p:sp>
        <p:nvSpPr>
          <p:cNvPr id="383" name="Google Shape;383;p9"/>
          <p:cNvSpPr txBox="1"/>
          <p:nvPr/>
        </p:nvSpPr>
        <p:spPr>
          <a:xfrm>
            <a:off x="10757384" y="1855369"/>
            <a:ext cx="5982549" cy="1515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RADIO BUTTON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13C8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10"/>
          <p:cNvGrpSpPr/>
          <p:nvPr/>
        </p:nvGrpSpPr>
        <p:grpSpPr>
          <a:xfrm>
            <a:off x="9499102" y="3732675"/>
            <a:ext cx="8499112" cy="4709336"/>
            <a:chOff x="0" y="0"/>
            <a:chExt cx="2238449" cy="1240319"/>
          </a:xfrm>
        </p:grpSpPr>
        <p:sp>
          <p:nvSpPr>
            <p:cNvPr id="389" name="Google Shape;389;p10"/>
            <p:cNvSpPr/>
            <p:nvPr/>
          </p:nvSpPr>
          <p:spPr>
            <a:xfrm>
              <a:off x="0" y="0"/>
              <a:ext cx="2238449" cy="1240319"/>
            </a:xfrm>
            <a:custGeom>
              <a:rect b="b" l="l" r="r" t="t"/>
              <a:pathLst>
                <a:path extrusionOk="0" h="1240319" w="2238449">
                  <a:moveTo>
                    <a:pt x="46456" y="0"/>
                  </a:moveTo>
                  <a:lnTo>
                    <a:pt x="2191993" y="0"/>
                  </a:lnTo>
                  <a:cubicBezTo>
                    <a:pt x="2204314" y="0"/>
                    <a:pt x="2216130" y="4894"/>
                    <a:pt x="2224843" y="13607"/>
                  </a:cubicBezTo>
                  <a:cubicBezTo>
                    <a:pt x="2233555" y="22319"/>
                    <a:pt x="2238449" y="34135"/>
                    <a:pt x="2238449" y="46456"/>
                  </a:cubicBezTo>
                  <a:lnTo>
                    <a:pt x="2238449" y="1193862"/>
                  </a:lnTo>
                  <a:cubicBezTo>
                    <a:pt x="2238449" y="1206183"/>
                    <a:pt x="2233555" y="1218000"/>
                    <a:pt x="2224843" y="1226712"/>
                  </a:cubicBezTo>
                  <a:cubicBezTo>
                    <a:pt x="2216130" y="1235424"/>
                    <a:pt x="2204314" y="1240319"/>
                    <a:pt x="2191993" y="1240319"/>
                  </a:cubicBezTo>
                  <a:lnTo>
                    <a:pt x="46456" y="1240319"/>
                  </a:lnTo>
                  <a:cubicBezTo>
                    <a:pt x="34135" y="1240319"/>
                    <a:pt x="22319" y="1235424"/>
                    <a:pt x="13607" y="1226712"/>
                  </a:cubicBezTo>
                  <a:cubicBezTo>
                    <a:pt x="4894" y="1218000"/>
                    <a:pt x="0" y="1206183"/>
                    <a:pt x="0" y="1193862"/>
                  </a:cubicBezTo>
                  <a:lnTo>
                    <a:pt x="0" y="46456"/>
                  </a:lnTo>
                  <a:cubicBezTo>
                    <a:pt x="0" y="34135"/>
                    <a:pt x="4894" y="22319"/>
                    <a:pt x="13607" y="13607"/>
                  </a:cubicBezTo>
                  <a:cubicBezTo>
                    <a:pt x="22319" y="4894"/>
                    <a:pt x="34135" y="0"/>
                    <a:pt x="464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0"/>
            <p:cNvSpPr txBox="1"/>
            <p:nvPr/>
          </p:nvSpPr>
          <p:spPr>
            <a:xfrm>
              <a:off x="0" y="0"/>
              <a:ext cx="2238449" cy="1240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p10"/>
          <p:cNvSpPr/>
          <p:nvPr/>
        </p:nvSpPr>
        <p:spPr>
          <a:xfrm>
            <a:off x="-185970" y="5891813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2" name="Google Shape;392;p10"/>
          <p:cNvSpPr/>
          <p:nvPr/>
        </p:nvSpPr>
        <p:spPr>
          <a:xfrm flipH="1">
            <a:off x="1626131" y="6032413"/>
            <a:ext cx="335928" cy="313329"/>
          </a:xfrm>
          <a:custGeom>
            <a:rect b="b" l="l" r="r" t="t"/>
            <a:pathLst>
              <a:path extrusionOk="0" h="313329" w="335928">
                <a:moveTo>
                  <a:pt x="335928" y="0"/>
                </a:moveTo>
                <a:lnTo>
                  <a:pt x="0" y="0"/>
                </a:lnTo>
                <a:lnTo>
                  <a:pt x="0" y="313329"/>
                </a:lnTo>
                <a:lnTo>
                  <a:pt x="335928" y="313329"/>
                </a:lnTo>
                <a:lnTo>
                  <a:pt x="33592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93" name="Google Shape;39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14932" y="719461"/>
            <a:ext cx="744368" cy="331244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0"/>
          <p:cNvSpPr/>
          <p:nvPr/>
        </p:nvSpPr>
        <p:spPr>
          <a:xfrm>
            <a:off x="14000181" y="719461"/>
            <a:ext cx="2193866" cy="362985"/>
          </a:xfrm>
          <a:custGeom>
            <a:rect b="b" l="l" r="r" t="t"/>
            <a:pathLst>
              <a:path extrusionOk="0"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5" name="Google Shape;395;p10"/>
          <p:cNvSpPr/>
          <p:nvPr/>
        </p:nvSpPr>
        <p:spPr>
          <a:xfrm>
            <a:off x="1028700" y="668737"/>
            <a:ext cx="1082363" cy="464432"/>
          </a:xfrm>
          <a:custGeom>
            <a:rect b="b" l="l" r="r" t="t"/>
            <a:pathLst>
              <a:path extrusionOk="0" h="464432" w="1082363">
                <a:moveTo>
                  <a:pt x="0" y="0"/>
                </a:moveTo>
                <a:lnTo>
                  <a:pt x="1082363" y="0"/>
                </a:lnTo>
                <a:lnTo>
                  <a:pt x="1082363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6" name="Google Shape;396;p10"/>
          <p:cNvGrpSpPr/>
          <p:nvPr/>
        </p:nvGrpSpPr>
        <p:grpSpPr>
          <a:xfrm>
            <a:off x="0" y="0"/>
            <a:ext cx="8506283" cy="10287000"/>
            <a:chOff x="0" y="0"/>
            <a:chExt cx="2240338" cy="2709333"/>
          </a:xfrm>
        </p:grpSpPr>
        <p:sp>
          <p:nvSpPr>
            <p:cNvPr id="397" name="Google Shape;397;p10"/>
            <p:cNvSpPr/>
            <p:nvPr/>
          </p:nvSpPr>
          <p:spPr>
            <a:xfrm>
              <a:off x="0" y="0"/>
              <a:ext cx="2240338" cy="2709333"/>
            </a:xfrm>
            <a:custGeom>
              <a:rect b="b" l="l" r="r" t="t"/>
              <a:pathLst>
                <a:path extrusionOk="0" h="2709333" w="2240338">
                  <a:moveTo>
                    <a:pt x="0" y="0"/>
                  </a:moveTo>
                  <a:lnTo>
                    <a:pt x="2240338" y="0"/>
                  </a:lnTo>
                  <a:lnTo>
                    <a:pt x="22403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</p:sp>
        <p:sp>
          <p:nvSpPr>
            <p:cNvPr id="398" name="Google Shape;398;p10"/>
            <p:cNvSpPr txBox="1"/>
            <p:nvPr/>
          </p:nvSpPr>
          <p:spPr>
            <a:xfrm>
              <a:off x="0" y="0"/>
              <a:ext cx="2240338" cy="2709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10"/>
          <p:cNvGrpSpPr/>
          <p:nvPr/>
        </p:nvGrpSpPr>
        <p:grpSpPr>
          <a:xfrm>
            <a:off x="2486381" y="588745"/>
            <a:ext cx="1211480" cy="624416"/>
            <a:chOff x="0" y="0"/>
            <a:chExt cx="1615307" cy="832554"/>
          </a:xfrm>
        </p:grpSpPr>
        <p:sp>
          <p:nvSpPr>
            <p:cNvPr id="400" name="Google Shape;400;p10"/>
            <p:cNvSpPr txBox="1"/>
            <p:nvPr/>
          </p:nvSpPr>
          <p:spPr>
            <a:xfrm>
              <a:off x="832555" y="19170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  <a:endParaRPr/>
            </a:p>
          </p:txBody>
        </p:sp>
        <p:sp>
          <p:nvSpPr>
            <p:cNvPr id="401" name="Google Shape;401;p10"/>
            <p:cNvSpPr/>
            <p:nvPr/>
          </p:nvSpPr>
          <p:spPr>
            <a:xfrm rot="2775787">
              <a:off x="121853" y="121853"/>
              <a:ext cx="588848" cy="588848"/>
            </a:xfrm>
            <a:custGeom>
              <a:rect b="b" l="l" r="r" t="t"/>
              <a:pathLst>
                <a:path extrusionOk="0" h="588848" w="588848">
                  <a:moveTo>
                    <a:pt x="0" y="0"/>
                  </a:moveTo>
                  <a:lnTo>
                    <a:pt x="588848" y="0"/>
                  </a:lnTo>
                  <a:lnTo>
                    <a:pt x="588848" y="588848"/>
                  </a:lnTo>
                  <a:lnTo>
                    <a:pt x="0" y="588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402" name="Google Shape;402;p10"/>
          <p:cNvGrpSpPr/>
          <p:nvPr/>
        </p:nvGrpSpPr>
        <p:grpSpPr>
          <a:xfrm>
            <a:off x="5443716" y="729709"/>
            <a:ext cx="862336" cy="327152"/>
            <a:chOff x="0" y="0"/>
            <a:chExt cx="1149782" cy="436203"/>
          </a:xfrm>
        </p:grpSpPr>
        <p:sp>
          <p:nvSpPr>
            <p:cNvPr id="403" name="Google Shape;403;p10"/>
            <p:cNvSpPr txBox="1"/>
            <p:nvPr/>
          </p:nvSpPr>
          <p:spPr>
            <a:xfrm>
              <a:off x="367030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12</a:t>
              </a:r>
              <a:endParaRPr/>
            </a:p>
          </p:txBody>
        </p:sp>
        <p:sp>
          <p:nvSpPr>
            <p:cNvPr id="404" name="Google Shape;404;p10"/>
            <p:cNvSpPr/>
            <p:nvPr/>
          </p:nvSpPr>
          <p:spPr>
            <a:xfrm>
              <a:off x="0" y="20313"/>
              <a:ext cx="367030" cy="332329"/>
            </a:xfrm>
            <a:custGeom>
              <a:rect b="b" l="l" r="r" t="t"/>
              <a:pathLst>
                <a:path extrusionOk="0" h="332329" w="367030">
                  <a:moveTo>
                    <a:pt x="0" y="0"/>
                  </a:moveTo>
                  <a:lnTo>
                    <a:pt x="367030" y="0"/>
                  </a:lnTo>
                  <a:lnTo>
                    <a:pt x="367030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405" name="Google Shape;405;p10"/>
          <p:cNvGrpSpPr/>
          <p:nvPr/>
        </p:nvGrpSpPr>
        <p:grpSpPr>
          <a:xfrm>
            <a:off x="4115755" y="703945"/>
            <a:ext cx="908861" cy="327152"/>
            <a:chOff x="0" y="0"/>
            <a:chExt cx="1211815" cy="436203"/>
          </a:xfrm>
        </p:grpSpPr>
        <p:sp>
          <p:nvSpPr>
            <p:cNvPr id="406" name="Google Shape;406;p10"/>
            <p:cNvSpPr txBox="1"/>
            <p:nvPr/>
          </p:nvSpPr>
          <p:spPr>
            <a:xfrm>
              <a:off x="429063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07</a:t>
              </a:r>
              <a:endParaRPr/>
            </a:p>
          </p:txBody>
        </p:sp>
        <p:sp>
          <p:nvSpPr>
            <p:cNvPr id="407" name="Google Shape;407;p10"/>
            <p:cNvSpPr/>
            <p:nvPr/>
          </p:nvSpPr>
          <p:spPr>
            <a:xfrm>
              <a:off x="0" y="58413"/>
              <a:ext cx="429063" cy="332329"/>
            </a:xfrm>
            <a:custGeom>
              <a:rect b="b" l="l" r="r" t="t"/>
              <a:pathLst>
                <a:path extrusionOk="0" h="332329" w="429063">
                  <a:moveTo>
                    <a:pt x="0" y="0"/>
                  </a:moveTo>
                  <a:lnTo>
                    <a:pt x="429063" y="0"/>
                  </a:lnTo>
                  <a:lnTo>
                    <a:pt x="429063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408" name="Google Shape;408;p10"/>
          <p:cNvGrpSpPr/>
          <p:nvPr/>
        </p:nvGrpSpPr>
        <p:grpSpPr>
          <a:xfrm>
            <a:off x="12659191" y="8659300"/>
            <a:ext cx="2442301" cy="1075648"/>
            <a:chOff x="0" y="-38100"/>
            <a:chExt cx="643240" cy="283298"/>
          </a:xfrm>
        </p:grpSpPr>
        <p:sp>
          <p:nvSpPr>
            <p:cNvPr id="409" name="Google Shape;409;p10"/>
            <p:cNvSpPr/>
            <p:nvPr/>
          </p:nvSpPr>
          <p:spPr>
            <a:xfrm>
              <a:off x="0" y="0"/>
              <a:ext cx="643240" cy="245198"/>
            </a:xfrm>
            <a:custGeom>
              <a:rect b="b" l="l" r="r" t="t"/>
              <a:pathLst>
                <a:path extrusionOk="0" h="245198" w="643240">
                  <a:moveTo>
                    <a:pt x="122599" y="0"/>
                  </a:moveTo>
                  <a:lnTo>
                    <a:pt x="520641" y="0"/>
                  </a:lnTo>
                  <a:cubicBezTo>
                    <a:pt x="588350" y="0"/>
                    <a:pt x="643240" y="54889"/>
                    <a:pt x="643240" y="122599"/>
                  </a:cubicBezTo>
                  <a:lnTo>
                    <a:pt x="643240" y="122599"/>
                  </a:lnTo>
                  <a:cubicBezTo>
                    <a:pt x="643240" y="190309"/>
                    <a:pt x="588350" y="245198"/>
                    <a:pt x="520641" y="245198"/>
                  </a:cubicBezTo>
                  <a:lnTo>
                    <a:pt x="122599" y="245198"/>
                  </a:lnTo>
                  <a:cubicBezTo>
                    <a:pt x="54889" y="245198"/>
                    <a:pt x="0" y="190309"/>
                    <a:pt x="0" y="122599"/>
                  </a:cubicBezTo>
                  <a:lnTo>
                    <a:pt x="0" y="122599"/>
                  </a:lnTo>
                  <a:cubicBezTo>
                    <a:pt x="0" y="54889"/>
                    <a:pt x="54889" y="0"/>
                    <a:pt x="122599" y="0"/>
                  </a:cubicBez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0"/>
            <p:cNvSpPr txBox="1"/>
            <p:nvPr/>
          </p:nvSpPr>
          <p:spPr>
            <a:xfrm>
              <a:off x="0" y="-38100"/>
              <a:ext cx="643240" cy="2832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Back to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Agenda Page</a:t>
              </a:r>
              <a:endParaRPr/>
            </a:p>
          </p:txBody>
        </p:sp>
      </p:grpSp>
      <p:grpSp>
        <p:nvGrpSpPr>
          <p:cNvPr id="411" name="Google Shape;411;p10"/>
          <p:cNvGrpSpPr/>
          <p:nvPr/>
        </p:nvGrpSpPr>
        <p:grpSpPr>
          <a:xfrm>
            <a:off x="417801" y="3216031"/>
            <a:ext cx="7395912" cy="5058914"/>
            <a:chOff x="0" y="-66675"/>
            <a:chExt cx="1947894" cy="1332389"/>
          </a:xfrm>
        </p:grpSpPr>
        <p:sp>
          <p:nvSpPr>
            <p:cNvPr id="412" name="Google Shape;412;p10"/>
            <p:cNvSpPr/>
            <p:nvPr/>
          </p:nvSpPr>
          <p:spPr>
            <a:xfrm>
              <a:off x="0" y="0"/>
              <a:ext cx="1947894" cy="1265714"/>
            </a:xfrm>
            <a:custGeom>
              <a:rect b="b" l="l" r="r" t="t"/>
              <a:pathLst>
                <a:path extrusionOk="0" h="1265714" w="1947894">
                  <a:moveTo>
                    <a:pt x="51292" y="0"/>
                  </a:moveTo>
                  <a:lnTo>
                    <a:pt x="1896601" y="0"/>
                  </a:lnTo>
                  <a:cubicBezTo>
                    <a:pt x="1910205" y="0"/>
                    <a:pt x="1923251" y="5404"/>
                    <a:pt x="1932870" y="15023"/>
                  </a:cubicBezTo>
                  <a:cubicBezTo>
                    <a:pt x="1942490" y="24642"/>
                    <a:pt x="1947894" y="37689"/>
                    <a:pt x="1947894" y="51292"/>
                  </a:cubicBezTo>
                  <a:lnTo>
                    <a:pt x="1947894" y="1214421"/>
                  </a:lnTo>
                  <a:cubicBezTo>
                    <a:pt x="1947894" y="1228025"/>
                    <a:pt x="1942490" y="1241071"/>
                    <a:pt x="1932870" y="1250691"/>
                  </a:cubicBezTo>
                  <a:cubicBezTo>
                    <a:pt x="1923251" y="1260310"/>
                    <a:pt x="1910205" y="1265714"/>
                    <a:pt x="1896601" y="1265714"/>
                  </a:cubicBezTo>
                  <a:lnTo>
                    <a:pt x="51292" y="1265714"/>
                  </a:lnTo>
                  <a:cubicBezTo>
                    <a:pt x="37689" y="1265714"/>
                    <a:pt x="24642" y="1260310"/>
                    <a:pt x="15023" y="1250691"/>
                  </a:cubicBezTo>
                  <a:cubicBezTo>
                    <a:pt x="5404" y="1241071"/>
                    <a:pt x="0" y="1228025"/>
                    <a:pt x="0" y="1214421"/>
                  </a:cubicBezTo>
                  <a:lnTo>
                    <a:pt x="0" y="51292"/>
                  </a:lnTo>
                  <a:cubicBezTo>
                    <a:pt x="0" y="37689"/>
                    <a:pt x="5404" y="24642"/>
                    <a:pt x="15023" y="15023"/>
                  </a:cubicBezTo>
                  <a:cubicBezTo>
                    <a:pt x="24642" y="5404"/>
                    <a:pt x="37689" y="0"/>
                    <a:pt x="51292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0"/>
            <p:cNvSpPr txBox="1"/>
            <p:nvPr/>
          </p:nvSpPr>
          <p:spPr>
            <a:xfrm>
              <a:off x="0" y="-66675"/>
              <a:ext cx="1947893" cy="13323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 ListBox es un control que muestra una lista de elementos entre los que el usuario puede seleccionar uno o varios.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Uso Práctico: Ideal para listas largas de opciones, como una lista de países, categorías de productos o temas de interés.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414" name="Google Shape;414;p10"/>
          <p:cNvSpPr/>
          <p:nvPr/>
        </p:nvSpPr>
        <p:spPr>
          <a:xfrm>
            <a:off x="9962502" y="3962491"/>
            <a:ext cx="3020101" cy="3802091"/>
          </a:xfrm>
          <a:custGeom>
            <a:rect b="b" l="l" r="r" t="t"/>
            <a:pathLst>
              <a:path extrusionOk="0" h="3802091" w="3020101">
                <a:moveTo>
                  <a:pt x="0" y="0"/>
                </a:moveTo>
                <a:lnTo>
                  <a:pt x="3020101" y="0"/>
                </a:lnTo>
                <a:lnTo>
                  <a:pt x="3020101" y="3802092"/>
                </a:lnTo>
                <a:lnTo>
                  <a:pt x="0" y="3802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5" name="Google Shape;415;p10"/>
          <p:cNvSpPr/>
          <p:nvPr/>
        </p:nvSpPr>
        <p:spPr>
          <a:xfrm>
            <a:off x="13442165" y="4849532"/>
            <a:ext cx="4295725" cy="2365762"/>
          </a:xfrm>
          <a:custGeom>
            <a:rect b="b" l="l" r="r" t="t"/>
            <a:pathLst>
              <a:path extrusionOk="0" h="2365762" w="4295725">
                <a:moveTo>
                  <a:pt x="0" y="0"/>
                </a:moveTo>
                <a:lnTo>
                  <a:pt x="4295725" y="0"/>
                </a:lnTo>
                <a:lnTo>
                  <a:pt x="4295725" y="2365762"/>
                </a:lnTo>
                <a:lnTo>
                  <a:pt x="0" y="23657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6" name="Google Shape;416;p10"/>
          <p:cNvSpPr txBox="1"/>
          <p:nvPr/>
        </p:nvSpPr>
        <p:spPr>
          <a:xfrm>
            <a:off x="317044" y="1616834"/>
            <a:ext cx="7872195" cy="1515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BÁSICOS</a:t>
            </a:r>
            <a:endParaRPr/>
          </a:p>
        </p:txBody>
      </p:sp>
      <p:sp>
        <p:nvSpPr>
          <p:cNvPr id="417" name="Google Shape;417;p10"/>
          <p:cNvSpPr txBox="1"/>
          <p:nvPr/>
        </p:nvSpPr>
        <p:spPr>
          <a:xfrm>
            <a:off x="10757384" y="1855369"/>
            <a:ext cx="5982549" cy="1515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LISTBOX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13C8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11"/>
          <p:cNvGrpSpPr/>
          <p:nvPr/>
        </p:nvGrpSpPr>
        <p:grpSpPr>
          <a:xfrm>
            <a:off x="9499102" y="3732675"/>
            <a:ext cx="8499112" cy="4709336"/>
            <a:chOff x="0" y="0"/>
            <a:chExt cx="2238449" cy="1240319"/>
          </a:xfrm>
        </p:grpSpPr>
        <p:sp>
          <p:nvSpPr>
            <p:cNvPr id="423" name="Google Shape;423;p11"/>
            <p:cNvSpPr/>
            <p:nvPr/>
          </p:nvSpPr>
          <p:spPr>
            <a:xfrm>
              <a:off x="0" y="0"/>
              <a:ext cx="2238449" cy="1240319"/>
            </a:xfrm>
            <a:custGeom>
              <a:rect b="b" l="l" r="r" t="t"/>
              <a:pathLst>
                <a:path extrusionOk="0" h="1240319" w="2238449">
                  <a:moveTo>
                    <a:pt x="46456" y="0"/>
                  </a:moveTo>
                  <a:lnTo>
                    <a:pt x="2191993" y="0"/>
                  </a:lnTo>
                  <a:cubicBezTo>
                    <a:pt x="2204314" y="0"/>
                    <a:pt x="2216130" y="4894"/>
                    <a:pt x="2224843" y="13607"/>
                  </a:cubicBezTo>
                  <a:cubicBezTo>
                    <a:pt x="2233555" y="22319"/>
                    <a:pt x="2238449" y="34135"/>
                    <a:pt x="2238449" y="46456"/>
                  </a:cubicBezTo>
                  <a:lnTo>
                    <a:pt x="2238449" y="1193862"/>
                  </a:lnTo>
                  <a:cubicBezTo>
                    <a:pt x="2238449" y="1206183"/>
                    <a:pt x="2233555" y="1218000"/>
                    <a:pt x="2224843" y="1226712"/>
                  </a:cubicBezTo>
                  <a:cubicBezTo>
                    <a:pt x="2216130" y="1235424"/>
                    <a:pt x="2204314" y="1240319"/>
                    <a:pt x="2191993" y="1240319"/>
                  </a:cubicBezTo>
                  <a:lnTo>
                    <a:pt x="46456" y="1240319"/>
                  </a:lnTo>
                  <a:cubicBezTo>
                    <a:pt x="34135" y="1240319"/>
                    <a:pt x="22319" y="1235424"/>
                    <a:pt x="13607" y="1226712"/>
                  </a:cubicBezTo>
                  <a:cubicBezTo>
                    <a:pt x="4894" y="1218000"/>
                    <a:pt x="0" y="1206183"/>
                    <a:pt x="0" y="1193862"/>
                  </a:cubicBezTo>
                  <a:lnTo>
                    <a:pt x="0" y="46456"/>
                  </a:lnTo>
                  <a:cubicBezTo>
                    <a:pt x="0" y="34135"/>
                    <a:pt x="4894" y="22319"/>
                    <a:pt x="13607" y="13607"/>
                  </a:cubicBezTo>
                  <a:cubicBezTo>
                    <a:pt x="22319" y="4894"/>
                    <a:pt x="34135" y="0"/>
                    <a:pt x="464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1"/>
            <p:cNvSpPr txBox="1"/>
            <p:nvPr/>
          </p:nvSpPr>
          <p:spPr>
            <a:xfrm>
              <a:off x="0" y="0"/>
              <a:ext cx="2238449" cy="1240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p11"/>
          <p:cNvSpPr/>
          <p:nvPr/>
        </p:nvSpPr>
        <p:spPr>
          <a:xfrm>
            <a:off x="-185970" y="5891813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6" name="Google Shape;426;p11"/>
          <p:cNvSpPr/>
          <p:nvPr/>
        </p:nvSpPr>
        <p:spPr>
          <a:xfrm flipH="1">
            <a:off x="1626131" y="6032413"/>
            <a:ext cx="335928" cy="313329"/>
          </a:xfrm>
          <a:custGeom>
            <a:rect b="b" l="l" r="r" t="t"/>
            <a:pathLst>
              <a:path extrusionOk="0" h="313329" w="335928">
                <a:moveTo>
                  <a:pt x="335928" y="0"/>
                </a:moveTo>
                <a:lnTo>
                  <a:pt x="0" y="0"/>
                </a:lnTo>
                <a:lnTo>
                  <a:pt x="0" y="313329"/>
                </a:lnTo>
                <a:lnTo>
                  <a:pt x="335928" y="313329"/>
                </a:lnTo>
                <a:lnTo>
                  <a:pt x="33592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27" name="Google Shape;42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14932" y="719461"/>
            <a:ext cx="744368" cy="331244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1"/>
          <p:cNvSpPr/>
          <p:nvPr/>
        </p:nvSpPr>
        <p:spPr>
          <a:xfrm>
            <a:off x="14000181" y="719461"/>
            <a:ext cx="2193866" cy="362985"/>
          </a:xfrm>
          <a:custGeom>
            <a:rect b="b" l="l" r="r" t="t"/>
            <a:pathLst>
              <a:path extrusionOk="0"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9" name="Google Shape;429;p11"/>
          <p:cNvSpPr/>
          <p:nvPr/>
        </p:nvSpPr>
        <p:spPr>
          <a:xfrm>
            <a:off x="1028700" y="668737"/>
            <a:ext cx="1082363" cy="464432"/>
          </a:xfrm>
          <a:custGeom>
            <a:rect b="b" l="l" r="r" t="t"/>
            <a:pathLst>
              <a:path extrusionOk="0" h="464432" w="1082363">
                <a:moveTo>
                  <a:pt x="0" y="0"/>
                </a:moveTo>
                <a:lnTo>
                  <a:pt x="1082363" y="0"/>
                </a:lnTo>
                <a:lnTo>
                  <a:pt x="1082363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0" name="Google Shape;430;p11"/>
          <p:cNvGrpSpPr/>
          <p:nvPr/>
        </p:nvGrpSpPr>
        <p:grpSpPr>
          <a:xfrm>
            <a:off x="0" y="0"/>
            <a:ext cx="8506283" cy="10287000"/>
            <a:chOff x="0" y="0"/>
            <a:chExt cx="2240338" cy="2709333"/>
          </a:xfrm>
        </p:grpSpPr>
        <p:sp>
          <p:nvSpPr>
            <p:cNvPr id="431" name="Google Shape;431;p11"/>
            <p:cNvSpPr/>
            <p:nvPr/>
          </p:nvSpPr>
          <p:spPr>
            <a:xfrm>
              <a:off x="0" y="0"/>
              <a:ext cx="2240338" cy="2709333"/>
            </a:xfrm>
            <a:custGeom>
              <a:rect b="b" l="l" r="r" t="t"/>
              <a:pathLst>
                <a:path extrusionOk="0" h="2709333" w="2240338">
                  <a:moveTo>
                    <a:pt x="0" y="0"/>
                  </a:moveTo>
                  <a:lnTo>
                    <a:pt x="2240338" y="0"/>
                  </a:lnTo>
                  <a:lnTo>
                    <a:pt x="22403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</p:sp>
        <p:sp>
          <p:nvSpPr>
            <p:cNvPr id="432" name="Google Shape;432;p11"/>
            <p:cNvSpPr txBox="1"/>
            <p:nvPr/>
          </p:nvSpPr>
          <p:spPr>
            <a:xfrm>
              <a:off x="0" y="0"/>
              <a:ext cx="2240338" cy="2709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433;p11"/>
          <p:cNvGrpSpPr/>
          <p:nvPr/>
        </p:nvGrpSpPr>
        <p:grpSpPr>
          <a:xfrm>
            <a:off x="2486381" y="588745"/>
            <a:ext cx="1211480" cy="624416"/>
            <a:chOff x="0" y="0"/>
            <a:chExt cx="1615307" cy="832554"/>
          </a:xfrm>
        </p:grpSpPr>
        <p:sp>
          <p:nvSpPr>
            <p:cNvPr id="434" name="Google Shape;434;p11"/>
            <p:cNvSpPr txBox="1"/>
            <p:nvPr/>
          </p:nvSpPr>
          <p:spPr>
            <a:xfrm>
              <a:off x="832555" y="19170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  <a:endParaRPr/>
            </a:p>
          </p:txBody>
        </p:sp>
        <p:sp>
          <p:nvSpPr>
            <p:cNvPr id="435" name="Google Shape;435;p11"/>
            <p:cNvSpPr/>
            <p:nvPr/>
          </p:nvSpPr>
          <p:spPr>
            <a:xfrm rot="2775787">
              <a:off x="121853" y="121853"/>
              <a:ext cx="588848" cy="588848"/>
            </a:xfrm>
            <a:custGeom>
              <a:rect b="b" l="l" r="r" t="t"/>
              <a:pathLst>
                <a:path extrusionOk="0" h="588848" w="588848">
                  <a:moveTo>
                    <a:pt x="0" y="0"/>
                  </a:moveTo>
                  <a:lnTo>
                    <a:pt x="588848" y="0"/>
                  </a:lnTo>
                  <a:lnTo>
                    <a:pt x="588848" y="588848"/>
                  </a:lnTo>
                  <a:lnTo>
                    <a:pt x="0" y="5888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436" name="Google Shape;436;p11"/>
          <p:cNvGrpSpPr/>
          <p:nvPr/>
        </p:nvGrpSpPr>
        <p:grpSpPr>
          <a:xfrm>
            <a:off x="5443716" y="729709"/>
            <a:ext cx="862336" cy="327152"/>
            <a:chOff x="0" y="0"/>
            <a:chExt cx="1149782" cy="436203"/>
          </a:xfrm>
        </p:grpSpPr>
        <p:sp>
          <p:nvSpPr>
            <p:cNvPr id="437" name="Google Shape;437;p11"/>
            <p:cNvSpPr txBox="1"/>
            <p:nvPr/>
          </p:nvSpPr>
          <p:spPr>
            <a:xfrm>
              <a:off x="367030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12</a:t>
              </a:r>
              <a:endParaRPr/>
            </a:p>
          </p:txBody>
        </p:sp>
        <p:sp>
          <p:nvSpPr>
            <p:cNvPr id="438" name="Google Shape;438;p11"/>
            <p:cNvSpPr/>
            <p:nvPr/>
          </p:nvSpPr>
          <p:spPr>
            <a:xfrm>
              <a:off x="0" y="20313"/>
              <a:ext cx="367030" cy="332329"/>
            </a:xfrm>
            <a:custGeom>
              <a:rect b="b" l="l" r="r" t="t"/>
              <a:pathLst>
                <a:path extrusionOk="0" h="332329" w="367030">
                  <a:moveTo>
                    <a:pt x="0" y="0"/>
                  </a:moveTo>
                  <a:lnTo>
                    <a:pt x="367030" y="0"/>
                  </a:lnTo>
                  <a:lnTo>
                    <a:pt x="367030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439" name="Google Shape;439;p11"/>
          <p:cNvGrpSpPr/>
          <p:nvPr/>
        </p:nvGrpSpPr>
        <p:grpSpPr>
          <a:xfrm>
            <a:off x="4115755" y="703945"/>
            <a:ext cx="908861" cy="327152"/>
            <a:chOff x="0" y="0"/>
            <a:chExt cx="1211815" cy="436203"/>
          </a:xfrm>
        </p:grpSpPr>
        <p:sp>
          <p:nvSpPr>
            <p:cNvPr id="440" name="Google Shape;440;p11"/>
            <p:cNvSpPr txBox="1"/>
            <p:nvPr/>
          </p:nvSpPr>
          <p:spPr>
            <a:xfrm>
              <a:off x="429063" y="0"/>
              <a:ext cx="782752" cy="436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07</a:t>
              </a:r>
              <a:endParaRPr/>
            </a:p>
          </p:txBody>
        </p:sp>
        <p:sp>
          <p:nvSpPr>
            <p:cNvPr id="441" name="Google Shape;441;p11"/>
            <p:cNvSpPr/>
            <p:nvPr/>
          </p:nvSpPr>
          <p:spPr>
            <a:xfrm>
              <a:off x="0" y="58413"/>
              <a:ext cx="429063" cy="332329"/>
            </a:xfrm>
            <a:custGeom>
              <a:rect b="b" l="l" r="r" t="t"/>
              <a:pathLst>
                <a:path extrusionOk="0" h="332329" w="429063">
                  <a:moveTo>
                    <a:pt x="0" y="0"/>
                  </a:moveTo>
                  <a:lnTo>
                    <a:pt x="429063" y="0"/>
                  </a:lnTo>
                  <a:lnTo>
                    <a:pt x="429063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442" name="Google Shape;442;p11"/>
          <p:cNvGrpSpPr/>
          <p:nvPr/>
        </p:nvGrpSpPr>
        <p:grpSpPr>
          <a:xfrm>
            <a:off x="12659191" y="8659300"/>
            <a:ext cx="2442301" cy="1075648"/>
            <a:chOff x="0" y="-38100"/>
            <a:chExt cx="643240" cy="283298"/>
          </a:xfrm>
        </p:grpSpPr>
        <p:sp>
          <p:nvSpPr>
            <p:cNvPr id="443" name="Google Shape;443;p11"/>
            <p:cNvSpPr/>
            <p:nvPr/>
          </p:nvSpPr>
          <p:spPr>
            <a:xfrm>
              <a:off x="0" y="0"/>
              <a:ext cx="643240" cy="245198"/>
            </a:xfrm>
            <a:custGeom>
              <a:rect b="b" l="l" r="r" t="t"/>
              <a:pathLst>
                <a:path extrusionOk="0" h="245198" w="643240">
                  <a:moveTo>
                    <a:pt x="122599" y="0"/>
                  </a:moveTo>
                  <a:lnTo>
                    <a:pt x="520641" y="0"/>
                  </a:lnTo>
                  <a:cubicBezTo>
                    <a:pt x="588350" y="0"/>
                    <a:pt x="643240" y="54889"/>
                    <a:pt x="643240" y="122599"/>
                  </a:cubicBezTo>
                  <a:lnTo>
                    <a:pt x="643240" y="122599"/>
                  </a:lnTo>
                  <a:cubicBezTo>
                    <a:pt x="643240" y="190309"/>
                    <a:pt x="588350" y="245198"/>
                    <a:pt x="520641" y="245198"/>
                  </a:cubicBezTo>
                  <a:lnTo>
                    <a:pt x="122599" y="245198"/>
                  </a:lnTo>
                  <a:cubicBezTo>
                    <a:pt x="54889" y="245198"/>
                    <a:pt x="0" y="190309"/>
                    <a:pt x="0" y="122599"/>
                  </a:cubicBezTo>
                  <a:lnTo>
                    <a:pt x="0" y="122599"/>
                  </a:lnTo>
                  <a:cubicBezTo>
                    <a:pt x="0" y="54889"/>
                    <a:pt x="54889" y="0"/>
                    <a:pt x="122599" y="0"/>
                  </a:cubicBezTo>
                  <a:close/>
                </a:path>
              </a:pathLst>
            </a:custGeom>
            <a:solidFill>
              <a:srgbClr val="050E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1"/>
            <p:cNvSpPr txBox="1"/>
            <p:nvPr/>
          </p:nvSpPr>
          <p:spPr>
            <a:xfrm>
              <a:off x="0" y="-38100"/>
              <a:ext cx="643240" cy="2832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Back to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sng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action="ppaction://hlinksldjump" r:id="rId1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Agenda Page</a:t>
              </a:r>
              <a:endParaRPr/>
            </a:p>
          </p:txBody>
        </p:sp>
      </p:grpSp>
      <p:grpSp>
        <p:nvGrpSpPr>
          <p:cNvPr id="445" name="Google Shape;445;p11"/>
          <p:cNvGrpSpPr/>
          <p:nvPr/>
        </p:nvGrpSpPr>
        <p:grpSpPr>
          <a:xfrm>
            <a:off x="417801" y="3216031"/>
            <a:ext cx="7395912" cy="5510804"/>
            <a:chOff x="0" y="-66675"/>
            <a:chExt cx="1947894" cy="1451405"/>
          </a:xfrm>
        </p:grpSpPr>
        <p:sp>
          <p:nvSpPr>
            <p:cNvPr id="446" name="Google Shape;446;p11"/>
            <p:cNvSpPr/>
            <p:nvPr/>
          </p:nvSpPr>
          <p:spPr>
            <a:xfrm>
              <a:off x="0" y="0"/>
              <a:ext cx="1947894" cy="1384730"/>
            </a:xfrm>
            <a:custGeom>
              <a:rect b="b" l="l" r="r" t="t"/>
              <a:pathLst>
                <a:path extrusionOk="0" h="1384730" w="1947894">
                  <a:moveTo>
                    <a:pt x="51292" y="0"/>
                  </a:moveTo>
                  <a:lnTo>
                    <a:pt x="1896601" y="0"/>
                  </a:lnTo>
                  <a:cubicBezTo>
                    <a:pt x="1910205" y="0"/>
                    <a:pt x="1923251" y="5404"/>
                    <a:pt x="1932870" y="15023"/>
                  </a:cubicBezTo>
                  <a:cubicBezTo>
                    <a:pt x="1942490" y="24642"/>
                    <a:pt x="1947894" y="37689"/>
                    <a:pt x="1947894" y="51292"/>
                  </a:cubicBezTo>
                  <a:lnTo>
                    <a:pt x="1947894" y="1333438"/>
                  </a:lnTo>
                  <a:cubicBezTo>
                    <a:pt x="1947894" y="1347041"/>
                    <a:pt x="1942490" y="1360088"/>
                    <a:pt x="1932870" y="1369707"/>
                  </a:cubicBezTo>
                  <a:cubicBezTo>
                    <a:pt x="1923251" y="1379326"/>
                    <a:pt x="1910205" y="1384730"/>
                    <a:pt x="1896601" y="1384730"/>
                  </a:cubicBezTo>
                  <a:lnTo>
                    <a:pt x="51292" y="1384730"/>
                  </a:lnTo>
                  <a:cubicBezTo>
                    <a:pt x="37689" y="1384730"/>
                    <a:pt x="24642" y="1379326"/>
                    <a:pt x="15023" y="1369707"/>
                  </a:cubicBezTo>
                  <a:cubicBezTo>
                    <a:pt x="5404" y="1360088"/>
                    <a:pt x="0" y="1347041"/>
                    <a:pt x="0" y="1333438"/>
                  </a:cubicBezTo>
                  <a:lnTo>
                    <a:pt x="0" y="51292"/>
                  </a:lnTo>
                  <a:cubicBezTo>
                    <a:pt x="0" y="37689"/>
                    <a:pt x="5404" y="24642"/>
                    <a:pt x="15023" y="15023"/>
                  </a:cubicBezTo>
                  <a:cubicBezTo>
                    <a:pt x="24642" y="5404"/>
                    <a:pt x="37689" y="0"/>
                    <a:pt x="51292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1"/>
            <p:cNvSpPr txBox="1"/>
            <p:nvPr/>
          </p:nvSpPr>
          <p:spPr>
            <a:xfrm>
              <a:off x="0" y="-66675"/>
              <a:ext cx="1947893" cy="1451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 ComboBox combina una lista desplegable con un campo de entrada. Permite al usuario seleccionar un elemento de la lista o escribir su propia entrada.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Uso Práctico: Utilizado cuando queremos ahorrar espacio en la interfaz pero aún ofrecer una lista de opciones, como seleccionar una ciudad de origen en un formulario de viaje..</a:t>
              </a:r>
              <a:endParaRPr/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448" name="Google Shape;448;p11"/>
          <p:cNvSpPr/>
          <p:nvPr/>
        </p:nvSpPr>
        <p:spPr>
          <a:xfrm>
            <a:off x="10421301" y="6087343"/>
            <a:ext cx="6318632" cy="1963070"/>
          </a:xfrm>
          <a:custGeom>
            <a:rect b="b" l="l" r="r" t="t"/>
            <a:pathLst>
              <a:path extrusionOk="0" h="1963070" w="6318632">
                <a:moveTo>
                  <a:pt x="0" y="0"/>
                </a:moveTo>
                <a:lnTo>
                  <a:pt x="6318632" y="0"/>
                </a:lnTo>
                <a:lnTo>
                  <a:pt x="6318632" y="1963070"/>
                </a:lnTo>
                <a:lnTo>
                  <a:pt x="0" y="1963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9" name="Google Shape;449;p11"/>
          <p:cNvSpPr/>
          <p:nvPr/>
        </p:nvSpPr>
        <p:spPr>
          <a:xfrm>
            <a:off x="10421301" y="4786264"/>
            <a:ext cx="2823868" cy="714473"/>
          </a:xfrm>
          <a:custGeom>
            <a:rect b="b" l="l" r="r" t="t"/>
            <a:pathLst>
              <a:path extrusionOk="0" h="714473" w="2823868">
                <a:moveTo>
                  <a:pt x="0" y="0"/>
                </a:moveTo>
                <a:lnTo>
                  <a:pt x="2823868" y="0"/>
                </a:lnTo>
                <a:lnTo>
                  <a:pt x="2823868" y="714472"/>
                </a:lnTo>
                <a:lnTo>
                  <a:pt x="0" y="714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0" name="Google Shape;450;p11"/>
          <p:cNvSpPr/>
          <p:nvPr/>
        </p:nvSpPr>
        <p:spPr>
          <a:xfrm>
            <a:off x="13748659" y="4248132"/>
            <a:ext cx="2853451" cy="1390143"/>
          </a:xfrm>
          <a:custGeom>
            <a:rect b="b" l="l" r="r" t="t"/>
            <a:pathLst>
              <a:path extrusionOk="0" h="1390143" w="2853451">
                <a:moveTo>
                  <a:pt x="0" y="0"/>
                </a:moveTo>
                <a:lnTo>
                  <a:pt x="2853451" y="0"/>
                </a:lnTo>
                <a:lnTo>
                  <a:pt x="2853451" y="1390143"/>
                </a:lnTo>
                <a:lnTo>
                  <a:pt x="0" y="1390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1" name="Google Shape;451;p11"/>
          <p:cNvSpPr txBox="1"/>
          <p:nvPr/>
        </p:nvSpPr>
        <p:spPr>
          <a:xfrm>
            <a:off x="317044" y="1616834"/>
            <a:ext cx="7872195" cy="1515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BÁSICOS</a:t>
            </a:r>
            <a:endParaRPr/>
          </a:p>
        </p:txBody>
      </p:sp>
      <p:sp>
        <p:nvSpPr>
          <p:cNvPr id="452" name="Google Shape;452;p11"/>
          <p:cNvSpPr txBox="1"/>
          <p:nvPr/>
        </p:nvSpPr>
        <p:spPr>
          <a:xfrm>
            <a:off x="10757384" y="1855369"/>
            <a:ext cx="5982549" cy="149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COMBOBOX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5D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2"/>
          <p:cNvSpPr/>
          <p:nvPr/>
        </p:nvSpPr>
        <p:spPr>
          <a:xfrm>
            <a:off x="13955769" y="8268589"/>
            <a:ext cx="7315200" cy="1782249"/>
          </a:xfrm>
          <a:custGeom>
            <a:rect b="b" l="l" r="r" t="t"/>
            <a:pathLst>
              <a:path extrusionOk="0"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9"/>
                </a:lnTo>
                <a:lnTo>
                  <a:pt x="0" y="1782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8" name="Google Shape;458;p12"/>
          <p:cNvSpPr/>
          <p:nvPr/>
        </p:nvSpPr>
        <p:spPr>
          <a:xfrm>
            <a:off x="-545657" y="3694734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9" name="Google Shape;459;p12"/>
          <p:cNvSpPr/>
          <p:nvPr/>
        </p:nvSpPr>
        <p:spPr>
          <a:xfrm>
            <a:off x="-1204974" y="1912485"/>
            <a:ext cx="7315200" cy="1782249"/>
          </a:xfrm>
          <a:custGeom>
            <a:rect b="b" l="l" r="r" t="t"/>
            <a:pathLst>
              <a:path extrusionOk="0"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9"/>
                </a:lnTo>
                <a:lnTo>
                  <a:pt x="0" y="1782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0" name="Google Shape;460;p12"/>
          <p:cNvSpPr/>
          <p:nvPr/>
        </p:nvSpPr>
        <p:spPr>
          <a:xfrm>
            <a:off x="1028700" y="1028700"/>
            <a:ext cx="1082363" cy="464432"/>
          </a:xfrm>
          <a:custGeom>
            <a:rect b="b" l="l" r="r" t="t"/>
            <a:pathLst>
              <a:path extrusionOk="0" h="464432" w="1082363">
                <a:moveTo>
                  <a:pt x="0" y="0"/>
                </a:moveTo>
                <a:lnTo>
                  <a:pt x="1082363" y="0"/>
                </a:lnTo>
                <a:lnTo>
                  <a:pt x="1082363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1" name="Google Shape;461;p12"/>
          <p:cNvSpPr/>
          <p:nvPr/>
        </p:nvSpPr>
        <p:spPr>
          <a:xfrm>
            <a:off x="2345662" y="1079424"/>
            <a:ext cx="2193866" cy="362985"/>
          </a:xfrm>
          <a:custGeom>
            <a:rect b="b" l="l" r="r" t="t"/>
            <a:pathLst>
              <a:path extrusionOk="0"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2" name="Google Shape;462;p12"/>
          <p:cNvSpPr/>
          <p:nvPr/>
        </p:nvSpPr>
        <p:spPr>
          <a:xfrm>
            <a:off x="10972800" y="602008"/>
            <a:ext cx="7315200" cy="1782249"/>
          </a:xfrm>
          <a:custGeom>
            <a:rect b="b" l="l" r="r" t="t"/>
            <a:pathLst>
              <a:path extrusionOk="0"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9"/>
                </a:lnTo>
                <a:lnTo>
                  <a:pt x="0" y="1782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3" name="Google Shape;463;p12"/>
          <p:cNvSpPr/>
          <p:nvPr/>
        </p:nvSpPr>
        <p:spPr>
          <a:xfrm>
            <a:off x="533463" y="8066841"/>
            <a:ext cx="7315200" cy="1782249"/>
          </a:xfrm>
          <a:custGeom>
            <a:rect b="b" l="l" r="r" t="t"/>
            <a:pathLst>
              <a:path extrusionOk="0"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9"/>
                </a:lnTo>
                <a:lnTo>
                  <a:pt x="0" y="1782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4" name="Google Shape;464;p12"/>
          <p:cNvGrpSpPr/>
          <p:nvPr/>
        </p:nvGrpSpPr>
        <p:grpSpPr>
          <a:xfrm>
            <a:off x="914288" y="2267798"/>
            <a:ext cx="7524209" cy="2022022"/>
            <a:chOff x="0" y="-66675"/>
            <a:chExt cx="1981685" cy="532549"/>
          </a:xfrm>
        </p:grpSpPr>
        <p:sp>
          <p:nvSpPr>
            <p:cNvPr id="465" name="Google Shape;465;p12"/>
            <p:cNvSpPr/>
            <p:nvPr/>
          </p:nvSpPr>
          <p:spPr>
            <a:xfrm>
              <a:off x="0" y="0"/>
              <a:ext cx="1981685" cy="465874"/>
            </a:xfrm>
            <a:custGeom>
              <a:rect b="b" l="l" r="r" t="t"/>
              <a:pathLst>
                <a:path extrusionOk="0" h="465874" w="1981685">
                  <a:moveTo>
                    <a:pt x="50418" y="0"/>
                  </a:moveTo>
                  <a:lnTo>
                    <a:pt x="1931267" y="0"/>
                  </a:lnTo>
                  <a:cubicBezTo>
                    <a:pt x="1959112" y="0"/>
                    <a:pt x="1981685" y="22573"/>
                    <a:pt x="1981685" y="50418"/>
                  </a:cubicBezTo>
                  <a:lnTo>
                    <a:pt x="1981685" y="415456"/>
                  </a:lnTo>
                  <a:cubicBezTo>
                    <a:pt x="1981685" y="443301"/>
                    <a:pt x="1959112" y="465874"/>
                    <a:pt x="1931267" y="465874"/>
                  </a:cubicBezTo>
                  <a:lnTo>
                    <a:pt x="50418" y="465874"/>
                  </a:lnTo>
                  <a:cubicBezTo>
                    <a:pt x="22573" y="465874"/>
                    <a:pt x="0" y="443301"/>
                    <a:pt x="0" y="415456"/>
                  </a:cubicBezTo>
                  <a:lnTo>
                    <a:pt x="0" y="50418"/>
                  </a:lnTo>
                  <a:cubicBezTo>
                    <a:pt x="0" y="22573"/>
                    <a:pt x="22573" y="0"/>
                    <a:pt x="50418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2"/>
            <p:cNvSpPr txBox="1"/>
            <p:nvPr/>
          </p:nvSpPr>
          <p:spPr>
            <a:xfrm>
              <a:off x="0" y="-66675"/>
              <a:ext cx="1981685" cy="532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7" name="Google Shape;467;p12"/>
          <p:cNvSpPr/>
          <p:nvPr/>
        </p:nvSpPr>
        <p:spPr>
          <a:xfrm>
            <a:off x="167854" y="5317644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8" name="Google Shape;468;p12"/>
          <p:cNvGrpSpPr/>
          <p:nvPr/>
        </p:nvGrpSpPr>
        <p:grpSpPr>
          <a:xfrm>
            <a:off x="9735091" y="2267798"/>
            <a:ext cx="7524209" cy="3733478"/>
            <a:chOff x="0" y="-66675"/>
            <a:chExt cx="1981685" cy="983303"/>
          </a:xfrm>
        </p:grpSpPr>
        <p:sp>
          <p:nvSpPr>
            <p:cNvPr id="469" name="Google Shape;469;p12"/>
            <p:cNvSpPr/>
            <p:nvPr/>
          </p:nvSpPr>
          <p:spPr>
            <a:xfrm>
              <a:off x="0" y="0"/>
              <a:ext cx="1981685" cy="916628"/>
            </a:xfrm>
            <a:custGeom>
              <a:rect b="b" l="l" r="r" t="t"/>
              <a:pathLst>
                <a:path extrusionOk="0" h="916628" w="1981685">
                  <a:moveTo>
                    <a:pt x="50418" y="0"/>
                  </a:moveTo>
                  <a:lnTo>
                    <a:pt x="1931267" y="0"/>
                  </a:lnTo>
                  <a:cubicBezTo>
                    <a:pt x="1959112" y="0"/>
                    <a:pt x="1981685" y="22573"/>
                    <a:pt x="1981685" y="50418"/>
                  </a:cubicBezTo>
                  <a:lnTo>
                    <a:pt x="1981685" y="866210"/>
                  </a:lnTo>
                  <a:cubicBezTo>
                    <a:pt x="1981685" y="894055"/>
                    <a:pt x="1959112" y="916628"/>
                    <a:pt x="1931267" y="916628"/>
                  </a:cubicBezTo>
                  <a:lnTo>
                    <a:pt x="50418" y="916628"/>
                  </a:lnTo>
                  <a:cubicBezTo>
                    <a:pt x="22573" y="916628"/>
                    <a:pt x="0" y="894055"/>
                    <a:pt x="0" y="866210"/>
                  </a:cubicBezTo>
                  <a:lnTo>
                    <a:pt x="0" y="50418"/>
                  </a:lnTo>
                  <a:cubicBezTo>
                    <a:pt x="0" y="22573"/>
                    <a:pt x="22573" y="0"/>
                    <a:pt x="50418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2"/>
            <p:cNvSpPr txBox="1"/>
            <p:nvPr/>
          </p:nvSpPr>
          <p:spPr>
            <a:xfrm>
              <a:off x="0" y="-66675"/>
              <a:ext cx="1981685" cy="9833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1" name="Google Shape;471;p12"/>
          <p:cNvGrpSpPr/>
          <p:nvPr/>
        </p:nvGrpSpPr>
        <p:grpSpPr>
          <a:xfrm>
            <a:off x="914288" y="4837380"/>
            <a:ext cx="7524209" cy="3053188"/>
            <a:chOff x="0" y="-66675"/>
            <a:chExt cx="1981685" cy="804132"/>
          </a:xfrm>
        </p:grpSpPr>
        <p:sp>
          <p:nvSpPr>
            <p:cNvPr id="472" name="Google Shape;472;p12"/>
            <p:cNvSpPr/>
            <p:nvPr/>
          </p:nvSpPr>
          <p:spPr>
            <a:xfrm>
              <a:off x="0" y="0"/>
              <a:ext cx="1981685" cy="737457"/>
            </a:xfrm>
            <a:custGeom>
              <a:rect b="b" l="l" r="r" t="t"/>
              <a:pathLst>
                <a:path extrusionOk="0" h="737457" w="1981685">
                  <a:moveTo>
                    <a:pt x="50418" y="0"/>
                  </a:moveTo>
                  <a:lnTo>
                    <a:pt x="1931267" y="0"/>
                  </a:lnTo>
                  <a:cubicBezTo>
                    <a:pt x="1959112" y="0"/>
                    <a:pt x="1981685" y="22573"/>
                    <a:pt x="1981685" y="50418"/>
                  </a:cubicBezTo>
                  <a:lnTo>
                    <a:pt x="1981685" y="687039"/>
                  </a:lnTo>
                  <a:cubicBezTo>
                    <a:pt x="1981685" y="714884"/>
                    <a:pt x="1959112" y="737457"/>
                    <a:pt x="1931267" y="737457"/>
                  </a:cubicBezTo>
                  <a:lnTo>
                    <a:pt x="50418" y="737457"/>
                  </a:lnTo>
                  <a:cubicBezTo>
                    <a:pt x="22573" y="737457"/>
                    <a:pt x="0" y="714884"/>
                    <a:pt x="0" y="687039"/>
                  </a:cubicBezTo>
                  <a:lnTo>
                    <a:pt x="0" y="50418"/>
                  </a:lnTo>
                  <a:cubicBezTo>
                    <a:pt x="0" y="22573"/>
                    <a:pt x="22573" y="0"/>
                    <a:pt x="50418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2"/>
            <p:cNvSpPr txBox="1"/>
            <p:nvPr/>
          </p:nvSpPr>
          <p:spPr>
            <a:xfrm>
              <a:off x="0" y="-66675"/>
              <a:ext cx="1981685" cy="804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2"/>
          <p:cNvGrpSpPr/>
          <p:nvPr/>
        </p:nvGrpSpPr>
        <p:grpSpPr>
          <a:xfrm>
            <a:off x="9566018" y="6299573"/>
            <a:ext cx="7524209" cy="2958727"/>
            <a:chOff x="0" y="-66675"/>
            <a:chExt cx="1981685" cy="779253"/>
          </a:xfrm>
        </p:grpSpPr>
        <p:sp>
          <p:nvSpPr>
            <p:cNvPr id="475" name="Google Shape;475;p12"/>
            <p:cNvSpPr/>
            <p:nvPr/>
          </p:nvSpPr>
          <p:spPr>
            <a:xfrm>
              <a:off x="0" y="0"/>
              <a:ext cx="1981685" cy="712578"/>
            </a:xfrm>
            <a:custGeom>
              <a:rect b="b" l="l" r="r" t="t"/>
              <a:pathLst>
                <a:path extrusionOk="0" h="712578" w="1981685">
                  <a:moveTo>
                    <a:pt x="50418" y="0"/>
                  </a:moveTo>
                  <a:lnTo>
                    <a:pt x="1931267" y="0"/>
                  </a:lnTo>
                  <a:cubicBezTo>
                    <a:pt x="1959112" y="0"/>
                    <a:pt x="1981685" y="22573"/>
                    <a:pt x="1981685" y="50418"/>
                  </a:cubicBezTo>
                  <a:lnTo>
                    <a:pt x="1981685" y="662160"/>
                  </a:lnTo>
                  <a:cubicBezTo>
                    <a:pt x="1981685" y="690005"/>
                    <a:pt x="1959112" y="712578"/>
                    <a:pt x="1931267" y="712578"/>
                  </a:cubicBezTo>
                  <a:lnTo>
                    <a:pt x="50418" y="712578"/>
                  </a:lnTo>
                  <a:cubicBezTo>
                    <a:pt x="22573" y="712578"/>
                    <a:pt x="0" y="690005"/>
                    <a:pt x="0" y="662160"/>
                  </a:cubicBezTo>
                  <a:lnTo>
                    <a:pt x="0" y="50418"/>
                  </a:lnTo>
                  <a:cubicBezTo>
                    <a:pt x="0" y="22573"/>
                    <a:pt x="22573" y="0"/>
                    <a:pt x="50418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2"/>
            <p:cNvSpPr txBox="1"/>
            <p:nvPr/>
          </p:nvSpPr>
          <p:spPr>
            <a:xfrm>
              <a:off x="0" y="-66675"/>
              <a:ext cx="1981685" cy="7792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7" name="Google Shape;477;p12"/>
          <p:cNvSpPr/>
          <p:nvPr/>
        </p:nvSpPr>
        <p:spPr>
          <a:xfrm>
            <a:off x="1383181" y="3279634"/>
            <a:ext cx="6312693" cy="803434"/>
          </a:xfrm>
          <a:custGeom>
            <a:rect b="b" l="l" r="r" t="t"/>
            <a:pathLst>
              <a:path extrusionOk="0" h="803434" w="6312693">
                <a:moveTo>
                  <a:pt x="0" y="0"/>
                </a:moveTo>
                <a:lnTo>
                  <a:pt x="6312694" y="0"/>
                </a:lnTo>
                <a:lnTo>
                  <a:pt x="6312694" y="803433"/>
                </a:lnTo>
                <a:lnTo>
                  <a:pt x="0" y="803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8" name="Google Shape;478;p12"/>
          <p:cNvSpPr/>
          <p:nvPr/>
        </p:nvSpPr>
        <p:spPr>
          <a:xfrm>
            <a:off x="1838387" y="6155794"/>
            <a:ext cx="5402282" cy="1407217"/>
          </a:xfrm>
          <a:custGeom>
            <a:rect b="b" l="l" r="r" t="t"/>
            <a:pathLst>
              <a:path extrusionOk="0" h="1407217" w="5402282">
                <a:moveTo>
                  <a:pt x="0" y="0"/>
                </a:moveTo>
                <a:lnTo>
                  <a:pt x="5402282" y="0"/>
                </a:lnTo>
                <a:lnTo>
                  <a:pt x="5402282" y="1407217"/>
                </a:lnTo>
                <a:lnTo>
                  <a:pt x="0" y="1407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9" name="Google Shape;479;p12"/>
          <p:cNvSpPr/>
          <p:nvPr/>
        </p:nvSpPr>
        <p:spPr>
          <a:xfrm>
            <a:off x="10852757" y="3442968"/>
            <a:ext cx="4950731" cy="1035447"/>
          </a:xfrm>
          <a:custGeom>
            <a:rect b="b" l="l" r="r" t="t"/>
            <a:pathLst>
              <a:path extrusionOk="0" h="1035447" w="4950731">
                <a:moveTo>
                  <a:pt x="0" y="0"/>
                </a:moveTo>
                <a:lnTo>
                  <a:pt x="4950731" y="0"/>
                </a:lnTo>
                <a:lnTo>
                  <a:pt x="4950731" y="1035447"/>
                </a:lnTo>
                <a:lnTo>
                  <a:pt x="0" y="1035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0" name="Google Shape;480;p12"/>
          <p:cNvSpPr/>
          <p:nvPr/>
        </p:nvSpPr>
        <p:spPr>
          <a:xfrm>
            <a:off x="10852757" y="4648147"/>
            <a:ext cx="5251804" cy="1022249"/>
          </a:xfrm>
          <a:custGeom>
            <a:rect b="b" l="l" r="r" t="t"/>
            <a:pathLst>
              <a:path extrusionOk="0" h="1022249" w="5251804">
                <a:moveTo>
                  <a:pt x="0" y="0"/>
                </a:moveTo>
                <a:lnTo>
                  <a:pt x="5251804" y="0"/>
                </a:lnTo>
                <a:lnTo>
                  <a:pt x="5251804" y="1022249"/>
                </a:lnTo>
                <a:lnTo>
                  <a:pt x="0" y="1022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1" name="Google Shape;481;p12"/>
          <p:cNvSpPr txBox="1"/>
          <p:nvPr/>
        </p:nvSpPr>
        <p:spPr>
          <a:xfrm>
            <a:off x="1143401" y="2533025"/>
            <a:ext cx="8591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 PROGRAMADO</a:t>
            </a:r>
            <a:endParaRPr sz="5000"/>
          </a:p>
        </p:txBody>
      </p:sp>
      <p:sp>
        <p:nvSpPr>
          <p:cNvPr id="482" name="Google Shape;482;p12"/>
          <p:cNvSpPr txBox="1"/>
          <p:nvPr/>
        </p:nvSpPr>
        <p:spPr>
          <a:xfrm>
            <a:off x="533474" y="5213575"/>
            <a:ext cx="8742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CAPTURANDO TEXTBOX</a:t>
            </a:r>
            <a:endParaRPr sz="5000"/>
          </a:p>
        </p:txBody>
      </p:sp>
      <p:sp>
        <p:nvSpPr>
          <p:cNvPr id="483" name="Google Shape;483;p12"/>
          <p:cNvSpPr txBox="1"/>
          <p:nvPr/>
        </p:nvSpPr>
        <p:spPr>
          <a:xfrm>
            <a:off x="10479195" y="2500746"/>
            <a:ext cx="6252860" cy="942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8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CHECKBOX Y RADIO BUTTON</a:t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10479195" y="7905515"/>
            <a:ext cx="5595121" cy="1067575"/>
          </a:xfrm>
          <a:custGeom>
            <a:rect b="b" l="l" r="r" t="t"/>
            <a:pathLst>
              <a:path extrusionOk="0" h="1067575" w="5595121">
                <a:moveTo>
                  <a:pt x="0" y="0"/>
                </a:moveTo>
                <a:lnTo>
                  <a:pt x="5595121" y="0"/>
                </a:lnTo>
                <a:lnTo>
                  <a:pt x="5595121" y="1067575"/>
                </a:lnTo>
                <a:lnTo>
                  <a:pt x="0" y="1067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5" name="Google Shape;485;p12"/>
          <p:cNvSpPr txBox="1"/>
          <p:nvPr/>
        </p:nvSpPr>
        <p:spPr>
          <a:xfrm>
            <a:off x="10668267" y="6887977"/>
            <a:ext cx="6252860" cy="942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8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COMBOBOX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5D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0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91" name="Google Shape;491;p13"/>
          <p:cNvGrpSpPr/>
          <p:nvPr/>
        </p:nvGrpSpPr>
        <p:grpSpPr>
          <a:xfrm>
            <a:off x="671435" y="1437688"/>
            <a:ext cx="16945130" cy="8176916"/>
            <a:chOff x="0" y="-66675"/>
            <a:chExt cx="4462915" cy="2153591"/>
          </a:xfrm>
        </p:grpSpPr>
        <p:sp>
          <p:nvSpPr>
            <p:cNvPr id="492" name="Google Shape;492;p13"/>
            <p:cNvSpPr/>
            <p:nvPr/>
          </p:nvSpPr>
          <p:spPr>
            <a:xfrm>
              <a:off x="0" y="0"/>
              <a:ext cx="4462915" cy="2086916"/>
            </a:xfrm>
            <a:custGeom>
              <a:rect b="b" l="l" r="r" t="t"/>
              <a:pathLst>
                <a:path extrusionOk="0" h="2086916" w="4462915">
                  <a:moveTo>
                    <a:pt x="22387" y="0"/>
                  </a:moveTo>
                  <a:lnTo>
                    <a:pt x="4440528" y="0"/>
                  </a:lnTo>
                  <a:cubicBezTo>
                    <a:pt x="4452892" y="0"/>
                    <a:pt x="4462915" y="10023"/>
                    <a:pt x="4462915" y="22387"/>
                  </a:cubicBezTo>
                  <a:lnTo>
                    <a:pt x="4462915" y="2064529"/>
                  </a:lnTo>
                  <a:cubicBezTo>
                    <a:pt x="4462915" y="2076893"/>
                    <a:pt x="4452892" y="2086916"/>
                    <a:pt x="4440528" y="2086916"/>
                  </a:cubicBezTo>
                  <a:lnTo>
                    <a:pt x="22387" y="2086916"/>
                  </a:lnTo>
                  <a:cubicBezTo>
                    <a:pt x="10023" y="2086916"/>
                    <a:pt x="0" y="2076893"/>
                    <a:pt x="0" y="2064529"/>
                  </a:cubicBezTo>
                  <a:lnTo>
                    <a:pt x="0" y="22387"/>
                  </a:lnTo>
                  <a:cubicBezTo>
                    <a:pt x="0" y="10023"/>
                    <a:pt x="10023" y="0"/>
                    <a:pt x="22387" y="0"/>
                  </a:cubicBezTo>
                  <a:close/>
                </a:path>
              </a:pathLst>
            </a:custGeom>
            <a:solidFill>
              <a:srgbClr val="050E5D"/>
            </a:solidFill>
            <a:ln cap="rnd" cmpd="sng" w="47625">
              <a:solidFill>
                <a:srgbClr val="8488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3"/>
            <p:cNvSpPr txBox="1"/>
            <p:nvPr/>
          </p:nvSpPr>
          <p:spPr>
            <a:xfrm>
              <a:off x="0" y="-66675"/>
              <a:ext cx="4462915" cy="2153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</a:t>
              </a:r>
              <a:endParaRPr/>
            </a:p>
          </p:txBody>
        </p:sp>
      </p:grpSp>
      <p:pic>
        <p:nvPicPr>
          <p:cNvPr id="494" name="Google Shape;4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435" y="661978"/>
            <a:ext cx="744368" cy="331244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3"/>
          <p:cNvSpPr/>
          <p:nvPr/>
        </p:nvSpPr>
        <p:spPr>
          <a:xfrm>
            <a:off x="1790858" y="661978"/>
            <a:ext cx="365831" cy="331244"/>
          </a:xfrm>
          <a:custGeom>
            <a:rect b="b" l="l" r="r" t="t"/>
            <a:pathLst>
              <a:path extrusionOk="0" h="331244" w="365831">
                <a:moveTo>
                  <a:pt x="0" y="0"/>
                </a:moveTo>
                <a:lnTo>
                  <a:pt x="365832" y="0"/>
                </a:lnTo>
                <a:lnTo>
                  <a:pt x="365832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6" name="Google Shape;496;p13"/>
          <p:cNvSpPr/>
          <p:nvPr/>
        </p:nvSpPr>
        <p:spPr>
          <a:xfrm>
            <a:off x="2232441" y="661978"/>
            <a:ext cx="365831" cy="331244"/>
          </a:xfrm>
          <a:custGeom>
            <a:rect b="b" l="l" r="r" t="t"/>
            <a:pathLst>
              <a:path extrusionOk="0" h="331244" w="365831">
                <a:moveTo>
                  <a:pt x="0" y="0"/>
                </a:moveTo>
                <a:lnTo>
                  <a:pt x="365831" y="0"/>
                </a:lnTo>
                <a:lnTo>
                  <a:pt x="365831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7" name="Google Shape;497;p13"/>
          <p:cNvSpPr/>
          <p:nvPr/>
        </p:nvSpPr>
        <p:spPr>
          <a:xfrm>
            <a:off x="2674023" y="661978"/>
            <a:ext cx="365831" cy="331244"/>
          </a:xfrm>
          <a:custGeom>
            <a:rect b="b" l="l" r="r" t="t"/>
            <a:pathLst>
              <a:path extrusionOk="0" h="331244" w="365831">
                <a:moveTo>
                  <a:pt x="0" y="0"/>
                </a:moveTo>
                <a:lnTo>
                  <a:pt x="365831" y="0"/>
                </a:lnTo>
                <a:lnTo>
                  <a:pt x="365831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8" name="Google Shape;498;p13"/>
          <p:cNvSpPr/>
          <p:nvPr/>
        </p:nvSpPr>
        <p:spPr>
          <a:xfrm>
            <a:off x="3115605" y="661978"/>
            <a:ext cx="365831" cy="331244"/>
          </a:xfrm>
          <a:custGeom>
            <a:rect b="b" l="l" r="r" t="t"/>
            <a:pathLst>
              <a:path extrusionOk="0" h="331244" w="365831">
                <a:moveTo>
                  <a:pt x="0" y="0"/>
                </a:moveTo>
                <a:lnTo>
                  <a:pt x="365831" y="0"/>
                </a:lnTo>
                <a:lnTo>
                  <a:pt x="365831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9" name="Google Shape;499;p13"/>
          <p:cNvSpPr/>
          <p:nvPr/>
        </p:nvSpPr>
        <p:spPr>
          <a:xfrm>
            <a:off x="3557187" y="661978"/>
            <a:ext cx="365831" cy="331244"/>
          </a:xfrm>
          <a:custGeom>
            <a:rect b="b" l="l" r="r" t="t"/>
            <a:pathLst>
              <a:path extrusionOk="0" h="331244" w="365831">
                <a:moveTo>
                  <a:pt x="0" y="0"/>
                </a:moveTo>
                <a:lnTo>
                  <a:pt x="365832" y="0"/>
                </a:lnTo>
                <a:lnTo>
                  <a:pt x="365832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0" name="Google Shape;500;p13"/>
          <p:cNvSpPr/>
          <p:nvPr/>
        </p:nvSpPr>
        <p:spPr>
          <a:xfrm>
            <a:off x="13577264" y="649239"/>
            <a:ext cx="2087036" cy="379461"/>
          </a:xfrm>
          <a:custGeom>
            <a:rect b="b" l="l" r="r" t="t"/>
            <a:pathLst>
              <a:path extrusionOk="0" h="379461" w="2087036">
                <a:moveTo>
                  <a:pt x="0" y="0"/>
                </a:moveTo>
                <a:lnTo>
                  <a:pt x="2087036" y="0"/>
                </a:lnTo>
                <a:lnTo>
                  <a:pt x="2087036" y="379461"/>
                </a:lnTo>
                <a:lnTo>
                  <a:pt x="0" y="379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01" name="Google Shape;501;p13"/>
          <p:cNvGrpSpPr/>
          <p:nvPr/>
        </p:nvGrpSpPr>
        <p:grpSpPr>
          <a:xfrm>
            <a:off x="1790858" y="1348113"/>
            <a:ext cx="14156843" cy="8266491"/>
            <a:chOff x="0" y="-133350"/>
            <a:chExt cx="3728551" cy="2177183"/>
          </a:xfrm>
        </p:grpSpPr>
        <p:sp>
          <p:nvSpPr>
            <p:cNvPr id="502" name="Google Shape;502;p13"/>
            <p:cNvSpPr/>
            <p:nvPr/>
          </p:nvSpPr>
          <p:spPr>
            <a:xfrm>
              <a:off x="0" y="0"/>
              <a:ext cx="3728551" cy="2043833"/>
            </a:xfrm>
            <a:custGeom>
              <a:rect b="b" l="l" r="r" t="t"/>
              <a:pathLst>
                <a:path extrusionOk="0" h="2043833" w="3728551">
                  <a:moveTo>
                    <a:pt x="26797" y="0"/>
                  </a:moveTo>
                  <a:lnTo>
                    <a:pt x="3701755" y="0"/>
                  </a:lnTo>
                  <a:cubicBezTo>
                    <a:pt x="3708862" y="0"/>
                    <a:pt x="3715677" y="2823"/>
                    <a:pt x="3720703" y="7849"/>
                  </a:cubicBezTo>
                  <a:cubicBezTo>
                    <a:pt x="3725728" y="12874"/>
                    <a:pt x="3728551" y="19690"/>
                    <a:pt x="3728551" y="26797"/>
                  </a:cubicBezTo>
                  <a:lnTo>
                    <a:pt x="3728551" y="2017036"/>
                  </a:lnTo>
                  <a:cubicBezTo>
                    <a:pt x="3728551" y="2024143"/>
                    <a:pt x="3725728" y="2030959"/>
                    <a:pt x="3720703" y="2035984"/>
                  </a:cubicBezTo>
                  <a:cubicBezTo>
                    <a:pt x="3715677" y="2041010"/>
                    <a:pt x="3708862" y="2043833"/>
                    <a:pt x="3701755" y="2043833"/>
                  </a:cubicBezTo>
                  <a:lnTo>
                    <a:pt x="26797" y="2043833"/>
                  </a:lnTo>
                  <a:cubicBezTo>
                    <a:pt x="11997" y="2043833"/>
                    <a:pt x="0" y="2031836"/>
                    <a:pt x="0" y="2017036"/>
                  </a:cubicBezTo>
                  <a:lnTo>
                    <a:pt x="0" y="26797"/>
                  </a:lnTo>
                  <a:cubicBezTo>
                    <a:pt x="0" y="11997"/>
                    <a:pt x="11997" y="0"/>
                    <a:pt x="26797" y="0"/>
                  </a:cubicBezTo>
                  <a:close/>
                </a:path>
              </a:pathLst>
            </a:custGeom>
            <a:solidFill>
              <a:srgbClr val="585EFF"/>
            </a:solidFill>
            <a:ln cap="rnd" cmpd="sng" w="47625">
              <a:solidFill>
                <a:srgbClr val="8488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3"/>
            <p:cNvSpPr txBox="1"/>
            <p:nvPr/>
          </p:nvSpPr>
          <p:spPr>
            <a:xfrm>
              <a:off x="0" y="-133350"/>
              <a:ext cx="3728551" cy="21771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  Contenido práctico: </a:t>
              </a:r>
              <a:endParaRPr/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Button y label</a:t>
              </a:r>
              <a:endParaRPr/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Textbox y GroupBox</a:t>
              </a:r>
              <a:endParaRPr/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CheckButton y RadioButton</a:t>
              </a:r>
              <a:endParaRPr/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Listbox y Combobox</a:t>
              </a:r>
              <a:endParaRPr/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Repaso</a:t>
              </a:r>
              <a:endParaRPr/>
            </a:p>
          </p:txBody>
        </p:sp>
      </p:grpSp>
      <p:sp>
        <p:nvSpPr>
          <p:cNvPr id="504" name="Google Shape;504;p13"/>
          <p:cNvSpPr txBox="1"/>
          <p:nvPr/>
        </p:nvSpPr>
        <p:spPr>
          <a:xfrm>
            <a:off x="15664300" y="670536"/>
            <a:ext cx="1952265" cy="327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player 2</a:t>
            </a:r>
            <a:endParaRPr/>
          </a:p>
        </p:txBody>
      </p:sp>
      <p:sp>
        <p:nvSpPr>
          <p:cNvPr id="505" name="Google Shape;505;p13"/>
          <p:cNvSpPr txBox="1"/>
          <p:nvPr/>
        </p:nvSpPr>
        <p:spPr>
          <a:xfrm>
            <a:off x="6627910" y="701548"/>
            <a:ext cx="4244462" cy="327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highscore 2500</a:t>
            </a:r>
            <a:endParaRPr/>
          </a:p>
        </p:txBody>
      </p:sp>
      <p:sp>
        <p:nvSpPr>
          <p:cNvPr id="506" name="Google Shape;506;p13"/>
          <p:cNvSpPr/>
          <p:nvPr/>
        </p:nvSpPr>
        <p:spPr>
          <a:xfrm>
            <a:off x="-92985" y="4741446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13C8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4"/>
          <p:cNvSpPr/>
          <p:nvPr/>
        </p:nvSpPr>
        <p:spPr>
          <a:xfrm>
            <a:off x="-185970" y="1971213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2" name="Google Shape;512;p14"/>
          <p:cNvSpPr/>
          <p:nvPr/>
        </p:nvSpPr>
        <p:spPr>
          <a:xfrm>
            <a:off x="-1099006" y="-1298925"/>
            <a:ext cx="5271418" cy="10244805"/>
          </a:xfrm>
          <a:custGeom>
            <a:rect b="b" l="l" r="r" t="t"/>
            <a:pathLst>
              <a:path extrusionOk="0" h="10244805" w="5271418">
                <a:moveTo>
                  <a:pt x="0" y="0"/>
                </a:moveTo>
                <a:lnTo>
                  <a:pt x="5271417" y="0"/>
                </a:lnTo>
                <a:lnTo>
                  <a:pt x="5271417" y="10244805"/>
                </a:lnTo>
                <a:lnTo>
                  <a:pt x="0" y="102448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3" name="Google Shape;513;p14"/>
          <p:cNvSpPr/>
          <p:nvPr/>
        </p:nvSpPr>
        <p:spPr>
          <a:xfrm>
            <a:off x="5182049" y="2934751"/>
            <a:ext cx="2828812" cy="987513"/>
          </a:xfrm>
          <a:custGeom>
            <a:rect b="b" l="l" r="r" t="t"/>
            <a:pathLst>
              <a:path extrusionOk="0" h="987513" w="2828812">
                <a:moveTo>
                  <a:pt x="0" y="0"/>
                </a:moveTo>
                <a:lnTo>
                  <a:pt x="2828813" y="0"/>
                </a:lnTo>
                <a:lnTo>
                  <a:pt x="2828813" y="987512"/>
                </a:lnTo>
                <a:lnTo>
                  <a:pt x="0" y="9875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4" name="Google Shape;514;p14"/>
          <p:cNvSpPr/>
          <p:nvPr/>
        </p:nvSpPr>
        <p:spPr>
          <a:xfrm flipH="1">
            <a:off x="15190678" y="230851"/>
            <a:ext cx="2828812" cy="987513"/>
          </a:xfrm>
          <a:custGeom>
            <a:rect b="b" l="l" r="r" t="t"/>
            <a:pathLst>
              <a:path extrusionOk="0" h="987513" w="2828812">
                <a:moveTo>
                  <a:pt x="2828813" y="0"/>
                </a:moveTo>
                <a:lnTo>
                  <a:pt x="0" y="0"/>
                </a:lnTo>
                <a:lnTo>
                  <a:pt x="0" y="987512"/>
                </a:lnTo>
                <a:lnTo>
                  <a:pt x="2828813" y="987512"/>
                </a:lnTo>
                <a:lnTo>
                  <a:pt x="2828813" y="0"/>
                </a:lnTo>
                <a:close/>
              </a:path>
            </a:pathLst>
          </a:custGeom>
          <a:blipFill rotWithShape="1">
            <a:blip r:embed="rId5">
              <a:alphaModFix amt="18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5" name="Google Shape;515;p14"/>
          <p:cNvGrpSpPr/>
          <p:nvPr/>
        </p:nvGrpSpPr>
        <p:grpSpPr>
          <a:xfrm>
            <a:off x="7521607" y="847874"/>
            <a:ext cx="9737693" cy="5586187"/>
            <a:chOff x="0" y="-47625"/>
            <a:chExt cx="2564660" cy="1471259"/>
          </a:xfrm>
        </p:grpSpPr>
        <p:sp>
          <p:nvSpPr>
            <p:cNvPr id="516" name="Google Shape;516;p14"/>
            <p:cNvSpPr/>
            <p:nvPr/>
          </p:nvSpPr>
          <p:spPr>
            <a:xfrm>
              <a:off x="0" y="0"/>
              <a:ext cx="2564660" cy="1423634"/>
            </a:xfrm>
            <a:custGeom>
              <a:rect b="b" l="l" r="r" t="t"/>
              <a:pathLst>
                <a:path extrusionOk="0" h="1423634" w="2564660">
                  <a:moveTo>
                    <a:pt x="38957" y="0"/>
                  </a:moveTo>
                  <a:lnTo>
                    <a:pt x="2525702" y="0"/>
                  </a:lnTo>
                  <a:cubicBezTo>
                    <a:pt x="2536035" y="0"/>
                    <a:pt x="2545943" y="4104"/>
                    <a:pt x="2553249" y="11410"/>
                  </a:cubicBezTo>
                  <a:cubicBezTo>
                    <a:pt x="2560555" y="18716"/>
                    <a:pt x="2564660" y="28625"/>
                    <a:pt x="2564660" y="38957"/>
                  </a:cubicBezTo>
                  <a:lnTo>
                    <a:pt x="2564660" y="1384677"/>
                  </a:lnTo>
                  <a:cubicBezTo>
                    <a:pt x="2564660" y="1395009"/>
                    <a:pt x="2560555" y="1404918"/>
                    <a:pt x="2553249" y="1412224"/>
                  </a:cubicBezTo>
                  <a:cubicBezTo>
                    <a:pt x="2545943" y="1419530"/>
                    <a:pt x="2536035" y="1423634"/>
                    <a:pt x="2525702" y="1423634"/>
                  </a:cubicBezTo>
                  <a:lnTo>
                    <a:pt x="38957" y="1423634"/>
                  </a:lnTo>
                  <a:cubicBezTo>
                    <a:pt x="28625" y="1423634"/>
                    <a:pt x="18716" y="1419530"/>
                    <a:pt x="11410" y="1412224"/>
                  </a:cubicBezTo>
                  <a:cubicBezTo>
                    <a:pt x="4104" y="1404918"/>
                    <a:pt x="0" y="1395009"/>
                    <a:pt x="0" y="1384677"/>
                  </a:cubicBezTo>
                  <a:lnTo>
                    <a:pt x="0" y="38957"/>
                  </a:lnTo>
                  <a:cubicBezTo>
                    <a:pt x="0" y="28625"/>
                    <a:pt x="4104" y="18716"/>
                    <a:pt x="11410" y="11410"/>
                  </a:cubicBezTo>
                  <a:cubicBezTo>
                    <a:pt x="18716" y="4104"/>
                    <a:pt x="28625" y="0"/>
                    <a:pt x="38957" y="0"/>
                  </a:cubicBezTo>
                  <a:close/>
                </a:path>
              </a:pathLst>
            </a:custGeom>
            <a:solidFill>
              <a:srgbClr val="3613C8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4"/>
            <p:cNvSpPr txBox="1"/>
            <p:nvPr/>
          </p:nvSpPr>
          <p:spPr>
            <a:xfrm>
              <a:off x="0" y="-47625"/>
              <a:ext cx="2564660" cy="14712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14"/>
          <p:cNvSpPr/>
          <p:nvPr/>
        </p:nvSpPr>
        <p:spPr>
          <a:xfrm>
            <a:off x="-211930" y="4567873"/>
            <a:ext cx="6808385" cy="5137236"/>
          </a:xfrm>
          <a:custGeom>
            <a:rect b="b" l="l" r="r" t="t"/>
            <a:pathLst>
              <a:path extrusionOk="0" h="5137236" w="6808385">
                <a:moveTo>
                  <a:pt x="0" y="0"/>
                </a:moveTo>
                <a:lnTo>
                  <a:pt x="6808386" y="0"/>
                </a:lnTo>
                <a:lnTo>
                  <a:pt x="6808386" y="5137236"/>
                </a:lnTo>
                <a:lnTo>
                  <a:pt x="0" y="5137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p14"/>
          <p:cNvSpPr/>
          <p:nvPr/>
        </p:nvSpPr>
        <p:spPr>
          <a:xfrm>
            <a:off x="-641278" y="7099525"/>
            <a:ext cx="7237734" cy="2605584"/>
          </a:xfrm>
          <a:custGeom>
            <a:rect b="b" l="l" r="r" t="t"/>
            <a:pathLst>
              <a:path extrusionOk="0" h="2605584" w="7237734">
                <a:moveTo>
                  <a:pt x="0" y="0"/>
                </a:moveTo>
                <a:lnTo>
                  <a:pt x="7237734" y="0"/>
                </a:lnTo>
                <a:lnTo>
                  <a:pt x="7237734" y="2605584"/>
                </a:lnTo>
                <a:lnTo>
                  <a:pt x="0" y="26055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20" name="Google Shape;520;p14"/>
          <p:cNvGrpSpPr/>
          <p:nvPr/>
        </p:nvGrpSpPr>
        <p:grpSpPr>
          <a:xfrm>
            <a:off x="0" y="9705109"/>
            <a:ext cx="18288000" cy="1163782"/>
            <a:chOff x="0" y="0"/>
            <a:chExt cx="24384000" cy="1551709"/>
          </a:xfrm>
        </p:grpSpPr>
        <p:sp>
          <p:nvSpPr>
            <p:cNvPr id="521" name="Google Shape;521;p14"/>
            <p:cNvSpPr/>
            <p:nvPr/>
          </p:nvSpPr>
          <p:spPr>
            <a:xfrm>
              <a:off x="0" y="0"/>
              <a:ext cx="8128000" cy="1551709"/>
            </a:xfrm>
            <a:custGeom>
              <a:rect b="b" l="l" r="r" t="t"/>
              <a:pathLst>
                <a:path extrusionOk="0"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22" name="Google Shape;522;p14"/>
            <p:cNvSpPr/>
            <p:nvPr/>
          </p:nvSpPr>
          <p:spPr>
            <a:xfrm>
              <a:off x="8128000" y="0"/>
              <a:ext cx="8128000" cy="1551709"/>
            </a:xfrm>
            <a:custGeom>
              <a:rect b="b" l="l" r="r" t="t"/>
              <a:pathLst>
                <a:path extrusionOk="0"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23" name="Google Shape;523;p14"/>
            <p:cNvSpPr/>
            <p:nvPr/>
          </p:nvSpPr>
          <p:spPr>
            <a:xfrm>
              <a:off x="16256000" y="0"/>
              <a:ext cx="8128000" cy="1551709"/>
            </a:xfrm>
            <a:custGeom>
              <a:rect b="b" l="l" r="r" t="t"/>
              <a:pathLst>
                <a:path extrusionOk="0"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524" name="Google Shape;524;p14"/>
          <p:cNvSpPr/>
          <p:nvPr/>
        </p:nvSpPr>
        <p:spPr>
          <a:xfrm>
            <a:off x="11602934" y="8186651"/>
            <a:ext cx="5219700" cy="1518458"/>
          </a:xfrm>
          <a:custGeom>
            <a:rect b="b" l="l" r="r" t="t"/>
            <a:pathLst>
              <a:path extrusionOk="0" h="1518458" w="5219700">
                <a:moveTo>
                  <a:pt x="0" y="0"/>
                </a:moveTo>
                <a:lnTo>
                  <a:pt x="5219700" y="0"/>
                </a:lnTo>
                <a:lnTo>
                  <a:pt x="5219700" y="1518458"/>
                </a:lnTo>
                <a:lnTo>
                  <a:pt x="0" y="151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5" name="Google Shape;525;p14"/>
          <p:cNvSpPr/>
          <p:nvPr/>
        </p:nvSpPr>
        <p:spPr>
          <a:xfrm>
            <a:off x="15950489" y="8186651"/>
            <a:ext cx="5219700" cy="1518458"/>
          </a:xfrm>
          <a:custGeom>
            <a:rect b="b" l="l" r="r" t="t"/>
            <a:pathLst>
              <a:path extrusionOk="0" h="1518458" w="5219700">
                <a:moveTo>
                  <a:pt x="0" y="0"/>
                </a:moveTo>
                <a:lnTo>
                  <a:pt x="5219701" y="0"/>
                </a:lnTo>
                <a:lnTo>
                  <a:pt x="5219701" y="1518458"/>
                </a:lnTo>
                <a:lnTo>
                  <a:pt x="0" y="151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6" name="Google Shape;526;p14"/>
          <p:cNvSpPr/>
          <p:nvPr/>
        </p:nvSpPr>
        <p:spPr>
          <a:xfrm>
            <a:off x="1028700" y="1028700"/>
            <a:ext cx="2196534" cy="942513"/>
          </a:xfrm>
          <a:custGeom>
            <a:rect b="b" l="l" r="r" t="t"/>
            <a:pathLst>
              <a:path extrusionOk="0" h="942513" w="2196534">
                <a:moveTo>
                  <a:pt x="0" y="0"/>
                </a:moveTo>
                <a:lnTo>
                  <a:pt x="2196534" y="0"/>
                </a:lnTo>
                <a:lnTo>
                  <a:pt x="2196534" y="942513"/>
                </a:lnTo>
                <a:lnTo>
                  <a:pt x="0" y="942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27" name="Google Shape;52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576727" y="1218363"/>
            <a:ext cx="1877287" cy="5631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8" name="Google Shape;528;p14"/>
          <p:cNvGrpSpPr/>
          <p:nvPr/>
        </p:nvGrpSpPr>
        <p:grpSpPr>
          <a:xfrm>
            <a:off x="8175823" y="2721851"/>
            <a:ext cx="8429262" cy="2054778"/>
            <a:chOff x="0" y="47625"/>
            <a:chExt cx="11239015" cy="2739705"/>
          </a:xfrm>
        </p:grpSpPr>
        <p:sp>
          <p:nvSpPr>
            <p:cNvPr id="529" name="Google Shape;529;p14"/>
            <p:cNvSpPr txBox="1"/>
            <p:nvPr/>
          </p:nvSpPr>
          <p:spPr>
            <a:xfrm>
              <a:off x="0" y="47625"/>
              <a:ext cx="11239015" cy="1667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THANK YOU!</a:t>
              </a:r>
              <a:endParaRPr/>
            </a:p>
          </p:txBody>
        </p:sp>
        <p:sp>
          <p:nvSpPr>
            <p:cNvPr id="530" name="Google Shape;530;p14"/>
            <p:cNvSpPr txBox="1"/>
            <p:nvPr/>
          </p:nvSpPr>
          <p:spPr>
            <a:xfrm>
              <a:off x="0" y="2149155"/>
              <a:ext cx="11239015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Gracias por prestar atención :D</a:t>
              </a:r>
              <a:endParaRPr/>
            </a:p>
          </p:txBody>
        </p:sp>
      </p:grpSp>
      <p:sp>
        <p:nvSpPr>
          <p:cNvPr id="531" name="Google Shape;531;p14"/>
          <p:cNvSpPr/>
          <p:nvPr/>
        </p:nvSpPr>
        <p:spPr>
          <a:xfrm>
            <a:off x="7013961" y="7989236"/>
            <a:ext cx="3615824" cy="1715873"/>
          </a:xfrm>
          <a:custGeom>
            <a:rect b="b" l="l" r="r" t="t"/>
            <a:pathLst>
              <a:path extrusionOk="0" h="1715873" w="3615824">
                <a:moveTo>
                  <a:pt x="0" y="0"/>
                </a:moveTo>
                <a:lnTo>
                  <a:pt x="3615823" y="0"/>
                </a:lnTo>
                <a:lnTo>
                  <a:pt x="3615823" y="1715873"/>
                </a:lnTo>
                <a:lnTo>
                  <a:pt x="0" y="1715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15"/>
          <p:cNvGrpSpPr/>
          <p:nvPr/>
        </p:nvGrpSpPr>
        <p:grpSpPr>
          <a:xfrm>
            <a:off x="8160179" y="892075"/>
            <a:ext cx="9099121" cy="8366225"/>
            <a:chOff x="0" y="-28575"/>
            <a:chExt cx="2396476" cy="2203450"/>
          </a:xfrm>
        </p:grpSpPr>
        <p:sp>
          <p:nvSpPr>
            <p:cNvPr id="537" name="Google Shape;537;p15"/>
            <p:cNvSpPr/>
            <p:nvPr/>
          </p:nvSpPr>
          <p:spPr>
            <a:xfrm>
              <a:off x="0" y="0"/>
              <a:ext cx="2396476" cy="2174875"/>
            </a:xfrm>
            <a:custGeom>
              <a:rect b="b" l="l" r="r" t="t"/>
              <a:pathLst>
                <a:path extrusionOk="0" h="2174875" w="2396476">
                  <a:moveTo>
                    <a:pt x="41691" y="0"/>
                  </a:moveTo>
                  <a:lnTo>
                    <a:pt x="2354785" y="0"/>
                  </a:lnTo>
                  <a:cubicBezTo>
                    <a:pt x="2377810" y="0"/>
                    <a:pt x="2396476" y="18666"/>
                    <a:pt x="2396476" y="41691"/>
                  </a:cubicBezTo>
                  <a:lnTo>
                    <a:pt x="2396476" y="2133184"/>
                  </a:lnTo>
                  <a:cubicBezTo>
                    <a:pt x="2396476" y="2156209"/>
                    <a:pt x="2377810" y="2174875"/>
                    <a:pt x="2354785" y="2174875"/>
                  </a:cubicBezTo>
                  <a:lnTo>
                    <a:pt x="41691" y="2174875"/>
                  </a:lnTo>
                  <a:cubicBezTo>
                    <a:pt x="18666" y="2174875"/>
                    <a:pt x="0" y="2156209"/>
                    <a:pt x="0" y="2133184"/>
                  </a:cubicBezTo>
                  <a:lnTo>
                    <a:pt x="0" y="41691"/>
                  </a:lnTo>
                  <a:cubicBezTo>
                    <a:pt x="0" y="18666"/>
                    <a:pt x="18666" y="0"/>
                    <a:pt x="41691" y="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47625">
              <a:solidFill>
                <a:srgbClr val="21EF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5"/>
            <p:cNvSpPr txBox="1"/>
            <p:nvPr/>
          </p:nvSpPr>
          <p:spPr>
            <a:xfrm>
              <a:off x="0" y="-28575"/>
              <a:ext cx="2396476" cy="2203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9" name="Google Shape;5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4418" y="6803606"/>
            <a:ext cx="1374203" cy="1636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59200" y="6803606"/>
            <a:ext cx="1412631" cy="1636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0" y="1872964"/>
            <a:ext cx="1197456" cy="535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13346" y="6803606"/>
            <a:ext cx="1177352" cy="1636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32213" y="6944762"/>
            <a:ext cx="808128" cy="1494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16045" y="4542316"/>
            <a:ext cx="1374203" cy="1762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778205" y="4701756"/>
            <a:ext cx="905668" cy="1443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968017" y="6884610"/>
            <a:ext cx="1435417" cy="1555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071831" y="4701756"/>
            <a:ext cx="1293832" cy="1443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932213" y="4516336"/>
            <a:ext cx="704358" cy="162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982000" y="4701756"/>
            <a:ext cx="1407452" cy="1443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3853410" y="2408668"/>
            <a:ext cx="861963" cy="172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170912" y="3032741"/>
            <a:ext cx="1077656" cy="1143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656241" y="2987269"/>
            <a:ext cx="905070" cy="1143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956032" y="1872964"/>
            <a:ext cx="894639" cy="54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5264837" y="3032741"/>
            <a:ext cx="841778" cy="1098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2469796" y="1847355"/>
            <a:ext cx="1871046" cy="561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982000" y="1872964"/>
            <a:ext cx="1152685" cy="375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151343" y="2987269"/>
            <a:ext cx="970034" cy="103583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15"/>
          <p:cNvSpPr txBox="1"/>
          <p:nvPr/>
        </p:nvSpPr>
        <p:spPr>
          <a:xfrm>
            <a:off x="1028700" y="6932930"/>
            <a:ext cx="6073108" cy="2325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these design resources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your Canva Presentation.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Happy designing!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Don't forget to delete or hide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page before presenting. </a:t>
            </a:r>
            <a:endParaRPr/>
          </a:p>
        </p:txBody>
      </p:sp>
      <p:sp>
        <p:nvSpPr>
          <p:cNvPr id="559" name="Google Shape;559;p15"/>
          <p:cNvSpPr txBox="1"/>
          <p:nvPr/>
        </p:nvSpPr>
        <p:spPr>
          <a:xfrm>
            <a:off x="1028700" y="1009650"/>
            <a:ext cx="6073108" cy="207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F63D8"/>
                </a:solidFill>
                <a:latin typeface="Arial"/>
                <a:ea typeface="Arial"/>
                <a:cs typeface="Arial"/>
                <a:sym typeface="Arial"/>
              </a:rPr>
              <a:t>RESOURCE </a:t>
            </a:r>
            <a:endParaRPr/>
          </a:p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F63D8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