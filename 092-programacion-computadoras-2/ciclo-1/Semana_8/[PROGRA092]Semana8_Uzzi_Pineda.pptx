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4"/>
  </p:notesMasterIdLst>
  <p:handoutMasterIdLst>
    <p:handoutMasterId r:id="rId15"/>
  </p:handout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60" r:id="rId13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8" autoAdjust="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97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B8A973-6B3A-4F92-AB5A-3CDE6FD84CF4}" type="doc">
      <dgm:prSet loTypeId="urn:microsoft.com/office/officeart/2018/2/layout/IconCircle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7214DFF0-DBAA-4FE7-ADB9-5E6A80FE38F3}">
      <dgm:prSet/>
      <dgm:spPr/>
      <dgm:t>
        <a:bodyPr/>
        <a:lstStyle/>
        <a:p>
          <a:r>
            <a:rPr lang="es-GT"/>
            <a:t>Dudas de Clase</a:t>
          </a:r>
          <a:endParaRPr lang="en-US"/>
        </a:p>
      </dgm:t>
    </dgm:pt>
    <dgm:pt modelId="{245C52BF-4D19-4180-B81F-AD9C2A382230}" type="parTrans" cxnId="{0ACDF1CC-B16A-49AB-8280-C68D4F2D717B}">
      <dgm:prSet/>
      <dgm:spPr/>
      <dgm:t>
        <a:bodyPr/>
        <a:lstStyle/>
        <a:p>
          <a:endParaRPr lang="en-US"/>
        </a:p>
      </dgm:t>
    </dgm:pt>
    <dgm:pt modelId="{2099E5FB-AD9B-401F-9436-B09208D77B53}" type="sibTrans" cxnId="{0ACDF1CC-B16A-49AB-8280-C68D4F2D717B}">
      <dgm:prSet/>
      <dgm:spPr/>
      <dgm:t>
        <a:bodyPr/>
        <a:lstStyle/>
        <a:p>
          <a:endParaRPr lang="en-US"/>
        </a:p>
      </dgm:t>
    </dgm:pt>
    <dgm:pt modelId="{273A195E-6BDB-48B4-8467-F962BF6DF33D}">
      <dgm:prSet/>
      <dgm:spPr/>
      <dgm:t>
        <a:bodyPr/>
        <a:lstStyle/>
        <a:p>
          <a:r>
            <a:rPr lang="es-GT"/>
            <a:t>Anuncios</a:t>
          </a:r>
          <a:endParaRPr lang="en-US"/>
        </a:p>
      </dgm:t>
    </dgm:pt>
    <dgm:pt modelId="{523397DA-5523-444E-8A88-D5D48AD1B7A6}" type="parTrans" cxnId="{0F9EB2C1-2638-4499-A6B0-D2BB0058DCEB}">
      <dgm:prSet/>
      <dgm:spPr/>
      <dgm:t>
        <a:bodyPr/>
        <a:lstStyle/>
        <a:p>
          <a:endParaRPr lang="en-US"/>
        </a:p>
      </dgm:t>
    </dgm:pt>
    <dgm:pt modelId="{80BC3A11-6BB5-439C-BBAE-A17D40B40DF1}" type="sibTrans" cxnId="{0F9EB2C1-2638-4499-A6B0-D2BB0058DCEB}">
      <dgm:prSet/>
      <dgm:spPr/>
      <dgm:t>
        <a:bodyPr/>
        <a:lstStyle/>
        <a:p>
          <a:endParaRPr lang="en-US"/>
        </a:p>
      </dgm:t>
    </dgm:pt>
    <dgm:pt modelId="{E28EA122-11D3-4AF9-BA0D-1A5875D03BFA}">
      <dgm:prSet/>
      <dgm:spPr/>
      <dgm:t>
        <a:bodyPr/>
        <a:lstStyle/>
        <a:p>
          <a:r>
            <a:rPr lang="es-GT"/>
            <a:t>Contenido Laboratorio</a:t>
          </a:r>
          <a:endParaRPr lang="en-US"/>
        </a:p>
      </dgm:t>
    </dgm:pt>
    <dgm:pt modelId="{0DB26CC2-F2AE-4976-BDF2-8A6A9033E3BA}" type="parTrans" cxnId="{8AEC0C49-4EF1-4A4C-8CA2-66AB3D366933}">
      <dgm:prSet/>
      <dgm:spPr/>
      <dgm:t>
        <a:bodyPr/>
        <a:lstStyle/>
        <a:p>
          <a:endParaRPr lang="en-US"/>
        </a:p>
      </dgm:t>
    </dgm:pt>
    <dgm:pt modelId="{2CEDED91-39B8-4B33-A9B3-C5485280C67A}" type="sibTrans" cxnId="{8AEC0C49-4EF1-4A4C-8CA2-66AB3D366933}">
      <dgm:prSet/>
      <dgm:spPr/>
      <dgm:t>
        <a:bodyPr/>
        <a:lstStyle/>
        <a:p>
          <a:endParaRPr lang="en-US"/>
        </a:p>
      </dgm:t>
    </dgm:pt>
    <dgm:pt modelId="{F2C50257-C91C-4F85-B1E9-7EF1A6265ED6}">
      <dgm:prSet/>
      <dgm:spPr/>
      <dgm:t>
        <a:bodyPr/>
        <a:lstStyle/>
        <a:p>
          <a:r>
            <a:rPr lang="es-GT"/>
            <a:t>Dudas</a:t>
          </a:r>
          <a:endParaRPr lang="en-US"/>
        </a:p>
      </dgm:t>
    </dgm:pt>
    <dgm:pt modelId="{1FE71A9B-F61D-4349-B7B9-B0681CCD1B56}" type="parTrans" cxnId="{37A1BA96-9807-4C47-861E-0418762D63EC}">
      <dgm:prSet/>
      <dgm:spPr/>
      <dgm:t>
        <a:bodyPr/>
        <a:lstStyle/>
        <a:p>
          <a:endParaRPr lang="en-US"/>
        </a:p>
      </dgm:t>
    </dgm:pt>
    <dgm:pt modelId="{906D79D0-7A21-4DEC-AFCD-3B9C40773959}" type="sibTrans" cxnId="{37A1BA96-9807-4C47-861E-0418762D63EC}">
      <dgm:prSet/>
      <dgm:spPr/>
      <dgm:t>
        <a:bodyPr/>
        <a:lstStyle/>
        <a:p>
          <a:endParaRPr lang="en-US"/>
        </a:p>
      </dgm:t>
    </dgm:pt>
    <dgm:pt modelId="{95D0529D-9448-4BD2-B4A2-3A852BE3AFFE}">
      <dgm:prSet/>
      <dgm:spPr/>
      <dgm:t>
        <a:bodyPr/>
        <a:lstStyle/>
        <a:p>
          <a:r>
            <a:rPr lang="es-GT"/>
            <a:t>Ejemplo Practico</a:t>
          </a:r>
          <a:endParaRPr lang="en-US"/>
        </a:p>
      </dgm:t>
    </dgm:pt>
    <dgm:pt modelId="{C4C7761F-E7AA-41E0-96E1-D7648CA328A5}" type="parTrans" cxnId="{9C278B54-376E-459C-A24F-7343F777D196}">
      <dgm:prSet/>
      <dgm:spPr/>
      <dgm:t>
        <a:bodyPr/>
        <a:lstStyle/>
        <a:p>
          <a:endParaRPr lang="en-US"/>
        </a:p>
      </dgm:t>
    </dgm:pt>
    <dgm:pt modelId="{B25191F3-A76C-4FF1-9718-98E254548DB3}" type="sibTrans" cxnId="{9C278B54-376E-459C-A24F-7343F777D196}">
      <dgm:prSet/>
      <dgm:spPr/>
      <dgm:t>
        <a:bodyPr/>
        <a:lstStyle/>
        <a:p>
          <a:endParaRPr lang="en-US"/>
        </a:p>
      </dgm:t>
    </dgm:pt>
    <dgm:pt modelId="{70DAEF1B-1A0E-4AE1-97FD-25363A2FEE8A}" type="pres">
      <dgm:prSet presAssocID="{17B8A973-6B3A-4F92-AB5A-3CDE6FD84CF4}" presName="root" presStyleCnt="0">
        <dgm:presLayoutVars>
          <dgm:dir/>
          <dgm:resizeHandles val="exact"/>
        </dgm:presLayoutVars>
      </dgm:prSet>
      <dgm:spPr/>
    </dgm:pt>
    <dgm:pt modelId="{922C6C8F-4DB3-4173-9820-19D22A024AA0}" type="pres">
      <dgm:prSet presAssocID="{17B8A973-6B3A-4F92-AB5A-3CDE6FD84CF4}" presName="container" presStyleCnt="0">
        <dgm:presLayoutVars>
          <dgm:dir/>
          <dgm:resizeHandles val="exact"/>
        </dgm:presLayoutVars>
      </dgm:prSet>
      <dgm:spPr/>
    </dgm:pt>
    <dgm:pt modelId="{49C48AA8-46F9-4FE6-9D0E-E7047D2AC907}" type="pres">
      <dgm:prSet presAssocID="{7214DFF0-DBAA-4FE7-ADB9-5E6A80FE38F3}" presName="compNode" presStyleCnt="0"/>
      <dgm:spPr/>
    </dgm:pt>
    <dgm:pt modelId="{BC738A0D-C21F-4670-A947-3E5F57A5285C}" type="pres">
      <dgm:prSet presAssocID="{7214DFF0-DBAA-4FE7-ADB9-5E6A80FE38F3}" presName="iconBgRect" presStyleLbl="bgShp" presStyleIdx="0" presStyleCnt="5"/>
      <dgm:spPr/>
    </dgm:pt>
    <dgm:pt modelId="{DCEC8C6D-4697-42D6-A3E9-76F6754281D6}" type="pres">
      <dgm:prSet presAssocID="{7214DFF0-DBAA-4FE7-ADB9-5E6A80FE38F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380C97EF-2B72-4ACB-9D8C-F54862E41B38}" type="pres">
      <dgm:prSet presAssocID="{7214DFF0-DBAA-4FE7-ADB9-5E6A80FE38F3}" presName="spaceRect" presStyleCnt="0"/>
      <dgm:spPr/>
    </dgm:pt>
    <dgm:pt modelId="{C12A283C-6FEF-43CE-A9DC-41742CF9923C}" type="pres">
      <dgm:prSet presAssocID="{7214DFF0-DBAA-4FE7-ADB9-5E6A80FE38F3}" presName="textRect" presStyleLbl="revTx" presStyleIdx="0" presStyleCnt="5">
        <dgm:presLayoutVars>
          <dgm:chMax val="1"/>
          <dgm:chPref val="1"/>
        </dgm:presLayoutVars>
      </dgm:prSet>
      <dgm:spPr/>
    </dgm:pt>
    <dgm:pt modelId="{8F5EF22B-944D-4589-B007-D53EFBEDACBC}" type="pres">
      <dgm:prSet presAssocID="{2099E5FB-AD9B-401F-9436-B09208D77B53}" presName="sibTrans" presStyleLbl="sibTrans2D1" presStyleIdx="0" presStyleCnt="0"/>
      <dgm:spPr/>
    </dgm:pt>
    <dgm:pt modelId="{002C59D0-FEDB-41AD-B705-89DA08486ED1}" type="pres">
      <dgm:prSet presAssocID="{273A195E-6BDB-48B4-8467-F962BF6DF33D}" presName="compNode" presStyleCnt="0"/>
      <dgm:spPr/>
    </dgm:pt>
    <dgm:pt modelId="{0F312CB0-6961-480D-AA58-3B778B6FEAD7}" type="pres">
      <dgm:prSet presAssocID="{273A195E-6BDB-48B4-8467-F962BF6DF33D}" presName="iconBgRect" presStyleLbl="bgShp" presStyleIdx="1" presStyleCnt="5"/>
      <dgm:spPr/>
    </dgm:pt>
    <dgm:pt modelId="{31297F95-6DA6-4C0A-BE2E-7AFA1CD4F952}" type="pres">
      <dgm:prSet presAssocID="{273A195E-6BDB-48B4-8467-F962BF6DF33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8A3E2027-9219-4A0B-A50F-E94FC2647355}" type="pres">
      <dgm:prSet presAssocID="{273A195E-6BDB-48B4-8467-F962BF6DF33D}" presName="spaceRect" presStyleCnt="0"/>
      <dgm:spPr/>
    </dgm:pt>
    <dgm:pt modelId="{020818BD-6639-4C6A-AD6D-AE93BCA325D2}" type="pres">
      <dgm:prSet presAssocID="{273A195E-6BDB-48B4-8467-F962BF6DF33D}" presName="textRect" presStyleLbl="revTx" presStyleIdx="1" presStyleCnt="5">
        <dgm:presLayoutVars>
          <dgm:chMax val="1"/>
          <dgm:chPref val="1"/>
        </dgm:presLayoutVars>
      </dgm:prSet>
      <dgm:spPr/>
    </dgm:pt>
    <dgm:pt modelId="{75961A20-6E6C-4F3B-9570-70261A2C6C26}" type="pres">
      <dgm:prSet presAssocID="{80BC3A11-6BB5-439C-BBAE-A17D40B40DF1}" presName="sibTrans" presStyleLbl="sibTrans2D1" presStyleIdx="0" presStyleCnt="0"/>
      <dgm:spPr/>
    </dgm:pt>
    <dgm:pt modelId="{BCAC040F-483E-4B1C-8F7F-7C4056CC5050}" type="pres">
      <dgm:prSet presAssocID="{E28EA122-11D3-4AF9-BA0D-1A5875D03BFA}" presName="compNode" presStyleCnt="0"/>
      <dgm:spPr/>
    </dgm:pt>
    <dgm:pt modelId="{6A2242DD-D319-4EF5-8ADE-7854B4D1AA53}" type="pres">
      <dgm:prSet presAssocID="{E28EA122-11D3-4AF9-BA0D-1A5875D03BFA}" presName="iconBgRect" presStyleLbl="bgShp" presStyleIdx="2" presStyleCnt="5"/>
      <dgm:spPr/>
    </dgm:pt>
    <dgm:pt modelId="{18B0422E-92DB-4CF0-B09B-06E6CD049F77}" type="pres">
      <dgm:prSet presAssocID="{E28EA122-11D3-4AF9-BA0D-1A5875D03BF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74DC0207-5ED9-4D0E-A2AC-5C877A48C3DB}" type="pres">
      <dgm:prSet presAssocID="{E28EA122-11D3-4AF9-BA0D-1A5875D03BFA}" presName="spaceRect" presStyleCnt="0"/>
      <dgm:spPr/>
    </dgm:pt>
    <dgm:pt modelId="{CB9909A2-3880-4A06-973F-97AAAEF97BD7}" type="pres">
      <dgm:prSet presAssocID="{E28EA122-11D3-4AF9-BA0D-1A5875D03BFA}" presName="textRect" presStyleLbl="revTx" presStyleIdx="2" presStyleCnt="5">
        <dgm:presLayoutVars>
          <dgm:chMax val="1"/>
          <dgm:chPref val="1"/>
        </dgm:presLayoutVars>
      </dgm:prSet>
      <dgm:spPr/>
    </dgm:pt>
    <dgm:pt modelId="{0CCE0EBE-8E72-4A47-A365-29274CC6C73E}" type="pres">
      <dgm:prSet presAssocID="{2CEDED91-39B8-4B33-A9B3-C5485280C67A}" presName="sibTrans" presStyleLbl="sibTrans2D1" presStyleIdx="0" presStyleCnt="0"/>
      <dgm:spPr/>
    </dgm:pt>
    <dgm:pt modelId="{D1EF05AE-5422-4FC5-8130-DFE8D68D12B8}" type="pres">
      <dgm:prSet presAssocID="{F2C50257-C91C-4F85-B1E9-7EF1A6265ED6}" presName="compNode" presStyleCnt="0"/>
      <dgm:spPr/>
    </dgm:pt>
    <dgm:pt modelId="{ABF01555-E89D-4215-9A89-63DC476A1B24}" type="pres">
      <dgm:prSet presAssocID="{F2C50257-C91C-4F85-B1E9-7EF1A6265ED6}" presName="iconBgRect" presStyleLbl="bgShp" presStyleIdx="3" presStyleCnt="5"/>
      <dgm:spPr/>
    </dgm:pt>
    <dgm:pt modelId="{C71D26A0-1E58-4AEA-93E2-EF1210B13ABC}" type="pres">
      <dgm:prSet presAssocID="{F2C50257-C91C-4F85-B1E9-7EF1A6265ED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E92CC61-F181-4F08-88FC-9A808F7F2EF8}" type="pres">
      <dgm:prSet presAssocID="{F2C50257-C91C-4F85-B1E9-7EF1A6265ED6}" presName="spaceRect" presStyleCnt="0"/>
      <dgm:spPr/>
    </dgm:pt>
    <dgm:pt modelId="{F6A2DA9B-7665-4A9D-A42D-B774B5AC9C2A}" type="pres">
      <dgm:prSet presAssocID="{F2C50257-C91C-4F85-B1E9-7EF1A6265ED6}" presName="textRect" presStyleLbl="revTx" presStyleIdx="3" presStyleCnt="5">
        <dgm:presLayoutVars>
          <dgm:chMax val="1"/>
          <dgm:chPref val="1"/>
        </dgm:presLayoutVars>
      </dgm:prSet>
      <dgm:spPr/>
    </dgm:pt>
    <dgm:pt modelId="{38617F50-3DAA-4938-989B-5940A9D7027D}" type="pres">
      <dgm:prSet presAssocID="{906D79D0-7A21-4DEC-AFCD-3B9C40773959}" presName="sibTrans" presStyleLbl="sibTrans2D1" presStyleIdx="0" presStyleCnt="0"/>
      <dgm:spPr/>
    </dgm:pt>
    <dgm:pt modelId="{C388ACBA-D0BD-4B75-BAFD-51D3F8F0F6B2}" type="pres">
      <dgm:prSet presAssocID="{95D0529D-9448-4BD2-B4A2-3A852BE3AFFE}" presName="compNode" presStyleCnt="0"/>
      <dgm:spPr/>
    </dgm:pt>
    <dgm:pt modelId="{B448DD11-1198-4A56-9D7C-12901EF9C2D8}" type="pres">
      <dgm:prSet presAssocID="{95D0529D-9448-4BD2-B4A2-3A852BE3AFFE}" presName="iconBgRect" presStyleLbl="bgShp" presStyleIdx="4" presStyleCnt="5"/>
      <dgm:spPr/>
    </dgm:pt>
    <dgm:pt modelId="{6BE0861D-7933-4626-A9F2-CF08F4B7AB41}" type="pres">
      <dgm:prSet presAssocID="{95D0529D-9448-4BD2-B4A2-3A852BE3AFF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1EF44464-8570-4ACC-950F-7917E5703C3E}" type="pres">
      <dgm:prSet presAssocID="{95D0529D-9448-4BD2-B4A2-3A852BE3AFFE}" presName="spaceRect" presStyleCnt="0"/>
      <dgm:spPr/>
    </dgm:pt>
    <dgm:pt modelId="{BDE58FE4-B04B-4388-9183-451B3C325BB6}" type="pres">
      <dgm:prSet presAssocID="{95D0529D-9448-4BD2-B4A2-3A852BE3AFF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5DDD550E-C01C-40D3-99CE-D8923C148550}" type="presOf" srcId="{F2C50257-C91C-4F85-B1E9-7EF1A6265ED6}" destId="{F6A2DA9B-7665-4A9D-A42D-B774B5AC9C2A}" srcOrd="0" destOrd="0" presId="urn:microsoft.com/office/officeart/2018/2/layout/IconCircleList"/>
    <dgm:cxn modelId="{77688911-CD3B-46E1-9295-C5CCB7315F49}" type="presOf" srcId="{17B8A973-6B3A-4F92-AB5A-3CDE6FD84CF4}" destId="{70DAEF1B-1A0E-4AE1-97FD-25363A2FEE8A}" srcOrd="0" destOrd="0" presId="urn:microsoft.com/office/officeart/2018/2/layout/IconCircleList"/>
    <dgm:cxn modelId="{8AEC0C49-4EF1-4A4C-8CA2-66AB3D366933}" srcId="{17B8A973-6B3A-4F92-AB5A-3CDE6FD84CF4}" destId="{E28EA122-11D3-4AF9-BA0D-1A5875D03BFA}" srcOrd="2" destOrd="0" parTransId="{0DB26CC2-F2AE-4976-BDF2-8A6A9033E3BA}" sibTransId="{2CEDED91-39B8-4B33-A9B3-C5485280C67A}"/>
    <dgm:cxn modelId="{2D779450-8CF7-4CDD-BFFD-D6EC084028F6}" type="presOf" srcId="{906D79D0-7A21-4DEC-AFCD-3B9C40773959}" destId="{38617F50-3DAA-4938-989B-5940A9D7027D}" srcOrd="0" destOrd="0" presId="urn:microsoft.com/office/officeart/2018/2/layout/IconCircleList"/>
    <dgm:cxn modelId="{9C278B54-376E-459C-A24F-7343F777D196}" srcId="{17B8A973-6B3A-4F92-AB5A-3CDE6FD84CF4}" destId="{95D0529D-9448-4BD2-B4A2-3A852BE3AFFE}" srcOrd="4" destOrd="0" parTransId="{C4C7761F-E7AA-41E0-96E1-D7648CA328A5}" sibTransId="{B25191F3-A76C-4FF1-9718-98E254548DB3}"/>
    <dgm:cxn modelId="{31211C7A-3C4D-4028-AA07-93E799DE58FF}" type="presOf" srcId="{2CEDED91-39B8-4B33-A9B3-C5485280C67A}" destId="{0CCE0EBE-8E72-4A47-A365-29274CC6C73E}" srcOrd="0" destOrd="0" presId="urn:microsoft.com/office/officeart/2018/2/layout/IconCircleList"/>
    <dgm:cxn modelId="{70AB7788-DF43-44A8-9041-469FB271E51B}" type="presOf" srcId="{7214DFF0-DBAA-4FE7-ADB9-5E6A80FE38F3}" destId="{C12A283C-6FEF-43CE-A9DC-41742CF9923C}" srcOrd="0" destOrd="0" presId="urn:microsoft.com/office/officeart/2018/2/layout/IconCircleList"/>
    <dgm:cxn modelId="{B060EB8B-3811-4E51-A155-8C93B47395D4}" type="presOf" srcId="{2099E5FB-AD9B-401F-9436-B09208D77B53}" destId="{8F5EF22B-944D-4589-B007-D53EFBEDACBC}" srcOrd="0" destOrd="0" presId="urn:microsoft.com/office/officeart/2018/2/layout/IconCircleList"/>
    <dgm:cxn modelId="{1162EB8D-B603-4225-B192-EF202E49159F}" type="presOf" srcId="{80BC3A11-6BB5-439C-BBAE-A17D40B40DF1}" destId="{75961A20-6E6C-4F3B-9570-70261A2C6C26}" srcOrd="0" destOrd="0" presId="urn:microsoft.com/office/officeart/2018/2/layout/IconCircleList"/>
    <dgm:cxn modelId="{37A1BA96-9807-4C47-861E-0418762D63EC}" srcId="{17B8A973-6B3A-4F92-AB5A-3CDE6FD84CF4}" destId="{F2C50257-C91C-4F85-B1E9-7EF1A6265ED6}" srcOrd="3" destOrd="0" parTransId="{1FE71A9B-F61D-4349-B7B9-B0681CCD1B56}" sibTransId="{906D79D0-7A21-4DEC-AFCD-3B9C40773959}"/>
    <dgm:cxn modelId="{AFBF8DA8-86BF-474C-A21C-74CDA19EBCB3}" type="presOf" srcId="{95D0529D-9448-4BD2-B4A2-3A852BE3AFFE}" destId="{BDE58FE4-B04B-4388-9183-451B3C325BB6}" srcOrd="0" destOrd="0" presId="urn:microsoft.com/office/officeart/2018/2/layout/IconCircleList"/>
    <dgm:cxn modelId="{0F9EB2C1-2638-4499-A6B0-D2BB0058DCEB}" srcId="{17B8A973-6B3A-4F92-AB5A-3CDE6FD84CF4}" destId="{273A195E-6BDB-48B4-8467-F962BF6DF33D}" srcOrd="1" destOrd="0" parTransId="{523397DA-5523-444E-8A88-D5D48AD1B7A6}" sibTransId="{80BC3A11-6BB5-439C-BBAE-A17D40B40DF1}"/>
    <dgm:cxn modelId="{0ACDF1CC-B16A-49AB-8280-C68D4F2D717B}" srcId="{17B8A973-6B3A-4F92-AB5A-3CDE6FD84CF4}" destId="{7214DFF0-DBAA-4FE7-ADB9-5E6A80FE38F3}" srcOrd="0" destOrd="0" parTransId="{245C52BF-4D19-4180-B81F-AD9C2A382230}" sibTransId="{2099E5FB-AD9B-401F-9436-B09208D77B53}"/>
    <dgm:cxn modelId="{A0A228D6-1958-413D-BA01-12FFE3DD9570}" type="presOf" srcId="{E28EA122-11D3-4AF9-BA0D-1A5875D03BFA}" destId="{CB9909A2-3880-4A06-973F-97AAAEF97BD7}" srcOrd="0" destOrd="0" presId="urn:microsoft.com/office/officeart/2018/2/layout/IconCircleList"/>
    <dgm:cxn modelId="{DA7496E4-E8FE-4BE0-A7D3-840F232B1B14}" type="presOf" srcId="{273A195E-6BDB-48B4-8467-F962BF6DF33D}" destId="{020818BD-6639-4C6A-AD6D-AE93BCA325D2}" srcOrd="0" destOrd="0" presId="urn:microsoft.com/office/officeart/2018/2/layout/IconCircleList"/>
    <dgm:cxn modelId="{ACF7064B-9001-4B5A-B507-D4C19AF6FDB3}" type="presParOf" srcId="{70DAEF1B-1A0E-4AE1-97FD-25363A2FEE8A}" destId="{922C6C8F-4DB3-4173-9820-19D22A024AA0}" srcOrd="0" destOrd="0" presId="urn:microsoft.com/office/officeart/2018/2/layout/IconCircleList"/>
    <dgm:cxn modelId="{70732012-7AEB-4127-ACD1-5955613E912F}" type="presParOf" srcId="{922C6C8F-4DB3-4173-9820-19D22A024AA0}" destId="{49C48AA8-46F9-4FE6-9D0E-E7047D2AC907}" srcOrd="0" destOrd="0" presId="urn:microsoft.com/office/officeart/2018/2/layout/IconCircleList"/>
    <dgm:cxn modelId="{7001DB76-3F56-4096-9E00-5E9FC7B8EC78}" type="presParOf" srcId="{49C48AA8-46F9-4FE6-9D0E-E7047D2AC907}" destId="{BC738A0D-C21F-4670-A947-3E5F57A5285C}" srcOrd="0" destOrd="0" presId="urn:microsoft.com/office/officeart/2018/2/layout/IconCircleList"/>
    <dgm:cxn modelId="{E476227C-4ACA-4C27-A778-9D22D2F1BA90}" type="presParOf" srcId="{49C48AA8-46F9-4FE6-9D0E-E7047D2AC907}" destId="{DCEC8C6D-4697-42D6-A3E9-76F6754281D6}" srcOrd="1" destOrd="0" presId="urn:microsoft.com/office/officeart/2018/2/layout/IconCircleList"/>
    <dgm:cxn modelId="{178D0FFA-0880-4650-9857-16AC0D4A3C95}" type="presParOf" srcId="{49C48AA8-46F9-4FE6-9D0E-E7047D2AC907}" destId="{380C97EF-2B72-4ACB-9D8C-F54862E41B38}" srcOrd="2" destOrd="0" presId="urn:microsoft.com/office/officeart/2018/2/layout/IconCircleList"/>
    <dgm:cxn modelId="{FD7C6507-5580-447E-8280-B24A487CF81A}" type="presParOf" srcId="{49C48AA8-46F9-4FE6-9D0E-E7047D2AC907}" destId="{C12A283C-6FEF-43CE-A9DC-41742CF9923C}" srcOrd="3" destOrd="0" presId="urn:microsoft.com/office/officeart/2018/2/layout/IconCircleList"/>
    <dgm:cxn modelId="{5D98B6A2-5FA1-41AE-8CCE-50BAE642A21A}" type="presParOf" srcId="{922C6C8F-4DB3-4173-9820-19D22A024AA0}" destId="{8F5EF22B-944D-4589-B007-D53EFBEDACBC}" srcOrd="1" destOrd="0" presId="urn:microsoft.com/office/officeart/2018/2/layout/IconCircleList"/>
    <dgm:cxn modelId="{9F96596B-7910-4992-9529-9E5FD0ADA164}" type="presParOf" srcId="{922C6C8F-4DB3-4173-9820-19D22A024AA0}" destId="{002C59D0-FEDB-41AD-B705-89DA08486ED1}" srcOrd="2" destOrd="0" presId="urn:microsoft.com/office/officeart/2018/2/layout/IconCircleList"/>
    <dgm:cxn modelId="{93C0A2F8-688B-4292-80BD-9301715F9134}" type="presParOf" srcId="{002C59D0-FEDB-41AD-B705-89DA08486ED1}" destId="{0F312CB0-6961-480D-AA58-3B778B6FEAD7}" srcOrd="0" destOrd="0" presId="urn:microsoft.com/office/officeart/2018/2/layout/IconCircleList"/>
    <dgm:cxn modelId="{D3BFF539-736D-4BD2-9C7E-7B2BA90F4C4E}" type="presParOf" srcId="{002C59D0-FEDB-41AD-B705-89DA08486ED1}" destId="{31297F95-6DA6-4C0A-BE2E-7AFA1CD4F952}" srcOrd="1" destOrd="0" presId="urn:microsoft.com/office/officeart/2018/2/layout/IconCircleList"/>
    <dgm:cxn modelId="{73255543-09C5-4A96-8FE9-6EFD92A5E5C3}" type="presParOf" srcId="{002C59D0-FEDB-41AD-B705-89DA08486ED1}" destId="{8A3E2027-9219-4A0B-A50F-E94FC2647355}" srcOrd="2" destOrd="0" presId="urn:microsoft.com/office/officeart/2018/2/layout/IconCircleList"/>
    <dgm:cxn modelId="{F199C348-3BB8-4620-8108-645BC5F90367}" type="presParOf" srcId="{002C59D0-FEDB-41AD-B705-89DA08486ED1}" destId="{020818BD-6639-4C6A-AD6D-AE93BCA325D2}" srcOrd="3" destOrd="0" presId="urn:microsoft.com/office/officeart/2018/2/layout/IconCircleList"/>
    <dgm:cxn modelId="{9CB2695C-231D-4EFE-B8C9-F96EA8CED0F2}" type="presParOf" srcId="{922C6C8F-4DB3-4173-9820-19D22A024AA0}" destId="{75961A20-6E6C-4F3B-9570-70261A2C6C26}" srcOrd="3" destOrd="0" presId="urn:microsoft.com/office/officeart/2018/2/layout/IconCircleList"/>
    <dgm:cxn modelId="{AD9F2460-82FD-4C15-A172-1BF2E604B42D}" type="presParOf" srcId="{922C6C8F-4DB3-4173-9820-19D22A024AA0}" destId="{BCAC040F-483E-4B1C-8F7F-7C4056CC5050}" srcOrd="4" destOrd="0" presId="urn:microsoft.com/office/officeart/2018/2/layout/IconCircleList"/>
    <dgm:cxn modelId="{A752DD86-3FDF-40F8-A0F5-2DB11B55663A}" type="presParOf" srcId="{BCAC040F-483E-4B1C-8F7F-7C4056CC5050}" destId="{6A2242DD-D319-4EF5-8ADE-7854B4D1AA53}" srcOrd="0" destOrd="0" presId="urn:microsoft.com/office/officeart/2018/2/layout/IconCircleList"/>
    <dgm:cxn modelId="{7F52F1D1-7C8B-494B-911B-065AFA99215C}" type="presParOf" srcId="{BCAC040F-483E-4B1C-8F7F-7C4056CC5050}" destId="{18B0422E-92DB-4CF0-B09B-06E6CD049F77}" srcOrd="1" destOrd="0" presId="urn:microsoft.com/office/officeart/2018/2/layout/IconCircleList"/>
    <dgm:cxn modelId="{554A35F5-D9BB-4366-9E03-C7C999D9692D}" type="presParOf" srcId="{BCAC040F-483E-4B1C-8F7F-7C4056CC5050}" destId="{74DC0207-5ED9-4D0E-A2AC-5C877A48C3DB}" srcOrd="2" destOrd="0" presId="urn:microsoft.com/office/officeart/2018/2/layout/IconCircleList"/>
    <dgm:cxn modelId="{62F11F09-58AF-4B0A-BBCD-846F04F9C866}" type="presParOf" srcId="{BCAC040F-483E-4B1C-8F7F-7C4056CC5050}" destId="{CB9909A2-3880-4A06-973F-97AAAEF97BD7}" srcOrd="3" destOrd="0" presId="urn:microsoft.com/office/officeart/2018/2/layout/IconCircleList"/>
    <dgm:cxn modelId="{D7B48B33-E904-4310-A02E-DC676325EA4F}" type="presParOf" srcId="{922C6C8F-4DB3-4173-9820-19D22A024AA0}" destId="{0CCE0EBE-8E72-4A47-A365-29274CC6C73E}" srcOrd="5" destOrd="0" presId="urn:microsoft.com/office/officeart/2018/2/layout/IconCircleList"/>
    <dgm:cxn modelId="{F89466F3-F585-45DE-87E3-78A9CBCA77EB}" type="presParOf" srcId="{922C6C8F-4DB3-4173-9820-19D22A024AA0}" destId="{D1EF05AE-5422-4FC5-8130-DFE8D68D12B8}" srcOrd="6" destOrd="0" presId="urn:microsoft.com/office/officeart/2018/2/layout/IconCircleList"/>
    <dgm:cxn modelId="{C7FFB454-02A9-430B-966A-CB3C647F7779}" type="presParOf" srcId="{D1EF05AE-5422-4FC5-8130-DFE8D68D12B8}" destId="{ABF01555-E89D-4215-9A89-63DC476A1B24}" srcOrd="0" destOrd="0" presId="urn:microsoft.com/office/officeart/2018/2/layout/IconCircleList"/>
    <dgm:cxn modelId="{AD05965E-1045-4247-AC7C-C328F06E47EA}" type="presParOf" srcId="{D1EF05AE-5422-4FC5-8130-DFE8D68D12B8}" destId="{C71D26A0-1E58-4AEA-93E2-EF1210B13ABC}" srcOrd="1" destOrd="0" presId="urn:microsoft.com/office/officeart/2018/2/layout/IconCircleList"/>
    <dgm:cxn modelId="{8758F400-7AF9-43F7-A400-0E11B211552A}" type="presParOf" srcId="{D1EF05AE-5422-4FC5-8130-DFE8D68D12B8}" destId="{9E92CC61-F181-4F08-88FC-9A808F7F2EF8}" srcOrd="2" destOrd="0" presId="urn:microsoft.com/office/officeart/2018/2/layout/IconCircleList"/>
    <dgm:cxn modelId="{245800C9-DF8C-435F-93A7-8AAE64088854}" type="presParOf" srcId="{D1EF05AE-5422-4FC5-8130-DFE8D68D12B8}" destId="{F6A2DA9B-7665-4A9D-A42D-B774B5AC9C2A}" srcOrd="3" destOrd="0" presId="urn:microsoft.com/office/officeart/2018/2/layout/IconCircleList"/>
    <dgm:cxn modelId="{A0BBAD87-4DA2-48A7-8DD2-AE4E08B3B83D}" type="presParOf" srcId="{922C6C8F-4DB3-4173-9820-19D22A024AA0}" destId="{38617F50-3DAA-4938-989B-5940A9D7027D}" srcOrd="7" destOrd="0" presId="urn:microsoft.com/office/officeart/2018/2/layout/IconCircleList"/>
    <dgm:cxn modelId="{8ED2F834-05EA-4481-8FC8-F25A10C78AAC}" type="presParOf" srcId="{922C6C8F-4DB3-4173-9820-19D22A024AA0}" destId="{C388ACBA-D0BD-4B75-BAFD-51D3F8F0F6B2}" srcOrd="8" destOrd="0" presId="urn:microsoft.com/office/officeart/2018/2/layout/IconCircleList"/>
    <dgm:cxn modelId="{E87EED0E-1474-4FDC-A8D1-B0E188C016F4}" type="presParOf" srcId="{C388ACBA-D0BD-4B75-BAFD-51D3F8F0F6B2}" destId="{B448DD11-1198-4A56-9D7C-12901EF9C2D8}" srcOrd="0" destOrd="0" presId="urn:microsoft.com/office/officeart/2018/2/layout/IconCircleList"/>
    <dgm:cxn modelId="{339088BB-BE4C-4B2B-B56E-2428F6046DDB}" type="presParOf" srcId="{C388ACBA-D0BD-4B75-BAFD-51D3F8F0F6B2}" destId="{6BE0861D-7933-4626-A9F2-CF08F4B7AB41}" srcOrd="1" destOrd="0" presId="urn:microsoft.com/office/officeart/2018/2/layout/IconCircleList"/>
    <dgm:cxn modelId="{6752E7FC-B721-4506-B27F-1EFEF35D088F}" type="presParOf" srcId="{C388ACBA-D0BD-4B75-BAFD-51D3F8F0F6B2}" destId="{1EF44464-8570-4ACC-950F-7917E5703C3E}" srcOrd="2" destOrd="0" presId="urn:microsoft.com/office/officeart/2018/2/layout/IconCircleList"/>
    <dgm:cxn modelId="{2658EEA5-650F-4C15-9080-9E7EE15EF48B}" type="presParOf" srcId="{C388ACBA-D0BD-4B75-BAFD-51D3F8F0F6B2}" destId="{BDE58FE4-B04B-4388-9183-451B3C325BB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738A0D-C21F-4670-A947-3E5F57A5285C}">
      <dsp:nvSpPr>
        <dsp:cNvPr id="0" name=""/>
        <dsp:cNvSpPr/>
      </dsp:nvSpPr>
      <dsp:spPr>
        <a:xfrm>
          <a:off x="235853" y="611259"/>
          <a:ext cx="915236" cy="915236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EC8C6D-4697-42D6-A3E9-76F6754281D6}">
      <dsp:nvSpPr>
        <dsp:cNvPr id="0" name=""/>
        <dsp:cNvSpPr/>
      </dsp:nvSpPr>
      <dsp:spPr>
        <a:xfrm>
          <a:off x="428053" y="803458"/>
          <a:ext cx="530837" cy="5308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2A283C-6FEF-43CE-A9DC-41742CF9923C}">
      <dsp:nvSpPr>
        <dsp:cNvPr id="0" name=""/>
        <dsp:cNvSpPr/>
      </dsp:nvSpPr>
      <dsp:spPr>
        <a:xfrm>
          <a:off x="1347212" y="611259"/>
          <a:ext cx="2157343" cy="91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2400" kern="1200"/>
            <a:t>Dudas de Clase</a:t>
          </a:r>
          <a:endParaRPr lang="en-US" sz="2400" kern="1200"/>
        </a:p>
      </dsp:txBody>
      <dsp:txXfrm>
        <a:off x="1347212" y="611259"/>
        <a:ext cx="2157343" cy="915236"/>
      </dsp:txXfrm>
    </dsp:sp>
    <dsp:sp modelId="{0F312CB0-6961-480D-AA58-3B778B6FEAD7}">
      <dsp:nvSpPr>
        <dsp:cNvPr id="0" name=""/>
        <dsp:cNvSpPr/>
      </dsp:nvSpPr>
      <dsp:spPr>
        <a:xfrm>
          <a:off x="3880456" y="611259"/>
          <a:ext cx="915236" cy="915236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297F95-6DA6-4C0A-BE2E-7AFA1CD4F952}">
      <dsp:nvSpPr>
        <dsp:cNvPr id="0" name=""/>
        <dsp:cNvSpPr/>
      </dsp:nvSpPr>
      <dsp:spPr>
        <a:xfrm>
          <a:off x="4072656" y="803458"/>
          <a:ext cx="530837" cy="5308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0818BD-6639-4C6A-AD6D-AE93BCA325D2}">
      <dsp:nvSpPr>
        <dsp:cNvPr id="0" name=""/>
        <dsp:cNvSpPr/>
      </dsp:nvSpPr>
      <dsp:spPr>
        <a:xfrm>
          <a:off x="4991815" y="611259"/>
          <a:ext cx="2157343" cy="91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2400" kern="1200"/>
            <a:t>Anuncios</a:t>
          </a:r>
          <a:endParaRPr lang="en-US" sz="2400" kern="1200"/>
        </a:p>
      </dsp:txBody>
      <dsp:txXfrm>
        <a:off x="4991815" y="611259"/>
        <a:ext cx="2157343" cy="915236"/>
      </dsp:txXfrm>
    </dsp:sp>
    <dsp:sp modelId="{6A2242DD-D319-4EF5-8ADE-7854B4D1AA53}">
      <dsp:nvSpPr>
        <dsp:cNvPr id="0" name=""/>
        <dsp:cNvSpPr/>
      </dsp:nvSpPr>
      <dsp:spPr>
        <a:xfrm>
          <a:off x="7525059" y="611259"/>
          <a:ext cx="915236" cy="915236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B0422E-92DB-4CF0-B09B-06E6CD049F77}">
      <dsp:nvSpPr>
        <dsp:cNvPr id="0" name=""/>
        <dsp:cNvSpPr/>
      </dsp:nvSpPr>
      <dsp:spPr>
        <a:xfrm>
          <a:off x="7717258" y="803458"/>
          <a:ext cx="530837" cy="5308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9909A2-3880-4A06-973F-97AAAEF97BD7}">
      <dsp:nvSpPr>
        <dsp:cNvPr id="0" name=""/>
        <dsp:cNvSpPr/>
      </dsp:nvSpPr>
      <dsp:spPr>
        <a:xfrm>
          <a:off x="8636417" y="611259"/>
          <a:ext cx="2157343" cy="91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2400" kern="1200"/>
            <a:t>Contenido Laboratorio</a:t>
          </a:r>
          <a:endParaRPr lang="en-US" sz="2400" kern="1200"/>
        </a:p>
      </dsp:txBody>
      <dsp:txXfrm>
        <a:off x="8636417" y="611259"/>
        <a:ext cx="2157343" cy="915236"/>
      </dsp:txXfrm>
    </dsp:sp>
    <dsp:sp modelId="{ABF01555-E89D-4215-9A89-63DC476A1B24}">
      <dsp:nvSpPr>
        <dsp:cNvPr id="0" name=""/>
        <dsp:cNvSpPr/>
      </dsp:nvSpPr>
      <dsp:spPr>
        <a:xfrm>
          <a:off x="235853" y="2151807"/>
          <a:ext cx="915236" cy="915236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1D26A0-1E58-4AEA-93E2-EF1210B13ABC}">
      <dsp:nvSpPr>
        <dsp:cNvPr id="0" name=""/>
        <dsp:cNvSpPr/>
      </dsp:nvSpPr>
      <dsp:spPr>
        <a:xfrm>
          <a:off x="428053" y="2344006"/>
          <a:ext cx="530837" cy="53083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A2DA9B-7665-4A9D-A42D-B774B5AC9C2A}">
      <dsp:nvSpPr>
        <dsp:cNvPr id="0" name=""/>
        <dsp:cNvSpPr/>
      </dsp:nvSpPr>
      <dsp:spPr>
        <a:xfrm>
          <a:off x="1347212" y="2151807"/>
          <a:ext cx="2157343" cy="91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2400" kern="1200"/>
            <a:t>Dudas</a:t>
          </a:r>
          <a:endParaRPr lang="en-US" sz="2400" kern="1200"/>
        </a:p>
      </dsp:txBody>
      <dsp:txXfrm>
        <a:off x="1347212" y="2151807"/>
        <a:ext cx="2157343" cy="915236"/>
      </dsp:txXfrm>
    </dsp:sp>
    <dsp:sp modelId="{B448DD11-1198-4A56-9D7C-12901EF9C2D8}">
      <dsp:nvSpPr>
        <dsp:cNvPr id="0" name=""/>
        <dsp:cNvSpPr/>
      </dsp:nvSpPr>
      <dsp:spPr>
        <a:xfrm>
          <a:off x="3880456" y="2151807"/>
          <a:ext cx="915236" cy="915236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E0861D-7933-4626-A9F2-CF08F4B7AB41}">
      <dsp:nvSpPr>
        <dsp:cNvPr id="0" name=""/>
        <dsp:cNvSpPr/>
      </dsp:nvSpPr>
      <dsp:spPr>
        <a:xfrm>
          <a:off x="4072656" y="2344006"/>
          <a:ext cx="530837" cy="53083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E58FE4-B04B-4388-9183-451B3C325BB6}">
      <dsp:nvSpPr>
        <dsp:cNvPr id="0" name=""/>
        <dsp:cNvSpPr/>
      </dsp:nvSpPr>
      <dsp:spPr>
        <a:xfrm>
          <a:off x="4991815" y="2151807"/>
          <a:ext cx="2157343" cy="915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2400" kern="1200"/>
            <a:t>Ejemplo Practico</a:t>
          </a:r>
          <a:endParaRPr lang="en-US" sz="2400" kern="1200"/>
        </a:p>
      </dsp:txBody>
      <dsp:txXfrm>
        <a:off x="4991815" y="2151807"/>
        <a:ext cx="2157343" cy="915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62B80FE-187A-4085-BD71-F0873FF7BD68}" type="datetime1">
              <a:rPr lang="es-ES" smtClean="0"/>
              <a:t>23/08/2024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D59A2BD-4571-4110-BB3E-5D004DE434FA}" type="datetime1">
              <a:rPr lang="es-ES" noProof="0" smtClean="0"/>
              <a:t>23/08/2024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F409C0D2-15DE-4FAC-845B-C48979FFAEB9}" type="datetime1">
              <a:rPr lang="es-ES" noProof="0" smtClean="0"/>
              <a:t>23/08/2024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670FF6-52DC-429F-9C56-6A1BF295232E}" type="datetime1">
              <a:rPr lang="es-ES" noProof="0" smtClean="0"/>
              <a:t>23/08/2024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5E27922-51B6-4B96-9C28-2CD2060AE75A}" type="datetime1">
              <a:rPr lang="es-ES" noProof="0" smtClean="0"/>
              <a:t>23/08/2024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3ECF5D1-1C98-40FD-9D65-EED7644802B9}" type="datetime1">
              <a:rPr lang="es-ES" noProof="0" smtClean="0"/>
              <a:t>23/08/2024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56C746-EB55-4634-AD93-A9FF2473885C}" type="datetime1">
              <a:rPr lang="es-ES" noProof="0" smtClean="0"/>
              <a:t>23/08/2024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051F13-F75A-440F-BED7-E2004746A95F}" type="datetime1">
              <a:rPr lang="es-ES" noProof="0" smtClean="0"/>
              <a:t>23/08/2024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7" name="Rectá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7A2E7D-666A-420B-9042-959E1D47E21D}" type="datetime1">
              <a:rPr lang="es-ES" noProof="0" smtClean="0"/>
              <a:t>23/08/2024</a:t>
            </a:fld>
            <a:endParaRPr lang="es-ES" noProof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403F12F-0E67-4CAB-8DFD-26DCD4A99D59}" type="datetime1">
              <a:rPr lang="es-ES" noProof="0" smtClean="0"/>
              <a:t>23/08/2024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US" noProof="0"/>
              <a:t>Click icon to add picture</a:t>
            </a:r>
            <a:endParaRPr lang="es-ES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09DA8C-1A59-4B91-B9EA-509377CD0E23}" type="datetime1">
              <a:rPr lang="es-ES" noProof="0" smtClean="0"/>
              <a:t>23/08/2024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F9F163-DD03-4353-882E-CE0F9A80F1C3}" type="datetime1">
              <a:rPr lang="es-ES" noProof="0" smtClean="0"/>
              <a:t>23/08/2024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D2FF54C-EA2F-453C-857C-5C9ADB86CB43}" type="datetime1">
              <a:rPr lang="es-ES" noProof="0" smtClean="0"/>
              <a:t>23/08/2024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A3DF7BF2-42BB-439B-88AA-F60334FF1291}" type="datetime1">
              <a:rPr lang="es-ES" noProof="0" smtClean="0"/>
              <a:t>23/08/2024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9" name="Rectá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á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á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learn.microsoft.com/es-es/dotnet/visual-basic/language-reference/functions/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learn.microsoft.com/es-es/dotnet/visual-basic/language-reference/functions/string-function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learn.microsoft.com/es-es/dotnet/visual-basic/language-reference/functions/string-function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á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Imagen 6" descr="Conexiones digitale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GT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GT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GT"/>
            </a:p>
          </p:txBody>
        </p:sp>
      </p:grp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0" y="5281416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es-ES" sz="6000" dirty="0">
                <a:solidFill>
                  <a:schemeClr val="bg1"/>
                </a:solidFill>
              </a:rPr>
              <a:t>Funciones y procedimientos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6534" y="6084840"/>
            <a:ext cx="10993546" cy="484822"/>
          </a:xfrm>
        </p:spPr>
        <p:txBody>
          <a:bodyPr rtlCol="0">
            <a:normAutofit/>
          </a:bodyPr>
          <a:lstStyle/>
          <a:p>
            <a:pPr rtl="0"/>
            <a:r>
              <a:rPr lang="es-ES" dirty="0">
                <a:solidFill>
                  <a:srgbClr val="7CEBFF"/>
                </a:solidFill>
              </a:rPr>
              <a:t>UNIDAD 1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1F8E7-2AD3-5105-6AC3-957823D3C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GT" dirty="0"/>
              <a:t>AGENDA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B7CEB23E-7667-BDEA-D011-58BBAC6F6A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2607982"/>
              </p:ext>
            </p:extLst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6839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D4BC1-248F-9A89-33D9-F88F3E22C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Módulos y procedimientos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FBEB1-9E6B-14C1-569D-84A92B8F3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Cuando se desarrollan programas robustos y complejos es probable que existan muchos procesos comunes. En estos casos es necesario pensar en subprogramas que realicen una tarea especifica denominados procedimientos o funciones. </a:t>
            </a:r>
          </a:p>
          <a:p>
            <a:endParaRPr lang="es-GT" dirty="0"/>
          </a:p>
          <a:p>
            <a:r>
              <a:rPr lang="es-GT" dirty="0"/>
              <a:t>Para los casos que se necesite compartir variables globales y procedimientos en varios formularios se trabaja con módulos.</a:t>
            </a:r>
          </a:p>
        </p:txBody>
      </p:sp>
    </p:spTree>
    <p:extLst>
      <p:ext uri="{BB962C8B-B14F-4D97-AF65-F5344CB8AC3E}">
        <p14:creationId xmlns:p14="http://schemas.microsoft.com/office/powerpoint/2010/main" val="2411209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03826-F6B8-BA80-3213-BE4881B7F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Modulos</a:t>
            </a:r>
            <a:endParaRPr lang="es-G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3A1D5-E271-BA2C-807D-55AD24418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338" y="2415886"/>
            <a:ext cx="6091212" cy="2536359"/>
          </a:xfrm>
        </p:spPr>
        <p:txBody>
          <a:bodyPr>
            <a:normAutofit fontScale="77500" lnSpcReduction="20000"/>
          </a:bodyPr>
          <a:lstStyle/>
          <a:p>
            <a:r>
              <a:rPr lang="es-GT" dirty="0"/>
              <a:t>Es un contenedor que se visualiza de forma independiente en el explorador de soluciones y solamente se le puede incluir código y no tendrá interfaz gráfica.</a:t>
            </a:r>
          </a:p>
          <a:p>
            <a:endParaRPr lang="es-GT" dirty="0"/>
          </a:p>
          <a:p>
            <a:r>
              <a:rPr lang="es-GT" dirty="0"/>
              <a:t>Puede contener variables globales y públicas, procedimientos </a:t>
            </a:r>
            <a:r>
              <a:rPr lang="es-GT" b="1" dirty="0"/>
              <a:t>Sub</a:t>
            </a:r>
            <a:r>
              <a:rPr lang="es-GT" dirty="0"/>
              <a:t> y </a:t>
            </a:r>
            <a:r>
              <a:rPr lang="es-GT" b="1" dirty="0" err="1"/>
              <a:t>Function</a:t>
            </a:r>
            <a:r>
              <a:rPr lang="es-GT" dirty="0"/>
              <a:t> estos pueden ser compartidos por varios formularios.</a:t>
            </a:r>
          </a:p>
          <a:p>
            <a:endParaRPr lang="es-GT" dirty="0"/>
          </a:p>
          <a:p>
            <a:r>
              <a:rPr lang="es-GT" dirty="0"/>
              <a:t>Para declarar una variable publica en un módulo es necesario escribir al inicio del módulo la palabra </a:t>
            </a:r>
            <a:r>
              <a:rPr lang="es-GT" b="1" dirty="0" err="1"/>
              <a:t>Public</a:t>
            </a:r>
            <a:r>
              <a:rPr lang="es-GT" dirty="0"/>
              <a:t> seguido del nombre de la variable y el tipo de dato, de esta manera se podrá leer, modificar o visualizar la misma.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3C5C11-D521-E29B-0F51-FC84C820E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550" y="2653909"/>
            <a:ext cx="5282308" cy="182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450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8A7D4-9C4F-1F9A-855E-19625E3A4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Procedimientos</a:t>
            </a:r>
            <a:r>
              <a:rPr lang="en-US" dirty="0"/>
              <a:t> y </a:t>
            </a:r>
            <a:r>
              <a:rPr lang="es-GT" dirty="0"/>
              <a:t>funciones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263B0-0C0B-65A7-EE50-0917264DE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91350"/>
            <a:ext cx="11029615" cy="4155541"/>
          </a:xfrm>
        </p:spPr>
        <p:txBody>
          <a:bodyPr>
            <a:normAutofit fontScale="92500" lnSpcReduction="20000"/>
          </a:bodyPr>
          <a:lstStyle/>
          <a:p>
            <a:r>
              <a:rPr lang="es-GT" b="1" dirty="0" err="1"/>
              <a:t>Function</a:t>
            </a:r>
            <a:r>
              <a:rPr lang="es-GT" dirty="0"/>
              <a:t>: Pueden ser invocados por su nombre desde otros procedimientos, pueden recibir argumentos y siempre devuelven un valor con el nombre de la función.</a:t>
            </a:r>
          </a:p>
          <a:p>
            <a:pPr lvl="1"/>
            <a:r>
              <a:rPr lang="es-GT" dirty="0"/>
              <a:t>Sintaxis</a:t>
            </a:r>
          </a:p>
          <a:p>
            <a:pPr marL="594000" lvl="2" indent="0">
              <a:buNone/>
            </a:pPr>
            <a:r>
              <a:rPr lang="es-GT" dirty="0"/>
              <a:t>[Modificador de acceso] </a:t>
            </a:r>
            <a:r>
              <a:rPr lang="es-GT" b="1" dirty="0" err="1"/>
              <a:t>Function</a:t>
            </a:r>
            <a:r>
              <a:rPr lang="es-GT" dirty="0"/>
              <a:t> </a:t>
            </a:r>
            <a:r>
              <a:rPr lang="es-GT" dirty="0" err="1"/>
              <a:t>nombre_funcion</a:t>
            </a:r>
            <a:r>
              <a:rPr lang="es-GT" dirty="0"/>
              <a:t>(argumentos) As tipo</a:t>
            </a:r>
          </a:p>
          <a:p>
            <a:pPr marL="936000" lvl="3" indent="0">
              <a:buNone/>
            </a:pPr>
            <a:r>
              <a:rPr lang="es-GT" dirty="0"/>
              <a:t>Instrucciones</a:t>
            </a:r>
          </a:p>
          <a:p>
            <a:pPr marL="936000" lvl="3" indent="0">
              <a:buNone/>
            </a:pPr>
            <a:r>
              <a:rPr lang="es-GT" dirty="0" err="1"/>
              <a:t>Nombre_Funcion</a:t>
            </a:r>
            <a:r>
              <a:rPr lang="es-GT" dirty="0"/>
              <a:t> = valor a retornar</a:t>
            </a:r>
          </a:p>
          <a:p>
            <a:pPr marL="594000" lvl="2" indent="0">
              <a:buNone/>
            </a:pPr>
            <a:r>
              <a:rPr lang="es-GT" b="1" dirty="0" err="1"/>
              <a:t>End</a:t>
            </a:r>
            <a:r>
              <a:rPr lang="es-GT" b="1" dirty="0"/>
              <a:t> </a:t>
            </a:r>
            <a:r>
              <a:rPr lang="es-GT" b="1" dirty="0" err="1"/>
              <a:t>Function</a:t>
            </a:r>
            <a:endParaRPr lang="es-GT" b="1" dirty="0"/>
          </a:p>
          <a:p>
            <a:endParaRPr lang="es-GT" dirty="0"/>
          </a:p>
          <a:p>
            <a:r>
              <a:rPr lang="es-GT" b="1" dirty="0"/>
              <a:t>Sub</a:t>
            </a:r>
            <a:r>
              <a:rPr lang="es-GT" dirty="0"/>
              <a:t>: También pueden ser invocados por su nombre desde otros procedimientos, pueden recibir argumentos, pero no devuelven valores.</a:t>
            </a:r>
          </a:p>
          <a:p>
            <a:pPr lvl="1"/>
            <a:r>
              <a:rPr lang="es-GT" dirty="0"/>
              <a:t>Sintaxis</a:t>
            </a:r>
          </a:p>
          <a:p>
            <a:pPr marL="594000" lvl="2" indent="0">
              <a:buNone/>
            </a:pPr>
            <a:r>
              <a:rPr lang="es-GT" dirty="0"/>
              <a:t>[Modificador de acceso] </a:t>
            </a:r>
            <a:r>
              <a:rPr lang="es-GT" b="1" dirty="0"/>
              <a:t>Sub</a:t>
            </a:r>
            <a:r>
              <a:rPr lang="es-GT" dirty="0"/>
              <a:t> </a:t>
            </a:r>
            <a:r>
              <a:rPr lang="es-GT" dirty="0" err="1"/>
              <a:t>nombre_sub</a:t>
            </a:r>
            <a:r>
              <a:rPr lang="es-GT" dirty="0"/>
              <a:t>(argumentos)</a:t>
            </a:r>
          </a:p>
          <a:p>
            <a:pPr marL="936000" lvl="3" indent="0">
              <a:buNone/>
            </a:pPr>
            <a:r>
              <a:rPr lang="es-GT" dirty="0"/>
              <a:t>Instrucciones</a:t>
            </a:r>
          </a:p>
          <a:p>
            <a:pPr marL="594000" lvl="2" indent="0">
              <a:buNone/>
            </a:pPr>
            <a:r>
              <a:rPr lang="es-GT" b="1" dirty="0" err="1"/>
              <a:t>End</a:t>
            </a:r>
            <a:r>
              <a:rPr lang="es-GT" b="1" dirty="0"/>
              <a:t> Sub</a:t>
            </a:r>
          </a:p>
          <a:p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2855250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AE9FF-42DC-A61D-43CF-85D26EA02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Función</a:t>
            </a:r>
            <a:r>
              <a:rPr lang="en-US" dirty="0"/>
              <a:t> </a:t>
            </a:r>
            <a:r>
              <a:rPr lang="es-GT" dirty="0"/>
              <a:t>Fecha</a:t>
            </a:r>
            <a:r>
              <a:rPr lang="en-US" dirty="0"/>
              <a:t> y Hora</a:t>
            </a:r>
            <a:endParaRPr lang="es-G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C5C16-F7D9-D10F-B62A-B657E703E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GT" dirty="0"/>
              <a:t>El objeto </a:t>
            </a:r>
            <a:r>
              <a:rPr lang="es-GT" b="1" dirty="0"/>
              <a:t>Date</a:t>
            </a:r>
            <a:r>
              <a:rPr lang="es-GT" dirty="0"/>
              <a:t> permite la manipulación de la fecha y hora. Dentro de las funciones básicas se pueden encontrar</a:t>
            </a:r>
          </a:p>
          <a:p>
            <a:pPr lvl="1"/>
            <a:r>
              <a:rPr lang="es-GT" b="1" dirty="0" err="1"/>
              <a:t>Now</a:t>
            </a:r>
            <a:r>
              <a:rPr lang="es-GT" dirty="0"/>
              <a:t>: Muestra en formato numérico la fecha y hora del Sistema. </a:t>
            </a:r>
            <a:r>
              <a:rPr lang="es-GT" dirty="0" err="1"/>
              <a:t>Ej</a:t>
            </a:r>
            <a:r>
              <a:rPr lang="es-GT" dirty="0"/>
              <a:t>: 23/08/2024 20:50:16</a:t>
            </a:r>
          </a:p>
          <a:p>
            <a:pPr lvl="1"/>
            <a:r>
              <a:rPr lang="es-GT" b="1" dirty="0" err="1"/>
              <a:t>Today</a:t>
            </a:r>
            <a:r>
              <a:rPr lang="es-GT" dirty="0"/>
              <a:t>: Muestra en formato numérico la fecha del sistema. </a:t>
            </a:r>
            <a:r>
              <a:rPr lang="es-GT" dirty="0" err="1"/>
              <a:t>Ej</a:t>
            </a:r>
            <a:r>
              <a:rPr lang="es-GT" dirty="0"/>
              <a:t>: 23/08/2024</a:t>
            </a:r>
          </a:p>
          <a:p>
            <a:endParaRPr lang="es-GT" dirty="0"/>
          </a:p>
          <a:p>
            <a:r>
              <a:rPr lang="es-GT" dirty="0"/>
              <a:t>Se pueden manejar diferentes formatos de presentacion de fecha y hora utilizando la función </a:t>
            </a:r>
            <a:r>
              <a:rPr lang="es-GT" b="1" dirty="0" err="1"/>
              <a:t>Format</a:t>
            </a:r>
            <a:r>
              <a:rPr lang="es-GT" dirty="0"/>
              <a:t>.</a:t>
            </a:r>
          </a:p>
          <a:p>
            <a:pPr lvl="1"/>
            <a:endParaRPr lang="es-GT" dirty="0"/>
          </a:p>
        </p:txBody>
      </p:sp>
    </p:spTree>
    <p:extLst>
      <p:ext uri="{BB962C8B-B14F-4D97-AF65-F5344CB8AC3E}">
        <p14:creationId xmlns:p14="http://schemas.microsoft.com/office/powerpoint/2010/main" val="3600116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2B251-50D4-CAD0-A8D9-BBFEC67A3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Función</a:t>
            </a:r>
            <a:r>
              <a:rPr lang="en-US" dirty="0"/>
              <a:t> </a:t>
            </a:r>
            <a:r>
              <a:rPr lang="es-GT" dirty="0"/>
              <a:t>Fecha</a:t>
            </a:r>
            <a:r>
              <a:rPr lang="en-US" dirty="0"/>
              <a:t> y Hora</a:t>
            </a:r>
            <a:endParaRPr lang="es-GT" dirty="0"/>
          </a:p>
        </p:txBody>
      </p:sp>
      <p:pic>
        <p:nvPicPr>
          <p:cNvPr id="6" name="Content Placeholder 5">
            <a:hlinkClick r:id="rId2"/>
            <a:extLst>
              <a:ext uri="{FF2B5EF4-FFF2-40B4-BE49-F238E27FC236}">
                <a16:creationId xmlns:a16="http://schemas.microsoft.com/office/drawing/2014/main" id="{7578E5E9-9BF3-9A50-5DC4-A6EF1EB823F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00237" y="2227263"/>
            <a:ext cx="4984475" cy="3633787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0A8DEBD-0FB4-BB6C-F963-DB041D62E4F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87909" y="2311411"/>
            <a:ext cx="5422900" cy="2235177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E26B0A-6A45-0A7E-4209-6DFF6CEB24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909" y="4546588"/>
            <a:ext cx="3495675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847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331E5-9FB4-1B40-0940-984D11D5B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Funciones</a:t>
            </a:r>
            <a:r>
              <a:rPr lang="en-US" dirty="0"/>
              <a:t> </a:t>
            </a:r>
            <a:r>
              <a:rPr lang="es-GT" dirty="0" err="1"/>
              <a:t>Matematicas</a:t>
            </a:r>
            <a:endParaRPr lang="es-G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4CD5D-5DAE-2D8C-10FA-1826B798BF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1456757"/>
          </a:xfrm>
        </p:spPr>
        <p:txBody>
          <a:bodyPr/>
          <a:lstStyle/>
          <a:p>
            <a:r>
              <a:rPr lang="es-GT" dirty="0"/>
              <a:t>La clase </a:t>
            </a:r>
            <a:r>
              <a:rPr lang="es-GT" b="1" dirty="0" err="1"/>
              <a:t>Math</a:t>
            </a:r>
            <a:r>
              <a:rPr lang="es-GT" dirty="0"/>
              <a:t> de VB.NET contiene una serie de funciones trigonométricas, logarítmicas y otras funciones matemáticas útiles para realizar calculos aritméticos.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B70932C-8CED-E866-B260-129EA3AEB71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89531" y="2227263"/>
            <a:ext cx="4819988" cy="3633787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463E61-095B-BAEB-C9C1-4AC613972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335" y="3684760"/>
            <a:ext cx="3150546" cy="169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431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369E0-117E-214A-2E54-0976C93E2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anchor="b">
            <a:normAutofit/>
          </a:bodyPr>
          <a:lstStyle/>
          <a:p>
            <a:r>
              <a:rPr lang="es-GT" dirty="0"/>
              <a:t>Funciones</a:t>
            </a:r>
            <a:r>
              <a:rPr lang="en-US" dirty="0"/>
              <a:t> para </a:t>
            </a:r>
            <a:r>
              <a:rPr lang="es-GT" dirty="0"/>
              <a:t>cadenas</a:t>
            </a:r>
          </a:p>
        </p:txBody>
      </p:sp>
      <p:pic>
        <p:nvPicPr>
          <p:cNvPr id="6" name="Content Placeholder 5">
            <a:hlinkClick r:id="rId2"/>
            <a:extLst>
              <a:ext uri="{FF2B5EF4-FFF2-40B4-BE49-F238E27FC236}">
                <a16:creationId xmlns:a16="http://schemas.microsoft.com/office/drawing/2014/main" id="{52F20BD7-B91B-303B-F7A5-A20276E607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52073" y="1889928"/>
            <a:ext cx="8096904" cy="4372328"/>
          </a:xfrm>
          <a:noFill/>
        </p:spPr>
      </p:pic>
    </p:spTree>
    <p:extLst>
      <p:ext uri="{BB962C8B-B14F-4D97-AF65-F5344CB8AC3E}">
        <p14:creationId xmlns:p14="http://schemas.microsoft.com/office/powerpoint/2010/main" val="848299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369E0-117E-214A-2E54-0976C93E2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anchor="b">
            <a:normAutofit/>
          </a:bodyPr>
          <a:lstStyle/>
          <a:p>
            <a:r>
              <a:rPr lang="es-GT" dirty="0"/>
              <a:t>Funciones</a:t>
            </a:r>
            <a:r>
              <a:rPr lang="en-US" dirty="0"/>
              <a:t> para </a:t>
            </a:r>
            <a:r>
              <a:rPr lang="es-GT" dirty="0"/>
              <a:t>cadenas</a:t>
            </a:r>
          </a:p>
        </p:txBody>
      </p:sp>
      <p:pic>
        <p:nvPicPr>
          <p:cNvPr id="8" name="Content Placeholder 7">
            <a:hlinkClick r:id="rId2"/>
            <a:extLst>
              <a:ext uri="{FF2B5EF4-FFF2-40B4-BE49-F238E27FC236}">
                <a16:creationId xmlns:a16="http://schemas.microsoft.com/office/drawing/2014/main" id="{CB1A5CCA-042A-BA85-1D40-CCE2EB62B1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99853" y="1895746"/>
            <a:ext cx="7287491" cy="444536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47840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3B971-2C4C-16C7-7086-9EDF0C3FA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Funciones</a:t>
            </a:r>
            <a:r>
              <a:rPr lang="en-US" dirty="0"/>
              <a:t> para </a:t>
            </a:r>
            <a:r>
              <a:rPr lang="es-GT" dirty="0"/>
              <a:t>cadenas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1637C0B-4E3F-5359-4105-3CD3CE79B32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025" y="2693090"/>
            <a:ext cx="5422900" cy="2702131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76B2B53-BE7E-143D-7E2D-546297A9F09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88075" y="2693090"/>
            <a:ext cx="5422900" cy="2702132"/>
          </a:xfrm>
        </p:spPr>
      </p:pic>
    </p:spTree>
    <p:extLst>
      <p:ext uri="{BB962C8B-B14F-4D97-AF65-F5344CB8AC3E}">
        <p14:creationId xmlns:p14="http://schemas.microsoft.com/office/powerpoint/2010/main" val="759083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ángu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GT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GT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GT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GT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es-ES" dirty="0">
                <a:solidFill>
                  <a:srgbClr val="FFFFFF"/>
                </a:solidFill>
              </a:rPr>
              <a:t>Dudas</a:t>
            </a:r>
          </a:p>
        </p:txBody>
      </p:sp>
      <p:pic>
        <p:nvPicPr>
          <p:cNvPr id="7" name="Picture 6" descr="Cartoon person with orange hair and red jacket&#10;&#10;Description automatically generated">
            <a:extLst>
              <a:ext uri="{FF2B5EF4-FFF2-40B4-BE49-F238E27FC236}">
                <a16:creationId xmlns:a16="http://schemas.microsoft.com/office/drawing/2014/main" id="{4036D682-E4BA-924C-2870-651D530C3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723899"/>
            <a:ext cx="7567287" cy="566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9669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Diseño tecnológico</Template>
  <TotalTime>739</TotalTime>
  <Words>367</Words>
  <Application>Microsoft Office PowerPoint</Application>
  <PresentationFormat>Widescreen</PresentationFormat>
  <Paragraphs>46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Gill Sans MT</vt:lpstr>
      <vt:lpstr>Wingdings 2</vt:lpstr>
      <vt:lpstr>Personalizado</vt:lpstr>
      <vt:lpstr>Funciones y procedimientos</vt:lpstr>
      <vt:lpstr>AGENDA</vt:lpstr>
      <vt:lpstr>Módulos y procedimientos</vt:lpstr>
      <vt:lpstr>Modulos</vt:lpstr>
      <vt:lpstr>Procedimientos y funciones</vt:lpstr>
      <vt:lpstr>Función Fecha y Hora</vt:lpstr>
      <vt:lpstr>Función Fecha y Hora</vt:lpstr>
      <vt:lpstr>Funciones Matematicas</vt:lpstr>
      <vt:lpstr>Funciones para cadenas</vt:lpstr>
      <vt:lpstr>Funciones para cadenas</vt:lpstr>
      <vt:lpstr>Funciones para cadenas</vt:lpstr>
      <vt:lpstr>Dudas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Libni Pineda</dc:creator>
  <cp:lastModifiedBy>Libni Pineda</cp:lastModifiedBy>
  <cp:revision>253</cp:revision>
  <dcterms:created xsi:type="dcterms:W3CDTF">2024-08-03T16:04:06Z</dcterms:created>
  <dcterms:modified xsi:type="dcterms:W3CDTF">2024-08-24T05:46:36Z</dcterms:modified>
</cp:coreProperties>
</file>