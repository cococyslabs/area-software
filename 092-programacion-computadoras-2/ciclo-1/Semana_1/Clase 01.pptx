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omputer Says No" charset="1" panose="00000400000000000000"/>
      <p:regular r:id="rId19"/>
    </p:embeddedFont>
    <p:embeddedFont>
      <p:font typeface="Poppins Light" charset="1" panose="00000400000000000000"/>
      <p:regular r:id="rId20"/>
    </p:embeddedFont>
    <p:embeddedFont>
      <p:font typeface="Poppins" charset="1" panose="00000500000000000000"/>
      <p:regular r:id="rId21"/>
    </p:embeddedFont>
    <p:embeddedFont>
      <p:font typeface="Open Sans Extra Bold" charset="1" panose="020B0906030804020204"/>
      <p:regular r:id="rId22"/>
    </p:embeddedFont>
    <p:embeddedFont>
      <p:font typeface="Poppins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1" Target="../media/image20.gif" Type="http://schemas.openxmlformats.org/officeDocument/2006/relationships/image"/><Relationship Id="rId22" Target="../media/image21.gif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gif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gif" Type="http://schemas.openxmlformats.org/officeDocument/2006/relationships/image"/><Relationship Id="rId11" Target="../media/image31.gif" Type="http://schemas.openxmlformats.org/officeDocument/2006/relationships/image"/><Relationship Id="rId12" Target="../media/image32.gif" Type="http://schemas.openxmlformats.org/officeDocument/2006/relationships/image"/><Relationship Id="rId13" Target="../media/image33.png" Type="http://schemas.openxmlformats.org/officeDocument/2006/relationships/image"/><Relationship Id="rId14" Target="../media/image34.svg" Type="http://schemas.openxmlformats.org/officeDocument/2006/relationships/image"/><Relationship Id="rId15" Target="../media/image35.png" Type="http://schemas.openxmlformats.org/officeDocument/2006/relationships/image"/><Relationship Id="rId16" Target="../media/image36.svg" Type="http://schemas.openxmlformats.org/officeDocument/2006/relationships/image"/><Relationship Id="rId17" Target="../media/image37.png" Type="http://schemas.openxmlformats.org/officeDocument/2006/relationships/image"/><Relationship Id="rId18" Target="../media/image38.svg" Type="http://schemas.openxmlformats.org/officeDocument/2006/relationships/image"/><Relationship Id="rId19" Target="../media/image39.png" Type="http://schemas.openxmlformats.org/officeDocument/2006/relationships/image"/><Relationship Id="rId2" Target="../media/image22.png" Type="http://schemas.openxmlformats.org/officeDocument/2006/relationships/image"/><Relationship Id="rId20" Target="../media/image40.svg" Type="http://schemas.openxmlformats.org/officeDocument/2006/relationships/image"/><Relationship Id="rId21" Target="../media/image41.png" Type="http://schemas.openxmlformats.org/officeDocument/2006/relationships/image"/><Relationship Id="rId22" Target="../media/image42.svg" Type="http://schemas.openxmlformats.org/officeDocument/2006/relationships/image"/><Relationship Id="rId3" Target="../media/image23.svg" Type="http://schemas.openxmlformats.org/officeDocument/2006/relationships/image"/><Relationship Id="rId4" Target="../media/image24.gif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gif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51.png" Type="http://schemas.openxmlformats.org/officeDocument/2006/relationships/image"/><Relationship Id="rId13" Target="../media/image52.svg" Type="http://schemas.openxmlformats.org/officeDocument/2006/relationships/image"/><Relationship Id="rId14" Target="../media/image53.png" Type="http://schemas.openxmlformats.org/officeDocument/2006/relationships/image"/><Relationship Id="rId15" Target="../media/image54.svg" Type="http://schemas.openxmlformats.org/officeDocument/2006/relationships/image"/><Relationship Id="rId16" Target="../media/image55.png" Type="http://schemas.openxmlformats.org/officeDocument/2006/relationships/image"/><Relationship Id="rId17" Target="../media/image56.svg" Type="http://schemas.openxmlformats.org/officeDocument/2006/relationships/image"/><Relationship Id="rId18" Target="slide2.xml" Type="http://schemas.openxmlformats.org/officeDocument/2006/relationships/slide"/><Relationship Id="rId19" Target="../media/image21.gif" Type="http://schemas.openxmlformats.org/officeDocument/2006/relationships/image"/><Relationship Id="rId2" Target="https://classroom.google.com/c/Njg0ODYyMDc4ODEz?cjc=onjdjnh" TargetMode="External" Type="http://schemas.openxmlformats.org/officeDocument/2006/relationships/hyperlink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29.gif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svg" Type="http://schemas.openxmlformats.org/officeDocument/2006/relationships/image"/><Relationship Id="rId12" Target="../media/image67.png" Type="http://schemas.openxmlformats.org/officeDocument/2006/relationships/image"/><Relationship Id="rId13" Target="../media/image68.svg" Type="http://schemas.openxmlformats.org/officeDocument/2006/relationships/image"/><Relationship Id="rId14" Target="../media/image69.png" Type="http://schemas.openxmlformats.org/officeDocument/2006/relationships/image"/><Relationship Id="rId15" Target="../media/image70.svg" Type="http://schemas.openxmlformats.org/officeDocument/2006/relationships/image"/><Relationship Id="rId16" Target="../media/image71.png" Type="http://schemas.openxmlformats.org/officeDocument/2006/relationships/image"/><Relationship Id="rId17" Target="../media/image72.svg" Type="http://schemas.openxmlformats.org/officeDocument/2006/relationships/image"/><Relationship Id="rId18" Target="../media/image73.png" Type="http://schemas.openxmlformats.org/officeDocument/2006/relationships/image"/><Relationship Id="rId19" Target="../media/image74.svg" Type="http://schemas.openxmlformats.org/officeDocument/2006/relationships/image"/><Relationship Id="rId2" Target="../media/image57.png" Type="http://schemas.openxmlformats.org/officeDocument/2006/relationships/image"/><Relationship Id="rId20" Target="../media/image75.png" Type="http://schemas.openxmlformats.org/officeDocument/2006/relationships/image"/><Relationship Id="rId21" Target="../media/image76.svg" Type="http://schemas.openxmlformats.org/officeDocument/2006/relationships/image"/><Relationship Id="rId22" Target="slide2.xml" Type="http://schemas.openxmlformats.org/officeDocument/2006/relationships/slide"/><Relationship Id="rId23" Target="../media/image77.png" Type="http://schemas.openxmlformats.org/officeDocument/2006/relationships/image"/><Relationship Id="rId24" Target="../media/image78.svg" Type="http://schemas.openxmlformats.org/officeDocument/2006/relationships/image"/><Relationship Id="rId25" Target="../media/image30.gif" Type="http://schemas.openxmlformats.org/officeDocument/2006/relationships/image"/><Relationship Id="rId26" Target="../media/image32.gif" Type="http://schemas.openxmlformats.org/officeDocument/2006/relationships/image"/><Relationship Id="rId27" Target="../media/image20.gif" Type="http://schemas.openxmlformats.org/officeDocument/2006/relationships/image"/><Relationship Id="rId28" Target="../media/image79.png" Type="http://schemas.openxmlformats.org/officeDocument/2006/relationships/image"/><Relationship Id="rId29" Target="../media/image80.svg" Type="http://schemas.openxmlformats.org/officeDocument/2006/relationships/image"/><Relationship Id="rId3" Target="../media/image58.svg" Type="http://schemas.openxmlformats.org/officeDocument/2006/relationships/image"/><Relationship Id="rId30" Target="../media/image81.png" Type="http://schemas.openxmlformats.org/officeDocument/2006/relationships/image"/><Relationship Id="rId31" Target="../media/image82.svg" Type="http://schemas.openxmlformats.org/officeDocument/2006/relationships/image"/><Relationship Id="rId32" Target="../media/image83.png" Type="http://schemas.openxmlformats.org/officeDocument/2006/relationships/image"/><Relationship Id="rId33" Target="../media/image84.svg" Type="http://schemas.openxmlformats.org/officeDocument/2006/relationships/image"/><Relationship Id="rId34" Target="../media/image85.png" Type="http://schemas.openxmlformats.org/officeDocument/2006/relationships/image"/><Relationship Id="rId35" Target="../media/image86.svg" Type="http://schemas.openxmlformats.org/officeDocument/2006/relationships/image"/><Relationship Id="rId36" Target="../media/image87.png" Type="http://schemas.openxmlformats.org/officeDocument/2006/relationships/image"/><Relationship Id="rId37" Target="../media/image88.svg" Type="http://schemas.openxmlformats.org/officeDocument/2006/relationships/image"/><Relationship Id="rId38" Target="../media/image89.pn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svg" Type="http://schemas.openxmlformats.org/officeDocument/2006/relationships/image"/><Relationship Id="rId11" Target="../media/image96.gif" Type="http://schemas.openxmlformats.org/officeDocument/2006/relationships/image"/><Relationship Id="rId12" Target="../media/image97.png" Type="http://schemas.openxmlformats.org/officeDocument/2006/relationships/image"/><Relationship Id="rId13" Target="../media/image98.png" Type="http://schemas.openxmlformats.org/officeDocument/2006/relationships/image"/><Relationship Id="rId14" Target="https://visualstudio.microsoft.com/es/downloads/" TargetMode="External" Type="http://schemas.openxmlformats.org/officeDocument/2006/relationships/hyperlink"/><Relationship Id="rId15" Target="https://visualstudio.microsoft.com/es/vs/older-downloads/" TargetMode="External" Type="http://schemas.openxmlformats.org/officeDocument/2006/relationships/hyperlink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slide2.xml" Type="http://schemas.openxmlformats.org/officeDocument/2006/relationships/slide"/><Relationship Id="rId5" Target="../media/image90.png" Type="http://schemas.openxmlformats.org/officeDocument/2006/relationships/image"/><Relationship Id="rId6" Target="../media/image91.svg" Type="http://schemas.openxmlformats.org/officeDocument/2006/relationships/image"/><Relationship Id="rId7" Target="../media/image92.png" Type="http://schemas.openxmlformats.org/officeDocument/2006/relationships/image"/><Relationship Id="rId8" Target="../media/image93.svg" Type="http://schemas.openxmlformats.org/officeDocument/2006/relationships/image"/><Relationship Id="rId9" Target="../media/image9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gif" Type="http://schemas.openxmlformats.org/officeDocument/2006/relationships/image"/><Relationship Id="rId11" Target="../media/image24.gif" Type="http://schemas.openxmlformats.org/officeDocument/2006/relationships/image"/><Relationship Id="rId12" Target="slide2.xml" Type="http://schemas.openxmlformats.org/officeDocument/2006/relationships/slide"/><Relationship Id="rId13" Target="../media/image105.png" Type="http://schemas.openxmlformats.org/officeDocument/2006/relationships/image"/><Relationship Id="rId14" Target="../media/image106.png" Type="http://schemas.openxmlformats.org/officeDocument/2006/relationships/image"/><Relationship Id="rId2" Target="../media/image99.png" Type="http://schemas.openxmlformats.org/officeDocument/2006/relationships/image"/><Relationship Id="rId3" Target="../media/image100.svg" Type="http://schemas.openxmlformats.org/officeDocument/2006/relationships/image"/><Relationship Id="rId4" Target="../media/image101.png" Type="http://schemas.openxmlformats.org/officeDocument/2006/relationships/image"/><Relationship Id="rId5" Target="../media/image10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103.png" Type="http://schemas.openxmlformats.org/officeDocument/2006/relationships/image"/><Relationship Id="rId9" Target="../media/image10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svg" Type="http://schemas.openxmlformats.org/officeDocument/2006/relationships/image"/><Relationship Id="rId12" Target="../media/image67.png" Type="http://schemas.openxmlformats.org/officeDocument/2006/relationships/image"/><Relationship Id="rId13" Target="../media/image68.svg" Type="http://schemas.openxmlformats.org/officeDocument/2006/relationships/image"/><Relationship Id="rId14" Target="../media/image69.png" Type="http://schemas.openxmlformats.org/officeDocument/2006/relationships/image"/><Relationship Id="rId15" Target="../media/image70.svg" Type="http://schemas.openxmlformats.org/officeDocument/2006/relationships/image"/><Relationship Id="rId16" Target="../media/image71.png" Type="http://schemas.openxmlformats.org/officeDocument/2006/relationships/image"/><Relationship Id="rId17" Target="../media/image72.svg" Type="http://schemas.openxmlformats.org/officeDocument/2006/relationships/image"/><Relationship Id="rId18" Target="../media/image73.png" Type="http://schemas.openxmlformats.org/officeDocument/2006/relationships/image"/><Relationship Id="rId19" Target="../media/image74.svg" Type="http://schemas.openxmlformats.org/officeDocument/2006/relationships/image"/><Relationship Id="rId2" Target="../media/image57.png" Type="http://schemas.openxmlformats.org/officeDocument/2006/relationships/image"/><Relationship Id="rId20" Target="../media/image75.png" Type="http://schemas.openxmlformats.org/officeDocument/2006/relationships/image"/><Relationship Id="rId21" Target="../media/image76.svg" Type="http://schemas.openxmlformats.org/officeDocument/2006/relationships/image"/><Relationship Id="rId22" Target="slide2.xml" Type="http://schemas.openxmlformats.org/officeDocument/2006/relationships/slide"/><Relationship Id="rId23" Target="../media/image77.png" Type="http://schemas.openxmlformats.org/officeDocument/2006/relationships/image"/><Relationship Id="rId24" Target="../media/image78.svg" Type="http://schemas.openxmlformats.org/officeDocument/2006/relationships/image"/><Relationship Id="rId25" Target="../media/image30.gif" Type="http://schemas.openxmlformats.org/officeDocument/2006/relationships/image"/><Relationship Id="rId26" Target="../media/image32.gif" Type="http://schemas.openxmlformats.org/officeDocument/2006/relationships/image"/><Relationship Id="rId27" Target="../media/image20.gif" Type="http://schemas.openxmlformats.org/officeDocument/2006/relationships/image"/><Relationship Id="rId28" Target="../media/image79.png" Type="http://schemas.openxmlformats.org/officeDocument/2006/relationships/image"/><Relationship Id="rId29" Target="../media/image80.svg" Type="http://schemas.openxmlformats.org/officeDocument/2006/relationships/image"/><Relationship Id="rId3" Target="../media/image58.svg" Type="http://schemas.openxmlformats.org/officeDocument/2006/relationships/image"/><Relationship Id="rId30" Target="../media/image81.png" Type="http://schemas.openxmlformats.org/officeDocument/2006/relationships/image"/><Relationship Id="rId31" Target="../media/image82.svg" Type="http://schemas.openxmlformats.org/officeDocument/2006/relationships/image"/><Relationship Id="rId32" Target="../media/image83.png" Type="http://schemas.openxmlformats.org/officeDocument/2006/relationships/image"/><Relationship Id="rId33" Target="../media/image84.svg" Type="http://schemas.openxmlformats.org/officeDocument/2006/relationships/image"/><Relationship Id="rId34" Target="../media/image85.png" Type="http://schemas.openxmlformats.org/officeDocument/2006/relationships/image"/><Relationship Id="rId35" Target="../media/image86.svg" Type="http://schemas.openxmlformats.org/officeDocument/2006/relationships/image"/><Relationship Id="rId36" Target="../media/image87.png" Type="http://schemas.openxmlformats.org/officeDocument/2006/relationships/image"/><Relationship Id="rId37" Target="../media/image88.svg" Type="http://schemas.openxmlformats.org/officeDocument/2006/relationships/image"/><Relationship Id="rId38" Target="../media/image107.png" Type="http://schemas.openxmlformats.org/officeDocument/2006/relationships/image"/><Relationship Id="rId39" Target="https://www.microsoft.com/es-mx/download/details.aspx?id=105522" TargetMode="External" Type="http://schemas.openxmlformats.org/officeDocument/2006/relationships/hyperlink"/><Relationship Id="rId4" Target="../media/image59.png" Type="http://schemas.openxmlformats.org/officeDocument/2006/relationships/image"/><Relationship Id="rId40" Target="../media/image96.gif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1.svg" Type="http://schemas.openxmlformats.org/officeDocument/2006/relationships/image"/><Relationship Id="rId11" Target="../media/image112.png" Type="http://schemas.openxmlformats.org/officeDocument/2006/relationships/image"/><Relationship Id="rId12" Target="../media/image113.svg" Type="http://schemas.openxmlformats.org/officeDocument/2006/relationships/image"/><Relationship Id="rId13" Target="../media/image39.png" Type="http://schemas.openxmlformats.org/officeDocument/2006/relationships/image"/><Relationship Id="rId14" Target="../media/image40.svg" Type="http://schemas.openxmlformats.org/officeDocument/2006/relationships/image"/><Relationship Id="rId15" Target="../media/image114.png" Type="http://schemas.openxmlformats.org/officeDocument/2006/relationships/image"/><Relationship Id="rId16" Target="../media/image115.svg" Type="http://schemas.openxmlformats.org/officeDocument/2006/relationships/image"/><Relationship Id="rId17" Target="slide2.xml" Type="http://schemas.openxmlformats.org/officeDocument/2006/relationships/slide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08.png" Type="http://schemas.openxmlformats.org/officeDocument/2006/relationships/image"/><Relationship Id="rId7" Target="../media/image109.svg" Type="http://schemas.openxmlformats.org/officeDocument/2006/relationships/image"/><Relationship Id="rId8" Target="../media/image29.gif" Type="http://schemas.openxmlformats.org/officeDocument/2006/relationships/image"/><Relationship Id="rId9" Target="../media/image1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6.png" Type="http://schemas.openxmlformats.org/officeDocument/2006/relationships/image"/><Relationship Id="rId3" Target="../media/image117.svg" Type="http://schemas.openxmlformats.org/officeDocument/2006/relationships/image"/><Relationship Id="rId4" Target="../media/image118.png" Type="http://schemas.openxmlformats.org/officeDocument/2006/relationships/image"/><Relationship Id="rId5" Target="../media/image119.svg" Type="http://schemas.openxmlformats.org/officeDocument/2006/relationships/image"/><Relationship Id="rId6" Target="slide2.xml" Type="http://schemas.openxmlformats.org/officeDocument/2006/relationships/slide"/><Relationship Id="rId7" Target="../media/image120.gif" Type="http://schemas.openxmlformats.org/officeDocument/2006/relationships/image"/><Relationship Id="rId8" Target="../media/image121.png" Type="http://schemas.openxmlformats.org/officeDocument/2006/relationships/image"/><Relationship Id="rId9" Target="../media/image1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0.svg" Type="http://schemas.openxmlformats.org/officeDocument/2006/relationships/image"/><Relationship Id="rId11" Target="../media/image131.png" Type="http://schemas.openxmlformats.org/officeDocument/2006/relationships/image"/><Relationship Id="rId12" Target="../media/image132.png" Type="http://schemas.openxmlformats.org/officeDocument/2006/relationships/image"/><Relationship Id="rId2" Target="../media/image123.png" Type="http://schemas.openxmlformats.org/officeDocument/2006/relationships/image"/><Relationship Id="rId3" Target="../media/image124.svg" Type="http://schemas.openxmlformats.org/officeDocument/2006/relationships/image"/><Relationship Id="rId4" Target="../media/image29.gif" Type="http://schemas.openxmlformats.org/officeDocument/2006/relationships/image"/><Relationship Id="rId5" Target="../media/image125.png" Type="http://schemas.openxmlformats.org/officeDocument/2006/relationships/image"/><Relationship Id="rId6" Target="../media/image126.svg" Type="http://schemas.openxmlformats.org/officeDocument/2006/relationships/image"/><Relationship Id="rId7" Target="../media/image127.png" Type="http://schemas.openxmlformats.org/officeDocument/2006/relationships/image"/><Relationship Id="rId8" Target="../media/image128.svg" Type="http://schemas.openxmlformats.org/officeDocument/2006/relationships/image"/><Relationship Id="rId9" Target="../media/image1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3.png" Type="http://schemas.openxmlformats.org/officeDocument/2006/relationships/image"/><Relationship Id="rId3" Target="../media/image134.svg" Type="http://schemas.openxmlformats.org/officeDocument/2006/relationships/image"/><Relationship Id="rId4" Target="../media/image135.jpeg" Type="http://schemas.openxmlformats.org/officeDocument/2006/relationships/image"/><Relationship Id="rId5" Target="../media/image13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7.png" Type="http://schemas.openxmlformats.org/officeDocument/2006/relationships/image"/><Relationship Id="rId3" Target="../media/image138.svg" Type="http://schemas.openxmlformats.org/officeDocument/2006/relationships/image"/><Relationship Id="rId4" Target="../media/image29.gif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139.png" Type="http://schemas.openxmlformats.org/officeDocument/2006/relationships/image"/><Relationship Id="rId8" Target="../media/image14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7.png" Type="http://schemas.openxmlformats.org/officeDocument/2006/relationships/image"/><Relationship Id="rId11" Target="../media/image148.svg" Type="http://schemas.openxmlformats.org/officeDocument/2006/relationships/image"/><Relationship Id="rId12" Target="../media/image149.png" Type="http://schemas.openxmlformats.org/officeDocument/2006/relationships/image"/><Relationship Id="rId13" Target="../media/image150.svg" Type="http://schemas.openxmlformats.org/officeDocument/2006/relationships/image"/><Relationship Id="rId14" Target="../media/image151.png" Type="http://schemas.openxmlformats.org/officeDocument/2006/relationships/image"/><Relationship Id="rId15" Target="../media/image152.svg" Type="http://schemas.openxmlformats.org/officeDocument/2006/relationships/image"/><Relationship Id="rId16" Target="../media/image153.png" Type="http://schemas.openxmlformats.org/officeDocument/2006/relationships/image"/><Relationship Id="rId17" Target="../media/image154.svg" Type="http://schemas.openxmlformats.org/officeDocument/2006/relationships/image"/><Relationship Id="rId18" Target="../media/image155.gif" Type="http://schemas.openxmlformats.org/officeDocument/2006/relationships/image"/><Relationship Id="rId19" Target="../media/image156.png" Type="http://schemas.openxmlformats.org/officeDocument/2006/relationships/image"/><Relationship Id="rId2" Target="../media/image43.png" Type="http://schemas.openxmlformats.org/officeDocument/2006/relationships/image"/><Relationship Id="rId20" Target="../media/image157.svg" Type="http://schemas.openxmlformats.org/officeDocument/2006/relationships/image"/><Relationship Id="rId3" Target="../media/image44.svg" Type="http://schemas.openxmlformats.org/officeDocument/2006/relationships/image"/><Relationship Id="rId4" Target="../media/image141.png" Type="http://schemas.openxmlformats.org/officeDocument/2006/relationships/image"/><Relationship Id="rId5" Target="../media/image142.svg" Type="http://schemas.openxmlformats.org/officeDocument/2006/relationships/image"/><Relationship Id="rId6" Target="../media/image143.png" Type="http://schemas.openxmlformats.org/officeDocument/2006/relationships/image"/><Relationship Id="rId7" Target="../media/image144.svg" Type="http://schemas.openxmlformats.org/officeDocument/2006/relationships/image"/><Relationship Id="rId8" Target="../media/image145.png" Type="http://schemas.openxmlformats.org/officeDocument/2006/relationships/image"/><Relationship Id="rId9" Target="../media/image14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E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05109"/>
            <a:ext cx="18288000" cy="1163782"/>
            <a:chOff x="0" y="0"/>
            <a:chExt cx="24384000" cy="15517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0" cy="1551709"/>
            </a:xfrm>
            <a:custGeom>
              <a:avLst/>
              <a:gdLst/>
              <a:ahLst/>
              <a:cxnLst/>
              <a:rect r="r" b="b" t="t" l="l"/>
              <a:pathLst>
                <a:path h="1551709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1551709"/>
                  </a:lnTo>
                  <a:lnTo>
                    <a:pt x="0" y="1551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128000" y="0"/>
              <a:ext cx="8128000" cy="1551709"/>
            </a:xfrm>
            <a:custGeom>
              <a:avLst/>
              <a:gdLst/>
              <a:ahLst/>
              <a:cxnLst/>
              <a:rect r="r" b="b" t="t" l="l"/>
              <a:pathLst>
                <a:path h="1551709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1551709"/>
                  </a:lnTo>
                  <a:lnTo>
                    <a:pt x="0" y="1551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6256000" y="0"/>
              <a:ext cx="8128000" cy="1551709"/>
            </a:xfrm>
            <a:custGeom>
              <a:avLst/>
              <a:gdLst/>
              <a:ahLst/>
              <a:cxnLst/>
              <a:rect r="r" b="b" t="t" l="l"/>
              <a:pathLst>
                <a:path h="1551709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1551709"/>
                  </a:lnTo>
                  <a:lnTo>
                    <a:pt x="0" y="1551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09980" y="1509980"/>
            <a:ext cx="15268040" cy="6685149"/>
            <a:chOff x="0" y="0"/>
            <a:chExt cx="4021212" cy="17606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1212" cy="1760698"/>
            </a:xfrm>
            <a:custGeom>
              <a:avLst/>
              <a:gdLst/>
              <a:ahLst/>
              <a:cxnLst/>
              <a:rect r="r" b="b" t="t" l="l"/>
              <a:pathLst>
                <a:path h="1760698" w="4021212">
                  <a:moveTo>
                    <a:pt x="24846" y="0"/>
                  </a:moveTo>
                  <a:lnTo>
                    <a:pt x="3996366" y="0"/>
                  </a:lnTo>
                  <a:cubicBezTo>
                    <a:pt x="4010088" y="0"/>
                    <a:pt x="4021212" y="11124"/>
                    <a:pt x="4021212" y="24846"/>
                  </a:cubicBezTo>
                  <a:lnTo>
                    <a:pt x="4021212" y="1735851"/>
                  </a:lnTo>
                  <a:cubicBezTo>
                    <a:pt x="4021212" y="1749574"/>
                    <a:pt x="4010088" y="1760698"/>
                    <a:pt x="3996366" y="1760698"/>
                  </a:cubicBezTo>
                  <a:lnTo>
                    <a:pt x="24846" y="1760698"/>
                  </a:lnTo>
                  <a:cubicBezTo>
                    <a:pt x="11124" y="1760698"/>
                    <a:pt x="0" y="1749574"/>
                    <a:pt x="0" y="1735851"/>
                  </a:cubicBezTo>
                  <a:lnTo>
                    <a:pt x="0" y="24846"/>
                  </a:lnTo>
                  <a:cubicBezTo>
                    <a:pt x="0" y="11124"/>
                    <a:pt x="11124" y="0"/>
                    <a:pt x="24846" y="0"/>
                  </a:cubicBezTo>
                  <a:close/>
                </a:path>
              </a:pathLst>
            </a:custGeom>
            <a:solidFill>
              <a:srgbClr val="050E5D"/>
            </a:solidFill>
            <a:ln w="47625" cap="rnd">
              <a:solidFill>
                <a:srgbClr val="21EF8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021212" cy="180832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341087" y="6151992"/>
            <a:ext cx="3370555" cy="3571879"/>
          </a:xfrm>
          <a:custGeom>
            <a:avLst/>
            <a:gdLst/>
            <a:ahLst/>
            <a:cxnLst/>
            <a:rect r="r" b="b" t="t" l="l"/>
            <a:pathLst>
              <a:path h="3571879" w="3370555">
                <a:moveTo>
                  <a:pt x="0" y="0"/>
                </a:moveTo>
                <a:lnTo>
                  <a:pt x="3370556" y="0"/>
                </a:lnTo>
                <a:lnTo>
                  <a:pt x="3370556" y="3571879"/>
                </a:lnTo>
                <a:lnTo>
                  <a:pt x="0" y="35718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2361856" y="6943369"/>
            <a:ext cx="2319862" cy="2761741"/>
          </a:xfrm>
          <a:prstGeom prst="rect">
            <a:avLst/>
          </a:prstGeom>
        </p:spPr>
      </p:pic>
      <p:sp>
        <p:nvSpPr>
          <p:cNvPr name="Freeform 11" id="11"/>
          <p:cNvSpPr/>
          <p:nvPr/>
        </p:nvSpPr>
        <p:spPr>
          <a:xfrm flipH="false" flipV="false" rot="0">
            <a:off x="5425744" y="6115484"/>
            <a:ext cx="2196534" cy="938519"/>
          </a:xfrm>
          <a:custGeom>
            <a:avLst/>
            <a:gdLst/>
            <a:ahLst/>
            <a:cxnLst/>
            <a:rect r="r" b="b" t="t" l="l"/>
            <a:pathLst>
              <a:path h="938519" w="2196534">
                <a:moveTo>
                  <a:pt x="0" y="0"/>
                </a:moveTo>
                <a:lnTo>
                  <a:pt x="2196534" y="0"/>
                </a:lnTo>
                <a:lnTo>
                  <a:pt x="2196534" y="938519"/>
                </a:lnTo>
                <a:lnTo>
                  <a:pt x="0" y="9385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68873" y="6111491"/>
            <a:ext cx="2196534" cy="942513"/>
          </a:xfrm>
          <a:custGeom>
            <a:avLst/>
            <a:gdLst/>
            <a:ahLst/>
            <a:cxnLst/>
            <a:rect r="r" b="b" t="t" l="l"/>
            <a:pathLst>
              <a:path h="942513" w="2196534">
                <a:moveTo>
                  <a:pt x="0" y="0"/>
                </a:moveTo>
                <a:lnTo>
                  <a:pt x="2196534" y="0"/>
                </a:lnTo>
                <a:lnTo>
                  <a:pt x="2196534" y="942512"/>
                </a:lnTo>
                <a:lnTo>
                  <a:pt x="0" y="9425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713082" y="6136966"/>
            <a:ext cx="2221897" cy="917038"/>
          </a:xfrm>
          <a:custGeom>
            <a:avLst/>
            <a:gdLst/>
            <a:ahLst/>
            <a:cxnLst/>
            <a:rect r="r" b="b" t="t" l="l"/>
            <a:pathLst>
              <a:path h="917038" w="2221897">
                <a:moveTo>
                  <a:pt x="0" y="0"/>
                </a:moveTo>
                <a:lnTo>
                  <a:pt x="2221897" y="0"/>
                </a:lnTo>
                <a:lnTo>
                  <a:pt x="2221897" y="917037"/>
                </a:lnTo>
                <a:lnTo>
                  <a:pt x="0" y="91703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695009" y="596383"/>
            <a:ext cx="2377744" cy="432317"/>
          </a:xfrm>
          <a:custGeom>
            <a:avLst/>
            <a:gdLst/>
            <a:ahLst/>
            <a:cxnLst/>
            <a:rect r="r" b="b" t="t" l="l"/>
            <a:pathLst>
              <a:path h="432317" w="2377744">
                <a:moveTo>
                  <a:pt x="0" y="0"/>
                </a:moveTo>
                <a:lnTo>
                  <a:pt x="2377745" y="0"/>
                </a:lnTo>
                <a:lnTo>
                  <a:pt x="2377745" y="432317"/>
                </a:lnTo>
                <a:lnTo>
                  <a:pt x="0" y="4323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424017" y="670536"/>
            <a:ext cx="2087036" cy="379461"/>
          </a:xfrm>
          <a:custGeom>
            <a:avLst/>
            <a:gdLst/>
            <a:ahLst/>
            <a:cxnLst/>
            <a:rect r="r" b="b" t="t" l="l"/>
            <a:pathLst>
              <a:path h="379461" w="2087036">
                <a:moveTo>
                  <a:pt x="0" y="0"/>
                </a:moveTo>
                <a:lnTo>
                  <a:pt x="2087036" y="0"/>
                </a:lnTo>
                <a:lnTo>
                  <a:pt x="2087036" y="379461"/>
                </a:lnTo>
                <a:lnTo>
                  <a:pt x="0" y="37946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3950410" y="8614008"/>
            <a:ext cx="1855950" cy="1091101"/>
          </a:xfrm>
          <a:custGeom>
            <a:avLst/>
            <a:gdLst/>
            <a:ahLst/>
            <a:cxnLst/>
            <a:rect r="r" b="b" t="t" l="l"/>
            <a:pathLst>
              <a:path h="1091101" w="1855950">
                <a:moveTo>
                  <a:pt x="1855950" y="0"/>
                </a:moveTo>
                <a:lnTo>
                  <a:pt x="0" y="0"/>
                </a:lnTo>
                <a:lnTo>
                  <a:pt x="0" y="1091101"/>
                </a:lnTo>
                <a:lnTo>
                  <a:pt x="1855950" y="1091101"/>
                </a:lnTo>
                <a:lnTo>
                  <a:pt x="185595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010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75433" y="6228904"/>
            <a:ext cx="2319577" cy="3476205"/>
          </a:xfrm>
          <a:custGeom>
            <a:avLst/>
            <a:gdLst/>
            <a:ahLst/>
            <a:cxnLst/>
            <a:rect r="r" b="b" t="t" l="l"/>
            <a:pathLst>
              <a:path h="3476205" w="2319577">
                <a:moveTo>
                  <a:pt x="0" y="0"/>
                </a:moveTo>
                <a:lnTo>
                  <a:pt x="2319576" y="0"/>
                </a:lnTo>
                <a:lnTo>
                  <a:pt x="2319576" y="3476205"/>
                </a:lnTo>
                <a:lnTo>
                  <a:pt x="0" y="347620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21">
            <a:alphaModFix amt="71000"/>
          </a:blip>
          <a:srcRect l="0" t="0" r="0" b="0"/>
          <a:stretch>
            <a:fillRect/>
          </a:stretch>
        </p:blipFill>
        <p:spPr>
          <a:xfrm flipH="false" flipV="false" rot="604890">
            <a:off x="17509575" y="4896612"/>
            <a:ext cx="554300" cy="577396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1">
            <a:alphaModFix amt="71000"/>
          </a:blip>
          <a:srcRect l="0" t="0" r="0" b="0"/>
          <a:stretch>
            <a:fillRect/>
          </a:stretch>
        </p:blipFill>
        <p:spPr>
          <a:xfrm flipH="false" flipV="false" rot="-1221735">
            <a:off x="17085962" y="3338385"/>
            <a:ext cx="397359" cy="413915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1">
            <a:alphaModFix amt="71000"/>
          </a:blip>
          <a:srcRect l="0" t="0" r="0" b="0"/>
          <a:stretch>
            <a:fillRect/>
          </a:stretch>
        </p:blipFill>
        <p:spPr>
          <a:xfrm flipH="false" flipV="false" rot="0">
            <a:off x="17517576" y="1957766"/>
            <a:ext cx="269149" cy="280364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>
            <a:alphaModFix amt="71000"/>
          </a:blip>
          <a:srcRect l="0" t="0" r="0" b="0"/>
          <a:stretch>
            <a:fillRect/>
          </a:stretch>
        </p:blipFill>
        <p:spPr>
          <a:xfrm flipH="false" flipV="false" rot="-599390">
            <a:off x="421312" y="5056909"/>
            <a:ext cx="554300" cy="577396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1">
            <a:alphaModFix amt="71000"/>
          </a:blip>
          <a:srcRect l="0" t="0" r="0" b="0"/>
          <a:stretch>
            <a:fillRect/>
          </a:stretch>
        </p:blipFill>
        <p:spPr>
          <a:xfrm flipH="false" flipV="false" rot="368085">
            <a:off x="788009" y="3418711"/>
            <a:ext cx="397359" cy="413915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1">
            <a:alphaModFix amt="71000"/>
          </a:blip>
          <a:srcRect l="0" t="0" r="0" b="0"/>
          <a:stretch>
            <a:fillRect/>
          </a:stretch>
        </p:blipFill>
        <p:spPr>
          <a:xfrm flipH="false" flipV="false" rot="-980286">
            <a:off x="463881" y="1925570"/>
            <a:ext cx="269149" cy="280364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2"/>
          <a:srcRect l="0" t="0" r="0" b="0"/>
          <a:stretch>
            <a:fillRect/>
          </a:stretch>
        </p:blipFill>
        <p:spPr>
          <a:xfrm flipH="false" flipV="false" rot="0">
            <a:off x="12445942" y="6532526"/>
            <a:ext cx="978075" cy="934061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2334212" y="2552572"/>
            <a:ext cx="13564288" cy="1525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59"/>
              </a:lnSpc>
            </a:pPr>
            <a:r>
              <a:rPr lang="en-US" sz="1049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CLASE 01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679767" y="4200525"/>
            <a:ext cx="6563991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Introducción a laboratorio e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IInstalación de Visual Studio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E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5970" y="2934751"/>
            <a:ext cx="18473970" cy="10391608"/>
          </a:xfrm>
          <a:custGeom>
            <a:avLst/>
            <a:gdLst/>
            <a:ahLst/>
            <a:cxnLst/>
            <a:rect r="r" b="b" t="t" l="l"/>
            <a:pathLst>
              <a:path h="10391608" w="18473970">
                <a:moveTo>
                  <a:pt x="0" y="0"/>
                </a:moveTo>
                <a:lnTo>
                  <a:pt x="18473970" y="0"/>
                </a:lnTo>
                <a:lnTo>
                  <a:pt x="18473970" y="10391608"/>
                </a:lnTo>
                <a:lnTo>
                  <a:pt x="0" y="10391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827317"/>
            <a:ext cx="16230600" cy="2672067"/>
            <a:chOff x="0" y="0"/>
            <a:chExt cx="4274726" cy="7037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703754"/>
            </a:xfrm>
            <a:custGeom>
              <a:avLst/>
              <a:gdLst/>
              <a:ahLst/>
              <a:cxnLst/>
              <a:rect r="r" b="b" t="t" l="l"/>
              <a:pathLst>
                <a:path h="703754" w="4274726">
                  <a:moveTo>
                    <a:pt x="23373" y="0"/>
                  </a:moveTo>
                  <a:lnTo>
                    <a:pt x="4251353" y="0"/>
                  </a:lnTo>
                  <a:cubicBezTo>
                    <a:pt x="4264261" y="0"/>
                    <a:pt x="4274726" y="10464"/>
                    <a:pt x="4274726" y="23373"/>
                  </a:cubicBezTo>
                  <a:lnTo>
                    <a:pt x="4274726" y="680382"/>
                  </a:lnTo>
                  <a:cubicBezTo>
                    <a:pt x="4274726" y="693290"/>
                    <a:pt x="4264261" y="703754"/>
                    <a:pt x="4251353" y="703754"/>
                  </a:cubicBezTo>
                  <a:lnTo>
                    <a:pt x="23373" y="703754"/>
                  </a:lnTo>
                  <a:cubicBezTo>
                    <a:pt x="10464" y="703754"/>
                    <a:pt x="0" y="693290"/>
                    <a:pt x="0" y="680382"/>
                  </a:cubicBezTo>
                  <a:lnTo>
                    <a:pt x="0" y="23373"/>
                  </a:lnTo>
                  <a:cubicBezTo>
                    <a:pt x="0" y="10464"/>
                    <a:pt x="10464" y="0"/>
                    <a:pt x="23373" y="0"/>
                  </a:cubicBezTo>
                  <a:close/>
                </a:path>
              </a:pathLst>
            </a:custGeom>
            <a:solidFill>
              <a:srgbClr val="050E5D"/>
            </a:solidFill>
            <a:ln w="47625" cap="rnd">
              <a:solidFill>
                <a:srgbClr val="21EF8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274726" cy="751379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2446664" y="5629604"/>
            <a:ext cx="821672" cy="877409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false" flipV="false" rot="0">
            <a:off x="1028700" y="6912088"/>
            <a:ext cx="3657600" cy="551965"/>
          </a:xfrm>
          <a:custGeom>
            <a:avLst/>
            <a:gdLst/>
            <a:ahLst/>
            <a:cxnLst/>
            <a:rect r="r" b="b" t="t" l="l"/>
            <a:pathLst>
              <a:path h="551965" w="3657600">
                <a:moveTo>
                  <a:pt x="0" y="0"/>
                </a:moveTo>
                <a:lnTo>
                  <a:pt x="3657600" y="0"/>
                </a:lnTo>
                <a:lnTo>
                  <a:pt x="3657600" y="551965"/>
                </a:lnTo>
                <a:lnTo>
                  <a:pt x="0" y="55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19700" y="6912088"/>
            <a:ext cx="3657600" cy="551965"/>
          </a:xfrm>
          <a:custGeom>
            <a:avLst/>
            <a:gdLst/>
            <a:ahLst/>
            <a:cxnLst/>
            <a:rect r="r" b="b" t="t" l="l"/>
            <a:pathLst>
              <a:path h="551965" w="3657600">
                <a:moveTo>
                  <a:pt x="0" y="0"/>
                </a:moveTo>
                <a:lnTo>
                  <a:pt x="3657600" y="0"/>
                </a:lnTo>
                <a:lnTo>
                  <a:pt x="3657600" y="551965"/>
                </a:lnTo>
                <a:lnTo>
                  <a:pt x="0" y="55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10700" y="6912088"/>
            <a:ext cx="3657600" cy="551965"/>
          </a:xfrm>
          <a:custGeom>
            <a:avLst/>
            <a:gdLst/>
            <a:ahLst/>
            <a:cxnLst/>
            <a:rect r="r" b="b" t="t" l="l"/>
            <a:pathLst>
              <a:path h="551965" w="3657600">
                <a:moveTo>
                  <a:pt x="0" y="0"/>
                </a:moveTo>
                <a:lnTo>
                  <a:pt x="3657600" y="0"/>
                </a:lnTo>
                <a:lnTo>
                  <a:pt x="3657600" y="551965"/>
                </a:lnTo>
                <a:lnTo>
                  <a:pt x="0" y="55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601700" y="6912088"/>
            <a:ext cx="3657600" cy="551965"/>
          </a:xfrm>
          <a:custGeom>
            <a:avLst/>
            <a:gdLst/>
            <a:ahLst/>
            <a:cxnLst/>
            <a:rect r="r" b="b" t="t" l="l"/>
            <a:pathLst>
              <a:path h="551965" w="3657600">
                <a:moveTo>
                  <a:pt x="0" y="0"/>
                </a:moveTo>
                <a:lnTo>
                  <a:pt x="3657600" y="0"/>
                </a:lnTo>
                <a:lnTo>
                  <a:pt x="3657600" y="551965"/>
                </a:lnTo>
                <a:lnTo>
                  <a:pt x="0" y="55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0" y="9465127"/>
            <a:ext cx="21945600" cy="1103930"/>
            <a:chOff x="0" y="0"/>
            <a:chExt cx="29260800" cy="14719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0" cy="1471907"/>
            </a:xfrm>
            <a:custGeom>
              <a:avLst/>
              <a:gdLst/>
              <a:ahLst/>
              <a:cxnLst/>
              <a:rect r="r" b="b" t="t" l="l"/>
              <a:pathLst>
                <a:path h="1471907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471907"/>
                  </a:lnTo>
                  <a:lnTo>
                    <a:pt x="0" y="1471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753600" y="0"/>
              <a:ext cx="9753600" cy="1471907"/>
            </a:xfrm>
            <a:custGeom>
              <a:avLst/>
              <a:gdLst/>
              <a:ahLst/>
              <a:cxnLst/>
              <a:rect r="r" b="b" t="t" l="l"/>
              <a:pathLst>
                <a:path h="1471907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471907"/>
                  </a:lnTo>
                  <a:lnTo>
                    <a:pt x="0" y="1471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9507200" y="0"/>
              <a:ext cx="9753600" cy="1471907"/>
            </a:xfrm>
            <a:custGeom>
              <a:avLst/>
              <a:gdLst/>
              <a:ahLst/>
              <a:cxnLst/>
              <a:rect r="r" b="b" t="t" l="l"/>
              <a:pathLst>
                <a:path h="1471907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471907"/>
                  </a:lnTo>
                  <a:lnTo>
                    <a:pt x="0" y="1471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rcRect l="0" t="0" r="0" b="0"/>
          <a:stretch>
            <a:fillRect/>
          </a:stretch>
        </p:blipFill>
        <p:spPr>
          <a:xfrm flipH="false" flipV="false" rot="0">
            <a:off x="16848318" y="719461"/>
            <a:ext cx="744368" cy="331244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6597310" y="5629604"/>
            <a:ext cx="772120" cy="877409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rcRect l="0" t="0" r="0" b="0"/>
          <a:stretch>
            <a:fillRect/>
          </a:stretch>
        </p:blipFill>
        <p:spPr>
          <a:xfrm flipH="false" flipV="false" rot="0">
            <a:off x="10698405" y="5760223"/>
            <a:ext cx="1018464" cy="616171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5045843" y="5638524"/>
            <a:ext cx="769314" cy="859569"/>
          </a:xfrm>
          <a:prstGeom prst="rect">
            <a:avLst/>
          </a:prstGeom>
        </p:spPr>
      </p:pic>
      <p:sp>
        <p:nvSpPr>
          <p:cNvPr name="Freeform 19" id="19"/>
          <p:cNvSpPr/>
          <p:nvPr/>
        </p:nvSpPr>
        <p:spPr>
          <a:xfrm flipH="false" flipV="false" rot="0">
            <a:off x="14333567" y="719461"/>
            <a:ext cx="2193866" cy="362985"/>
          </a:xfrm>
          <a:custGeom>
            <a:avLst/>
            <a:gdLst/>
            <a:ahLst/>
            <a:cxnLst/>
            <a:rect r="r" b="b" t="t" l="l"/>
            <a:pathLst>
              <a:path h="362985" w="2193866">
                <a:moveTo>
                  <a:pt x="0" y="0"/>
                </a:moveTo>
                <a:lnTo>
                  <a:pt x="2193866" y="0"/>
                </a:lnTo>
                <a:lnTo>
                  <a:pt x="2193866" y="362985"/>
                </a:lnTo>
                <a:lnTo>
                  <a:pt x="0" y="36298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77270" y="668737"/>
            <a:ext cx="1082363" cy="464432"/>
          </a:xfrm>
          <a:custGeom>
            <a:avLst/>
            <a:gdLst/>
            <a:ahLst/>
            <a:cxnLst/>
            <a:rect r="r" b="b" t="t" l="l"/>
            <a:pathLst>
              <a:path h="464432" w="1082363">
                <a:moveTo>
                  <a:pt x="0" y="0"/>
                </a:moveTo>
                <a:lnTo>
                  <a:pt x="1082364" y="0"/>
                </a:lnTo>
                <a:lnTo>
                  <a:pt x="1082364" y="464432"/>
                </a:lnTo>
                <a:lnTo>
                  <a:pt x="0" y="46443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251760" y="572874"/>
            <a:ext cx="1211480" cy="624416"/>
            <a:chOff x="0" y="0"/>
            <a:chExt cx="1615307" cy="832555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832555" y="191700"/>
              <a:ext cx="782752" cy="436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3"/>
                </a:lnSpc>
              </a:pPr>
              <a:r>
                <a:rPr lang="en-US" sz="21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01</a:t>
              </a:r>
            </a:p>
          </p:txBody>
        </p:sp>
        <p:sp>
          <p:nvSpPr>
            <p:cNvPr name="Freeform 23" id="23"/>
            <p:cNvSpPr/>
            <p:nvPr/>
          </p:nvSpPr>
          <p:spPr>
            <a:xfrm flipH="false" flipV="false" rot="2775787">
              <a:off x="121853" y="121853"/>
              <a:ext cx="588848" cy="588848"/>
            </a:xfrm>
            <a:custGeom>
              <a:avLst/>
              <a:gdLst/>
              <a:ahLst/>
              <a:cxnLst/>
              <a:rect r="r" b="b" t="t" l="l"/>
              <a:pathLst>
                <a:path h="588848" w="588848">
                  <a:moveTo>
                    <a:pt x="0" y="0"/>
                  </a:moveTo>
                  <a:lnTo>
                    <a:pt x="588848" y="0"/>
                  </a:lnTo>
                  <a:lnTo>
                    <a:pt x="588848" y="588848"/>
                  </a:lnTo>
                  <a:lnTo>
                    <a:pt x="0" y="588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209095" y="713838"/>
            <a:ext cx="862336" cy="327152"/>
            <a:chOff x="0" y="0"/>
            <a:chExt cx="1149782" cy="43620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367030" y="0"/>
              <a:ext cx="782752" cy="436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3"/>
                </a:lnSpc>
              </a:pPr>
              <a:r>
                <a:rPr lang="en-US" sz="21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12</a:t>
              </a:r>
            </a:p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0" y="20313"/>
              <a:ext cx="367030" cy="332329"/>
            </a:xfrm>
            <a:custGeom>
              <a:avLst/>
              <a:gdLst/>
              <a:ahLst/>
              <a:cxnLst/>
              <a:rect r="r" b="b" t="t" l="l"/>
              <a:pathLst>
                <a:path h="332329" w="367030">
                  <a:moveTo>
                    <a:pt x="0" y="0"/>
                  </a:moveTo>
                  <a:lnTo>
                    <a:pt x="367030" y="0"/>
                  </a:lnTo>
                  <a:lnTo>
                    <a:pt x="367030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881134" y="688074"/>
            <a:ext cx="908861" cy="327152"/>
            <a:chOff x="0" y="0"/>
            <a:chExt cx="1211815" cy="436203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429063" y="0"/>
              <a:ext cx="782752" cy="436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3"/>
                </a:lnSpc>
              </a:pPr>
              <a:r>
                <a:rPr lang="en-US" sz="21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07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0" y="58413"/>
              <a:ext cx="429063" cy="332329"/>
            </a:xfrm>
            <a:custGeom>
              <a:avLst/>
              <a:gdLst/>
              <a:ahLst/>
              <a:cxnLst/>
              <a:rect r="r" b="b" t="t" l="l"/>
              <a:pathLst>
                <a:path h="332329" w="429063">
                  <a:moveTo>
                    <a:pt x="0" y="0"/>
                  </a:moveTo>
                  <a:lnTo>
                    <a:pt x="429063" y="0"/>
                  </a:lnTo>
                  <a:lnTo>
                    <a:pt x="429063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28700" y="7660811"/>
            <a:ext cx="365760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Presentación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219700" y="7660811"/>
            <a:ext cx="365760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Instalación de Visual Studio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10700" y="7660811"/>
            <a:ext cx="365760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Creación de un proyecto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601700" y="7660811"/>
            <a:ext cx="365760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Conociendo Herramientas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59634" y="2567720"/>
            <a:ext cx="7217666" cy="1238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8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13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3149267"/>
            <a:ext cx="8560485" cy="3988466"/>
            <a:chOff x="0" y="0"/>
            <a:chExt cx="2254613" cy="1050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613" cy="1050460"/>
            </a:xfrm>
            <a:custGeom>
              <a:avLst/>
              <a:gdLst/>
              <a:ahLst/>
              <a:cxnLst/>
              <a:rect r="r" b="b" t="t" l="l"/>
              <a:pathLst>
                <a:path h="1050460" w="2254613">
                  <a:moveTo>
                    <a:pt x="44315" y="0"/>
                  </a:moveTo>
                  <a:lnTo>
                    <a:pt x="2210299" y="0"/>
                  </a:lnTo>
                  <a:cubicBezTo>
                    <a:pt x="2222052" y="0"/>
                    <a:pt x="2233323" y="4669"/>
                    <a:pt x="2241634" y="12979"/>
                  </a:cubicBezTo>
                  <a:cubicBezTo>
                    <a:pt x="2249944" y="21290"/>
                    <a:pt x="2254613" y="32562"/>
                    <a:pt x="2254613" y="44315"/>
                  </a:cubicBezTo>
                  <a:lnTo>
                    <a:pt x="2254613" y="1006146"/>
                  </a:lnTo>
                  <a:cubicBezTo>
                    <a:pt x="2254613" y="1017899"/>
                    <a:pt x="2249944" y="1029170"/>
                    <a:pt x="2241634" y="1037481"/>
                  </a:cubicBezTo>
                  <a:cubicBezTo>
                    <a:pt x="2233323" y="1045791"/>
                    <a:pt x="2222052" y="1050460"/>
                    <a:pt x="2210299" y="1050460"/>
                  </a:cubicBezTo>
                  <a:lnTo>
                    <a:pt x="44315" y="1050460"/>
                  </a:lnTo>
                  <a:cubicBezTo>
                    <a:pt x="32562" y="1050460"/>
                    <a:pt x="21290" y="1045791"/>
                    <a:pt x="12979" y="1037481"/>
                  </a:cubicBezTo>
                  <a:cubicBezTo>
                    <a:pt x="4669" y="1029170"/>
                    <a:pt x="0" y="1017899"/>
                    <a:pt x="0" y="1006146"/>
                  </a:cubicBezTo>
                  <a:lnTo>
                    <a:pt x="0" y="44315"/>
                  </a:lnTo>
                  <a:cubicBezTo>
                    <a:pt x="0" y="32562"/>
                    <a:pt x="4669" y="21290"/>
                    <a:pt x="12979" y="12979"/>
                  </a:cubicBezTo>
                  <a:cubicBezTo>
                    <a:pt x="21290" y="4669"/>
                    <a:pt x="32562" y="0"/>
                    <a:pt x="44315" y="0"/>
                  </a:cubicBezTo>
                  <a:close/>
                </a:path>
              </a:pathLst>
            </a:custGeom>
            <a:solidFill>
              <a:srgbClr val="3613C8"/>
            </a:solidFill>
            <a:ln w="47625" cap="rnd">
              <a:solidFill>
                <a:srgbClr val="21EF8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254613" cy="111713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Correo : 3021778410101@ingenieria.usac.edu.gt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Asunto : [Progra92] “ASUNTO”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Classroom : </a:t>
              </a:r>
              <a:r>
                <a:rPr lang="en-US" sz="2399" u="sng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  <a:hlinkClick r:id="rId2" tooltip="https://classroom.google.com/c/Njg0ODYyMDc4ODEz?cjc=onjdjnh"/>
                </a:rPr>
                <a:t>onjdjnh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85970" y="5891813"/>
            <a:ext cx="18473970" cy="10391608"/>
          </a:xfrm>
          <a:custGeom>
            <a:avLst/>
            <a:gdLst/>
            <a:ahLst/>
            <a:cxnLst/>
            <a:rect r="r" b="b" t="t" l="l"/>
            <a:pathLst>
              <a:path h="10391608" w="18473970">
                <a:moveTo>
                  <a:pt x="0" y="0"/>
                </a:moveTo>
                <a:lnTo>
                  <a:pt x="18473970" y="0"/>
                </a:lnTo>
                <a:lnTo>
                  <a:pt x="18473970" y="10391608"/>
                </a:lnTo>
                <a:lnTo>
                  <a:pt x="0" y="103916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26131" y="6032413"/>
            <a:ext cx="335928" cy="313329"/>
          </a:xfrm>
          <a:custGeom>
            <a:avLst/>
            <a:gdLst/>
            <a:ahLst/>
            <a:cxnLst/>
            <a:rect r="r" b="b" t="t" l="l"/>
            <a:pathLst>
              <a:path h="313329" w="335928">
                <a:moveTo>
                  <a:pt x="335928" y="0"/>
                </a:moveTo>
                <a:lnTo>
                  <a:pt x="0" y="0"/>
                </a:lnTo>
                <a:lnTo>
                  <a:pt x="0" y="313329"/>
                </a:lnTo>
                <a:lnTo>
                  <a:pt x="335928" y="313329"/>
                </a:lnTo>
                <a:lnTo>
                  <a:pt x="33592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16514932" y="719461"/>
            <a:ext cx="744368" cy="331244"/>
          </a:xfrm>
          <a:prstGeom prst="rect">
            <a:avLst/>
          </a:prstGeom>
        </p:spPr>
      </p:pic>
      <p:sp>
        <p:nvSpPr>
          <p:cNvPr name="Freeform 8" id="8"/>
          <p:cNvSpPr/>
          <p:nvPr/>
        </p:nvSpPr>
        <p:spPr>
          <a:xfrm flipH="false" flipV="false" rot="0">
            <a:off x="14000181" y="719461"/>
            <a:ext cx="2193866" cy="362985"/>
          </a:xfrm>
          <a:custGeom>
            <a:avLst/>
            <a:gdLst/>
            <a:ahLst/>
            <a:cxnLst/>
            <a:rect r="r" b="b" t="t" l="l"/>
            <a:pathLst>
              <a:path h="362985" w="2193866">
                <a:moveTo>
                  <a:pt x="0" y="0"/>
                </a:moveTo>
                <a:lnTo>
                  <a:pt x="2193866" y="0"/>
                </a:lnTo>
                <a:lnTo>
                  <a:pt x="2193866" y="362985"/>
                </a:lnTo>
                <a:lnTo>
                  <a:pt x="0" y="362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668737"/>
            <a:ext cx="1082363" cy="464432"/>
          </a:xfrm>
          <a:custGeom>
            <a:avLst/>
            <a:gdLst/>
            <a:ahLst/>
            <a:cxnLst/>
            <a:rect r="r" b="b" t="t" l="l"/>
            <a:pathLst>
              <a:path h="464432" w="1082363">
                <a:moveTo>
                  <a:pt x="0" y="0"/>
                </a:moveTo>
                <a:lnTo>
                  <a:pt x="1082363" y="0"/>
                </a:lnTo>
                <a:lnTo>
                  <a:pt x="1082363" y="464432"/>
                </a:lnTo>
                <a:lnTo>
                  <a:pt x="0" y="464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0" y="0"/>
            <a:ext cx="8506283" cy="10287000"/>
            <a:chOff x="0" y="0"/>
            <a:chExt cx="2240338" cy="27093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03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240338">
                  <a:moveTo>
                    <a:pt x="0" y="0"/>
                  </a:moveTo>
                  <a:lnTo>
                    <a:pt x="2240338" y="0"/>
                  </a:lnTo>
                  <a:lnTo>
                    <a:pt x="22403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0E5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240338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486381" y="588745"/>
            <a:ext cx="1211480" cy="624416"/>
            <a:chOff x="0" y="0"/>
            <a:chExt cx="1615307" cy="832555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832555" y="191700"/>
              <a:ext cx="782752" cy="436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3"/>
                </a:lnSpc>
              </a:pPr>
              <a:r>
                <a:rPr lang="en-US" sz="21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01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2775787">
              <a:off x="121853" y="121853"/>
              <a:ext cx="588848" cy="588848"/>
            </a:xfrm>
            <a:custGeom>
              <a:avLst/>
              <a:gdLst/>
              <a:ahLst/>
              <a:cxnLst/>
              <a:rect r="r" b="b" t="t" l="l"/>
              <a:pathLst>
                <a:path h="588848" w="588848">
                  <a:moveTo>
                    <a:pt x="0" y="0"/>
                  </a:moveTo>
                  <a:lnTo>
                    <a:pt x="588848" y="0"/>
                  </a:lnTo>
                  <a:lnTo>
                    <a:pt x="588848" y="588848"/>
                  </a:lnTo>
                  <a:lnTo>
                    <a:pt x="0" y="588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443716" y="729709"/>
            <a:ext cx="862336" cy="327152"/>
            <a:chOff x="0" y="0"/>
            <a:chExt cx="1149782" cy="436203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367030" y="0"/>
              <a:ext cx="782752" cy="436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3"/>
                </a:lnSpc>
              </a:pPr>
              <a:r>
                <a:rPr lang="en-US" sz="21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12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0" y="20313"/>
              <a:ext cx="367030" cy="332329"/>
            </a:xfrm>
            <a:custGeom>
              <a:avLst/>
              <a:gdLst/>
              <a:ahLst/>
              <a:cxnLst/>
              <a:rect r="r" b="b" t="t" l="l"/>
              <a:pathLst>
                <a:path h="332329" w="367030">
                  <a:moveTo>
                    <a:pt x="0" y="0"/>
                  </a:moveTo>
                  <a:lnTo>
                    <a:pt x="367030" y="0"/>
                  </a:lnTo>
                  <a:lnTo>
                    <a:pt x="367030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115755" y="703945"/>
            <a:ext cx="908861" cy="327152"/>
            <a:chOff x="0" y="0"/>
            <a:chExt cx="1211815" cy="436203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429063" y="0"/>
              <a:ext cx="782752" cy="436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3"/>
                </a:lnSpc>
              </a:pPr>
              <a:r>
                <a:rPr lang="en-US" sz="21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07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0" y="58413"/>
              <a:ext cx="429063" cy="332329"/>
            </a:xfrm>
            <a:custGeom>
              <a:avLst/>
              <a:gdLst/>
              <a:ahLst/>
              <a:cxnLst/>
              <a:rect r="r" b="b" t="t" l="l"/>
              <a:pathLst>
                <a:path h="332329" w="429063">
                  <a:moveTo>
                    <a:pt x="0" y="0"/>
                  </a:moveTo>
                  <a:lnTo>
                    <a:pt x="429063" y="0"/>
                  </a:lnTo>
                  <a:lnTo>
                    <a:pt x="429063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779030" y="8337550"/>
            <a:ext cx="2442301" cy="930987"/>
            <a:chOff x="0" y="0"/>
            <a:chExt cx="643240" cy="24519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3240" cy="245198"/>
            </a:xfrm>
            <a:custGeom>
              <a:avLst/>
              <a:gdLst/>
              <a:ahLst/>
              <a:cxnLst/>
              <a:rect r="r" b="b" t="t" l="l"/>
              <a:pathLst>
                <a:path h="245198" w="643240">
                  <a:moveTo>
                    <a:pt x="122599" y="0"/>
                  </a:moveTo>
                  <a:lnTo>
                    <a:pt x="520641" y="0"/>
                  </a:lnTo>
                  <a:cubicBezTo>
                    <a:pt x="588350" y="0"/>
                    <a:pt x="643240" y="54889"/>
                    <a:pt x="643240" y="122599"/>
                  </a:cubicBezTo>
                  <a:lnTo>
                    <a:pt x="643240" y="122599"/>
                  </a:lnTo>
                  <a:cubicBezTo>
                    <a:pt x="643240" y="190309"/>
                    <a:pt x="588350" y="245198"/>
                    <a:pt x="520641" y="245198"/>
                  </a:cubicBezTo>
                  <a:lnTo>
                    <a:pt x="122599" y="245198"/>
                  </a:lnTo>
                  <a:cubicBezTo>
                    <a:pt x="54889" y="245198"/>
                    <a:pt x="0" y="190309"/>
                    <a:pt x="0" y="122599"/>
                  </a:cubicBezTo>
                  <a:lnTo>
                    <a:pt x="0" y="122599"/>
                  </a:lnTo>
                  <a:cubicBezTo>
                    <a:pt x="0" y="54889"/>
                    <a:pt x="54889" y="0"/>
                    <a:pt x="122599" y="0"/>
                  </a:cubicBezTo>
                  <a:close/>
                </a:path>
              </a:pathLst>
            </a:custGeom>
            <a:solidFill>
              <a:srgbClr val="050E5D"/>
            </a:soli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43240" cy="28329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r:id="rId18" action="ppaction://hlinksldjump"/>
                </a:rPr>
                <a:t>Back to</a:t>
              </a:r>
            </a:p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r:id="rId18" action="ppaction://hlinksldjump"/>
                </a:rPr>
                <a:t>Agenda Page</a:t>
              </a:r>
            </a:p>
          </p:txBody>
        </p:sp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9"/>
          <a:srcRect l="0" t="0" r="0" b="0"/>
          <a:stretch>
            <a:fillRect/>
          </a:stretch>
        </p:blipFill>
        <p:spPr>
          <a:xfrm flipH="false" flipV="false" rot="0">
            <a:off x="16527434" y="5098352"/>
            <a:ext cx="978075" cy="934061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634088" y="3635823"/>
            <a:ext cx="7872195" cy="2991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47"/>
              </a:lnSpc>
            </a:pPr>
            <a:r>
              <a:rPr lang="en-US" sz="1039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INFORMACIÓN DE CONTACTO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13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705109"/>
            <a:ext cx="18288000" cy="1163782"/>
            <a:chOff x="0" y="0"/>
            <a:chExt cx="24384000" cy="15517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0" cy="1551709"/>
            </a:xfrm>
            <a:custGeom>
              <a:avLst/>
              <a:gdLst/>
              <a:ahLst/>
              <a:cxnLst/>
              <a:rect r="r" b="b" t="t" l="l"/>
              <a:pathLst>
                <a:path h="1551709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1551709"/>
                  </a:lnTo>
                  <a:lnTo>
                    <a:pt x="0" y="1551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8128000" y="0"/>
              <a:ext cx="8128000" cy="1551709"/>
            </a:xfrm>
            <a:custGeom>
              <a:avLst/>
              <a:gdLst/>
              <a:ahLst/>
              <a:cxnLst/>
              <a:rect r="r" b="b" t="t" l="l"/>
              <a:pathLst>
                <a:path h="1551709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1551709"/>
                  </a:lnTo>
                  <a:lnTo>
                    <a:pt x="0" y="1551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256000" y="0"/>
              <a:ext cx="8128000" cy="1551709"/>
            </a:xfrm>
            <a:custGeom>
              <a:avLst/>
              <a:gdLst/>
              <a:ahLst/>
              <a:cxnLst/>
              <a:rect r="r" b="b" t="t" l="l"/>
              <a:pathLst>
                <a:path h="1551709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1551709"/>
                  </a:lnTo>
                  <a:lnTo>
                    <a:pt x="0" y="1551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002032" y="6114605"/>
            <a:ext cx="3590504" cy="3590504"/>
          </a:xfrm>
          <a:custGeom>
            <a:avLst/>
            <a:gdLst/>
            <a:ahLst/>
            <a:cxnLst/>
            <a:rect r="r" b="b" t="t" l="l"/>
            <a:pathLst>
              <a:path h="3590504" w="3590504">
                <a:moveTo>
                  <a:pt x="0" y="0"/>
                </a:moveTo>
                <a:lnTo>
                  <a:pt x="3590504" y="0"/>
                </a:lnTo>
                <a:lnTo>
                  <a:pt x="3590504" y="3590504"/>
                </a:lnTo>
                <a:lnTo>
                  <a:pt x="0" y="35905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381398" y="8857429"/>
            <a:ext cx="2913900" cy="847680"/>
          </a:xfrm>
          <a:custGeom>
            <a:avLst/>
            <a:gdLst/>
            <a:ahLst/>
            <a:cxnLst/>
            <a:rect r="r" b="b" t="t" l="l"/>
            <a:pathLst>
              <a:path h="847680" w="2913900">
                <a:moveTo>
                  <a:pt x="0" y="0"/>
                </a:moveTo>
                <a:lnTo>
                  <a:pt x="2913900" y="0"/>
                </a:lnTo>
                <a:lnTo>
                  <a:pt x="2913900" y="847680"/>
                </a:lnTo>
                <a:lnTo>
                  <a:pt x="0" y="8476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08423" y="8857429"/>
            <a:ext cx="2913900" cy="847680"/>
          </a:xfrm>
          <a:custGeom>
            <a:avLst/>
            <a:gdLst/>
            <a:ahLst/>
            <a:cxnLst/>
            <a:rect r="r" b="b" t="t" l="l"/>
            <a:pathLst>
              <a:path h="847680" w="2913900">
                <a:moveTo>
                  <a:pt x="0" y="0"/>
                </a:moveTo>
                <a:lnTo>
                  <a:pt x="2913900" y="0"/>
                </a:lnTo>
                <a:lnTo>
                  <a:pt x="2913900" y="847680"/>
                </a:lnTo>
                <a:lnTo>
                  <a:pt x="0" y="8476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14350" y="8857429"/>
            <a:ext cx="471618" cy="847680"/>
          </a:xfrm>
          <a:custGeom>
            <a:avLst/>
            <a:gdLst/>
            <a:ahLst/>
            <a:cxnLst/>
            <a:rect r="r" b="b" t="t" l="l"/>
            <a:pathLst>
              <a:path h="847680" w="471618">
                <a:moveTo>
                  <a:pt x="0" y="0"/>
                </a:moveTo>
                <a:lnTo>
                  <a:pt x="471618" y="0"/>
                </a:lnTo>
                <a:lnTo>
                  <a:pt x="471618" y="847680"/>
                </a:lnTo>
                <a:lnTo>
                  <a:pt x="0" y="8476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151826" y="716781"/>
            <a:ext cx="548836" cy="587276"/>
          </a:xfrm>
          <a:custGeom>
            <a:avLst/>
            <a:gdLst/>
            <a:ahLst/>
            <a:cxnLst/>
            <a:rect r="r" b="b" t="t" l="l"/>
            <a:pathLst>
              <a:path h="587276" w="548836">
                <a:moveTo>
                  <a:pt x="0" y="0"/>
                </a:moveTo>
                <a:lnTo>
                  <a:pt x="548836" y="0"/>
                </a:lnTo>
                <a:lnTo>
                  <a:pt x="548836" y="587277"/>
                </a:lnTo>
                <a:lnTo>
                  <a:pt x="0" y="58727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272125" y="756289"/>
            <a:ext cx="587276" cy="547769"/>
          </a:xfrm>
          <a:custGeom>
            <a:avLst/>
            <a:gdLst/>
            <a:ahLst/>
            <a:cxnLst/>
            <a:rect r="r" b="b" t="t" l="l"/>
            <a:pathLst>
              <a:path h="547769" w="587276">
                <a:moveTo>
                  <a:pt x="0" y="0"/>
                </a:moveTo>
                <a:lnTo>
                  <a:pt x="587276" y="0"/>
                </a:lnTo>
                <a:lnTo>
                  <a:pt x="587276" y="547769"/>
                </a:lnTo>
                <a:lnTo>
                  <a:pt x="0" y="54776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939918" y="697028"/>
            <a:ext cx="548836" cy="587276"/>
          </a:xfrm>
          <a:custGeom>
            <a:avLst/>
            <a:gdLst/>
            <a:ahLst/>
            <a:cxnLst/>
            <a:rect r="r" b="b" t="t" l="l"/>
            <a:pathLst>
              <a:path h="587276" w="548836">
                <a:moveTo>
                  <a:pt x="0" y="0"/>
                </a:moveTo>
                <a:lnTo>
                  <a:pt x="548836" y="0"/>
                </a:lnTo>
                <a:lnTo>
                  <a:pt x="548836" y="587276"/>
                </a:lnTo>
                <a:lnTo>
                  <a:pt x="0" y="58727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735167" y="716781"/>
            <a:ext cx="587276" cy="547769"/>
          </a:xfrm>
          <a:custGeom>
            <a:avLst/>
            <a:gdLst/>
            <a:ahLst/>
            <a:cxnLst/>
            <a:rect r="r" b="b" t="t" l="l"/>
            <a:pathLst>
              <a:path h="547769" w="587276">
                <a:moveTo>
                  <a:pt x="0" y="0"/>
                </a:moveTo>
                <a:lnTo>
                  <a:pt x="587277" y="0"/>
                </a:lnTo>
                <a:lnTo>
                  <a:pt x="587277" y="547769"/>
                </a:lnTo>
                <a:lnTo>
                  <a:pt x="0" y="54776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337725" y="8857429"/>
            <a:ext cx="2913900" cy="847680"/>
          </a:xfrm>
          <a:custGeom>
            <a:avLst/>
            <a:gdLst/>
            <a:ahLst/>
            <a:cxnLst/>
            <a:rect r="r" b="b" t="t" l="l"/>
            <a:pathLst>
              <a:path h="847680" w="2913900">
                <a:moveTo>
                  <a:pt x="0" y="0"/>
                </a:moveTo>
                <a:lnTo>
                  <a:pt x="2913900" y="0"/>
                </a:lnTo>
                <a:lnTo>
                  <a:pt x="2913900" y="847680"/>
                </a:lnTo>
                <a:lnTo>
                  <a:pt x="0" y="8476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992632" y="8857429"/>
            <a:ext cx="2913900" cy="847680"/>
          </a:xfrm>
          <a:custGeom>
            <a:avLst/>
            <a:gdLst/>
            <a:ahLst/>
            <a:cxnLst/>
            <a:rect r="r" b="b" t="t" l="l"/>
            <a:pathLst>
              <a:path h="847680" w="2913900">
                <a:moveTo>
                  <a:pt x="0" y="0"/>
                </a:moveTo>
                <a:lnTo>
                  <a:pt x="2913900" y="0"/>
                </a:lnTo>
                <a:lnTo>
                  <a:pt x="2913900" y="847680"/>
                </a:lnTo>
                <a:lnTo>
                  <a:pt x="0" y="8476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467052" y="736535"/>
            <a:ext cx="702268" cy="547769"/>
          </a:xfrm>
          <a:custGeom>
            <a:avLst/>
            <a:gdLst/>
            <a:ahLst/>
            <a:cxnLst/>
            <a:rect r="r" b="b" t="t" l="l"/>
            <a:pathLst>
              <a:path h="547769" w="702268">
                <a:moveTo>
                  <a:pt x="0" y="0"/>
                </a:moveTo>
                <a:lnTo>
                  <a:pt x="702268" y="0"/>
                </a:lnTo>
                <a:lnTo>
                  <a:pt x="702268" y="547769"/>
                </a:lnTo>
                <a:lnTo>
                  <a:pt x="0" y="54776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4507255" y="697028"/>
            <a:ext cx="3052218" cy="717550"/>
            <a:chOff x="0" y="0"/>
            <a:chExt cx="803876" cy="1889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3876" cy="188984"/>
            </a:xfrm>
            <a:custGeom>
              <a:avLst/>
              <a:gdLst/>
              <a:ahLst/>
              <a:cxnLst/>
              <a:rect r="r" b="b" t="t" l="l"/>
              <a:pathLst>
                <a:path h="188984" w="803876">
                  <a:moveTo>
                    <a:pt x="94492" y="0"/>
                  </a:moveTo>
                  <a:lnTo>
                    <a:pt x="709384" y="0"/>
                  </a:lnTo>
                  <a:cubicBezTo>
                    <a:pt x="734445" y="0"/>
                    <a:pt x="758479" y="9955"/>
                    <a:pt x="776200" y="27676"/>
                  </a:cubicBezTo>
                  <a:cubicBezTo>
                    <a:pt x="793921" y="45397"/>
                    <a:pt x="803876" y="69431"/>
                    <a:pt x="803876" y="94492"/>
                  </a:cubicBezTo>
                  <a:lnTo>
                    <a:pt x="803876" y="94492"/>
                  </a:lnTo>
                  <a:cubicBezTo>
                    <a:pt x="803876" y="146679"/>
                    <a:pt x="761571" y="188984"/>
                    <a:pt x="709384" y="188984"/>
                  </a:cubicBezTo>
                  <a:lnTo>
                    <a:pt x="94492" y="188984"/>
                  </a:lnTo>
                  <a:cubicBezTo>
                    <a:pt x="69431" y="188984"/>
                    <a:pt x="45397" y="179029"/>
                    <a:pt x="27676" y="161308"/>
                  </a:cubicBezTo>
                  <a:cubicBezTo>
                    <a:pt x="9955" y="143588"/>
                    <a:pt x="0" y="119553"/>
                    <a:pt x="0" y="94492"/>
                  </a:cubicBezTo>
                  <a:lnTo>
                    <a:pt x="0" y="94492"/>
                  </a:lnTo>
                  <a:cubicBezTo>
                    <a:pt x="0" y="69431"/>
                    <a:pt x="9955" y="45397"/>
                    <a:pt x="27676" y="27676"/>
                  </a:cubicBezTo>
                  <a:cubicBezTo>
                    <a:pt x="45397" y="9955"/>
                    <a:pt x="69431" y="0"/>
                    <a:pt x="94492" y="0"/>
                  </a:cubicBezTo>
                  <a:close/>
                </a:path>
              </a:pathLst>
            </a:custGeom>
            <a:solidFill>
              <a:srgbClr val="0D1781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03876" cy="2270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r:id="rId22" action="ppaction://hlinksldjump"/>
                </a:rPr>
                <a:t>Back to</a:t>
              </a:r>
              <a:r>
                <a:rPr lang="en-US" sz="13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</a:t>
              </a:r>
              <a:r>
                <a:rPr lang="en-US" sz="13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r:id="rId22" action="ppaction://hlinksldjump"/>
                </a:rPr>
                <a:t>Agenda Page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75294" y="697028"/>
            <a:ext cx="1738558" cy="717550"/>
          </a:xfrm>
          <a:custGeom>
            <a:avLst/>
            <a:gdLst/>
            <a:ahLst/>
            <a:cxnLst/>
            <a:rect r="r" b="b" t="t" l="l"/>
            <a:pathLst>
              <a:path h="717550" w="1738558">
                <a:moveTo>
                  <a:pt x="0" y="0"/>
                </a:moveTo>
                <a:lnTo>
                  <a:pt x="1738558" y="0"/>
                </a:lnTo>
                <a:lnTo>
                  <a:pt x="1738558" y="717550"/>
                </a:lnTo>
                <a:lnTo>
                  <a:pt x="0" y="71755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5"/>
          <a:srcRect l="0" t="0" r="0" b="0"/>
          <a:stretch>
            <a:fillRect/>
          </a:stretch>
        </p:blipFill>
        <p:spPr>
          <a:xfrm flipH="false" flipV="false" rot="0">
            <a:off x="4751254" y="6789831"/>
            <a:ext cx="971251" cy="1103694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6"/>
          <a:srcRect l="0" t="0" r="0" b="0"/>
          <a:stretch>
            <a:fillRect/>
          </a:stretch>
        </p:blipFill>
        <p:spPr>
          <a:xfrm flipH="false" flipV="false" rot="0">
            <a:off x="11868886" y="6773499"/>
            <a:ext cx="1003961" cy="1120026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7"/>
          <a:srcRect l="0" t="0" r="0" b="0"/>
          <a:stretch>
            <a:fillRect/>
          </a:stretch>
        </p:blipFill>
        <p:spPr>
          <a:xfrm flipH="false" flipV="false" rot="0">
            <a:off x="2719050" y="2222014"/>
            <a:ext cx="517579" cy="539145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7"/>
          <a:srcRect l="0" t="0" r="0" b="0"/>
          <a:stretch>
            <a:fillRect/>
          </a:stretch>
        </p:blipFill>
        <p:spPr>
          <a:xfrm flipH="false" flipV="false" rot="0">
            <a:off x="15104488" y="2491586"/>
            <a:ext cx="517579" cy="539145"/>
          </a:xfrm>
          <a:prstGeom prst="rect">
            <a:avLst/>
          </a:prstGeom>
        </p:spPr>
      </p:pic>
      <p:sp>
        <p:nvSpPr>
          <p:cNvPr name="Freeform 26" id="26"/>
          <p:cNvSpPr/>
          <p:nvPr/>
        </p:nvSpPr>
        <p:spPr>
          <a:xfrm flipH="false" flipV="false" rot="0">
            <a:off x="2098480" y="6789831"/>
            <a:ext cx="843782" cy="662098"/>
          </a:xfrm>
          <a:custGeom>
            <a:avLst/>
            <a:gdLst/>
            <a:ahLst/>
            <a:cxnLst/>
            <a:rect r="r" b="b" t="t" l="l"/>
            <a:pathLst>
              <a:path h="662098" w="843782">
                <a:moveTo>
                  <a:pt x="0" y="0"/>
                </a:moveTo>
                <a:lnTo>
                  <a:pt x="843781" y="0"/>
                </a:lnTo>
                <a:lnTo>
                  <a:pt x="843781" y="662098"/>
                </a:lnTo>
                <a:lnTo>
                  <a:pt x="0" y="66209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-419968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28700" y="4647198"/>
            <a:ext cx="843782" cy="662098"/>
          </a:xfrm>
          <a:custGeom>
            <a:avLst/>
            <a:gdLst/>
            <a:ahLst/>
            <a:cxnLst/>
            <a:rect r="r" b="b" t="t" l="l"/>
            <a:pathLst>
              <a:path h="662098" w="843782">
                <a:moveTo>
                  <a:pt x="0" y="0"/>
                </a:moveTo>
                <a:lnTo>
                  <a:pt x="843782" y="0"/>
                </a:lnTo>
                <a:lnTo>
                  <a:pt x="843782" y="662098"/>
                </a:lnTo>
                <a:lnTo>
                  <a:pt x="0" y="66209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-419968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682597" y="6773499"/>
            <a:ext cx="843782" cy="662098"/>
          </a:xfrm>
          <a:custGeom>
            <a:avLst/>
            <a:gdLst/>
            <a:ahLst/>
            <a:cxnLst/>
            <a:rect r="r" b="b" t="t" l="l"/>
            <a:pathLst>
              <a:path h="662098" w="843782">
                <a:moveTo>
                  <a:pt x="0" y="0"/>
                </a:moveTo>
                <a:lnTo>
                  <a:pt x="843782" y="0"/>
                </a:lnTo>
                <a:lnTo>
                  <a:pt x="843782" y="662098"/>
                </a:lnTo>
                <a:lnTo>
                  <a:pt x="0" y="66209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-419968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415518" y="4647198"/>
            <a:ext cx="843782" cy="662098"/>
          </a:xfrm>
          <a:custGeom>
            <a:avLst/>
            <a:gdLst/>
            <a:ahLst/>
            <a:cxnLst/>
            <a:rect r="r" b="b" t="t" l="l"/>
            <a:pathLst>
              <a:path h="662098" w="843782">
                <a:moveTo>
                  <a:pt x="0" y="0"/>
                </a:moveTo>
                <a:lnTo>
                  <a:pt x="843782" y="0"/>
                </a:lnTo>
                <a:lnTo>
                  <a:pt x="843782" y="662098"/>
                </a:lnTo>
                <a:lnTo>
                  <a:pt x="0" y="66209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-419968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2298984" y="6844147"/>
            <a:ext cx="442773" cy="553467"/>
          </a:xfrm>
          <a:custGeom>
            <a:avLst/>
            <a:gdLst/>
            <a:ahLst/>
            <a:cxnLst/>
            <a:rect r="r" b="b" t="t" l="l"/>
            <a:pathLst>
              <a:path h="553467" w="442773">
                <a:moveTo>
                  <a:pt x="0" y="0"/>
                </a:moveTo>
                <a:lnTo>
                  <a:pt x="442773" y="0"/>
                </a:lnTo>
                <a:lnTo>
                  <a:pt x="442773" y="553466"/>
                </a:lnTo>
                <a:lnTo>
                  <a:pt x="0" y="553466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882622" y="6827814"/>
            <a:ext cx="442773" cy="553467"/>
          </a:xfrm>
          <a:custGeom>
            <a:avLst/>
            <a:gdLst/>
            <a:ahLst/>
            <a:cxnLst/>
            <a:rect r="r" b="b" t="t" l="l"/>
            <a:pathLst>
              <a:path h="553467" w="442773">
                <a:moveTo>
                  <a:pt x="0" y="0"/>
                </a:moveTo>
                <a:lnTo>
                  <a:pt x="442774" y="0"/>
                </a:lnTo>
                <a:lnTo>
                  <a:pt x="442774" y="553467"/>
                </a:lnTo>
                <a:lnTo>
                  <a:pt x="0" y="553467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29204" y="4701514"/>
            <a:ext cx="442773" cy="553467"/>
          </a:xfrm>
          <a:custGeom>
            <a:avLst/>
            <a:gdLst/>
            <a:ahLst/>
            <a:cxnLst/>
            <a:rect r="r" b="b" t="t" l="l"/>
            <a:pathLst>
              <a:path h="553467" w="442773">
                <a:moveTo>
                  <a:pt x="0" y="0"/>
                </a:moveTo>
                <a:lnTo>
                  <a:pt x="442773" y="0"/>
                </a:lnTo>
                <a:lnTo>
                  <a:pt x="442773" y="553466"/>
                </a:lnTo>
                <a:lnTo>
                  <a:pt x="0" y="553466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6616700" y="4701514"/>
            <a:ext cx="442773" cy="553467"/>
          </a:xfrm>
          <a:custGeom>
            <a:avLst/>
            <a:gdLst/>
            <a:ahLst/>
            <a:cxnLst/>
            <a:rect r="r" b="b" t="t" l="l"/>
            <a:pathLst>
              <a:path h="553467" w="442773">
                <a:moveTo>
                  <a:pt x="0" y="0"/>
                </a:moveTo>
                <a:lnTo>
                  <a:pt x="442774" y="0"/>
                </a:lnTo>
                <a:lnTo>
                  <a:pt x="442774" y="553466"/>
                </a:lnTo>
                <a:lnTo>
                  <a:pt x="0" y="553466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true" flipV="false" rot="0">
            <a:off x="14621255" y="6205320"/>
            <a:ext cx="966466" cy="568179"/>
          </a:xfrm>
          <a:custGeom>
            <a:avLst/>
            <a:gdLst/>
            <a:ahLst/>
            <a:cxnLst/>
            <a:rect r="r" b="b" t="t" l="l"/>
            <a:pathLst>
              <a:path h="568179" w="966466">
                <a:moveTo>
                  <a:pt x="966466" y="0"/>
                </a:moveTo>
                <a:lnTo>
                  <a:pt x="0" y="0"/>
                </a:lnTo>
                <a:lnTo>
                  <a:pt x="0" y="568179"/>
                </a:lnTo>
                <a:lnTo>
                  <a:pt x="966466" y="568179"/>
                </a:lnTo>
                <a:lnTo>
                  <a:pt x="966466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-1010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028700" y="3684108"/>
            <a:ext cx="843782" cy="963090"/>
          </a:xfrm>
          <a:custGeom>
            <a:avLst/>
            <a:gdLst/>
            <a:ahLst/>
            <a:cxnLst/>
            <a:rect r="r" b="b" t="t" l="l"/>
            <a:pathLst>
              <a:path h="963090" w="843782">
                <a:moveTo>
                  <a:pt x="0" y="0"/>
                </a:moveTo>
                <a:lnTo>
                  <a:pt x="843782" y="0"/>
                </a:lnTo>
                <a:lnTo>
                  <a:pt x="843782" y="963090"/>
                </a:lnTo>
                <a:lnTo>
                  <a:pt x="0" y="963090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-4299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0716361" y="2491586"/>
            <a:ext cx="6372195" cy="6372195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8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107582" y="2670992"/>
            <a:ext cx="7411368" cy="6887226"/>
            <a:chOff x="0" y="0"/>
            <a:chExt cx="1951965" cy="18139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51965" cy="1813920"/>
            </a:xfrm>
            <a:custGeom>
              <a:avLst/>
              <a:gdLst/>
              <a:ahLst/>
              <a:cxnLst/>
              <a:rect r="r" b="b" t="t" l="l"/>
              <a:pathLst>
                <a:path h="1813920" w="1951965">
                  <a:moveTo>
                    <a:pt x="53275" y="0"/>
                  </a:moveTo>
                  <a:lnTo>
                    <a:pt x="1898691" y="0"/>
                  </a:lnTo>
                  <a:cubicBezTo>
                    <a:pt x="1928113" y="0"/>
                    <a:pt x="1951965" y="23852"/>
                    <a:pt x="1951965" y="53275"/>
                  </a:cubicBezTo>
                  <a:lnTo>
                    <a:pt x="1951965" y="1760645"/>
                  </a:lnTo>
                  <a:cubicBezTo>
                    <a:pt x="1951965" y="1774774"/>
                    <a:pt x="1946352" y="1788325"/>
                    <a:pt x="1936361" y="1798316"/>
                  </a:cubicBezTo>
                  <a:cubicBezTo>
                    <a:pt x="1926370" y="1808307"/>
                    <a:pt x="1912820" y="1813920"/>
                    <a:pt x="1898691" y="1813920"/>
                  </a:cubicBezTo>
                  <a:lnTo>
                    <a:pt x="53275" y="1813920"/>
                  </a:lnTo>
                  <a:cubicBezTo>
                    <a:pt x="39145" y="1813920"/>
                    <a:pt x="25595" y="1808307"/>
                    <a:pt x="15604" y="1798316"/>
                  </a:cubicBezTo>
                  <a:cubicBezTo>
                    <a:pt x="5613" y="1788325"/>
                    <a:pt x="0" y="1774774"/>
                    <a:pt x="0" y="1760645"/>
                  </a:cubicBezTo>
                  <a:lnTo>
                    <a:pt x="0" y="53275"/>
                  </a:lnTo>
                  <a:cubicBezTo>
                    <a:pt x="0" y="39145"/>
                    <a:pt x="5613" y="25595"/>
                    <a:pt x="15604" y="15604"/>
                  </a:cubicBezTo>
                  <a:cubicBezTo>
                    <a:pt x="25595" y="5613"/>
                    <a:pt x="39145" y="0"/>
                    <a:pt x="53275" y="0"/>
                  </a:cubicBezTo>
                  <a:close/>
                </a:path>
              </a:pathLst>
            </a:custGeom>
            <a:solidFill>
              <a:srgbClr val="0D1781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1951965" cy="1813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2741757" y="1522273"/>
            <a:ext cx="5537063" cy="1238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8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VISUAL STUDIO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576175" y="3150855"/>
            <a:ext cx="6567825" cy="435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4"/>
              </a:lnSpc>
            </a:pPr>
          </a:p>
          <a:p>
            <a:pPr algn="l">
              <a:lnSpc>
                <a:spcPts val="3464"/>
              </a:lnSpc>
            </a:pPr>
            <a:r>
              <a:rPr lang="en-US" sz="247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un entorno de desarrollo integrado IDE compatible con varios lenguajes de programación.</a:t>
            </a:r>
          </a:p>
          <a:p>
            <a:pPr algn="l">
              <a:lnSpc>
                <a:spcPts val="3464"/>
              </a:lnSpc>
            </a:pPr>
          </a:p>
          <a:p>
            <a:pPr algn="l">
              <a:lnSpc>
                <a:spcPts val="3464"/>
              </a:lnSpc>
            </a:pPr>
            <a:r>
              <a:rPr lang="en-US" sz="247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IDE más completo para desarrolladores de .NET y C++ en Windows para crear aplicaciones web, en la nube, de escritorio, móviles, servicios y juegos.</a:t>
            </a:r>
          </a:p>
          <a:p>
            <a:pPr algn="l">
              <a:lnSpc>
                <a:spcPts val="346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E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5970" y="3662384"/>
            <a:ext cx="18473970" cy="10391608"/>
          </a:xfrm>
          <a:custGeom>
            <a:avLst/>
            <a:gdLst/>
            <a:ahLst/>
            <a:cxnLst/>
            <a:rect r="r" b="b" t="t" l="l"/>
            <a:pathLst>
              <a:path h="10391608" w="18473970">
                <a:moveTo>
                  <a:pt x="0" y="0"/>
                </a:moveTo>
                <a:lnTo>
                  <a:pt x="18473970" y="0"/>
                </a:lnTo>
                <a:lnTo>
                  <a:pt x="18473970" y="10391608"/>
                </a:lnTo>
                <a:lnTo>
                  <a:pt x="0" y="10391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32651" y="1246354"/>
            <a:ext cx="11549898" cy="3548864"/>
            <a:chOff x="0" y="0"/>
            <a:chExt cx="3041949" cy="9346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41949" cy="934680"/>
            </a:xfrm>
            <a:custGeom>
              <a:avLst/>
              <a:gdLst/>
              <a:ahLst/>
              <a:cxnLst/>
              <a:rect r="r" b="b" t="t" l="l"/>
              <a:pathLst>
                <a:path h="934680" w="3041949">
                  <a:moveTo>
                    <a:pt x="34185" y="0"/>
                  </a:moveTo>
                  <a:lnTo>
                    <a:pt x="3007763" y="0"/>
                  </a:lnTo>
                  <a:cubicBezTo>
                    <a:pt x="3026643" y="0"/>
                    <a:pt x="3041949" y="15305"/>
                    <a:pt x="3041949" y="34185"/>
                  </a:cubicBezTo>
                  <a:lnTo>
                    <a:pt x="3041949" y="900495"/>
                  </a:lnTo>
                  <a:cubicBezTo>
                    <a:pt x="3041949" y="909561"/>
                    <a:pt x="3038347" y="918257"/>
                    <a:pt x="3031936" y="924668"/>
                  </a:cubicBezTo>
                  <a:cubicBezTo>
                    <a:pt x="3025525" y="931079"/>
                    <a:pt x="3016830" y="934680"/>
                    <a:pt x="3007763" y="934680"/>
                  </a:cubicBezTo>
                  <a:lnTo>
                    <a:pt x="34185" y="934680"/>
                  </a:lnTo>
                  <a:cubicBezTo>
                    <a:pt x="25119" y="934680"/>
                    <a:pt x="16424" y="931079"/>
                    <a:pt x="10013" y="924668"/>
                  </a:cubicBezTo>
                  <a:cubicBezTo>
                    <a:pt x="3602" y="918257"/>
                    <a:pt x="0" y="909561"/>
                    <a:pt x="0" y="900495"/>
                  </a:cubicBezTo>
                  <a:lnTo>
                    <a:pt x="0" y="34185"/>
                  </a:lnTo>
                  <a:cubicBezTo>
                    <a:pt x="0" y="15305"/>
                    <a:pt x="15305" y="0"/>
                    <a:pt x="341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3041949" cy="934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8499413"/>
            <a:ext cx="3052218" cy="717550"/>
            <a:chOff x="0" y="0"/>
            <a:chExt cx="803876" cy="1889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3876" cy="188984"/>
            </a:xfrm>
            <a:custGeom>
              <a:avLst/>
              <a:gdLst/>
              <a:ahLst/>
              <a:cxnLst/>
              <a:rect r="r" b="b" t="t" l="l"/>
              <a:pathLst>
                <a:path h="188984" w="803876">
                  <a:moveTo>
                    <a:pt x="94492" y="0"/>
                  </a:moveTo>
                  <a:lnTo>
                    <a:pt x="709384" y="0"/>
                  </a:lnTo>
                  <a:cubicBezTo>
                    <a:pt x="734445" y="0"/>
                    <a:pt x="758479" y="9955"/>
                    <a:pt x="776200" y="27676"/>
                  </a:cubicBezTo>
                  <a:cubicBezTo>
                    <a:pt x="793921" y="45397"/>
                    <a:pt x="803876" y="69431"/>
                    <a:pt x="803876" y="94492"/>
                  </a:cubicBezTo>
                  <a:lnTo>
                    <a:pt x="803876" y="94492"/>
                  </a:lnTo>
                  <a:cubicBezTo>
                    <a:pt x="803876" y="146679"/>
                    <a:pt x="761571" y="188984"/>
                    <a:pt x="709384" y="188984"/>
                  </a:cubicBezTo>
                  <a:lnTo>
                    <a:pt x="94492" y="188984"/>
                  </a:lnTo>
                  <a:cubicBezTo>
                    <a:pt x="69431" y="188984"/>
                    <a:pt x="45397" y="179029"/>
                    <a:pt x="27676" y="161308"/>
                  </a:cubicBezTo>
                  <a:cubicBezTo>
                    <a:pt x="9955" y="143588"/>
                    <a:pt x="0" y="119553"/>
                    <a:pt x="0" y="94492"/>
                  </a:cubicBezTo>
                  <a:lnTo>
                    <a:pt x="0" y="94492"/>
                  </a:lnTo>
                  <a:cubicBezTo>
                    <a:pt x="0" y="69431"/>
                    <a:pt x="9955" y="45397"/>
                    <a:pt x="27676" y="27676"/>
                  </a:cubicBezTo>
                  <a:cubicBezTo>
                    <a:pt x="45397" y="9955"/>
                    <a:pt x="69431" y="0"/>
                    <a:pt x="9449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03876" cy="2270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6866E1"/>
                  </a:solidFill>
                  <a:latin typeface="Poppins Light"/>
                  <a:ea typeface="Poppins Light"/>
                  <a:cs typeface="Poppins Light"/>
                  <a:sym typeface="Poppins Light"/>
                  <a:hlinkClick r:id="rId4" action="ppaction://hlinksldjump"/>
                </a:rPr>
                <a:t>Back to</a:t>
              </a:r>
              <a:r>
                <a:rPr lang="en-US" sz="1300">
                  <a:solidFill>
                    <a:srgbClr val="6866E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</a:t>
              </a:r>
              <a:r>
                <a:rPr lang="en-US" sz="1300">
                  <a:solidFill>
                    <a:srgbClr val="6866E1"/>
                  </a:solidFill>
                  <a:latin typeface="Poppins Light"/>
                  <a:ea typeface="Poppins Light"/>
                  <a:cs typeface="Poppins Light"/>
                  <a:sym typeface="Poppins Light"/>
                  <a:hlinkClick r:id="rId4" action="ppaction://hlinksldjump"/>
                </a:rPr>
                <a:t>Agenda Page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6463247" y="1731251"/>
            <a:ext cx="268028" cy="249997"/>
          </a:xfrm>
          <a:custGeom>
            <a:avLst/>
            <a:gdLst/>
            <a:ahLst/>
            <a:cxnLst/>
            <a:rect r="r" b="b" t="t" l="l"/>
            <a:pathLst>
              <a:path h="249997" w="268028">
                <a:moveTo>
                  <a:pt x="268029" y="0"/>
                </a:moveTo>
                <a:lnTo>
                  <a:pt x="0" y="0"/>
                </a:lnTo>
                <a:lnTo>
                  <a:pt x="0" y="249998"/>
                </a:lnTo>
                <a:lnTo>
                  <a:pt x="268029" y="249998"/>
                </a:lnTo>
                <a:lnTo>
                  <a:pt x="26802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1028700"/>
            <a:ext cx="1082363" cy="464432"/>
          </a:xfrm>
          <a:custGeom>
            <a:avLst/>
            <a:gdLst/>
            <a:ahLst/>
            <a:cxnLst/>
            <a:rect r="r" b="b" t="t" l="l"/>
            <a:pathLst>
              <a:path h="464432" w="1082363">
                <a:moveTo>
                  <a:pt x="0" y="0"/>
                </a:moveTo>
                <a:lnTo>
                  <a:pt x="1082363" y="0"/>
                </a:lnTo>
                <a:lnTo>
                  <a:pt x="1082363" y="464432"/>
                </a:lnTo>
                <a:lnTo>
                  <a:pt x="0" y="4644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45662" y="1079424"/>
            <a:ext cx="2193866" cy="362985"/>
          </a:xfrm>
          <a:custGeom>
            <a:avLst/>
            <a:gdLst/>
            <a:ahLst/>
            <a:cxnLst/>
            <a:rect r="r" b="b" t="t" l="l"/>
            <a:pathLst>
              <a:path h="362985" w="2193866">
                <a:moveTo>
                  <a:pt x="0" y="0"/>
                </a:moveTo>
                <a:lnTo>
                  <a:pt x="2193866" y="0"/>
                </a:lnTo>
                <a:lnTo>
                  <a:pt x="2193866" y="362985"/>
                </a:lnTo>
                <a:lnTo>
                  <a:pt x="0" y="3629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rcRect l="0" t="0" r="0" b="0"/>
          <a:stretch>
            <a:fillRect/>
          </a:stretch>
        </p:blipFill>
        <p:spPr>
          <a:xfrm flipH="false" flipV="false" rot="0">
            <a:off x="4604742" y="6212052"/>
            <a:ext cx="1390843" cy="1528398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5995585" y="5309324"/>
            <a:ext cx="11549898" cy="3548864"/>
            <a:chOff x="0" y="0"/>
            <a:chExt cx="3041949" cy="934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41949" cy="934680"/>
            </a:xfrm>
            <a:custGeom>
              <a:avLst/>
              <a:gdLst/>
              <a:ahLst/>
              <a:cxnLst/>
              <a:rect r="r" b="b" t="t" l="l"/>
              <a:pathLst>
                <a:path h="934680" w="3041949">
                  <a:moveTo>
                    <a:pt x="34185" y="0"/>
                  </a:moveTo>
                  <a:lnTo>
                    <a:pt x="3007763" y="0"/>
                  </a:lnTo>
                  <a:cubicBezTo>
                    <a:pt x="3026643" y="0"/>
                    <a:pt x="3041949" y="15305"/>
                    <a:pt x="3041949" y="34185"/>
                  </a:cubicBezTo>
                  <a:lnTo>
                    <a:pt x="3041949" y="900495"/>
                  </a:lnTo>
                  <a:cubicBezTo>
                    <a:pt x="3041949" y="909561"/>
                    <a:pt x="3038347" y="918257"/>
                    <a:pt x="3031936" y="924668"/>
                  </a:cubicBezTo>
                  <a:cubicBezTo>
                    <a:pt x="3025525" y="931079"/>
                    <a:pt x="3016830" y="934680"/>
                    <a:pt x="3007763" y="934680"/>
                  </a:cubicBezTo>
                  <a:lnTo>
                    <a:pt x="34185" y="934680"/>
                  </a:lnTo>
                  <a:cubicBezTo>
                    <a:pt x="25119" y="934680"/>
                    <a:pt x="16424" y="931079"/>
                    <a:pt x="10013" y="924668"/>
                  </a:cubicBezTo>
                  <a:cubicBezTo>
                    <a:pt x="3602" y="918257"/>
                    <a:pt x="0" y="909561"/>
                    <a:pt x="0" y="900495"/>
                  </a:cubicBezTo>
                  <a:lnTo>
                    <a:pt x="0" y="34185"/>
                  </a:lnTo>
                  <a:cubicBezTo>
                    <a:pt x="0" y="15305"/>
                    <a:pt x="15305" y="0"/>
                    <a:pt x="341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3041949" cy="934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463247" y="5523550"/>
            <a:ext cx="10688706" cy="3120413"/>
          </a:xfrm>
          <a:custGeom>
            <a:avLst/>
            <a:gdLst/>
            <a:ahLst/>
            <a:cxnLst/>
            <a:rect r="r" b="b" t="t" l="l"/>
            <a:pathLst>
              <a:path h="3120413" w="10688706">
                <a:moveTo>
                  <a:pt x="0" y="0"/>
                </a:moveTo>
                <a:lnTo>
                  <a:pt x="10688707" y="0"/>
                </a:lnTo>
                <a:lnTo>
                  <a:pt x="10688707" y="3120412"/>
                </a:lnTo>
                <a:lnTo>
                  <a:pt x="0" y="312041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463247" y="1493132"/>
            <a:ext cx="10872632" cy="3055308"/>
          </a:xfrm>
          <a:custGeom>
            <a:avLst/>
            <a:gdLst/>
            <a:ahLst/>
            <a:cxnLst/>
            <a:rect r="r" b="b" t="t" l="l"/>
            <a:pathLst>
              <a:path h="3055308" w="10872632">
                <a:moveTo>
                  <a:pt x="0" y="0"/>
                </a:moveTo>
                <a:lnTo>
                  <a:pt x="10872633" y="0"/>
                </a:lnTo>
                <a:lnTo>
                  <a:pt x="10872633" y="3055308"/>
                </a:lnTo>
                <a:lnTo>
                  <a:pt x="0" y="305530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-6712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1778876"/>
            <a:ext cx="5104688" cy="101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699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INSTALACIÓN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0593" y="4365474"/>
            <a:ext cx="3598935" cy="560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4"/>
              </a:lnSpc>
            </a:pPr>
            <a:r>
              <a:rPr lang="en-US" sz="3074" u="sng">
                <a:solidFill>
                  <a:srgbClr val="5CE5F8"/>
                </a:solidFill>
                <a:latin typeface="Poppins"/>
                <a:ea typeface="Poppins"/>
                <a:cs typeface="Poppins"/>
                <a:sym typeface="Poppins"/>
                <a:hlinkClick r:id="rId14" tooltip="https://visualstudio.microsoft.com/es/downloads/"/>
              </a:rPr>
              <a:t>Visual Studio 2022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0593" y="5879862"/>
            <a:ext cx="460439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>
                <a:solidFill>
                  <a:srgbClr val="36C9DB"/>
                </a:solidFill>
                <a:latin typeface="Poppins"/>
                <a:ea typeface="Poppins"/>
                <a:cs typeface="Poppins"/>
                <a:sym typeface="Poppins"/>
                <a:hlinkClick r:id="rId15" tooltip="https://visualstudio.microsoft.com/es/vs/older-downloads/"/>
              </a:rPr>
              <a:t>Versiones Anteriores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13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3395" y="9455582"/>
            <a:ext cx="3595364" cy="542573"/>
          </a:xfrm>
          <a:custGeom>
            <a:avLst/>
            <a:gdLst/>
            <a:ahLst/>
            <a:cxnLst/>
            <a:rect r="r" b="b" t="t" l="l"/>
            <a:pathLst>
              <a:path h="542573" w="3595364">
                <a:moveTo>
                  <a:pt x="0" y="0"/>
                </a:moveTo>
                <a:lnTo>
                  <a:pt x="3595364" y="0"/>
                </a:lnTo>
                <a:lnTo>
                  <a:pt x="3595364" y="542573"/>
                </a:lnTo>
                <a:lnTo>
                  <a:pt x="0" y="542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735035"/>
            <a:ext cx="21945600" cy="1103930"/>
            <a:chOff x="0" y="0"/>
            <a:chExt cx="29260800" cy="14719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53600" cy="1471907"/>
            </a:xfrm>
            <a:custGeom>
              <a:avLst/>
              <a:gdLst/>
              <a:ahLst/>
              <a:cxnLst/>
              <a:rect r="r" b="b" t="t" l="l"/>
              <a:pathLst>
                <a:path h="1471907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471907"/>
                  </a:lnTo>
                  <a:lnTo>
                    <a:pt x="0" y="1471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753600" y="0"/>
              <a:ext cx="9753600" cy="1471907"/>
            </a:xfrm>
            <a:custGeom>
              <a:avLst/>
              <a:gdLst/>
              <a:ahLst/>
              <a:cxnLst/>
              <a:rect r="r" b="b" t="t" l="l"/>
              <a:pathLst>
                <a:path h="1471907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471907"/>
                  </a:lnTo>
                  <a:lnTo>
                    <a:pt x="0" y="1471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9507200" y="0"/>
              <a:ext cx="9753600" cy="1471907"/>
            </a:xfrm>
            <a:custGeom>
              <a:avLst/>
              <a:gdLst/>
              <a:ahLst/>
              <a:cxnLst/>
              <a:rect r="r" b="b" t="t" l="l"/>
              <a:pathLst>
                <a:path h="1471907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471907"/>
                  </a:lnTo>
                  <a:lnTo>
                    <a:pt x="0" y="1471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true" rot="0">
            <a:off x="-185970" y="-2441000"/>
            <a:ext cx="18473970" cy="10391608"/>
          </a:xfrm>
          <a:custGeom>
            <a:avLst/>
            <a:gdLst/>
            <a:ahLst/>
            <a:cxnLst/>
            <a:rect r="r" b="b" t="t" l="l"/>
            <a:pathLst>
              <a:path h="10391608" w="18473970">
                <a:moveTo>
                  <a:pt x="0" y="10391608"/>
                </a:moveTo>
                <a:lnTo>
                  <a:pt x="18473970" y="10391608"/>
                </a:lnTo>
                <a:lnTo>
                  <a:pt x="18473970" y="0"/>
                </a:lnTo>
                <a:lnTo>
                  <a:pt x="0" y="0"/>
                </a:lnTo>
                <a:lnTo>
                  <a:pt x="0" y="10391608"/>
                </a:lnTo>
                <a:close/>
              </a:path>
            </a:pathLst>
          </a:custGeom>
          <a:blipFill>
            <a:blip r:embed="rId6">
              <a:alphaModFix amt="1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397248" y="541214"/>
            <a:ext cx="6515768" cy="3035790"/>
            <a:chOff x="0" y="0"/>
            <a:chExt cx="1716087" cy="7995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16087" cy="799550"/>
            </a:xfrm>
            <a:custGeom>
              <a:avLst/>
              <a:gdLst/>
              <a:ahLst/>
              <a:cxnLst/>
              <a:rect r="r" b="b" t="t" l="l"/>
              <a:pathLst>
                <a:path h="799550" w="1716087">
                  <a:moveTo>
                    <a:pt x="60597" y="0"/>
                  </a:moveTo>
                  <a:lnTo>
                    <a:pt x="1655490" y="0"/>
                  </a:lnTo>
                  <a:cubicBezTo>
                    <a:pt x="1688957" y="0"/>
                    <a:pt x="1716087" y="27130"/>
                    <a:pt x="1716087" y="60597"/>
                  </a:cubicBezTo>
                  <a:lnTo>
                    <a:pt x="1716087" y="738952"/>
                  </a:lnTo>
                  <a:cubicBezTo>
                    <a:pt x="1716087" y="755024"/>
                    <a:pt x="1709703" y="770437"/>
                    <a:pt x="1698339" y="781801"/>
                  </a:cubicBezTo>
                  <a:cubicBezTo>
                    <a:pt x="1686974" y="793165"/>
                    <a:pt x="1671561" y="799550"/>
                    <a:pt x="1655490" y="799550"/>
                  </a:cubicBezTo>
                  <a:lnTo>
                    <a:pt x="60597" y="799550"/>
                  </a:lnTo>
                  <a:cubicBezTo>
                    <a:pt x="44526" y="799550"/>
                    <a:pt x="29113" y="793165"/>
                    <a:pt x="17749" y="781801"/>
                  </a:cubicBezTo>
                  <a:cubicBezTo>
                    <a:pt x="6384" y="770437"/>
                    <a:pt x="0" y="755024"/>
                    <a:pt x="0" y="738952"/>
                  </a:cubicBezTo>
                  <a:lnTo>
                    <a:pt x="0" y="60597"/>
                  </a:lnTo>
                  <a:cubicBezTo>
                    <a:pt x="0" y="44526"/>
                    <a:pt x="6384" y="29113"/>
                    <a:pt x="17749" y="17749"/>
                  </a:cubicBezTo>
                  <a:cubicBezTo>
                    <a:pt x="29113" y="6384"/>
                    <a:pt x="44526" y="0"/>
                    <a:pt x="60597" y="0"/>
                  </a:cubicBezTo>
                  <a:close/>
                </a:path>
              </a:pathLst>
            </a:custGeom>
            <a:solidFill>
              <a:srgbClr val="40B8F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716087" cy="799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895418" y="1028700"/>
            <a:ext cx="2377744" cy="432317"/>
          </a:xfrm>
          <a:custGeom>
            <a:avLst/>
            <a:gdLst/>
            <a:ahLst/>
            <a:cxnLst/>
            <a:rect r="r" b="b" t="t" l="l"/>
            <a:pathLst>
              <a:path h="432317" w="2377744">
                <a:moveTo>
                  <a:pt x="0" y="0"/>
                </a:moveTo>
                <a:lnTo>
                  <a:pt x="2377744" y="0"/>
                </a:lnTo>
                <a:lnTo>
                  <a:pt x="2377744" y="432317"/>
                </a:lnTo>
                <a:lnTo>
                  <a:pt x="0" y="4323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23395" y="8370436"/>
            <a:ext cx="3595364" cy="542573"/>
          </a:xfrm>
          <a:custGeom>
            <a:avLst/>
            <a:gdLst/>
            <a:ahLst/>
            <a:cxnLst/>
            <a:rect r="r" b="b" t="t" l="l"/>
            <a:pathLst>
              <a:path h="542573" w="3595364">
                <a:moveTo>
                  <a:pt x="0" y="0"/>
                </a:moveTo>
                <a:lnTo>
                  <a:pt x="3595364" y="0"/>
                </a:lnTo>
                <a:lnTo>
                  <a:pt x="3595364" y="542573"/>
                </a:lnTo>
                <a:lnTo>
                  <a:pt x="0" y="542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23395" y="7827863"/>
            <a:ext cx="3595364" cy="542573"/>
          </a:xfrm>
          <a:custGeom>
            <a:avLst/>
            <a:gdLst/>
            <a:ahLst/>
            <a:cxnLst/>
            <a:rect r="r" b="b" t="t" l="l"/>
            <a:pathLst>
              <a:path h="542573" w="3595364">
                <a:moveTo>
                  <a:pt x="0" y="0"/>
                </a:moveTo>
                <a:lnTo>
                  <a:pt x="3595364" y="0"/>
                </a:lnTo>
                <a:lnTo>
                  <a:pt x="3595364" y="542573"/>
                </a:lnTo>
                <a:lnTo>
                  <a:pt x="0" y="542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1884845" y="4884451"/>
            <a:ext cx="2472466" cy="2943412"/>
          </a:xfrm>
          <a:prstGeom prst="rect">
            <a:avLst/>
          </a:prstGeom>
        </p:spPr>
      </p:pic>
      <p:sp>
        <p:nvSpPr>
          <p:cNvPr name="Freeform 15" id="15"/>
          <p:cNvSpPr/>
          <p:nvPr/>
        </p:nvSpPr>
        <p:spPr>
          <a:xfrm flipH="false" flipV="false" rot="0">
            <a:off x="1323395" y="8913009"/>
            <a:ext cx="3595364" cy="542573"/>
          </a:xfrm>
          <a:custGeom>
            <a:avLst/>
            <a:gdLst/>
            <a:ahLst/>
            <a:cxnLst/>
            <a:rect r="r" b="b" t="t" l="l"/>
            <a:pathLst>
              <a:path h="542573" w="3595364">
                <a:moveTo>
                  <a:pt x="0" y="0"/>
                </a:moveTo>
                <a:lnTo>
                  <a:pt x="3595364" y="0"/>
                </a:lnTo>
                <a:lnTo>
                  <a:pt x="3595364" y="542573"/>
                </a:lnTo>
                <a:lnTo>
                  <a:pt x="0" y="542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rcRect l="0" t="0" r="0" b="0"/>
          <a:stretch>
            <a:fillRect/>
          </a:stretch>
        </p:blipFill>
        <p:spPr>
          <a:xfrm flipH="false" flipV="false" rot="0">
            <a:off x="2351108" y="2754804"/>
            <a:ext cx="1539939" cy="1644398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 rot="0">
            <a:off x="1594969" y="8496180"/>
            <a:ext cx="3052218" cy="717550"/>
            <a:chOff x="0" y="0"/>
            <a:chExt cx="803876" cy="1889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3876" cy="188984"/>
            </a:xfrm>
            <a:custGeom>
              <a:avLst/>
              <a:gdLst/>
              <a:ahLst/>
              <a:cxnLst/>
              <a:rect r="r" b="b" t="t" l="l"/>
              <a:pathLst>
                <a:path h="188984" w="803876">
                  <a:moveTo>
                    <a:pt x="94492" y="0"/>
                  </a:moveTo>
                  <a:lnTo>
                    <a:pt x="709384" y="0"/>
                  </a:lnTo>
                  <a:cubicBezTo>
                    <a:pt x="734445" y="0"/>
                    <a:pt x="758479" y="9955"/>
                    <a:pt x="776200" y="27676"/>
                  </a:cubicBezTo>
                  <a:cubicBezTo>
                    <a:pt x="793921" y="45397"/>
                    <a:pt x="803876" y="69431"/>
                    <a:pt x="803876" y="94492"/>
                  </a:cubicBezTo>
                  <a:lnTo>
                    <a:pt x="803876" y="94492"/>
                  </a:lnTo>
                  <a:cubicBezTo>
                    <a:pt x="803876" y="146679"/>
                    <a:pt x="761571" y="188984"/>
                    <a:pt x="709384" y="188984"/>
                  </a:cubicBezTo>
                  <a:lnTo>
                    <a:pt x="94492" y="188984"/>
                  </a:lnTo>
                  <a:cubicBezTo>
                    <a:pt x="69431" y="188984"/>
                    <a:pt x="45397" y="179029"/>
                    <a:pt x="27676" y="161308"/>
                  </a:cubicBezTo>
                  <a:cubicBezTo>
                    <a:pt x="9955" y="143588"/>
                    <a:pt x="0" y="119553"/>
                    <a:pt x="0" y="94492"/>
                  </a:cubicBezTo>
                  <a:lnTo>
                    <a:pt x="0" y="94492"/>
                  </a:lnTo>
                  <a:cubicBezTo>
                    <a:pt x="0" y="69431"/>
                    <a:pt x="9955" y="45397"/>
                    <a:pt x="27676" y="27676"/>
                  </a:cubicBezTo>
                  <a:cubicBezTo>
                    <a:pt x="45397" y="9955"/>
                    <a:pt x="69431" y="0"/>
                    <a:pt x="94492" y="0"/>
                  </a:cubicBezTo>
                  <a:close/>
                </a:path>
              </a:pathLst>
            </a:custGeom>
            <a:solidFill>
              <a:srgbClr val="0D1781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03876" cy="2270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r:id="rId12" action="ppaction://hlinksldjump"/>
                </a:rPr>
                <a:t>Back to</a:t>
              </a:r>
              <a:r>
                <a:rPr lang="en-US" sz="13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</a:t>
              </a:r>
              <a:r>
                <a:rPr lang="en-US" sz="13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r:id="rId12" action="ppaction://hlinksldjump"/>
                </a:rPr>
                <a:t>Agenda Page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842705" y="824604"/>
            <a:ext cx="5624854" cy="2469010"/>
          </a:xfrm>
          <a:custGeom>
            <a:avLst/>
            <a:gdLst/>
            <a:ahLst/>
            <a:cxnLst/>
            <a:rect r="r" b="b" t="t" l="l"/>
            <a:pathLst>
              <a:path h="2469010" w="5624854">
                <a:moveTo>
                  <a:pt x="0" y="0"/>
                </a:moveTo>
                <a:lnTo>
                  <a:pt x="5624854" y="0"/>
                </a:lnTo>
                <a:lnTo>
                  <a:pt x="5624854" y="2469009"/>
                </a:lnTo>
                <a:lnTo>
                  <a:pt x="0" y="246900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-28434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7401101" y="3805812"/>
            <a:ext cx="10524323" cy="5929223"/>
            <a:chOff x="0" y="0"/>
            <a:chExt cx="2771838" cy="15616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71838" cy="1561606"/>
            </a:xfrm>
            <a:custGeom>
              <a:avLst/>
              <a:gdLst/>
              <a:ahLst/>
              <a:cxnLst/>
              <a:rect r="r" b="b" t="t" l="l"/>
              <a:pathLst>
                <a:path h="1561606" w="2771838">
                  <a:moveTo>
                    <a:pt x="37517" y="0"/>
                  </a:moveTo>
                  <a:lnTo>
                    <a:pt x="2734321" y="0"/>
                  </a:lnTo>
                  <a:cubicBezTo>
                    <a:pt x="2744271" y="0"/>
                    <a:pt x="2753814" y="3953"/>
                    <a:pt x="2760850" y="10988"/>
                  </a:cubicBezTo>
                  <a:cubicBezTo>
                    <a:pt x="2767886" y="18024"/>
                    <a:pt x="2771838" y="27567"/>
                    <a:pt x="2771838" y="37517"/>
                  </a:cubicBezTo>
                  <a:lnTo>
                    <a:pt x="2771838" y="1524089"/>
                  </a:lnTo>
                  <a:cubicBezTo>
                    <a:pt x="2771838" y="1544809"/>
                    <a:pt x="2755041" y="1561606"/>
                    <a:pt x="2734321" y="1561606"/>
                  </a:cubicBezTo>
                  <a:lnTo>
                    <a:pt x="37517" y="1561606"/>
                  </a:lnTo>
                  <a:cubicBezTo>
                    <a:pt x="16797" y="1561606"/>
                    <a:pt x="0" y="1544809"/>
                    <a:pt x="0" y="1524089"/>
                  </a:cubicBezTo>
                  <a:lnTo>
                    <a:pt x="0" y="37517"/>
                  </a:lnTo>
                  <a:cubicBezTo>
                    <a:pt x="0" y="27567"/>
                    <a:pt x="3953" y="18024"/>
                    <a:pt x="10988" y="10988"/>
                  </a:cubicBezTo>
                  <a:cubicBezTo>
                    <a:pt x="18024" y="3953"/>
                    <a:pt x="27567" y="0"/>
                    <a:pt x="37517" y="0"/>
                  </a:cubicBezTo>
                  <a:close/>
                </a:path>
              </a:pathLst>
            </a:custGeom>
            <a:solidFill>
              <a:srgbClr val="40B8F5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771838" cy="1561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7721930" y="4238064"/>
            <a:ext cx="9882666" cy="5064719"/>
          </a:xfrm>
          <a:custGeom>
            <a:avLst/>
            <a:gdLst/>
            <a:ahLst/>
            <a:cxnLst/>
            <a:rect r="r" b="b" t="t" l="l"/>
            <a:pathLst>
              <a:path h="5064719" w="9882666">
                <a:moveTo>
                  <a:pt x="0" y="0"/>
                </a:moveTo>
                <a:lnTo>
                  <a:pt x="9882666" y="0"/>
                </a:lnTo>
                <a:lnTo>
                  <a:pt x="9882666" y="5064719"/>
                </a:lnTo>
                <a:lnTo>
                  <a:pt x="0" y="50647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1100606"/>
            <a:ext cx="1866718" cy="308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219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PLAYER 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04954" y="1292484"/>
            <a:ext cx="1992294" cy="101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699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PASO 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408807" y="5442184"/>
            <a:ext cx="1992294" cy="101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699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PASO 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13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705109"/>
            <a:ext cx="18288000" cy="1163782"/>
            <a:chOff x="0" y="0"/>
            <a:chExt cx="24384000" cy="15517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0" cy="1551709"/>
            </a:xfrm>
            <a:custGeom>
              <a:avLst/>
              <a:gdLst/>
              <a:ahLst/>
              <a:cxnLst/>
              <a:rect r="r" b="b" t="t" l="l"/>
              <a:pathLst>
                <a:path h="1551709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1551709"/>
                  </a:lnTo>
                  <a:lnTo>
                    <a:pt x="0" y="1551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8128000" y="0"/>
              <a:ext cx="8128000" cy="1551709"/>
            </a:xfrm>
            <a:custGeom>
              <a:avLst/>
              <a:gdLst/>
              <a:ahLst/>
              <a:cxnLst/>
              <a:rect r="r" b="b" t="t" l="l"/>
              <a:pathLst>
                <a:path h="1551709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1551709"/>
                  </a:lnTo>
                  <a:lnTo>
                    <a:pt x="0" y="1551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256000" y="0"/>
              <a:ext cx="8128000" cy="1551709"/>
            </a:xfrm>
            <a:custGeom>
              <a:avLst/>
              <a:gdLst/>
              <a:ahLst/>
              <a:cxnLst/>
              <a:rect r="r" b="b" t="t" l="l"/>
              <a:pathLst>
                <a:path h="1551709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1551709"/>
                  </a:lnTo>
                  <a:lnTo>
                    <a:pt x="0" y="1551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002032" y="6114605"/>
            <a:ext cx="3590504" cy="3590504"/>
          </a:xfrm>
          <a:custGeom>
            <a:avLst/>
            <a:gdLst/>
            <a:ahLst/>
            <a:cxnLst/>
            <a:rect r="r" b="b" t="t" l="l"/>
            <a:pathLst>
              <a:path h="3590504" w="3590504">
                <a:moveTo>
                  <a:pt x="0" y="0"/>
                </a:moveTo>
                <a:lnTo>
                  <a:pt x="3590504" y="0"/>
                </a:lnTo>
                <a:lnTo>
                  <a:pt x="3590504" y="3590504"/>
                </a:lnTo>
                <a:lnTo>
                  <a:pt x="0" y="35905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381398" y="8857429"/>
            <a:ext cx="2913900" cy="847680"/>
          </a:xfrm>
          <a:custGeom>
            <a:avLst/>
            <a:gdLst/>
            <a:ahLst/>
            <a:cxnLst/>
            <a:rect r="r" b="b" t="t" l="l"/>
            <a:pathLst>
              <a:path h="847680" w="2913900">
                <a:moveTo>
                  <a:pt x="0" y="0"/>
                </a:moveTo>
                <a:lnTo>
                  <a:pt x="2913900" y="0"/>
                </a:lnTo>
                <a:lnTo>
                  <a:pt x="2913900" y="847680"/>
                </a:lnTo>
                <a:lnTo>
                  <a:pt x="0" y="8476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08423" y="8857429"/>
            <a:ext cx="2913900" cy="847680"/>
          </a:xfrm>
          <a:custGeom>
            <a:avLst/>
            <a:gdLst/>
            <a:ahLst/>
            <a:cxnLst/>
            <a:rect r="r" b="b" t="t" l="l"/>
            <a:pathLst>
              <a:path h="847680" w="2913900">
                <a:moveTo>
                  <a:pt x="0" y="0"/>
                </a:moveTo>
                <a:lnTo>
                  <a:pt x="2913900" y="0"/>
                </a:lnTo>
                <a:lnTo>
                  <a:pt x="2913900" y="847680"/>
                </a:lnTo>
                <a:lnTo>
                  <a:pt x="0" y="8476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14350" y="8857429"/>
            <a:ext cx="471618" cy="847680"/>
          </a:xfrm>
          <a:custGeom>
            <a:avLst/>
            <a:gdLst/>
            <a:ahLst/>
            <a:cxnLst/>
            <a:rect r="r" b="b" t="t" l="l"/>
            <a:pathLst>
              <a:path h="847680" w="471618">
                <a:moveTo>
                  <a:pt x="0" y="0"/>
                </a:moveTo>
                <a:lnTo>
                  <a:pt x="471618" y="0"/>
                </a:lnTo>
                <a:lnTo>
                  <a:pt x="471618" y="847680"/>
                </a:lnTo>
                <a:lnTo>
                  <a:pt x="0" y="8476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151826" y="716781"/>
            <a:ext cx="548836" cy="587276"/>
          </a:xfrm>
          <a:custGeom>
            <a:avLst/>
            <a:gdLst/>
            <a:ahLst/>
            <a:cxnLst/>
            <a:rect r="r" b="b" t="t" l="l"/>
            <a:pathLst>
              <a:path h="587276" w="548836">
                <a:moveTo>
                  <a:pt x="0" y="0"/>
                </a:moveTo>
                <a:lnTo>
                  <a:pt x="548836" y="0"/>
                </a:lnTo>
                <a:lnTo>
                  <a:pt x="548836" y="587277"/>
                </a:lnTo>
                <a:lnTo>
                  <a:pt x="0" y="58727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272125" y="756289"/>
            <a:ext cx="587276" cy="547769"/>
          </a:xfrm>
          <a:custGeom>
            <a:avLst/>
            <a:gdLst/>
            <a:ahLst/>
            <a:cxnLst/>
            <a:rect r="r" b="b" t="t" l="l"/>
            <a:pathLst>
              <a:path h="547769" w="587276">
                <a:moveTo>
                  <a:pt x="0" y="0"/>
                </a:moveTo>
                <a:lnTo>
                  <a:pt x="587276" y="0"/>
                </a:lnTo>
                <a:lnTo>
                  <a:pt x="587276" y="547769"/>
                </a:lnTo>
                <a:lnTo>
                  <a:pt x="0" y="54776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939918" y="697028"/>
            <a:ext cx="548836" cy="587276"/>
          </a:xfrm>
          <a:custGeom>
            <a:avLst/>
            <a:gdLst/>
            <a:ahLst/>
            <a:cxnLst/>
            <a:rect r="r" b="b" t="t" l="l"/>
            <a:pathLst>
              <a:path h="587276" w="548836">
                <a:moveTo>
                  <a:pt x="0" y="0"/>
                </a:moveTo>
                <a:lnTo>
                  <a:pt x="548836" y="0"/>
                </a:lnTo>
                <a:lnTo>
                  <a:pt x="548836" y="587276"/>
                </a:lnTo>
                <a:lnTo>
                  <a:pt x="0" y="58727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735167" y="716781"/>
            <a:ext cx="587276" cy="547769"/>
          </a:xfrm>
          <a:custGeom>
            <a:avLst/>
            <a:gdLst/>
            <a:ahLst/>
            <a:cxnLst/>
            <a:rect r="r" b="b" t="t" l="l"/>
            <a:pathLst>
              <a:path h="547769" w="587276">
                <a:moveTo>
                  <a:pt x="0" y="0"/>
                </a:moveTo>
                <a:lnTo>
                  <a:pt x="587277" y="0"/>
                </a:lnTo>
                <a:lnTo>
                  <a:pt x="587277" y="547769"/>
                </a:lnTo>
                <a:lnTo>
                  <a:pt x="0" y="54776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337725" y="8857429"/>
            <a:ext cx="2913900" cy="847680"/>
          </a:xfrm>
          <a:custGeom>
            <a:avLst/>
            <a:gdLst/>
            <a:ahLst/>
            <a:cxnLst/>
            <a:rect r="r" b="b" t="t" l="l"/>
            <a:pathLst>
              <a:path h="847680" w="2913900">
                <a:moveTo>
                  <a:pt x="0" y="0"/>
                </a:moveTo>
                <a:lnTo>
                  <a:pt x="2913900" y="0"/>
                </a:lnTo>
                <a:lnTo>
                  <a:pt x="2913900" y="847680"/>
                </a:lnTo>
                <a:lnTo>
                  <a:pt x="0" y="8476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992632" y="8857429"/>
            <a:ext cx="2913900" cy="847680"/>
          </a:xfrm>
          <a:custGeom>
            <a:avLst/>
            <a:gdLst/>
            <a:ahLst/>
            <a:cxnLst/>
            <a:rect r="r" b="b" t="t" l="l"/>
            <a:pathLst>
              <a:path h="847680" w="2913900">
                <a:moveTo>
                  <a:pt x="0" y="0"/>
                </a:moveTo>
                <a:lnTo>
                  <a:pt x="2913900" y="0"/>
                </a:lnTo>
                <a:lnTo>
                  <a:pt x="2913900" y="847680"/>
                </a:lnTo>
                <a:lnTo>
                  <a:pt x="0" y="8476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467052" y="736535"/>
            <a:ext cx="702268" cy="547769"/>
          </a:xfrm>
          <a:custGeom>
            <a:avLst/>
            <a:gdLst/>
            <a:ahLst/>
            <a:cxnLst/>
            <a:rect r="r" b="b" t="t" l="l"/>
            <a:pathLst>
              <a:path h="547769" w="702268">
                <a:moveTo>
                  <a:pt x="0" y="0"/>
                </a:moveTo>
                <a:lnTo>
                  <a:pt x="702268" y="0"/>
                </a:lnTo>
                <a:lnTo>
                  <a:pt x="702268" y="547769"/>
                </a:lnTo>
                <a:lnTo>
                  <a:pt x="0" y="54776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4507255" y="697028"/>
            <a:ext cx="3052218" cy="717550"/>
            <a:chOff x="0" y="0"/>
            <a:chExt cx="803876" cy="1889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3876" cy="188984"/>
            </a:xfrm>
            <a:custGeom>
              <a:avLst/>
              <a:gdLst/>
              <a:ahLst/>
              <a:cxnLst/>
              <a:rect r="r" b="b" t="t" l="l"/>
              <a:pathLst>
                <a:path h="188984" w="803876">
                  <a:moveTo>
                    <a:pt x="94492" y="0"/>
                  </a:moveTo>
                  <a:lnTo>
                    <a:pt x="709384" y="0"/>
                  </a:lnTo>
                  <a:cubicBezTo>
                    <a:pt x="734445" y="0"/>
                    <a:pt x="758479" y="9955"/>
                    <a:pt x="776200" y="27676"/>
                  </a:cubicBezTo>
                  <a:cubicBezTo>
                    <a:pt x="793921" y="45397"/>
                    <a:pt x="803876" y="69431"/>
                    <a:pt x="803876" y="94492"/>
                  </a:cubicBezTo>
                  <a:lnTo>
                    <a:pt x="803876" y="94492"/>
                  </a:lnTo>
                  <a:cubicBezTo>
                    <a:pt x="803876" y="146679"/>
                    <a:pt x="761571" y="188984"/>
                    <a:pt x="709384" y="188984"/>
                  </a:cubicBezTo>
                  <a:lnTo>
                    <a:pt x="94492" y="188984"/>
                  </a:lnTo>
                  <a:cubicBezTo>
                    <a:pt x="69431" y="188984"/>
                    <a:pt x="45397" y="179029"/>
                    <a:pt x="27676" y="161308"/>
                  </a:cubicBezTo>
                  <a:cubicBezTo>
                    <a:pt x="9955" y="143588"/>
                    <a:pt x="0" y="119553"/>
                    <a:pt x="0" y="94492"/>
                  </a:cubicBezTo>
                  <a:lnTo>
                    <a:pt x="0" y="94492"/>
                  </a:lnTo>
                  <a:cubicBezTo>
                    <a:pt x="0" y="69431"/>
                    <a:pt x="9955" y="45397"/>
                    <a:pt x="27676" y="27676"/>
                  </a:cubicBezTo>
                  <a:cubicBezTo>
                    <a:pt x="45397" y="9955"/>
                    <a:pt x="69431" y="0"/>
                    <a:pt x="94492" y="0"/>
                  </a:cubicBezTo>
                  <a:close/>
                </a:path>
              </a:pathLst>
            </a:custGeom>
            <a:solidFill>
              <a:srgbClr val="0D1781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03876" cy="2270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r:id="rId22" action="ppaction://hlinksldjump"/>
                </a:rPr>
                <a:t>Back to</a:t>
              </a:r>
              <a:r>
                <a:rPr lang="en-US" sz="13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</a:t>
              </a:r>
              <a:r>
                <a:rPr lang="en-US" sz="13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r:id="rId22" action="ppaction://hlinksldjump"/>
                </a:rPr>
                <a:t>Agenda Page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75294" y="697028"/>
            <a:ext cx="1738558" cy="717550"/>
          </a:xfrm>
          <a:custGeom>
            <a:avLst/>
            <a:gdLst/>
            <a:ahLst/>
            <a:cxnLst/>
            <a:rect r="r" b="b" t="t" l="l"/>
            <a:pathLst>
              <a:path h="717550" w="1738558">
                <a:moveTo>
                  <a:pt x="0" y="0"/>
                </a:moveTo>
                <a:lnTo>
                  <a:pt x="1738558" y="0"/>
                </a:lnTo>
                <a:lnTo>
                  <a:pt x="1738558" y="717550"/>
                </a:lnTo>
                <a:lnTo>
                  <a:pt x="0" y="71755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5"/>
          <a:srcRect l="0" t="0" r="0" b="0"/>
          <a:stretch>
            <a:fillRect/>
          </a:stretch>
        </p:blipFill>
        <p:spPr>
          <a:xfrm flipH="false" flipV="false" rot="0">
            <a:off x="4751254" y="6789831"/>
            <a:ext cx="971251" cy="1103694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6"/>
          <a:srcRect l="0" t="0" r="0" b="0"/>
          <a:stretch>
            <a:fillRect/>
          </a:stretch>
        </p:blipFill>
        <p:spPr>
          <a:xfrm flipH="false" flipV="false" rot="0">
            <a:off x="11868886" y="6773499"/>
            <a:ext cx="1003961" cy="1120026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7"/>
          <a:srcRect l="0" t="0" r="0" b="0"/>
          <a:stretch>
            <a:fillRect/>
          </a:stretch>
        </p:blipFill>
        <p:spPr>
          <a:xfrm flipH="false" flipV="false" rot="0">
            <a:off x="2719050" y="2222014"/>
            <a:ext cx="517579" cy="539145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7"/>
          <a:srcRect l="0" t="0" r="0" b="0"/>
          <a:stretch>
            <a:fillRect/>
          </a:stretch>
        </p:blipFill>
        <p:spPr>
          <a:xfrm flipH="false" flipV="false" rot="0">
            <a:off x="15104488" y="2491586"/>
            <a:ext cx="517579" cy="539145"/>
          </a:xfrm>
          <a:prstGeom prst="rect">
            <a:avLst/>
          </a:prstGeom>
        </p:spPr>
      </p:pic>
      <p:sp>
        <p:nvSpPr>
          <p:cNvPr name="Freeform 26" id="26"/>
          <p:cNvSpPr/>
          <p:nvPr/>
        </p:nvSpPr>
        <p:spPr>
          <a:xfrm flipH="false" flipV="false" rot="0">
            <a:off x="2098480" y="6789831"/>
            <a:ext cx="843782" cy="662098"/>
          </a:xfrm>
          <a:custGeom>
            <a:avLst/>
            <a:gdLst/>
            <a:ahLst/>
            <a:cxnLst/>
            <a:rect r="r" b="b" t="t" l="l"/>
            <a:pathLst>
              <a:path h="662098" w="843782">
                <a:moveTo>
                  <a:pt x="0" y="0"/>
                </a:moveTo>
                <a:lnTo>
                  <a:pt x="843781" y="0"/>
                </a:lnTo>
                <a:lnTo>
                  <a:pt x="843781" y="662098"/>
                </a:lnTo>
                <a:lnTo>
                  <a:pt x="0" y="66209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-419968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28700" y="4647198"/>
            <a:ext cx="843782" cy="662098"/>
          </a:xfrm>
          <a:custGeom>
            <a:avLst/>
            <a:gdLst/>
            <a:ahLst/>
            <a:cxnLst/>
            <a:rect r="r" b="b" t="t" l="l"/>
            <a:pathLst>
              <a:path h="662098" w="843782">
                <a:moveTo>
                  <a:pt x="0" y="0"/>
                </a:moveTo>
                <a:lnTo>
                  <a:pt x="843782" y="0"/>
                </a:lnTo>
                <a:lnTo>
                  <a:pt x="843782" y="662098"/>
                </a:lnTo>
                <a:lnTo>
                  <a:pt x="0" y="66209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-419968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682597" y="6773499"/>
            <a:ext cx="843782" cy="662098"/>
          </a:xfrm>
          <a:custGeom>
            <a:avLst/>
            <a:gdLst/>
            <a:ahLst/>
            <a:cxnLst/>
            <a:rect r="r" b="b" t="t" l="l"/>
            <a:pathLst>
              <a:path h="662098" w="843782">
                <a:moveTo>
                  <a:pt x="0" y="0"/>
                </a:moveTo>
                <a:lnTo>
                  <a:pt x="843782" y="0"/>
                </a:lnTo>
                <a:lnTo>
                  <a:pt x="843782" y="662098"/>
                </a:lnTo>
                <a:lnTo>
                  <a:pt x="0" y="66209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-419968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415518" y="4647198"/>
            <a:ext cx="843782" cy="662098"/>
          </a:xfrm>
          <a:custGeom>
            <a:avLst/>
            <a:gdLst/>
            <a:ahLst/>
            <a:cxnLst/>
            <a:rect r="r" b="b" t="t" l="l"/>
            <a:pathLst>
              <a:path h="662098" w="843782">
                <a:moveTo>
                  <a:pt x="0" y="0"/>
                </a:moveTo>
                <a:lnTo>
                  <a:pt x="843782" y="0"/>
                </a:lnTo>
                <a:lnTo>
                  <a:pt x="843782" y="662098"/>
                </a:lnTo>
                <a:lnTo>
                  <a:pt x="0" y="66209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-419968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2298984" y="6844147"/>
            <a:ext cx="442773" cy="553467"/>
          </a:xfrm>
          <a:custGeom>
            <a:avLst/>
            <a:gdLst/>
            <a:ahLst/>
            <a:cxnLst/>
            <a:rect r="r" b="b" t="t" l="l"/>
            <a:pathLst>
              <a:path h="553467" w="442773">
                <a:moveTo>
                  <a:pt x="0" y="0"/>
                </a:moveTo>
                <a:lnTo>
                  <a:pt x="442773" y="0"/>
                </a:lnTo>
                <a:lnTo>
                  <a:pt x="442773" y="553466"/>
                </a:lnTo>
                <a:lnTo>
                  <a:pt x="0" y="553466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882622" y="6827814"/>
            <a:ext cx="442773" cy="553467"/>
          </a:xfrm>
          <a:custGeom>
            <a:avLst/>
            <a:gdLst/>
            <a:ahLst/>
            <a:cxnLst/>
            <a:rect r="r" b="b" t="t" l="l"/>
            <a:pathLst>
              <a:path h="553467" w="442773">
                <a:moveTo>
                  <a:pt x="0" y="0"/>
                </a:moveTo>
                <a:lnTo>
                  <a:pt x="442774" y="0"/>
                </a:lnTo>
                <a:lnTo>
                  <a:pt x="442774" y="553467"/>
                </a:lnTo>
                <a:lnTo>
                  <a:pt x="0" y="553467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29204" y="4701514"/>
            <a:ext cx="442773" cy="553467"/>
          </a:xfrm>
          <a:custGeom>
            <a:avLst/>
            <a:gdLst/>
            <a:ahLst/>
            <a:cxnLst/>
            <a:rect r="r" b="b" t="t" l="l"/>
            <a:pathLst>
              <a:path h="553467" w="442773">
                <a:moveTo>
                  <a:pt x="0" y="0"/>
                </a:moveTo>
                <a:lnTo>
                  <a:pt x="442773" y="0"/>
                </a:lnTo>
                <a:lnTo>
                  <a:pt x="442773" y="553466"/>
                </a:lnTo>
                <a:lnTo>
                  <a:pt x="0" y="553466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6616700" y="4701514"/>
            <a:ext cx="442773" cy="553467"/>
          </a:xfrm>
          <a:custGeom>
            <a:avLst/>
            <a:gdLst/>
            <a:ahLst/>
            <a:cxnLst/>
            <a:rect r="r" b="b" t="t" l="l"/>
            <a:pathLst>
              <a:path h="553467" w="442773">
                <a:moveTo>
                  <a:pt x="0" y="0"/>
                </a:moveTo>
                <a:lnTo>
                  <a:pt x="442774" y="0"/>
                </a:lnTo>
                <a:lnTo>
                  <a:pt x="442774" y="553466"/>
                </a:lnTo>
                <a:lnTo>
                  <a:pt x="0" y="553466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true" flipV="false" rot="0">
            <a:off x="14621255" y="6205320"/>
            <a:ext cx="966466" cy="568179"/>
          </a:xfrm>
          <a:custGeom>
            <a:avLst/>
            <a:gdLst/>
            <a:ahLst/>
            <a:cxnLst/>
            <a:rect r="r" b="b" t="t" l="l"/>
            <a:pathLst>
              <a:path h="568179" w="966466">
                <a:moveTo>
                  <a:pt x="966466" y="0"/>
                </a:moveTo>
                <a:lnTo>
                  <a:pt x="0" y="0"/>
                </a:lnTo>
                <a:lnTo>
                  <a:pt x="0" y="568179"/>
                </a:lnTo>
                <a:lnTo>
                  <a:pt x="966466" y="568179"/>
                </a:lnTo>
                <a:lnTo>
                  <a:pt x="966466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-1010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028700" y="3684108"/>
            <a:ext cx="843782" cy="963090"/>
          </a:xfrm>
          <a:custGeom>
            <a:avLst/>
            <a:gdLst/>
            <a:ahLst/>
            <a:cxnLst/>
            <a:rect r="r" b="b" t="t" l="l"/>
            <a:pathLst>
              <a:path h="963090" w="843782">
                <a:moveTo>
                  <a:pt x="0" y="0"/>
                </a:moveTo>
                <a:lnTo>
                  <a:pt x="843782" y="0"/>
                </a:lnTo>
                <a:lnTo>
                  <a:pt x="843782" y="963090"/>
                </a:lnTo>
                <a:lnTo>
                  <a:pt x="0" y="963090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-4299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2107582" y="2670992"/>
            <a:ext cx="7411368" cy="6186437"/>
            <a:chOff x="0" y="0"/>
            <a:chExt cx="1951965" cy="16293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51965" cy="1629350"/>
            </a:xfrm>
            <a:custGeom>
              <a:avLst/>
              <a:gdLst/>
              <a:ahLst/>
              <a:cxnLst/>
              <a:rect r="r" b="b" t="t" l="l"/>
              <a:pathLst>
                <a:path h="1629350" w="1951965">
                  <a:moveTo>
                    <a:pt x="53275" y="0"/>
                  </a:moveTo>
                  <a:lnTo>
                    <a:pt x="1898691" y="0"/>
                  </a:lnTo>
                  <a:cubicBezTo>
                    <a:pt x="1928113" y="0"/>
                    <a:pt x="1951965" y="23852"/>
                    <a:pt x="1951965" y="53275"/>
                  </a:cubicBezTo>
                  <a:lnTo>
                    <a:pt x="1951965" y="1576075"/>
                  </a:lnTo>
                  <a:cubicBezTo>
                    <a:pt x="1951965" y="1590204"/>
                    <a:pt x="1946352" y="1603755"/>
                    <a:pt x="1936361" y="1613746"/>
                  </a:cubicBezTo>
                  <a:cubicBezTo>
                    <a:pt x="1926370" y="1623737"/>
                    <a:pt x="1912820" y="1629350"/>
                    <a:pt x="1898691" y="1629350"/>
                  </a:cubicBezTo>
                  <a:lnTo>
                    <a:pt x="53275" y="1629350"/>
                  </a:lnTo>
                  <a:cubicBezTo>
                    <a:pt x="39145" y="1629350"/>
                    <a:pt x="25595" y="1623737"/>
                    <a:pt x="15604" y="1613746"/>
                  </a:cubicBezTo>
                  <a:cubicBezTo>
                    <a:pt x="5613" y="1603755"/>
                    <a:pt x="0" y="1590204"/>
                    <a:pt x="0" y="1576075"/>
                  </a:cubicBezTo>
                  <a:lnTo>
                    <a:pt x="0" y="53275"/>
                  </a:lnTo>
                  <a:cubicBezTo>
                    <a:pt x="0" y="39145"/>
                    <a:pt x="5613" y="25595"/>
                    <a:pt x="15604" y="15604"/>
                  </a:cubicBezTo>
                  <a:cubicBezTo>
                    <a:pt x="25595" y="5613"/>
                    <a:pt x="39145" y="0"/>
                    <a:pt x="53275" y="0"/>
                  </a:cubicBezTo>
                  <a:close/>
                </a:path>
              </a:pathLst>
            </a:custGeom>
            <a:solidFill>
              <a:srgbClr val="0D1781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951965" cy="1629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0223800" y="4312931"/>
            <a:ext cx="7048022" cy="3020581"/>
          </a:xfrm>
          <a:custGeom>
            <a:avLst/>
            <a:gdLst/>
            <a:ahLst/>
            <a:cxnLst/>
            <a:rect r="r" b="b" t="t" l="l"/>
            <a:pathLst>
              <a:path h="3020581" w="7048022">
                <a:moveTo>
                  <a:pt x="0" y="0"/>
                </a:moveTo>
                <a:lnTo>
                  <a:pt x="7048022" y="0"/>
                </a:lnTo>
                <a:lnTo>
                  <a:pt x="7048022" y="3020581"/>
                </a:lnTo>
                <a:lnTo>
                  <a:pt x="0" y="3020581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2520370" y="1522273"/>
            <a:ext cx="6402243" cy="1238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8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VISUAL STUDIO 2010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592247" y="3029635"/>
            <a:ext cx="6442036" cy="5492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23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computadoras de bajos recursos </a:t>
            </a:r>
          </a:p>
          <a:p>
            <a:pPr algn="l" marL="481880" indent="-240940" lvl="1">
              <a:lnSpc>
                <a:spcPts val="3124"/>
              </a:lnSpc>
              <a:buFont typeface="Arial"/>
              <a:buChar char="•"/>
            </a:pPr>
            <a:r>
              <a:rPr lang="en-US" sz="223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 GB</a:t>
            </a:r>
          </a:p>
          <a:p>
            <a:pPr algn="l">
              <a:lnSpc>
                <a:spcPts val="3124"/>
              </a:lnSpc>
            </a:pPr>
            <a:r>
              <a:rPr lang="en-US" sz="223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Compatible : </a:t>
            </a:r>
          </a:p>
          <a:p>
            <a:pPr algn="l" marL="481880" indent="-240940" lvl="1">
              <a:lnSpc>
                <a:spcPts val="3124"/>
              </a:lnSpc>
              <a:buFont typeface="Arial"/>
              <a:buChar char="•"/>
            </a:pPr>
            <a:r>
              <a:rPr lang="en-US" sz="223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Windows 11</a:t>
            </a:r>
          </a:p>
          <a:p>
            <a:pPr algn="l" marL="481880" indent="-240940" lvl="1">
              <a:lnSpc>
                <a:spcPts val="3124"/>
              </a:lnSpc>
              <a:buFont typeface="Arial"/>
              <a:buChar char="•"/>
            </a:pPr>
            <a:r>
              <a:rPr lang="en-US" sz="223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Windows 10</a:t>
            </a:r>
          </a:p>
          <a:p>
            <a:pPr algn="l" marL="481880" indent="-240940" lvl="1">
              <a:lnSpc>
                <a:spcPts val="3124"/>
              </a:lnSpc>
              <a:buFont typeface="Arial"/>
              <a:buChar char="•"/>
            </a:pPr>
            <a:r>
              <a:rPr lang="en-US" sz="223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Windows 8.1</a:t>
            </a:r>
          </a:p>
          <a:p>
            <a:pPr algn="l">
              <a:lnSpc>
                <a:spcPts val="3124"/>
              </a:lnSpc>
            </a:pPr>
            <a:r>
              <a:rPr lang="en-US" sz="223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Requisitos :</a:t>
            </a:r>
          </a:p>
          <a:p>
            <a:pPr algn="l" marL="481880" indent="-240940" lvl="1">
              <a:lnSpc>
                <a:spcPts val="3124"/>
              </a:lnSpc>
              <a:buFont typeface="Arial"/>
              <a:buChar char="•"/>
            </a:pPr>
            <a:r>
              <a:rPr lang="en-US" sz="223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.NET Framework: debe instalar .NET Framework 3.5, .NET Framework 4, .NET Framework 4 Client Profile o .NET Framework 4.5 en los equipos de usuario final antes de instalar este runtime.</a:t>
            </a:r>
          </a:p>
          <a:p>
            <a:pPr algn="l">
              <a:lnSpc>
                <a:spcPts val="3124"/>
              </a:lnSpc>
            </a:pPr>
          </a:p>
          <a:p>
            <a:pPr algn="l">
              <a:lnSpc>
                <a:spcPts val="3124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3876656" y="8202745"/>
            <a:ext cx="382400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>
                <a:solidFill>
                  <a:srgbClr val="36C9DB"/>
                </a:solidFill>
                <a:latin typeface="Poppins"/>
                <a:ea typeface="Poppins"/>
                <a:cs typeface="Poppins"/>
                <a:sym typeface="Poppins"/>
                <a:hlinkClick r:id="rId39" tooltip="https://www.microsoft.com/es-mx/download/details.aspx?id=105522"/>
              </a:rPr>
              <a:t>Visual Studio 2010</a:t>
            </a:r>
          </a:p>
        </p:txBody>
      </p:sp>
      <p:pic>
        <p:nvPicPr>
          <p:cNvPr name="Picture 43" id="43"/>
          <p:cNvPicPr>
            <a:picLocks noChangeAspect="true"/>
          </p:cNvPicPr>
          <p:nvPr/>
        </p:nvPicPr>
        <p:blipFill>
          <a:blip r:embed="rId40"/>
          <a:srcRect l="0" t="0" r="0" b="0"/>
          <a:stretch>
            <a:fillRect/>
          </a:stretch>
        </p:blipFill>
        <p:spPr>
          <a:xfrm flipH="false" flipV="false" rot="0">
            <a:off x="7151826" y="8288470"/>
            <a:ext cx="1390843" cy="15283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E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5970" y="3662384"/>
            <a:ext cx="18473970" cy="10391608"/>
          </a:xfrm>
          <a:custGeom>
            <a:avLst/>
            <a:gdLst/>
            <a:ahLst/>
            <a:cxnLst/>
            <a:rect r="r" b="b" t="t" l="l"/>
            <a:pathLst>
              <a:path h="10391608" w="18473970">
                <a:moveTo>
                  <a:pt x="0" y="0"/>
                </a:moveTo>
                <a:lnTo>
                  <a:pt x="18473970" y="0"/>
                </a:lnTo>
                <a:lnTo>
                  <a:pt x="18473970" y="10391608"/>
                </a:lnTo>
                <a:lnTo>
                  <a:pt x="0" y="10391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705109"/>
            <a:ext cx="18288000" cy="1163782"/>
            <a:chOff x="0" y="0"/>
            <a:chExt cx="24384000" cy="15517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0" cy="1551709"/>
            </a:xfrm>
            <a:custGeom>
              <a:avLst/>
              <a:gdLst/>
              <a:ahLst/>
              <a:cxnLst/>
              <a:rect r="r" b="b" t="t" l="l"/>
              <a:pathLst>
                <a:path h="1551709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1551709"/>
                  </a:lnTo>
                  <a:lnTo>
                    <a:pt x="0" y="1551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8128000" y="0"/>
              <a:ext cx="8128000" cy="1551709"/>
            </a:xfrm>
            <a:custGeom>
              <a:avLst/>
              <a:gdLst/>
              <a:ahLst/>
              <a:cxnLst/>
              <a:rect r="r" b="b" t="t" l="l"/>
              <a:pathLst>
                <a:path h="1551709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1551709"/>
                  </a:lnTo>
                  <a:lnTo>
                    <a:pt x="0" y="1551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256000" y="0"/>
              <a:ext cx="8128000" cy="1551709"/>
            </a:xfrm>
            <a:custGeom>
              <a:avLst/>
              <a:gdLst/>
              <a:ahLst/>
              <a:cxnLst/>
              <a:rect r="r" b="b" t="t" l="l"/>
              <a:pathLst>
                <a:path h="1551709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1551709"/>
                  </a:lnTo>
                  <a:lnTo>
                    <a:pt x="0" y="1551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186164" y="1509887"/>
            <a:ext cx="8380067" cy="1904847"/>
            <a:chOff x="0" y="0"/>
            <a:chExt cx="2207096" cy="5016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7096" cy="501688"/>
            </a:xfrm>
            <a:custGeom>
              <a:avLst/>
              <a:gdLst/>
              <a:ahLst/>
              <a:cxnLst/>
              <a:rect r="r" b="b" t="t" l="l"/>
              <a:pathLst>
                <a:path h="501688" w="2207096">
                  <a:moveTo>
                    <a:pt x="45269" y="0"/>
                  </a:moveTo>
                  <a:lnTo>
                    <a:pt x="2161827" y="0"/>
                  </a:lnTo>
                  <a:cubicBezTo>
                    <a:pt x="2173833" y="0"/>
                    <a:pt x="2185347" y="4769"/>
                    <a:pt x="2193837" y="13259"/>
                  </a:cubicBezTo>
                  <a:cubicBezTo>
                    <a:pt x="2202326" y="21748"/>
                    <a:pt x="2207096" y="33263"/>
                    <a:pt x="2207096" y="45269"/>
                  </a:cubicBezTo>
                  <a:lnTo>
                    <a:pt x="2207096" y="456420"/>
                  </a:lnTo>
                  <a:cubicBezTo>
                    <a:pt x="2207096" y="468425"/>
                    <a:pt x="2202326" y="479940"/>
                    <a:pt x="2193837" y="488429"/>
                  </a:cubicBezTo>
                  <a:cubicBezTo>
                    <a:pt x="2185347" y="496919"/>
                    <a:pt x="2173833" y="501688"/>
                    <a:pt x="2161827" y="501688"/>
                  </a:cubicBezTo>
                  <a:lnTo>
                    <a:pt x="45269" y="501688"/>
                  </a:lnTo>
                  <a:cubicBezTo>
                    <a:pt x="20267" y="501688"/>
                    <a:pt x="0" y="481421"/>
                    <a:pt x="0" y="456420"/>
                  </a:cubicBezTo>
                  <a:lnTo>
                    <a:pt x="0" y="45269"/>
                  </a:lnTo>
                  <a:cubicBezTo>
                    <a:pt x="0" y="33263"/>
                    <a:pt x="4769" y="21748"/>
                    <a:pt x="13259" y="13259"/>
                  </a:cubicBezTo>
                  <a:cubicBezTo>
                    <a:pt x="21748" y="4769"/>
                    <a:pt x="33263" y="0"/>
                    <a:pt x="45269" y="0"/>
                  </a:cubicBezTo>
                  <a:close/>
                </a:path>
              </a:pathLst>
            </a:custGeom>
            <a:solidFill>
              <a:srgbClr val="050E5D"/>
            </a:solidFill>
            <a:ln w="47625" cap="rnd">
              <a:solidFill>
                <a:srgbClr val="21EF8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207096" cy="56836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Descarga la imagen iso: https://drive.google.com/file/d/1BGOYT0g8iC0IK-9y5shHNuhrEKGbK65g/view?usp=sharing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8712793" y="3054978"/>
            <a:ext cx="335928" cy="313329"/>
          </a:xfrm>
          <a:custGeom>
            <a:avLst/>
            <a:gdLst/>
            <a:ahLst/>
            <a:cxnLst/>
            <a:rect r="r" b="b" t="t" l="l"/>
            <a:pathLst>
              <a:path h="313329" w="335928">
                <a:moveTo>
                  <a:pt x="335928" y="0"/>
                </a:moveTo>
                <a:lnTo>
                  <a:pt x="0" y="0"/>
                </a:lnTo>
                <a:lnTo>
                  <a:pt x="0" y="313329"/>
                </a:lnTo>
                <a:lnTo>
                  <a:pt x="335928" y="313329"/>
                </a:lnTo>
                <a:lnTo>
                  <a:pt x="33592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16848318" y="719461"/>
            <a:ext cx="744368" cy="331244"/>
          </a:xfrm>
          <a:prstGeom prst="rect">
            <a:avLst/>
          </a:prstGeom>
        </p:spPr>
      </p:pic>
      <p:sp>
        <p:nvSpPr>
          <p:cNvPr name="Freeform 12" id="12"/>
          <p:cNvSpPr/>
          <p:nvPr/>
        </p:nvSpPr>
        <p:spPr>
          <a:xfrm flipH="false" flipV="false" rot="0">
            <a:off x="14333567" y="719461"/>
            <a:ext cx="2193866" cy="362985"/>
          </a:xfrm>
          <a:custGeom>
            <a:avLst/>
            <a:gdLst/>
            <a:ahLst/>
            <a:cxnLst/>
            <a:rect r="r" b="b" t="t" l="l"/>
            <a:pathLst>
              <a:path h="362985" w="2193866">
                <a:moveTo>
                  <a:pt x="0" y="0"/>
                </a:moveTo>
                <a:lnTo>
                  <a:pt x="2193866" y="0"/>
                </a:lnTo>
                <a:lnTo>
                  <a:pt x="2193866" y="362985"/>
                </a:lnTo>
                <a:lnTo>
                  <a:pt x="0" y="3629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234164" y="588745"/>
            <a:ext cx="1211480" cy="624416"/>
            <a:chOff x="0" y="0"/>
            <a:chExt cx="1615307" cy="832555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832555" y="191700"/>
              <a:ext cx="782752" cy="436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3"/>
                </a:lnSpc>
              </a:pPr>
              <a:r>
                <a:rPr lang="en-US" sz="21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01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2775787">
              <a:off x="121853" y="121853"/>
              <a:ext cx="588848" cy="588848"/>
            </a:xfrm>
            <a:custGeom>
              <a:avLst/>
              <a:gdLst/>
              <a:ahLst/>
              <a:cxnLst/>
              <a:rect r="r" b="b" t="t" l="l"/>
              <a:pathLst>
                <a:path h="588848" w="588848">
                  <a:moveTo>
                    <a:pt x="0" y="0"/>
                  </a:moveTo>
                  <a:lnTo>
                    <a:pt x="588848" y="0"/>
                  </a:lnTo>
                  <a:lnTo>
                    <a:pt x="588848" y="588848"/>
                  </a:lnTo>
                  <a:lnTo>
                    <a:pt x="0" y="588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191499" y="729709"/>
            <a:ext cx="862336" cy="327152"/>
            <a:chOff x="0" y="0"/>
            <a:chExt cx="1149782" cy="436203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367030" y="0"/>
              <a:ext cx="782752" cy="436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3"/>
                </a:lnSpc>
              </a:pPr>
              <a:r>
                <a:rPr lang="en-US" sz="21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12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0" y="20313"/>
              <a:ext cx="367030" cy="332329"/>
            </a:xfrm>
            <a:custGeom>
              <a:avLst/>
              <a:gdLst/>
              <a:ahLst/>
              <a:cxnLst/>
              <a:rect r="r" b="b" t="t" l="l"/>
              <a:pathLst>
                <a:path h="332329" w="367030">
                  <a:moveTo>
                    <a:pt x="0" y="0"/>
                  </a:moveTo>
                  <a:lnTo>
                    <a:pt x="367030" y="0"/>
                  </a:lnTo>
                  <a:lnTo>
                    <a:pt x="367030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863538" y="703945"/>
            <a:ext cx="908861" cy="327152"/>
            <a:chOff x="0" y="0"/>
            <a:chExt cx="1211815" cy="436203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429063" y="0"/>
              <a:ext cx="782752" cy="436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3"/>
                </a:lnSpc>
              </a:pPr>
              <a:r>
                <a:rPr lang="en-US" sz="21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07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0" y="58413"/>
              <a:ext cx="429063" cy="332329"/>
            </a:xfrm>
            <a:custGeom>
              <a:avLst/>
              <a:gdLst/>
              <a:ahLst/>
              <a:cxnLst/>
              <a:rect r="r" b="b" t="t" l="l"/>
              <a:pathLst>
                <a:path h="332329" w="429063">
                  <a:moveTo>
                    <a:pt x="0" y="0"/>
                  </a:moveTo>
                  <a:lnTo>
                    <a:pt x="429063" y="0"/>
                  </a:lnTo>
                  <a:lnTo>
                    <a:pt x="429063" y="332329"/>
                  </a:lnTo>
                  <a:lnTo>
                    <a:pt x="0" y="3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2051" y="534510"/>
            <a:ext cx="3052218" cy="717550"/>
            <a:chOff x="0" y="0"/>
            <a:chExt cx="803876" cy="1889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03876" cy="188984"/>
            </a:xfrm>
            <a:custGeom>
              <a:avLst/>
              <a:gdLst/>
              <a:ahLst/>
              <a:cxnLst/>
              <a:rect r="r" b="b" t="t" l="l"/>
              <a:pathLst>
                <a:path h="188984" w="803876">
                  <a:moveTo>
                    <a:pt x="94492" y="0"/>
                  </a:moveTo>
                  <a:lnTo>
                    <a:pt x="709384" y="0"/>
                  </a:lnTo>
                  <a:cubicBezTo>
                    <a:pt x="734445" y="0"/>
                    <a:pt x="758479" y="9955"/>
                    <a:pt x="776200" y="27676"/>
                  </a:cubicBezTo>
                  <a:cubicBezTo>
                    <a:pt x="793921" y="45397"/>
                    <a:pt x="803876" y="69431"/>
                    <a:pt x="803876" y="94492"/>
                  </a:cubicBezTo>
                  <a:lnTo>
                    <a:pt x="803876" y="94492"/>
                  </a:lnTo>
                  <a:cubicBezTo>
                    <a:pt x="803876" y="146679"/>
                    <a:pt x="761571" y="188984"/>
                    <a:pt x="709384" y="188984"/>
                  </a:cubicBezTo>
                  <a:lnTo>
                    <a:pt x="94492" y="188984"/>
                  </a:lnTo>
                  <a:cubicBezTo>
                    <a:pt x="69431" y="188984"/>
                    <a:pt x="45397" y="179029"/>
                    <a:pt x="27676" y="161308"/>
                  </a:cubicBezTo>
                  <a:cubicBezTo>
                    <a:pt x="9955" y="143588"/>
                    <a:pt x="0" y="119553"/>
                    <a:pt x="0" y="94492"/>
                  </a:cubicBezTo>
                  <a:lnTo>
                    <a:pt x="0" y="94492"/>
                  </a:lnTo>
                  <a:cubicBezTo>
                    <a:pt x="0" y="69431"/>
                    <a:pt x="9955" y="45397"/>
                    <a:pt x="27676" y="27676"/>
                  </a:cubicBezTo>
                  <a:cubicBezTo>
                    <a:pt x="45397" y="9955"/>
                    <a:pt x="69431" y="0"/>
                    <a:pt x="94492" y="0"/>
                  </a:cubicBezTo>
                  <a:close/>
                </a:path>
              </a:pathLst>
            </a:custGeom>
            <a:solidFill>
              <a:srgbClr val="5A2FE5"/>
            </a:soli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03876" cy="2270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r:id="rId17" action="ppaction://hlinksldjump"/>
                </a:rPr>
                <a:t>Back to Agenda Page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28700" y="3278317"/>
            <a:ext cx="6370672" cy="429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</a:pPr>
            <a:r>
              <a:rPr lang="en-US" sz="999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INSTALACIÓN DE VISUAL STUDIO 2010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186164" y="3662384"/>
            <a:ext cx="8380067" cy="1066647"/>
            <a:chOff x="0" y="0"/>
            <a:chExt cx="2207096" cy="2809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07096" cy="280928"/>
            </a:xfrm>
            <a:custGeom>
              <a:avLst/>
              <a:gdLst/>
              <a:ahLst/>
              <a:cxnLst/>
              <a:rect r="r" b="b" t="t" l="l"/>
              <a:pathLst>
                <a:path h="280928" w="2207096">
                  <a:moveTo>
                    <a:pt x="45269" y="0"/>
                  </a:moveTo>
                  <a:lnTo>
                    <a:pt x="2161827" y="0"/>
                  </a:lnTo>
                  <a:cubicBezTo>
                    <a:pt x="2173833" y="0"/>
                    <a:pt x="2185347" y="4769"/>
                    <a:pt x="2193837" y="13259"/>
                  </a:cubicBezTo>
                  <a:cubicBezTo>
                    <a:pt x="2202326" y="21748"/>
                    <a:pt x="2207096" y="33263"/>
                    <a:pt x="2207096" y="45269"/>
                  </a:cubicBezTo>
                  <a:lnTo>
                    <a:pt x="2207096" y="235659"/>
                  </a:lnTo>
                  <a:cubicBezTo>
                    <a:pt x="2207096" y="260660"/>
                    <a:pt x="2186828" y="280928"/>
                    <a:pt x="2161827" y="280928"/>
                  </a:cubicBezTo>
                  <a:lnTo>
                    <a:pt x="45269" y="280928"/>
                  </a:lnTo>
                  <a:cubicBezTo>
                    <a:pt x="33263" y="280928"/>
                    <a:pt x="21748" y="276158"/>
                    <a:pt x="13259" y="267669"/>
                  </a:cubicBezTo>
                  <a:cubicBezTo>
                    <a:pt x="4769" y="259179"/>
                    <a:pt x="0" y="247665"/>
                    <a:pt x="0" y="235659"/>
                  </a:cubicBezTo>
                  <a:lnTo>
                    <a:pt x="0" y="45269"/>
                  </a:lnTo>
                  <a:cubicBezTo>
                    <a:pt x="0" y="33263"/>
                    <a:pt x="4769" y="21748"/>
                    <a:pt x="13259" y="13259"/>
                  </a:cubicBezTo>
                  <a:cubicBezTo>
                    <a:pt x="21748" y="4769"/>
                    <a:pt x="33263" y="0"/>
                    <a:pt x="45269" y="0"/>
                  </a:cubicBezTo>
                  <a:close/>
                </a:path>
              </a:pathLst>
            </a:custGeom>
            <a:solidFill>
              <a:srgbClr val="050E5D"/>
            </a:solidFill>
            <a:ln w="47625" cap="rnd">
              <a:solidFill>
                <a:srgbClr val="21EF80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2207096" cy="34760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Extraer el contenido de la imagen iso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186164" y="4996392"/>
            <a:ext cx="8380067" cy="1066647"/>
            <a:chOff x="0" y="0"/>
            <a:chExt cx="2207096" cy="2809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07096" cy="280928"/>
            </a:xfrm>
            <a:custGeom>
              <a:avLst/>
              <a:gdLst/>
              <a:ahLst/>
              <a:cxnLst/>
              <a:rect r="r" b="b" t="t" l="l"/>
              <a:pathLst>
                <a:path h="280928" w="2207096">
                  <a:moveTo>
                    <a:pt x="45269" y="0"/>
                  </a:moveTo>
                  <a:lnTo>
                    <a:pt x="2161827" y="0"/>
                  </a:lnTo>
                  <a:cubicBezTo>
                    <a:pt x="2173833" y="0"/>
                    <a:pt x="2185347" y="4769"/>
                    <a:pt x="2193837" y="13259"/>
                  </a:cubicBezTo>
                  <a:cubicBezTo>
                    <a:pt x="2202326" y="21748"/>
                    <a:pt x="2207096" y="33263"/>
                    <a:pt x="2207096" y="45269"/>
                  </a:cubicBezTo>
                  <a:lnTo>
                    <a:pt x="2207096" y="235659"/>
                  </a:lnTo>
                  <a:cubicBezTo>
                    <a:pt x="2207096" y="260660"/>
                    <a:pt x="2186828" y="280928"/>
                    <a:pt x="2161827" y="280928"/>
                  </a:cubicBezTo>
                  <a:lnTo>
                    <a:pt x="45269" y="280928"/>
                  </a:lnTo>
                  <a:cubicBezTo>
                    <a:pt x="33263" y="280928"/>
                    <a:pt x="21748" y="276158"/>
                    <a:pt x="13259" y="267669"/>
                  </a:cubicBezTo>
                  <a:cubicBezTo>
                    <a:pt x="4769" y="259179"/>
                    <a:pt x="0" y="247665"/>
                    <a:pt x="0" y="235659"/>
                  </a:cubicBezTo>
                  <a:lnTo>
                    <a:pt x="0" y="45269"/>
                  </a:lnTo>
                  <a:cubicBezTo>
                    <a:pt x="0" y="33263"/>
                    <a:pt x="4769" y="21748"/>
                    <a:pt x="13259" y="13259"/>
                  </a:cubicBezTo>
                  <a:cubicBezTo>
                    <a:pt x="21748" y="4769"/>
                    <a:pt x="33263" y="0"/>
                    <a:pt x="45269" y="0"/>
                  </a:cubicBezTo>
                  <a:close/>
                </a:path>
              </a:pathLst>
            </a:custGeom>
            <a:solidFill>
              <a:srgbClr val="050E5D"/>
            </a:solidFill>
            <a:ln w="47625" cap="rnd">
              <a:solidFill>
                <a:srgbClr val="21EF80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2207096" cy="34760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Ubicarse en la carpeta /VBExpress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186164" y="6332898"/>
            <a:ext cx="8380067" cy="1066647"/>
            <a:chOff x="0" y="0"/>
            <a:chExt cx="2207096" cy="2809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07096" cy="280928"/>
            </a:xfrm>
            <a:custGeom>
              <a:avLst/>
              <a:gdLst/>
              <a:ahLst/>
              <a:cxnLst/>
              <a:rect r="r" b="b" t="t" l="l"/>
              <a:pathLst>
                <a:path h="280928" w="2207096">
                  <a:moveTo>
                    <a:pt x="45269" y="0"/>
                  </a:moveTo>
                  <a:lnTo>
                    <a:pt x="2161827" y="0"/>
                  </a:lnTo>
                  <a:cubicBezTo>
                    <a:pt x="2173833" y="0"/>
                    <a:pt x="2185347" y="4769"/>
                    <a:pt x="2193837" y="13259"/>
                  </a:cubicBezTo>
                  <a:cubicBezTo>
                    <a:pt x="2202326" y="21748"/>
                    <a:pt x="2207096" y="33263"/>
                    <a:pt x="2207096" y="45269"/>
                  </a:cubicBezTo>
                  <a:lnTo>
                    <a:pt x="2207096" y="235659"/>
                  </a:lnTo>
                  <a:cubicBezTo>
                    <a:pt x="2207096" y="260660"/>
                    <a:pt x="2186828" y="280928"/>
                    <a:pt x="2161827" y="280928"/>
                  </a:cubicBezTo>
                  <a:lnTo>
                    <a:pt x="45269" y="280928"/>
                  </a:lnTo>
                  <a:cubicBezTo>
                    <a:pt x="33263" y="280928"/>
                    <a:pt x="21748" y="276158"/>
                    <a:pt x="13259" y="267669"/>
                  </a:cubicBezTo>
                  <a:cubicBezTo>
                    <a:pt x="4769" y="259179"/>
                    <a:pt x="0" y="247665"/>
                    <a:pt x="0" y="235659"/>
                  </a:cubicBezTo>
                  <a:lnTo>
                    <a:pt x="0" y="45269"/>
                  </a:lnTo>
                  <a:cubicBezTo>
                    <a:pt x="0" y="33263"/>
                    <a:pt x="4769" y="21748"/>
                    <a:pt x="13259" y="13259"/>
                  </a:cubicBezTo>
                  <a:cubicBezTo>
                    <a:pt x="21748" y="4769"/>
                    <a:pt x="33263" y="0"/>
                    <a:pt x="45269" y="0"/>
                  </a:cubicBezTo>
                  <a:close/>
                </a:path>
              </a:pathLst>
            </a:custGeom>
            <a:solidFill>
              <a:srgbClr val="050E5D"/>
            </a:solidFill>
            <a:ln w="47625" cap="rnd">
              <a:solidFill>
                <a:srgbClr val="21EF80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2207096" cy="34760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Ejecutar setup.exe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186164" y="7644697"/>
            <a:ext cx="8380067" cy="1485747"/>
            <a:chOff x="0" y="0"/>
            <a:chExt cx="2207096" cy="3913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07096" cy="391308"/>
            </a:xfrm>
            <a:custGeom>
              <a:avLst/>
              <a:gdLst/>
              <a:ahLst/>
              <a:cxnLst/>
              <a:rect r="r" b="b" t="t" l="l"/>
              <a:pathLst>
                <a:path h="391308" w="2207096">
                  <a:moveTo>
                    <a:pt x="45269" y="0"/>
                  </a:moveTo>
                  <a:lnTo>
                    <a:pt x="2161827" y="0"/>
                  </a:lnTo>
                  <a:cubicBezTo>
                    <a:pt x="2173833" y="0"/>
                    <a:pt x="2185347" y="4769"/>
                    <a:pt x="2193837" y="13259"/>
                  </a:cubicBezTo>
                  <a:cubicBezTo>
                    <a:pt x="2202326" y="21748"/>
                    <a:pt x="2207096" y="33263"/>
                    <a:pt x="2207096" y="45269"/>
                  </a:cubicBezTo>
                  <a:lnTo>
                    <a:pt x="2207096" y="346039"/>
                  </a:lnTo>
                  <a:cubicBezTo>
                    <a:pt x="2207096" y="371040"/>
                    <a:pt x="2186828" y="391308"/>
                    <a:pt x="2161827" y="391308"/>
                  </a:cubicBezTo>
                  <a:lnTo>
                    <a:pt x="45269" y="391308"/>
                  </a:lnTo>
                  <a:cubicBezTo>
                    <a:pt x="33263" y="391308"/>
                    <a:pt x="21748" y="386539"/>
                    <a:pt x="13259" y="378049"/>
                  </a:cubicBezTo>
                  <a:cubicBezTo>
                    <a:pt x="4769" y="369559"/>
                    <a:pt x="0" y="358045"/>
                    <a:pt x="0" y="346039"/>
                  </a:cubicBezTo>
                  <a:lnTo>
                    <a:pt x="0" y="45269"/>
                  </a:lnTo>
                  <a:cubicBezTo>
                    <a:pt x="0" y="33263"/>
                    <a:pt x="4769" y="21748"/>
                    <a:pt x="13259" y="13259"/>
                  </a:cubicBezTo>
                  <a:cubicBezTo>
                    <a:pt x="21748" y="4769"/>
                    <a:pt x="33263" y="0"/>
                    <a:pt x="45269" y="0"/>
                  </a:cubicBezTo>
                  <a:close/>
                </a:path>
              </a:pathLst>
            </a:custGeom>
            <a:solidFill>
              <a:srgbClr val="050E5D"/>
            </a:solidFill>
            <a:ln w="47625" cap="rnd">
              <a:solidFill>
                <a:srgbClr val="21EF80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2207096" cy="45798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Instalar segun las preferencias utilizar la siguiente llave:  2KQT8-HV27P-GTTV9-2WBVV-M7X96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0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4762" y="4018483"/>
            <a:ext cx="5424254" cy="1676546"/>
            <a:chOff x="0" y="0"/>
            <a:chExt cx="1428610" cy="441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8610" cy="441560"/>
            </a:xfrm>
            <a:custGeom>
              <a:avLst/>
              <a:gdLst/>
              <a:ahLst/>
              <a:cxnLst/>
              <a:rect r="r" b="b" t="t" l="l"/>
              <a:pathLst>
                <a:path h="441560" w="1428610">
                  <a:moveTo>
                    <a:pt x="72791" y="0"/>
                  </a:moveTo>
                  <a:lnTo>
                    <a:pt x="1355819" y="0"/>
                  </a:lnTo>
                  <a:cubicBezTo>
                    <a:pt x="1396021" y="0"/>
                    <a:pt x="1428610" y="32590"/>
                    <a:pt x="1428610" y="72791"/>
                  </a:cubicBezTo>
                  <a:lnTo>
                    <a:pt x="1428610" y="368768"/>
                  </a:lnTo>
                  <a:cubicBezTo>
                    <a:pt x="1428610" y="388074"/>
                    <a:pt x="1420941" y="406589"/>
                    <a:pt x="1407290" y="420239"/>
                  </a:cubicBezTo>
                  <a:cubicBezTo>
                    <a:pt x="1393639" y="433890"/>
                    <a:pt x="1375124" y="441560"/>
                    <a:pt x="1355819" y="441560"/>
                  </a:cubicBezTo>
                  <a:lnTo>
                    <a:pt x="72791" y="441560"/>
                  </a:lnTo>
                  <a:cubicBezTo>
                    <a:pt x="53486" y="441560"/>
                    <a:pt x="34971" y="433890"/>
                    <a:pt x="21320" y="420239"/>
                  </a:cubicBezTo>
                  <a:cubicBezTo>
                    <a:pt x="7669" y="406589"/>
                    <a:pt x="0" y="388074"/>
                    <a:pt x="0" y="368768"/>
                  </a:cubicBezTo>
                  <a:lnTo>
                    <a:pt x="0" y="72791"/>
                  </a:lnTo>
                  <a:cubicBezTo>
                    <a:pt x="0" y="53486"/>
                    <a:pt x="7669" y="34971"/>
                    <a:pt x="21320" y="21320"/>
                  </a:cubicBezTo>
                  <a:cubicBezTo>
                    <a:pt x="34971" y="7669"/>
                    <a:pt x="53486" y="0"/>
                    <a:pt x="72791" y="0"/>
                  </a:cubicBezTo>
                  <a:close/>
                </a:path>
              </a:pathLst>
            </a:custGeom>
            <a:solidFill>
              <a:srgbClr val="050E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28610" cy="441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301980" y="2324956"/>
            <a:ext cx="5644978" cy="5472331"/>
            <a:chOff x="0" y="0"/>
            <a:chExt cx="1486743" cy="14412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6743" cy="1441272"/>
            </a:xfrm>
            <a:custGeom>
              <a:avLst/>
              <a:gdLst/>
              <a:ahLst/>
              <a:cxnLst/>
              <a:rect r="r" b="b" t="t" l="l"/>
              <a:pathLst>
                <a:path h="1441272" w="1486743">
                  <a:moveTo>
                    <a:pt x="67202" y="0"/>
                  </a:moveTo>
                  <a:lnTo>
                    <a:pt x="1419541" y="0"/>
                  </a:lnTo>
                  <a:cubicBezTo>
                    <a:pt x="1437364" y="0"/>
                    <a:pt x="1454457" y="7080"/>
                    <a:pt x="1467060" y="19683"/>
                  </a:cubicBezTo>
                  <a:cubicBezTo>
                    <a:pt x="1479663" y="32286"/>
                    <a:pt x="1486743" y="49379"/>
                    <a:pt x="1486743" y="67202"/>
                  </a:cubicBezTo>
                  <a:lnTo>
                    <a:pt x="1486743" y="1374070"/>
                  </a:lnTo>
                  <a:cubicBezTo>
                    <a:pt x="1486743" y="1391893"/>
                    <a:pt x="1479663" y="1408987"/>
                    <a:pt x="1467060" y="1421589"/>
                  </a:cubicBezTo>
                  <a:cubicBezTo>
                    <a:pt x="1454457" y="1434192"/>
                    <a:pt x="1437364" y="1441272"/>
                    <a:pt x="1419541" y="1441272"/>
                  </a:cubicBezTo>
                  <a:lnTo>
                    <a:pt x="67202" y="1441272"/>
                  </a:lnTo>
                  <a:cubicBezTo>
                    <a:pt x="49379" y="1441272"/>
                    <a:pt x="32286" y="1434192"/>
                    <a:pt x="19683" y="1421589"/>
                  </a:cubicBezTo>
                  <a:cubicBezTo>
                    <a:pt x="7080" y="1408987"/>
                    <a:pt x="0" y="1391893"/>
                    <a:pt x="0" y="1374070"/>
                  </a:cubicBezTo>
                  <a:lnTo>
                    <a:pt x="0" y="67202"/>
                  </a:lnTo>
                  <a:cubicBezTo>
                    <a:pt x="0" y="49379"/>
                    <a:pt x="7080" y="32286"/>
                    <a:pt x="19683" y="19683"/>
                  </a:cubicBezTo>
                  <a:cubicBezTo>
                    <a:pt x="32286" y="7080"/>
                    <a:pt x="49379" y="0"/>
                    <a:pt x="67202" y="0"/>
                  </a:cubicBezTo>
                  <a:close/>
                </a:path>
              </a:pathLst>
            </a:custGeom>
            <a:solidFill>
              <a:srgbClr val="36C9DB"/>
            </a:solidFill>
            <a:ln w="47625" cap="rnd">
              <a:solidFill>
                <a:srgbClr val="8488F4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486743" cy="150794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  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611830" y="9429750"/>
            <a:ext cx="4914150" cy="1429571"/>
          </a:xfrm>
          <a:custGeom>
            <a:avLst/>
            <a:gdLst/>
            <a:ahLst/>
            <a:cxnLst/>
            <a:rect r="r" b="b" t="t" l="l"/>
            <a:pathLst>
              <a:path h="1429571" w="4914150">
                <a:moveTo>
                  <a:pt x="0" y="0"/>
                </a:moveTo>
                <a:lnTo>
                  <a:pt x="4914150" y="0"/>
                </a:lnTo>
                <a:lnTo>
                  <a:pt x="4914150" y="1429571"/>
                </a:lnTo>
                <a:lnTo>
                  <a:pt x="0" y="14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63834" y="9093726"/>
            <a:ext cx="4914150" cy="1429571"/>
          </a:xfrm>
          <a:custGeom>
            <a:avLst/>
            <a:gdLst/>
            <a:ahLst/>
            <a:cxnLst/>
            <a:rect r="r" b="b" t="t" l="l"/>
            <a:pathLst>
              <a:path h="1429571" w="4914150">
                <a:moveTo>
                  <a:pt x="0" y="0"/>
                </a:moveTo>
                <a:lnTo>
                  <a:pt x="4914150" y="0"/>
                </a:lnTo>
                <a:lnTo>
                  <a:pt x="4914150" y="1429570"/>
                </a:lnTo>
                <a:lnTo>
                  <a:pt x="0" y="1429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942593" y="8915902"/>
            <a:ext cx="4914150" cy="1429571"/>
          </a:xfrm>
          <a:custGeom>
            <a:avLst/>
            <a:gdLst/>
            <a:ahLst/>
            <a:cxnLst/>
            <a:rect r="r" b="b" t="t" l="l"/>
            <a:pathLst>
              <a:path h="1429571" w="4914150">
                <a:moveTo>
                  <a:pt x="0" y="0"/>
                </a:moveTo>
                <a:lnTo>
                  <a:pt x="4914150" y="0"/>
                </a:lnTo>
                <a:lnTo>
                  <a:pt x="4914150" y="1429571"/>
                </a:lnTo>
                <a:lnTo>
                  <a:pt x="0" y="14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8758380"/>
            <a:ext cx="3052218" cy="717550"/>
            <a:chOff x="0" y="0"/>
            <a:chExt cx="803876" cy="188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3876" cy="188984"/>
            </a:xfrm>
            <a:custGeom>
              <a:avLst/>
              <a:gdLst/>
              <a:ahLst/>
              <a:cxnLst/>
              <a:rect r="r" b="b" t="t" l="l"/>
              <a:pathLst>
                <a:path h="188984" w="803876">
                  <a:moveTo>
                    <a:pt x="94492" y="0"/>
                  </a:moveTo>
                  <a:lnTo>
                    <a:pt x="709384" y="0"/>
                  </a:lnTo>
                  <a:cubicBezTo>
                    <a:pt x="734445" y="0"/>
                    <a:pt x="758479" y="9955"/>
                    <a:pt x="776200" y="27676"/>
                  </a:cubicBezTo>
                  <a:cubicBezTo>
                    <a:pt x="793921" y="45397"/>
                    <a:pt x="803876" y="69431"/>
                    <a:pt x="803876" y="94492"/>
                  </a:cubicBezTo>
                  <a:lnTo>
                    <a:pt x="803876" y="94492"/>
                  </a:lnTo>
                  <a:cubicBezTo>
                    <a:pt x="803876" y="146679"/>
                    <a:pt x="761571" y="188984"/>
                    <a:pt x="709384" y="188984"/>
                  </a:cubicBezTo>
                  <a:lnTo>
                    <a:pt x="94492" y="188984"/>
                  </a:lnTo>
                  <a:cubicBezTo>
                    <a:pt x="69431" y="188984"/>
                    <a:pt x="45397" y="179029"/>
                    <a:pt x="27676" y="161308"/>
                  </a:cubicBezTo>
                  <a:cubicBezTo>
                    <a:pt x="9955" y="143588"/>
                    <a:pt x="0" y="119553"/>
                    <a:pt x="0" y="94492"/>
                  </a:cubicBezTo>
                  <a:lnTo>
                    <a:pt x="0" y="94492"/>
                  </a:lnTo>
                  <a:cubicBezTo>
                    <a:pt x="0" y="69431"/>
                    <a:pt x="9955" y="45397"/>
                    <a:pt x="27676" y="27676"/>
                  </a:cubicBezTo>
                  <a:cubicBezTo>
                    <a:pt x="45397" y="9955"/>
                    <a:pt x="69431" y="0"/>
                    <a:pt x="94492" y="0"/>
                  </a:cubicBezTo>
                  <a:close/>
                </a:path>
              </a:pathLst>
            </a:custGeom>
            <a:solidFill>
              <a:srgbClr val="050E5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03876" cy="2270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r:id="rId6" action="ppaction://hlinksldjump"/>
                </a:rPr>
                <a:t>Back to</a:t>
              </a:r>
              <a:r>
                <a:rPr lang="en-US" sz="13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</a:t>
              </a:r>
              <a:r>
                <a:rPr lang="en-US" sz="13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  <a:hlinkClick r:id="rId6" action="ppaction://hlinksldjump"/>
                </a:rPr>
                <a:t>Agenda Page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804498" y="9789461"/>
            <a:ext cx="4914150" cy="1429571"/>
          </a:xfrm>
          <a:custGeom>
            <a:avLst/>
            <a:gdLst/>
            <a:ahLst/>
            <a:cxnLst/>
            <a:rect r="r" b="b" t="t" l="l"/>
            <a:pathLst>
              <a:path h="1429571" w="4914150">
                <a:moveTo>
                  <a:pt x="0" y="0"/>
                </a:moveTo>
                <a:lnTo>
                  <a:pt x="4914150" y="0"/>
                </a:lnTo>
                <a:lnTo>
                  <a:pt x="4914150" y="1429571"/>
                </a:lnTo>
                <a:lnTo>
                  <a:pt x="0" y="14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5261573" y="8758380"/>
            <a:ext cx="2348115" cy="1744615"/>
          </a:xfrm>
          <a:prstGeom prst="rect">
            <a:avLst/>
          </a:prstGeom>
        </p:spPr>
      </p:pic>
      <p:sp>
        <p:nvSpPr>
          <p:cNvPr name="Freeform 17" id="17"/>
          <p:cNvSpPr/>
          <p:nvPr/>
        </p:nvSpPr>
        <p:spPr>
          <a:xfrm flipH="false" flipV="false" rot="0">
            <a:off x="6663771" y="2747097"/>
            <a:ext cx="4896497" cy="4628048"/>
          </a:xfrm>
          <a:custGeom>
            <a:avLst/>
            <a:gdLst/>
            <a:ahLst/>
            <a:cxnLst/>
            <a:rect r="r" b="b" t="t" l="l"/>
            <a:pathLst>
              <a:path h="4628048" w="4896497">
                <a:moveTo>
                  <a:pt x="0" y="0"/>
                </a:moveTo>
                <a:lnTo>
                  <a:pt x="4896497" y="0"/>
                </a:lnTo>
                <a:lnTo>
                  <a:pt x="4896497" y="4628049"/>
                </a:lnTo>
                <a:lnTo>
                  <a:pt x="0" y="46280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210383" y="2324956"/>
            <a:ext cx="5191202" cy="5472331"/>
            <a:chOff x="0" y="0"/>
            <a:chExt cx="1367230" cy="14412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67230" cy="1441272"/>
            </a:xfrm>
            <a:custGeom>
              <a:avLst/>
              <a:gdLst/>
              <a:ahLst/>
              <a:cxnLst/>
              <a:rect r="r" b="b" t="t" l="l"/>
              <a:pathLst>
                <a:path h="1441272" w="1367230">
                  <a:moveTo>
                    <a:pt x="73076" y="0"/>
                  </a:moveTo>
                  <a:lnTo>
                    <a:pt x="1294154" y="0"/>
                  </a:lnTo>
                  <a:cubicBezTo>
                    <a:pt x="1313535" y="0"/>
                    <a:pt x="1332122" y="7699"/>
                    <a:pt x="1345827" y="21404"/>
                  </a:cubicBezTo>
                  <a:cubicBezTo>
                    <a:pt x="1359531" y="35108"/>
                    <a:pt x="1367230" y="53695"/>
                    <a:pt x="1367230" y="73076"/>
                  </a:cubicBezTo>
                  <a:lnTo>
                    <a:pt x="1367230" y="1368196"/>
                  </a:lnTo>
                  <a:cubicBezTo>
                    <a:pt x="1367230" y="1387577"/>
                    <a:pt x="1359531" y="1406164"/>
                    <a:pt x="1345827" y="1419869"/>
                  </a:cubicBezTo>
                  <a:cubicBezTo>
                    <a:pt x="1332122" y="1433573"/>
                    <a:pt x="1313535" y="1441272"/>
                    <a:pt x="1294154" y="1441272"/>
                  </a:cubicBezTo>
                  <a:lnTo>
                    <a:pt x="73076" y="1441272"/>
                  </a:lnTo>
                  <a:cubicBezTo>
                    <a:pt x="53695" y="1441272"/>
                    <a:pt x="35108" y="1433573"/>
                    <a:pt x="21404" y="1419869"/>
                  </a:cubicBezTo>
                  <a:cubicBezTo>
                    <a:pt x="7699" y="1406164"/>
                    <a:pt x="0" y="1387577"/>
                    <a:pt x="0" y="1368196"/>
                  </a:cubicBezTo>
                  <a:lnTo>
                    <a:pt x="0" y="73076"/>
                  </a:lnTo>
                  <a:cubicBezTo>
                    <a:pt x="0" y="53695"/>
                    <a:pt x="7699" y="35108"/>
                    <a:pt x="21404" y="21404"/>
                  </a:cubicBezTo>
                  <a:cubicBezTo>
                    <a:pt x="35108" y="7699"/>
                    <a:pt x="53695" y="0"/>
                    <a:pt x="73076" y="0"/>
                  </a:cubicBezTo>
                  <a:close/>
                </a:path>
              </a:pathLst>
            </a:custGeom>
            <a:solidFill>
              <a:srgbClr val="36C9DB"/>
            </a:solidFill>
            <a:ln w="47625" cap="rnd">
              <a:solidFill>
                <a:srgbClr val="8488F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367230" cy="150794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  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2842309" y="2642438"/>
            <a:ext cx="4044427" cy="4980474"/>
          </a:xfrm>
          <a:custGeom>
            <a:avLst/>
            <a:gdLst/>
            <a:ahLst/>
            <a:cxnLst/>
            <a:rect r="r" b="b" t="t" l="l"/>
            <a:pathLst>
              <a:path h="4980474" w="4044427">
                <a:moveTo>
                  <a:pt x="0" y="0"/>
                </a:moveTo>
                <a:lnTo>
                  <a:pt x="4044427" y="0"/>
                </a:lnTo>
                <a:lnTo>
                  <a:pt x="4044427" y="4980474"/>
                </a:lnTo>
                <a:lnTo>
                  <a:pt x="0" y="49804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8700" y="1076325"/>
            <a:ext cx="16230600" cy="101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699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CONFIGURACIÓN VISUAL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1575" y="4463057"/>
            <a:ext cx="5442081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Al iniciar la aplicación le pedirá iniciar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sesión. No es necesario. Se puede omitir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73624" y="2690063"/>
            <a:ext cx="2307294" cy="101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699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NOTA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1435" y="1690845"/>
            <a:ext cx="16945130" cy="7923759"/>
            <a:chOff x="0" y="0"/>
            <a:chExt cx="4462915" cy="20869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2915" cy="2086916"/>
            </a:xfrm>
            <a:custGeom>
              <a:avLst/>
              <a:gdLst/>
              <a:ahLst/>
              <a:cxnLst/>
              <a:rect r="r" b="b" t="t" l="l"/>
              <a:pathLst>
                <a:path h="2086916" w="4462915">
                  <a:moveTo>
                    <a:pt x="22387" y="0"/>
                  </a:moveTo>
                  <a:lnTo>
                    <a:pt x="4440528" y="0"/>
                  </a:lnTo>
                  <a:cubicBezTo>
                    <a:pt x="4452892" y="0"/>
                    <a:pt x="4462915" y="10023"/>
                    <a:pt x="4462915" y="22387"/>
                  </a:cubicBezTo>
                  <a:lnTo>
                    <a:pt x="4462915" y="2064529"/>
                  </a:lnTo>
                  <a:cubicBezTo>
                    <a:pt x="4462915" y="2076893"/>
                    <a:pt x="4452892" y="2086916"/>
                    <a:pt x="4440528" y="2086916"/>
                  </a:cubicBezTo>
                  <a:lnTo>
                    <a:pt x="22387" y="2086916"/>
                  </a:lnTo>
                  <a:cubicBezTo>
                    <a:pt x="10023" y="2086916"/>
                    <a:pt x="0" y="2076893"/>
                    <a:pt x="0" y="2064529"/>
                  </a:cubicBezTo>
                  <a:lnTo>
                    <a:pt x="0" y="22387"/>
                  </a:lnTo>
                  <a:cubicBezTo>
                    <a:pt x="0" y="10023"/>
                    <a:pt x="10023" y="0"/>
                    <a:pt x="22387" y="0"/>
                  </a:cubicBezTo>
                  <a:close/>
                </a:path>
              </a:pathLst>
            </a:custGeom>
            <a:solidFill>
              <a:srgbClr val="145DA0"/>
            </a:solidFill>
            <a:ln w="47625" cap="rnd">
              <a:solidFill>
                <a:srgbClr val="8488F4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2915" cy="212501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b="true" sz="2399">
                  <a:solidFill>
                    <a:srgbClr val="FFFFFF"/>
                  </a:solidFill>
                  <a:latin typeface="Open Sans Extra Bold"/>
                  <a:ea typeface="Open Sans Extra Bold"/>
                  <a:cs typeface="Open Sans Extra Bold"/>
                  <a:sym typeface="Open Sans Extra Bold"/>
                </a:rPr>
                <a:t>   </a:t>
              </a: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671435" y="661978"/>
            <a:ext cx="744368" cy="331244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true" flipV="false" rot="0">
            <a:off x="1043619" y="4556605"/>
            <a:ext cx="268028" cy="249997"/>
          </a:xfrm>
          <a:custGeom>
            <a:avLst/>
            <a:gdLst/>
            <a:ahLst/>
            <a:cxnLst/>
            <a:rect r="r" b="b" t="t" l="l"/>
            <a:pathLst>
              <a:path h="249997" w="268028">
                <a:moveTo>
                  <a:pt x="268028" y="0"/>
                </a:moveTo>
                <a:lnTo>
                  <a:pt x="0" y="0"/>
                </a:lnTo>
                <a:lnTo>
                  <a:pt x="0" y="249997"/>
                </a:lnTo>
                <a:lnTo>
                  <a:pt x="268028" y="249997"/>
                </a:lnTo>
                <a:lnTo>
                  <a:pt x="26802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90858" y="661978"/>
            <a:ext cx="365831" cy="331244"/>
          </a:xfrm>
          <a:custGeom>
            <a:avLst/>
            <a:gdLst/>
            <a:ahLst/>
            <a:cxnLst/>
            <a:rect r="r" b="b" t="t" l="l"/>
            <a:pathLst>
              <a:path h="331244" w="365831">
                <a:moveTo>
                  <a:pt x="0" y="0"/>
                </a:moveTo>
                <a:lnTo>
                  <a:pt x="365832" y="0"/>
                </a:lnTo>
                <a:lnTo>
                  <a:pt x="365832" y="331244"/>
                </a:lnTo>
                <a:lnTo>
                  <a:pt x="0" y="3312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232441" y="661978"/>
            <a:ext cx="365831" cy="331244"/>
          </a:xfrm>
          <a:custGeom>
            <a:avLst/>
            <a:gdLst/>
            <a:ahLst/>
            <a:cxnLst/>
            <a:rect r="r" b="b" t="t" l="l"/>
            <a:pathLst>
              <a:path h="331244" w="365831">
                <a:moveTo>
                  <a:pt x="0" y="0"/>
                </a:moveTo>
                <a:lnTo>
                  <a:pt x="365831" y="0"/>
                </a:lnTo>
                <a:lnTo>
                  <a:pt x="365831" y="331244"/>
                </a:lnTo>
                <a:lnTo>
                  <a:pt x="0" y="3312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74023" y="661978"/>
            <a:ext cx="365831" cy="331244"/>
          </a:xfrm>
          <a:custGeom>
            <a:avLst/>
            <a:gdLst/>
            <a:ahLst/>
            <a:cxnLst/>
            <a:rect r="r" b="b" t="t" l="l"/>
            <a:pathLst>
              <a:path h="331244" w="365831">
                <a:moveTo>
                  <a:pt x="0" y="0"/>
                </a:moveTo>
                <a:lnTo>
                  <a:pt x="365831" y="0"/>
                </a:lnTo>
                <a:lnTo>
                  <a:pt x="365831" y="331244"/>
                </a:lnTo>
                <a:lnTo>
                  <a:pt x="0" y="3312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115605" y="661978"/>
            <a:ext cx="365831" cy="331244"/>
          </a:xfrm>
          <a:custGeom>
            <a:avLst/>
            <a:gdLst/>
            <a:ahLst/>
            <a:cxnLst/>
            <a:rect r="r" b="b" t="t" l="l"/>
            <a:pathLst>
              <a:path h="331244" w="365831">
                <a:moveTo>
                  <a:pt x="0" y="0"/>
                </a:moveTo>
                <a:lnTo>
                  <a:pt x="365831" y="0"/>
                </a:lnTo>
                <a:lnTo>
                  <a:pt x="365831" y="331244"/>
                </a:lnTo>
                <a:lnTo>
                  <a:pt x="0" y="3312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557187" y="661978"/>
            <a:ext cx="365831" cy="331244"/>
          </a:xfrm>
          <a:custGeom>
            <a:avLst/>
            <a:gdLst/>
            <a:ahLst/>
            <a:cxnLst/>
            <a:rect r="r" b="b" t="t" l="l"/>
            <a:pathLst>
              <a:path h="331244" w="365831">
                <a:moveTo>
                  <a:pt x="0" y="0"/>
                </a:moveTo>
                <a:lnTo>
                  <a:pt x="365832" y="0"/>
                </a:lnTo>
                <a:lnTo>
                  <a:pt x="365832" y="331244"/>
                </a:lnTo>
                <a:lnTo>
                  <a:pt x="0" y="3312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577264" y="649239"/>
            <a:ext cx="2087036" cy="379461"/>
          </a:xfrm>
          <a:custGeom>
            <a:avLst/>
            <a:gdLst/>
            <a:ahLst/>
            <a:cxnLst/>
            <a:rect r="r" b="b" t="t" l="l"/>
            <a:pathLst>
              <a:path h="379461" w="2087036">
                <a:moveTo>
                  <a:pt x="0" y="0"/>
                </a:moveTo>
                <a:lnTo>
                  <a:pt x="2087036" y="0"/>
                </a:lnTo>
                <a:lnTo>
                  <a:pt x="2087036" y="379461"/>
                </a:lnTo>
                <a:lnTo>
                  <a:pt x="0" y="3794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15803" y="7512113"/>
            <a:ext cx="7728197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Una vez terminado de aplicar los filtros, seleccionar la opción “Aplicación Windows Form (.NET Framework)”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892269" y="5773959"/>
            <a:ext cx="8328122" cy="2905966"/>
            <a:chOff x="0" y="0"/>
            <a:chExt cx="2193415" cy="7653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3415" cy="765357"/>
            </a:xfrm>
            <a:custGeom>
              <a:avLst/>
              <a:gdLst/>
              <a:ahLst/>
              <a:cxnLst/>
              <a:rect r="r" b="b" t="t" l="l"/>
              <a:pathLst>
                <a:path h="765357" w="2193415">
                  <a:moveTo>
                    <a:pt x="45551" y="0"/>
                  </a:moveTo>
                  <a:lnTo>
                    <a:pt x="2147864" y="0"/>
                  </a:lnTo>
                  <a:cubicBezTo>
                    <a:pt x="2159945" y="0"/>
                    <a:pt x="2171531" y="4799"/>
                    <a:pt x="2180073" y="13342"/>
                  </a:cubicBezTo>
                  <a:cubicBezTo>
                    <a:pt x="2188616" y="21884"/>
                    <a:pt x="2193415" y="33470"/>
                    <a:pt x="2193415" y="45551"/>
                  </a:cubicBezTo>
                  <a:lnTo>
                    <a:pt x="2193415" y="719806"/>
                  </a:lnTo>
                  <a:cubicBezTo>
                    <a:pt x="2193415" y="744963"/>
                    <a:pt x="2173021" y="765357"/>
                    <a:pt x="2147864" y="765357"/>
                  </a:cubicBezTo>
                  <a:lnTo>
                    <a:pt x="45551" y="765357"/>
                  </a:lnTo>
                  <a:cubicBezTo>
                    <a:pt x="20394" y="765357"/>
                    <a:pt x="0" y="744963"/>
                    <a:pt x="0" y="719806"/>
                  </a:cubicBezTo>
                  <a:lnTo>
                    <a:pt x="0" y="45551"/>
                  </a:lnTo>
                  <a:cubicBezTo>
                    <a:pt x="0" y="20394"/>
                    <a:pt x="20394" y="0"/>
                    <a:pt x="45551" y="0"/>
                  </a:cubicBezTo>
                  <a:close/>
                </a:path>
              </a:pathLst>
            </a:custGeom>
            <a:solidFill>
              <a:srgbClr val="FDFDFD"/>
            </a:solidFill>
            <a:ln w="47625" cap="rnd">
              <a:solidFill>
                <a:srgbClr val="8488F4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2193415" cy="83203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359"/>
                </a:lnSpc>
              </a:pPr>
              <a:r>
                <a:rPr lang="en-US" sz="2399" spc="-4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9182909" y="5912065"/>
            <a:ext cx="7643624" cy="2629753"/>
          </a:xfrm>
          <a:custGeom>
            <a:avLst/>
            <a:gdLst/>
            <a:ahLst/>
            <a:cxnLst/>
            <a:rect r="r" b="b" t="t" l="l"/>
            <a:pathLst>
              <a:path h="2629753" w="7643624">
                <a:moveTo>
                  <a:pt x="0" y="0"/>
                </a:moveTo>
                <a:lnTo>
                  <a:pt x="7643623" y="0"/>
                </a:lnTo>
                <a:lnTo>
                  <a:pt x="7643623" y="2629753"/>
                </a:lnTo>
                <a:lnTo>
                  <a:pt x="0" y="262975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8750141" y="3316485"/>
            <a:ext cx="8509159" cy="2131854"/>
            <a:chOff x="0" y="0"/>
            <a:chExt cx="2241095" cy="5614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41095" cy="561476"/>
            </a:xfrm>
            <a:custGeom>
              <a:avLst/>
              <a:gdLst/>
              <a:ahLst/>
              <a:cxnLst/>
              <a:rect r="r" b="b" t="t" l="l"/>
              <a:pathLst>
                <a:path h="561476" w="2241095">
                  <a:moveTo>
                    <a:pt x="44582" y="0"/>
                  </a:moveTo>
                  <a:lnTo>
                    <a:pt x="2196514" y="0"/>
                  </a:lnTo>
                  <a:cubicBezTo>
                    <a:pt x="2208337" y="0"/>
                    <a:pt x="2219677" y="4697"/>
                    <a:pt x="2228038" y="13058"/>
                  </a:cubicBezTo>
                  <a:cubicBezTo>
                    <a:pt x="2236398" y="21418"/>
                    <a:pt x="2241095" y="32758"/>
                    <a:pt x="2241095" y="44582"/>
                  </a:cubicBezTo>
                  <a:lnTo>
                    <a:pt x="2241095" y="516894"/>
                  </a:lnTo>
                  <a:cubicBezTo>
                    <a:pt x="2241095" y="528718"/>
                    <a:pt x="2236398" y="540058"/>
                    <a:pt x="2228038" y="548418"/>
                  </a:cubicBezTo>
                  <a:cubicBezTo>
                    <a:pt x="2219677" y="556779"/>
                    <a:pt x="2208337" y="561476"/>
                    <a:pt x="2196514" y="561476"/>
                  </a:cubicBezTo>
                  <a:lnTo>
                    <a:pt x="44582" y="561476"/>
                  </a:lnTo>
                  <a:cubicBezTo>
                    <a:pt x="32758" y="561476"/>
                    <a:pt x="21418" y="556779"/>
                    <a:pt x="13058" y="548418"/>
                  </a:cubicBezTo>
                  <a:cubicBezTo>
                    <a:pt x="4697" y="540058"/>
                    <a:pt x="0" y="528718"/>
                    <a:pt x="0" y="516894"/>
                  </a:cubicBezTo>
                  <a:lnTo>
                    <a:pt x="0" y="44582"/>
                  </a:lnTo>
                  <a:cubicBezTo>
                    <a:pt x="0" y="32758"/>
                    <a:pt x="4697" y="21418"/>
                    <a:pt x="13058" y="13058"/>
                  </a:cubicBezTo>
                  <a:cubicBezTo>
                    <a:pt x="21418" y="4697"/>
                    <a:pt x="32758" y="0"/>
                    <a:pt x="44582" y="0"/>
                  </a:cubicBezTo>
                  <a:close/>
                </a:path>
              </a:pathLst>
            </a:custGeom>
            <a:solidFill>
              <a:srgbClr val="FDFDFD"/>
            </a:solidFill>
            <a:ln w="47625" cap="rnd">
              <a:solidFill>
                <a:srgbClr val="8488F4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2241095" cy="62815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359"/>
                </a:lnSpc>
              </a:pPr>
              <a:r>
                <a:rPr lang="en-US" sz="2399" spc="-4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9144000" y="3564415"/>
            <a:ext cx="7973172" cy="1585923"/>
          </a:xfrm>
          <a:custGeom>
            <a:avLst/>
            <a:gdLst/>
            <a:ahLst/>
            <a:cxnLst/>
            <a:rect r="r" b="b" t="t" l="l"/>
            <a:pathLst>
              <a:path h="1585923" w="7973172">
                <a:moveTo>
                  <a:pt x="0" y="0"/>
                </a:moveTo>
                <a:lnTo>
                  <a:pt x="7973172" y="0"/>
                </a:lnTo>
                <a:lnTo>
                  <a:pt x="7973172" y="1585923"/>
                </a:lnTo>
                <a:lnTo>
                  <a:pt x="0" y="15859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874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15803" y="2337950"/>
            <a:ext cx="7086600" cy="182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3"/>
              </a:lnSpc>
            </a:pPr>
            <a:r>
              <a:rPr lang="en-US" b="true" sz="6387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Creando nuestro primer proyecto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5803" y="4381787"/>
            <a:ext cx="655909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spc="-48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Configuración de proyecto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664300" y="670536"/>
            <a:ext cx="1952265" cy="3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63"/>
              </a:lnSpc>
            </a:pPr>
            <a:r>
              <a:rPr lang="en-US" sz="2199" spc="-43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player 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27910" y="701548"/>
            <a:ext cx="4244462" cy="3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3"/>
              </a:lnSpc>
            </a:pPr>
            <a:r>
              <a:rPr lang="en-US" sz="2199" spc="-43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highscore 2500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5803" y="5190141"/>
            <a:ext cx="5442081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Lenguaje : Visual Basic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Plataforma : Windows o macOS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Tipo de proyecto : Escritorio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2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485775"/>
            <a:ext cx="17259300" cy="9286429"/>
            <a:chOff x="0" y="0"/>
            <a:chExt cx="4545659" cy="2445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45808"/>
            </a:xfrm>
            <a:custGeom>
              <a:avLst/>
              <a:gdLst/>
              <a:ahLst/>
              <a:cxnLst/>
              <a:rect r="r" b="b" t="t" l="l"/>
              <a:pathLst>
                <a:path h="2445808" w="4545659">
                  <a:moveTo>
                    <a:pt x="21980" y="0"/>
                  </a:moveTo>
                  <a:lnTo>
                    <a:pt x="4523680" y="0"/>
                  </a:lnTo>
                  <a:cubicBezTo>
                    <a:pt x="4535819" y="0"/>
                    <a:pt x="4545659" y="9841"/>
                    <a:pt x="4545659" y="21980"/>
                  </a:cubicBezTo>
                  <a:lnTo>
                    <a:pt x="4545659" y="2423829"/>
                  </a:lnTo>
                  <a:cubicBezTo>
                    <a:pt x="4545659" y="2435968"/>
                    <a:pt x="4535819" y="2445808"/>
                    <a:pt x="4523680" y="2445808"/>
                  </a:cubicBezTo>
                  <a:lnTo>
                    <a:pt x="21980" y="2445808"/>
                  </a:lnTo>
                  <a:cubicBezTo>
                    <a:pt x="9841" y="2445808"/>
                    <a:pt x="0" y="2435968"/>
                    <a:pt x="0" y="2423829"/>
                  </a:cubicBezTo>
                  <a:lnTo>
                    <a:pt x="0" y="21980"/>
                  </a:lnTo>
                  <a:cubicBezTo>
                    <a:pt x="0" y="9841"/>
                    <a:pt x="9841" y="0"/>
                    <a:pt x="21980" y="0"/>
                  </a:cubicBezTo>
                  <a:close/>
                </a:path>
              </a:pathLst>
            </a:custGeom>
            <a:solidFill>
              <a:srgbClr val="5A2FE5"/>
            </a:solidFill>
            <a:ln w="47625" cap="rnd">
              <a:solidFill>
                <a:srgbClr val="21EF8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45659" cy="249343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028700" y="1100636"/>
            <a:ext cx="335928" cy="313329"/>
          </a:xfrm>
          <a:custGeom>
            <a:avLst/>
            <a:gdLst/>
            <a:ahLst/>
            <a:cxnLst/>
            <a:rect r="r" b="b" t="t" l="l"/>
            <a:pathLst>
              <a:path h="313329" w="335928">
                <a:moveTo>
                  <a:pt x="335928" y="0"/>
                </a:moveTo>
                <a:lnTo>
                  <a:pt x="0" y="0"/>
                </a:lnTo>
                <a:lnTo>
                  <a:pt x="0" y="313328"/>
                </a:lnTo>
                <a:lnTo>
                  <a:pt x="335928" y="313328"/>
                </a:lnTo>
                <a:lnTo>
                  <a:pt x="3359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485638" y="4137405"/>
            <a:ext cx="2506383" cy="1451986"/>
            <a:chOff x="0" y="0"/>
            <a:chExt cx="1035847" cy="6000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5847" cy="600082"/>
            </a:xfrm>
            <a:custGeom>
              <a:avLst/>
              <a:gdLst/>
              <a:ahLst/>
              <a:cxnLst/>
              <a:rect r="r" b="b" t="t" l="l"/>
              <a:pathLst>
                <a:path h="600082" w="1035847">
                  <a:moveTo>
                    <a:pt x="61778" y="0"/>
                  </a:moveTo>
                  <a:lnTo>
                    <a:pt x="974070" y="0"/>
                  </a:lnTo>
                  <a:cubicBezTo>
                    <a:pt x="990454" y="0"/>
                    <a:pt x="1006167" y="6509"/>
                    <a:pt x="1017753" y="18094"/>
                  </a:cubicBezTo>
                  <a:cubicBezTo>
                    <a:pt x="1029338" y="29680"/>
                    <a:pt x="1035847" y="45393"/>
                    <a:pt x="1035847" y="61778"/>
                  </a:cubicBezTo>
                  <a:lnTo>
                    <a:pt x="1035847" y="538304"/>
                  </a:lnTo>
                  <a:cubicBezTo>
                    <a:pt x="1035847" y="554689"/>
                    <a:pt x="1029338" y="570402"/>
                    <a:pt x="1017753" y="581988"/>
                  </a:cubicBezTo>
                  <a:cubicBezTo>
                    <a:pt x="1006167" y="593573"/>
                    <a:pt x="990454" y="600082"/>
                    <a:pt x="974070" y="600082"/>
                  </a:cubicBezTo>
                  <a:lnTo>
                    <a:pt x="61778" y="600082"/>
                  </a:lnTo>
                  <a:cubicBezTo>
                    <a:pt x="27659" y="600082"/>
                    <a:pt x="0" y="572423"/>
                    <a:pt x="0" y="538304"/>
                  </a:cubicBezTo>
                  <a:lnTo>
                    <a:pt x="0" y="61778"/>
                  </a:lnTo>
                  <a:cubicBezTo>
                    <a:pt x="0" y="45393"/>
                    <a:pt x="6509" y="29680"/>
                    <a:pt x="18094" y="18094"/>
                  </a:cubicBezTo>
                  <a:cubicBezTo>
                    <a:pt x="29680" y="6509"/>
                    <a:pt x="45393" y="0"/>
                    <a:pt x="61778" y="0"/>
                  </a:cubicBezTo>
                  <a:close/>
                </a:path>
              </a:pathLst>
            </a:custGeom>
            <a:solidFill>
              <a:srgbClr val="0D178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35847" cy="64770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Write a note here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18429" y="3717006"/>
            <a:ext cx="840801" cy="840798"/>
            <a:chOff x="0" y="0"/>
            <a:chExt cx="6350000" cy="63499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14040" t="-65227" r="-13427" b="-259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64628" y="2005550"/>
            <a:ext cx="8818078" cy="7095152"/>
            <a:chOff x="0" y="0"/>
            <a:chExt cx="2322457" cy="18686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22457" cy="1868682"/>
            </a:xfrm>
            <a:custGeom>
              <a:avLst/>
              <a:gdLst/>
              <a:ahLst/>
              <a:cxnLst/>
              <a:rect r="r" b="b" t="t" l="l"/>
              <a:pathLst>
                <a:path h="1868682" w="2322457">
                  <a:moveTo>
                    <a:pt x="43020" y="0"/>
                  </a:moveTo>
                  <a:lnTo>
                    <a:pt x="2279437" y="0"/>
                  </a:lnTo>
                  <a:cubicBezTo>
                    <a:pt x="2290846" y="0"/>
                    <a:pt x="2301789" y="4532"/>
                    <a:pt x="2309856" y="12600"/>
                  </a:cubicBezTo>
                  <a:cubicBezTo>
                    <a:pt x="2317924" y="20668"/>
                    <a:pt x="2322457" y="31610"/>
                    <a:pt x="2322457" y="43020"/>
                  </a:cubicBezTo>
                  <a:lnTo>
                    <a:pt x="2322457" y="1825662"/>
                  </a:lnTo>
                  <a:cubicBezTo>
                    <a:pt x="2322457" y="1837071"/>
                    <a:pt x="2317924" y="1848014"/>
                    <a:pt x="2309856" y="1856082"/>
                  </a:cubicBezTo>
                  <a:cubicBezTo>
                    <a:pt x="2301789" y="1864149"/>
                    <a:pt x="2290846" y="1868682"/>
                    <a:pt x="2279437" y="1868682"/>
                  </a:cubicBezTo>
                  <a:lnTo>
                    <a:pt x="43020" y="1868682"/>
                  </a:lnTo>
                  <a:cubicBezTo>
                    <a:pt x="31610" y="1868682"/>
                    <a:pt x="20668" y="1864149"/>
                    <a:pt x="12600" y="1856082"/>
                  </a:cubicBezTo>
                  <a:cubicBezTo>
                    <a:pt x="4532" y="1848014"/>
                    <a:pt x="0" y="1837071"/>
                    <a:pt x="0" y="1825662"/>
                  </a:cubicBezTo>
                  <a:lnTo>
                    <a:pt x="0" y="43020"/>
                  </a:lnTo>
                  <a:cubicBezTo>
                    <a:pt x="0" y="31610"/>
                    <a:pt x="4532" y="20668"/>
                    <a:pt x="12600" y="12600"/>
                  </a:cubicBezTo>
                  <a:cubicBezTo>
                    <a:pt x="20668" y="4532"/>
                    <a:pt x="31610" y="0"/>
                    <a:pt x="43020" y="0"/>
                  </a:cubicBezTo>
                  <a:close/>
                </a:path>
              </a:pathLst>
            </a:custGeom>
            <a:solidFill>
              <a:srgbClr val="895AEF"/>
            </a:solidFill>
            <a:ln w="47625" cap="rnd">
              <a:solidFill>
                <a:srgbClr val="8488F4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322457" cy="193535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  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24949" y="2341021"/>
            <a:ext cx="8097435" cy="6424210"/>
          </a:xfrm>
          <a:custGeom>
            <a:avLst/>
            <a:gdLst/>
            <a:ahLst/>
            <a:cxnLst/>
            <a:rect r="r" b="b" t="t" l="l"/>
            <a:pathLst>
              <a:path h="6424210" w="8097435">
                <a:moveTo>
                  <a:pt x="0" y="0"/>
                </a:moveTo>
                <a:lnTo>
                  <a:pt x="8097435" y="0"/>
                </a:lnTo>
                <a:lnTo>
                  <a:pt x="8097435" y="6424210"/>
                </a:lnTo>
                <a:lnTo>
                  <a:pt x="0" y="64242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81442" y="1009650"/>
            <a:ext cx="812918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CONFIGURAMOS EL PROYECTO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88527" y="2651841"/>
            <a:ext cx="5096881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Ingresa nombre y ubicación 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donde se guardará su proyecto.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E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1435" y="1690845"/>
            <a:ext cx="16945130" cy="7923759"/>
            <a:chOff x="0" y="0"/>
            <a:chExt cx="4462915" cy="20869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2915" cy="2086916"/>
            </a:xfrm>
            <a:custGeom>
              <a:avLst/>
              <a:gdLst/>
              <a:ahLst/>
              <a:cxnLst/>
              <a:rect r="r" b="b" t="t" l="l"/>
              <a:pathLst>
                <a:path h="2086916" w="4462915">
                  <a:moveTo>
                    <a:pt x="22387" y="0"/>
                  </a:moveTo>
                  <a:lnTo>
                    <a:pt x="4440528" y="0"/>
                  </a:lnTo>
                  <a:cubicBezTo>
                    <a:pt x="4452892" y="0"/>
                    <a:pt x="4462915" y="10023"/>
                    <a:pt x="4462915" y="22387"/>
                  </a:cubicBezTo>
                  <a:lnTo>
                    <a:pt x="4462915" y="2064529"/>
                  </a:lnTo>
                  <a:cubicBezTo>
                    <a:pt x="4462915" y="2076893"/>
                    <a:pt x="4452892" y="2086916"/>
                    <a:pt x="4440528" y="2086916"/>
                  </a:cubicBezTo>
                  <a:lnTo>
                    <a:pt x="22387" y="2086916"/>
                  </a:lnTo>
                  <a:cubicBezTo>
                    <a:pt x="10023" y="2086916"/>
                    <a:pt x="0" y="2076893"/>
                    <a:pt x="0" y="2064529"/>
                  </a:cubicBezTo>
                  <a:lnTo>
                    <a:pt x="0" y="22387"/>
                  </a:lnTo>
                  <a:cubicBezTo>
                    <a:pt x="0" y="10023"/>
                    <a:pt x="10023" y="0"/>
                    <a:pt x="22387" y="0"/>
                  </a:cubicBezTo>
                  <a:close/>
                </a:path>
              </a:pathLst>
            </a:custGeom>
            <a:solidFill>
              <a:srgbClr val="050E5D"/>
            </a:solidFill>
            <a:ln w="47625" cap="rnd">
              <a:solidFill>
                <a:srgbClr val="8488F4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462915" cy="215359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b="true" sz="23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</a:t>
              </a: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671435" y="661978"/>
            <a:ext cx="744368" cy="331244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false" flipV="false" rot="0">
            <a:off x="1790858" y="661978"/>
            <a:ext cx="365831" cy="331244"/>
          </a:xfrm>
          <a:custGeom>
            <a:avLst/>
            <a:gdLst/>
            <a:ahLst/>
            <a:cxnLst/>
            <a:rect r="r" b="b" t="t" l="l"/>
            <a:pathLst>
              <a:path h="331244" w="365831">
                <a:moveTo>
                  <a:pt x="0" y="0"/>
                </a:moveTo>
                <a:lnTo>
                  <a:pt x="365832" y="0"/>
                </a:lnTo>
                <a:lnTo>
                  <a:pt x="365832" y="331244"/>
                </a:lnTo>
                <a:lnTo>
                  <a:pt x="0" y="3312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32441" y="661978"/>
            <a:ext cx="365831" cy="331244"/>
          </a:xfrm>
          <a:custGeom>
            <a:avLst/>
            <a:gdLst/>
            <a:ahLst/>
            <a:cxnLst/>
            <a:rect r="r" b="b" t="t" l="l"/>
            <a:pathLst>
              <a:path h="331244" w="365831">
                <a:moveTo>
                  <a:pt x="0" y="0"/>
                </a:moveTo>
                <a:lnTo>
                  <a:pt x="365831" y="0"/>
                </a:lnTo>
                <a:lnTo>
                  <a:pt x="365831" y="331244"/>
                </a:lnTo>
                <a:lnTo>
                  <a:pt x="0" y="3312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74023" y="661978"/>
            <a:ext cx="365831" cy="331244"/>
          </a:xfrm>
          <a:custGeom>
            <a:avLst/>
            <a:gdLst/>
            <a:ahLst/>
            <a:cxnLst/>
            <a:rect r="r" b="b" t="t" l="l"/>
            <a:pathLst>
              <a:path h="331244" w="365831">
                <a:moveTo>
                  <a:pt x="0" y="0"/>
                </a:moveTo>
                <a:lnTo>
                  <a:pt x="365831" y="0"/>
                </a:lnTo>
                <a:lnTo>
                  <a:pt x="365831" y="331244"/>
                </a:lnTo>
                <a:lnTo>
                  <a:pt x="0" y="3312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115605" y="661978"/>
            <a:ext cx="365831" cy="331244"/>
          </a:xfrm>
          <a:custGeom>
            <a:avLst/>
            <a:gdLst/>
            <a:ahLst/>
            <a:cxnLst/>
            <a:rect r="r" b="b" t="t" l="l"/>
            <a:pathLst>
              <a:path h="331244" w="365831">
                <a:moveTo>
                  <a:pt x="0" y="0"/>
                </a:moveTo>
                <a:lnTo>
                  <a:pt x="365831" y="0"/>
                </a:lnTo>
                <a:lnTo>
                  <a:pt x="365831" y="331244"/>
                </a:lnTo>
                <a:lnTo>
                  <a:pt x="0" y="3312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557187" y="661978"/>
            <a:ext cx="365831" cy="331244"/>
          </a:xfrm>
          <a:custGeom>
            <a:avLst/>
            <a:gdLst/>
            <a:ahLst/>
            <a:cxnLst/>
            <a:rect r="r" b="b" t="t" l="l"/>
            <a:pathLst>
              <a:path h="331244" w="365831">
                <a:moveTo>
                  <a:pt x="0" y="0"/>
                </a:moveTo>
                <a:lnTo>
                  <a:pt x="365832" y="0"/>
                </a:lnTo>
                <a:lnTo>
                  <a:pt x="365832" y="331244"/>
                </a:lnTo>
                <a:lnTo>
                  <a:pt x="0" y="3312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77264" y="649239"/>
            <a:ext cx="2087036" cy="379461"/>
          </a:xfrm>
          <a:custGeom>
            <a:avLst/>
            <a:gdLst/>
            <a:ahLst/>
            <a:cxnLst/>
            <a:rect r="r" b="b" t="t" l="l"/>
            <a:pathLst>
              <a:path h="379461" w="2087036">
                <a:moveTo>
                  <a:pt x="0" y="0"/>
                </a:moveTo>
                <a:lnTo>
                  <a:pt x="2087036" y="0"/>
                </a:lnTo>
                <a:lnTo>
                  <a:pt x="2087036" y="379461"/>
                </a:lnTo>
                <a:lnTo>
                  <a:pt x="0" y="3794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790858" y="3787849"/>
            <a:ext cx="15142498" cy="4471155"/>
            <a:chOff x="0" y="0"/>
            <a:chExt cx="3988147" cy="11775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88148" cy="1177588"/>
            </a:xfrm>
            <a:custGeom>
              <a:avLst/>
              <a:gdLst/>
              <a:ahLst/>
              <a:cxnLst/>
              <a:rect r="r" b="b" t="t" l="l"/>
              <a:pathLst>
                <a:path h="1177588" w="3988148">
                  <a:moveTo>
                    <a:pt x="25052" y="0"/>
                  </a:moveTo>
                  <a:lnTo>
                    <a:pt x="3963095" y="0"/>
                  </a:lnTo>
                  <a:cubicBezTo>
                    <a:pt x="3969739" y="0"/>
                    <a:pt x="3976112" y="2639"/>
                    <a:pt x="3980810" y="7338"/>
                  </a:cubicBezTo>
                  <a:cubicBezTo>
                    <a:pt x="3985508" y="12036"/>
                    <a:pt x="3988148" y="18408"/>
                    <a:pt x="3988148" y="25052"/>
                  </a:cubicBezTo>
                  <a:lnTo>
                    <a:pt x="3988148" y="1152536"/>
                  </a:lnTo>
                  <a:cubicBezTo>
                    <a:pt x="3988148" y="1159180"/>
                    <a:pt x="3985508" y="1165552"/>
                    <a:pt x="3980810" y="1170251"/>
                  </a:cubicBezTo>
                  <a:cubicBezTo>
                    <a:pt x="3976112" y="1174949"/>
                    <a:pt x="3969739" y="1177588"/>
                    <a:pt x="3963095" y="1177588"/>
                  </a:cubicBezTo>
                  <a:lnTo>
                    <a:pt x="25052" y="1177588"/>
                  </a:lnTo>
                  <a:cubicBezTo>
                    <a:pt x="18408" y="1177588"/>
                    <a:pt x="12036" y="1174949"/>
                    <a:pt x="7338" y="1170251"/>
                  </a:cubicBezTo>
                  <a:cubicBezTo>
                    <a:pt x="2639" y="1165552"/>
                    <a:pt x="0" y="1159180"/>
                    <a:pt x="0" y="1152536"/>
                  </a:cubicBezTo>
                  <a:lnTo>
                    <a:pt x="0" y="25052"/>
                  </a:lnTo>
                  <a:cubicBezTo>
                    <a:pt x="0" y="18408"/>
                    <a:pt x="2639" y="12036"/>
                    <a:pt x="7338" y="7338"/>
                  </a:cubicBezTo>
                  <a:cubicBezTo>
                    <a:pt x="12036" y="2639"/>
                    <a:pt x="18408" y="0"/>
                    <a:pt x="25052" y="0"/>
                  </a:cubicBezTo>
                  <a:close/>
                </a:path>
              </a:pathLst>
            </a:custGeom>
            <a:solidFill>
              <a:srgbClr val="585EFF"/>
            </a:solidFill>
            <a:ln w="47625" cap="rnd">
              <a:solidFill>
                <a:srgbClr val="8488F4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3988147" cy="124426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  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15803" y="2337950"/>
            <a:ext cx="7086600" cy="101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699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TAREA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90858" y="4136911"/>
            <a:ext cx="14959582" cy="335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000" indent="-345000" lvl="1">
              <a:lnSpc>
                <a:spcPts val="4474"/>
              </a:lnSpc>
              <a:buFont typeface="Arial"/>
              <a:buChar char="•"/>
            </a:pPr>
            <a:r>
              <a:rPr lang="en-US" sz="319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Instalar Visual Studio (2010-2022) la versión más conveniente para su sistema operativo subir captura</a:t>
            </a:r>
          </a:p>
          <a:p>
            <a:pPr algn="l" marL="690000" indent="-345000" lvl="1">
              <a:lnSpc>
                <a:spcPts val="4474"/>
              </a:lnSpc>
              <a:buFont typeface="Arial"/>
              <a:buChar char="•"/>
            </a:pPr>
            <a:r>
              <a:rPr lang="en-US" sz="319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Crear un proyecto con el siguiente nombre “T1_carnet_092”</a:t>
            </a:r>
          </a:p>
          <a:p>
            <a:pPr algn="l" marL="690000" indent="-345000" lvl="1">
              <a:lnSpc>
                <a:spcPts val="4474"/>
              </a:lnSpc>
              <a:buFont typeface="Arial"/>
              <a:buChar char="•"/>
            </a:pPr>
            <a:r>
              <a:rPr lang="en-US" sz="319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Colocar un label o text con su nombre y carnet</a:t>
            </a:r>
            <a:r>
              <a:rPr lang="en-US" sz="319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 (E</a:t>
            </a:r>
            <a:r>
              <a:rPr lang="en-US" sz="319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ntregar un pdf con las capturas, visualización de pantalla y hora)</a:t>
            </a:r>
          </a:p>
          <a:p>
            <a:pPr algn="l">
              <a:lnSpc>
                <a:spcPts val="4474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5664300" y="670536"/>
            <a:ext cx="1952265" cy="3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63"/>
              </a:lnSpc>
            </a:pPr>
            <a:r>
              <a:rPr lang="en-US" sz="21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player 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27910" y="701548"/>
            <a:ext cx="4244462" cy="3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3"/>
              </a:lnSpc>
            </a:pPr>
            <a:r>
              <a:rPr lang="en-US" sz="21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highscore 2500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13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5970" y="1971213"/>
            <a:ext cx="18473970" cy="10391608"/>
          </a:xfrm>
          <a:custGeom>
            <a:avLst/>
            <a:gdLst/>
            <a:ahLst/>
            <a:cxnLst/>
            <a:rect r="r" b="b" t="t" l="l"/>
            <a:pathLst>
              <a:path h="10391608" w="18473970">
                <a:moveTo>
                  <a:pt x="0" y="0"/>
                </a:moveTo>
                <a:lnTo>
                  <a:pt x="18473970" y="0"/>
                </a:lnTo>
                <a:lnTo>
                  <a:pt x="18473970" y="10391608"/>
                </a:lnTo>
                <a:lnTo>
                  <a:pt x="0" y="10391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99006" y="-1298925"/>
            <a:ext cx="5271418" cy="10244805"/>
          </a:xfrm>
          <a:custGeom>
            <a:avLst/>
            <a:gdLst/>
            <a:ahLst/>
            <a:cxnLst/>
            <a:rect r="r" b="b" t="t" l="l"/>
            <a:pathLst>
              <a:path h="10244805" w="5271418">
                <a:moveTo>
                  <a:pt x="0" y="0"/>
                </a:moveTo>
                <a:lnTo>
                  <a:pt x="5271417" y="0"/>
                </a:lnTo>
                <a:lnTo>
                  <a:pt x="5271417" y="10244805"/>
                </a:lnTo>
                <a:lnTo>
                  <a:pt x="0" y="102448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82049" y="2934751"/>
            <a:ext cx="2828812" cy="987513"/>
          </a:xfrm>
          <a:custGeom>
            <a:avLst/>
            <a:gdLst/>
            <a:ahLst/>
            <a:cxnLst/>
            <a:rect r="r" b="b" t="t" l="l"/>
            <a:pathLst>
              <a:path h="987513" w="2828812">
                <a:moveTo>
                  <a:pt x="0" y="0"/>
                </a:moveTo>
                <a:lnTo>
                  <a:pt x="2828813" y="0"/>
                </a:lnTo>
                <a:lnTo>
                  <a:pt x="2828813" y="987512"/>
                </a:lnTo>
                <a:lnTo>
                  <a:pt x="0" y="9875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190678" y="230851"/>
            <a:ext cx="2828812" cy="987513"/>
          </a:xfrm>
          <a:custGeom>
            <a:avLst/>
            <a:gdLst/>
            <a:ahLst/>
            <a:cxnLst/>
            <a:rect r="r" b="b" t="t" l="l"/>
            <a:pathLst>
              <a:path h="987513" w="2828812">
                <a:moveTo>
                  <a:pt x="2828813" y="0"/>
                </a:moveTo>
                <a:lnTo>
                  <a:pt x="0" y="0"/>
                </a:lnTo>
                <a:lnTo>
                  <a:pt x="0" y="987512"/>
                </a:lnTo>
                <a:lnTo>
                  <a:pt x="2828813" y="987512"/>
                </a:lnTo>
                <a:lnTo>
                  <a:pt x="2828813" y="0"/>
                </a:lnTo>
                <a:close/>
              </a:path>
            </a:pathLst>
          </a:custGeom>
          <a:blipFill>
            <a:blip r:embed="rId6">
              <a:alphaModFix amt="1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521607" y="1028700"/>
            <a:ext cx="9737693" cy="5405361"/>
            <a:chOff x="0" y="0"/>
            <a:chExt cx="2564660" cy="14236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64660" cy="1423634"/>
            </a:xfrm>
            <a:custGeom>
              <a:avLst/>
              <a:gdLst/>
              <a:ahLst/>
              <a:cxnLst/>
              <a:rect r="r" b="b" t="t" l="l"/>
              <a:pathLst>
                <a:path h="1423634" w="2564660">
                  <a:moveTo>
                    <a:pt x="38957" y="0"/>
                  </a:moveTo>
                  <a:lnTo>
                    <a:pt x="2525702" y="0"/>
                  </a:lnTo>
                  <a:cubicBezTo>
                    <a:pt x="2536035" y="0"/>
                    <a:pt x="2545943" y="4104"/>
                    <a:pt x="2553249" y="11410"/>
                  </a:cubicBezTo>
                  <a:cubicBezTo>
                    <a:pt x="2560555" y="18716"/>
                    <a:pt x="2564660" y="28625"/>
                    <a:pt x="2564660" y="38957"/>
                  </a:cubicBezTo>
                  <a:lnTo>
                    <a:pt x="2564660" y="1384677"/>
                  </a:lnTo>
                  <a:cubicBezTo>
                    <a:pt x="2564660" y="1395009"/>
                    <a:pt x="2560555" y="1404918"/>
                    <a:pt x="2553249" y="1412224"/>
                  </a:cubicBezTo>
                  <a:cubicBezTo>
                    <a:pt x="2545943" y="1419530"/>
                    <a:pt x="2536035" y="1423634"/>
                    <a:pt x="2525702" y="1423634"/>
                  </a:cubicBezTo>
                  <a:lnTo>
                    <a:pt x="38957" y="1423634"/>
                  </a:lnTo>
                  <a:cubicBezTo>
                    <a:pt x="28625" y="1423634"/>
                    <a:pt x="18716" y="1419530"/>
                    <a:pt x="11410" y="1412224"/>
                  </a:cubicBezTo>
                  <a:cubicBezTo>
                    <a:pt x="4104" y="1404918"/>
                    <a:pt x="0" y="1395009"/>
                    <a:pt x="0" y="1384677"/>
                  </a:cubicBezTo>
                  <a:lnTo>
                    <a:pt x="0" y="38957"/>
                  </a:lnTo>
                  <a:cubicBezTo>
                    <a:pt x="0" y="28625"/>
                    <a:pt x="4104" y="18716"/>
                    <a:pt x="11410" y="11410"/>
                  </a:cubicBezTo>
                  <a:cubicBezTo>
                    <a:pt x="18716" y="4104"/>
                    <a:pt x="28625" y="0"/>
                    <a:pt x="38957" y="0"/>
                  </a:cubicBezTo>
                  <a:close/>
                </a:path>
              </a:pathLst>
            </a:custGeom>
            <a:solidFill>
              <a:srgbClr val="3613C8"/>
            </a:solidFill>
            <a:ln w="47625" cap="rnd">
              <a:solidFill>
                <a:srgbClr val="21EF8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564660" cy="1471259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211930" y="4567873"/>
            <a:ext cx="6808385" cy="5137236"/>
          </a:xfrm>
          <a:custGeom>
            <a:avLst/>
            <a:gdLst/>
            <a:ahLst/>
            <a:cxnLst/>
            <a:rect r="r" b="b" t="t" l="l"/>
            <a:pathLst>
              <a:path h="5137236" w="6808385">
                <a:moveTo>
                  <a:pt x="0" y="0"/>
                </a:moveTo>
                <a:lnTo>
                  <a:pt x="6808386" y="0"/>
                </a:lnTo>
                <a:lnTo>
                  <a:pt x="6808386" y="5137236"/>
                </a:lnTo>
                <a:lnTo>
                  <a:pt x="0" y="51372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641278" y="7099525"/>
            <a:ext cx="7237734" cy="2605584"/>
          </a:xfrm>
          <a:custGeom>
            <a:avLst/>
            <a:gdLst/>
            <a:ahLst/>
            <a:cxnLst/>
            <a:rect r="r" b="b" t="t" l="l"/>
            <a:pathLst>
              <a:path h="2605584" w="7237734">
                <a:moveTo>
                  <a:pt x="0" y="0"/>
                </a:moveTo>
                <a:lnTo>
                  <a:pt x="7237734" y="0"/>
                </a:lnTo>
                <a:lnTo>
                  <a:pt x="7237734" y="2605584"/>
                </a:lnTo>
                <a:lnTo>
                  <a:pt x="0" y="26055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0" y="9705109"/>
            <a:ext cx="18288000" cy="1163782"/>
            <a:chOff x="0" y="0"/>
            <a:chExt cx="24384000" cy="15517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0" cy="1551709"/>
            </a:xfrm>
            <a:custGeom>
              <a:avLst/>
              <a:gdLst/>
              <a:ahLst/>
              <a:cxnLst/>
              <a:rect r="r" b="b" t="t" l="l"/>
              <a:pathLst>
                <a:path h="1551709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1551709"/>
                  </a:lnTo>
                  <a:lnTo>
                    <a:pt x="0" y="1551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8128000" y="0"/>
              <a:ext cx="8128000" cy="1551709"/>
            </a:xfrm>
            <a:custGeom>
              <a:avLst/>
              <a:gdLst/>
              <a:ahLst/>
              <a:cxnLst/>
              <a:rect r="r" b="b" t="t" l="l"/>
              <a:pathLst>
                <a:path h="1551709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1551709"/>
                  </a:lnTo>
                  <a:lnTo>
                    <a:pt x="0" y="1551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6256000" y="0"/>
              <a:ext cx="8128000" cy="1551709"/>
            </a:xfrm>
            <a:custGeom>
              <a:avLst/>
              <a:gdLst/>
              <a:ahLst/>
              <a:cxnLst/>
              <a:rect r="r" b="b" t="t" l="l"/>
              <a:pathLst>
                <a:path h="1551709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1551709"/>
                  </a:lnTo>
                  <a:lnTo>
                    <a:pt x="0" y="1551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1602934" y="8186651"/>
            <a:ext cx="5219700" cy="1518458"/>
          </a:xfrm>
          <a:custGeom>
            <a:avLst/>
            <a:gdLst/>
            <a:ahLst/>
            <a:cxnLst/>
            <a:rect r="r" b="b" t="t" l="l"/>
            <a:pathLst>
              <a:path h="1518458" w="5219700">
                <a:moveTo>
                  <a:pt x="0" y="0"/>
                </a:moveTo>
                <a:lnTo>
                  <a:pt x="5219700" y="0"/>
                </a:lnTo>
                <a:lnTo>
                  <a:pt x="5219700" y="1518458"/>
                </a:lnTo>
                <a:lnTo>
                  <a:pt x="0" y="15184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950489" y="8186651"/>
            <a:ext cx="5219700" cy="1518458"/>
          </a:xfrm>
          <a:custGeom>
            <a:avLst/>
            <a:gdLst/>
            <a:ahLst/>
            <a:cxnLst/>
            <a:rect r="r" b="b" t="t" l="l"/>
            <a:pathLst>
              <a:path h="1518458" w="5219700">
                <a:moveTo>
                  <a:pt x="0" y="0"/>
                </a:moveTo>
                <a:lnTo>
                  <a:pt x="5219701" y="0"/>
                </a:lnTo>
                <a:lnTo>
                  <a:pt x="5219701" y="1518458"/>
                </a:lnTo>
                <a:lnTo>
                  <a:pt x="0" y="15184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8700" y="1028700"/>
            <a:ext cx="2196534" cy="942513"/>
          </a:xfrm>
          <a:custGeom>
            <a:avLst/>
            <a:gdLst/>
            <a:ahLst/>
            <a:cxnLst/>
            <a:rect r="r" b="b" t="t" l="l"/>
            <a:pathLst>
              <a:path h="942513" w="2196534">
                <a:moveTo>
                  <a:pt x="0" y="0"/>
                </a:moveTo>
                <a:lnTo>
                  <a:pt x="2196534" y="0"/>
                </a:lnTo>
                <a:lnTo>
                  <a:pt x="2196534" y="942513"/>
                </a:lnTo>
                <a:lnTo>
                  <a:pt x="0" y="94251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rcRect l="0" t="0" r="0" b="0"/>
          <a:stretch>
            <a:fillRect/>
          </a:stretch>
        </p:blipFill>
        <p:spPr>
          <a:xfrm flipH="false" flipV="false" rot="0">
            <a:off x="3576727" y="1218363"/>
            <a:ext cx="1877287" cy="563186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 rot="0">
            <a:off x="8175823" y="2686132"/>
            <a:ext cx="8429262" cy="2090497"/>
            <a:chOff x="0" y="0"/>
            <a:chExt cx="11239015" cy="278733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47625"/>
              <a:ext cx="11239015" cy="1667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20"/>
                </a:lnSpc>
              </a:pPr>
              <a:r>
                <a:rPr lang="en-US" sz="8500">
                  <a:solidFill>
                    <a:srgbClr val="FFFFFF"/>
                  </a:solidFill>
                  <a:latin typeface="Computer Says No"/>
                  <a:ea typeface="Computer Says No"/>
                  <a:cs typeface="Computer Says No"/>
                  <a:sym typeface="Computer Says No"/>
                </a:rPr>
                <a:t>THANK YOU!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2149155"/>
              <a:ext cx="11239015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Gracias por prestar atención :D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7013961" y="7989236"/>
            <a:ext cx="3615824" cy="1715873"/>
          </a:xfrm>
          <a:custGeom>
            <a:avLst/>
            <a:gdLst/>
            <a:ahLst/>
            <a:cxnLst/>
            <a:rect r="r" b="b" t="t" l="l"/>
            <a:pathLst>
              <a:path h="1715873" w="3615824">
                <a:moveTo>
                  <a:pt x="0" y="0"/>
                </a:moveTo>
                <a:lnTo>
                  <a:pt x="3615823" y="0"/>
                </a:lnTo>
                <a:lnTo>
                  <a:pt x="3615823" y="1715873"/>
                </a:lnTo>
                <a:lnTo>
                  <a:pt x="0" y="171587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DAGLuwIy5mg</dc:identifier>
  <dcterms:modified xsi:type="dcterms:W3CDTF">2011-08-01T06:04:30Z</dcterms:modified>
  <cp:revision>1</cp:revision>
  <dc:title>Copia de Clase 01</dc:title>
</cp:coreProperties>
</file>