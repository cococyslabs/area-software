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BmRzXgIBGxG3xdVfdplJCXwpW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A0F9CC-8E01-47AD-9BE1-F32C4DF6A19B}">
  <a:tblStyle styleId="{A0A0F9CC-8E01-47AD-9BE1-F32C4DF6A19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spinthewheel.io/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hyperlink" Target="https://create.kahoot.it/details/89af1e0e-b7f0-43e0-bdc0-cfbb3047c12c" TargetMode="External"/><Relationship Id="rId6" Type="http://schemas.openxmlformats.org/officeDocument/2006/relationships/hyperlink" Target="https://create.kahoot.it/details/89af1e0e-b7f0-43e0-bdc0-cfbb3047c12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hyperlink" Target="https://create.kahoot.it/details/dc9702b2-fe07-43da-bc64-1ea31bbf520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1639847" y="2038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{A0A0F9CC-8E01-47AD-9BE1-F32C4DF6A19B}</a:tableStyleId>
              </a:tblPr>
              <a:tblGrid>
                <a:gridCol w="2777675"/>
                <a:gridCol w="3474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dd/mm/yyyy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54"/>
                        <a:buFont typeface="Arial"/>
                        <a:buNone/>
                      </a:pPr>
                      <a:r>
                        <a:rPr b="1" lang="en-US" sz="25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54"/>
                        <a:buFont typeface="Arial"/>
                        <a:buNone/>
                      </a:pPr>
                      <a:r>
                        <a:rPr lang="en-US" sz="2454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12:00 - 12:00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1568050" y="4269750"/>
            <a:ext cx="1632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0092 PROGRAMACION DE COMPUTADORAS 2 </a:t>
            </a:r>
            <a:r>
              <a:rPr b="1" lang="en-US" sz="4599"/>
              <a:t>[Sección]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471672" y="5204170"/>
            <a:ext cx="84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12388703" y="2053719"/>
            <a:ext cx="5385349" cy="10944768"/>
            <a:chOff x="0" y="0"/>
            <a:chExt cx="5000993" cy="10163632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4" r="-44" t="0"/>
              </a:stretch>
            </a:blip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8" r="-184142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0" y="8582374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54534" y="2054704"/>
            <a:ext cx="679189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54534" y="3576513"/>
            <a:ext cx="7960480" cy="152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109990" y="9079667"/>
            <a:ext cx="828297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0" y="7130912"/>
            <a:ext cx="1238870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b="0" i="0" lang="en-US" sz="40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3658752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658752" y="6769499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9144000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248775" y="5323945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1"/>
              <a:buFont typeface="Arial"/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674349" y="4022000"/>
            <a:ext cx="4136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674349" y="53620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a los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792559" y="6807599"/>
            <a:ext cx="4018066" cy="1294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del programa del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416991" y="4022000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0416991" y="5493806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Despedida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778062" y="-730338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0" y="-135361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1303664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0812830" y="495852"/>
            <a:ext cx="3561457" cy="756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Acerca de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393775" y="1929063"/>
            <a:ext cx="11278500" cy="6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lt2"/>
                </a:solidFill>
              </a:rPr>
              <a:t>Presentación del auxiliar: breve introducción del estudiante, formación académica, áreas de apoyo en el curso, experiencia técnica y enfoque de enseñanza</a:t>
            </a:r>
            <a:endParaRPr b="0" i="0" sz="2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t/>
            </a:r>
            <a:endParaRPr b="0" i="0" sz="43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-673165"/>
            <a:ext cx="12509938" cy="12218524"/>
          </a:xfrm>
          <a:custGeom>
            <a:rect b="b" l="l" r="r" t="t"/>
            <a:pathLst>
              <a:path extrusionOk="0" h="12218524" w="12509938">
                <a:moveTo>
                  <a:pt x="0" y="0"/>
                </a:moveTo>
                <a:lnTo>
                  <a:pt x="12509938" y="0"/>
                </a:lnTo>
                <a:lnTo>
                  <a:pt x="12509938" y="12218523"/>
                </a:lnTo>
                <a:lnTo>
                  <a:pt x="0" y="12218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999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12509938" y="-270723"/>
            <a:ext cx="5778062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3024288" y="2312981"/>
            <a:ext cx="4749362" cy="4749362"/>
          </a:xfrm>
          <a:custGeom>
            <a:rect b="b" l="l" r="r" t="t"/>
            <a:pathLst>
              <a:path extrusionOk="0" h="4749362" w="4749362">
                <a:moveTo>
                  <a:pt x="0" y="0"/>
                </a:moveTo>
                <a:lnTo>
                  <a:pt x="4749362" y="0"/>
                </a:lnTo>
                <a:lnTo>
                  <a:pt x="4749362" y="4749362"/>
                </a:lnTo>
                <a:lnTo>
                  <a:pt x="0" y="4749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/>
          <p:nvPr/>
        </p:nvSpPr>
        <p:spPr>
          <a:xfrm>
            <a:off x="2684716" y="1804787"/>
            <a:ext cx="7140506" cy="5953774"/>
          </a:xfrm>
          <a:custGeom>
            <a:rect b="b" l="l" r="r" t="t"/>
            <a:pathLst>
              <a:path extrusionOk="0" h="5953774" w="7140506">
                <a:moveTo>
                  <a:pt x="0" y="0"/>
                </a:moveTo>
                <a:lnTo>
                  <a:pt x="7140506" y="0"/>
                </a:lnTo>
                <a:lnTo>
                  <a:pt x="7140506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788339" y="264854"/>
            <a:ext cx="8933259" cy="77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Quienes conformamos la clase?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0" y="8816528"/>
            <a:ext cx="12509938" cy="4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5"/>
              <a:buFont typeface="Arial"/>
              <a:buNone/>
            </a:pPr>
            <a:r>
              <a:rPr b="0" i="0" lang="en-US" sz="2615" u="sng" cap="none" strike="noStrike">
                <a:solidFill>
                  <a:srgbClr val="FE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Ruleta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"/>
          <p:cNvGrpSpPr/>
          <p:nvPr/>
        </p:nvGrpSpPr>
        <p:grpSpPr>
          <a:xfrm>
            <a:off x="-289042" y="407918"/>
            <a:ext cx="17178772" cy="9471993"/>
            <a:chOff x="0" y="-47625"/>
            <a:chExt cx="4524450" cy="2494681"/>
          </a:xfrm>
        </p:grpSpPr>
        <p:sp>
          <p:nvSpPr>
            <p:cNvPr id="147" name="Google Shape;147;p6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6"/>
          <p:cNvSpPr/>
          <p:nvPr/>
        </p:nvSpPr>
        <p:spPr>
          <a:xfrm>
            <a:off x="1028700" y="4080985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/>
          <p:nvPr/>
        </p:nvSpPr>
        <p:spPr>
          <a:xfrm>
            <a:off x="13443253" y="4173384"/>
            <a:ext cx="4726892" cy="5706527"/>
          </a:xfrm>
          <a:custGeom>
            <a:rect b="b" l="l" r="r" t="t"/>
            <a:pathLst>
              <a:path extrusionOk="0" h="5706527" w="4726892">
                <a:moveTo>
                  <a:pt x="0" y="0"/>
                </a:moveTo>
                <a:lnTo>
                  <a:pt x="4726892" y="0"/>
                </a:lnTo>
                <a:lnTo>
                  <a:pt x="4726892" y="5706527"/>
                </a:lnTo>
                <a:lnTo>
                  <a:pt x="0" y="570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7790" t="0"/>
            </a:stretch>
          </a:blipFill>
          <a:ln>
            <a:noFill/>
          </a:ln>
        </p:spPr>
      </p:sp>
      <p:sp>
        <p:nvSpPr>
          <p:cNvPr id="151" name="Google Shape;151;p6"/>
          <p:cNvSpPr txBox="1"/>
          <p:nvPr/>
        </p:nvSpPr>
        <p:spPr>
          <a:xfrm>
            <a:off x="3220492" y="781050"/>
            <a:ext cx="11847016" cy="1218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521950" y="4266965"/>
            <a:ext cx="5378747" cy="1621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aca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248697" y="3886200"/>
            <a:ext cx="609600" cy="560070"/>
          </a:xfrm>
          <a:custGeom>
            <a:rect b="b" l="l" r="r" t="t"/>
            <a:pathLst>
              <a:path extrusionOk="0" h="746760" w="812800">
                <a:moveTo>
                  <a:pt x="452120" y="194310"/>
                </a:moveTo>
                <a:cubicBezTo>
                  <a:pt x="422910" y="335280"/>
                  <a:pt x="419100" y="449580"/>
                  <a:pt x="420370" y="449580"/>
                </a:cubicBezTo>
                <a:cubicBezTo>
                  <a:pt x="422910" y="450850"/>
                  <a:pt x="426720" y="336550"/>
                  <a:pt x="438150" y="288290"/>
                </a:cubicBezTo>
                <a:cubicBezTo>
                  <a:pt x="449580" y="245110"/>
                  <a:pt x="466090" y="203200"/>
                  <a:pt x="485140" y="171450"/>
                </a:cubicBezTo>
                <a:cubicBezTo>
                  <a:pt x="500380" y="146050"/>
                  <a:pt x="515620" y="124460"/>
                  <a:pt x="535940" y="109220"/>
                </a:cubicBezTo>
                <a:cubicBezTo>
                  <a:pt x="556260" y="92710"/>
                  <a:pt x="584200" y="81280"/>
                  <a:pt x="609600" y="76200"/>
                </a:cubicBezTo>
                <a:cubicBezTo>
                  <a:pt x="636270" y="72390"/>
                  <a:pt x="665480" y="74930"/>
                  <a:pt x="690880" y="82550"/>
                </a:cubicBezTo>
                <a:cubicBezTo>
                  <a:pt x="715010" y="91440"/>
                  <a:pt x="740410" y="106680"/>
                  <a:pt x="759460" y="125730"/>
                </a:cubicBezTo>
                <a:cubicBezTo>
                  <a:pt x="777240" y="144780"/>
                  <a:pt x="792480" y="170180"/>
                  <a:pt x="800100" y="195580"/>
                </a:cubicBezTo>
                <a:cubicBezTo>
                  <a:pt x="807720" y="220980"/>
                  <a:pt x="812800" y="247650"/>
                  <a:pt x="803910" y="275590"/>
                </a:cubicBezTo>
                <a:cubicBezTo>
                  <a:pt x="791210" y="314960"/>
                  <a:pt x="749300" y="358140"/>
                  <a:pt x="709930" y="400050"/>
                </a:cubicBezTo>
                <a:cubicBezTo>
                  <a:pt x="664210" y="450850"/>
                  <a:pt x="600710" y="524510"/>
                  <a:pt x="538480" y="551180"/>
                </a:cubicBezTo>
                <a:cubicBezTo>
                  <a:pt x="482600" y="575310"/>
                  <a:pt x="415290" y="582930"/>
                  <a:pt x="359410" y="567690"/>
                </a:cubicBezTo>
                <a:cubicBezTo>
                  <a:pt x="302260" y="552450"/>
                  <a:pt x="196850" y="490220"/>
                  <a:pt x="199390" y="458470"/>
                </a:cubicBezTo>
                <a:cubicBezTo>
                  <a:pt x="200660" y="425450"/>
                  <a:pt x="349250" y="359410"/>
                  <a:pt x="365760" y="373380"/>
                </a:cubicBezTo>
                <a:cubicBezTo>
                  <a:pt x="378460" y="383540"/>
                  <a:pt x="353060" y="447040"/>
                  <a:pt x="336550" y="477520"/>
                </a:cubicBezTo>
                <a:cubicBezTo>
                  <a:pt x="317500" y="509270"/>
                  <a:pt x="289560" y="542290"/>
                  <a:pt x="259080" y="558800"/>
                </a:cubicBezTo>
                <a:cubicBezTo>
                  <a:pt x="227330" y="574040"/>
                  <a:pt x="179070" y="577850"/>
                  <a:pt x="148590" y="575310"/>
                </a:cubicBezTo>
                <a:cubicBezTo>
                  <a:pt x="127000" y="574040"/>
                  <a:pt x="113030" y="568960"/>
                  <a:pt x="95250" y="557530"/>
                </a:cubicBezTo>
                <a:cubicBezTo>
                  <a:pt x="69850" y="541020"/>
                  <a:pt x="33020" y="508000"/>
                  <a:pt x="19050" y="476250"/>
                </a:cubicBezTo>
                <a:cubicBezTo>
                  <a:pt x="3810" y="443230"/>
                  <a:pt x="0" y="398780"/>
                  <a:pt x="7620" y="364490"/>
                </a:cubicBezTo>
                <a:cubicBezTo>
                  <a:pt x="15240" y="330200"/>
                  <a:pt x="44450" y="290830"/>
                  <a:pt x="66040" y="269240"/>
                </a:cubicBezTo>
                <a:cubicBezTo>
                  <a:pt x="80010" y="254000"/>
                  <a:pt x="96520" y="247650"/>
                  <a:pt x="114300" y="241300"/>
                </a:cubicBezTo>
                <a:cubicBezTo>
                  <a:pt x="130810" y="233680"/>
                  <a:pt x="147320" y="228600"/>
                  <a:pt x="168910" y="228600"/>
                </a:cubicBezTo>
                <a:cubicBezTo>
                  <a:pt x="199390" y="229870"/>
                  <a:pt x="247650" y="240030"/>
                  <a:pt x="276860" y="259080"/>
                </a:cubicBezTo>
                <a:cubicBezTo>
                  <a:pt x="306070" y="279400"/>
                  <a:pt x="331470" y="321310"/>
                  <a:pt x="344170" y="347980"/>
                </a:cubicBezTo>
                <a:cubicBezTo>
                  <a:pt x="351790" y="368300"/>
                  <a:pt x="354330" y="383540"/>
                  <a:pt x="353060" y="403860"/>
                </a:cubicBezTo>
                <a:cubicBezTo>
                  <a:pt x="350520" y="434340"/>
                  <a:pt x="337820" y="482600"/>
                  <a:pt x="316230" y="510540"/>
                </a:cubicBezTo>
                <a:cubicBezTo>
                  <a:pt x="294640" y="538480"/>
                  <a:pt x="251460" y="561340"/>
                  <a:pt x="223520" y="571500"/>
                </a:cubicBezTo>
                <a:cubicBezTo>
                  <a:pt x="203200" y="579120"/>
                  <a:pt x="187960" y="580390"/>
                  <a:pt x="167640" y="577850"/>
                </a:cubicBezTo>
                <a:cubicBezTo>
                  <a:pt x="137160" y="574040"/>
                  <a:pt x="90170" y="558800"/>
                  <a:pt x="63500" y="535940"/>
                </a:cubicBezTo>
                <a:cubicBezTo>
                  <a:pt x="36830" y="513080"/>
                  <a:pt x="15240" y="468630"/>
                  <a:pt x="6350" y="439420"/>
                </a:cubicBezTo>
                <a:cubicBezTo>
                  <a:pt x="1270" y="419100"/>
                  <a:pt x="1270" y="406400"/>
                  <a:pt x="3810" y="383540"/>
                </a:cubicBezTo>
                <a:cubicBezTo>
                  <a:pt x="7620" y="347980"/>
                  <a:pt x="13970" y="292100"/>
                  <a:pt x="38100" y="251460"/>
                </a:cubicBezTo>
                <a:cubicBezTo>
                  <a:pt x="64770" y="205740"/>
                  <a:pt x="114300" y="146050"/>
                  <a:pt x="166370" y="128270"/>
                </a:cubicBezTo>
                <a:cubicBezTo>
                  <a:pt x="222250" y="109220"/>
                  <a:pt x="309880" y="124460"/>
                  <a:pt x="365760" y="151130"/>
                </a:cubicBezTo>
                <a:cubicBezTo>
                  <a:pt x="419100" y="176530"/>
                  <a:pt x="506730" y="257810"/>
                  <a:pt x="499110" y="279400"/>
                </a:cubicBezTo>
                <a:cubicBezTo>
                  <a:pt x="491490" y="299720"/>
                  <a:pt x="340360" y="298450"/>
                  <a:pt x="336550" y="287020"/>
                </a:cubicBezTo>
                <a:cubicBezTo>
                  <a:pt x="334010" y="275590"/>
                  <a:pt x="444500" y="241300"/>
                  <a:pt x="472440" y="210820"/>
                </a:cubicBezTo>
                <a:cubicBezTo>
                  <a:pt x="492760" y="187960"/>
                  <a:pt x="494030" y="154940"/>
                  <a:pt x="506730" y="137160"/>
                </a:cubicBezTo>
                <a:cubicBezTo>
                  <a:pt x="515620" y="124460"/>
                  <a:pt x="525780" y="116840"/>
                  <a:pt x="535940" y="109220"/>
                </a:cubicBezTo>
                <a:cubicBezTo>
                  <a:pt x="546100" y="100330"/>
                  <a:pt x="556260" y="93980"/>
                  <a:pt x="571500" y="88900"/>
                </a:cubicBezTo>
                <a:cubicBezTo>
                  <a:pt x="591820" y="81280"/>
                  <a:pt x="624840" y="72390"/>
                  <a:pt x="650240" y="74930"/>
                </a:cubicBezTo>
                <a:cubicBezTo>
                  <a:pt x="676910" y="77470"/>
                  <a:pt x="708660" y="90170"/>
                  <a:pt x="727710" y="100330"/>
                </a:cubicBezTo>
                <a:cubicBezTo>
                  <a:pt x="741680" y="107950"/>
                  <a:pt x="749300" y="114300"/>
                  <a:pt x="759460" y="125730"/>
                </a:cubicBezTo>
                <a:cubicBezTo>
                  <a:pt x="773430" y="142240"/>
                  <a:pt x="792480" y="170180"/>
                  <a:pt x="800100" y="195580"/>
                </a:cubicBezTo>
                <a:cubicBezTo>
                  <a:pt x="807720" y="219710"/>
                  <a:pt x="808990" y="245110"/>
                  <a:pt x="803910" y="275590"/>
                </a:cubicBezTo>
                <a:cubicBezTo>
                  <a:pt x="796290" y="321310"/>
                  <a:pt x="765810" y="386080"/>
                  <a:pt x="739140" y="436880"/>
                </a:cubicBezTo>
                <a:cubicBezTo>
                  <a:pt x="711200" y="488950"/>
                  <a:pt x="680720" y="539750"/>
                  <a:pt x="640080" y="585470"/>
                </a:cubicBezTo>
                <a:cubicBezTo>
                  <a:pt x="595630" y="636270"/>
                  <a:pt x="542290" y="701040"/>
                  <a:pt x="480060" y="723900"/>
                </a:cubicBezTo>
                <a:cubicBezTo>
                  <a:pt x="419100" y="746760"/>
                  <a:pt x="330200" y="744220"/>
                  <a:pt x="270510" y="723900"/>
                </a:cubicBezTo>
                <a:cubicBezTo>
                  <a:pt x="214630" y="703580"/>
                  <a:pt x="158750" y="662940"/>
                  <a:pt x="129540" y="610870"/>
                </a:cubicBezTo>
                <a:cubicBezTo>
                  <a:pt x="96520" y="552450"/>
                  <a:pt x="99060" y="459740"/>
                  <a:pt x="101600" y="381000"/>
                </a:cubicBezTo>
                <a:cubicBezTo>
                  <a:pt x="102870" y="295910"/>
                  <a:pt x="123190" y="181610"/>
                  <a:pt x="149860" y="119380"/>
                </a:cubicBezTo>
                <a:cubicBezTo>
                  <a:pt x="166370" y="78740"/>
                  <a:pt x="184150" y="48260"/>
                  <a:pt x="213360" y="27940"/>
                </a:cubicBezTo>
                <a:cubicBezTo>
                  <a:pt x="241300" y="8890"/>
                  <a:pt x="288290" y="0"/>
                  <a:pt x="320040" y="2540"/>
                </a:cubicBezTo>
                <a:cubicBezTo>
                  <a:pt x="346710" y="3810"/>
                  <a:pt x="369570" y="12700"/>
                  <a:pt x="389890" y="29210"/>
                </a:cubicBezTo>
                <a:cubicBezTo>
                  <a:pt x="415290" y="48260"/>
                  <a:pt x="443230" y="90170"/>
                  <a:pt x="452120" y="120650"/>
                </a:cubicBezTo>
                <a:cubicBezTo>
                  <a:pt x="459740" y="144780"/>
                  <a:pt x="452120" y="194310"/>
                  <a:pt x="452120" y="194310"/>
                </a:cubicBezTo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6250602" y="3325178"/>
            <a:ext cx="2368867" cy="870585"/>
          </a:xfrm>
          <a:custGeom>
            <a:rect b="b" l="l" r="r" t="t"/>
            <a:pathLst>
              <a:path extrusionOk="0" h="1160780" w="3158490">
                <a:moveTo>
                  <a:pt x="5080" y="1024890"/>
                </a:moveTo>
                <a:cubicBezTo>
                  <a:pt x="127000" y="599440"/>
                  <a:pt x="167640" y="538480"/>
                  <a:pt x="203200" y="482600"/>
                </a:cubicBezTo>
                <a:cubicBezTo>
                  <a:pt x="231140" y="436880"/>
                  <a:pt x="256540" y="398780"/>
                  <a:pt x="288290" y="364490"/>
                </a:cubicBezTo>
                <a:cubicBezTo>
                  <a:pt x="317500" y="331470"/>
                  <a:pt x="342900" y="308610"/>
                  <a:pt x="384810" y="279400"/>
                </a:cubicBezTo>
                <a:cubicBezTo>
                  <a:pt x="453390" y="232410"/>
                  <a:pt x="565150" y="171450"/>
                  <a:pt x="668020" y="130810"/>
                </a:cubicBezTo>
                <a:cubicBezTo>
                  <a:pt x="777240" y="87630"/>
                  <a:pt x="904240" y="53340"/>
                  <a:pt x="1023620" y="33020"/>
                </a:cubicBezTo>
                <a:cubicBezTo>
                  <a:pt x="1141730" y="11430"/>
                  <a:pt x="1294130" y="7620"/>
                  <a:pt x="1379220" y="3810"/>
                </a:cubicBezTo>
                <a:cubicBezTo>
                  <a:pt x="1426210" y="2540"/>
                  <a:pt x="1451610" y="0"/>
                  <a:pt x="1488440" y="3810"/>
                </a:cubicBezTo>
                <a:cubicBezTo>
                  <a:pt x="1525270" y="7620"/>
                  <a:pt x="1562100" y="11430"/>
                  <a:pt x="1598930" y="27940"/>
                </a:cubicBezTo>
                <a:cubicBezTo>
                  <a:pt x="1642110" y="45720"/>
                  <a:pt x="1685290" y="73660"/>
                  <a:pt x="1728470" y="113030"/>
                </a:cubicBezTo>
                <a:cubicBezTo>
                  <a:pt x="1788160" y="167640"/>
                  <a:pt x="1870710" y="271780"/>
                  <a:pt x="1910080" y="337820"/>
                </a:cubicBezTo>
                <a:cubicBezTo>
                  <a:pt x="1935480" y="382270"/>
                  <a:pt x="1971040" y="431800"/>
                  <a:pt x="1958340" y="458470"/>
                </a:cubicBezTo>
                <a:cubicBezTo>
                  <a:pt x="1945640" y="486410"/>
                  <a:pt x="1838960" y="509270"/>
                  <a:pt x="1830070" y="497840"/>
                </a:cubicBezTo>
                <a:cubicBezTo>
                  <a:pt x="1819910" y="483870"/>
                  <a:pt x="1901190" y="394970"/>
                  <a:pt x="1943100" y="351790"/>
                </a:cubicBezTo>
                <a:cubicBezTo>
                  <a:pt x="1981200" y="312420"/>
                  <a:pt x="2026920" y="275590"/>
                  <a:pt x="2068830" y="250190"/>
                </a:cubicBezTo>
                <a:cubicBezTo>
                  <a:pt x="2104390" y="228600"/>
                  <a:pt x="2132330" y="218440"/>
                  <a:pt x="2174240" y="204470"/>
                </a:cubicBezTo>
                <a:cubicBezTo>
                  <a:pt x="2231390" y="185420"/>
                  <a:pt x="2306320" y="166370"/>
                  <a:pt x="2387600" y="156210"/>
                </a:cubicBezTo>
                <a:cubicBezTo>
                  <a:pt x="2489200" y="142240"/>
                  <a:pt x="2650490" y="137160"/>
                  <a:pt x="2739390" y="143510"/>
                </a:cubicBezTo>
                <a:cubicBezTo>
                  <a:pt x="2796540" y="147320"/>
                  <a:pt x="2832100" y="152400"/>
                  <a:pt x="2876550" y="165100"/>
                </a:cubicBezTo>
                <a:cubicBezTo>
                  <a:pt x="2919730" y="177800"/>
                  <a:pt x="2964180" y="193040"/>
                  <a:pt x="3002280" y="218440"/>
                </a:cubicBezTo>
                <a:cubicBezTo>
                  <a:pt x="3045460" y="246380"/>
                  <a:pt x="3093720" y="287020"/>
                  <a:pt x="3119120" y="328930"/>
                </a:cubicBezTo>
                <a:cubicBezTo>
                  <a:pt x="3141980" y="367030"/>
                  <a:pt x="3152140" y="427990"/>
                  <a:pt x="3154680" y="458470"/>
                </a:cubicBezTo>
                <a:cubicBezTo>
                  <a:pt x="3157220" y="476250"/>
                  <a:pt x="3157220" y="485140"/>
                  <a:pt x="3153410" y="500380"/>
                </a:cubicBezTo>
                <a:cubicBezTo>
                  <a:pt x="3147060" y="520700"/>
                  <a:pt x="3128010" y="553720"/>
                  <a:pt x="3112770" y="568960"/>
                </a:cubicBezTo>
                <a:cubicBezTo>
                  <a:pt x="3101340" y="580390"/>
                  <a:pt x="3092450" y="586740"/>
                  <a:pt x="3077210" y="590550"/>
                </a:cubicBezTo>
                <a:cubicBezTo>
                  <a:pt x="3056890" y="598170"/>
                  <a:pt x="3021330" y="603250"/>
                  <a:pt x="2997200" y="595630"/>
                </a:cubicBezTo>
                <a:cubicBezTo>
                  <a:pt x="2971800" y="589280"/>
                  <a:pt x="2945130" y="571500"/>
                  <a:pt x="2929890" y="551180"/>
                </a:cubicBezTo>
                <a:cubicBezTo>
                  <a:pt x="2913380" y="530860"/>
                  <a:pt x="2903220" y="500380"/>
                  <a:pt x="2903220" y="474980"/>
                </a:cubicBezTo>
                <a:cubicBezTo>
                  <a:pt x="2901950" y="449580"/>
                  <a:pt x="2915920" y="416560"/>
                  <a:pt x="2927350" y="398780"/>
                </a:cubicBezTo>
                <a:cubicBezTo>
                  <a:pt x="2936240" y="384810"/>
                  <a:pt x="2943860" y="377190"/>
                  <a:pt x="2957830" y="369570"/>
                </a:cubicBezTo>
                <a:cubicBezTo>
                  <a:pt x="2975610" y="359410"/>
                  <a:pt x="3009900" y="346710"/>
                  <a:pt x="3035300" y="347980"/>
                </a:cubicBezTo>
                <a:cubicBezTo>
                  <a:pt x="3060700" y="347980"/>
                  <a:pt x="3091180" y="360680"/>
                  <a:pt x="3110230" y="377190"/>
                </a:cubicBezTo>
                <a:cubicBezTo>
                  <a:pt x="3130550" y="392430"/>
                  <a:pt x="3145790" y="424180"/>
                  <a:pt x="3152140" y="445770"/>
                </a:cubicBezTo>
                <a:cubicBezTo>
                  <a:pt x="3157220" y="459740"/>
                  <a:pt x="3158490" y="471170"/>
                  <a:pt x="3155950" y="486410"/>
                </a:cubicBezTo>
                <a:cubicBezTo>
                  <a:pt x="3150870" y="508000"/>
                  <a:pt x="3139440" y="541020"/>
                  <a:pt x="3121660" y="560070"/>
                </a:cubicBezTo>
                <a:cubicBezTo>
                  <a:pt x="3105150" y="579120"/>
                  <a:pt x="3075940" y="594360"/>
                  <a:pt x="3050540" y="598170"/>
                </a:cubicBezTo>
                <a:cubicBezTo>
                  <a:pt x="3026410" y="603250"/>
                  <a:pt x="2990850" y="594360"/>
                  <a:pt x="2970530" y="586740"/>
                </a:cubicBezTo>
                <a:cubicBezTo>
                  <a:pt x="2956560" y="580390"/>
                  <a:pt x="2947670" y="574040"/>
                  <a:pt x="2938780" y="561340"/>
                </a:cubicBezTo>
                <a:cubicBezTo>
                  <a:pt x="2924810" y="544830"/>
                  <a:pt x="2903220" y="509270"/>
                  <a:pt x="2903220" y="488950"/>
                </a:cubicBezTo>
                <a:cubicBezTo>
                  <a:pt x="2904490" y="473710"/>
                  <a:pt x="2927350" y="463550"/>
                  <a:pt x="2922270" y="452120"/>
                </a:cubicBezTo>
                <a:cubicBezTo>
                  <a:pt x="2915920" y="434340"/>
                  <a:pt x="2862580" y="417830"/>
                  <a:pt x="2820670" y="407670"/>
                </a:cubicBezTo>
                <a:cubicBezTo>
                  <a:pt x="2759710" y="393700"/>
                  <a:pt x="2669540" y="392430"/>
                  <a:pt x="2589530" y="393700"/>
                </a:cubicBezTo>
                <a:cubicBezTo>
                  <a:pt x="2504440" y="394970"/>
                  <a:pt x="2393950" y="408940"/>
                  <a:pt x="2325370" y="417830"/>
                </a:cubicBezTo>
                <a:cubicBezTo>
                  <a:pt x="2282190" y="424180"/>
                  <a:pt x="2249170" y="420370"/>
                  <a:pt x="2218690" y="436880"/>
                </a:cubicBezTo>
                <a:cubicBezTo>
                  <a:pt x="2186940" y="454660"/>
                  <a:pt x="2178050" y="494030"/>
                  <a:pt x="2142490" y="525780"/>
                </a:cubicBezTo>
                <a:cubicBezTo>
                  <a:pt x="2082800" y="577850"/>
                  <a:pt x="1955800" y="708660"/>
                  <a:pt x="1884680" y="698500"/>
                </a:cubicBezTo>
                <a:cubicBezTo>
                  <a:pt x="1819910" y="689610"/>
                  <a:pt x="1761490" y="563880"/>
                  <a:pt x="1724660" y="508000"/>
                </a:cubicBezTo>
                <a:cubicBezTo>
                  <a:pt x="1699260" y="468630"/>
                  <a:pt x="1695450" y="434340"/>
                  <a:pt x="1671320" y="400050"/>
                </a:cubicBezTo>
                <a:cubicBezTo>
                  <a:pt x="1643380" y="360680"/>
                  <a:pt x="1601470" y="313690"/>
                  <a:pt x="1562100" y="288290"/>
                </a:cubicBezTo>
                <a:cubicBezTo>
                  <a:pt x="1530350" y="266700"/>
                  <a:pt x="1502410" y="254000"/>
                  <a:pt x="1459230" y="246380"/>
                </a:cubicBezTo>
                <a:cubicBezTo>
                  <a:pt x="1398270" y="233680"/>
                  <a:pt x="1291590" y="242570"/>
                  <a:pt x="1224280" y="247650"/>
                </a:cubicBezTo>
                <a:cubicBezTo>
                  <a:pt x="1174750" y="251460"/>
                  <a:pt x="1146810" y="257810"/>
                  <a:pt x="1096010" y="267970"/>
                </a:cubicBezTo>
                <a:cubicBezTo>
                  <a:pt x="1018540" y="283210"/>
                  <a:pt x="886460" y="309880"/>
                  <a:pt x="808990" y="335280"/>
                </a:cubicBezTo>
                <a:cubicBezTo>
                  <a:pt x="754380" y="353060"/>
                  <a:pt x="715010" y="370840"/>
                  <a:pt x="671830" y="391160"/>
                </a:cubicBezTo>
                <a:cubicBezTo>
                  <a:pt x="631190" y="408940"/>
                  <a:pt x="593090" y="426720"/>
                  <a:pt x="556260" y="450850"/>
                </a:cubicBezTo>
                <a:cubicBezTo>
                  <a:pt x="518160" y="476250"/>
                  <a:pt x="477520" y="505460"/>
                  <a:pt x="445770" y="539750"/>
                </a:cubicBezTo>
                <a:cubicBezTo>
                  <a:pt x="412750" y="574040"/>
                  <a:pt x="382270" y="617220"/>
                  <a:pt x="359410" y="655320"/>
                </a:cubicBezTo>
                <a:cubicBezTo>
                  <a:pt x="339090" y="688340"/>
                  <a:pt x="326390" y="709930"/>
                  <a:pt x="309880" y="753110"/>
                </a:cubicBezTo>
                <a:cubicBezTo>
                  <a:pt x="281940" y="829310"/>
                  <a:pt x="251460" y="1007110"/>
                  <a:pt x="222250" y="1073150"/>
                </a:cubicBezTo>
                <a:cubicBezTo>
                  <a:pt x="208280" y="1104900"/>
                  <a:pt x="196850" y="1123950"/>
                  <a:pt x="179070" y="1139190"/>
                </a:cubicBezTo>
                <a:cubicBezTo>
                  <a:pt x="165100" y="1150620"/>
                  <a:pt x="148590" y="1156970"/>
                  <a:pt x="129540" y="1158240"/>
                </a:cubicBezTo>
                <a:cubicBezTo>
                  <a:pt x="106680" y="1160780"/>
                  <a:pt x="73660" y="1155700"/>
                  <a:pt x="52070" y="1141730"/>
                </a:cubicBezTo>
                <a:cubicBezTo>
                  <a:pt x="31750" y="1127760"/>
                  <a:pt x="13970" y="1099820"/>
                  <a:pt x="6350" y="1078230"/>
                </a:cubicBezTo>
                <a:cubicBezTo>
                  <a:pt x="0" y="1060450"/>
                  <a:pt x="5080" y="1024890"/>
                  <a:pt x="5080" y="1024890"/>
                </a:cubicBez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61" name="Google Shape;161;p7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7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63" name="Google Shape;163;p7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4" name="Google Shape;164;p7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7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0"/>
              <a:buFont typeface="Arial"/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6" l="0" r="0" t="-26786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1028700" y="900765"/>
            <a:ext cx="5817742" cy="208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Evaluando lo nuevo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2343718" y="5202563"/>
            <a:ext cx="3187705" cy="1793084"/>
          </a:xfrm>
          <a:custGeom>
            <a:rect b="b" l="l" r="r" t="t"/>
            <a:pathLst>
              <a:path extrusionOk="0" h="1793084" w="3187705">
                <a:moveTo>
                  <a:pt x="0" y="0"/>
                </a:moveTo>
                <a:lnTo>
                  <a:pt x="3187705" y="0"/>
                </a:lnTo>
                <a:lnTo>
                  <a:pt x="3187705" y="1793084"/>
                </a:lnTo>
                <a:lnTo>
                  <a:pt x="0" y="1793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10487429" y="4764965"/>
            <a:ext cx="4763691" cy="602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4"/>
              <a:buFont typeface="Arial"/>
              <a:buNone/>
            </a:pPr>
            <a:r>
              <a:rPr b="0" i="0" lang="en-US" sz="3624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de la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9"/>
          <p:cNvSpPr/>
          <p:nvPr/>
        </p:nvSpPr>
        <p:spPr>
          <a:xfrm>
            <a:off x="14087458" y="3091234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6" y="0"/>
                </a:lnTo>
                <a:lnTo>
                  <a:pt x="2859716" y="4104532"/>
                </a:lnTo>
                <a:lnTo>
                  <a:pt x="0" y="4104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9"/>
          <p:cNvSpPr txBox="1"/>
          <p:nvPr/>
        </p:nvSpPr>
        <p:spPr>
          <a:xfrm>
            <a:off x="4207706" y="1334560"/>
            <a:ext cx="9756577" cy="117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7332538" y="4343720"/>
            <a:ext cx="3622923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760680" y="8134350"/>
            <a:ext cx="14766640" cy="1327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4"/>
              <a:buFont typeface="Arial"/>
              <a:buNone/>
            </a:pPr>
            <a:r>
              <a:rPr b="0" i="0" lang="en-US" sz="36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