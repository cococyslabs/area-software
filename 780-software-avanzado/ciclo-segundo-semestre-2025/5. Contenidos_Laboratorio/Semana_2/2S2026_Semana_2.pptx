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1"/>
  </p:notesMasterIdLst>
  <p:sldIdLst>
    <p:sldId id="29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6" r:id="rId40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gZq7k2wWtPwN27kiXbzrwRmK3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C4E097-AB72-45E3-8D71-76A77E23EE1D}">
  <a:tblStyle styleId="{86C4E097-AB72-45E3-8D71-76A77E23EE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c694b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a0bc694b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291ce7ef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2d9291ce7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9291ce7ef_0_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2d9291ce7e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d9291ce7ef_0_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2d9291ce7e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d9291ce7ef_0_3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g2d9291ce7e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d9291ce7ef_0_4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d9291ce7e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d9291ce7ef_0_5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2d9291ce7e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d9291ce7ef_0_5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2d9291ce7e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9291ce7ef_0_7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2d9291ce7e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d9291ce7ef_0_1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2d9291ce7e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d9291ce7ef_0_12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g2d9291ce7ef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9291ce7ef_0_13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2d9291ce7e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d933db9377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d933db93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d933db9377_0_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2d933db93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d933db9377_0_3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d933db9377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d933db9377_0_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2d933db937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d933db9377_0_4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g2d933db937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body" idx="1"/>
          </p:nvPr>
        </p:nvSpPr>
        <p:spPr>
          <a:xfrm>
            <a:off x="1031225" y="1838451"/>
            <a:ext cx="4918710" cy="359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4287"/>
            <a:ext cx="12192001" cy="68722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0"/>
          <p:cNvSpPr txBox="1">
            <a:spLocks noGrp="1"/>
          </p:cNvSpPr>
          <p:nvPr>
            <p:ph type="ctrTitle"/>
          </p:nvPr>
        </p:nvSpPr>
        <p:spPr>
          <a:xfrm>
            <a:off x="3761543" y="2980435"/>
            <a:ext cx="2747645" cy="84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/>
          <p:nvPr/>
        </p:nvSpPr>
        <p:spPr>
          <a:xfrm>
            <a:off x="0" y="1"/>
            <a:ext cx="4512945" cy="6858000"/>
          </a:xfrm>
          <a:custGeom>
            <a:avLst/>
            <a:gdLst/>
            <a:ahLst/>
            <a:cxnLst/>
            <a:rect l="l" t="t" r="r" b="b"/>
            <a:pathLst>
              <a:path w="4512945" h="6858000" extrusionOk="0">
                <a:moveTo>
                  <a:pt x="2579526" y="0"/>
                </a:moveTo>
                <a:lnTo>
                  <a:pt x="0" y="0"/>
                </a:lnTo>
                <a:lnTo>
                  <a:pt x="0" y="6858000"/>
                </a:lnTo>
                <a:lnTo>
                  <a:pt x="2579526" y="6858000"/>
                </a:lnTo>
                <a:lnTo>
                  <a:pt x="2623927" y="6830809"/>
                </a:lnTo>
                <a:lnTo>
                  <a:pt x="2664265" y="6805301"/>
                </a:lnTo>
                <a:lnTo>
                  <a:pt x="2704277" y="6779328"/>
                </a:lnTo>
                <a:lnTo>
                  <a:pt x="2743959" y="6752894"/>
                </a:lnTo>
                <a:lnTo>
                  <a:pt x="2783307" y="6726002"/>
                </a:lnTo>
                <a:lnTo>
                  <a:pt x="2822316" y="6698657"/>
                </a:lnTo>
                <a:lnTo>
                  <a:pt x="2860985" y="6670862"/>
                </a:lnTo>
                <a:lnTo>
                  <a:pt x="2899307" y="6642621"/>
                </a:lnTo>
                <a:lnTo>
                  <a:pt x="2937280" y="6613938"/>
                </a:lnTo>
                <a:lnTo>
                  <a:pt x="2974901" y="6584817"/>
                </a:lnTo>
                <a:lnTo>
                  <a:pt x="3012164" y="6555261"/>
                </a:lnTo>
                <a:lnTo>
                  <a:pt x="3049067" y="6525274"/>
                </a:lnTo>
                <a:lnTo>
                  <a:pt x="3085605" y="6494860"/>
                </a:lnTo>
                <a:lnTo>
                  <a:pt x="3121775" y="6464023"/>
                </a:lnTo>
                <a:lnTo>
                  <a:pt x="3157573" y="6432766"/>
                </a:lnTo>
                <a:lnTo>
                  <a:pt x="3192995" y="6401094"/>
                </a:lnTo>
                <a:lnTo>
                  <a:pt x="3228038" y="6369010"/>
                </a:lnTo>
                <a:lnTo>
                  <a:pt x="3262697" y="6336518"/>
                </a:lnTo>
                <a:lnTo>
                  <a:pt x="3296969" y="6303622"/>
                </a:lnTo>
                <a:lnTo>
                  <a:pt x="3330850" y="6270325"/>
                </a:lnTo>
                <a:lnTo>
                  <a:pt x="3364336" y="6236632"/>
                </a:lnTo>
                <a:lnTo>
                  <a:pt x="3397423" y="6202546"/>
                </a:lnTo>
                <a:lnTo>
                  <a:pt x="3430108" y="6168071"/>
                </a:lnTo>
                <a:lnTo>
                  <a:pt x="3462387" y="6133211"/>
                </a:lnTo>
                <a:lnTo>
                  <a:pt x="3494255" y="6097969"/>
                </a:lnTo>
                <a:lnTo>
                  <a:pt x="3525710" y="6062349"/>
                </a:lnTo>
                <a:lnTo>
                  <a:pt x="3556747" y="6026356"/>
                </a:lnTo>
                <a:lnTo>
                  <a:pt x="3587363" y="5989993"/>
                </a:lnTo>
                <a:lnTo>
                  <a:pt x="3617554" y="5953263"/>
                </a:lnTo>
                <a:lnTo>
                  <a:pt x="3647316" y="5916171"/>
                </a:lnTo>
                <a:lnTo>
                  <a:pt x="3676645" y="5878720"/>
                </a:lnTo>
                <a:lnTo>
                  <a:pt x="3705537" y="5840915"/>
                </a:lnTo>
                <a:lnTo>
                  <a:pt x="3733989" y="5802758"/>
                </a:lnTo>
                <a:lnTo>
                  <a:pt x="3761997" y="5764254"/>
                </a:lnTo>
                <a:lnTo>
                  <a:pt x="3789556" y="5725406"/>
                </a:lnTo>
                <a:lnTo>
                  <a:pt x="3816664" y="5686219"/>
                </a:lnTo>
                <a:lnTo>
                  <a:pt x="3843317" y="5646696"/>
                </a:lnTo>
                <a:lnTo>
                  <a:pt x="3869510" y="5606841"/>
                </a:lnTo>
                <a:lnTo>
                  <a:pt x="3895240" y="5566658"/>
                </a:lnTo>
                <a:lnTo>
                  <a:pt x="3920503" y="5526150"/>
                </a:lnTo>
                <a:lnTo>
                  <a:pt x="3945295" y="5485321"/>
                </a:lnTo>
                <a:lnTo>
                  <a:pt x="3969612" y="5444176"/>
                </a:lnTo>
                <a:lnTo>
                  <a:pt x="3993452" y="5402717"/>
                </a:lnTo>
                <a:lnTo>
                  <a:pt x="4016809" y="5360949"/>
                </a:lnTo>
                <a:lnTo>
                  <a:pt x="4039680" y="5318875"/>
                </a:lnTo>
                <a:lnTo>
                  <a:pt x="4062061" y="5276500"/>
                </a:lnTo>
                <a:lnTo>
                  <a:pt x="4083949" y="5233827"/>
                </a:lnTo>
                <a:lnTo>
                  <a:pt x="4105340" y="5190860"/>
                </a:lnTo>
                <a:lnTo>
                  <a:pt x="4126229" y="5147602"/>
                </a:lnTo>
                <a:lnTo>
                  <a:pt x="4146614" y="5104058"/>
                </a:lnTo>
                <a:lnTo>
                  <a:pt x="4166489" y="5060232"/>
                </a:lnTo>
                <a:lnTo>
                  <a:pt x="4185853" y="5016126"/>
                </a:lnTo>
                <a:lnTo>
                  <a:pt x="4204700" y="4971745"/>
                </a:lnTo>
                <a:lnTo>
                  <a:pt x="4223026" y="4927093"/>
                </a:lnTo>
                <a:lnTo>
                  <a:pt x="4240829" y="4882173"/>
                </a:lnTo>
                <a:lnTo>
                  <a:pt x="4258105" y="4836989"/>
                </a:lnTo>
                <a:lnTo>
                  <a:pt x="4274848" y="4791546"/>
                </a:lnTo>
                <a:lnTo>
                  <a:pt x="4291057" y="4745846"/>
                </a:lnTo>
                <a:lnTo>
                  <a:pt x="4306726" y="4699894"/>
                </a:lnTo>
                <a:lnTo>
                  <a:pt x="4321852" y="4653693"/>
                </a:lnTo>
                <a:lnTo>
                  <a:pt x="4336432" y="4607248"/>
                </a:lnTo>
                <a:lnTo>
                  <a:pt x="4350461" y="4560562"/>
                </a:lnTo>
                <a:lnTo>
                  <a:pt x="4363936" y="4513638"/>
                </a:lnTo>
                <a:lnTo>
                  <a:pt x="4376853" y="4466481"/>
                </a:lnTo>
                <a:lnTo>
                  <a:pt x="4389208" y="4419095"/>
                </a:lnTo>
                <a:lnTo>
                  <a:pt x="4400997" y="4371483"/>
                </a:lnTo>
                <a:lnTo>
                  <a:pt x="4412217" y="4323648"/>
                </a:lnTo>
                <a:lnTo>
                  <a:pt x="4422864" y="4275596"/>
                </a:lnTo>
                <a:lnTo>
                  <a:pt x="4432933" y="4227329"/>
                </a:lnTo>
                <a:lnTo>
                  <a:pt x="4442422" y="4178852"/>
                </a:lnTo>
                <a:lnTo>
                  <a:pt x="4451326" y="4130167"/>
                </a:lnTo>
                <a:lnTo>
                  <a:pt x="4459642" y="4081280"/>
                </a:lnTo>
                <a:lnTo>
                  <a:pt x="4467365" y="4032194"/>
                </a:lnTo>
                <a:lnTo>
                  <a:pt x="4474492" y="3982912"/>
                </a:lnTo>
                <a:lnTo>
                  <a:pt x="4481019" y="3933438"/>
                </a:lnTo>
                <a:lnTo>
                  <a:pt x="4486943" y="3883777"/>
                </a:lnTo>
                <a:lnTo>
                  <a:pt x="4492260" y="3833932"/>
                </a:lnTo>
                <a:lnTo>
                  <a:pt x="4496965" y="3783906"/>
                </a:lnTo>
                <a:lnTo>
                  <a:pt x="4501055" y="3733704"/>
                </a:lnTo>
                <a:lnTo>
                  <a:pt x="4504526" y="3683329"/>
                </a:lnTo>
                <a:lnTo>
                  <a:pt x="4507375" y="3632786"/>
                </a:lnTo>
                <a:lnTo>
                  <a:pt x="4509597" y="3582077"/>
                </a:lnTo>
                <a:lnTo>
                  <a:pt x="4511189" y="3531208"/>
                </a:lnTo>
                <a:lnTo>
                  <a:pt x="4512147" y="3480180"/>
                </a:lnTo>
                <a:lnTo>
                  <a:pt x="4512467" y="3429000"/>
                </a:lnTo>
                <a:lnTo>
                  <a:pt x="4512147" y="3377819"/>
                </a:lnTo>
                <a:lnTo>
                  <a:pt x="4511189" y="3326791"/>
                </a:lnTo>
                <a:lnTo>
                  <a:pt x="4509597" y="3275922"/>
                </a:lnTo>
                <a:lnTo>
                  <a:pt x="4507375" y="3225213"/>
                </a:lnTo>
                <a:lnTo>
                  <a:pt x="4504526" y="3174670"/>
                </a:lnTo>
                <a:lnTo>
                  <a:pt x="4501055" y="3124295"/>
                </a:lnTo>
                <a:lnTo>
                  <a:pt x="4496965" y="3074093"/>
                </a:lnTo>
                <a:lnTo>
                  <a:pt x="4492260" y="3024067"/>
                </a:lnTo>
                <a:lnTo>
                  <a:pt x="4486943" y="2974222"/>
                </a:lnTo>
                <a:lnTo>
                  <a:pt x="4481019" y="2924561"/>
                </a:lnTo>
                <a:lnTo>
                  <a:pt x="4474492" y="2875087"/>
                </a:lnTo>
                <a:lnTo>
                  <a:pt x="4467365" y="2825805"/>
                </a:lnTo>
                <a:lnTo>
                  <a:pt x="4459642" y="2776719"/>
                </a:lnTo>
                <a:lnTo>
                  <a:pt x="4451326" y="2727832"/>
                </a:lnTo>
                <a:lnTo>
                  <a:pt x="4442422" y="2679147"/>
                </a:lnTo>
                <a:lnTo>
                  <a:pt x="4432933" y="2630670"/>
                </a:lnTo>
                <a:lnTo>
                  <a:pt x="4422864" y="2582403"/>
                </a:lnTo>
                <a:lnTo>
                  <a:pt x="4412217" y="2534351"/>
                </a:lnTo>
                <a:lnTo>
                  <a:pt x="4400997" y="2486516"/>
                </a:lnTo>
                <a:lnTo>
                  <a:pt x="4389208" y="2438904"/>
                </a:lnTo>
                <a:lnTo>
                  <a:pt x="4376853" y="2391517"/>
                </a:lnTo>
                <a:lnTo>
                  <a:pt x="4363936" y="2344361"/>
                </a:lnTo>
                <a:lnTo>
                  <a:pt x="4350461" y="2297437"/>
                </a:lnTo>
                <a:lnTo>
                  <a:pt x="4336432" y="2250751"/>
                </a:lnTo>
                <a:lnTo>
                  <a:pt x="4321852" y="2204305"/>
                </a:lnTo>
                <a:lnTo>
                  <a:pt x="4306726" y="2158105"/>
                </a:lnTo>
                <a:lnTo>
                  <a:pt x="4291057" y="2112153"/>
                </a:lnTo>
                <a:lnTo>
                  <a:pt x="4274848" y="2066453"/>
                </a:lnTo>
                <a:lnTo>
                  <a:pt x="4258105" y="2021009"/>
                </a:lnTo>
                <a:lnTo>
                  <a:pt x="4240829" y="1975826"/>
                </a:lnTo>
                <a:lnTo>
                  <a:pt x="4223026" y="1930906"/>
                </a:lnTo>
                <a:lnTo>
                  <a:pt x="4204700" y="1886254"/>
                </a:lnTo>
                <a:lnTo>
                  <a:pt x="4185853" y="1841873"/>
                </a:lnTo>
                <a:lnTo>
                  <a:pt x="4166489" y="1797767"/>
                </a:lnTo>
                <a:lnTo>
                  <a:pt x="4146614" y="1753940"/>
                </a:lnTo>
                <a:lnTo>
                  <a:pt x="4126229" y="1710396"/>
                </a:lnTo>
                <a:lnTo>
                  <a:pt x="4105340" y="1667139"/>
                </a:lnTo>
                <a:lnTo>
                  <a:pt x="4083949" y="1624171"/>
                </a:lnTo>
                <a:lnTo>
                  <a:pt x="4062061" y="1581498"/>
                </a:lnTo>
                <a:lnTo>
                  <a:pt x="4039680" y="1539123"/>
                </a:lnTo>
                <a:lnTo>
                  <a:pt x="4016809" y="1497049"/>
                </a:lnTo>
                <a:lnTo>
                  <a:pt x="3993452" y="1455281"/>
                </a:lnTo>
                <a:lnTo>
                  <a:pt x="3969612" y="1413823"/>
                </a:lnTo>
                <a:lnTo>
                  <a:pt x="3945295" y="1372677"/>
                </a:lnTo>
                <a:lnTo>
                  <a:pt x="3920503" y="1331849"/>
                </a:lnTo>
                <a:lnTo>
                  <a:pt x="3895240" y="1291341"/>
                </a:lnTo>
                <a:lnTo>
                  <a:pt x="3869510" y="1251157"/>
                </a:lnTo>
                <a:lnTo>
                  <a:pt x="3843317" y="1211302"/>
                </a:lnTo>
                <a:lnTo>
                  <a:pt x="3816664" y="1171779"/>
                </a:lnTo>
                <a:lnTo>
                  <a:pt x="3789556" y="1132592"/>
                </a:lnTo>
                <a:lnTo>
                  <a:pt x="3761997" y="1093744"/>
                </a:lnTo>
                <a:lnTo>
                  <a:pt x="3733989" y="1055240"/>
                </a:lnTo>
                <a:lnTo>
                  <a:pt x="3705537" y="1017084"/>
                </a:lnTo>
                <a:lnTo>
                  <a:pt x="3676645" y="979278"/>
                </a:lnTo>
                <a:lnTo>
                  <a:pt x="3647316" y="941827"/>
                </a:lnTo>
                <a:lnTo>
                  <a:pt x="3617554" y="904735"/>
                </a:lnTo>
                <a:lnTo>
                  <a:pt x="3587363" y="868005"/>
                </a:lnTo>
                <a:lnTo>
                  <a:pt x="3556747" y="831642"/>
                </a:lnTo>
                <a:lnTo>
                  <a:pt x="3525710" y="795649"/>
                </a:lnTo>
                <a:lnTo>
                  <a:pt x="3494255" y="760029"/>
                </a:lnTo>
                <a:lnTo>
                  <a:pt x="3462387" y="724787"/>
                </a:lnTo>
                <a:lnTo>
                  <a:pt x="3430108" y="689927"/>
                </a:lnTo>
                <a:lnTo>
                  <a:pt x="3397423" y="655452"/>
                </a:lnTo>
                <a:lnTo>
                  <a:pt x="3364336" y="621366"/>
                </a:lnTo>
                <a:lnTo>
                  <a:pt x="3330850" y="587672"/>
                </a:lnTo>
                <a:lnTo>
                  <a:pt x="3296969" y="554376"/>
                </a:lnTo>
                <a:lnTo>
                  <a:pt x="3262697" y="521480"/>
                </a:lnTo>
                <a:lnTo>
                  <a:pt x="3228038" y="488988"/>
                </a:lnTo>
                <a:lnTo>
                  <a:pt x="3192995" y="456904"/>
                </a:lnTo>
                <a:lnTo>
                  <a:pt x="3157573" y="425232"/>
                </a:lnTo>
                <a:lnTo>
                  <a:pt x="3121775" y="393975"/>
                </a:lnTo>
                <a:lnTo>
                  <a:pt x="3085605" y="363138"/>
                </a:lnTo>
                <a:lnTo>
                  <a:pt x="3049067" y="332724"/>
                </a:lnTo>
                <a:lnTo>
                  <a:pt x="3012164" y="302737"/>
                </a:lnTo>
                <a:lnTo>
                  <a:pt x="2974901" y="273181"/>
                </a:lnTo>
                <a:lnTo>
                  <a:pt x="2937280" y="244060"/>
                </a:lnTo>
                <a:lnTo>
                  <a:pt x="2899307" y="215376"/>
                </a:lnTo>
                <a:lnTo>
                  <a:pt x="2860985" y="187136"/>
                </a:lnTo>
                <a:lnTo>
                  <a:pt x="2822316" y="159341"/>
                </a:lnTo>
                <a:lnTo>
                  <a:pt x="2783307" y="131996"/>
                </a:lnTo>
                <a:lnTo>
                  <a:pt x="2743959" y="105104"/>
                </a:lnTo>
                <a:lnTo>
                  <a:pt x="2704277" y="78670"/>
                </a:lnTo>
                <a:lnTo>
                  <a:pt x="2664265" y="52697"/>
                </a:lnTo>
                <a:lnTo>
                  <a:pt x="2623927" y="27189"/>
                </a:lnTo>
                <a:lnTo>
                  <a:pt x="2579526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8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bc694bfc_0_8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a0bc694bfc_0_8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304815" lvl="0" indent="-22861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609630" lvl="1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914446" lvl="2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219261" lvl="3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1524076" lvl="4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1828891" lvl="5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2133707" lvl="6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2438522" lvl="7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2743337" lvl="8" indent="-21167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a0bc694bfc_0_8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lvl="0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buClr>
                <a:srgbClr val="888888"/>
              </a:buClr>
              <a:buSzPts val="12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0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endParaRPr lang="es-G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s-G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852160" y="4251960"/>
            <a:ext cx="1869440" cy="276999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419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1031225" y="1838451"/>
            <a:ext cx="4918710" cy="3597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0bc694bfc_0_0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0bc694bfc_0_0"/>
          <p:cNvGraphicFramePr/>
          <p:nvPr>
            <p:extLst>
              <p:ext uri="{D42A27DB-BD31-4B8C-83A1-F6EECF244321}">
                <p14:modId xmlns:p14="http://schemas.microsoft.com/office/powerpoint/2010/main" val="790095088"/>
              </p:ext>
            </p:extLst>
          </p:nvPr>
        </p:nvGraphicFramePr>
        <p:xfrm>
          <a:off x="7104267" y="1293367"/>
          <a:ext cx="4920767" cy="1219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s-GT" sz="1900" b="1" u="none" strike="noStrike" cap="none" noProof="0" dirty="0">
                          <a:solidFill>
                            <a:schemeClr val="dk1"/>
                          </a:solidFill>
                        </a:rPr>
                        <a:t>Día, Fecha: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s-GT" sz="2400" u="none" strike="noStrike" cap="none" noProof="0" dirty="0"/>
                        <a:t>04/02/202</a:t>
                      </a:r>
                      <a:r>
                        <a:rPr lang="es-GT" sz="2400" noProof="0" dirty="0"/>
                        <a:t>6</a:t>
                      </a:r>
                      <a:endParaRPr lang="es-GT" sz="2400" u="none" strike="noStrike" cap="none" noProof="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s-GT" sz="1900" b="1" u="none" strike="noStrike" cap="none" noProof="0" dirty="0">
                          <a:solidFill>
                            <a:schemeClr val="dk1"/>
                          </a:solidFill>
                        </a:rPr>
                        <a:t>Hora de fin:</a:t>
                      </a: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s-GT" sz="2400" u="none" strike="noStrike" cap="none" noProof="0"/>
                        <a:t>7:00 </a:t>
                      </a:r>
                      <a:r>
                        <a:rPr lang="es-GT" sz="2400" u="none" strike="noStrike" cap="none" noProof="0" dirty="0"/>
                        <a:t>pm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" name="Google Shape;90;g3a0bc694bfc_0_0"/>
          <p:cNvSpPr txBox="1"/>
          <p:nvPr/>
        </p:nvSpPr>
        <p:spPr>
          <a:xfrm>
            <a:off x="1920233" y="3011067"/>
            <a:ext cx="9805800" cy="75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GT" sz="3334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Avanzado Sección B</a:t>
            </a:r>
          </a:p>
        </p:txBody>
      </p:sp>
      <p:sp>
        <p:nvSpPr>
          <p:cNvPr id="91" name="Google Shape;91;g3a0bc694bfc_0_0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GT" sz="266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718805" y="615188"/>
            <a:ext cx="2743835" cy="158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950" rIns="0" bIns="0" anchor="t" anchorCtr="0">
            <a:spAutoFit/>
          </a:bodyPr>
          <a:lstStyle/>
          <a:p>
            <a:pPr marL="12700" marR="5080" lvl="0" indent="0" algn="l" rtl="0">
              <a:lnSpc>
                <a:spcPct val="107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000000"/>
                </a:solidFill>
              </a:rPr>
              <a:t>Software Avanzado</a:t>
            </a:r>
            <a:endParaRPr sz="5400" dirty="0"/>
          </a:p>
        </p:txBody>
      </p:sp>
      <p:grpSp>
        <p:nvGrpSpPr>
          <p:cNvPr id="54" name="Google Shape;54;p2"/>
          <p:cNvGrpSpPr/>
          <p:nvPr/>
        </p:nvGrpSpPr>
        <p:grpSpPr>
          <a:xfrm>
            <a:off x="639376" y="2575166"/>
            <a:ext cx="3475991" cy="46355"/>
            <a:chOff x="639376" y="2575166"/>
            <a:chExt cx="3475991" cy="46355"/>
          </a:xfrm>
        </p:grpSpPr>
        <p:sp>
          <p:nvSpPr>
            <p:cNvPr id="55" name="Google Shape;55;p2"/>
            <p:cNvSpPr/>
            <p:nvPr/>
          </p:nvSpPr>
          <p:spPr>
            <a:xfrm>
              <a:off x="639376" y="2577163"/>
              <a:ext cx="3475990" cy="42545"/>
            </a:xfrm>
            <a:custGeom>
              <a:avLst/>
              <a:gdLst/>
              <a:ahLst/>
              <a:cxnLst/>
              <a:rect l="l" t="t" r="r" b="b"/>
              <a:pathLst>
                <a:path w="3475990" h="42544" extrusionOk="0">
                  <a:moveTo>
                    <a:pt x="279528" y="0"/>
                  </a:moveTo>
                  <a:lnTo>
                    <a:pt x="233093" y="77"/>
                  </a:lnTo>
                  <a:lnTo>
                    <a:pt x="187729" y="734"/>
                  </a:lnTo>
                  <a:lnTo>
                    <a:pt x="142621" y="2005"/>
                  </a:lnTo>
                  <a:lnTo>
                    <a:pt x="96957" y="3922"/>
                  </a:lnTo>
                  <a:lnTo>
                    <a:pt x="49922" y="6519"/>
                  </a:lnTo>
                  <a:lnTo>
                    <a:pt x="703" y="9830"/>
                  </a:lnTo>
                  <a:lnTo>
                    <a:pt x="0" y="13578"/>
                  </a:lnTo>
                  <a:lnTo>
                    <a:pt x="892" y="24119"/>
                  </a:lnTo>
                  <a:lnTo>
                    <a:pt x="703" y="28118"/>
                  </a:lnTo>
                  <a:lnTo>
                    <a:pt x="112779" y="30208"/>
                  </a:lnTo>
                  <a:lnTo>
                    <a:pt x="222566" y="31369"/>
                  </a:lnTo>
                  <a:lnTo>
                    <a:pt x="329871" y="31742"/>
                  </a:lnTo>
                  <a:lnTo>
                    <a:pt x="434500" y="31464"/>
                  </a:lnTo>
                  <a:lnTo>
                    <a:pt x="586002" y="30132"/>
                  </a:lnTo>
                  <a:lnTo>
                    <a:pt x="774184" y="27328"/>
                  </a:lnTo>
                  <a:lnTo>
                    <a:pt x="1000030" y="22143"/>
                  </a:lnTo>
                  <a:lnTo>
                    <a:pt x="1097103" y="20708"/>
                  </a:lnTo>
                  <a:lnTo>
                    <a:pt x="1147835" y="20387"/>
                  </a:lnTo>
                  <a:lnTo>
                    <a:pt x="1200282" y="20418"/>
                  </a:lnTo>
                  <a:lnTo>
                    <a:pt x="1254632" y="20865"/>
                  </a:lnTo>
                  <a:lnTo>
                    <a:pt x="1311074" y="21793"/>
                  </a:lnTo>
                  <a:lnTo>
                    <a:pt x="1369796" y="23268"/>
                  </a:lnTo>
                  <a:lnTo>
                    <a:pt x="1430986" y="25355"/>
                  </a:lnTo>
                  <a:lnTo>
                    <a:pt x="1494832" y="28118"/>
                  </a:lnTo>
                  <a:lnTo>
                    <a:pt x="1567794" y="30716"/>
                  </a:lnTo>
                  <a:lnTo>
                    <a:pt x="1636275" y="31546"/>
                  </a:lnTo>
                  <a:lnTo>
                    <a:pt x="1700488" y="30972"/>
                  </a:lnTo>
                  <a:lnTo>
                    <a:pt x="1760648" y="29359"/>
                  </a:lnTo>
                  <a:lnTo>
                    <a:pt x="1816970" y="27069"/>
                  </a:lnTo>
                  <a:lnTo>
                    <a:pt x="1918952" y="21920"/>
                  </a:lnTo>
                  <a:lnTo>
                    <a:pt x="1965041" y="19788"/>
                  </a:lnTo>
                  <a:lnTo>
                    <a:pt x="2008147" y="18436"/>
                  </a:lnTo>
                  <a:lnTo>
                    <a:pt x="2048485" y="18230"/>
                  </a:lnTo>
                  <a:lnTo>
                    <a:pt x="2086269" y="19531"/>
                  </a:lnTo>
                  <a:lnTo>
                    <a:pt x="2121712" y="22706"/>
                  </a:lnTo>
                  <a:lnTo>
                    <a:pt x="2155029" y="28118"/>
                  </a:lnTo>
                  <a:lnTo>
                    <a:pt x="2188410" y="33879"/>
                  </a:lnTo>
                  <a:lnTo>
                    <a:pt x="2224026" y="37985"/>
                  </a:lnTo>
                  <a:lnTo>
                    <a:pt x="2262057" y="40626"/>
                  </a:lnTo>
                  <a:lnTo>
                    <a:pt x="2302685" y="41991"/>
                  </a:lnTo>
                  <a:lnTo>
                    <a:pt x="2346092" y="42269"/>
                  </a:lnTo>
                  <a:lnTo>
                    <a:pt x="2392461" y="41651"/>
                  </a:lnTo>
                  <a:lnTo>
                    <a:pt x="2441973" y="40325"/>
                  </a:lnTo>
                  <a:lnTo>
                    <a:pt x="2675085" y="31733"/>
                  </a:lnTo>
                  <a:lnTo>
                    <a:pt x="2743038" y="29711"/>
                  </a:lnTo>
                  <a:lnTo>
                    <a:pt x="2815226" y="28118"/>
                  </a:lnTo>
                  <a:lnTo>
                    <a:pt x="2887253" y="27056"/>
                  </a:lnTo>
                  <a:lnTo>
                    <a:pt x="2954779" y="26449"/>
                  </a:lnTo>
                  <a:lnTo>
                    <a:pt x="3018067" y="26223"/>
                  </a:lnTo>
                  <a:lnTo>
                    <a:pt x="3132973" y="26606"/>
                  </a:lnTo>
                  <a:lnTo>
                    <a:pt x="3323443" y="28584"/>
                  </a:lnTo>
                  <a:lnTo>
                    <a:pt x="3403197" y="28961"/>
                  </a:lnTo>
                  <a:lnTo>
                    <a:pt x="3440120" y="28730"/>
                  </a:lnTo>
                  <a:lnTo>
                    <a:pt x="3475423" y="28118"/>
                  </a:lnTo>
                  <a:lnTo>
                    <a:pt x="3475423" y="9830"/>
                  </a:lnTo>
                  <a:lnTo>
                    <a:pt x="3404512" y="8103"/>
                  </a:lnTo>
                  <a:lnTo>
                    <a:pt x="3336138" y="6897"/>
                  </a:lnTo>
                  <a:lnTo>
                    <a:pt x="3270283" y="6151"/>
                  </a:lnTo>
                  <a:lnTo>
                    <a:pt x="3206927" y="5806"/>
                  </a:lnTo>
                  <a:lnTo>
                    <a:pt x="3146052" y="5802"/>
                  </a:lnTo>
                  <a:lnTo>
                    <a:pt x="3087639" y="6081"/>
                  </a:lnTo>
                  <a:lnTo>
                    <a:pt x="2978127" y="7248"/>
                  </a:lnTo>
                  <a:lnTo>
                    <a:pt x="2746139" y="10949"/>
                  </a:lnTo>
                  <a:lnTo>
                    <a:pt x="2669670" y="11495"/>
                  </a:lnTo>
                  <a:lnTo>
                    <a:pt x="2634860" y="11331"/>
                  </a:lnTo>
                  <a:lnTo>
                    <a:pt x="2602308" y="10795"/>
                  </a:lnTo>
                  <a:lnTo>
                    <a:pt x="2526331" y="8585"/>
                  </a:lnTo>
                  <a:lnTo>
                    <a:pt x="2477451" y="8304"/>
                  </a:lnTo>
                  <a:lnTo>
                    <a:pt x="2426124" y="8766"/>
                  </a:lnTo>
                  <a:lnTo>
                    <a:pt x="2373122" y="9748"/>
                  </a:lnTo>
                  <a:lnTo>
                    <a:pt x="2211772" y="13613"/>
                  </a:lnTo>
                  <a:lnTo>
                    <a:pt x="2159777" y="14469"/>
                  </a:lnTo>
                  <a:lnTo>
                    <a:pt x="2109960" y="14739"/>
                  </a:lnTo>
                  <a:lnTo>
                    <a:pt x="2063094" y="14204"/>
                  </a:lnTo>
                  <a:lnTo>
                    <a:pt x="2019948" y="12641"/>
                  </a:lnTo>
                  <a:lnTo>
                    <a:pt x="1981293" y="9830"/>
                  </a:lnTo>
                  <a:lnTo>
                    <a:pt x="1944892" y="6783"/>
                  </a:lnTo>
                  <a:lnTo>
                    <a:pt x="1907687" y="4600"/>
                  </a:lnTo>
                  <a:lnTo>
                    <a:pt x="1869220" y="3187"/>
                  </a:lnTo>
                  <a:lnTo>
                    <a:pt x="1829032" y="2452"/>
                  </a:lnTo>
                  <a:lnTo>
                    <a:pt x="1786666" y="2303"/>
                  </a:lnTo>
                  <a:lnTo>
                    <a:pt x="1741663" y="2645"/>
                  </a:lnTo>
                  <a:lnTo>
                    <a:pt x="1693564" y="3386"/>
                  </a:lnTo>
                  <a:lnTo>
                    <a:pt x="1461044" y="8485"/>
                  </a:lnTo>
                  <a:lnTo>
                    <a:pt x="1127143" y="14662"/>
                  </a:lnTo>
                  <a:lnTo>
                    <a:pt x="1031778" y="15877"/>
                  </a:lnTo>
                  <a:lnTo>
                    <a:pt x="937252" y="16273"/>
                  </a:lnTo>
                  <a:lnTo>
                    <a:pt x="889286" y="16079"/>
                  </a:lnTo>
                  <a:lnTo>
                    <a:pt x="840309" y="15579"/>
                  </a:lnTo>
                  <a:lnTo>
                    <a:pt x="789915" y="14738"/>
                  </a:lnTo>
                  <a:lnTo>
                    <a:pt x="737695" y="13522"/>
                  </a:lnTo>
                  <a:lnTo>
                    <a:pt x="683243" y="11897"/>
                  </a:lnTo>
                  <a:lnTo>
                    <a:pt x="556217" y="7133"/>
                  </a:lnTo>
                  <a:lnTo>
                    <a:pt x="433384" y="2909"/>
                  </a:lnTo>
                  <a:lnTo>
                    <a:pt x="378859" y="1449"/>
                  </a:lnTo>
                  <a:lnTo>
                    <a:pt x="327845" y="468"/>
                  </a:lnTo>
                  <a:lnTo>
                    <a:pt x="279528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9377" y="2575166"/>
              <a:ext cx="3475990" cy="46355"/>
            </a:xfrm>
            <a:custGeom>
              <a:avLst/>
              <a:gdLst/>
              <a:ahLst/>
              <a:cxnLst/>
              <a:rect l="l" t="t" r="r" b="b"/>
              <a:pathLst>
                <a:path w="3475990" h="46355" extrusionOk="0">
                  <a:moveTo>
                    <a:pt x="703" y="11827"/>
                  </a:moveTo>
                  <a:lnTo>
                    <a:pt x="49469" y="9517"/>
                  </a:lnTo>
                  <a:lnTo>
                    <a:pt x="99400" y="8641"/>
                  </a:lnTo>
                  <a:lnTo>
                    <a:pt x="150240" y="8928"/>
                  </a:lnTo>
                  <a:lnTo>
                    <a:pt x="201729" y="10109"/>
                  </a:lnTo>
                  <a:lnTo>
                    <a:pt x="253610" y="11916"/>
                  </a:lnTo>
                  <a:lnTo>
                    <a:pt x="305626" y="14078"/>
                  </a:lnTo>
                  <a:lnTo>
                    <a:pt x="357518" y="16326"/>
                  </a:lnTo>
                  <a:lnTo>
                    <a:pt x="409029" y="18390"/>
                  </a:lnTo>
                  <a:lnTo>
                    <a:pt x="459901" y="20001"/>
                  </a:lnTo>
                  <a:lnTo>
                    <a:pt x="509875" y="20890"/>
                  </a:lnTo>
                  <a:lnTo>
                    <a:pt x="558695" y="20786"/>
                  </a:lnTo>
                  <a:lnTo>
                    <a:pt x="606102" y="19421"/>
                  </a:lnTo>
                  <a:lnTo>
                    <a:pt x="651838" y="16524"/>
                  </a:lnTo>
                  <a:lnTo>
                    <a:pt x="695647" y="11827"/>
                  </a:lnTo>
                  <a:lnTo>
                    <a:pt x="742312" y="7014"/>
                  </a:lnTo>
                  <a:lnTo>
                    <a:pt x="790130" y="4542"/>
                  </a:lnTo>
                  <a:lnTo>
                    <a:pt x="838974" y="3992"/>
                  </a:lnTo>
                  <a:lnTo>
                    <a:pt x="888716" y="4945"/>
                  </a:lnTo>
                  <a:lnTo>
                    <a:pt x="939229" y="6979"/>
                  </a:lnTo>
                  <a:lnTo>
                    <a:pt x="990387" y="9677"/>
                  </a:lnTo>
                  <a:lnTo>
                    <a:pt x="1042061" y="12616"/>
                  </a:lnTo>
                  <a:lnTo>
                    <a:pt x="1094125" y="15378"/>
                  </a:lnTo>
                  <a:lnTo>
                    <a:pt x="1146452" y="17542"/>
                  </a:lnTo>
                  <a:lnTo>
                    <a:pt x="1198914" y="18689"/>
                  </a:lnTo>
                  <a:lnTo>
                    <a:pt x="1251385" y="18399"/>
                  </a:lnTo>
                  <a:lnTo>
                    <a:pt x="1303737" y="16252"/>
                  </a:lnTo>
                  <a:lnTo>
                    <a:pt x="1355844" y="11827"/>
                  </a:lnTo>
                  <a:lnTo>
                    <a:pt x="1408020" y="7405"/>
                  </a:lnTo>
                  <a:lnTo>
                    <a:pt x="1460560" y="5265"/>
                  </a:lnTo>
                  <a:lnTo>
                    <a:pt x="1513301" y="4984"/>
                  </a:lnTo>
                  <a:lnTo>
                    <a:pt x="1566080" y="6143"/>
                  </a:lnTo>
                  <a:lnTo>
                    <a:pt x="1618736" y="8319"/>
                  </a:lnTo>
                  <a:lnTo>
                    <a:pt x="1671105" y="11092"/>
                  </a:lnTo>
                  <a:lnTo>
                    <a:pt x="1723026" y="14040"/>
                  </a:lnTo>
                  <a:lnTo>
                    <a:pt x="1774336" y="16743"/>
                  </a:lnTo>
                  <a:lnTo>
                    <a:pt x="1824872" y="18778"/>
                  </a:lnTo>
                  <a:lnTo>
                    <a:pt x="1874474" y="19726"/>
                  </a:lnTo>
                  <a:lnTo>
                    <a:pt x="1922977" y="19164"/>
                  </a:lnTo>
                  <a:lnTo>
                    <a:pt x="1970220" y="16671"/>
                  </a:lnTo>
                  <a:lnTo>
                    <a:pt x="2016041" y="11827"/>
                  </a:lnTo>
                  <a:lnTo>
                    <a:pt x="2055094" y="7178"/>
                  </a:lnTo>
                  <a:lnTo>
                    <a:pt x="2094385" y="3815"/>
                  </a:lnTo>
                  <a:lnTo>
                    <a:pt x="2134252" y="1592"/>
                  </a:lnTo>
                  <a:lnTo>
                    <a:pt x="2175031" y="368"/>
                  </a:lnTo>
                  <a:lnTo>
                    <a:pt x="2217061" y="0"/>
                  </a:lnTo>
                  <a:lnTo>
                    <a:pt x="2260679" y="343"/>
                  </a:lnTo>
                  <a:lnTo>
                    <a:pt x="2306224" y="1254"/>
                  </a:lnTo>
                  <a:lnTo>
                    <a:pt x="2354034" y="2591"/>
                  </a:lnTo>
                  <a:lnTo>
                    <a:pt x="2404445" y="4210"/>
                  </a:lnTo>
                  <a:lnTo>
                    <a:pt x="2457797" y="5968"/>
                  </a:lnTo>
                  <a:lnTo>
                    <a:pt x="2514426" y="7722"/>
                  </a:lnTo>
                  <a:lnTo>
                    <a:pt x="2574671" y="9328"/>
                  </a:lnTo>
                  <a:lnTo>
                    <a:pt x="2638870" y="10643"/>
                  </a:lnTo>
                  <a:lnTo>
                    <a:pt x="2707360" y="11524"/>
                  </a:lnTo>
                  <a:lnTo>
                    <a:pt x="2780479" y="11827"/>
                  </a:lnTo>
                  <a:lnTo>
                    <a:pt x="2857731" y="11575"/>
                  </a:lnTo>
                  <a:lnTo>
                    <a:pt x="2928051" y="10958"/>
                  </a:lnTo>
                  <a:lnTo>
                    <a:pt x="2992110" y="10076"/>
                  </a:lnTo>
                  <a:lnTo>
                    <a:pt x="3050578" y="9031"/>
                  </a:lnTo>
                  <a:lnTo>
                    <a:pt x="3104127" y="7924"/>
                  </a:lnTo>
                  <a:lnTo>
                    <a:pt x="3153428" y="6855"/>
                  </a:lnTo>
                  <a:lnTo>
                    <a:pt x="3199152" y="5926"/>
                  </a:lnTo>
                  <a:lnTo>
                    <a:pt x="3241969" y="5238"/>
                  </a:lnTo>
                  <a:lnTo>
                    <a:pt x="3282552" y="4892"/>
                  </a:lnTo>
                  <a:lnTo>
                    <a:pt x="3321570" y="4989"/>
                  </a:lnTo>
                  <a:lnTo>
                    <a:pt x="3359695" y="5630"/>
                  </a:lnTo>
                  <a:lnTo>
                    <a:pt x="3397598" y="6916"/>
                  </a:lnTo>
                  <a:lnTo>
                    <a:pt x="3435950" y="8948"/>
                  </a:lnTo>
                  <a:lnTo>
                    <a:pt x="3475423" y="11827"/>
                  </a:lnTo>
                  <a:lnTo>
                    <a:pt x="3474989" y="19378"/>
                  </a:lnTo>
                  <a:lnTo>
                    <a:pt x="3474956" y="21649"/>
                  </a:lnTo>
                  <a:lnTo>
                    <a:pt x="3475423" y="30115"/>
                  </a:lnTo>
                  <a:lnTo>
                    <a:pt x="3423148" y="31916"/>
                  </a:lnTo>
                  <a:lnTo>
                    <a:pt x="3369779" y="32519"/>
                  </a:lnTo>
                  <a:lnTo>
                    <a:pt x="3315693" y="32154"/>
                  </a:lnTo>
                  <a:lnTo>
                    <a:pt x="3261262" y="31051"/>
                  </a:lnTo>
                  <a:lnTo>
                    <a:pt x="3206862" y="29441"/>
                  </a:lnTo>
                  <a:lnTo>
                    <a:pt x="3152868" y="27554"/>
                  </a:lnTo>
                  <a:lnTo>
                    <a:pt x="3099654" y="25620"/>
                  </a:lnTo>
                  <a:lnTo>
                    <a:pt x="3047595" y="23870"/>
                  </a:lnTo>
                  <a:lnTo>
                    <a:pt x="2997065" y="22533"/>
                  </a:lnTo>
                  <a:lnTo>
                    <a:pt x="2948440" y="21841"/>
                  </a:lnTo>
                  <a:lnTo>
                    <a:pt x="2902095" y="22022"/>
                  </a:lnTo>
                  <a:lnTo>
                    <a:pt x="2858402" y="23308"/>
                  </a:lnTo>
                  <a:lnTo>
                    <a:pt x="2817739" y="25929"/>
                  </a:lnTo>
                  <a:lnTo>
                    <a:pt x="2780479" y="30115"/>
                  </a:lnTo>
                  <a:lnTo>
                    <a:pt x="2736997" y="35146"/>
                  </a:lnTo>
                  <a:lnTo>
                    <a:pt x="2689772" y="38597"/>
                  </a:lnTo>
                  <a:lnTo>
                    <a:pt x="2639612" y="40670"/>
                  </a:lnTo>
                  <a:lnTo>
                    <a:pt x="2587329" y="41562"/>
                  </a:lnTo>
                  <a:lnTo>
                    <a:pt x="2533731" y="41473"/>
                  </a:lnTo>
                  <a:lnTo>
                    <a:pt x="2479629" y="40602"/>
                  </a:lnTo>
                  <a:lnTo>
                    <a:pt x="2425832" y="39149"/>
                  </a:lnTo>
                  <a:lnTo>
                    <a:pt x="2373150" y="37312"/>
                  </a:lnTo>
                  <a:lnTo>
                    <a:pt x="2322394" y="35291"/>
                  </a:lnTo>
                  <a:lnTo>
                    <a:pt x="2274373" y="33285"/>
                  </a:lnTo>
                  <a:lnTo>
                    <a:pt x="2229897" y="31494"/>
                  </a:lnTo>
                  <a:lnTo>
                    <a:pt x="2189777" y="30115"/>
                  </a:lnTo>
                  <a:lnTo>
                    <a:pt x="2153755" y="28865"/>
                  </a:lnTo>
                  <a:lnTo>
                    <a:pt x="2115247" y="27258"/>
                  </a:lnTo>
                  <a:lnTo>
                    <a:pt x="2074259" y="25449"/>
                  </a:lnTo>
                  <a:lnTo>
                    <a:pt x="2030798" y="23591"/>
                  </a:lnTo>
                  <a:lnTo>
                    <a:pt x="1984872" y="21838"/>
                  </a:lnTo>
                  <a:lnTo>
                    <a:pt x="1936488" y="20345"/>
                  </a:lnTo>
                  <a:lnTo>
                    <a:pt x="1885653" y="19266"/>
                  </a:lnTo>
                  <a:lnTo>
                    <a:pt x="1832375" y="18755"/>
                  </a:lnTo>
                  <a:lnTo>
                    <a:pt x="1776660" y="18966"/>
                  </a:lnTo>
                  <a:lnTo>
                    <a:pt x="1718516" y="20054"/>
                  </a:lnTo>
                  <a:lnTo>
                    <a:pt x="1657949" y="22172"/>
                  </a:lnTo>
                  <a:lnTo>
                    <a:pt x="1594968" y="25474"/>
                  </a:lnTo>
                  <a:lnTo>
                    <a:pt x="1529580" y="30115"/>
                  </a:lnTo>
                  <a:lnTo>
                    <a:pt x="1464569" y="34994"/>
                  </a:lnTo>
                  <a:lnTo>
                    <a:pt x="1402596" y="38929"/>
                  </a:lnTo>
                  <a:lnTo>
                    <a:pt x="1343479" y="41957"/>
                  </a:lnTo>
                  <a:lnTo>
                    <a:pt x="1287036" y="44113"/>
                  </a:lnTo>
                  <a:lnTo>
                    <a:pt x="1233086" y="45432"/>
                  </a:lnTo>
                  <a:lnTo>
                    <a:pt x="1181445" y="45950"/>
                  </a:lnTo>
                  <a:lnTo>
                    <a:pt x="1131934" y="45702"/>
                  </a:lnTo>
                  <a:lnTo>
                    <a:pt x="1084369" y="44724"/>
                  </a:lnTo>
                  <a:lnTo>
                    <a:pt x="1038569" y="43050"/>
                  </a:lnTo>
                  <a:lnTo>
                    <a:pt x="994352" y="40717"/>
                  </a:lnTo>
                  <a:lnTo>
                    <a:pt x="951537" y="37760"/>
                  </a:lnTo>
                  <a:lnTo>
                    <a:pt x="909941" y="34214"/>
                  </a:lnTo>
                  <a:lnTo>
                    <a:pt x="869383" y="30115"/>
                  </a:lnTo>
                  <a:lnTo>
                    <a:pt x="835834" y="27419"/>
                  </a:lnTo>
                  <a:lnTo>
                    <a:pt x="796939" y="25894"/>
                  </a:lnTo>
                  <a:lnTo>
                    <a:pt x="753327" y="25374"/>
                  </a:lnTo>
                  <a:lnTo>
                    <a:pt x="705630" y="25691"/>
                  </a:lnTo>
                  <a:lnTo>
                    <a:pt x="654478" y="26678"/>
                  </a:lnTo>
                  <a:lnTo>
                    <a:pt x="600502" y="28169"/>
                  </a:lnTo>
                  <a:lnTo>
                    <a:pt x="544331" y="29998"/>
                  </a:lnTo>
                  <a:lnTo>
                    <a:pt x="486598" y="31996"/>
                  </a:lnTo>
                  <a:lnTo>
                    <a:pt x="427932" y="33998"/>
                  </a:lnTo>
                  <a:lnTo>
                    <a:pt x="368964" y="35836"/>
                  </a:lnTo>
                  <a:lnTo>
                    <a:pt x="310324" y="37344"/>
                  </a:lnTo>
                  <a:lnTo>
                    <a:pt x="252644" y="38355"/>
                  </a:lnTo>
                  <a:lnTo>
                    <a:pt x="196553" y="38702"/>
                  </a:lnTo>
                  <a:lnTo>
                    <a:pt x="142684" y="38219"/>
                  </a:lnTo>
                  <a:lnTo>
                    <a:pt x="91665" y="36737"/>
                  </a:lnTo>
                  <a:lnTo>
                    <a:pt x="44127" y="34092"/>
                  </a:lnTo>
                  <a:lnTo>
                    <a:pt x="703" y="30115"/>
                  </a:lnTo>
                  <a:lnTo>
                    <a:pt x="763" y="23523"/>
                  </a:lnTo>
                  <a:lnTo>
                    <a:pt x="769" y="15585"/>
                  </a:lnTo>
                  <a:lnTo>
                    <a:pt x="703" y="11827"/>
                  </a:lnTo>
                  <a:close/>
                </a:path>
                <a:path w="3475990" h="46355" extrusionOk="0">
                  <a:moveTo>
                    <a:pt x="703" y="11827"/>
                  </a:moveTo>
                  <a:lnTo>
                    <a:pt x="49921" y="8516"/>
                  </a:lnTo>
                  <a:lnTo>
                    <a:pt x="96957" y="5919"/>
                  </a:lnTo>
                  <a:lnTo>
                    <a:pt x="142621" y="4002"/>
                  </a:lnTo>
                  <a:lnTo>
                    <a:pt x="187729" y="2732"/>
                  </a:lnTo>
                  <a:lnTo>
                    <a:pt x="233093" y="2074"/>
                  </a:lnTo>
                  <a:lnTo>
                    <a:pt x="279528" y="1997"/>
                  </a:lnTo>
                  <a:lnTo>
                    <a:pt x="327845" y="2465"/>
                  </a:lnTo>
                  <a:lnTo>
                    <a:pt x="378859" y="3446"/>
                  </a:lnTo>
                  <a:lnTo>
                    <a:pt x="433384" y="4907"/>
                  </a:lnTo>
                  <a:lnTo>
                    <a:pt x="492232" y="6813"/>
                  </a:lnTo>
                  <a:lnTo>
                    <a:pt x="556217" y="9131"/>
                  </a:lnTo>
                  <a:lnTo>
                    <a:pt x="626153" y="11827"/>
                  </a:lnTo>
                  <a:lnTo>
                    <a:pt x="683243" y="13894"/>
                  </a:lnTo>
                  <a:lnTo>
                    <a:pt x="737695" y="15519"/>
                  </a:lnTo>
                  <a:lnTo>
                    <a:pt x="789914" y="16735"/>
                  </a:lnTo>
                  <a:lnTo>
                    <a:pt x="840309" y="17576"/>
                  </a:lnTo>
                  <a:lnTo>
                    <a:pt x="889286" y="18076"/>
                  </a:lnTo>
                  <a:lnTo>
                    <a:pt x="937252" y="18270"/>
                  </a:lnTo>
                  <a:lnTo>
                    <a:pt x="984613" y="18192"/>
                  </a:lnTo>
                  <a:lnTo>
                    <a:pt x="1031777" y="17874"/>
                  </a:lnTo>
                  <a:lnTo>
                    <a:pt x="1079152" y="17352"/>
                  </a:lnTo>
                  <a:lnTo>
                    <a:pt x="1127142" y="16660"/>
                  </a:lnTo>
                  <a:lnTo>
                    <a:pt x="1176157" y="15830"/>
                  </a:lnTo>
                  <a:lnTo>
                    <a:pt x="1226602" y="14898"/>
                  </a:lnTo>
                  <a:lnTo>
                    <a:pt x="1278885" y="13898"/>
                  </a:lnTo>
                  <a:lnTo>
                    <a:pt x="1333412" y="12863"/>
                  </a:lnTo>
                  <a:lnTo>
                    <a:pt x="1390591" y="11827"/>
                  </a:lnTo>
                  <a:lnTo>
                    <a:pt x="1461044" y="10483"/>
                  </a:lnTo>
                  <a:lnTo>
                    <a:pt x="1526109" y="9074"/>
                  </a:lnTo>
                  <a:lnTo>
                    <a:pt x="1586246" y="7692"/>
                  </a:lnTo>
                  <a:lnTo>
                    <a:pt x="1641911" y="6431"/>
                  </a:lnTo>
                  <a:lnTo>
                    <a:pt x="1693564" y="5383"/>
                  </a:lnTo>
                  <a:lnTo>
                    <a:pt x="1741663" y="4642"/>
                  </a:lnTo>
                  <a:lnTo>
                    <a:pt x="1786666" y="4300"/>
                  </a:lnTo>
                  <a:lnTo>
                    <a:pt x="1829032" y="4450"/>
                  </a:lnTo>
                  <a:lnTo>
                    <a:pt x="1869220" y="5185"/>
                  </a:lnTo>
                  <a:lnTo>
                    <a:pt x="1907686" y="6597"/>
                  </a:lnTo>
                  <a:lnTo>
                    <a:pt x="1944891" y="8780"/>
                  </a:lnTo>
                  <a:lnTo>
                    <a:pt x="1981293" y="11827"/>
                  </a:lnTo>
                  <a:lnTo>
                    <a:pt x="2019947" y="14639"/>
                  </a:lnTo>
                  <a:lnTo>
                    <a:pt x="2063094" y="16201"/>
                  </a:lnTo>
                  <a:lnTo>
                    <a:pt x="2109960" y="16737"/>
                  </a:lnTo>
                  <a:lnTo>
                    <a:pt x="2159776" y="16466"/>
                  </a:lnTo>
                  <a:lnTo>
                    <a:pt x="2211772" y="15610"/>
                  </a:lnTo>
                  <a:lnTo>
                    <a:pt x="2265175" y="14390"/>
                  </a:lnTo>
                  <a:lnTo>
                    <a:pt x="2319215" y="13029"/>
                  </a:lnTo>
                  <a:lnTo>
                    <a:pt x="2373122" y="11746"/>
                  </a:lnTo>
                  <a:lnTo>
                    <a:pt x="2426124" y="10763"/>
                  </a:lnTo>
                  <a:lnTo>
                    <a:pt x="2477451" y="10301"/>
                  </a:lnTo>
                  <a:lnTo>
                    <a:pt x="2526332" y="10582"/>
                  </a:lnTo>
                  <a:lnTo>
                    <a:pt x="2571996" y="11827"/>
                  </a:lnTo>
                  <a:lnTo>
                    <a:pt x="2602308" y="12793"/>
                  </a:lnTo>
                  <a:lnTo>
                    <a:pt x="2634860" y="13328"/>
                  </a:lnTo>
                  <a:lnTo>
                    <a:pt x="2669670" y="13492"/>
                  </a:lnTo>
                  <a:lnTo>
                    <a:pt x="2706757" y="13345"/>
                  </a:lnTo>
                  <a:lnTo>
                    <a:pt x="2746139" y="12946"/>
                  </a:lnTo>
                  <a:lnTo>
                    <a:pt x="2787834" y="12354"/>
                  </a:lnTo>
                  <a:lnTo>
                    <a:pt x="2831863" y="11628"/>
                  </a:lnTo>
                  <a:lnTo>
                    <a:pt x="2878242" y="10829"/>
                  </a:lnTo>
                  <a:lnTo>
                    <a:pt x="2926990" y="10015"/>
                  </a:lnTo>
                  <a:lnTo>
                    <a:pt x="2978127" y="9246"/>
                  </a:lnTo>
                  <a:lnTo>
                    <a:pt x="3031670" y="8580"/>
                  </a:lnTo>
                  <a:lnTo>
                    <a:pt x="3087639" y="8079"/>
                  </a:lnTo>
                  <a:lnTo>
                    <a:pt x="3146052" y="7800"/>
                  </a:lnTo>
                  <a:lnTo>
                    <a:pt x="3206926" y="7803"/>
                  </a:lnTo>
                  <a:lnTo>
                    <a:pt x="3270283" y="8148"/>
                  </a:lnTo>
                  <a:lnTo>
                    <a:pt x="3336138" y="8894"/>
                  </a:lnTo>
                  <a:lnTo>
                    <a:pt x="3404512" y="10101"/>
                  </a:lnTo>
                  <a:lnTo>
                    <a:pt x="3475423" y="11827"/>
                  </a:lnTo>
                  <a:lnTo>
                    <a:pt x="3475341" y="16233"/>
                  </a:lnTo>
                  <a:lnTo>
                    <a:pt x="3475334" y="21809"/>
                  </a:lnTo>
                  <a:lnTo>
                    <a:pt x="3475423" y="30115"/>
                  </a:lnTo>
                  <a:lnTo>
                    <a:pt x="3440120" y="30727"/>
                  </a:lnTo>
                  <a:lnTo>
                    <a:pt x="3403197" y="30958"/>
                  </a:lnTo>
                  <a:lnTo>
                    <a:pt x="3364392" y="30884"/>
                  </a:lnTo>
                  <a:lnTo>
                    <a:pt x="3323444" y="30582"/>
                  </a:lnTo>
                  <a:lnTo>
                    <a:pt x="3280089" y="30126"/>
                  </a:lnTo>
                  <a:lnTo>
                    <a:pt x="3234067" y="29594"/>
                  </a:lnTo>
                  <a:lnTo>
                    <a:pt x="3185116" y="29061"/>
                  </a:lnTo>
                  <a:lnTo>
                    <a:pt x="3132974" y="28604"/>
                  </a:lnTo>
                  <a:lnTo>
                    <a:pt x="3077378" y="28299"/>
                  </a:lnTo>
                  <a:lnTo>
                    <a:pt x="3018067" y="28221"/>
                  </a:lnTo>
                  <a:lnTo>
                    <a:pt x="2954779" y="28447"/>
                  </a:lnTo>
                  <a:lnTo>
                    <a:pt x="2887253" y="29053"/>
                  </a:lnTo>
                  <a:lnTo>
                    <a:pt x="2815226" y="30115"/>
                  </a:lnTo>
                  <a:lnTo>
                    <a:pt x="2743038" y="31709"/>
                  </a:lnTo>
                  <a:lnTo>
                    <a:pt x="2675085" y="33731"/>
                  </a:lnTo>
                  <a:lnTo>
                    <a:pt x="2611183" y="35993"/>
                  </a:lnTo>
                  <a:lnTo>
                    <a:pt x="2551152" y="38305"/>
                  </a:lnTo>
                  <a:lnTo>
                    <a:pt x="2494809" y="40478"/>
                  </a:lnTo>
                  <a:lnTo>
                    <a:pt x="2441973" y="42322"/>
                  </a:lnTo>
                  <a:lnTo>
                    <a:pt x="2392461" y="43648"/>
                  </a:lnTo>
                  <a:lnTo>
                    <a:pt x="2346092" y="44267"/>
                  </a:lnTo>
                  <a:lnTo>
                    <a:pt x="2302685" y="43988"/>
                  </a:lnTo>
                  <a:lnTo>
                    <a:pt x="2262056" y="42623"/>
                  </a:lnTo>
                  <a:lnTo>
                    <a:pt x="2224025" y="39982"/>
                  </a:lnTo>
                  <a:lnTo>
                    <a:pt x="2188410" y="35876"/>
                  </a:lnTo>
                  <a:lnTo>
                    <a:pt x="2155029" y="30115"/>
                  </a:lnTo>
                  <a:lnTo>
                    <a:pt x="2121712" y="24704"/>
                  </a:lnTo>
                  <a:lnTo>
                    <a:pt x="2086268" y="21529"/>
                  </a:lnTo>
                  <a:lnTo>
                    <a:pt x="2048485" y="20227"/>
                  </a:lnTo>
                  <a:lnTo>
                    <a:pt x="2008147" y="20434"/>
                  </a:lnTo>
                  <a:lnTo>
                    <a:pt x="1965041" y="21785"/>
                  </a:lnTo>
                  <a:lnTo>
                    <a:pt x="1918952" y="23917"/>
                  </a:lnTo>
                  <a:lnTo>
                    <a:pt x="1869666" y="26466"/>
                  </a:lnTo>
                  <a:lnTo>
                    <a:pt x="1816970" y="29067"/>
                  </a:lnTo>
                  <a:lnTo>
                    <a:pt x="1760649" y="31356"/>
                  </a:lnTo>
                  <a:lnTo>
                    <a:pt x="1700488" y="32970"/>
                  </a:lnTo>
                  <a:lnTo>
                    <a:pt x="1636275" y="33544"/>
                  </a:lnTo>
                  <a:lnTo>
                    <a:pt x="1567794" y="32713"/>
                  </a:lnTo>
                  <a:lnTo>
                    <a:pt x="1494833" y="30115"/>
                  </a:lnTo>
                  <a:lnTo>
                    <a:pt x="1430986" y="27352"/>
                  </a:lnTo>
                  <a:lnTo>
                    <a:pt x="1369796" y="25266"/>
                  </a:lnTo>
                  <a:lnTo>
                    <a:pt x="1311074" y="23791"/>
                  </a:lnTo>
                  <a:lnTo>
                    <a:pt x="1254632" y="22862"/>
                  </a:lnTo>
                  <a:lnTo>
                    <a:pt x="1200282" y="22415"/>
                  </a:lnTo>
                  <a:lnTo>
                    <a:pt x="1147835" y="22385"/>
                  </a:lnTo>
                  <a:lnTo>
                    <a:pt x="1097103" y="22705"/>
                  </a:lnTo>
                  <a:lnTo>
                    <a:pt x="1047897" y="23312"/>
                  </a:lnTo>
                  <a:lnTo>
                    <a:pt x="1000030" y="24141"/>
                  </a:lnTo>
                  <a:lnTo>
                    <a:pt x="953314" y="25125"/>
                  </a:lnTo>
                  <a:lnTo>
                    <a:pt x="907559" y="26201"/>
                  </a:lnTo>
                  <a:lnTo>
                    <a:pt x="862578" y="27303"/>
                  </a:lnTo>
                  <a:lnTo>
                    <a:pt x="818182" y="28366"/>
                  </a:lnTo>
                  <a:lnTo>
                    <a:pt x="774183" y="29325"/>
                  </a:lnTo>
                  <a:lnTo>
                    <a:pt x="730394" y="30115"/>
                  </a:lnTo>
                  <a:lnTo>
                    <a:pt x="683093" y="30833"/>
                  </a:lnTo>
                  <a:lnTo>
                    <a:pt x="634954" y="31510"/>
                  </a:lnTo>
                  <a:lnTo>
                    <a:pt x="586002" y="32129"/>
                  </a:lnTo>
                  <a:lnTo>
                    <a:pt x="536259" y="32672"/>
                  </a:lnTo>
                  <a:lnTo>
                    <a:pt x="485750" y="33122"/>
                  </a:lnTo>
                  <a:lnTo>
                    <a:pt x="434500" y="33461"/>
                  </a:lnTo>
                  <a:lnTo>
                    <a:pt x="382532" y="33673"/>
                  </a:lnTo>
                  <a:lnTo>
                    <a:pt x="329871" y="33739"/>
                  </a:lnTo>
                  <a:lnTo>
                    <a:pt x="276541" y="33642"/>
                  </a:lnTo>
                  <a:lnTo>
                    <a:pt x="222566" y="33366"/>
                  </a:lnTo>
                  <a:lnTo>
                    <a:pt x="167971" y="32893"/>
                  </a:lnTo>
                  <a:lnTo>
                    <a:pt x="112779" y="32205"/>
                  </a:lnTo>
                  <a:lnTo>
                    <a:pt x="57015" y="31285"/>
                  </a:lnTo>
                  <a:lnTo>
                    <a:pt x="703" y="30115"/>
                  </a:lnTo>
                  <a:lnTo>
                    <a:pt x="892" y="26115"/>
                  </a:lnTo>
                  <a:lnTo>
                    <a:pt x="0" y="15574"/>
                  </a:lnTo>
                  <a:lnTo>
                    <a:pt x="703" y="11827"/>
                  </a:lnTo>
                  <a:close/>
                </a:path>
              </a:pathLst>
            </a:custGeom>
            <a:noFill/>
            <a:ln w="4445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2"/>
          <p:cNvSpPr txBox="1"/>
          <p:nvPr/>
        </p:nvSpPr>
        <p:spPr>
          <a:xfrm>
            <a:off x="718800" y="2762000"/>
            <a:ext cx="4043100" cy="140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83185" lvl="0" indent="0" algn="l" rtl="0">
              <a:lnSpc>
                <a:spcPct val="12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GT" sz="2200" b="1" dirty="0" err="1">
                <a:latin typeface="Calibri"/>
                <a:ea typeface="Calibri"/>
                <a:cs typeface="Calibri"/>
                <a:sym typeface="Calibri"/>
              </a:rPr>
              <a:t>Calificacion</a:t>
            </a:r>
            <a:r>
              <a:rPr lang="es-GT" sz="2200" b="1" dirty="0">
                <a:latin typeface="Calibri"/>
                <a:ea typeface="Calibri"/>
                <a:cs typeface="Calibri"/>
                <a:sym typeface="Calibri"/>
              </a:rPr>
              <a:t> Practica 1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None/>
            </a:pP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endParaRPr sz="2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9615" y="0"/>
            <a:ext cx="687933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1" y="0"/>
            <a:ext cx="4167504" cy="6858000"/>
          </a:xfrm>
          <a:custGeom>
            <a:avLst/>
            <a:gdLst/>
            <a:ahLst/>
            <a:cxnLst/>
            <a:rect l="l" t="t" r="r" b="b"/>
            <a:pathLst>
              <a:path w="4167504" h="6858000" extrusionOk="0">
                <a:moveTo>
                  <a:pt x="2259549" y="0"/>
                </a:moveTo>
                <a:lnTo>
                  <a:pt x="0" y="0"/>
                </a:lnTo>
                <a:lnTo>
                  <a:pt x="0" y="6858000"/>
                </a:lnTo>
                <a:lnTo>
                  <a:pt x="2259549" y="6858000"/>
                </a:lnTo>
                <a:lnTo>
                  <a:pt x="2387803" y="6775778"/>
                </a:lnTo>
                <a:lnTo>
                  <a:pt x="2427397" y="6748686"/>
                </a:lnTo>
                <a:lnTo>
                  <a:pt x="2466651" y="6721137"/>
                </a:lnTo>
                <a:lnTo>
                  <a:pt x="2505562" y="6693135"/>
                </a:lnTo>
                <a:lnTo>
                  <a:pt x="2544124" y="6664686"/>
                </a:lnTo>
                <a:lnTo>
                  <a:pt x="2582335" y="6635791"/>
                </a:lnTo>
                <a:lnTo>
                  <a:pt x="2620191" y="6606456"/>
                </a:lnTo>
                <a:lnTo>
                  <a:pt x="2657687" y="6576683"/>
                </a:lnTo>
                <a:lnTo>
                  <a:pt x="2694820" y="6546477"/>
                </a:lnTo>
                <a:lnTo>
                  <a:pt x="2731587" y="6515842"/>
                </a:lnTo>
                <a:lnTo>
                  <a:pt x="2767983" y="6484781"/>
                </a:lnTo>
                <a:lnTo>
                  <a:pt x="2804004" y="6453299"/>
                </a:lnTo>
                <a:lnTo>
                  <a:pt x="2839647" y="6421398"/>
                </a:lnTo>
                <a:lnTo>
                  <a:pt x="2874908" y="6389083"/>
                </a:lnTo>
                <a:lnTo>
                  <a:pt x="2909783" y="6356358"/>
                </a:lnTo>
                <a:lnTo>
                  <a:pt x="2944269" y="6323227"/>
                </a:lnTo>
                <a:lnTo>
                  <a:pt x="2978360" y="6289692"/>
                </a:lnTo>
                <a:lnTo>
                  <a:pt x="3012055" y="6255759"/>
                </a:lnTo>
                <a:lnTo>
                  <a:pt x="3045348" y="6221431"/>
                </a:lnTo>
                <a:lnTo>
                  <a:pt x="3078236" y="6186711"/>
                </a:lnTo>
                <a:lnTo>
                  <a:pt x="3110716" y="6151604"/>
                </a:lnTo>
                <a:lnTo>
                  <a:pt x="3142782" y="6116113"/>
                </a:lnTo>
                <a:lnTo>
                  <a:pt x="3174433" y="6080242"/>
                </a:lnTo>
                <a:lnTo>
                  <a:pt x="3205663" y="6043996"/>
                </a:lnTo>
                <a:lnTo>
                  <a:pt x="3236468" y="6007377"/>
                </a:lnTo>
                <a:lnTo>
                  <a:pt x="3266846" y="5970390"/>
                </a:lnTo>
                <a:lnTo>
                  <a:pt x="3296793" y="5933038"/>
                </a:lnTo>
                <a:lnTo>
                  <a:pt x="3326303" y="5895326"/>
                </a:lnTo>
                <a:lnTo>
                  <a:pt x="3355375" y="5857257"/>
                </a:lnTo>
                <a:lnTo>
                  <a:pt x="3384003" y="5818835"/>
                </a:lnTo>
                <a:lnTo>
                  <a:pt x="3412184" y="5780063"/>
                </a:lnTo>
                <a:lnTo>
                  <a:pt x="3439914" y="5740946"/>
                </a:lnTo>
                <a:lnTo>
                  <a:pt x="3467190" y="5701487"/>
                </a:lnTo>
                <a:lnTo>
                  <a:pt x="3494007" y="5661691"/>
                </a:lnTo>
                <a:lnTo>
                  <a:pt x="3520362" y="5621560"/>
                </a:lnTo>
                <a:lnTo>
                  <a:pt x="3546251" y="5581099"/>
                </a:lnTo>
                <a:lnTo>
                  <a:pt x="3571670" y="5540312"/>
                </a:lnTo>
                <a:lnTo>
                  <a:pt x="3596615" y="5499202"/>
                </a:lnTo>
                <a:lnTo>
                  <a:pt x="3621083" y="5457774"/>
                </a:lnTo>
                <a:lnTo>
                  <a:pt x="3645069" y="5416031"/>
                </a:lnTo>
                <a:lnTo>
                  <a:pt x="3668570" y="5373976"/>
                </a:lnTo>
                <a:lnTo>
                  <a:pt x="3691582" y="5331615"/>
                </a:lnTo>
                <a:lnTo>
                  <a:pt x="3714102" y="5288949"/>
                </a:lnTo>
                <a:lnTo>
                  <a:pt x="3736124" y="5245985"/>
                </a:lnTo>
                <a:lnTo>
                  <a:pt x="3757647" y="5202724"/>
                </a:lnTo>
                <a:lnTo>
                  <a:pt x="3778665" y="5159171"/>
                </a:lnTo>
                <a:lnTo>
                  <a:pt x="3799175" y="5115330"/>
                </a:lnTo>
                <a:lnTo>
                  <a:pt x="3819173" y="5071205"/>
                </a:lnTo>
                <a:lnTo>
                  <a:pt x="3838655" y="5026799"/>
                </a:lnTo>
                <a:lnTo>
                  <a:pt x="3857618" y="4982117"/>
                </a:lnTo>
                <a:lnTo>
                  <a:pt x="3876057" y="4937161"/>
                </a:lnTo>
                <a:lnTo>
                  <a:pt x="3893969" y="4891937"/>
                </a:lnTo>
                <a:lnTo>
                  <a:pt x="3911351" y="4846447"/>
                </a:lnTo>
                <a:lnTo>
                  <a:pt x="3928197" y="4800696"/>
                </a:lnTo>
                <a:lnTo>
                  <a:pt x="3944505" y="4754687"/>
                </a:lnTo>
                <a:lnTo>
                  <a:pt x="3960271" y="4708424"/>
                </a:lnTo>
                <a:lnTo>
                  <a:pt x="3975490" y="4661911"/>
                </a:lnTo>
                <a:lnTo>
                  <a:pt x="3990159" y="4615152"/>
                </a:lnTo>
                <a:lnTo>
                  <a:pt x="4004274" y="4568151"/>
                </a:lnTo>
                <a:lnTo>
                  <a:pt x="4017831" y="4520911"/>
                </a:lnTo>
                <a:lnTo>
                  <a:pt x="4030827" y="4473436"/>
                </a:lnTo>
                <a:lnTo>
                  <a:pt x="4043258" y="4425730"/>
                </a:lnTo>
                <a:lnTo>
                  <a:pt x="4055120" y="4377797"/>
                </a:lnTo>
                <a:lnTo>
                  <a:pt x="4066408" y="4329641"/>
                </a:lnTo>
                <a:lnTo>
                  <a:pt x="4077120" y="4281266"/>
                </a:lnTo>
                <a:lnTo>
                  <a:pt x="4087251" y="4232674"/>
                </a:lnTo>
                <a:lnTo>
                  <a:pt x="4096797" y="4183871"/>
                </a:lnTo>
                <a:lnTo>
                  <a:pt x="4105756" y="4134860"/>
                </a:lnTo>
                <a:lnTo>
                  <a:pt x="4114122" y="4085645"/>
                </a:lnTo>
                <a:lnTo>
                  <a:pt x="4121893" y="4036229"/>
                </a:lnTo>
                <a:lnTo>
                  <a:pt x="4129063" y="3986617"/>
                </a:lnTo>
                <a:lnTo>
                  <a:pt x="4135631" y="3936812"/>
                </a:lnTo>
                <a:lnTo>
                  <a:pt x="4141591" y="3886818"/>
                </a:lnTo>
                <a:lnTo>
                  <a:pt x="4146939" y="3836639"/>
                </a:lnTo>
                <a:lnTo>
                  <a:pt x="4151673" y="3786278"/>
                </a:lnTo>
                <a:lnTo>
                  <a:pt x="4155788" y="3735740"/>
                </a:lnTo>
                <a:lnTo>
                  <a:pt x="4159280" y="3685029"/>
                </a:lnTo>
                <a:lnTo>
                  <a:pt x="4162146" y="3634147"/>
                </a:lnTo>
                <a:lnTo>
                  <a:pt x="4164382" y="3583100"/>
                </a:lnTo>
                <a:lnTo>
                  <a:pt x="4165984" y="3531890"/>
                </a:lnTo>
                <a:lnTo>
                  <a:pt x="4166948" y="3480522"/>
                </a:lnTo>
                <a:lnTo>
                  <a:pt x="4167270" y="3429000"/>
                </a:lnTo>
                <a:lnTo>
                  <a:pt x="4166948" y="3377477"/>
                </a:lnTo>
                <a:lnTo>
                  <a:pt x="4165984" y="3326109"/>
                </a:lnTo>
                <a:lnTo>
                  <a:pt x="4164382" y="3274899"/>
                </a:lnTo>
                <a:lnTo>
                  <a:pt x="4162146" y="3223852"/>
                </a:lnTo>
                <a:lnTo>
                  <a:pt x="4159280" y="3172970"/>
                </a:lnTo>
                <a:lnTo>
                  <a:pt x="4155788" y="3122259"/>
                </a:lnTo>
                <a:lnTo>
                  <a:pt x="4151673" y="3071721"/>
                </a:lnTo>
                <a:lnTo>
                  <a:pt x="4146939" y="3021360"/>
                </a:lnTo>
                <a:lnTo>
                  <a:pt x="4141591" y="2971181"/>
                </a:lnTo>
                <a:lnTo>
                  <a:pt x="4135631" y="2921187"/>
                </a:lnTo>
                <a:lnTo>
                  <a:pt x="4129063" y="2871382"/>
                </a:lnTo>
                <a:lnTo>
                  <a:pt x="4121893" y="2821770"/>
                </a:lnTo>
                <a:lnTo>
                  <a:pt x="4114122" y="2772354"/>
                </a:lnTo>
                <a:lnTo>
                  <a:pt x="4105756" y="2723139"/>
                </a:lnTo>
                <a:lnTo>
                  <a:pt x="4096797" y="2674128"/>
                </a:lnTo>
                <a:lnTo>
                  <a:pt x="4087251" y="2625325"/>
                </a:lnTo>
                <a:lnTo>
                  <a:pt x="4077120" y="2576733"/>
                </a:lnTo>
                <a:lnTo>
                  <a:pt x="4066408" y="2528358"/>
                </a:lnTo>
                <a:lnTo>
                  <a:pt x="4055120" y="2480202"/>
                </a:lnTo>
                <a:lnTo>
                  <a:pt x="4043258" y="2432269"/>
                </a:lnTo>
                <a:lnTo>
                  <a:pt x="4030827" y="2384563"/>
                </a:lnTo>
                <a:lnTo>
                  <a:pt x="4017831" y="2337089"/>
                </a:lnTo>
                <a:lnTo>
                  <a:pt x="4004274" y="2289849"/>
                </a:lnTo>
                <a:lnTo>
                  <a:pt x="3990159" y="2242847"/>
                </a:lnTo>
                <a:lnTo>
                  <a:pt x="3975490" y="2196088"/>
                </a:lnTo>
                <a:lnTo>
                  <a:pt x="3960271" y="2149575"/>
                </a:lnTo>
                <a:lnTo>
                  <a:pt x="3944505" y="2103313"/>
                </a:lnTo>
                <a:lnTo>
                  <a:pt x="3928197" y="2057304"/>
                </a:lnTo>
                <a:lnTo>
                  <a:pt x="3911351" y="2011552"/>
                </a:lnTo>
                <a:lnTo>
                  <a:pt x="3893969" y="1966063"/>
                </a:lnTo>
                <a:lnTo>
                  <a:pt x="3876057" y="1920838"/>
                </a:lnTo>
                <a:lnTo>
                  <a:pt x="3857618" y="1875883"/>
                </a:lnTo>
                <a:lnTo>
                  <a:pt x="3838655" y="1831200"/>
                </a:lnTo>
                <a:lnTo>
                  <a:pt x="3819173" y="1786794"/>
                </a:lnTo>
                <a:lnTo>
                  <a:pt x="3799175" y="1742669"/>
                </a:lnTo>
                <a:lnTo>
                  <a:pt x="3778665" y="1698828"/>
                </a:lnTo>
                <a:lnTo>
                  <a:pt x="3757647" y="1655276"/>
                </a:lnTo>
                <a:lnTo>
                  <a:pt x="3736124" y="1612015"/>
                </a:lnTo>
                <a:lnTo>
                  <a:pt x="3714102" y="1569050"/>
                </a:lnTo>
                <a:lnTo>
                  <a:pt x="3691582" y="1526385"/>
                </a:lnTo>
                <a:lnTo>
                  <a:pt x="3668570" y="1484023"/>
                </a:lnTo>
                <a:lnTo>
                  <a:pt x="3645069" y="1441969"/>
                </a:lnTo>
                <a:lnTo>
                  <a:pt x="3621083" y="1400226"/>
                </a:lnTo>
                <a:lnTo>
                  <a:pt x="3596615" y="1358797"/>
                </a:lnTo>
                <a:lnTo>
                  <a:pt x="3571670" y="1317688"/>
                </a:lnTo>
                <a:lnTo>
                  <a:pt x="3546251" y="1276901"/>
                </a:lnTo>
                <a:lnTo>
                  <a:pt x="3520362" y="1236440"/>
                </a:lnTo>
                <a:lnTo>
                  <a:pt x="3494007" y="1196309"/>
                </a:lnTo>
                <a:lnTo>
                  <a:pt x="3467190" y="1156513"/>
                </a:lnTo>
                <a:lnTo>
                  <a:pt x="3439914" y="1117054"/>
                </a:lnTo>
                <a:lnTo>
                  <a:pt x="3412184" y="1077937"/>
                </a:lnTo>
                <a:lnTo>
                  <a:pt x="3384003" y="1039165"/>
                </a:lnTo>
                <a:lnTo>
                  <a:pt x="3355375" y="1000743"/>
                </a:lnTo>
                <a:lnTo>
                  <a:pt x="3326303" y="962674"/>
                </a:lnTo>
                <a:lnTo>
                  <a:pt x="3296793" y="924961"/>
                </a:lnTo>
                <a:lnTo>
                  <a:pt x="3266846" y="887610"/>
                </a:lnTo>
                <a:lnTo>
                  <a:pt x="3236468" y="850623"/>
                </a:lnTo>
                <a:lnTo>
                  <a:pt x="3205663" y="814004"/>
                </a:lnTo>
                <a:lnTo>
                  <a:pt x="3174433" y="777758"/>
                </a:lnTo>
                <a:lnTo>
                  <a:pt x="3142782" y="741887"/>
                </a:lnTo>
                <a:lnTo>
                  <a:pt x="3110716" y="706396"/>
                </a:lnTo>
                <a:lnTo>
                  <a:pt x="3078236" y="671289"/>
                </a:lnTo>
                <a:lnTo>
                  <a:pt x="3045348" y="636570"/>
                </a:lnTo>
                <a:lnTo>
                  <a:pt x="3012055" y="602241"/>
                </a:lnTo>
                <a:lnTo>
                  <a:pt x="2978360" y="568308"/>
                </a:lnTo>
                <a:lnTo>
                  <a:pt x="2944269" y="534774"/>
                </a:lnTo>
                <a:lnTo>
                  <a:pt x="2909783" y="501642"/>
                </a:lnTo>
                <a:lnTo>
                  <a:pt x="2874908" y="468917"/>
                </a:lnTo>
                <a:lnTo>
                  <a:pt x="2839647" y="436602"/>
                </a:lnTo>
                <a:lnTo>
                  <a:pt x="2804004" y="404701"/>
                </a:lnTo>
                <a:lnTo>
                  <a:pt x="2767983" y="373219"/>
                </a:lnTo>
                <a:lnTo>
                  <a:pt x="2731587" y="342158"/>
                </a:lnTo>
                <a:lnTo>
                  <a:pt x="2694820" y="311523"/>
                </a:lnTo>
                <a:lnTo>
                  <a:pt x="2657687" y="281317"/>
                </a:lnTo>
                <a:lnTo>
                  <a:pt x="2620191" y="251545"/>
                </a:lnTo>
                <a:lnTo>
                  <a:pt x="2582335" y="222209"/>
                </a:lnTo>
                <a:lnTo>
                  <a:pt x="2544124" y="193315"/>
                </a:lnTo>
                <a:lnTo>
                  <a:pt x="2505562" y="164865"/>
                </a:lnTo>
                <a:lnTo>
                  <a:pt x="2466651" y="136864"/>
                </a:lnTo>
                <a:lnTo>
                  <a:pt x="2427397" y="109315"/>
                </a:lnTo>
                <a:lnTo>
                  <a:pt x="2387803" y="82222"/>
                </a:lnTo>
                <a:lnTo>
                  <a:pt x="2259549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765559" y="2967228"/>
            <a:ext cx="174688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528623" y="4593150"/>
            <a:ext cx="2162810" cy="2009775"/>
          </a:xfrm>
          <a:custGeom>
            <a:avLst/>
            <a:gdLst/>
            <a:ahLst/>
            <a:cxnLst/>
            <a:rect l="l" t="t" r="r" b="b"/>
            <a:pathLst>
              <a:path w="2162809" h="2009775" extrusionOk="0">
                <a:moveTo>
                  <a:pt x="430361" y="1848172"/>
                </a:moveTo>
                <a:lnTo>
                  <a:pt x="365627" y="1859348"/>
                </a:lnTo>
                <a:lnTo>
                  <a:pt x="316322" y="1866267"/>
                </a:lnTo>
                <a:lnTo>
                  <a:pt x="266631" y="1871968"/>
                </a:lnTo>
                <a:lnTo>
                  <a:pt x="216569" y="1876435"/>
                </a:lnTo>
                <a:lnTo>
                  <a:pt x="166150" y="1879649"/>
                </a:lnTo>
                <a:lnTo>
                  <a:pt x="115389" y="1881598"/>
                </a:lnTo>
                <a:lnTo>
                  <a:pt x="62691" y="1882265"/>
                </a:lnTo>
                <a:lnTo>
                  <a:pt x="38039" y="1887568"/>
                </a:lnTo>
                <a:lnTo>
                  <a:pt x="18029" y="1901431"/>
                </a:lnTo>
                <a:lnTo>
                  <a:pt x="4677" y="1921786"/>
                </a:lnTo>
                <a:lnTo>
                  <a:pt x="71" y="1946188"/>
                </a:lnTo>
                <a:lnTo>
                  <a:pt x="0" y="1946564"/>
                </a:lnTo>
                <a:lnTo>
                  <a:pt x="5302" y="1971216"/>
                </a:lnTo>
                <a:lnTo>
                  <a:pt x="19165" y="1991226"/>
                </a:lnTo>
                <a:lnTo>
                  <a:pt x="39520" y="2004578"/>
                </a:lnTo>
                <a:lnTo>
                  <a:pt x="64298" y="2009255"/>
                </a:lnTo>
                <a:lnTo>
                  <a:pt x="116996" y="2008588"/>
                </a:lnTo>
                <a:lnTo>
                  <a:pt x="170972" y="2006558"/>
                </a:lnTo>
                <a:lnTo>
                  <a:pt x="224602" y="2003179"/>
                </a:lnTo>
                <a:lnTo>
                  <a:pt x="277865" y="1998470"/>
                </a:lnTo>
                <a:lnTo>
                  <a:pt x="330746" y="1992445"/>
                </a:lnTo>
                <a:lnTo>
                  <a:pt x="383227" y="1985123"/>
                </a:lnTo>
                <a:lnTo>
                  <a:pt x="435292" y="1976517"/>
                </a:lnTo>
                <a:lnTo>
                  <a:pt x="477596" y="1963351"/>
                </a:lnTo>
                <a:lnTo>
                  <a:pt x="504426" y="1923803"/>
                </a:lnTo>
                <a:lnTo>
                  <a:pt x="504676" y="1898589"/>
                </a:lnTo>
                <a:lnTo>
                  <a:pt x="495124" y="1875252"/>
                </a:lnTo>
                <a:lnTo>
                  <a:pt x="477961" y="1857989"/>
                </a:lnTo>
                <a:lnTo>
                  <a:pt x="455576" y="1848422"/>
                </a:lnTo>
                <a:lnTo>
                  <a:pt x="430361" y="1848172"/>
                </a:lnTo>
                <a:close/>
              </a:path>
              <a:path w="2162809" h="2009775" extrusionOk="0">
                <a:moveTo>
                  <a:pt x="1263383" y="1500480"/>
                </a:moveTo>
                <a:lnTo>
                  <a:pt x="1239047" y="1501087"/>
                </a:lnTo>
                <a:lnTo>
                  <a:pt x="1216012" y="1511345"/>
                </a:lnTo>
                <a:lnTo>
                  <a:pt x="1170767" y="1543610"/>
                </a:lnTo>
                <a:lnTo>
                  <a:pt x="1090546" y="1595126"/>
                </a:lnTo>
                <a:lnTo>
                  <a:pt x="1007751" y="1642818"/>
                </a:lnTo>
                <a:lnTo>
                  <a:pt x="922505" y="1686563"/>
                </a:lnTo>
                <a:lnTo>
                  <a:pt x="898411" y="1697456"/>
                </a:lnTo>
                <a:lnTo>
                  <a:pt x="877945" y="1712185"/>
                </a:lnTo>
                <a:lnTo>
                  <a:pt x="865159" y="1732900"/>
                </a:lnTo>
                <a:lnTo>
                  <a:pt x="861073" y="1756898"/>
                </a:lnTo>
                <a:lnTo>
                  <a:pt x="866708" y="1781475"/>
                </a:lnTo>
                <a:lnTo>
                  <a:pt x="881438" y="1801943"/>
                </a:lnTo>
                <a:lnTo>
                  <a:pt x="902153" y="1814729"/>
                </a:lnTo>
                <a:lnTo>
                  <a:pt x="926151" y="1818814"/>
                </a:lnTo>
                <a:lnTo>
                  <a:pt x="950729" y="1813179"/>
                </a:lnTo>
                <a:lnTo>
                  <a:pt x="1065645" y="1755855"/>
                </a:lnTo>
                <a:lnTo>
                  <a:pt x="1153852" y="1705223"/>
                </a:lnTo>
                <a:lnTo>
                  <a:pt x="1239309" y="1650526"/>
                </a:lnTo>
                <a:lnTo>
                  <a:pt x="1289612" y="1614844"/>
                </a:lnTo>
                <a:lnTo>
                  <a:pt x="1315426" y="1573665"/>
                </a:lnTo>
                <a:lnTo>
                  <a:pt x="1314819" y="1549329"/>
                </a:lnTo>
                <a:lnTo>
                  <a:pt x="1304561" y="1526294"/>
                </a:lnTo>
                <a:lnTo>
                  <a:pt x="1286171" y="1509043"/>
                </a:lnTo>
                <a:lnTo>
                  <a:pt x="1263383" y="1500480"/>
                </a:lnTo>
                <a:close/>
              </a:path>
              <a:path w="2162809" h="2009775" extrusionOk="0">
                <a:moveTo>
                  <a:pt x="1849571" y="843688"/>
                </a:moveTo>
                <a:lnTo>
                  <a:pt x="1825290" y="845425"/>
                </a:lnTo>
                <a:lnTo>
                  <a:pt x="1803431" y="856139"/>
                </a:lnTo>
                <a:lnTo>
                  <a:pt x="1786785" y="875079"/>
                </a:lnTo>
                <a:lnTo>
                  <a:pt x="1756167" y="928477"/>
                </a:lnTo>
                <a:lnTo>
                  <a:pt x="1704769" y="1008787"/>
                </a:lnTo>
                <a:lnTo>
                  <a:pt x="1649666" y="1086399"/>
                </a:lnTo>
                <a:lnTo>
                  <a:pt x="1590986" y="1161190"/>
                </a:lnTo>
                <a:lnTo>
                  <a:pt x="1576802" y="1177564"/>
                </a:lnTo>
                <a:lnTo>
                  <a:pt x="1564391" y="1199513"/>
                </a:lnTo>
                <a:lnTo>
                  <a:pt x="1567808" y="1247181"/>
                </a:lnTo>
                <a:lnTo>
                  <a:pt x="1605173" y="1279547"/>
                </a:lnTo>
                <a:lnTo>
                  <a:pt x="1629339" y="1282476"/>
                </a:lnTo>
                <a:lnTo>
                  <a:pt x="1652841" y="1276130"/>
                </a:lnTo>
                <a:lnTo>
                  <a:pt x="1686979" y="1244342"/>
                </a:lnTo>
                <a:lnTo>
                  <a:pt x="1749522" y="1164871"/>
                </a:lnTo>
                <a:lnTo>
                  <a:pt x="1808267" y="1082387"/>
                </a:lnTo>
                <a:lnTo>
                  <a:pt x="1863082" y="997019"/>
                </a:lnTo>
                <a:lnTo>
                  <a:pt x="1896883" y="938383"/>
                </a:lnTo>
                <a:lnTo>
                  <a:pt x="1904877" y="914469"/>
                </a:lnTo>
                <a:lnTo>
                  <a:pt x="1903140" y="890187"/>
                </a:lnTo>
                <a:lnTo>
                  <a:pt x="1892426" y="868329"/>
                </a:lnTo>
                <a:lnTo>
                  <a:pt x="1873486" y="851683"/>
                </a:lnTo>
                <a:lnTo>
                  <a:pt x="1849571" y="843688"/>
                </a:lnTo>
                <a:close/>
              </a:path>
              <a:path w="2162809" h="2009775" extrusionOk="0">
                <a:moveTo>
                  <a:pt x="2104687" y="0"/>
                </a:moveTo>
                <a:lnTo>
                  <a:pt x="2058316" y="14553"/>
                </a:lnTo>
                <a:lnTo>
                  <a:pt x="2035818" y="57633"/>
                </a:lnTo>
                <a:lnTo>
                  <a:pt x="2031580" y="105586"/>
                </a:lnTo>
                <a:lnTo>
                  <a:pt x="2025920" y="155284"/>
                </a:lnTo>
                <a:lnTo>
                  <a:pt x="2019039" y="204598"/>
                </a:lnTo>
                <a:lnTo>
                  <a:pt x="2010956" y="253513"/>
                </a:lnTo>
                <a:lnTo>
                  <a:pt x="2001683" y="302014"/>
                </a:lnTo>
                <a:lnTo>
                  <a:pt x="1991239" y="350086"/>
                </a:lnTo>
                <a:lnTo>
                  <a:pt x="1979636" y="397714"/>
                </a:lnTo>
                <a:lnTo>
                  <a:pt x="1973179" y="421577"/>
                </a:lnTo>
                <a:lnTo>
                  <a:pt x="1971540" y="446740"/>
                </a:lnTo>
                <a:lnTo>
                  <a:pt x="1979404" y="469778"/>
                </a:lnTo>
                <a:lnTo>
                  <a:pt x="1995333" y="488186"/>
                </a:lnTo>
                <a:lnTo>
                  <a:pt x="2017889" y="499459"/>
                </a:lnTo>
                <a:lnTo>
                  <a:pt x="2043051" y="501098"/>
                </a:lnTo>
                <a:lnTo>
                  <a:pt x="2066089" y="493234"/>
                </a:lnTo>
                <a:lnTo>
                  <a:pt x="2095770" y="454750"/>
                </a:lnTo>
                <a:lnTo>
                  <a:pt x="2114618" y="380193"/>
                </a:lnTo>
                <a:lnTo>
                  <a:pt x="2125778" y="329029"/>
                </a:lnTo>
                <a:lnTo>
                  <a:pt x="2135687" y="277411"/>
                </a:lnTo>
                <a:lnTo>
                  <a:pt x="2144332" y="225356"/>
                </a:lnTo>
                <a:lnTo>
                  <a:pt x="2151694" y="172883"/>
                </a:lnTo>
                <a:lnTo>
                  <a:pt x="2157759" y="120009"/>
                </a:lnTo>
                <a:lnTo>
                  <a:pt x="2162321" y="68867"/>
                </a:lnTo>
                <a:lnTo>
                  <a:pt x="2159536" y="43805"/>
                </a:lnTo>
                <a:lnTo>
                  <a:pt x="2147766" y="22496"/>
                </a:lnTo>
                <a:lnTo>
                  <a:pt x="2128865" y="7156"/>
                </a:lnTo>
                <a:lnTo>
                  <a:pt x="210468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5097532" y="2555748"/>
            <a:ext cx="2195195" cy="169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CSS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React JS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Proyecto con Vite</a:t>
            </a:r>
          </a:p>
        </p:txBody>
      </p:sp>
      <p:sp>
        <p:nvSpPr>
          <p:cNvPr id="68" name="Google Shape;68;p3"/>
          <p:cNvSpPr txBox="1"/>
          <p:nvPr/>
        </p:nvSpPr>
        <p:spPr>
          <a:xfrm>
            <a:off x="4640332" y="4308347"/>
            <a:ext cx="3232652" cy="231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8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812165" lvl="1" indent="-342265" algn="l" rtl="0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Nest JS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Dudas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Ejemplo</a:t>
            </a:r>
            <a:endParaRPr lang="en-US" sz="2000" dirty="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Lectura del Proyecto Fase 1</a:t>
            </a:r>
          </a:p>
          <a:p>
            <a:pPr marL="354965" lvl="0" indent="-342265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1371600" y="1371601"/>
            <a:ext cx="335470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23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7187310" y="2198115"/>
            <a:ext cx="4022090" cy="249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12700" marR="5080" lvl="0" indent="0" algn="ctr" rtl="0">
              <a:lnSpc>
                <a:spcPct val="7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centra en la presentación y la experiencia del usuario, asegurando que la interfaz sea atractiva, fácil de usar y responda de manera rápida a las acciones del usuario.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3503884"/>
            <a:ext cx="12189460" cy="3354704"/>
          </a:xfrm>
          <a:custGeom>
            <a:avLst/>
            <a:gdLst/>
            <a:ahLst/>
            <a:cxnLst/>
            <a:rect l="l" t="t" r="r" b="b"/>
            <a:pathLst>
              <a:path w="12189460" h="3354704" extrusionOk="0">
                <a:moveTo>
                  <a:pt x="0" y="3354115"/>
                </a:moveTo>
                <a:lnTo>
                  <a:pt x="12188948" y="3354115"/>
                </a:lnTo>
                <a:lnTo>
                  <a:pt x="12188948" y="0"/>
                </a:lnTo>
                <a:lnTo>
                  <a:pt x="0" y="0"/>
                </a:lnTo>
                <a:lnTo>
                  <a:pt x="0" y="3354115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7"/>
          <p:cNvGrpSpPr/>
          <p:nvPr/>
        </p:nvGrpSpPr>
        <p:grpSpPr>
          <a:xfrm>
            <a:off x="0" y="0"/>
            <a:ext cx="12189460" cy="4885943"/>
            <a:chOff x="0" y="0"/>
            <a:chExt cx="12189460" cy="4885943"/>
          </a:xfrm>
        </p:grpSpPr>
        <p:sp>
          <p:nvSpPr>
            <p:cNvPr id="82" name="Google Shape;82;p7"/>
            <p:cNvSpPr/>
            <p:nvPr/>
          </p:nvSpPr>
          <p:spPr>
            <a:xfrm>
              <a:off x="0" y="0"/>
              <a:ext cx="12189460" cy="13335"/>
            </a:xfrm>
            <a:custGeom>
              <a:avLst/>
              <a:gdLst/>
              <a:ahLst/>
              <a:cxnLst/>
              <a:rect l="l" t="t" r="r" b="b"/>
              <a:pathLst>
                <a:path w="12189460" h="13335" extrusionOk="0">
                  <a:moveTo>
                    <a:pt x="0" y="12928"/>
                  </a:moveTo>
                  <a:lnTo>
                    <a:pt x="12188948" y="12928"/>
                  </a:lnTo>
                  <a:lnTo>
                    <a:pt x="12188948" y="0"/>
                  </a:lnTo>
                  <a:lnTo>
                    <a:pt x="0" y="0"/>
                  </a:lnTo>
                  <a:lnTo>
                    <a:pt x="0" y="12928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0" y="12928"/>
              <a:ext cx="12189460" cy="3491229"/>
            </a:xfrm>
            <a:custGeom>
              <a:avLst/>
              <a:gdLst/>
              <a:ahLst/>
              <a:cxnLst/>
              <a:rect l="l" t="t" r="r" b="b"/>
              <a:pathLst>
                <a:path w="12189460" h="3491229" extrusionOk="0">
                  <a:moveTo>
                    <a:pt x="12188952" y="0"/>
                  </a:moveTo>
                  <a:lnTo>
                    <a:pt x="0" y="0"/>
                  </a:lnTo>
                  <a:lnTo>
                    <a:pt x="0" y="3490955"/>
                  </a:lnTo>
                  <a:lnTo>
                    <a:pt x="12188952" y="349095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0" y="12928"/>
              <a:ext cx="12189460" cy="3491229"/>
            </a:xfrm>
            <a:custGeom>
              <a:avLst/>
              <a:gdLst/>
              <a:ahLst/>
              <a:cxnLst/>
              <a:rect l="l" t="t" r="r" b="b"/>
              <a:pathLst>
                <a:path w="12189460" h="3491229" extrusionOk="0">
                  <a:moveTo>
                    <a:pt x="12188952" y="0"/>
                  </a:moveTo>
                  <a:lnTo>
                    <a:pt x="0" y="0"/>
                  </a:lnTo>
                  <a:lnTo>
                    <a:pt x="0" y="3490955"/>
                  </a:lnTo>
                  <a:lnTo>
                    <a:pt x="12188952" y="349095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70AD47">
                <a:alpha val="3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5" name="Google Shape;85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03135" y="1972055"/>
              <a:ext cx="4733544" cy="2913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" name="Google Shape;86;p7"/>
          <p:cNvGrpSpPr/>
          <p:nvPr/>
        </p:nvGrpSpPr>
        <p:grpSpPr>
          <a:xfrm>
            <a:off x="27984" y="5797359"/>
            <a:ext cx="3114113" cy="1061085"/>
            <a:chOff x="27984" y="5797359"/>
            <a:chExt cx="3114113" cy="1061085"/>
          </a:xfrm>
        </p:grpSpPr>
        <p:sp>
          <p:nvSpPr>
            <p:cNvPr id="87" name="Google Shape;87;p7"/>
            <p:cNvSpPr/>
            <p:nvPr/>
          </p:nvSpPr>
          <p:spPr>
            <a:xfrm>
              <a:off x="27984" y="6015676"/>
              <a:ext cx="2605405" cy="842644"/>
            </a:xfrm>
            <a:custGeom>
              <a:avLst/>
              <a:gdLst/>
              <a:ahLst/>
              <a:cxnLst/>
              <a:rect l="l" t="t" r="r" b="b"/>
              <a:pathLst>
                <a:path w="2605405" h="842645" extrusionOk="0">
                  <a:moveTo>
                    <a:pt x="892029" y="0"/>
                  </a:moveTo>
                  <a:lnTo>
                    <a:pt x="841373" y="628"/>
                  </a:lnTo>
                  <a:lnTo>
                    <a:pt x="790938" y="2896"/>
                  </a:lnTo>
                  <a:lnTo>
                    <a:pt x="740807" y="6924"/>
                  </a:lnTo>
                  <a:lnTo>
                    <a:pt x="691063" y="12828"/>
                  </a:lnTo>
                  <a:lnTo>
                    <a:pt x="641788" y="20729"/>
                  </a:lnTo>
                  <a:lnTo>
                    <a:pt x="593066" y="30744"/>
                  </a:lnTo>
                  <a:lnTo>
                    <a:pt x="544977" y="42993"/>
                  </a:lnTo>
                  <a:lnTo>
                    <a:pt x="497606" y="57595"/>
                  </a:lnTo>
                  <a:lnTo>
                    <a:pt x="451034" y="74667"/>
                  </a:lnTo>
                  <a:lnTo>
                    <a:pt x="405345" y="94330"/>
                  </a:lnTo>
                  <a:lnTo>
                    <a:pt x="360619" y="116700"/>
                  </a:lnTo>
                  <a:lnTo>
                    <a:pt x="316942" y="141898"/>
                  </a:lnTo>
                  <a:lnTo>
                    <a:pt x="274393" y="170042"/>
                  </a:lnTo>
                  <a:lnTo>
                    <a:pt x="233058" y="201251"/>
                  </a:lnTo>
                  <a:lnTo>
                    <a:pt x="193016" y="235643"/>
                  </a:lnTo>
                  <a:lnTo>
                    <a:pt x="156368" y="272259"/>
                  </a:lnTo>
                  <a:lnTo>
                    <a:pt x="123872" y="310595"/>
                  </a:lnTo>
                  <a:lnTo>
                    <a:pt x="95417" y="350497"/>
                  </a:lnTo>
                  <a:lnTo>
                    <a:pt x="70892" y="391810"/>
                  </a:lnTo>
                  <a:lnTo>
                    <a:pt x="50188" y="434381"/>
                  </a:lnTo>
                  <a:lnTo>
                    <a:pt x="33193" y="478057"/>
                  </a:lnTo>
                  <a:lnTo>
                    <a:pt x="19798" y="522682"/>
                  </a:lnTo>
                  <a:lnTo>
                    <a:pt x="9891" y="568103"/>
                  </a:lnTo>
                  <a:lnTo>
                    <a:pt x="3363" y="614167"/>
                  </a:lnTo>
                  <a:lnTo>
                    <a:pt x="102" y="660719"/>
                  </a:lnTo>
                  <a:lnTo>
                    <a:pt x="0" y="707605"/>
                  </a:lnTo>
                  <a:lnTo>
                    <a:pt x="2944" y="754672"/>
                  </a:lnTo>
                  <a:lnTo>
                    <a:pt x="8824" y="801766"/>
                  </a:lnTo>
                  <a:lnTo>
                    <a:pt x="19021" y="842323"/>
                  </a:lnTo>
                  <a:lnTo>
                    <a:pt x="2600717" y="842323"/>
                  </a:lnTo>
                  <a:lnTo>
                    <a:pt x="2602025" y="834670"/>
                  </a:lnTo>
                  <a:lnTo>
                    <a:pt x="2605175" y="785212"/>
                  </a:lnTo>
                  <a:lnTo>
                    <a:pt x="2604743" y="735420"/>
                  </a:lnTo>
                  <a:lnTo>
                    <a:pt x="2600912" y="685510"/>
                  </a:lnTo>
                  <a:lnTo>
                    <a:pt x="2593863" y="635696"/>
                  </a:lnTo>
                  <a:lnTo>
                    <a:pt x="2583779" y="586192"/>
                  </a:lnTo>
                  <a:lnTo>
                    <a:pt x="2570841" y="537214"/>
                  </a:lnTo>
                  <a:lnTo>
                    <a:pt x="2555233" y="488975"/>
                  </a:lnTo>
                  <a:lnTo>
                    <a:pt x="2537137" y="441690"/>
                  </a:lnTo>
                  <a:lnTo>
                    <a:pt x="2516734" y="395574"/>
                  </a:lnTo>
                  <a:lnTo>
                    <a:pt x="2494206" y="350841"/>
                  </a:lnTo>
                  <a:lnTo>
                    <a:pt x="2469736" y="307705"/>
                  </a:lnTo>
                  <a:lnTo>
                    <a:pt x="2443507" y="266382"/>
                  </a:lnTo>
                  <a:lnTo>
                    <a:pt x="2416372" y="226591"/>
                  </a:lnTo>
                  <a:lnTo>
                    <a:pt x="2386174" y="187194"/>
                  </a:lnTo>
                  <a:lnTo>
                    <a:pt x="2352875" y="149589"/>
                  </a:lnTo>
                  <a:lnTo>
                    <a:pt x="2316440" y="115175"/>
                  </a:lnTo>
                  <a:lnTo>
                    <a:pt x="2276833" y="85350"/>
                  </a:lnTo>
                  <a:lnTo>
                    <a:pt x="2234017" y="61511"/>
                  </a:lnTo>
                  <a:lnTo>
                    <a:pt x="2187956" y="45056"/>
                  </a:lnTo>
                  <a:lnTo>
                    <a:pt x="2132388" y="35370"/>
                  </a:lnTo>
                  <a:lnTo>
                    <a:pt x="2083462" y="38605"/>
                  </a:lnTo>
                  <a:lnTo>
                    <a:pt x="2038542" y="50948"/>
                  </a:lnTo>
                  <a:lnTo>
                    <a:pt x="1994996" y="68586"/>
                  </a:lnTo>
                  <a:lnTo>
                    <a:pt x="1950191" y="87703"/>
                  </a:lnTo>
                  <a:lnTo>
                    <a:pt x="1901493" y="104486"/>
                  </a:lnTo>
                  <a:lnTo>
                    <a:pt x="1852906" y="112913"/>
                  </a:lnTo>
                  <a:lnTo>
                    <a:pt x="1800163" y="114848"/>
                  </a:lnTo>
                  <a:lnTo>
                    <a:pt x="1745542" y="112159"/>
                  </a:lnTo>
                  <a:lnTo>
                    <a:pt x="1691316" y="106716"/>
                  </a:lnTo>
                  <a:lnTo>
                    <a:pt x="1639760" y="100388"/>
                  </a:lnTo>
                  <a:lnTo>
                    <a:pt x="1585340" y="92319"/>
                  </a:lnTo>
                  <a:lnTo>
                    <a:pt x="1530533" y="83481"/>
                  </a:lnTo>
                  <a:lnTo>
                    <a:pt x="1475727" y="73875"/>
                  </a:lnTo>
                  <a:lnTo>
                    <a:pt x="1421306" y="63501"/>
                  </a:lnTo>
                  <a:lnTo>
                    <a:pt x="1375305" y="54417"/>
                  </a:lnTo>
                  <a:lnTo>
                    <a:pt x="1328698" y="45681"/>
                  </a:lnTo>
                  <a:lnTo>
                    <a:pt x="1281559" y="37397"/>
                  </a:lnTo>
                  <a:lnTo>
                    <a:pt x="1233962" y="29670"/>
                  </a:lnTo>
                  <a:lnTo>
                    <a:pt x="1185978" y="22605"/>
                  </a:lnTo>
                  <a:lnTo>
                    <a:pt x="1137681" y="16308"/>
                  </a:lnTo>
                  <a:lnTo>
                    <a:pt x="1089145" y="10883"/>
                  </a:lnTo>
                  <a:lnTo>
                    <a:pt x="1040441" y="6435"/>
                  </a:lnTo>
                  <a:lnTo>
                    <a:pt x="991644" y="3070"/>
                  </a:lnTo>
                  <a:lnTo>
                    <a:pt x="942825" y="892"/>
                  </a:lnTo>
                  <a:lnTo>
                    <a:pt x="892029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656707" y="5797359"/>
              <a:ext cx="2485390" cy="1061085"/>
            </a:xfrm>
            <a:custGeom>
              <a:avLst/>
              <a:gdLst/>
              <a:ahLst/>
              <a:cxnLst/>
              <a:rect l="l" t="t" r="r" b="b"/>
              <a:pathLst>
                <a:path w="2485390" h="1061084" extrusionOk="0">
                  <a:moveTo>
                    <a:pt x="1572446" y="1054414"/>
                  </a:moveTo>
                  <a:lnTo>
                    <a:pt x="1568593" y="1055182"/>
                  </a:lnTo>
                  <a:lnTo>
                    <a:pt x="1565511" y="1058247"/>
                  </a:lnTo>
                  <a:lnTo>
                    <a:pt x="1563382" y="1060640"/>
                  </a:lnTo>
                  <a:lnTo>
                    <a:pt x="1584452" y="1060640"/>
                  </a:lnTo>
                  <a:lnTo>
                    <a:pt x="1576684" y="1055565"/>
                  </a:lnTo>
                  <a:lnTo>
                    <a:pt x="1572446" y="1054414"/>
                  </a:lnTo>
                  <a:close/>
                </a:path>
                <a:path w="2485390" h="1061084" extrusionOk="0">
                  <a:moveTo>
                    <a:pt x="493581" y="1045218"/>
                  </a:moveTo>
                  <a:lnTo>
                    <a:pt x="489728" y="1045985"/>
                  </a:lnTo>
                  <a:lnTo>
                    <a:pt x="486645" y="1049050"/>
                  </a:lnTo>
                  <a:lnTo>
                    <a:pt x="480480" y="1050583"/>
                  </a:lnTo>
                  <a:lnTo>
                    <a:pt x="477398" y="1052883"/>
                  </a:lnTo>
                  <a:lnTo>
                    <a:pt x="476628" y="1056713"/>
                  </a:lnTo>
                  <a:lnTo>
                    <a:pt x="477525" y="1060640"/>
                  </a:lnTo>
                  <a:lnTo>
                    <a:pt x="512874" y="1060640"/>
                  </a:lnTo>
                  <a:lnTo>
                    <a:pt x="511306" y="1055180"/>
                  </a:lnTo>
                  <a:lnTo>
                    <a:pt x="506682" y="1050583"/>
                  </a:lnTo>
                  <a:lnTo>
                    <a:pt x="502058" y="1047518"/>
                  </a:lnTo>
                  <a:lnTo>
                    <a:pt x="493581" y="1045218"/>
                  </a:lnTo>
                  <a:close/>
                </a:path>
                <a:path w="2485390" h="1061084" extrusionOk="0">
                  <a:moveTo>
                    <a:pt x="327127" y="1039088"/>
                  </a:moveTo>
                  <a:lnTo>
                    <a:pt x="323273" y="1039855"/>
                  </a:lnTo>
                  <a:lnTo>
                    <a:pt x="320191" y="1042920"/>
                  </a:lnTo>
                  <a:lnTo>
                    <a:pt x="315567" y="1045985"/>
                  </a:lnTo>
                  <a:lnTo>
                    <a:pt x="312485" y="1049050"/>
                  </a:lnTo>
                  <a:lnTo>
                    <a:pt x="311329" y="1052883"/>
                  </a:lnTo>
                  <a:lnTo>
                    <a:pt x="312766" y="1060640"/>
                  </a:lnTo>
                  <a:lnTo>
                    <a:pt x="346998" y="1060640"/>
                  </a:lnTo>
                  <a:lnTo>
                    <a:pt x="344851" y="1049050"/>
                  </a:lnTo>
                  <a:lnTo>
                    <a:pt x="340228" y="1044453"/>
                  </a:lnTo>
                  <a:lnTo>
                    <a:pt x="335604" y="1041388"/>
                  </a:lnTo>
                  <a:lnTo>
                    <a:pt x="327127" y="1039088"/>
                  </a:lnTo>
                  <a:close/>
                </a:path>
                <a:path w="2485390" h="1061084" extrusionOk="0">
                  <a:moveTo>
                    <a:pt x="17338" y="1035258"/>
                  </a:moveTo>
                  <a:lnTo>
                    <a:pt x="13485" y="1036791"/>
                  </a:lnTo>
                  <a:lnTo>
                    <a:pt x="4238" y="1042920"/>
                  </a:lnTo>
                  <a:lnTo>
                    <a:pt x="1155" y="1045985"/>
                  </a:lnTo>
                  <a:lnTo>
                    <a:pt x="0" y="1049817"/>
                  </a:lnTo>
                  <a:lnTo>
                    <a:pt x="2004" y="1060640"/>
                  </a:lnTo>
                  <a:lnTo>
                    <a:pt x="36253" y="1060640"/>
                  </a:lnTo>
                  <a:lnTo>
                    <a:pt x="37375" y="1059395"/>
                  </a:lnTo>
                  <a:lnTo>
                    <a:pt x="38916" y="1055182"/>
                  </a:lnTo>
                  <a:lnTo>
                    <a:pt x="38145" y="1050583"/>
                  </a:lnTo>
                  <a:lnTo>
                    <a:pt x="33522" y="1045985"/>
                  </a:lnTo>
                  <a:lnTo>
                    <a:pt x="28898" y="1039855"/>
                  </a:lnTo>
                  <a:lnTo>
                    <a:pt x="25044" y="1036791"/>
                  </a:lnTo>
                  <a:lnTo>
                    <a:pt x="17338" y="1035258"/>
                  </a:lnTo>
                  <a:close/>
                </a:path>
                <a:path w="2485390" h="1061084" extrusionOk="0">
                  <a:moveTo>
                    <a:pt x="2127293" y="1032958"/>
                  </a:moveTo>
                  <a:lnTo>
                    <a:pt x="2123438" y="1033725"/>
                  </a:lnTo>
                  <a:lnTo>
                    <a:pt x="2120356" y="1036791"/>
                  </a:lnTo>
                  <a:lnTo>
                    <a:pt x="2115732" y="1038322"/>
                  </a:lnTo>
                  <a:lnTo>
                    <a:pt x="2112650" y="1041388"/>
                  </a:lnTo>
                  <a:lnTo>
                    <a:pt x="2111494" y="1045603"/>
                  </a:lnTo>
                  <a:lnTo>
                    <a:pt x="2114076" y="1060640"/>
                  </a:lnTo>
                  <a:lnTo>
                    <a:pt x="2144984" y="1060640"/>
                  </a:lnTo>
                  <a:lnTo>
                    <a:pt x="2148870" y="1056331"/>
                  </a:lnTo>
                  <a:lnTo>
                    <a:pt x="2150411" y="1052117"/>
                  </a:lnTo>
                  <a:lnTo>
                    <a:pt x="2149640" y="1047518"/>
                  </a:lnTo>
                  <a:lnTo>
                    <a:pt x="2140393" y="1038322"/>
                  </a:lnTo>
                  <a:lnTo>
                    <a:pt x="2135769" y="1035258"/>
                  </a:lnTo>
                  <a:lnTo>
                    <a:pt x="2127293" y="1032958"/>
                  </a:lnTo>
                  <a:close/>
                </a:path>
                <a:path w="2485390" h="1061084" extrusionOk="0">
                  <a:moveTo>
                    <a:pt x="1205632" y="1032958"/>
                  </a:moveTo>
                  <a:lnTo>
                    <a:pt x="1201779" y="1033725"/>
                  </a:lnTo>
                  <a:lnTo>
                    <a:pt x="1198697" y="1036791"/>
                  </a:lnTo>
                  <a:lnTo>
                    <a:pt x="1194073" y="1039855"/>
                  </a:lnTo>
                  <a:lnTo>
                    <a:pt x="1190990" y="1042920"/>
                  </a:lnTo>
                  <a:lnTo>
                    <a:pt x="1189835" y="1046753"/>
                  </a:lnTo>
                  <a:lnTo>
                    <a:pt x="1192408" y="1060640"/>
                  </a:lnTo>
                  <a:lnTo>
                    <a:pt x="1223325" y="1060640"/>
                  </a:lnTo>
                  <a:lnTo>
                    <a:pt x="1227211" y="1056331"/>
                  </a:lnTo>
                  <a:lnTo>
                    <a:pt x="1228751" y="1052117"/>
                  </a:lnTo>
                  <a:lnTo>
                    <a:pt x="1227980" y="1047518"/>
                  </a:lnTo>
                  <a:lnTo>
                    <a:pt x="1218734" y="1038322"/>
                  </a:lnTo>
                  <a:lnTo>
                    <a:pt x="1214109" y="1035258"/>
                  </a:lnTo>
                  <a:lnTo>
                    <a:pt x="1205632" y="1032958"/>
                  </a:lnTo>
                  <a:close/>
                </a:path>
                <a:path w="2485390" h="1061084" extrusionOk="0">
                  <a:moveTo>
                    <a:pt x="795662" y="1032958"/>
                  </a:moveTo>
                  <a:lnTo>
                    <a:pt x="791809" y="1033725"/>
                  </a:lnTo>
                  <a:lnTo>
                    <a:pt x="788727" y="1036791"/>
                  </a:lnTo>
                  <a:lnTo>
                    <a:pt x="784103" y="1038322"/>
                  </a:lnTo>
                  <a:lnTo>
                    <a:pt x="781020" y="1040622"/>
                  </a:lnTo>
                  <a:lnTo>
                    <a:pt x="779865" y="1044453"/>
                  </a:lnTo>
                  <a:lnTo>
                    <a:pt x="782454" y="1060640"/>
                  </a:lnTo>
                  <a:lnTo>
                    <a:pt x="813355" y="1060640"/>
                  </a:lnTo>
                  <a:lnTo>
                    <a:pt x="817241" y="1056331"/>
                  </a:lnTo>
                  <a:lnTo>
                    <a:pt x="818781" y="1052117"/>
                  </a:lnTo>
                  <a:lnTo>
                    <a:pt x="818010" y="1047518"/>
                  </a:lnTo>
                  <a:lnTo>
                    <a:pt x="808764" y="1038322"/>
                  </a:lnTo>
                  <a:lnTo>
                    <a:pt x="804139" y="1035258"/>
                  </a:lnTo>
                  <a:lnTo>
                    <a:pt x="795662" y="1032958"/>
                  </a:lnTo>
                  <a:close/>
                </a:path>
                <a:path w="2485390" h="1061084" extrusionOk="0">
                  <a:moveTo>
                    <a:pt x="136013" y="1032958"/>
                  </a:moveTo>
                  <a:lnTo>
                    <a:pt x="132160" y="1033725"/>
                  </a:lnTo>
                  <a:lnTo>
                    <a:pt x="129077" y="1036791"/>
                  </a:lnTo>
                  <a:lnTo>
                    <a:pt x="124454" y="1039855"/>
                  </a:lnTo>
                  <a:lnTo>
                    <a:pt x="121371" y="1042920"/>
                  </a:lnTo>
                  <a:lnTo>
                    <a:pt x="120216" y="1046753"/>
                  </a:lnTo>
                  <a:lnTo>
                    <a:pt x="122788" y="1060640"/>
                  </a:lnTo>
                  <a:lnTo>
                    <a:pt x="153624" y="1060640"/>
                  </a:lnTo>
                  <a:lnTo>
                    <a:pt x="156434" y="1057480"/>
                  </a:lnTo>
                  <a:lnTo>
                    <a:pt x="158361" y="1052883"/>
                  </a:lnTo>
                  <a:lnTo>
                    <a:pt x="158361" y="1047518"/>
                  </a:lnTo>
                  <a:lnTo>
                    <a:pt x="149114" y="1038322"/>
                  </a:lnTo>
                  <a:lnTo>
                    <a:pt x="144490" y="1035258"/>
                  </a:lnTo>
                  <a:lnTo>
                    <a:pt x="136013" y="1032958"/>
                  </a:lnTo>
                  <a:close/>
                </a:path>
                <a:path w="2485390" h="1061084" extrusionOk="0">
                  <a:moveTo>
                    <a:pt x="903550" y="1029893"/>
                  </a:moveTo>
                  <a:lnTo>
                    <a:pt x="899697" y="1030660"/>
                  </a:lnTo>
                  <a:lnTo>
                    <a:pt x="896615" y="1033725"/>
                  </a:lnTo>
                  <a:lnTo>
                    <a:pt x="889582" y="1036694"/>
                  </a:lnTo>
                  <a:lnTo>
                    <a:pt x="886596" y="1041388"/>
                  </a:lnTo>
                  <a:lnTo>
                    <a:pt x="887078" y="1048380"/>
                  </a:lnTo>
                  <a:lnTo>
                    <a:pt x="890450" y="1058247"/>
                  </a:lnTo>
                  <a:lnTo>
                    <a:pt x="893798" y="1060640"/>
                  </a:lnTo>
                  <a:lnTo>
                    <a:pt x="918479" y="1060640"/>
                  </a:lnTo>
                  <a:lnTo>
                    <a:pt x="925129" y="1053265"/>
                  </a:lnTo>
                  <a:lnTo>
                    <a:pt x="926669" y="1049051"/>
                  </a:lnTo>
                  <a:lnTo>
                    <a:pt x="925898" y="1044453"/>
                  </a:lnTo>
                  <a:lnTo>
                    <a:pt x="916651" y="1035258"/>
                  </a:lnTo>
                  <a:lnTo>
                    <a:pt x="912027" y="1032192"/>
                  </a:lnTo>
                  <a:lnTo>
                    <a:pt x="903550" y="1029893"/>
                  </a:lnTo>
                  <a:close/>
                </a:path>
                <a:path w="2485390" h="1061084" extrusionOk="0">
                  <a:moveTo>
                    <a:pt x="700107" y="1029893"/>
                  </a:moveTo>
                  <a:lnTo>
                    <a:pt x="684502" y="1050105"/>
                  </a:lnTo>
                  <a:lnTo>
                    <a:pt x="687006" y="1058247"/>
                  </a:lnTo>
                  <a:lnTo>
                    <a:pt x="690354" y="1060640"/>
                  </a:lnTo>
                  <a:lnTo>
                    <a:pt x="715035" y="1060640"/>
                  </a:lnTo>
                  <a:lnTo>
                    <a:pt x="721683" y="1053265"/>
                  </a:lnTo>
                  <a:lnTo>
                    <a:pt x="723225" y="1049051"/>
                  </a:lnTo>
                  <a:lnTo>
                    <a:pt x="722454" y="1044453"/>
                  </a:lnTo>
                  <a:lnTo>
                    <a:pt x="713206" y="1035258"/>
                  </a:lnTo>
                  <a:lnTo>
                    <a:pt x="708583" y="1032192"/>
                  </a:lnTo>
                  <a:lnTo>
                    <a:pt x="700107" y="1029893"/>
                  </a:lnTo>
                  <a:close/>
                </a:path>
                <a:path w="2485390" h="1061084" extrusionOk="0">
                  <a:moveTo>
                    <a:pt x="601468" y="1029893"/>
                  </a:moveTo>
                  <a:lnTo>
                    <a:pt x="597614" y="1030660"/>
                  </a:lnTo>
                  <a:lnTo>
                    <a:pt x="594532" y="1033725"/>
                  </a:lnTo>
                  <a:lnTo>
                    <a:pt x="588800" y="1036694"/>
                  </a:lnTo>
                  <a:lnTo>
                    <a:pt x="585670" y="1041388"/>
                  </a:lnTo>
                  <a:lnTo>
                    <a:pt x="585429" y="1048380"/>
                  </a:lnTo>
                  <a:lnTo>
                    <a:pt x="588367" y="1058247"/>
                  </a:lnTo>
                  <a:lnTo>
                    <a:pt x="591715" y="1060640"/>
                  </a:lnTo>
                  <a:lnTo>
                    <a:pt x="616397" y="1060640"/>
                  </a:lnTo>
                  <a:lnTo>
                    <a:pt x="623045" y="1053265"/>
                  </a:lnTo>
                  <a:lnTo>
                    <a:pt x="624587" y="1049051"/>
                  </a:lnTo>
                  <a:lnTo>
                    <a:pt x="623816" y="1044453"/>
                  </a:lnTo>
                  <a:lnTo>
                    <a:pt x="614568" y="1035258"/>
                  </a:lnTo>
                  <a:lnTo>
                    <a:pt x="609945" y="1032192"/>
                  </a:lnTo>
                  <a:lnTo>
                    <a:pt x="601468" y="1029893"/>
                  </a:lnTo>
                  <a:close/>
                </a:path>
                <a:path w="2485390" h="1061084" extrusionOk="0">
                  <a:moveTo>
                    <a:pt x="1097746" y="1023763"/>
                  </a:moveTo>
                  <a:lnTo>
                    <a:pt x="1093891" y="1024530"/>
                  </a:lnTo>
                  <a:lnTo>
                    <a:pt x="1090809" y="1027595"/>
                  </a:lnTo>
                  <a:lnTo>
                    <a:pt x="1085078" y="1032288"/>
                  </a:lnTo>
                  <a:lnTo>
                    <a:pt x="1081947" y="1037556"/>
                  </a:lnTo>
                  <a:lnTo>
                    <a:pt x="1081818" y="1041004"/>
                  </a:lnTo>
                  <a:lnTo>
                    <a:pt x="1081707" y="1043975"/>
                  </a:lnTo>
                  <a:lnTo>
                    <a:pt x="1084644" y="1052117"/>
                  </a:lnTo>
                  <a:lnTo>
                    <a:pt x="1096570" y="1060640"/>
                  </a:lnTo>
                  <a:lnTo>
                    <a:pt x="1098302" y="1060640"/>
                  </a:lnTo>
                  <a:lnTo>
                    <a:pt x="1109305" y="1058247"/>
                  </a:lnTo>
                  <a:lnTo>
                    <a:pt x="1114169" y="1054415"/>
                  </a:lnTo>
                  <a:lnTo>
                    <a:pt x="1118167" y="1048284"/>
                  </a:lnTo>
                  <a:lnTo>
                    <a:pt x="1119275" y="1041004"/>
                  </a:lnTo>
                  <a:lnTo>
                    <a:pt x="1115470" y="1033725"/>
                  </a:lnTo>
                  <a:lnTo>
                    <a:pt x="1110846" y="1029127"/>
                  </a:lnTo>
                  <a:lnTo>
                    <a:pt x="1106222" y="1026062"/>
                  </a:lnTo>
                  <a:lnTo>
                    <a:pt x="1097746" y="1023763"/>
                  </a:lnTo>
                  <a:close/>
                </a:path>
                <a:path w="2485390" h="1061084" extrusionOk="0">
                  <a:moveTo>
                    <a:pt x="1328931" y="1017633"/>
                  </a:moveTo>
                  <a:lnTo>
                    <a:pt x="1325077" y="1018400"/>
                  </a:lnTo>
                  <a:lnTo>
                    <a:pt x="1321995" y="1021464"/>
                  </a:lnTo>
                  <a:lnTo>
                    <a:pt x="1316264" y="1026158"/>
                  </a:lnTo>
                  <a:lnTo>
                    <a:pt x="1313133" y="1031426"/>
                  </a:lnTo>
                  <a:lnTo>
                    <a:pt x="1313004" y="1034875"/>
                  </a:lnTo>
                  <a:lnTo>
                    <a:pt x="1312892" y="1037844"/>
                  </a:lnTo>
                  <a:lnTo>
                    <a:pt x="1315830" y="1045987"/>
                  </a:lnTo>
                  <a:lnTo>
                    <a:pt x="1321417" y="1052548"/>
                  </a:lnTo>
                  <a:lnTo>
                    <a:pt x="1328161" y="1054799"/>
                  </a:lnTo>
                  <a:lnTo>
                    <a:pt x="1334904" y="1054176"/>
                  </a:lnTo>
                  <a:lnTo>
                    <a:pt x="1340491" y="1052117"/>
                  </a:lnTo>
                  <a:lnTo>
                    <a:pt x="1345355" y="1048285"/>
                  </a:lnTo>
                  <a:lnTo>
                    <a:pt x="1349353" y="1042155"/>
                  </a:lnTo>
                  <a:lnTo>
                    <a:pt x="1350460" y="1034875"/>
                  </a:lnTo>
                  <a:lnTo>
                    <a:pt x="1346656" y="1027595"/>
                  </a:lnTo>
                  <a:lnTo>
                    <a:pt x="1342031" y="1022997"/>
                  </a:lnTo>
                  <a:lnTo>
                    <a:pt x="1337409" y="1019931"/>
                  </a:lnTo>
                  <a:lnTo>
                    <a:pt x="1328931" y="1017633"/>
                  </a:lnTo>
                  <a:close/>
                </a:path>
                <a:path w="2485390" h="1061084" extrusionOk="0">
                  <a:moveTo>
                    <a:pt x="2367725" y="1005372"/>
                  </a:moveTo>
                  <a:lnTo>
                    <a:pt x="2363872" y="1006139"/>
                  </a:lnTo>
                  <a:lnTo>
                    <a:pt x="2360790" y="1009204"/>
                  </a:lnTo>
                  <a:lnTo>
                    <a:pt x="2355058" y="1012173"/>
                  </a:lnTo>
                  <a:lnTo>
                    <a:pt x="2351927" y="1016867"/>
                  </a:lnTo>
                  <a:lnTo>
                    <a:pt x="2351744" y="1022183"/>
                  </a:lnTo>
                  <a:lnTo>
                    <a:pt x="2351686" y="1023860"/>
                  </a:lnTo>
                  <a:lnTo>
                    <a:pt x="2354624" y="1033726"/>
                  </a:lnTo>
                  <a:lnTo>
                    <a:pt x="2360211" y="1040287"/>
                  </a:lnTo>
                  <a:lnTo>
                    <a:pt x="2366955" y="1042538"/>
                  </a:lnTo>
                  <a:lnTo>
                    <a:pt x="2373698" y="1041916"/>
                  </a:lnTo>
                  <a:lnTo>
                    <a:pt x="2379285" y="1039856"/>
                  </a:lnTo>
                  <a:lnTo>
                    <a:pt x="2385450" y="1034732"/>
                  </a:lnTo>
                  <a:lnTo>
                    <a:pt x="2389302" y="1028745"/>
                  </a:lnTo>
                  <a:lnTo>
                    <a:pt x="2389589" y="1023860"/>
                  </a:lnTo>
                  <a:lnTo>
                    <a:pt x="2389688" y="1022183"/>
                  </a:lnTo>
                  <a:lnTo>
                    <a:pt x="2385450" y="1015334"/>
                  </a:lnTo>
                  <a:lnTo>
                    <a:pt x="2380827" y="1010737"/>
                  </a:lnTo>
                  <a:lnTo>
                    <a:pt x="2376203" y="1007672"/>
                  </a:lnTo>
                  <a:lnTo>
                    <a:pt x="2367725" y="1005372"/>
                  </a:lnTo>
                  <a:close/>
                </a:path>
                <a:path w="2485390" h="1061084" extrusionOk="0">
                  <a:moveTo>
                    <a:pt x="1446065" y="999241"/>
                  </a:moveTo>
                  <a:lnTo>
                    <a:pt x="1442212" y="1000008"/>
                  </a:lnTo>
                  <a:lnTo>
                    <a:pt x="1439129" y="1003073"/>
                  </a:lnTo>
                  <a:lnTo>
                    <a:pt x="1433397" y="1006473"/>
                  </a:lnTo>
                  <a:lnTo>
                    <a:pt x="1430267" y="1011885"/>
                  </a:lnTo>
                  <a:lnTo>
                    <a:pt x="1430126" y="1016052"/>
                  </a:lnTo>
                  <a:lnTo>
                    <a:pt x="1430026" y="1019021"/>
                  </a:lnTo>
                  <a:lnTo>
                    <a:pt x="1432963" y="1027595"/>
                  </a:lnTo>
                  <a:lnTo>
                    <a:pt x="1438551" y="1034156"/>
                  </a:lnTo>
                  <a:lnTo>
                    <a:pt x="1445294" y="1036407"/>
                  </a:lnTo>
                  <a:lnTo>
                    <a:pt x="1452037" y="1035785"/>
                  </a:lnTo>
                  <a:lnTo>
                    <a:pt x="1457624" y="1033725"/>
                  </a:lnTo>
                  <a:lnTo>
                    <a:pt x="1463789" y="1028600"/>
                  </a:lnTo>
                  <a:lnTo>
                    <a:pt x="1467642" y="1022614"/>
                  </a:lnTo>
                  <a:lnTo>
                    <a:pt x="1468028" y="1016052"/>
                  </a:lnTo>
                  <a:lnTo>
                    <a:pt x="1463789" y="1009204"/>
                  </a:lnTo>
                  <a:lnTo>
                    <a:pt x="1459166" y="1004605"/>
                  </a:lnTo>
                  <a:lnTo>
                    <a:pt x="1454542" y="1001541"/>
                  </a:lnTo>
                  <a:lnTo>
                    <a:pt x="1446065" y="999241"/>
                  </a:lnTo>
                  <a:close/>
                </a:path>
                <a:path w="2485390" h="1061084" extrusionOk="0">
                  <a:moveTo>
                    <a:pt x="1692663" y="996176"/>
                  </a:moveTo>
                  <a:lnTo>
                    <a:pt x="1688809" y="996943"/>
                  </a:lnTo>
                  <a:lnTo>
                    <a:pt x="1685727" y="1000008"/>
                  </a:lnTo>
                  <a:lnTo>
                    <a:pt x="1678695" y="1003408"/>
                  </a:lnTo>
                  <a:lnTo>
                    <a:pt x="1675709" y="1008820"/>
                  </a:lnTo>
                  <a:lnTo>
                    <a:pt x="1676191" y="1015957"/>
                  </a:lnTo>
                  <a:lnTo>
                    <a:pt x="1679562" y="1024530"/>
                  </a:lnTo>
                  <a:lnTo>
                    <a:pt x="1685149" y="1031091"/>
                  </a:lnTo>
                  <a:lnTo>
                    <a:pt x="1691892" y="1033342"/>
                  </a:lnTo>
                  <a:lnTo>
                    <a:pt x="1698636" y="1032720"/>
                  </a:lnTo>
                  <a:lnTo>
                    <a:pt x="1704223" y="1030660"/>
                  </a:lnTo>
                  <a:lnTo>
                    <a:pt x="1710387" y="1025536"/>
                  </a:lnTo>
                  <a:lnTo>
                    <a:pt x="1714240" y="1019548"/>
                  </a:lnTo>
                  <a:lnTo>
                    <a:pt x="1714626" y="1012987"/>
                  </a:lnTo>
                  <a:lnTo>
                    <a:pt x="1710387" y="1006138"/>
                  </a:lnTo>
                  <a:lnTo>
                    <a:pt x="1705763" y="1001541"/>
                  </a:lnTo>
                  <a:lnTo>
                    <a:pt x="1701140" y="998475"/>
                  </a:lnTo>
                  <a:lnTo>
                    <a:pt x="1692663" y="996176"/>
                  </a:lnTo>
                  <a:close/>
                </a:path>
                <a:path w="2485390" h="1061084" extrusionOk="0">
                  <a:moveTo>
                    <a:pt x="1825209" y="983915"/>
                  </a:moveTo>
                  <a:lnTo>
                    <a:pt x="1821356" y="984683"/>
                  </a:lnTo>
                  <a:lnTo>
                    <a:pt x="1818274" y="987747"/>
                  </a:lnTo>
                  <a:lnTo>
                    <a:pt x="1812543" y="990717"/>
                  </a:lnTo>
                  <a:lnTo>
                    <a:pt x="1809412" y="995411"/>
                  </a:lnTo>
                  <a:lnTo>
                    <a:pt x="1809229" y="1000727"/>
                  </a:lnTo>
                  <a:lnTo>
                    <a:pt x="1809171" y="1002403"/>
                  </a:lnTo>
                  <a:lnTo>
                    <a:pt x="1812109" y="1012270"/>
                  </a:lnTo>
                  <a:lnTo>
                    <a:pt x="1817696" y="1018831"/>
                  </a:lnTo>
                  <a:lnTo>
                    <a:pt x="1824439" y="1021082"/>
                  </a:lnTo>
                  <a:lnTo>
                    <a:pt x="1831181" y="1020459"/>
                  </a:lnTo>
                  <a:lnTo>
                    <a:pt x="1847172" y="1000727"/>
                  </a:lnTo>
                  <a:lnTo>
                    <a:pt x="1842933" y="993877"/>
                  </a:lnTo>
                  <a:lnTo>
                    <a:pt x="1838311" y="989280"/>
                  </a:lnTo>
                  <a:lnTo>
                    <a:pt x="1833685" y="986215"/>
                  </a:lnTo>
                  <a:lnTo>
                    <a:pt x="1825209" y="983915"/>
                  </a:lnTo>
                  <a:close/>
                </a:path>
                <a:path w="2485390" h="1061084" extrusionOk="0">
                  <a:moveTo>
                    <a:pt x="2056395" y="977785"/>
                  </a:moveTo>
                  <a:lnTo>
                    <a:pt x="2052542" y="978552"/>
                  </a:lnTo>
                  <a:lnTo>
                    <a:pt x="2049460" y="981617"/>
                  </a:lnTo>
                  <a:lnTo>
                    <a:pt x="2043728" y="984587"/>
                  </a:lnTo>
                  <a:lnTo>
                    <a:pt x="2040598" y="989280"/>
                  </a:lnTo>
                  <a:lnTo>
                    <a:pt x="2040415" y="994596"/>
                  </a:lnTo>
                  <a:lnTo>
                    <a:pt x="2040357" y="996273"/>
                  </a:lnTo>
                  <a:lnTo>
                    <a:pt x="2043295" y="1006139"/>
                  </a:lnTo>
                  <a:lnTo>
                    <a:pt x="2048882" y="1012700"/>
                  </a:lnTo>
                  <a:lnTo>
                    <a:pt x="2055624" y="1014951"/>
                  </a:lnTo>
                  <a:lnTo>
                    <a:pt x="2062367" y="1014329"/>
                  </a:lnTo>
                  <a:lnTo>
                    <a:pt x="2067955" y="1012270"/>
                  </a:lnTo>
                  <a:lnTo>
                    <a:pt x="2074120" y="1007145"/>
                  </a:lnTo>
                  <a:lnTo>
                    <a:pt x="2077973" y="1001158"/>
                  </a:lnTo>
                  <a:lnTo>
                    <a:pt x="2078260" y="996273"/>
                  </a:lnTo>
                  <a:lnTo>
                    <a:pt x="2078359" y="994596"/>
                  </a:lnTo>
                  <a:lnTo>
                    <a:pt x="2074120" y="987747"/>
                  </a:lnTo>
                  <a:lnTo>
                    <a:pt x="2069496" y="983150"/>
                  </a:lnTo>
                  <a:lnTo>
                    <a:pt x="2064872" y="980085"/>
                  </a:lnTo>
                  <a:lnTo>
                    <a:pt x="2056395" y="977785"/>
                  </a:lnTo>
                  <a:close/>
                </a:path>
                <a:path w="2485390" h="1061084" extrusionOk="0">
                  <a:moveTo>
                    <a:pt x="407272" y="974721"/>
                  </a:moveTo>
                  <a:lnTo>
                    <a:pt x="403418" y="975486"/>
                  </a:lnTo>
                  <a:lnTo>
                    <a:pt x="400336" y="978552"/>
                  </a:lnTo>
                  <a:lnTo>
                    <a:pt x="394604" y="981521"/>
                  </a:lnTo>
                  <a:lnTo>
                    <a:pt x="391474" y="986215"/>
                  </a:lnTo>
                  <a:lnTo>
                    <a:pt x="391276" y="991962"/>
                  </a:lnTo>
                  <a:lnTo>
                    <a:pt x="391233" y="993207"/>
                  </a:lnTo>
                  <a:lnTo>
                    <a:pt x="394171" y="1003073"/>
                  </a:lnTo>
                  <a:lnTo>
                    <a:pt x="399758" y="1009635"/>
                  </a:lnTo>
                  <a:lnTo>
                    <a:pt x="406501" y="1011886"/>
                  </a:lnTo>
                  <a:lnTo>
                    <a:pt x="413244" y="1011263"/>
                  </a:lnTo>
                  <a:lnTo>
                    <a:pt x="418831" y="1009204"/>
                  </a:lnTo>
                  <a:lnTo>
                    <a:pt x="423696" y="1005372"/>
                  </a:lnTo>
                  <a:lnTo>
                    <a:pt x="427693" y="999242"/>
                  </a:lnTo>
                  <a:lnTo>
                    <a:pt x="428801" y="991962"/>
                  </a:lnTo>
                  <a:lnTo>
                    <a:pt x="424996" y="984683"/>
                  </a:lnTo>
                  <a:lnTo>
                    <a:pt x="420372" y="980085"/>
                  </a:lnTo>
                  <a:lnTo>
                    <a:pt x="415749" y="977019"/>
                  </a:lnTo>
                  <a:lnTo>
                    <a:pt x="407272" y="974721"/>
                  </a:lnTo>
                  <a:close/>
                </a:path>
                <a:path w="2485390" h="1061084" extrusionOk="0">
                  <a:moveTo>
                    <a:pt x="2253673" y="965525"/>
                  </a:moveTo>
                  <a:lnTo>
                    <a:pt x="2249820" y="966292"/>
                  </a:lnTo>
                  <a:lnTo>
                    <a:pt x="2246738" y="969357"/>
                  </a:lnTo>
                  <a:lnTo>
                    <a:pt x="2239705" y="972326"/>
                  </a:lnTo>
                  <a:lnTo>
                    <a:pt x="2236719" y="977020"/>
                  </a:lnTo>
                  <a:lnTo>
                    <a:pt x="2237085" y="982336"/>
                  </a:lnTo>
                  <a:lnTo>
                    <a:pt x="2237200" y="984012"/>
                  </a:lnTo>
                  <a:lnTo>
                    <a:pt x="2240572" y="993879"/>
                  </a:lnTo>
                  <a:lnTo>
                    <a:pt x="2246159" y="1000440"/>
                  </a:lnTo>
                  <a:lnTo>
                    <a:pt x="2252903" y="1002691"/>
                  </a:lnTo>
                  <a:lnTo>
                    <a:pt x="2259646" y="1002068"/>
                  </a:lnTo>
                  <a:lnTo>
                    <a:pt x="2265233" y="1000009"/>
                  </a:lnTo>
                  <a:lnTo>
                    <a:pt x="2271397" y="994884"/>
                  </a:lnTo>
                  <a:lnTo>
                    <a:pt x="2275251" y="988897"/>
                  </a:lnTo>
                  <a:lnTo>
                    <a:pt x="2275537" y="984012"/>
                  </a:lnTo>
                  <a:lnTo>
                    <a:pt x="2275636" y="982336"/>
                  </a:lnTo>
                  <a:lnTo>
                    <a:pt x="2271397" y="975486"/>
                  </a:lnTo>
                  <a:lnTo>
                    <a:pt x="2266773" y="970889"/>
                  </a:lnTo>
                  <a:lnTo>
                    <a:pt x="2262150" y="967825"/>
                  </a:lnTo>
                  <a:lnTo>
                    <a:pt x="2253673" y="965525"/>
                  </a:lnTo>
                  <a:close/>
                </a:path>
                <a:path w="2485390" h="1061084" extrusionOk="0">
                  <a:moveTo>
                    <a:pt x="1951591" y="962460"/>
                  </a:moveTo>
                  <a:lnTo>
                    <a:pt x="1947738" y="963227"/>
                  </a:lnTo>
                  <a:lnTo>
                    <a:pt x="1944654" y="966292"/>
                  </a:lnTo>
                  <a:lnTo>
                    <a:pt x="1938923" y="970985"/>
                  </a:lnTo>
                  <a:lnTo>
                    <a:pt x="1935793" y="976254"/>
                  </a:lnTo>
                  <a:lnTo>
                    <a:pt x="1935663" y="979702"/>
                  </a:lnTo>
                  <a:lnTo>
                    <a:pt x="1935552" y="982672"/>
                  </a:lnTo>
                  <a:lnTo>
                    <a:pt x="1938490" y="990814"/>
                  </a:lnTo>
                  <a:lnTo>
                    <a:pt x="1944076" y="997375"/>
                  </a:lnTo>
                  <a:lnTo>
                    <a:pt x="1950819" y="999626"/>
                  </a:lnTo>
                  <a:lnTo>
                    <a:pt x="1957563" y="999003"/>
                  </a:lnTo>
                  <a:lnTo>
                    <a:pt x="1963150" y="996944"/>
                  </a:lnTo>
                  <a:lnTo>
                    <a:pt x="1968015" y="993112"/>
                  </a:lnTo>
                  <a:lnTo>
                    <a:pt x="1972012" y="986982"/>
                  </a:lnTo>
                  <a:lnTo>
                    <a:pt x="1973120" y="979702"/>
                  </a:lnTo>
                  <a:lnTo>
                    <a:pt x="1969315" y="972422"/>
                  </a:lnTo>
                  <a:lnTo>
                    <a:pt x="1964691" y="967825"/>
                  </a:lnTo>
                  <a:lnTo>
                    <a:pt x="1960068" y="964759"/>
                  </a:lnTo>
                  <a:lnTo>
                    <a:pt x="1951591" y="962460"/>
                  </a:lnTo>
                  <a:close/>
                </a:path>
                <a:path w="2485390" h="1061084" extrusionOk="0">
                  <a:moveTo>
                    <a:pt x="243901" y="962460"/>
                  </a:moveTo>
                  <a:lnTo>
                    <a:pt x="240047" y="963227"/>
                  </a:lnTo>
                  <a:lnTo>
                    <a:pt x="236965" y="966292"/>
                  </a:lnTo>
                  <a:lnTo>
                    <a:pt x="231233" y="970985"/>
                  </a:lnTo>
                  <a:lnTo>
                    <a:pt x="228103" y="976254"/>
                  </a:lnTo>
                  <a:lnTo>
                    <a:pt x="227973" y="979702"/>
                  </a:lnTo>
                  <a:lnTo>
                    <a:pt x="227862" y="982672"/>
                  </a:lnTo>
                  <a:lnTo>
                    <a:pt x="230800" y="990814"/>
                  </a:lnTo>
                  <a:lnTo>
                    <a:pt x="236387" y="997375"/>
                  </a:lnTo>
                  <a:lnTo>
                    <a:pt x="243130" y="999626"/>
                  </a:lnTo>
                  <a:lnTo>
                    <a:pt x="249873" y="999003"/>
                  </a:lnTo>
                  <a:lnTo>
                    <a:pt x="255460" y="996944"/>
                  </a:lnTo>
                  <a:lnTo>
                    <a:pt x="260325" y="993112"/>
                  </a:lnTo>
                  <a:lnTo>
                    <a:pt x="264322" y="986982"/>
                  </a:lnTo>
                  <a:lnTo>
                    <a:pt x="265430" y="979702"/>
                  </a:lnTo>
                  <a:lnTo>
                    <a:pt x="261625" y="972422"/>
                  </a:lnTo>
                  <a:lnTo>
                    <a:pt x="257002" y="967825"/>
                  </a:lnTo>
                  <a:lnTo>
                    <a:pt x="252378" y="964759"/>
                  </a:lnTo>
                  <a:lnTo>
                    <a:pt x="243901" y="962460"/>
                  </a:lnTo>
                  <a:close/>
                </a:path>
                <a:path w="2485390" h="1061084" extrusionOk="0">
                  <a:moveTo>
                    <a:pt x="2463283" y="959394"/>
                  </a:moveTo>
                  <a:lnTo>
                    <a:pt x="2459428" y="960161"/>
                  </a:lnTo>
                  <a:lnTo>
                    <a:pt x="2456346" y="963227"/>
                  </a:lnTo>
                  <a:lnTo>
                    <a:pt x="2450615" y="966196"/>
                  </a:lnTo>
                  <a:lnTo>
                    <a:pt x="2447484" y="970890"/>
                  </a:lnTo>
                  <a:lnTo>
                    <a:pt x="2447301" y="976206"/>
                  </a:lnTo>
                  <a:lnTo>
                    <a:pt x="2447244" y="977882"/>
                  </a:lnTo>
                  <a:lnTo>
                    <a:pt x="2450181" y="987748"/>
                  </a:lnTo>
                  <a:lnTo>
                    <a:pt x="2455768" y="994310"/>
                  </a:lnTo>
                  <a:lnTo>
                    <a:pt x="2462511" y="996561"/>
                  </a:lnTo>
                  <a:lnTo>
                    <a:pt x="2469255" y="995938"/>
                  </a:lnTo>
                  <a:lnTo>
                    <a:pt x="2474842" y="993879"/>
                  </a:lnTo>
                  <a:lnTo>
                    <a:pt x="2481007" y="988754"/>
                  </a:lnTo>
                  <a:lnTo>
                    <a:pt x="2484860" y="982767"/>
                  </a:lnTo>
                  <a:lnTo>
                    <a:pt x="2485147" y="977882"/>
                  </a:lnTo>
                  <a:lnTo>
                    <a:pt x="2485245" y="976206"/>
                  </a:lnTo>
                  <a:lnTo>
                    <a:pt x="2481007" y="969357"/>
                  </a:lnTo>
                  <a:lnTo>
                    <a:pt x="2476383" y="964759"/>
                  </a:lnTo>
                  <a:lnTo>
                    <a:pt x="2471759" y="961694"/>
                  </a:lnTo>
                  <a:lnTo>
                    <a:pt x="2463283" y="959394"/>
                  </a:lnTo>
                  <a:close/>
                </a:path>
                <a:path w="2485390" h="1061084" extrusionOk="0">
                  <a:moveTo>
                    <a:pt x="1572446" y="956330"/>
                  </a:moveTo>
                  <a:lnTo>
                    <a:pt x="1556842" y="976541"/>
                  </a:lnTo>
                  <a:lnTo>
                    <a:pt x="1559346" y="984684"/>
                  </a:lnTo>
                  <a:lnTo>
                    <a:pt x="1564933" y="991245"/>
                  </a:lnTo>
                  <a:lnTo>
                    <a:pt x="1571676" y="993496"/>
                  </a:lnTo>
                  <a:lnTo>
                    <a:pt x="1578418" y="992873"/>
                  </a:lnTo>
                  <a:lnTo>
                    <a:pt x="1584006" y="990814"/>
                  </a:lnTo>
                  <a:lnTo>
                    <a:pt x="1590171" y="985689"/>
                  </a:lnTo>
                  <a:lnTo>
                    <a:pt x="1594024" y="979702"/>
                  </a:lnTo>
                  <a:lnTo>
                    <a:pt x="1594409" y="973140"/>
                  </a:lnTo>
                  <a:lnTo>
                    <a:pt x="1590170" y="966292"/>
                  </a:lnTo>
                  <a:lnTo>
                    <a:pt x="1585546" y="961694"/>
                  </a:lnTo>
                  <a:lnTo>
                    <a:pt x="1580922" y="958629"/>
                  </a:lnTo>
                  <a:lnTo>
                    <a:pt x="1572446" y="956330"/>
                  </a:lnTo>
                  <a:close/>
                </a:path>
                <a:path w="2485390" h="1061084" extrusionOk="0">
                  <a:moveTo>
                    <a:pt x="1236456" y="941003"/>
                  </a:moveTo>
                  <a:lnTo>
                    <a:pt x="1232603" y="941771"/>
                  </a:lnTo>
                  <a:lnTo>
                    <a:pt x="1229521" y="944835"/>
                  </a:lnTo>
                  <a:lnTo>
                    <a:pt x="1223790" y="948236"/>
                  </a:lnTo>
                  <a:lnTo>
                    <a:pt x="1220659" y="953648"/>
                  </a:lnTo>
                  <a:lnTo>
                    <a:pt x="1220518" y="957814"/>
                  </a:lnTo>
                  <a:lnTo>
                    <a:pt x="1220418" y="960784"/>
                  </a:lnTo>
                  <a:lnTo>
                    <a:pt x="1223356" y="969357"/>
                  </a:lnTo>
                  <a:lnTo>
                    <a:pt x="1228943" y="975918"/>
                  </a:lnTo>
                  <a:lnTo>
                    <a:pt x="1235686" y="978169"/>
                  </a:lnTo>
                  <a:lnTo>
                    <a:pt x="1242429" y="977546"/>
                  </a:lnTo>
                  <a:lnTo>
                    <a:pt x="1248016" y="975486"/>
                  </a:lnTo>
                  <a:lnTo>
                    <a:pt x="1254181" y="970362"/>
                  </a:lnTo>
                  <a:lnTo>
                    <a:pt x="1258034" y="964376"/>
                  </a:lnTo>
                  <a:lnTo>
                    <a:pt x="1258419" y="957814"/>
                  </a:lnTo>
                  <a:lnTo>
                    <a:pt x="1254181" y="950965"/>
                  </a:lnTo>
                  <a:lnTo>
                    <a:pt x="1249558" y="946368"/>
                  </a:lnTo>
                  <a:lnTo>
                    <a:pt x="1244934" y="943302"/>
                  </a:lnTo>
                  <a:lnTo>
                    <a:pt x="1236456" y="941003"/>
                  </a:lnTo>
                  <a:close/>
                </a:path>
                <a:path w="2485390" h="1061084" extrusionOk="0">
                  <a:moveTo>
                    <a:pt x="1042261" y="937938"/>
                  </a:moveTo>
                  <a:lnTo>
                    <a:pt x="1038408" y="938705"/>
                  </a:lnTo>
                  <a:lnTo>
                    <a:pt x="1035325" y="941771"/>
                  </a:lnTo>
                  <a:lnTo>
                    <a:pt x="1029593" y="944740"/>
                  </a:lnTo>
                  <a:lnTo>
                    <a:pt x="1026463" y="949433"/>
                  </a:lnTo>
                  <a:lnTo>
                    <a:pt x="1026279" y="954749"/>
                  </a:lnTo>
                  <a:lnTo>
                    <a:pt x="1026222" y="956425"/>
                  </a:lnTo>
                  <a:lnTo>
                    <a:pt x="1029159" y="966292"/>
                  </a:lnTo>
                  <a:lnTo>
                    <a:pt x="1034747" y="972853"/>
                  </a:lnTo>
                  <a:lnTo>
                    <a:pt x="1041490" y="975104"/>
                  </a:lnTo>
                  <a:lnTo>
                    <a:pt x="1048233" y="974481"/>
                  </a:lnTo>
                  <a:lnTo>
                    <a:pt x="1053820" y="972422"/>
                  </a:lnTo>
                  <a:lnTo>
                    <a:pt x="1059985" y="967297"/>
                  </a:lnTo>
                  <a:lnTo>
                    <a:pt x="1063838" y="961311"/>
                  </a:lnTo>
                  <a:lnTo>
                    <a:pt x="1064125" y="956425"/>
                  </a:lnTo>
                  <a:lnTo>
                    <a:pt x="1064223" y="954749"/>
                  </a:lnTo>
                  <a:lnTo>
                    <a:pt x="1059985" y="947901"/>
                  </a:lnTo>
                  <a:lnTo>
                    <a:pt x="1055362" y="943302"/>
                  </a:lnTo>
                  <a:lnTo>
                    <a:pt x="1050738" y="940238"/>
                  </a:lnTo>
                  <a:lnTo>
                    <a:pt x="1042261" y="937938"/>
                  </a:lnTo>
                  <a:close/>
                </a:path>
                <a:path w="2485390" h="1061084" extrusionOk="0">
                  <a:moveTo>
                    <a:pt x="940539" y="937938"/>
                  </a:moveTo>
                  <a:lnTo>
                    <a:pt x="936686" y="938705"/>
                  </a:lnTo>
                  <a:lnTo>
                    <a:pt x="933603" y="941771"/>
                  </a:lnTo>
                  <a:lnTo>
                    <a:pt x="927872" y="945170"/>
                  </a:lnTo>
                  <a:lnTo>
                    <a:pt x="924741" y="950582"/>
                  </a:lnTo>
                  <a:lnTo>
                    <a:pt x="924601" y="954749"/>
                  </a:lnTo>
                  <a:lnTo>
                    <a:pt x="924500" y="957718"/>
                  </a:lnTo>
                  <a:lnTo>
                    <a:pt x="927439" y="966292"/>
                  </a:lnTo>
                  <a:lnTo>
                    <a:pt x="933026" y="972853"/>
                  </a:lnTo>
                  <a:lnTo>
                    <a:pt x="939769" y="975104"/>
                  </a:lnTo>
                  <a:lnTo>
                    <a:pt x="946511" y="974481"/>
                  </a:lnTo>
                  <a:lnTo>
                    <a:pt x="952098" y="972422"/>
                  </a:lnTo>
                  <a:lnTo>
                    <a:pt x="958264" y="967297"/>
                  </a:lnTo>
                  <a:lnTo>
                    <a:pt x="962117" y="961311"/>
                  </a:lnTo>
                  <a:lnTo>
                    <a:pt x="962502" y="954749"/>
                  </a:lnTo>
                  <a:lnTo>
                    <a:pt x="958263" y="947901"/>
                  </a:lnTo>
                  <a:lnTo>
                    <a:pt x="953640" y="943302"/>
                  </a:lnTo>
                  <a:lnTo>
                    <a:pt x="949016" y="940238"/>
                  </a:lnTo>
                  <a:lnTo>
                    <a:pt x="940539" y="937938"/>
                  </a:lnTo>
                  <a:close/>
                </a:path>
                <a:path w="2485390" h="1061084" extrusionOk="0">
                  <a:moveTo>
                    <a:pt x="120601" y="937938"/>
                  </a:moveTo>
                  <a:lnTo>
                    <a:pt x="116748" y="938705"/>
                  </a:lnTo>
                  <a:lnTo>
                    <a:pt x="113665" y="941771"/>
                  </a:lnTo>
                  <a:lnTo>
                    <a:pt x="106633" y="945170"/>
                  </a:lnTo>
                  <a:lnTo>
                    <a:pt x="103647" y="950582"/>
                  </a:lnTo>
                  <a:lnTo>
                    <a:pt x="104129" y="957718"/>
                  </a:lnTo>
                  <a:lnTo>
                    <a:pt x="107500" y="966292"/>
                  </a:lnTo>
                  <a:lnTo>
                    <a:pt x="113087" y="972853"/>
                  </a:lnTo>
                  <a:lnTo>
                    <a:pt x="119831" y="975104"/>
                  </a:lnTo>
                  <a:lnTo>
                    <a:pt x="126574" y="974481"/>
                  </a:lnTo>
                  <a:lnTo>
                    <a:pt x="132161" y="972422"/>
                  </a:lnTo>
                  <a:lnTo>
                    <a:pt x="138326" y="967297"/>
                  </a:lnTo>
                  <a:lnTo>
                    <a:pt x="142179" y="961311"/>
                  </a:lnTo>
                  <a:lnTo>
                    <a:pt x="142564" y="954749"/>
                  </a:lnTo>
                  <a:lnTo>
                    <a:pt x="138326" y="947901"/>
                  </a:lnTo>
                  <a:lnTo>
                    <a:pt x="133702" y="943302"/>
                  </a:lnTo>
                  <a:lnTo>
                    <a:pt x="129078" y="940238"/>
                  </a:lnTo>
                  <a:lnTo>
                    <a:pt x="120601" y="937938"/>
                  </a:lnTo>
                  <a:close/>
                </a:path>
                <a:path w="2485390" h="1061084" extrusionOk="0">
                  <a:moveTo>
                    <a:pt x="527488" y="925678"/>
                  </a:moveTo>
                  <a:lnTo>
                    <a:pt x="523634" y="926444"/>
                  </a:lnTo>
                  <a:lnTo>
                    <a:pt x="520552" y="929510"/>
                  </a:lnTo>
                  <a:lnTo>
                    <a:pt x="513520" y="934203"/>
                  </a:lnTo>
                  <a:lnTo>
                    <a:pt x="510534" y="939472"/>
                  </a:lnTo>
                  <a:lnTo>
                    <a:pt x="511016" y="945889"/>
                  </a:lnTo>
                  <a:lnTo>
                    <a:pt x="514387" y="954031"/>
                  </a:lnTo>
                  <a:lnTo>
                    <a:pt x="519974" y="960593"/>
                  </a:lnTo>
                  <a:lnTo>
                    <a:pt x="526717" y="962844"/>
                  </a:lnTo>
                  <a:lnTo>
                    <a:pt x="533460" y="962221"/>
                  </a:lnTo>
                  <a:lnTo>
                    <a:pt x="539047" y="960161"/>
                  </a:lnTo>
                  <a:lnTo>
                    <a:pt x="545212" y="955037"/>
                  </a:lnTo>
                  <a:lnTo>
                    <a:pt x="549065" y="949050"/>
                  </a:lnTo>
                  <a:lnTo>
                    <a:pt x="549450" y="942489"/>
                  </a:lnTo>
                  <a:lnTo>
                    <a:pt x="545212" y="935640"/>
                  </a:lnTo>
                  <a:lnTo>
                    <a:pt x="540588" y="931043"/>
                  </a:lnTo>
                  <a:lnTo>
                    <a:pt x="535965" y="927977"/>
                  </a:lnTo>
                  <a:lnTo>
                    <a:pt x="527488" y="925678"/>
                  </a:lnTo>
                  <a:close/>
                </a:path>
                <a:path w="2485390" h="1061084" extrusionOk="0">
                  <a:moveTo>
                    <a:pt x="832652" y="919548"/>
                  </a:moveTo>
                  <a:lnTo>
                    <a:pt x="828799" y="920314"/>
                  </a:lnTo>
                  <a:lnTo>
                    <a:pt x="825717" y="923380"/>
                  </a:lnTo>
                  <a:lnTo>
                    <a:pt x="818685" y="928073"/>
                  </a:lnTo>
                  <a:lnTo>
                    <a:pt x="815699" y="933341"/>
                  </a:lnTo>
                  <a:lnTo>
                    <a:pt x="816181" y="939759"/>
                  </a:lnTo>
                  <a:lnTo>
                    <a:pt x="819552" y="947901"/>
                  </a:lnTo>
                  <a:lnTo>
                    <a:pt x="825139" y="954462"/>
                  </a:lnTo>
                  <a:lnTo>
                    <a:pt x="831882" y="956713"/>
                  </a:lnTo>
                  <a:lnTo>
                    <a:pt x="838625" y="956091"/>
                  </a:lnTo>
                  <a:lnTo>
                    <a:pt x="844212" y="954031"/>
                  </a:lnTo>
                  <a:lnTo>
                    <a:pt x="850377" y="948906"/>
                  </a:lnTo>
                  <a:lnTo>
                    <a:pt x="854230" y="942920"/>
                  </a:lnTo>
                  <a:lnTo>
                    <a:pt x="854615" y="936358"/>
                  </a:lnTo>
                  <a:lnTo>
                    <a:pt x="850376" y="929510"/>
                  </a:lnTo>
                  <a:lnTo>
                    <a:pt x="845754" y="924913"/>
                  </a:lnTo>
                  <a:lnTo>
                    <a:pt x="841130" y="921847"/>
                  </a:lnTo>
                  <a:lnTo>
                    <a:pt x="832652" y="919548"/>
                  </a:lnTo>
                  <a:close/>
                </a:path>
                <a:path w="2485390" h="1061084" extrusionOk="0">
                  <a:moveTo>
                    <a:pt x="2164283" y="913418"/>
                  </a:moveTo>
                  <a:lnTo>
                    <a:pt x="2160428" y="914184"/>
                  </a:lnTo>
                  <a:lnTo>
                    <a:pt x="2157346" y="917249"/>
                  </a:lnTo>
                  <a:lnTo>
                    <a:pt x="2152915" y="921512"/>
                  </a:lnTo>
                  <a:lnTo>
                    <a:pt x="2149640" y="926061"/>
                  </a:lnTo>
                  <a:lnTo>
                    <a:pt x="2148677" y="932335"/>
                  </a:lnTo>
                  <a:lnTo>
                    <a:pt x="2151182" y="941771"/>
                  </a:lnTo>
                  <a:lnTo>
                    <a:pt x="2156768" y="948332"/>
                  </a:lnTo>
                  <a:lnTo>
                    <a:pt x="2163511" y="950583"/>
                  </a:lnTo>
                  <a:lnTo>
                    <a:pt x="2170254" y="949960"/>
                  </a:lnTo>
                  <a:lnTo>
                    <a:pt x="2186244" y="930228"/>
                  </a:lnTo>
                  <a:lnTo>
                    <a:pt x="2182006" y="923380"/>
                  </a:lnTo>
                  <a:lnTo>
                    <a:pt x="2177382" y="918782"/>
                  </a:lnTo>
                  <a:lnTo>
                    <a:pt x="2172759" y="915716"/>
                  </a:lnTo>
                  <a:lnTo>
                    <a:pt x="2164283" y="913418"/>
                  </a:lnTo>
                  <a:close/>
                </a:path>
                <a:path w="2485390" h="1061084" extrusionOk="0">
                  <a:moveTo>
                    <a:pt x="635374" y="913418"/>
                  </a:moveTo>
                  <a:lnTo>
                    <a:pt x="631521" y="914184"/>
                  </a:lnTo>
                  <a:lnTo>
                    <a:pt x="628439" y="917249"/>
                  </a:lnTo>
                  <a:lnTo>
                    <a:pt x="622707" y="920218"/>
                  </a:lnTo>
                  <a:lnTo>
                    <a:pt x="619576" y="924912"/>
                  </a:lnTo>
                  <a:lnTo>
                    <a:pt x="619393" y="930228"/>
                  </a:lnTo>
                  <a:lnTo>
                    <a:pt x="619335" y="931904"/>
                  </a:lnTo>
                  <a:lnTo>
                    <a:pt x="622273" y="941771"/>
                  </a:lnTo>
                  <a:lnTo>
                    <a:pt x="627861" y="948332"/>
                  </a:lnTo>
                  <a:lnTo>
                    <a:pt x="634604" y="950583"/>
                  </a:lnTo>
                  <a:lnTo>
                    <a:pt x="641347" y="949960"/>
                  </a:lnTo>
                  <a:lnTo>
                    <a:pt x="646934" y="947901"/>
                  </a:lnTo>
                  <a:lnTo>
                    <a:pt x="653098" y="942776"/>
                  </a:lnTo>
                  <a:lnTo>
                    <a:pt x="656951" y="936789"/>
                  </a:lnTo>
                  <a:lnTo>
                    <a:pt x="657238" y="931904"/>
                  </a:lnTo>
                  <a:lnTo>
                    <a:pt x="657337" y="930228"/>
                  </a:lnTo>
                  <a:lnTo>
                    <a:pt x="653098" y="923380"/>
                  </a:lnTo>
                  <a:lnTo>
                    <a:pt x="648474" y="918782"/>
                  </a:lnTo>
                  <a:lnTo>
                    <a:pt x="643852" y="915716"/>
                  </a:lnTo>
                  <a:lnTo>
                    <a:pt x="635374" y="913418"/>
                  </a:lnTo>
                  <a:close/>
                </a:path>
                <a:path w="2485390" h="1061084" extrusionOk="0">
                  <a:moveTo>
                    <a:pt x="1347425" y="904222"/>
                  </a:moveTo>
                  <a:lnTo>
                    <a:pt x="1343572" y="904989"/>
                  </a:lnTo>
                  <a:lnTo>
                    <a:pt x="1340490" y="908055"/>
                  </a:lnTo>
                  <a:lnTo>
                    <a:pt x="1334759" y="911455"/>
                  </a:lnTo>
                  <a:lnTo>
                    <a:pt x="1331628" y="916866"/>
                  </a:lnTo>
                  <a:lnTo>
                    <a:pt x="1331488" y="921033"/>
                  </a:lnTo>
                  <a:lnTo>
                    <a:pt x="1331387" y="924002"/>
                  </a:lnTo>
                  <a:lnTo>
                    <a:pt x="1334325" y="932576"/>
                  </a:lnTo>
                  <a:lnTo>
                    <a:pt x="1339912" y="939137"/>
                  </a:lnTo>
                  <a:lnTo>
                    <a:pt x="1346654" y="941388"/>
                  </a:lnTo>
                  <a:lnTo>
                    <a:pt x="1353397" y="940765"/>
                  </a:lnTo>
                  <a:lnTo>
                    <a:pt x="1358985" y="938706"/>
                  </a:lnTo>
                  <a:lnTo>
                    <a:pt x="1365150" y="933581"/>
                  </a:lnTo>
                  <a:lnTo>
                    <a:pt x="1369003" y="927594"/>
                  </a:lnTo>
                  <a:lnTo>
                    <a:pt x="1369389" y="921033"/>
                  </a:lnTo>
                  <a:lnTo>
                    <a:pt x="1365151" y="914184"/>
                  </a:lnTo>
                  <a:lnTo>
                    <a:pt x="1360526" y="909586"/>
                  </a:lnTo>
                  <a:lnTo>
                    <a:pt x="1355902" y="906522"/>
                  </a:lnTo>
                  <a:lnTo>
                    <a:pt x="1347425" y="904222"/>
                  </a:lnTo>
                  <a:close/>
                </a:path>
                <a:path w="2485390" h="1061084" extrusionOk="0">
                  <a:moveTo>
                    <a:pt x="730932" y="898091"/>
                  </a:moveTo>
                  <a:lnTo>
                    <a:pt x="727077" y="898857"/>
                  </a:lnTo>
                  <a:lnTo>
                    <a:pt x="723995" y="901923"/>
                  </a:lnTo>
                  <a:lnTo>
                    <a:pt x="718264" y="904892"/>
                  </a:lnTo>
                  <a:lnTo>
                    <a:pt x="715133" y="909585"/>
                  </a:lnTo>
                  <a:lnTo>
                    <a:pt x="714950" y="914902"/>
                  </a:lnTo>
                  <a:lnTo>
                    <a:pt x="714892" y="916578"/>
                  </a:lnTo>
                  <a:lnTo>
                    <a:pt x="717830" y="926444"/>
                  </a:lnTo>
                  <a:lnTo>
                    <a:pt x="723417" y="933006"/>
                  </a:lnTo>
                  <a:lnTo>
                    <a:pt x="730160" y="935257"/>
                  </a:lnTo>
                  <a:lnTo>
                    <a:pt x="736904" y="934634"/>
                  </a:lnTo>
                  <a:lnTo>
                    <a:pt x="742491" y="932574"/>
                  </a:lnTo>
                  <a:lnTo>
                    <a:pt x="748656" y="927450"/>
                  </a:lnTo>
                  <a:lnTo>
                    <a:pt x="752509" y="921463"/>
                  </a:lnTo>
                  <a:lnTo>
                    <a:pt x="752795" y="916578"/>
                  </a:lnTo>
                  <a:lnTo>
                    <a:pt x="752894" y="914902"/>
                  </a:lnTo>
                  <a:lnTo>
                    <a:pt x="748656" y="908053"/>
                  </a:lnTo>
                  <a:lnTo>
                    <a:pt x="744032" y="903456"/>
                  </a:lnTo>
                  <a:lnTo>
                    <a:pt x="739408" y="900390"/>
                  </a:lnTo>
                  <a:lnTo>
                    <a:pt x="730932" y="898091"/>
                  </a:lnTo>
                  <a:close/>
                </a:path>
                <a:path w="2485390" h="1061084" extrusionOk="0">
                  <a:moveTo>
                    <a:pt x="1452231" y="891961"/>
                  </a:moveTo>
                  <a:lnTo>
                    <a:pt x="1448377" y="892727"/>
                  </a:lnTo>
                  <a:lnTo>
                    <a:pt x="1445295" y="895793"/>
                  </a:lnTo>
                  <a:lnTo>
                    <a:pt x="1439563" y="899193"/>
                  </a:lnTo>
                  <a:lnTo>
                    <a:pt x="1436432" y="904605"/>
                  </a:lnTo>
                  <a:lnTo>
                    <a:pt x="1436292" y="908771"/>
                  </a:lnTo>
                  <a:lnTo>
                    <a:pt x="1436192" y="911741"/>
                  </a:lnTo>
                  <a:lnTo>
                    <a:pt x="1439129" y="920314"/>
                  </a:lnTo>
                  <a:lnTo>
                    <a:pt x="1444717" y="926875"/>
                  </a:lnTo>
                  <a:lnTo>
                    <a:pt x="1451460" y="929126"/>
                  </a:lnTo>
                  <a:lnTo>
                    <a:pt x="1458203" y="928504"/>
                  </a:lnTo>
                  <a:lnTo>
                    <a:pt x="1463790" y="926444"/>
                  </a:lnTo>
                  <a:lnTo>
                    <a:pt x="1469955" y="921320"/>
                  </a:lnTo>
                  <a:lnTo>
                    <a:pt x="1473808" y="915333"/>
                  </a:lnTo>
                  <a:lnTo>
                    <a:pt x="1474193" y="908771"/>
                  </a:lnTo>
                  <a:lnTo>
                    <a:pt x="1469955" y="901923"/>
                  </a:lnTo>
                  <a:lnTo>
                    <a:pt x="1465332" y="897326"/>
                  </a:lnTo>
                  <a:lnTo>
                    <a:pt x="1460708" y="894260"/>
                  </a:lnTo>
                  <a:lnTo>
                    <a:pt x="1452231" y="891961"/>
                  </a:lnTo>
                  <a:close/>
                </a:path>
                <a:path w="2485390" h="1061084" extrusionOk="0">
                  <a:moveTo>
                    <a:pt x="1143983" y="891961"/>
                  </a:moveTo>
                  <a:lnTo>
                    <a:pt x="1140129" y="892727"/>
                  </a:lnTo>
                  <a:lnTo>
                    <a:pt x="1137046" y="895793"/>
                  </a:lnTo>
                  <a:lnTo>
                    <a:pt x="1131315" y="898762"/>
                  </a:lnTo>
                  <a:lnTo>
                    <a:pt x="1128184" y="903455"/>
                  </a:lnTo>
                  <a:lnTo>
                    <a:pt x="1127986" y="909203"/>
                  </a:lnTo>
                  <a:lnTo>
                    <a:pt x="1127943" y="910448"/>
                  </a:lnTo>
                  <a:lnTo>
                    <a:pt x="1130881" y="920314"/>
                  </a:lnTo>
                  <a:lnTo>
                    <a:pt x="1136468" y="926875"/>
                  </a:lnTo>
                  <a:lnTo>
                    <a:pt x="1143212" y="929126"/>
                  </a:lnTo>
                  <a:lnTo>
                    <a:pt x="1149955" y="928504"/>
                  </a:lnTo>
                  <a:lnTo>
                    <a:pt x="1155542" y="926444"/>
                  </a:lnTo>
                  <a:lnTo>
                    <a:pt x="1160406" y="922613"/>
                  </a:lnTo>
                  <a:lnTo>
                    <a:pt x="1164404" y="916482"/>
                  </a:lnTo>
                  <a:lnTo>
                    <a:pt x="1165511" y="909203"/>
                  </a:lnTo>
                  <a:lnTo>
                    <a:pt x="1161707" y="901923"/>
                  </a:lnTo>
                  <a:lnTo>
                    <a:pt x="1157083" y="897326"/>
                  </a:lnTo>
                  <a:lnTo>
                    <a:pt x="1152460" y="894260"/>
                  </a:lnTo>
                  <a:lnTo>
                    <a:pt x="1143983" y="891961"/>
                  </a:lnTo>
                  <a:close/>
                </a:path>
                <a:path w="2485390" h="1061084" extrusionOk="0">
                  <a:moveTo>
                    <a:pt x="1778972" y="888895"/>
                  </a:moveTo>
                  <a:lnTo>
                    <a:pt x="1775119" y="889662"/>
                  </a:lnTo>
                  <a:lnTo>
                    <a:pt x="1772037" y="892727"/>
                  </a:lnTo>
                  <a:lnTo>
                    <a:pt x="1765005" y="897420"/>
                  </a:lnTo>
                  <a:lnTo>
                    <a:pt x="1762018" y="902689"/>
                  </a:lnTo>
                  <a:lnTo>
                    <a:pt x="1762500" y="909107"/>
                  </a:lnTo>
                  <a:lnTo>
                    <a:pt x="1765871" y="917249"/>
                  </a:lnTo>
                  <a:lnTo>
                    <a:pt x="1771459" y="923811"/>
                  </a:lnTo>
                  <a:lnTo>
                    <a:pt x="1778202" y="926061"/>
                  </a:lnTo>
                  <a:lnTo>
                    <a:pt x="1784945" y="925439"/>
                  </a:lnTo>
                  <a:lnTo>
                    <a:pt x="1790532" y="923380"/>
                  </a:lnTo>
                  <a:lnTo>
                    <a:pt x="1796697" y="918255"/>
                  </a:lnTo>
                  <a:lnTo>
                    <a:pt x="1800550" y="912268"/>
                  </a:lnTo>
                  <a:lnTo>
                    <a:pt x="1800935" y="905706"/>
                  </a:lnTo>
                  <a:lnTo>
                    <a:pt x="1796697" y="898857"/>
                  </a:lnTo>
                  <a:lnTo>
                    <a:pt x="1792074" y="894260"/>
                  </a:lnTo>
                  <a:lnTo>
                    <a:pt x="1787448" y="891195"/>
                  </a:lnTo>
                  <a:lnTo>
                    <a:pt x="1778972" y="888895"/>
                  </a:lnTo>
                  <a:close/>
                </a:path>
                <a:path w="2485390" h="1061084" extrusionOk="0">
                  <a:moveTo>
                    <a:pt x="1674168" y="888895"/>
                  </a:moveTo>
                  <a:lnTo>
                    <a:pt x="1670315" y="889662"/>
                  </a:lnTo>
                  <a:lnTo>
                    <a:pt x="1667233" y="892727"/>
                  </a:lnTo>
                  <a:lnTo>
                    <a:pt x="1661501" y="897420"/>
                  </a:lnTo>
                  <a:lnTo>
                    <a:pt x="1658370" y="902689"/>
                  </a:lnTo>
                  <a:lnTo>
                    <a:pt x="1658130" y="909107"/>
                  </a:lnTo>
                  <a:lnTo>
                    <a:pt x="1661068" y="917249"/>
                  </a:lnTo>
                  <a:lnTo>
                    <a:pt x="1666655" y="923811"/>
                  </a:lnTo>
                  <a:lnTo>
                    <a:pt x="1673398" y="926061"/>
                  </a:lnTo>
                  <a:lnTo>
                    <a:pt x="1680141" y="925439"/>
                  </a:lnTo>
                  <a:lnTo>
                    <a:pt x="1685728" y="923380"/>
                  </a:lnTo>
                  <a:lnTo>
                    <a:pt x="1691893" y="918255"/>
                  </a:lnTo>
                  <a:lnTo>
                    <a:pt x="1695746" y="912268"/>
                  </a:lnTo>
                  <a:lnTo>
                    <a:pt x="1696131" y="905706"/>
                  </a:lnTo>
                  <a:lnTo>
                    <a:pt x="1691892" y="898857"/>
                  </a:lnTo>
                  <a:lnTo>
                    <a:pt x="1687270" y="894260"/>
                  </a:lnTo>
                  <a:lnTo>
                    <a:pt x="1682645" y="891195"/>
                  </a:lnTo>
                  <a:lnTo>
                    <a:pt x="1674168" y="888895"/>
                  </a:lnTo>
                  <a:close/>
                </a:path>
                <a:path w="2485390" h="1061084" extrusionOk="0">
                  <a:moveTo>
                    <a:pt x="2376972" y="885831"/>
                  </a:moveTo>
                  <a:lnTo>
                    <a:pt x="2373120" y="886598"/>
                  </a:lnTo>
                  <a:lnTo>
                    <a:pt x="2370037" y="889662"/>
                  </a:lnTo>
                  <a:lnTo>
                    <a:pt x="2364305" y="894356"/>
                  </a:lnTo>
                  <a:lnTo>
                    <a:pt x="2361175" y="899624"/>
                  </a:lnTo>
                  <a:lnTo>
                    <a:pt x="2360934" y="906042"/>
                  </a:lnTo>
                  <a:lnTo>
                    <a:pt x="2363872" y="914184"/>
                  </a:lnTo>
                  <a:lnTo>
                    <a:pt x="2369459" y="920745"/>
                  </a:lnTo>
                  <a:lnTo>
                    <a:pt x="2376202" y="922996"/>
                  </a:lnTo>
                  <a:lnTo>
                    <a:pt x="2382945" y="922374"/>
                  </a:lnTo>
                  <a:lnTo>
                    <a:pt x="2388532" y="920314"/>
                  </a:lnTo>
                  <a:lnTo>
                    <a:pt x="2394697" y="915189"/>
                  </a:lnTo>
                  <a:lnTo>
                    <a:pt x="2398550" y="909203"/>
                  </a:lnTo>
                  <a:lnTo>
                    <a:pt x="2398935" y="902641"/>
                  </a:lnTo>
                  <a:lnTo>
                    <a:pt x="2394696" y="895793"/>
                  </a:lnTo>
                  <a:lnTo>
                    <a:pt x="2390074" y="891195"/>
                  </a:lnTo>
                  <a:lnTo>
                    <a:pt x="2385450" y="888130"/>
                  </a:lnTo>
                  <a:lnTo>
                    <a:pt x="2376972" y="885831"/>
                  </a:lnTo>
                  <a:close/>
                </a:path>
                <a:path w="2485390" h="1061084" extrusionOk="0">
                  <a:moveTo>
                    <a:pt x="320962" y="879701"/>
                  </a:moveTo>
                  <a:lnTo>
                    <a:pt x="317108" y="880468"/>
                  </a:lnTo>
                  <a:lnTo>
                    <a:pt x="314026" y="883532"/>
                  </a:lnTo>
                  <a:lnTo>
                    <a:pt x="308295" y="888226"/>
                  </a:lnTo>
                  <a:lnTo>
                    <a:pt x="305164" y="893494"/>
                  </a:lnTo>
                  <a:lnTo>
                    <a:pt x="304923" y="899912"/>
                  </a:lnTo>
                  <a:lnTo>
                    <a:pt x="307861" y="908055"/>
                  </a:lnTo>
                  <a:lnTo>
                    <a:pt x="313448" y="914615"/>
                  </a:lnTo>
                  <a:lnTo>
                    <a:pt x="320191" y="916866"/>
                  </a:lnTo>
                  <a:lnTo>
                    <a:pt x="326934" y="916243"/>
                  </a:lnTo>
                  <a:lnTo>
                    <a:pt x="332522" y="914184"/>
                  </a:lnTo>
                  <a:lnTo>
                    <a:pt x="338686" y="909060"/>
                  </a:lnTo>
                  <a:lnTo>
                    <a:pt x="342539" y="903073"/>
                  </a:lnTo>
                  <a:lnTo>
                    <a:pt x="342925" y="896511"/>
                  </a:lnTo>
                  <a:lnTo>
                    <a:pt x="338686" y="889662"/>
                  </a:lnTo>
                  <a:lnTo>
                    <a:pt x="334063" y="885065"/>
                  </a:lnTo>
                  <a:lnTo>
                    <a:pt x="329439" y="881999"/>
                  </a:lnTo>
                  <a:lnTo>
                    <a:pt x="320962" y="879701"/>
                  </a:lnTo>
                  <a:close/>
                </a:path>
                <a:path w="2485390" h="1061084" extrusionOk="0">
                  <a:moveTo>
                    <a:pt x="1899188" y="873570"/>
                  </a:moveTo>
                  <a:lnTo>
                    <a:pt x="1895336" y="874337"/>
                  </a:lnTo>
                  <a:lnTo>
                    <a:pt x="1892253" y="877402"/>
                  </a:lnTo>
                  <a:lnTo>
                    <a:pt x="1886522" y="880372"/>
                  </a:lnTo>
                  <a:lnTo>
                    <a:pt x="1883391" y="885065"/>
                  </a:lnTo>
                  <a:lnTo>
                    <a:pt x="1883193" y="890812"/>
                  </a:lnTo>
                  <a:lnTo>
                    <a:pt x="1883150" y="892058"/>
                  </a:lnTo>
                  <a:lnTo>
                    <a:pt x="1886088" y="901924"/>
                  </a:lnTo>
                  <a:lnTo>
                    <a:pt x="1891675" y="908485"/>
                  </a:lnTo>
                  <a:lnTo>
                    <a:pt x="1898418" y="910736"/>
                  </a:lnTo>
                  <a:lnTo>
                    <a:pt x="1905161" y="910114"/>
                  </a:lnTo>
                  <a:lnTo>
                    <a:pt x="1910748" y="908055"/>
                  </a:lnTo>
                  <a:lnTo>
                    <a:pt x="1915613" y="904223"/>
                  </a:lnTo>
                  <a:lnTo>
                    <a:pt x="1919610" y="898092"/>
                  </a:lnTo>
                  <a:lnTo>
                    <a:pt x="1920718" y="890812"/>
                  </a:lnTo>
                  <a:lnTo>
                    <a:pt x="1916913" y="883532"/>
                  </a:lnTo>
                  <a:lnTo>
                    <a:pt x="1912289" y="878935"/>
                  </a:lnTo>
                  <a:lnTo>
                    <a:pt x="1907665" y="875869"/>
                  </a:lnTo>
                  <a:lnTo>
                    <a:pt x="1899188" y="873570"/>
                  </a:lnTo>
                  <a:close/>
                </a:path>
                <a:path w="2485390" h="1061084" extrusionOk="0">
                  <a:moveTo>
                    <a:pt x="2025571" y="864374"/>
                  </a:moveTo>
                  <a:lnTo>
                    <a:pt x="2021716" y="865141"/>
                  </a:lnTo>
                  <a:lnTo>
                    <a:pt x="2018634" y="868207"/>
                  </a:lnTo>
                  <a:lnTo>
                    <a:pt x="2012903" y="872901"/>
                  </a:lnTo>
                  <a:lnTo>
                    <a:pt x="2009773" y="878169"/>
                  </a:lnTo>
                  <a:lnTo>
                    <a:pt x="2009643" y="881617"/>
                  </a:lnTo>
                  <a:lnTo>
                    <a:pt x="2009532" y="884586"/>
                  </a:lnTo>
                  <a:lnTo>
                    <a:pt x="2012470" y="892728"/>
                  </a:lnTo>
                  <a:lnTo>
                    <a:pt x="2018056" y="899290"/>
                  </a:lnTo>
                  <a:lnTo>
                    <a:pt x="2024800" y="901541"/>
                  </a:lnTo>
                  <a:lnTo>
                    <a:pt x="2031543" y="900918"/>
                  </a:lnTo>
                  <a:lnTo>
                    <a:pt x="2037130" y="898859"/>
                  </a:lnTo>
                  <a:lnTo>
                    <a:pt x="2041995" y="895027"/>
                  </a:lnTo>
                  <a:lnTo>
                    <a:pt x="2045992" y="888897"/>
                  </a:lnTo>
                  <a:lnTo>
                    <a:pt x="2047100" y="881617"/>
                  </a:lnTo>
                  <a:lnTo>
                    <a:pt x="2043295" y="874337"/>
                  </a:lnTo>
                  <a:lnTo>
                    <a:pt x="2038671" y="869739"/>
                  </a:lnTo>
                  <a:lnTo>
                    <a:pt x="2034047" y="866674"/>
                  </a:lnTo>
                  <a:lnTo>
                    <a:pt x="2025571" y="864374"/>
                  </a:lnTo>
                  <a:close/>
                </a:path>
                <a:path w="2485390" h="1061084" extrusionOk="0">
                  <a:moveTo>
                    <a:pt x="422684" y="864374"/>
                  </a:moveTo>
                  <a:lnTo>
                    <a:pt x="407078" y="884586"/>
                  </a:lnTo>
                  <a:lnTo>
                    <a:pt x="409583" y="892728"/>
                  </a:lnTo>
                  <a:lnTo>
                    <a:pt x="415170" y="899290"/>
                  </a:lnTo>
                  <a:lnTo>
                    <a:pt x="421913" y="901541"/>
                  </a:lnTo>
                  <a:lnTo>
                    <a:pt x="428655" y="900918"/>
                  </a:lnTo>
                  <a:lnTo>
                    <a:pt x="434242" y="898859"/>
                  </a:lnTo>
                  <a:lnTo>
                    <a:pt x="440408" y="893734"/>
                  </a:lnTo>
                  <a:lnTo>
                    <a:pt x="444261" y="887747"/>
                  </a:lnTo>
                  <a:lnTo>
                    <a:pt x="444646" y="881186"/>
                  </a:lnTo>
                  <a:lnTo>
                    <a:pt x="440407" y="874337"/>
                  </a:lnTo>
                  <a:lnTo>
                    <a:pt x="435783" y="869739"/>
                  </a:lnTo>
                  <a:lnTo>
                    <a:pt x="431160" y="866674"/>
                  </a:lnTo>
                  <a:lnTo>
                    <a:pt x="422684" y="864374"/>
                  </a:lnTo>
                  <a:close/>
                </a:path>
                <a:path w="2485390" h="1061084" extrusionOk="0">
                  <a:moveTo>
                    <a:pt x="2266003" y="855179"/>
                  </a:moveTo>
                  <a:lnTo>
                    <a:pt x="2262150" y="855946"/>
                  </a:lnTo>
                  <a:lnTo>
                    <a:pt x="2259068" y="859011"/>
                  </a:lnTo>
                  <a:lnTo>
                    <a:pt x="2253336" y="861981"/>
                  </a:lnTo>
                  <a:lnTo>
                    <a:pt x="2250205" y="866674"/>
                  </a:lnTo>
                  <a:lnTo>
                    <a:pt x="2250008" y="872421"/>
                  </a:lnTo>
                  <a:lnTo>
                    <a:pt x="2249965" y="873667"/>
                  </a:lnTo>
                  <a:lnTo>
                    <a:pt x="2252903" y="883533"/>
                  </a:lnTo>
                  <a:lnTo>
                    <a:pt x="2258490" y="890095"/>
                  </a:lnTo>
                  <a:lnTo>
                    <a:pt x="2265233" y="892345"/>
                  </a:lnTo>
                  <a:lnTo>
                    <a:pt x="2271976" y="891723"/>
                  </a:lnTo>
                  <a:lnTo>
                    <a:pt x="2277563" y="889664"/>
                  </a:lnTo>
                  <a:lnTo>
                    <a:pt x="2282427" y="885832"/>
                  </a:lnTo>
                  <a:lnTo>
                    <a:pt x="2286425" y="879701"/>
                  </a:lnTo>
                  <a:lnTo>
                    <a:pt x="2287533" y="872421"/>
                  </a:lnTo>
                  <a:lnTo>
                    <a:pt x="2283728" y="865141"/>
                  </a:lnTo>
                  <a:lnTo>
                    <a:pt x="2279105" y="860544"/>
                  </a:lnTo>
                  <a:lnTo>
                    <a:pt x="2274481" y="857479"/>
                  </a:lnTo>
                  <a:lnTo>
                    <a:pt x="2266003" y="855179"/>
                  </a:lnTo>
                  <a:close/>
                </a:path>
                <a:path w="2485390" h="1061084" extrusionOk="0">
                  <a:moveTo>
                    <a:pt x="209992" y="855179"/>
                  </a:moveTo>
                  <a:lnTo>
                    <a:pt x="206140" y="855946"/>
                  </a:lnTo>
                  <a:lnTo>
                    <a:pt x="203057" y="859011"/>
                  </a:lnTo>
                  <a:lnTo>
                    <a:pt x="198626" y="863274"/>
                  </a:lnTo>
                  <a:lnTo>
                    <a:pt x="195351" y="867824"/>
                  </a:lnTo>
                  <a:lnTo>
                    <a:pt x="194388" y="874098"/>
                  </a:lnTo>
                  <a:lnTo>
                    <a:pt x="196892" y="883533"/>
                  </a:lnTo>
                  <a:lnTo>
                    <a:pt x="202479" y="890095"/>
                  </a:lnTo>
                  <a:lnTo>
                    <a:pt x="209222" y="892345"/>
                  </a:lnTo>
                  <a:lnTo>
                    <a:pt x="215965" y="891723"/>
                  </a:lnTo>
                  <a:lnTo>
                    <a:pt x="221552" y="889664"/>
                  </a:lnTo>
                  <a:lnTo>
                    <a:pt x="227717" y="884539"/>
                  </a:lnTo>
                  <a:lnTo>
                    <a:pt x="231570" y="878552"/>
                  </a:lnTo>
                  <a:lnTo>
                    <a:pt x="231832" y="874098"/>
                  </a:lnTo>
                  <a:lnTo>
                    <a:pt x="231955" y="871990"/>
                  </a:lnTo>
                  <a:lnTo>
                    <a:pt x="227716" y="865141"/>
                  </a:lnTo>
                  <a:lnTo>
                    <a:pt x="223093" y="860544"/>
                  </a:lnTo>
                  <a:lnTo>
                    <a:pt x="218469" y="857479"/>
                  </a:lnTo>
                  <a:lnTo>
                    <a:pt x="209992" y="855179"/>
                  </a:lnTo>
                  <a:close/>
                </a:path>
                <a:path w="2485390" h="1061084" extrusionOk="0">
                  <a:moveTo>
                    <a:pt x="1529292" y="845983"/>
                  </a:moveTo>
                  <a:lnTo>
                    <a:pt x="1525439" y="846750"/>
                  </a:lnTo>
                  <a:lnTo>
                    <a:pt x="1522356" y="849815"/>
                  </a:lnTo>
                  <a:lnTo>
                    <a:pt x="1516625" y="852785"/>
                  </a:lnTo>
                  <a:lnTo>
                    <a:pt x="1513494" y="857478"/>
                  </a:lnTo>
                  <a:lnTo>
                    <a:pt x="1513311" y="862794"/>
                  </a:lnTo>
                  <a:lnTo>
                    <a:pt x="1513253" y="864471"/>
                  </a:lnTo>
                  <a:lnTo>
                    <a:pt x="1516192" y="874337"/>
                  </a:lnTo>
                  <a:lnTo>
                    <a:pt x="1521779" y="880899"/>
                  </a:lnTo>
                  <a:lnTo>
                    <a:pt x="1528521" y="883149"/>
                  </a:lnTo>
                  <a:lnTo>
                    <a:pt x="1535264" y="882527"/>
                  </a:lnTo>
                  <a:lnTo>
                    <a:pt x="1540851" y="880468"/>
                  </a:lnTo>
                  <a:lnTo>
                    <a:pt x="1547016" y="875343"/>
                  </a:lnTo>
                  <a:lnTo>
                    <a:pt x="1550869" y="869356"/>
                  </a:lnTo>
                  <a:lnTo>
                    <a:pt x="1551156" y="864471"/>
                  </a:lnTo>
                  <a:lnTo>
                    <a:pt x="1551255" y="862794"/>
                  </a:lnTo>
                  <a:lnTo>
                    <a:pt x="1547016" y="855945"/>
                  </a:lnTo>
                  <a:lnTo>
                    <a:pt x="1542393" y="851348"/>
                  </a:lnTo>
                  <a:lnTo>
                    <a:pt x="1537769" y="848282"/>
                  </a:lnTo>
                  <a:lnTo>
                    <a:pt x="1529292" y="845983"/>
                  </a:lnTo>
                  <a:close/>
                </a:path>
                <a:path w="2485390" h="1061084" extrusionOk="0">
                  <a:moveTo>
                    <a:pt x="1267282" y="833723"/>
                  </a:moveTo>
                  <a:lnTo>
                    <a:pt x="1263429" y="834490"/>
                  </a:lnTo>
                  <a:lnTo>
                    <a:pt x="1260346" y="837554"/>
                  </a:lnTo>
                  <a:lnTo>
                    <a:pt x="1254614" y="840955"/>
                  </a:lnTo>
                  <a:lnTo>
                    <a:pt x="1251484" y="846367"/>
                  </a:lnTo>
                  <a:lnTo>
                    <a:pt x="1251343" y="850534"/>
                  </a:lnTo>
                  <a:lnTo>
                    <a:pt x="1251243" y="853503"/>
                  </a:lnTo>
                  <a:lnTo>
                    <a:pt x="1254181" y="862077"/>
                  </a:lnTo>
                  <a:lnTo>
                    <a:pt x="1259768" y="868638"/>
                  </a:lnTo>
                  <a:lnTo>
                    <a:pt x="1266511" y="870889"/>
                  </a:lnTo>
                  <a:lnTo>
                    <a:pt x="1273254" y="870266"/>
                  </a:lnTo>
                  <a:lnTo>
                    <a:pt x="1278841" y="868207"/>
                  </a:lnTo>
                  <a:lnTo>
                    <a:pt x="1285006" y="863082"/>
                  </a:lnTo>
                  <a:lnTo>
                    <a:pt x="1288859" y="857096"/>
                  </a:lnTo>
                  <a:lnTo>
                    <a:pt x="1289245" y="850534"/>
                  </a:lnTo>
                  <a:lnTo>
                    <a:pt x="1285006" y="843685"/>
                  </a:lnTo>
                  <a:lnTo>
                    <a:pt x="1280383" y="839087"/>
                  </a:lnTo>
                  <a:lnTo>
                    <a:pt x="1275759" y="836023"/>
                  </a:lnTo>
                  <a:lnTo>
                    <a:pt x="1267282" y="833723"/>
                  </a:lnTo>
                  <a:close/>
                </a:path>
                <a:path w="2485390" h="1061084" extrusionOk="0">
                  <a:moveTo>
                    <a:pt x="2460199" y="821462"/>
                  </a:moveTo>
                  <a:lnTo>
                    <a:pt x="2444595" y="841674"/>
                  </a:lnTo>
                  <a:lnTo>
                    <a:pt x="2447099" y="849816"/>
                  </a:lnTo>
                  <a:lnTo>
                    <a:pt x="2452686" y="856377"/>
                  </a:lnTo>
                  <a:lnTo>
                    <a:pt x="2459428" y="858628"/>
                  </a:lnTo>
                  <a:lnTo>
                    <a:pt x="2466171" y="858006"/>
                  </a:lnTo>
                  <a:lnTo>
                    <a:pt x="2471759" y="855946"/>
                  </a:lnTo>
                  <a:lnTo>
                    <a:pt x="2477923" y="850822"/>
                  </a:lnTo>
                  <a:lnTo>
                    <a:pt x="2481777" y="844835"/>
                  </a:lnTo>
                  <a:lnTo>
                    <a:pt x="2482162" y="838273"/>
                  </a:lnTo>
                  <a:lnTo>
                    <a:pt x="2477923" y="831424"/>
                  </a:lnTo>
                  <a:lnTo>
                    <a:pt x="2473299" y="826827"/>
                  </a:lnTo>
                  <a:lnTo>
                    <a:pt x="2468676" y="823762"/>
                  </a:lnTo>
                  <a:lnTo>
                    <a:pt x="2460199" y="821462"/>
                  </a:lnTo>
                  <a:close/>
                </a:path>
                <a:path w="2485390" h="1061084" extrusionOk="0">
                  <a:moveTo>
                    <a:pt x="1002190" y="821462"/>
                  </a:moveTo>
                  <a:lnTo>
                    <a:pt x="986584" y="841674"/>
                  </a:lnTo>
                  <a:lnTo>
                    <a:pt x="989088" y="849816"/>
                  </a:lnTo>
                  <a:lnTo>
                    <a:pt x="994675" y="856377"/>
                  </a:lnTo>
                  <a:lnTo>
                    <a:pt x="1001418" y="858628"/>
                  </a:lnTo>
                  <a:lnTo>
                    <a:pt x="1008161" y="858006"/>
                  </a:lnTo>
                  <a:lnTo>
                    <a:pt x="1013748" y="855946"/>
                  </a:lnTo>
                  <a:lnTo>
                    <a:pt x="1018612" y="852115"/>
                  </a:lnTo>
                  <a:lnTo>
                    <a:pt x="1022610" y="845984"/>
                  </a:lnTo>
                  <a:lnTo>
                    <a:pt x="1023718" y="838704"/>
                  </a:lnTo>
                  <a:lnTo>
                    <a:pt x="1019912" y="831424"/>
                  </a:lnTo>
                  <a:lnTo>
                    <a:pt x="1015290" y="826827"/>
                  </a:lnTo>
                  <a:lnTo>
                    <a:pt x="1010666" y="823762"/>
                  </a:lnTo>
                  <a:lnTo>
                    <a:pt x="1002190" y="821462"/>
                  </a:lnTo>
                  <a:close/>
                </a:path>
                <a:path w="2485390" h="1061084" extrusionOk="0">
                  <a:moveTo>
                    <a:pt x="903550" y="821462"/>
                  </a:moveTo>
                  <a:lnTo>
                    <a:pt x="899697" y="822229"/>
                  </a:lnTo>
                  <a:lnTo>
                    <a:pt x="896615" y="825294"/>
                  </a:lnTo>
                  <a:lnTo>
                    <a:pt x="890883" y="829987"/>
                  </a:lnTo>
                  <a:lnTo>
                    <a:pt x="887752" y="835256"/>
                  </a:lnTo>
                  <a:lnTo>
                    <a:pt x="887511" y="841674"/>
                  </a:lnTo>
                  <a:lnTo>
                    <a:pt x="890450" y="849816"/>
                  </a:lnTo>
                  <a:lnTo>
                    <a:pt x="896037" y="856377"/>
                  </a:lnTo>
                  <a:lnTo>
                    <a:pt x="902780" y="858628"/>
                  </a:lnTo>
                  <a:lnTo>
                    <a:pt x="909523" y="858006"/>
                  </a:lnTo>
                  <a:lnTo>
                    <a:pt x="915110" y="855946"/>
                  </a:lnTo>
                  <a:lnTo>
                    <a:pt x="921274" y="850822"/>
                  </a:lnTo>
                  <a:lnTo>
                    <a:pt x="925127" y="844835"/>
                  </a:lnTo>
                  <a:lnTo>
                    <a:pt x="925513" y="838273"/>
                  </a:lnTo>
                  <a:lnTo>
                    <a:pt x="921274" y="831424"/>
                  </a:lnTo>
                  <a:lnTo>
                    <a:pt x="916651" y="826827"/>
                  </a:lnTo>
                  <a:lnTo>
                    <a:pt x="912027" y="823762"/>
                  </a:lnTo>
                  <a:lnTo>
                    <a:pt x="903550" y="821462"/>
                  </a:lnTo>
                  <a:close/>
                </a:path>
                <a:path w="2485390" h="1061084" extrusionOk="0">
                  <a:moveTo>
                    <a:pt x="2114962" y="812267"/>
                  </a:moveTo>
                  <a:lnTo>
                    <a:pt x="2111110" y="813034"/>
                  </a:lnTo>
                  <a:lnTo>
                    <a:pt x="2108027" y="816099"/>
                  </a:lnTo>
                  <a:lnTo>
                    <a:pt x="2102295" y="819069"/>
                  </a:lnTo>
                  <a:lnTo>
                    <a:pt x="2099164" y="823762"/>
                  </a:lnTo>
                  <a:lnTo>
                    <a:pt x="2098981" y="829078"/>
                  </a:lnTo>
                  <a:lnTo>
                    <a:pt x="2098924" y="830755"/>
                  </a:lnTo>
                  <a:lnTo>
                    <a:pt x="2101862" y="840621"/>
                  </a:lnTo>
                  <a:lnTo>
                    <a:pt x="2107449" y="847182"/>
                  </a:lnTo>
                  <a:lnTo>
                    <a:pt x="2114192" y="849433"/>
                  </a:lnTo>
                  <a:lnTo>
                    <a:pt x="2120935" y="848811"/>
                  </a:lnTo>
                  <a:lnTo>
                    <a:pt x="2136925" y="829078"/>
                  </a:lnTo>
                  <a:lnTo>
                    <a:pt x="2132686" y="822229"/>
                  </a:lnTo>
                  <a:lnTo>
                    <a:pt x="2128064" y="817632"/>
                  </a:lnTo>
                  <a:lnTo>
                    <a:pt x="2123440" y="814566"/>
                  </a:lnTo>
                  <a:lnTo>
                    <a:pt x="2114962" y="812267"/>
                  </a:lnTo>
                  <a:close/>
                </a:path>
                <a:path w="2485390" h="1061084" extrusionOk="0">
                  <a:moveTo>
                    <a:pt x="579890" y="809202"/>
                  </a:moveTo>
                  <a:lnTo>
                    <a:pt x="576036" y="809969"/>
                  </a:lnTo>
                  <a:lnTo>
                    <a:pt x="572954" y="813034"/>
                  </a:lnTo>
                  <a:lnTo>
                    <a:pt x="567222" y="817728"/>
                  </a:lnTo>
                  <a:lnTo>
                    <a:pt x="564092" y="822996"/>
                  </a:lnTo>
                  <a:lnTo>
                    <a:pt x="563962" y="826444"/>
                  </a:lnTo>
                  <a:lnTo>
                    <a:pt x="563851" y="829413"/>
                  </a:lnTo>
                  <a:lnTo>
                    <a:pt x="566789" y="837556"/>
                  </a:lnTo>
                  <a:lnTo>
                    <a:pt x="572376" y="844117"/>
                  </a:lnTo>
                  <a:lnTo>
                    <a:pt x="579119" y="846368"/>
                  </a:lnTo>
                  <a:lnTo>
                    <a:pt x="585862" y="845746"/>
                  </a:lnTo>
                  <a:lnTo>
                    <a:pt x="591449" y="843686"/>
                  </a:lnTo>
                  <a:lnTo>
                    <a:pt x="596314" y="839855"/>
                  </a:lnTo>
                  <a:lnTo>
                    <a:pt x="600311" y="833724"/>
                  </a:lnTo>
                  <a:lnTo>
                    <a:pt x="601419" y="826444"/>
                  </a:lnTo>
                  <a:lnTo>
                    <a:pt x="597614" y="819165"/>
                  </a:lnTo>
                  <a:lnTo>
                    <a:pt x="592990" y="814566"/>
                  </a:lnTo>
                  <a:lnTo>
                    <a:pt x="588367" y="811502"/>
                  </a:lnTo>
                  <a:lnTo>
                    <a:pt x="579890" y="809202"/>
                  </a:lnTo>
                  <a:close/>
                </a:path>
                <a:path w="2485390" h="1061084" extrusionOk="0">
                  <a:moveTo>
                    <a:pt x="1621767" y="803071"/>
                  </a:moveTo>
                  <a:lnTo>
                    <a:pt x="1617912" y="803838"/>
                  </a:lnTo>
                  <a:lnTo>
                    <a:pt x="1614830" y="806904"/>
                  </a:lnTo>
                  <a:lnTo>
                    <a:pt x="1609099" y="811598"/>
                  </a:lnTo>
                  <a:lnTo>
                    <a:pt x="1605968" y="816866"/>
                  </a:lnTo>
                  <a:lnTo>
                    <a:pt x="1605839" y="820314"/>
                  </a:lnTo>
                  <a:lnTo>
                    <a:pt x="1605728" y="823284"/>
                  </a:lnTo>
                  <a:lnTo>
                    <a:pt x="1608665" y="831425"/>
                  </a:lnTo>
                  <a:lnTo>
                    <a:pt x="1614252" y="837987"/>
                  </a:lnTo>
                  <a:lnTo>
                    <a:pt x="1620996" y="840238"/>
                  </a:lnTo>
                  <a:lnTo>
                    <a:pt x="1627739" y="839615"/>
                  </a:lnTo>
                  <a:lnTo>
                    <a:pt x="1633326" y="837556"/>
                  </a:lnTo>
                  <a:lnTo>
                    <a:pt x="1638191" y="833724"/>
                  </a:lnTo>
                  <a:lnTo>
                    <a:pt x="1642188" y="827594"/>
                  </a:lnTo>
                  <a:lnTo>
                    <a:pt x="1643296" y="820314"/>
                  </a:lnTo>
                  <a:lnTo>
                    <a:pt x="1639491" y="813034"/>
                  </a:lnTo>
                  <a:lnTo>
                    <a:pt x="1634867" y="808436"/>
                  </a:lnTo>
                  <a:lnTo>
                    <a:pt x="1630244" y="805371"/>
                  </a:lnTo>
                  <a:lnTo>
                    <a:pt x="1621767" y="803071"/>
                  </a:lnTo>
                  <a:close/>
                </a:path>
                <a:path w="2485390" h="1061084" extrusionOk="0">
                  <a:moveTo>
                    <a:pt x="1116241" y="800006"/>
                  </a:moveTo>
                  <a:lnTo>
                    <a:pt x="1112388" y="800773"/>
                  </a:lnTo>
                  <a:lnTo>
                    <a:pt x="1109305" y="803837"/>
                  </a:lnTo>
                  <a:lnTo>
                    <a:pt x="1103573" y="806807"/>
                  </a:lnTo>
                  <a:lnTo>
                    <a:pt x="1100443" y="811501"/>
                  </a:lnTo>
                  <a:lnTo>
                    <a:pt x="1100245" y="817247"/>
                  </a:lnTo>
                  <a:lnTo>
                    <a:pt x="1100202" y="818493"/>
                  </a:lnTo>
                  <a:lnTo>
                    <a:pt x="1103139" y="828360"/>
                  </a:lnTo>
                  <a:lnTo>
                    <a:pt x="1108727" y="834921"/>
                  </a:lnTo>
                  <a:lnTo>
                    <a:pt x="1115470" y="837172"/>
                  </a:lnTo>
                  <a:lnTo>
                    <a:pt x="1122213" y="836549"/>
                  </a:lnTo>
                  <a:lnTo>
                    <a:pt x="1127800" y="834490"/>
                  </a:lnTo>
                  <a:lnTo>
                    <a:pt x="1132665" y="830658"/>
                  </a:lnTo>
                  <a:lnTo>
                    <a:pt x="1136662" y="824527"/>
                  </a:lnTo>
                  <a:lnTo>
                    <a:pt x="1137770" y="817247"/>
                  </a:lnTo>
                  <a:lnTo>
                    <a:pt x="1133965" y="809967"/>
                  </a:lnTo>
                  <a:lnTo>
                    <a:pt x="1129341" y="805370"/>
                  </a:lnTo>
                  <a:lnTo>
                    <a:pt x="1124718" y="802305"/>
                  </a:lnTo>
                  <a:lnTo>
                    <a:pt x="1116241" y="800006"/>
                  </a:lnTo>
                  <a:close/>
                </a:path>
                <a:path w="2485390" h="1061084" extrusionOk="0">
                  <a:moveTo>
                    <a:pt x="798746" y="800006"/>
                  </a:moveTo>
                  <a:lnTo>
                    <a:pt x="794893" y="800773"/>
                  </a:lnTo>
                  <a:lnTo>
                    <a:pt x="791810" y="803837"/>
                  </a:lnTo>
                  <a:lnTo>
                    <a:pt x="786079" y="806807"/>
                  </a:lnTo>
                  <a:lnTo>
                    <a:pt x="782948" y="811501"/>
                  </a:lnTo>
                  <a:lnTo>
                    <a:pt x="782765" y="816817"/>
                  </a:lnTo>
                  <a:lnTo>
                    <a:pt x="782707" y="818493"/>
                  </a:lnTo>
                  <a:lnTo>
                    <a:pt x="785646" y="828360"/>
                  </a:lnTo>
                  <a:lnTo>
                    <a:pt x="791233" y="834921"/>
                  </a:lnTo>
                  <a:lnTo>
                    <a:pt x="797976" y="837172"/>
                  </a:lnTo>
                  <a:lnTo>
                    <a:pt x="804718" y="836549"/>
                  </a:lnTo>
                  <a:lnTo>
                    <a:pt x="810305" y="834490"/>
                  </a:lnTo>
                  <a:lnTo>
                    <a:pt x="816471" y="829365"/>
                  </a:lnTo>
                  <a:lnTo>
                    <a:pt x="820324" y="823378"/>
                  </a:lnTo>
                  <a:lnTo>
                    <a:pt x="820610" y="818493"/>
                  </a:lnTo>
                  <a:lnTo>
                    <a:pt x="820709" y="816817"/>
                  </a:lnTo>
                  <a:lnTo>
                    <a:pt x="816470" y="809967"/>
                  </a:lnTo>
                  <a:lnTo>
                    <a:pt x="811847" y="805370"/>
                  </a:lnTo>
                  <a:lnTo>
                    <a:pt x="807223" y="802305"/>
                  </a:lnTo>
                  <a:lnTo>
                    <a:pt x="798746" y="800006"/>
                  </a:lnTo>
                  <a:close/>
                </a:path>
                <a:path w="2485390" h="1061084" extrusionOk="0">
                  <a:moveTo>
                    <a:pt x="1387497" y="790811"/>
                  </a:moveTo>
                  <a:lnTo>
                    <a:pt x="1383644" y="791578"/>
                  </a:lnTo>
                  <a:lnTo>
                    <a:pt x="1380562" y="794642"/>
                  </a:lnTo>
                  <a:lnTo>
                    <a:pt x="1374831" y="797611"/>
                  </a:lnTo>
                  <a:lnTo>
                    <a:pt x="1371700" y="802305"/>
                  </a:lnTo>
                  <a:lnTo>
                    <a:pt x="1371503" y="808052"/>
                  </a:lnTo>
                  <a:lnTo>
                    <a:pt x="1371460" y="809298"/>
                  </a:lnTo>
                  <a:lnTo>
                    <a:pt x="1374397" y="819165"/>
                  </a:lnTo>
                  <a:lnTo>
                    <a:pt x="1379984" y="825725"/>
                  </a:lnTo>
                  <a:lnTo>
                    <a:pt x="1386727" y="827976"/>
                  </a:lnTo>
                  <a:lnTo>
                    <a:pt x="1393470" y="827353"/>
                  </a:lnTo>
                  <a:lnTo>
                    <a:pt x="1399057" y="825294"/>
                  </a:lnTo>
                  <a:lnTo>
                    <a:pt x="1403922" y="821463"/>
                  </a:lnTo>
                  <a:lnTo>
                    <a:pt x="1407920" y="815332"/>
                  </a:lnTo>
                  <a:lnTo>
                    <a:pt x="1409028" y="808052"/>
                  </a:lnTo>
                  <a:lnTo>
                    <a:pt x="1405223" y="800773"/>
                  </a:lnTo>
                  <a:lnTo>
                    <a:pt x="1400599" y="796175"/>
                  </a:lnTo>
                  <a:lnTo>
                    <a:pt x="1395975" y="793109"/>
                  </a:lnTo>
                  <a:lnTo>
                    <a:pt x="1387497" y="790811"/>
                  </a:lnTo>
                  <a:close/>
                </a:path>
                <a:path w="2485390" h="1061084" extrusionOk="0">
                  <a:moveTo>
                    <a:pt x="475086" y="787745"/>
                  </a:moveTo>
                  <a:lnTo>
                    <a:pt x="471232" y="788512"/>
                  </a:lnTo>
                  <a:lnTo>
                    <a:pt x="468150" y="791578"/>
                  </a:lnTo>
                  <a:lnTo>
                    <a:pt x="462418" y="796271"/>
                  </a:lnTo>
                  <a:lnTo>
                    <a:pt x="459288" y="801539"/>
                  </a:lnTo>
                  <a:lnTo>
                    <a:pt x="459047" y="807956"/>
                  </a:lnTo>
                  <a:lnTo>
                    <a:pt x="461985" y="816099"/>
                  </a:lnTo>
                  <a:lnTo>
                    <a:pt x="467572" y="822660"/>
                  </a:lnTo>
                  <a:lnTo>
                    <a:pt x="474315" y="824911"/>
                  </a:lnTo>
                  <a:lnTo>
                    <a:pt x="481058" y="824288"/>
                  </a:lnTo>
                  <a:lnTo>
                    <a:pt x="486645" y="822229"/>
                  </a:lnTo>
                  <a:lnTo>
                    <a:pt x="492810" y="817105"/>
                  </a:lnTo>
                  <a:lnTo>
                    <a:pt x="496663" y="811118"/>
                  </a:lnTo>
                  <a:lnTo>
                    <a:pt x="497048" y="804556"/>
                  </a:lnTo>
                  <a:lnTo>
                    <a:pt x="492810" y="797707"/>
                  </a:lnTo>
                  <a:lnTo>
                    <a:pt x="488186" y="793109"/>
                  </a:lnTo>
                  <a:lnTo>
                    <a:pt x="483563" y="790045"/>
                  </a:lnTo>
                  <a:lnTo>
                    <a:pt x="475086" y="787745"/>
                  </a:lnTo>
                  <a:close/>
                </a:path>
                <a:path w="2485390" h="1061084" extrusionOk="0">
                  <a:moveTo>
                    <a:pt x="1825209" y="784680"/>
                  </a:moveTo>
                  <a:lnTo>
                    <a:pt x="1821356" y="785448"/>
                  </a:lnTo>
                  <a:lnTo>
                    <a:pt x="1818274" y="788512"/>
                  </a:lnTo>
                  <a:lnTo>
                    <a:pt x="1811242" y="793206"/>
                  </a:lnTo>
                  <a:lnTo>
                    <a:pt x="1808256" y="798474"/>
                  </a:lnTo>
                  <a:lnTo>
                    <a:pt x="1808738" y="804892"/>
                  </a:lnTo>
                  <a:lnTo>
                    <a:pt x="1812109" y="813034"/>
                  </a:lnTo>
                  <a:lnTo>
                    <a:pt x="1817696" y="819595"/>
                  </a:lnTo>
                  <a:lnTo>
                    <a:pt x="1824439" y="821846"/>
                  </a:lnTo>
                  <a:lnTo>
                    <a:pt x="1831181" y="821224"/>
                  </a:lnTo>
                  <a:lnTo>
                    <a:pt x="1836769" y="819165"/>
                  </a:lnTo>
                  <a:lnTo>
                    <a:pt x="1841633" y="815333"/>
                  </a:lnTo>
                  <a:lnTo>
                    <a:pt x="1845631" y="809202"/>
                  </a:lnTo>
                  <a:lnTo>
                    <a:pt x="1846739" y="801922"/>
                  </a:lnTo>
                  <a:lnTo>
                    <a:pt x="1842933" y="794642"/>
                  </a:lnTo>
                  <a:lnTo>
                    <a:pt x="1838311" y="790045"/>
                  </a:lnTo>
                  <a:lnTo>
                    <a:pt x="1833685" y="786979"/>
                  </a:lnTo>
                  <a:lnTo>
                    <a:pt x="1825209" y="784680"/>
                  </a:lnTo>
                  <a:close/>
                </a:path>
                <a:path w="2485390" h="1061084" extrusionOk="0">
                  <a:moveTo>
                    <a:pt x="681611" y="778550"/>
                  </a:moveTo>
                  <a:lnTo>
                    <a:pt x="677758" y="779317"/>
                  </a:lnTo>
                  <a:lnTo>
                    <a:pt x="674676" y="782382"/>
                  </a:lnTo>
                  <a:lnTo>
                    <a:pt x="667644" y="787075"/>
                  </a:lnTo>
                  <a:lnTo>
                    <a:pt x="664657" y="792344"/>
                  </a:lnTo>
                  <a:lnTo>
                    <a:pt x="665139" y="798762"/>
                  </a:lnTo>
                  <a:lnTo>
                    <a:pt x="668511" y="806904"/>
                  </a:lnTo>
                  <a:lnTo>
                    <a:pt x="674098" y="813465"/>
                  </a:lnTo>
                  <a:lnTo>
                    <a:pt x="680840" y="815716"/>
                  </a:lnTo>
                  <a:lnTo>
                    <a:pt x="687583" y="815094"/>
                  </a:lnTo>
                  <a:lnTo>
                    <a:pt x="693171" y="813034"/>
                  </a:lnTo>
                  <a:lnTo>
                    <a:pt x="698035" y="809202"/>
                  </a:lnTo>
                  <a:lnTo>
                    <a:pt x="702033" y="803072"/>
                  </a:lnTo>
                  <a:lnTo>
                    <a:pt x="703141" y="795792"/>
                  </a:lnTo>
                  <a:lnTo>
                    <a:pt x="699335" y="788512"/>
                  </a:lnTo>
                  <a:lnTo>
                    <a:pt x="694712" y="783915"/>
                  </a:lnTo>
                  <a:lnTo>
                    <a:pt x="690088" y="780849"/>
                  </a:lnTo>
                  <a:lnTo>
                    <a:pt x="681611" y="778550"/>
                  </a:lnTo>
                  <a:close/>
                </a:path>
                <a:path w="2485390" h="1061084" extrusionOk="0">
                  <a:moveTo>
                    <a:pt x="302468" y="775484"/>
                  </a:moveTo>
                  <a:lnTo>
                    <a:pt x="298614" y="776251"/>
                  </a:lnTo>
                  <a:lnTo>
                    <a:pt x="295532" y="779317"/>
                  </a:lnTo>
                  <a:lnTo>
                    <a:pt x="289800" y="782286"/>
                  </a:lnTo>
                  <a:lnTo>
                    <a:pt x="286670" y="786980"/>
                  </a:lnTo>
                  <a:lnTo>
                    <a:pt x="286487" y="792296"/>
                  </a:lnTo>
                  <a:lnTo>
                    <a:pt x="286429" y="793972"/>
                  </a:lnTo>
                  <a:lnTo>
                    <a:pt x="289367" y="803838"/>
                  </a:lnTo>
                  <a:lnTo>
                    <a:pt x="294954" y="810400"/>
                  </a:lnTo>
                  <a:lnTo>
                    <a:pt x="301697" y="812651"/>
                  </a:lnTo>
                  <a:lnTo>
                    <a:pt x="308440" y="812028"/>
                  </a:lnTo>
                  <a:lnTo>
                    <a:pt x="324430" y="792296"/>
                  </a:lnTo>
                  <a:lnTo>
                    <a:pt x="320192" y="785448"/>
                  </a:lnTo>
                  <a:lnTo>
                    <a:pt x="315568" y="780849"/>
                  </a:lnTo>
                  <a:lnTo>
                    <a:pt x="310945" y="777784"/>
                  </a:lnTo>
                  <a:lnTo>
                    <a:pt x="302468" y="775484"/>
                  </a:lnTo>
                  <a:close/>
                </a:path>
                <a:path w="2485390" h="1061084" extrusionOk="0">
                  <a:moveTo>
                    <a:pt x="2343066" y="772420"/>
                  </a:moveTo>
                  <a:lnTo>
                    <a:pt x="2327461" y="792631"/>
                  </a:lnTo>
                  <a:lnTo>
                    <a:pt x="2329966" y="800774"/>
                  </a:lnTo>
                  <a:lnTo>
                    <a:pt x="2335552" y="807335"/>
                  </a:lnTo>
                  <a:lnTo>
                    <a:pt x="2342295" y="809586"/>
                  </a:lnTo>
                  <a:lnTo>
                    <a:pt x="2349037" y="808963"/>
                  </a:lnTo>
                  <a:lnTo>
                    <a:pt x="2354624" y="806904"/>
                  </a:lnTo>
                  <a:lnTo>
                    <a:pt x="2360790" y="801780"/>
                  </a:lnTo>
                  <a:lnTo>
                    <a:pt x="2364644" y="795793"/>
                  </a:lnTo>
                  <a:lnTo>
                    <a:pt x="2365029" y="789231"/>
                  </a:lnTo>
                  <a:lnTo>
                    <a:pt x="2360790" y="782382"/>
                  </a:lnTo>
                  <a:lnTo>
                    <a:pt x="2356166" y="777784"/>
                  </a:lnTo>
                  <a:lnTo>
                    <a:pt x="2351542" y="774720"/>
                  </a:lnTo>
                  <a:lnTo>
                    <a:pt x="2343066" y="772420"/>
                  </a:lnTo>
                  <a:close/>
                </a:path>
                <a:path w="2485390" h="1061084" extrusionOk="0">
                  <a:moveTo>
                    <a:pt x="1945426" y="772420"/>
                  </a:moveTo>
                  <a:lnTo>
                    <a:pt x="1929822" y="792631"/>
                  </a:lnTo>
                  <a:lnTo>
                    <a:pt x="1932326" y="800774"/>
                  </a:lnTo>
                  <a:lnTo>
                    <a:pt x="1937913" y="807335"/>
                  </a:lnTo>
                  <a:lnTo>
                    <a:pt x="1944656" y="809586"/>
                  </a:lnTo>
                  <a:lnTo>
                    <a:pt x="1951398" y="808963"/>
                  </a:lnTo>
                  <a:lnTo>
                    <a:pt x="1956986" y="806904"/>
                  </a:lnTo>
                  <a:lnTo>
                    <a:pt x="1961850" y="803072"/>
                  </a:lnTo>
                  <a:lnTo>
                    <a:pt x="1965848" y="796942"/>
                  </a:lnTo>
                  <a:lnTo>
                    <a:pt x="1966956" y="789662"/>
                  </a:lnTo>
                  <a:lnTo>
                    <a:pt x="1963150" y="782382"/>
                  </a:lnTo>
                  <a:lnTo>
                    <a:pt x="1958526" y="777784"/>
                  </a:lnTo>
                  <a:lnTo>
                    <a:pt x="1953902" y="774720"/>
                  </a:lnTo>
                  <a:lnTo>
                    <a:pt x="1945426" y="772420"/>
                  </a:lnTo>
                  <a:close/>
                </a:path>
                <a:path w="2485390" h="1061084" extrusionOk="0">
                  <a:moveTo>
                    <a:pt x="2204354" y="763225"/>
                  </a:moveTo>
                  <a:lnTo>
                    <a:pt x="2188749" y="783436"/>
                  </a:lnTo>
                  <a:lnTo>
                    <a:pt x="2191254" y="791578"/>
                  </a:lnTo>
                  <a:lnTo>
                    <a:pt x="2196841" y="798139"/>
                  </a:lnTo>
                  <a:lnTo>
                    <a:pt x="2203584" y="800390"/>
                  </a:lnTo>
                  <a:lnTo>
                    <a:pt x="2210327" y="799768"/>
                  </a:lnTo>
                  <a:lnTo>
                    <a:pt x="2215913" y="797708"/>
                  </a:lnTo>
                  <a:lnTo>
                    <a:pt x="2220778" y="793877"/>
                  </a:lnTo>
                  <a:lnTo>
                    <a:pt x="2224775" y="787746"/>
                  </a:lnTo>
                  <a:lnTo>
                    <a:pt x="2225883" y="780466"/>
                  </a:lnTo>
                  <a:lnTo>
                    <a:pt x="2222078" y="773187"/>
                  </a:lnTo>
                  <a:lnTo>
                    <a:pt x="2217454" y="768590"/>
                  </a:lnTo>
                  <a:lnTo>
                    <a:pt x="2212831" y="765524"/>
                  </a:lnTo>
                  <a:lnTo>
                    <a:pt x="2204354" y="763225"/>
                  </a:lnTo>
                  <a:close/>
                </a:path>
                <a:path w="2485390" h="1061084" extrusionOk="0">
                  <a:moveTo>
                    <a:pt x="1723487" y="757095"/>
                  </a:moveTo>
                  <a:lnTo>
                    <a:pt x="1719634" y="757861"/>
                  </a:lnTo>
                  <a:lnTo>
                    <a:pt x="1716552" y="760926"/>
                  </a:lnTo>
                  <a:lnTo>
                    <a:pt x="1710821" y="765620"/>
                  </a:lnTo>
                  <a:lnTo>
                    <a:pt x="1707690" y="770888"/>
                  </a:lnTo>
                  <a:lnTo>
                    <a:pt x="1707561" y="774336"/>
                  </a:lnTo>
                  <a:lnTo>
                    <a:pt x="1707450" y="777306"/>
                  </a:lnTo>
                  <a:lnTo>
                    <a:pt x="1710387" y="785448"/>
                  </a:lnTo>
                  <a:lnTo>
                    <a:pt x="1715974" y="792009"/>
                  </a:lnTo>
                  <a:lnTo>
                    <a:pt x="1722717" y="794260"/>
                  </a:lnTo>
                  <a:lnTo>
                    <a:pt x="1729460" y="793637"/>
                  </a:lnTo>
                  <a:lnTo>
                    <a:pt x="1735047" y="791578"/>
                  </a:lnTo>
                  <a:lnTo>
                    <a:pt x="1739912" y="787747"/>
                  </a:lnTo>
                  <a:lnTo>
                    <a:pt x="1743910" y="781616"/>
                  </a:lnTo>
                  <a:lnTo>
                    <a:pt x="1745017" y="774336"/>
                  </a:lnTo>
                  <a:lnTo>
                    <a:pt x="1741213" y="767057"/>
                  </a:lnTo>
                  <a:lnTo>
                    <a:pt x="1736589" y="762459"/>
                  </a:lnTo>
                  <a:lnTo>
                    <a:pt x="1731965" y="759393"/>
                  </a:lnTo>
                  <a:lnTo>
                    <a:pt x="1723487" y="757095"/>
                  </a:lnTo>
                  <a:close/>
                </a:path>
                <a:path w="2485390" h="1061084" extrusionOk="0">
                  <a:moveTo>
                    <a:pt x="1224127" y="747899"/>
                  </a:moveTo>
                  <a:lnTo>
                    <a:pt x="1220274" y="748664"/>
                  </a:lnTo>
                  <a:lnTo>
                    <a:pt x="1217190" y="751730"/>
                  </a:lnTo>
                  <a:lnTo>
                    <a:pt x="1211459" y="754699"/>
                  </a:lnTo>
                  <a:lnTo>
                    <a:pt x="1208329" y="759393"/>
                  </a:lnTo>
                  <a:lnTo>
                    <a:pt x="1208146" y="764709"/>
                  </a:lnTo>
                  <a:lnTo>
                    <a:pt x="1208088" y="766385"/>
                  </a:lnTo>
                  <a:lnTo>
                    <a:pt x="1211026" y="776251"/>
                  </a:lnTo>
                  <a:lnTo>
                    <a:pt x="1216613" y="782813"/>
                  </a:lnTo>
                  <a:lnTo>
                    <a:pt x="1223356" y="785064"/>
                  </a:lnTo>
                  <a:lnTo>
                    <a:pt x="1230099" y="784441"/>
                  </a:lnTo>
                  <a:lnTo>
                    <a:pt x="1235687" y="782382"/>
                  </a:lnTo>
                  <a:lnTo>
                    <a:pt x="1241851" y="777257"/>
                  </a:lnTo>
                  <a:lnTo>
                    <a:pt x="1245704" y="771270"/>
                  </a:lnTo>
                  <a:lnTo>
                    <a:pt x="1245991" y="766385"/>
                  </a:lnTo>
                  <a:lnTo>
                    <a:pt x="1246089" y="764709"/>
                  </a:lnTo>
                  <a:lnTo>
                    <a:pt x="1241851" y="757861"/>
                  </a:lnTo>
                  <a:lnTo>
                    <a:pt x="1237227" y="753263"/>
                  </a:lnTo>
                  <a:lnTo>
                    <a:pt x="1232604" y="750197"/>
                  </a:lnTo>
                  <a:lnTo>
                    <a:pt x="1224127" y="747899"/>
                  </a:lnTo>
                  <a:close/>
                </a:path>
                <a:path w="2485390" h="1061084" extrusionOk="0">
                  <a:moveTo>
                    <a:pt x="1467642" y="729508"/>
                  </a:moveTo>
                  <a:lnTo>
                    <a:pt x="1463789" y="730275"/>
                  </a:lnTo>
                  <a:lnTo>
                    <a:pt x="1460707" y="733339"/>
                  </a:lnTo>
                  <a:lnTo>
                    <a:pt x="1454976" y="738033"/>
                  </a:lnTo>
                  <a:lnTo>
                    <a:pt x="1451845" y="743301"/>
                  </a:lnTo>
                  <a:lnTo>
                    <a:pt x="1451716" y="746749"/>
                  </a:lnTo>
                  <a:lnTo>
                    <a:pt x="1451604" y="749719"/>
                  </a:lnTo>
                  <a:lnTo>
                    <a:pt x="1454542" y="757861"/>
                  </a:lnTo>
                  <a:lnTo>
                    <a:pt x="1460129" y="764422"/>
                  </a:lnTo>
                  <a:lnTo>
                    <a:pt x="1466872" y="766673"/>
                  </a:lnTo>
                  <a:lnTo>
                    <a:pt x="1473615" y="766051"/>
                  </a:lnTo>
                  <a:lnTo>
                    <a:pt x="1479202" y="763991"/>
                  </a:lnTo>
                  <a:lnTo>
                    <a:pt x="1484067" y="760160"/>
                  </a:lnTo>
                  <a:lnTo>
                    <a:pt x="1488064" y="754029"/>
                  </a:lnTo>
                  <a:lnTo>
                    <a:pt x="1489172" y="746749"/>
                  </a:lnTo>
                  <a:lnTo>
                    <a:pt x="1485367" y="739470"/>
                  </a:lnTo>
                  <a:lnTo>
                    <a:pt x="1480743" y="734872"/>
                  </a:lnTo>
                  <a:lnTo>
                    <a:pt x="1476119" y="731807"/>
                  </a:lnTo>
                  <a:lnTo>
                    <a:pt x="1467642" y="729508"/>
                  </a:lnTo>
                  <a:close/>
                </a:path>
                <a:path w="2485390" h="1061084" extrusionOk="0">
                  <a:moveTo>
                    <a:pt x="2047147" y="726442"/>
                  </a:moveTo>
                  <a:lnTo>
                    <a:pt x="2043294" y="727209"/>
                  </a:lnTo>
                  <a:lnTo>
                    <a:pt x="2040211" y="730275"/>
                  </a:lnTo>
                  <a:lnTo>
                    <a:pt x="2034480" y="733675"/>
                  </a:lnTo>
                  <a:lnTo>
                    <a:pt x="2031350" y="739086"/>
                  </a:lnTo>
                  <a:lnTo>
                    <a:pt x="2031209" y="743253"/>
                  </a:lnTo>
                  <a:lnTo>
                    <a:pt x="2031109" y="746223"/>
                  </a:lnTo>
                  <a:lnTo>
                    <a:pt x="2034047" y="754796"/>
                  </a:lnTo>
                  <a:lnTo>
                    <a:pt x="2039634" y="761357"/>
                  </a:lnTo>
                  <a:lnTo>
                    <a:pt x="2046377" y="763608"/>
                  </a:lnTo>
                  <a:lnTo>
                    <a:pt x="2053120" y="762985"/>
                  </a:lnTo>
                  <a:lnTo>
                    <a:pt x="2058706" y="760926"/>
                  </a:lnTo>
                  <a:lnTo>
                    <a:pt x="2064872" y="755802"/>
                  </a:lnTo>
                  <a:lnTo>
                    <a:pt x="2068725" y="749815"/>
                  </a:lnTo>
                  <a:lnTo>
                    <a:pt x="2069110" y="743253"/>
                  </a:lnTo>
                  <a:lnTo>
                    <a:pt x="2064872" y="736404"/>
                  </a:lnTo>
                  <a:lnTo>
                    <a:pt x="2060248" y="731807"/>
                  </a:lnTo>
                  <a:lnTo>
                    <a:pt x="2055624" y="728742"/>
                  </a:lnTo>
                  <a:lnTo>
                    <a:pt x="2047147" y="726442"/>
                  </a:lnTo>
                  <a:close/>
                </a:path>
                <a:path w="2485390" h="1061084" extrusionOk="0">
                  <a:moveTo>
                    <a:pt x="388776" y="726442"/>
                  </a:moveTo>
                  <a:lnTo>
                    <a:pt x="384923" y="727209"/>
                  </a:lnTo>
                  <a:lnTo>
                    <a:pt x="381840" y="730275"/>
                  </a:lnTo>
                  <a:lnTo>
                    <a:pt x="376109" y="733244"/>
                  </a:lnTo>
                  <a:lnTo>
                    <a:pt x="372978" y="737937"/>
                  </a:lnTo>
                  <a:lnTo>
                    <a:pt x="372795" y="743253"/>
                  </a:lnTo>
                  <a:lnTo>
                    <a:pt x="372737" y="744930"/>
                  </a:lnTo>
                  <a:lnTo>
                    <a:pt x="375675" y="754796"/>
                  </a:lnTo>
                  <a:lnTo>
                    <a:pt x="381262" y="761357"/>
                  </a:lnTo>
                  <a:lnTo>
                    <a:pt x="388006" y="763608"/>
                  </a:lnTo>
                  <a:lnTo>
                    <a:pt x="394749" y="762985"/>
                  </a:lnTo>
                  <a:lnTo>
                    <a:pt x="410739" y="743253"/>
                  </a:lnTo>
                  <a:lnTo>
                    <a:pt x="406500" y="736404"/>
                  </a:lnTo>
                  <a:lnTo>
                    <a:pt x="401877" y="731807"/>
                  </a:lnTo>
                  <a:lnTo>
                    <a:pt x="397253" y="728742"/>
                  </a:lnTo>
                  <a:lnTo>
                    <a:pt x="388776" y="726442"/>
                  </a:lnTo>
                  <a:close/>
                </a:path>
                <a:path w="2485390" h="1061084" extrusionOk="0">
                  <a:moveTo>
                    <a:pt x="1060756" y="708052"/>
                  </a:moveTo>
                  <a:lnTo>
                    <a:pt x="1056903" y="708818"/>
                  </a:lnTo>
                  <a:lnTo>
                    <a:pt x="1053820" y="711884"/>
                  </a:lnTo>
                  <a:lnTo>
                    <a:pt x="1048089" y="715284"/>
                  </a:lnTo>
                  <a:lnTo>
                    <a:pt x="1044959" y="720696"/>
                  </a:lnTo>
                  <a:lnTo>
                    <a:pt x="1044803" y="725294"/>
                  </a:lnTo>
                  <a:lnTo>
                    <a:pt x="1044718" y="727832"/>
                  </a:lnTo>
                  <a:lnTo>
                    <a:pt x="1047656" y="736405"/>
                  </a:lnTo>
                  <a:lnTo>
                    <a:pt x="1053242" y="742967"/>
                  </a:lnTo>
                  <a:lnTo>
                    <a:pt x="1059985" y="745218"/>
                  </a:lnTo>
                  <a:lnTo>
                    <a:pt x="1066728" y="744595"/>
                  </a:lnTo>
                  <a:lnTo>
                    <a:pt x="1072315" y="742535"/>
                  </a:lnTo>
                  <a:lnTo>
                    <a:pt x="1077180" y="738704"/>
                  </a:lnTo>
                  <a:lnTo>
                    <a:pt x="1081178" y="732574"/>
                  </a:lnTo>
                  <a:lnTo>
                    <a:pt x="1082286" y="725294"/>
                  </a:lnTo>
                  <a:lnTo>
                    <a:pt x="1078481" y="718014"/>
                  </a:lnTo>
                  <a:lnTo>
                    <a:pt x="1073857" y="713416"/>
                  </a:lnTo>
                  <a:lnTo>
                    <a:pt x="1069233" y="710351"/>
                  </a:lnTo>
                  <a:lnTo>
                    <a:pt x="1060756" y="708052"/>
                  </a:lnTo>
                  <a:close/>
                </a:path>
                <a:path w="2485390" h="1061084" extrusionOk="0">
                  <a:moveTo>
                    <a:pt x="940539" y="708052"/>
                  </a:moveTo>
                  <a:lnTo>
                    <a:pt x="936686" y="708818"/>
                  </a:lnTo>
                  <a:lnTo>
                    <a:pt x="933603" y="711884"/>
                  </a:lnTo>
                  <a:lnTo>
                    <a:pt x="927872" y="716578"/>
                  </a:lnTo>
                  <a:lnTo>
                    <a:pt x="924741" y="721846"/>
                  </a:lnTo>
                  <a:lnTo>
                    <a:pt x="924500" y="728263"/>
                  </a:lnTo>
                  <a:lnTo>
                    <a:pt x="927439" y="736405"/>
                  </a:lnTo>
                  <a:lnTo>
                    <a:pt x="933026" y="742967"/>
                  </a:lnTo>
                  <a:lnTo>
                    <a:pt x="939769" y="745218"/>
                  </a:lnTo>
                  <a:lnTo>
                    <a:pt x="946511" y="744595"/>
                  </a:lnTo>
                  <a:lnTo>
                    <a:pt x="952098" y="742535"/>
                  </a:lnTo>
                  <a:lnTo>
                    <a:pt x="958264" y="737411"/>
                  </a:lnTo>
                  <a:lnTo>
                    <a:pt x="962117" y="731424"/>
                  </a:lnTo>
                  <a:lnTo>
                    <a:pt x="962502" y="724863"/>
                  </a:lnTo>
                  <a:lnTo>
                    <a:pt x="958263" y="718014"/>
                  </a:lnTo>
                  <a:lnTo>
                    <a:pt x="953640" y="713416"/>
                  </a:lnTo>
                  <a:lnTo>
                    <a:pt x="949016" y="710351"/>
                  </a:lnTo>
                  <a:lnTo>
                    <a:pt x="940539" y="708052"/>
                  </a:lnTo>
                  <a:close/>
                </a:path>
                <a:path w="2485390" h="1061084" extrusionOk="0">
                  <a:moveTo>
                    <a:pt x="1566282" y="704987"/>
                  </a:moveTo>
                  <a:lnTo>
                    <a:pt x="1562429" y="705754"/>
                  </a:lnTo>
                  <a:lnTo>
                    <a:pt x="1559346" y="708818"/>
                  </a:lnTo>
                  <a:lnTo>
                    <a:pt x="1553614" y="711788"/>
                  </a:lnTo>
                  <a:lnTo>
                    <a:pt x="1550484" y="716482"/>
                  </a:lnTo>
                  <a:lnTo>
                    <a:pt x="1550286" y="722229"/>
                  </a:lnTo>
                  <a:lnTo>
                    <a:pt x="1550243" y="723474"/>
                  </a:lnTo>
                  <a:lnTo>
                    <a:pt x="1553182" y="733341"/>
                  </a:lnTo>
                  <a:lnTo>
                    <a:pt x="1558769" y="739902"/>
                  </a:lnTo>
                  <a:lnTo>
                    <a:pt x="1565511" y="742153"/>
                  </a:lnTo>
                  <a:lnTo>
                    <a:pt x="1572254" y="741530"/>
                  </a:lnTo>
                  <a:lnTo>
                    <a:pt x="1577841" y="739471"/>
                  </a:lnTo>
                  <a:lnTo>
                    <a:pt x="1582706" y="735639"/>
                  </a:lnTo>
                  <a:lnTo>
                    <a:pt x="1586703" y="729509"/>
                  </a:lnTo>
                  <a:lnTo>
                    <a:pt x="1587811" y="722229"/>
                  </a:lnTo>
                  <a:lnTo>
                    <a:pt x="1584006" y="714949"/>
                  </a:lnTo>
                  <a:lnTo>
                    <a:pt x="1579383" y="710351"/>
                  </a:lnTo>
                  <a:lnTo>
                    <a:pt x="1574759" y="707287"/>
                  </a:lnTo>
                  <a:lnTo>
                    <a:pt x="1566282" y="704987"/>
                  </a:lnTo>
                  <a:close/>
                </a:path>
                <a:path w="2485390" h="1061084" extrusionOk="0">
                  <a:moveTo>
                    <a:pt x="1328931" y="704987"/>
                  </a:moveTo>
                  <a:lnTo>
                    <a:pt x="1325077" y="705754"/>
                  </a:lnTo>
                  <a:lnTo>
                    <a:pt x="1321995" y="708818"/>
                  </a:lnTo>
                  <a:lnTo>
                    <a:pt x="1316264" y="713512"/>
                  </a:lnTo>
                  <a:lnTo>
                    <a:pt x="1313133" y="718780"/>
                  </a:lnTo>
                  <a:lnTo>
                    <a:pt x="1312892" y="725198"/>
                  </a:lnTo>
                  <a:lnTo>
                    <a:pt x="1315830" y="733341"/>
                  </a:lnTo>
                  <a:lnTo>
                    <a:pt x="1321417" y="739902"/>
                  </a:lnTo>
                  <a:lnTo>
                    <a:pt x="1328161" y="742153"/>
                  </a:lnTo>
                  <a:lnTo>
                    <a:pt x="1334904" y="741530"/>
                  </a:lnTo>
                  <a:lnTo>
                    <a:pt x="1340491" y="739471"/>
                  </a:lnTo>
                  <a:lnTo>
                    <a:pt x="1346656" y="734346"/>
                  </a:lnTo>
                  <a:lnTo>
                    <a:pt x="1350508" y="728359"/>
                  </a:lnTo>
                  <a:lnTo>
                    <a:pt x="1350894" y="721798"/>
                  </a:lnTo>
                  <a:lnTo>
                    <a:pt x="1346656" y="714949"/>
                  </a:lnTo>
                  <a:lnTo>
                    <a:pt x="1342031" y="710351"/>
                  </a:lnTo>
                  <a:lnTo>
                    <a:pt x="1337409" y="707287"/>
                  </a:lnTo>
                  <a:lnTo>
                    <a:pt x="1328931" y="704987"/>
                  </a:lnTo>
                  <a:close/>
                </a:path>
                <a:path w="2485390" h="1061084" extrusionOk="0">
                  <a:moveTo>
                    <a:pt x="2444786" y="701921"/>
                  </a:moveTo>
                  <a:lnTo>
                    <a:pt x="2440933" y="702688"/>
                  </a:lnTo>
                  <a:lnTo>
                    <a:pt x="2437851" y="705752"/>
                  </a:lnTo>
                  <a:lnTo>
                    <a:pt x="2430820" y="709153"/>
                  </a:lnTo>
                  <a:lnTo>
                    <a:pt x="2427834" y="714565"/>
                  </a:lnTo>
                  <a:lnTo>
                    <a:pt x="2428315" y="721701"/>
                  </a:lnTo>
                  <a:lnTo>
                    <a:pt x="2431686" y="730275"/>
                  </a:lnTo>
                  <a:lnTo>
                    <a:pt x="2437273" y="736836"/>
                  </a:lnTo>
                  <a:lnTo>
                    <a:pt x="2444016" y="739086"/>
                  </a:lnTo>
                  <a:lnTo>
                    <a:pt x="2450759" y="738464"/>
                  </a:lnTo>
                  <a:lnTo>
                    <a:pt x="2456346" y="736404"/>
                  </a:lnTo>
                  <a:lnTo>
                    <a:pt x="2462511" y="731280"/>
                  </a:lnTo>
                  <a:lnTo>
                    <a:pt x="2466364" y="725293"/>
                  </a:lnTo>
                  <a:lnTo>
                    <a:pt x="2466749" y="718731"/>
                  </a:lnTo>
                  <a:lnTo>
                    <a:pt x="2462511" y="711883"/>
                  </a:lnTo>
                  <a:lnTo>
                    <a:pt x="2457888" y="707285"/>
                  </a:lnTo>
                  <a:lnTo>
                    <a:pt x="2453264" y="704220"/>
                  </a:lnTo>
                  <a:lnTo>
                    <a:pt x="2444786" y="701921"/>
                  </a:lnTo>
                  <a:close/>
                </a:path>
                <a:path w="2485390" h="1061084" extrusionOk="0">
                  <a:moveTo>
                    <a:pt x="555230" y="695791"/>
                  </a:moveTo>
                  <a:lnTo>
                    <a:pt x="539625" y="716002"/>
                  </a:lnTo>
                  <a:lnTo>
                    <a:pt x="542130" y="724145"/>
                  </a:lnTo>
                  <a:lnTo>
                    <a:pt x="547717" y="730705"/>
                  </a:lnTo>
                  <a:lnTo>
                    <a:pt x="554459" y="732956"/>
                  </a:lnTo>
                  <a:lnTo>
                    <a:pt x="561202" y="732334"/>
                  </a:lnTo>
                  <a:lnTo>
                    <a:pt x="566789" y="730275"/>
                  </a:lnTo>
                  <a:lnTo>
                    <a:pt x="572954" y="725150"/>
                  </a:lnTo>
                  <a:lnTo>
                    <a:pt x="576807" y="719163"/>
                  </a:lnTo>
                  <a:lnTo>
                    <a:pt x="577193" y="712601"/>
                  </a:lnTo>
                  <a:lnTo>
                    <a:pt x="572954" y="705752"/>
                  </a:lnTo>
                  <a:lnTo>
                    <a:pt x="568330" y="701155"/>
                  </a:lnTo>
                  <a:lnTo>
                    <a:pt x="563707" y="698089"/>
                  </a:lnTo>
                  <a:lnTo>
                    <a:pt x="555230" y="695791"/>
                  </a:lnTo>
                  <a:close/>
                </a:path>
                <a:path w="2485390" h="1061084" extrusionOk="0">
                  <a:moveTo>
                    <a:pt x="838817" y="689660"/>
                  </a:moveTo>
                  <a:lnTo>
                    <a:pt x="834964" y="690427"/>
                  </a:lnTo>
                  <a:lnTo>
                    <a:pt x="831881" y="693492"/>
                  </a:lnTo>
                  <a:lnTo>
                    <a:pt x="826150" y="698185"/>
                  </a:lnTo>
                  <a:lnTo>
                    <a:pt x="823020" y="703454"/>
                  </a:lnTo>
                  <a:lnTo>
                    <a:pt x="822890" y="706902"/>
                  </a:lnTo>
                  <a:lnTo>
                    <a:pt x="822779" y="709872"/>
                  </a:lnTo>
                  <a:lnTo>
                    <a:pt x="825717" y="718014"/>
                  </a:lnTo>
                  <a:lnTo>
                    <a:pt x="831303" y="724576"/>
                  </a:lnTo>
                  <a:lnTo>
                    <a:pt x="838046" y="726826"/>
                  </a:lnTo>
                  <a:lnTo>
                    <a:pt x="844789" y="726204"/>
                  </a:lnTo>
                  <a:lnTo>
                    <a:pt x="850376" y="724145"/>
                  </a:lnTo>
                  <a:lnTo>
                    <a:pt x="855241" y="720313"/>
                  </a:lnTo>
                  <a:lnTo>
                    <a:pt x="859239" y="714182"/>
                  </a:lnTo>
                  <a:lnTo>
                    <a:pt x="860347" y="706902"/>
                  </a:lnTo>
                  <a:lnTo>
                    <a:pt x="856542" y="699622"/>
                  </a:lnTo>
                  <a:lnTo>
                    <a:pt x="851918" y="695025"/>
                  </a:lnTo>
                  <a:lnTo>
                    <a:pt x="847294" y="691959"/>
                  </a:lnTo>
                  <a:lnTo>
                    <a:pt x="838817" y="689660"/>
                  </a:lnTo>
                  <a:close/>
                </a:path>
                <a:path w="2485390" h="1061084" extrusionOk="0">
                  <a:moveTo>
                    <a:pt x="737096" y="683530"/>
                  </a:moveTo>
                  <a:lnTo>
                    <a:pt x="733242" y="684297"/>
                  </a:lnTo>
                  <a:lnTo>
                    <a:pt x="730159" y="687362"/>
                  </a:lnTo>
                  <a:lnTo>
                    <a:pt x="724428" y="692055"/>
                  </a:lnTo>
                  <a:lnTo>
                    <a:pt x="721298" y="697323"/>
                  </a:lnTo>
                  <a:lnTo>
                    <a:pt x="721168" y="700772"/>
                  </a:lnTo>
                  <a:lnTo>
                    <a:pt x="721057" y="703742"/>
                  </a:lnTo>
                  <a:lnTo>
                    <a:pt x="723995" y="711884"/>
                  </a:lnTo>
                  <a:lnTo>
                    <a:pt x="729582" y="718445"/>
                  </a:lnTo>
                  <a:lnTo>
                    <a:pt x="736325" y="720696"/>
                  </a:lnTo>
                  <a:lnTo>
                    <a:pt x="743069" y="720073"/>
                  </a:lnTo>
                  <a:lnTo>
                    <a:pt x="748656" y="718014"/>
                  </a:lnTo>
                  <a:lnTo>
                    <a:pt x="753520" y="714183"/>
                  </a:lnTo>
                  <a:lnTo>
                    <a:pt x="757517" y="708052"/>
                  </a:lnTo>
                  <a:lnTo>
                    <a:pt x="758625" y="700772"/>
                  </a:lnTo>
                  <a:lnTo>
                    <a:pt x="754820" y="693492"/>
                  </a:lnTo>
                  <a:lnTo>
                    <a:pt x="750196" y="688894"/>
                  </a:lnTo>
                  <a:lnTo>
                    <a:pt x="745573" y="685830"/>
                  </a:lnTo>
                  <a:lnTo>
                    <a:pt x="737096" y="683530"/>
                  </a:lnTo>
                  <a:close/>
                </a:path>
                <a:path w="2485390" h="1061084" extrusionOk="0">
                  <a:moveTo>
                    <a:pt x="2256757" y="677400"/>
                  </a:moveTo>
                  <a:lnTo>
                    <a:pt x="2252903" y="678167"/>
                  </a:lnTo>
                  <a:lnTo>
                    <a:pt x="2249820" y="681231"/>
                  </a:lnTo>
                  <a:lnTo>
                    <a:pt x="2244089" y="685925"/>
                  </a:lnTo>
                  <a:lnTo>
                    <a:pt x="2240958" y="691193"/>
                  </a:lnTo>
                  <a:lnTo>
                    <a:pt x="2240717" y="697611"/>
                  </a:lnTo>
                  <a:lnTo>
                    <a:pt x="2243655" y="705754"/>
                  </a:lnTo>
                  <a:lnTo>
                    <a:pt x="2249242" y="712315"/>
                  </a:lnTo>
                  <a:lnTo>
                    <a:pt x="2255985" y="714566"/>
                  </a:lnTo>
                  <a:lnTo>
                    <a:pt x="2262729" y="713943"/>
                  </a:lnTo>
                  <a:lnTo>
                    <a:pt x="2268316" y="711884"/>
                  </a:lnTo>
                  <a:lnTo>
                    <a:pt x="2274481" y="706759"/>
                  </a:lnTo>
                  <a:lnTo>
                    <a:pt x="2278334" y="700772"/>
                  </a:lnTo>
                  <a:lnTo>
                    <a:pt x="2278719" y="694211"/>
                  </a:lnTo>
                  <a:lnTo>
                    <a:pt x="2274481" y="687362"/>
                  </a:lnTo>
                  <a:lnTo>
                    <a:pt x="2269857" y="682764"/>
                  </a:lnTo>
                  <a:lnTo>
                    <a:pt x="2265233" y="679700"/>
                  </a:lnTo>
                  <a:lnTo>
                    <a:pt x="2256757" y="677400"/>
                  </a:lnTo>
                  <a:close/>
                </a:path>
                <a:path w="2485390" h="1061084" extrusionOk="0">
                  <a:moveTo>
                    <a:pt x="1862199" y="677400"/>
                  </a:moveTo>
                  <a:lnTo>
                    <a:pt x="1858346" y="678167"/>
                  </a:lnTo>
                  <a:lnTo>
                    <a:pt x="1855264" y="681231"/>
                  </a:lnTo>
                  <a:lnTo>
                    <a:pt x="1849533" y="684632"/>
                  </a:lnTo>
                  <a:lnTo>
                    <a:pt x="1846402" y="690044"/>
                  </a:lnTo>
                  <a:lnTo>
                    <a:pt x="1846261" y="694211"/>
                  </a:lnTo>
                  <a:lnTo>
                    <a:pt x="1846161" y="697180"/>
                  </a:lnTo>
                  <a:lnTo>
                    <a:pt x="1849099" y="705754"/>
                  </a:lnTo>
                  <a:lnTo>
                    <a:pt x="1854686" y="712315"/>
                  </a:lnTo>
                  <a:lnTo>
                    <a:pt x="1861429" y="714566"/>
                  </a:lnTo>
                  <a:lnTo>
                    <a:pt x="1868172" y="713943"/>
                  </a:lnTo>
                  <a:lnTo>
                    <a:pt x="1873759" y="711884"/>
                  </a:lnTo>
                  <a:lnTo>
                    <a:pt x="1879924" y="706759"/>
                  </a:lnTo>
                  <a:lnTo>
                    <a:pt x="1883777" y="700772"/>
                  </a:lnTo>
                  <a:lnTo>
                    <a:pt x="1884162" y="694211"/>
                  </a:lnTo>
                  <a:lnTo>
                    <a:pt x="1879923" y="687362"/>
                  </a:lnTo>
                  <a:lnTo>
                    <a:pt x="1875301" y="682764"/>
                  </a:lnTo>
                  <a:lnTo>
                    <a:pt x="1870677" y="679700"/>
                  </a:lnTo>
                  <a:lnTo>
                    <a:pt x="1862199" y="677400"/>
                  </a:lnTo>
                  <a:close/>
                </a:path>
                <a:path w="2485390" h="1061084" extrusionOk="0">
                  <a:moveTo>
                    <a:pt x="2136540" y="662075"/>
                  </a:moveTo>
                  <a:lnTo>
                    <a:pt x="2132686" y="662842"/>
                  </a:lnTo>
                  <a:lnTo>
                    <a:pt x="2129603" y="665906"/>
                  </a:lnTo>
                  <a:lnTo>
                    <a:pt x="2123872" y="670600"/>
                  </a:lnTo>
                  <a:lnTo>
                    <a:pt x="2120741" y="675868"/>
                  </a:lnTo>
                  <a:lnTo>
                    <a:pt x="2120501" y="682286"/>
                  </a:lnTo>
                  <a:lnTo>
                    <a:pt x="2123438" y="690429"/>
                  </a:lnTo>
                  <a:lnTo>
                    <a:pt x="2129025" y="696989"/>
                  </a:lnTo>
                  <a:lnTo>
                    <a:pt x="2135768" y="699240"/>
                  </a:lnTo>
                  <a:lnTo>
                    <a:pt x="2142512" y="698617"/>
                  </a:lnTo>
                  <a:lnTo>
                    <a:pt x="2148099" y="696558"/>
                  </a:lnTo>
                  <a:lnTo>
                    <a:pt x="2154264" y="691434"/>
                  </a:lnTo>
                  <a:lnTo>
                    <a:pt x="2158117" y="685447"/>
                  </a:lnTo>
                  <a:lnTo>
                    <a:pt x="2158502" y="678885"/>
                  </a:lnTo>
                  <a:lnTo>
                    <a:pt x="2154264" y="672037"/>
                  </a:lnTo>
                  <a:lnTo>
                    <a:pt x="2149640" y="667439"/>
                  </a:lnTo>
                  <a:lnTo>
                    <a:pt x="2145017" y="664373"/>
                  </a:lnTo>
                  <a:lnTo>
                    <a:pt x="2136540" y="662075"/>
                  </a:lnTo>
                  <a:close/>
                </a:path>
                <a:path w="2485390" h="1061084" extrusionOk="0">
                  <a:moveTo>
                    <a:pt x="1652591" y="662075"/>
                  </a:moveTo>
                  <a:lnTo>
                    <a:pt x="1648736" y="662842"/>
                  </a:lnTo>
                  <a:lnTo>
                    <a:pt x="1645654" y="665906"/>
                  </a:lnTo>
                  <a:lnTo>
                    <a:pt x="1639923" y="668875"/>
                  </a:lnTo>
                  <a:lnTo>
                    <a:pt x="1636793" y="673569"/>
                  </a:lnTo>
                  <a:lnTo>
                    <a:pt x="1636610" y="678885"/>
                  </a:lnTo>
                  <a:lnTo>
                    <a:pt x="1636552" y="680562"/>
                  </a:lnTo>
                  <a:lnTo>
                    <a:pt x="1639490" y="690429"/>
                  </a:lnTo>
                  <a:lnTo>
                    <a:pt x="1645076" y="696989"/>
                  </a:lnTo>
                  <a:lnTo>
                    <a:pt x="1651820" y="699240"/>
                  </a:lnTo>
                  <a:lnTo>
                    <a:pt x="1658563" y="698617"/>
                  </a:lnTo>
                  <a:lnTo>
                    <a:pt x="1674553" y="678885"/>
                  </a:lnTo>
                  <a:lnTo>
                    <a:pt x="1670315" y="672037"/>
                  </a:lnTo>
                  <a:lnTo>
                    <a:pt x="1665691" y="667439"/>
                  </a:lnTo>
                  <a:lnTo>
                    <a:pt x="1661068" y="664373"/>
                  </a:lnTo>
                  <a:lnTo>
                    <a:pt x="1652591" y="662075"/>
                  </a:lnTo>
                  <a:close/>
                </a:path>
                <a:path w="2485390" h="1061084" extrusionOk="0">
                  <a:moveTo>
                    <a:pt x="1177890" y="662075"/>
                  </a:moveTo>
                  <a:lnTo>
                    <a:pt x="1162285" y="682286"/>
                  </a:lnTo>
                  <a:lnTo>
                    <a:pt x="1164789" y="690429"/>
                  </a:lnTo>
                  <a:lnTo>
                    <a:pt x="1170376" y="696989"/>
                  </a:lnTo>
                  <a:lnTo>
                    <a:pt x="1177119" y="699240"/>
                  </a:lnTo>
                  <a:lnTo>
                    <a:pt x="1183862" y="698617"/>
                  </a:lnTo>
                  <a:lnTo>
                    <a:pt x="1189449" y="696558"/>
                  </a:lnTo>
                  <a:lnTo>
                    <a:pt x="1194313" y="692726"/>
                  </a:lnTo>
                  <a:lnTo>
                    <a:pt x="1198311" y="686596"/>
                  </a:lnTo>
                  <a:lnTo>
                    <a:pt x="1199418" y="679316"/>
                  </a:lnTo>
                  <a:lnTo>
                    <a:pt x="1195613" y="672037"/>
                  </a:lnTo>
                  <a:lnTo>
                    <a:pt x="1190989" y="667439"/>
                  </a:lnTo>
                  <a:lnTo>
                    <a:pt x="1186366" y="664373"/>
                  </a:lnTo>
                  <a:lnTo>
                    <a:pt x="1177890" y="662075"/>
                  </a:lnTo>
                  <a:close/>
                </a:path>
                <a:path w="2485390" h="1061084" extrusionOk="0">
                  <a:moveTo>
                    <a:pt x="1973168" y="659009"/>
                  </a:moveTo>
                  <a:lnTo>
                    <a:pt x="1969315" y="659776"/>
                  </a:lnTo>
                  <a:lnTo>
                    <a:pt x="1966233" y="662842"/>
                  </a:lnTo>
                  <a:lnTo>
                    <a:pt x="1960501" y="665811"/>
                  </a:lnTo>
                  <a:lnTo>
                    <a:pt x="1957371" y="670504"/>
                  </a:lnTo>
                  <a:lnTo>
                    <a:pt x="1957188" y="675820"/>
                  </a:lnTo>
                  <a:lnTo>
                    <a:pt x="1957130" y="677497"/>
                  </a:lnTo>
                  <a:lnTo>
                    <a:pt x="1960068" y="687363"/>
                  </a:lnTo>
                  <a:lnTo>
                    <a:pt x="1965655" y="693924"/>
                  </a:lnTo>
                  <a:lnTo>
                    <a:pt x="1972398" y="696175"/>
                  </a:lnTo>
                  <a:lnTo>
                    <a:pt x="1979141" y="695552"/>
                  </a:lnTo>
                  <a:lnTo>
                    <a:pt x="1984728" y="693493"/>
                  </a:lnTo>
                  <a:lnTo>
                    <a:pt x="1990893" y="688369"/>
                  </a:lnTo>
                  <a:lnTo>
                    <a:pt x="1994746" y="682382"/>
                  </a:lnTo>
                  <a:lnTo>
                    <a:pt x="1995033" y="677497"/>
                  </a:lnTo>
                  <a:lnTo>
                    <a:pt x="1995131" y="675820"/>
                  </a:lnTo>
                  <a:lnTo>
                    <a:pt x="1990892" y="668971"/>
                  </a:lnTo>
                  <a:lnTo>
                    <a:pt x="1986269" y="664373"/>
                  </a:lnTo>
                  <a:lnTo>
                    <a:pt x="1981645" y="661309"/>
                  </a:lnTo>
                  <a:lnTo>
                    <a:pt x="1973168" y="659009"/>
                  </a:lnTo>
                  <a:close/>
                </a:path>
                <a:path w="2485390" h="1061084" extrusionOk="0">
                  <a:moveTo>
                    <a:pt x="2358477" y="652879"/>
                  </a:moveTo>
                  <a:lnTo>
                    <a:pt x="2354624" y="653644"/>
                  </a:lnTo>
                  <a:lnTo>
                    <a:pt x="2351542" y="656710"/>
                  </a:lnTo>
                  <a:lnTo>
                    <a:pt x="2345810" y="661404"/>
                  </a:lnTo>
                  <a:lnTo>
                    <a:pt x="2342679" y="666672"/>
                  </a:lnTo>
                  <a:lnTo>
                    <a:pt x="2342438" y="673090"/>
                  </a:lnTo>
                  <a:lnTo>
                    <a:pt x="2345376" y="681231"/>
                  </a:lnTo>
                  <a:lnTo>
                    <a:pt x="2350964" y="687793"/>
                  </a:lnTo>
                  <a:lnTo>
                    <a:pt x="2357707" y="690044"/>
                  </a:lnTo>
                  <a:lnTo>
                    <a:pt x="2364450" y="689421"/>
                  </a:lnTo>
                  <a:lnTo>
                    <a:pt x="2370037" y="687362"/>
                  </a:lnTo>
                  <a:lnTo>
                    <a:pt x="2376201" y="682237"/>
                  </a:lnTo>
                  <a:lnTo>
                    <a:pt x="2380054" y="676250"/>
                  </a:lnTo>
                  <a:lnTo>
                    <a:pt x="2380440" y="669689"/>
                  </a:lnTo>
                  <a:lnTo>
                    <a:pt x="2376201" y="662840"/>
                  </a:lnTo>
                  <a:lnTo>
                    <a:pt x="2371579" y="658243"/>
                  </a:lnTo>
                  <a:lnTo>
                    <a:pt x="2366955" y="655177"/>
                  </a:lnTo>
                  <a:lnTo>
                    <a:pt x="2358477" y="652879"/>
                  </a:lnTo>
                  <a:close/>
                </a:path>
                <a:path w="2485390" h="1061084" extrusionOk="0">
                  <a:moveTo>
                    <a:pt x="644622" y="646748"/>
                  </a:moveTo>
                  <a:lnTo>
                    <a:pt x="640769" y="647514"/>
                  </a:lnTo>
                  <a:lnTo>
                    <a:pt x="637687" y="650580"/>
                  </a:lnTo>
                  <a:lnTo>
                    <a:pt x="631955" y="653549"/>
                  </a:lnTo>
                  <a:lnTo>
                    <a:pt x="628824" y="658242"/>
                  </a:lnTo>
                  <a:lnTo>
                    <a:pt x="628641" y="663559"/>
                  </a:lnTo>
                  <a:lnTo>
                    <a:pt x="628583" y="665235"/>
                  </a:lnTo>
                  <a:lnTo>
                    <a:pt x="631521" y="675101"/>
                  </a:lnTo>
                  <a:lnTo>
                    <a:pt x="637109" y="681662"/>
                  </a:lnTo>
                  <a:lnTo>
                    <a:pt x="643852" y="683914"/>
                  </a:lnTo>
                  <a:lnTo>
                    <a:pt x="650595" y="683291"/>
                  </a:lnTo>
                  <a:lnTo>
                    <a:pt x="666585" y="663559"/>
                  </a:lnTo>
                  <a:lnTo>
                    <a:pt x="662347" y="656710"/>
                  </a:lnTo>
                  <a:lnTo>
                    <a:pt x="657724" y="652113"/>
                  </a:lnTo>
                  <a:lnTo>
                    <a:pt x="653100" y="649047"/>
                  </a:lnTo>
                  <a:lnTo>
                    <a:pt x="644622" y="646748"/>
                  </a:lnTo>
                  <a:close/>
                </a:path>
                <a:path w="2485390" h="1061084" extrusionOk="0">
                  <a:moveTo>
                    <a:pt x="453509" y="646748"/>
                  </a:moveTo>
                  <a:lnTo>
                    <a:pt x="449655" y="647514"/>
                  </a:lnTo>
                  <a:lnTo>
                    <a:pt x="446573" y="650580"/>
                  </a:lnTo>
                  <a:lnTo>
                    <a:pt x="440842" y="653980"/>
                  </a:lnTo>
                  <a:lnTo>
                    <a:pt x="437711" y="659392"/>
                  </a:lnTo>
                  <a:lnTo>
                    <a:pt x="437556" y="663990"/>
                  </a:lnTo>
                  <a:lnTo>
                    <a:pt x="437470" y="666528"/>
                  </a:lnTo>
                  <a:lnTo>
                    <a:pt x="440408" y="675101"/>
                  </a:lnTo>
                  <a:lnTo>
                    <a:pt x="445995" y="681662"/>
                  </a:lnTo>
                  <a:lnTo>
                    <a:pt x="452738" y="683914"/>
                  </a:lnTo>
                  <a:lnTo>
                    <a:pt x="459481" y="683291"/>
                  </a:lnTo>
                  <a:lnTo>
                    <a:pt x="465068" y="681231"/>
                  </a:lnTo>
                  <a:lnTo>
                    <a:pt x="469933" y="677400"/>
                  </a:lnTo>
                  <a:lnTo>
                    <a:pt x="473930" y="671270"/>
                  </a:lnTo>
                  <a:lnTo>
                    <a:pt x="475038" y="663990"/>
                  </a:lnTo>
                  <a:lnTo>
                    <a:pt x="471233" y="656710"/>
                  </a:lnTo>
                  <a:lnTo>
                    <a:pt x="466610" y="652113"/>
                  </a:lnTo>
                  <a:lnTo>
                    <a:pt x="461986" y="649047"/>
                  </a:lnTo>
                  <a:lnTo>
                    <a:pt x="453509" y="646748"/>
                  </a:lnTo>
                  <a:close/>
                </a:path>
                <a:path w="2485390" h="1061084" extrusionOk="0">
                  <a:moveTo>
                    <a:pt x="1760477" y="643682"/>
                  </a:moveTo>
                  <a:lnTo>
                    <a:pt x="1756626" y="644450"/>
                  </a:lnTo>
                  <a:lnTo>
                    <a:pt x="1753542" y="647514"/>
                  </a:lnTo>
                  <a:lnTo>
                    <a:pt x="1747811" y="650484"/>
                  </a:lnTo>
                  <a:lnTo>
                    <a:pt x="1744680" y="655178"/>
                  </a:lnTo>
                  <a:lnTo>
                    <a:pt x="1744497" y="660494"/>
                  </a:lnTo>
                  <a:lnTo>
                    <a:pt x="1744440" y="662170"/>
                  </a:lnTo>
                  <a:lnTo>
                    <a:pt x="1747377" y="672037"/>
                  </a:lnTo>
                  <a:lnTo>
                    <a:pt x="1752964" y="678598"/>
                  </a:lnTo>
                  <a:lnTo>
                    <a:pt x="1759707" y="680849"/>
                  </a:lnTo>
                  <a:lnTo>
                    <a:pt x="1766450" y="680226"/>
                  </a:lnTo>
                  <a:lnTo>
                    <a:pt x="1772037" y="678167"/>
                  </a:lnTo>
                  <a:lnTo>
                    <a:pt x="1778202" y="673042"/>
                  </a:lnTo>
                  <a:lnTo>
                    <a:pt x="1782056" y="667055"/>
                  </a:lnTo>
                  <a:lnTo>
                    <a:pt x="1782342" y="662170"/>
                  </a:lnTo>
                  <a:lnTo>
                    <a:pt x="1782441" y="660494"/>
                  </a:lnTo>
                  <a:lnTo>
                    <a:pt x="1778203" y="653644"/>
                  </a:lnTo>
                  <a:lnTo>
                    <a:pt x="1773579" y="649047"/>
                  </a:lnTo>
                  <a:lnTo>
                    <a:pt x="1768955" y="645982"/>
                  </a:lnTo>
                  <a:lnTo>
                    <a:pt x="1760477" y="643682"/>
                  </a:lnTo>
                  <a:close/>
                </a:path>
                <a:path w="2485390" h="1061084" extrusionOk="0">
                  <a:moveTo>
                    <a:pt x="1446065" y="628357"/>
                  </a:moveTo>
                  <a:lnTo>
                    <a:pt x="1442212" y="629124"/>
                  </a:lnTo>
                  <a:lnTo>
                    <a:pt x="1439129" y="632189"/>
                  </a:lnTo>
                  <a:lnTo>
                    <a:pt x="1433397" y="635590"/>
                  </a:lnTo>
                  <a:lnTo>
                    <a:pt x="1430267" y="641002"/>
                  </a:lnTo>
                  <a:lnTo>
                    <a:pt x="1430126" y="645168"/>
                  </a:lnTo>
                  <a:lnTo>
                    <a:pt x="1430026" y="648138"/>
                  </a:lnTo>
                  <a:lnTo>
                    <a:pt x="1432963" y="656711"/>
                  </a:lnTo>
                  <a:lnTo>
                    <a:pt x="1438551" y="663272"/>
                  </a:lnTo>
                  <a:lnTo>
                    <a:pt x="1445294" y="665523"/>
                  </a:lnTo>
                  <a:lnTo>
                    <a:pt x="1452037" y="664901"/>
                  </a:lnTo>
                  <a:lnTo>
                    <a:pt x="1457624" y="662842"/>
                  </a:lnTo>
                  <a:lnTo>
                    <a:pt x="1463789" y="657717"/>
                  </a:lnTo>
                  <a:lnTo>
                    <a:pt x="1467642" y="651730"/>
                  </a:lnTo>
                  <a:lnTo>
                    <a:pt x="1468028" y="645168"/>
                  </a:lnTo>
                  <a:lnTo>
                    <a:pt x="1463789" y="638319"/>
                  </a:lnTo>
                  <a:lnTo>
                    <a:pt x="1459166" y="633722"/>
                  </a:lnTo>
                  <a:lnTo>
                    <a:pt x="1454542" y="630656"/>
                  </a:lnTo>
                  <a:lnTo>
                    <a:pt x="1446065" y="628357"/>
                  </a:lnTo>
                  <a:close/>
                </a:path>
                <a:path w="2485390" h="1061084" extrusionOk="0">
                  <a:moveTo>
                    <a:pt x="1002190" y="619163"/>
                  </a:moveTo>
                  <a:lnTo>
                    <a:pt x="998335" y="619928"/>
                  </a:lnTo>
                  <a:lnTo>
                    <a:pt x="995253" y="622994"/>
                  </a:lnTo>
                  <a:lnTo>
                    <a:pt x="989522" y="626394"/>
                  </a:lnTo>
                  <a:lnTo>
                    <a:pt x="986391" y="631806"/>
                  </a:lnTo>
                  <a:lnTo>
                    <a:pt x="986251" y="635973"/>
                  </a:lnTo>
                  <a:lnTo>
                    <a:pt x="986151" y="638942"/>
                  </a:lnTo>
                  <a:lnTo>
                    <a:pt x="989088" y="647515"/>
                  </a:lnTo>
                  <a:lnTo>
                    <a:pt x="994675" y="654077"/>
                  </a:lnTo>
                  <a:lnTo>
                    <a:pt x="1001419" y="656328"/>
                  </a:lnTo>
                  <a:lnTo>
                    <a:pt x="1008162" y="655705"/>
                  </a:lnTo>
                  <a:lnTo>
                    <a:pt x="1013749" y="653646"/>
                  </a:lnTo>
                  <a:lnTo>
                    <a:pt x="1019914" y="648521"/>
                  </a:lnTo>
                  <a:lnTo>
                    <a:pt x="1023767" y="642534"/>
                  </a:lnTo>
                  <a:lnTo>
                    <a:pt x="1024152" y="635973"/>
                  </a:lnTo>
                  <a:lnTo>
                    <a:pt x="1019914" y="629124"/>
                  </a:lnTo>
                  <a:lnTo>
                    <a:pt x="1015290" y="624526"/>
                  </a:lnTo>
                  <a:lnTo>
                    <a:pt x="1010667" y="621461"/>
                  </a:lnTo>
                  <a:lnTo>
                    <a:pt x="1002190" y="619163"/>
                  </a:lnTo>
                  <a:close/>
                </a:path>
                <a:path w="2485390" h="1061084" extrusionOk="0">
                  <a:moveTo>
                    <a:pt x="1258035" y="594640"/>
                  </a:moveTo>
                  <a:lnTo>
                    <a:pt x="1254181" y="595407"/>
                  </a:lnTo>
                  <a:lnTo>
                    <a:pt x="1251098" y="598472"/>
                  </a:lnTo>
                  <a:lnTo>
                    <a:pt x="1245367" y="601441"/>
                  </a:lnTo>
                  <a:lnTo>
                    <a:pt x="1242237" y="606135"/>
                  </a:lnTo>
                  <a:lnTo>
                    <a:pt x="1242054" y="611451"/>
                  </a:lnTo>
                  <a:lnTo>
                    <a:pt x="1241996" y="613128"/>
                  </a:lnTo>
                  <a:lnTo>
                    <a:pt x="1244934" y="622994"/>
                  </a:lnTo>
                  <a:lnTo>
                    <a:pt x="1250521" y="629555"/>
                  </a:lnTo>
                  <a:lnTo>
                    <a:pt x="1257264" y="631806"/>
                  </a:lnTo>
                  <a:lnTo>
                    <a:pt x="1264007" y="631184"/>
                  </a:lnTo>
                  <a:lnTo>
                    <a:pt x="1269594" y="629124"/>
                  </a:lnTo>
                  <a:lnTo>
                    <a:pt x="1275759" y="624000"/>
                  </a:lnTo>
                  <a:lnTo>
                    <a:pt x="1279612" y="618013"/>
                  </a:lnTo>
                  <a:lnTo>
                    <a:pt x="1279899" y="613128"/>
                  </a:lnTo>
                  <a:lnTo>
                    <a:pt x="1279997" y="611451"/>
                  </a:lnTo>
                  <a:lnTo>
                    <a:pt x="1275759" y="604602"/>
                  </a:lnTo>
                  <a:lnTo>
                    <a:pt x="1271135" y="600005"/>
                  </a:lnTo>
                  <a:lnTo>
                    <a:pt x="1266512" y="596940"/>
                  </a:lnTo>
                  <a:lnTo>
                    <a:pt x="1258035" y="594640"/>
                  </a:lnTo>
                  <a:close/>
                </a:path>
                <a:path w="2485390" h="1061084" extrusionOk="0">
                  <a:moveTo>
                    <a:pt x="1347425" y="591576"/>
                  </a:moveTo>
                  <a:lnTo>
                    <a:pt x="1343572" y="592341"/>
                  </a:lnTo>
                  <a:lnTo>
                    <a:pt x="1340490" y="595407"/>
                  </a:lnTo>
                  <a:lnTo>
                    <a:pt x="1334759" y="600101"/>
                  </a:lnTo>
                  <a:lnTo>
                    <a:pt x="1331628" y="605369"/>
                  </a:lnTo>
                  <a:lnTo>
                    <a:pt x="1331499" y="608817"/>
                  </a:lnTo>
                  <a:lnTo>
                    <a:pt x="1331387" y="611787"/>
                  </a:lnTo>
                  <a:lnTo>
                    <a:pt x="1334325" y="619928"/>
                  </a:lnTo>
                  <a:lnTo>
                    <a:pt x="1339912" y="626490"/>
                  </a:lnTo>
                  <a:lnTo>
                    <a:pt x="1346654" y="628741"/>
                  </a:lnTo>
                  <a:lnTo>
                    <a:pt x="1353397" y="628118"/>
                  </a:lnTo>
                  <a:lnTo>
                    <a:pt x="1358985" y="626059"/>
                  </a:lnTo>
                  <a:lnTo>
                    <a:pt x="1363850" y="622227"/>
                  </a:lnTo>
                  <a:lnTo>
                    <a:pt x="1367847" y="616097"/>
                  </a:lnTo>
                  <a:lnTo>
                    <a:pt x="1368955" y="608817"/>
                  </a:lnTo>
                  <a:lnTo>
                    <a:pt x="1365151" y="601538"/>
                  </a:lnTo>
                  <a:lnTo>
                    <a:pt x="1360526" y="596940"/>
                  </a:lnTo>
                  <a:lnTo>
                    <a:pt x="1355902" y="593874"/>
                  </a:lnTo>
                  <a:lnTo>
                    <a:pt x="1347425" y="591576"/>
                  </a:lnTo>
                  <a:close/>
                </a:path>
                <a:path w="2485390" h="1061084" extrusionOk="0">
                  <a:moveTo>
                    <a:pt x="875807" y="588510"/>
                  </a:moveTo>
                  <a:lnTo>
                    <a:pt x="871954" y="589277"/>
                  </a:lnTo>
                  <a:lnTo>
                    <a:pt x="868871" y="592341"/>
                  </a:lnTo>
                  <a:lnTo>
                    <a:pt x="863140" y="595311"/>
                  </a:lnTo>
                  <a:lnTo>
                    <a:pt x="860010" y="600005"/>
                  </a:lnTo>
                  <a:lnTo>
                    <a:pt x="859812" y="605752"/>
                  </a:lnTo>
                  <a:lnTo>
                    <a:pt x="859769" y="606998"/>
                  </a:lnTo>
                  <a:lnTo>
                    <a:pt x="862707" y="616864"/>
                  </a:lnTo>
                  <a:lnTo>
                    <a:pt x="868294" y="623425"/>
                  </a:lnTo>
                  <a:lnTo>
                    <a:pt x="875037" y="625676"/>
                  </a:lnTo>
                  <a:lnTo>
                    <a:pt x="881780" y="625053"/>
                  </a:lnTo>
                  <a:lnTo>
                    <a:pt x="887366" y="622994"/>
                  </a:lnTo>
                  <a:lnTo>
                    <a:pt x="892231" y="619162"/>
                  </a:lnTo>
                  <a:lnTo>
                    <a:pt x="896229" y="613032"/>
                  </a:lnTo>
                  <a:lnTo>
                    <a:pt x="897337" y="605752"/>
                  </a:lnTo>
                  <a:lnTo>
                    <a:pt x="893532" y="598472"/>
                  </a:lnTo>
                  <a:lnTo>
                    <a:pt x="888908" y="593874"/>
                  </a:lnTo>
                  <a:lnTo>
                    <a:pt x="884284" y="590810"/>
                  </a:lnTo>
                  <a:lnTo>
                    <a:pt x="875807" y="588510"/>
                  </a:lnTo>
                  <a:close/>
                </a:path>
                <a:path w="2485390" h="1061084" extrusionOk="0">
                  <a:moveTo>
                    <a:pt x="2250592" y="580847"/>
                  </a:moveTo>
                  <a:lnTo>
                    <a:pt x="2234986" y="600388"/>
                  </a:lnTo>
                  <a:lnTo>
                    <a:pt x="2237491" y="610732"/>
                  </a:lnTo>
                  <a:lnTo>
                    <a:pt x="2243078" y="617294"/>
                  </a:lnTo>
                  <a:lnTo>
                    <a:pt x="2249821" y="619546"/>
                  </a:lnTo>
                  <a:lnTo>
                    <a:pt x="2256563" y="618923"/>
                  </a:lnTo>
                  <a:lnTo>
                    <a:pt x="2262150" y="616864"/>
                  </a:lnTo>
                  <a:lnTo>
                    <a:pt x="2268316" y="611739"/>
                  </a:lnTo>
                  <a:lnTo>
                    <a:pt x="2272169" y="605752"/>
                  </a:lnTo>
                  <a:lnTo>
                    <a:pt x="2272483" y="600388"/>
                  </a:lnTo>
                  <a:lnTo>
                    <a:pt x="2272554" y="599190"/>
                  </a:lnTo>
                  <a:lnTo>
                    <a:pt x="2268315" y="592342"/>
                  </a:lnTo>
                  <a:lnTo>
                    <a:pt x="2263692" y="586211"/>
                  </a:lnTo>
                  <a:lnTo>
                    <a:pt x="2259068" y="583147"/>
                  </a:lnTo>
                  <a:lnTo>
                    <a:pt x="2250592" y="580847"/>
                  </a:lnTo>
                  <a:close/>
                </a:path>
                <a:path w="2485390" h="1061084" extrusionOk="0">
                  <a:moveTo>
                    <a:pt x="1103912" y="576249"/>
                  </a:moveTo>
                  <a:lnTo>
                    <a:pt x="1100057" y="577016"/>
                  </a:lnTo>
                  <a:lnTo>
                    <a:pt x="1096975" y="580081"/>
                  </a:lnTo>
                  <a:lnTo>
                    <a:pt x="1089943" y="584774"/>
                  </a:lnTo>
                  <a:lnTo>
                    <a:pt x="1086957" y="590043"/>
                  </a:lnTo>
                  <a:lnTo>
                    <a:pt x="1087439" y="596461"/>
                  </a:lnTo>
                  <a:lnTo>
                    <a:pt x="1090810" y="604603"/>
                  </a:lnTo>
                  <a:lnTo>
                    <a:pt x="1096397" y="611165"/>
                  </a:lnTo>
                  <a:lnTo>
                    <a:pt x="1103140" y="613415"/>
                  </a:lnTo>
                  <a:lnTo>
                    <a:pt x="1109884" y="612793"/>
                  </a:lnTo>
                  <a:lnTo>
                    <a:pt x="1115471" y="610734"/>
                  </a:lnTo>
                  <a:lnTo>
                    <a:pt x="1121636" y="605609"/>
                  </a:lnTo>
                  <a:lnTo>
                    <a:pt x="1125489" y="599622"/>
                  </a:lnTo>
                  <a:lnTo>
                    <a:pt x="1125874" y="593060"/>
                  </a:lnTo>
                  <a:lnTo>
                    <a:pt x="1121636" y="586211"/>
                  </a:lnTo>
                  <a:lnTo>
                    <a:pt x="1117012" y="581614"/>
                  </a:lnTo>
                  <a:lnTo>
                    <a:pt x="1112388" y="578549"/>
                  </a:lnTo>
                  <a:lnTo>
                    <a:pt x="1103912" y="576249"/>
                  </a:lnTo>
                  <a:close/>
                </a:path>
                <a:path w="2485390" h="1061084" extrusionOk="0">
                  <a:moveTo>
                    <a:pt x="2025571" y="573185"/>
                  </a:moveTo>
                  <a:lnTo>
                    <a:pt x="2021716" y="573952"/>
                  </a:lnTo>
                  <a:lnTo>
                    <a:pt x="2018634" y="577016"/>
                  </a:lnTo>
                  <a:lnTo>
                    <a:pt x="2012903" y="581710"/>
                  </a:lnTo>
                  <a:lnTo>
                    <a:pt x="2009773" y="586978"/>
                  </a:lnTo>
                  <a:lnTo>
                    <a:pt x="2009532" y="593396"/>
                  </a:lnTo>
                  <a:lnTo>
                    <a:pt x="2012470" y="601539"/>
                  </a:lnTo>
                  <a:lnTo>
                    <a:pt x="2018056" y="608099"/>
                  </a:lnTo>
                  <a:lnTo>
                    <a:pt x="2024800" y="610350"/>
                  </a:lnTo>
                  <a:lnTo>
                    <a:pt x="2031543" y="609728"/>
                  </a:lnTo>
                  <a:lnTo>
                    <a:pt x="2037130" y="607668"/>
                  </a:lnTo>
                  <a:lnTo>
                    <a:pt x="2043295" y="602544"/>
                  </a:lnTo>
                  <a:lnTo>
                    <a:pt x="2047148" y="596557"/>
                  </a:lnTo>
                  <a:lnTo>
                    <a:pt x="2047533" y="589995"/>
                  </a:lnTo>
                  <a:lnTo>
                    <a:pt x="2043295" y="583147"/>
                  </a:lnTo>
                  <a:lnTo>
                    <a:pt x="2038671" y="578549"/>
                  </a:lnTo>
                  <a:lnTo>
                    <a:pt x="2034047" y="575483"/>
                  </a:lnTo>
                  <a:lnTo>
                    <a:pt x="2025571" y="573185"/>
                  </a:lnTo>
                  <a:close/>
                </a:path>
                <a:path w="2485390" h="1061084" extrusionOk="0">
                  <a:moveTo>
                    <a:pt x="752509" y="573185"/>
                  </a:moveTo>
                  <a:lnTo>
                    <a:pt x="748656" y="573952"/>
                  </a:lnTo>
                  <a:lnTo>
                    <a:pt x="745573" y="577016"/>
                  </a:lnTo>
                  <a:lnTo>
                    <a:pt x="739842" y="579985"/>
                  </a:lnTo>
                  <a:lnTo>
                    <a:pt x="736711" y="584679"/>
                  </a:lnTo>
                  <a:lnTo>
                    <a:pt x="736513" y="590426"/>
                  </a:lnTo>
                  <a:lnTo>
                    <a:pt x="736470" y="591672"/>
                  </a:lnTo>
                  <a:lnTo>
                    <a:pt x="739408" y="601539"/>
                  </a:lnTo>
                  <a:lnTo>
                    <a:pt x="744995" y="608099"/>
                  </a:lnTo>
                  <a:lnTo>
                    <a:pt x="751739" y="610350"/>
                  </a:lnTo>
                  <a:lnTo>
                    <a:pt x="758482" y="609728"/>
                  </a:lnTo>
                  <a:lnTo>
                    <a:pt x="764068" y="607668"/>
                  </a:lnTo>
                  <a:lnTo>
                    <a:pt x="768933" y="603837"/>
                  </a:lnTo>
                  <a:lnTo>
                    <a:pt x="772930" y="597706"/>
                  </a:lnTo>
                  <a:lnTo>
                    <a:pt x="774038" y="590426"/>
                  </a:lnTo>
                  <a:lnTo>
                    <a:pt x="770233" y="583147"/>
                  </a:lnTo>
                  <a:lnTo>
                    <a:pt x="765610" y="578549"/>
                  </a:lnTo>
                  <a:lnTo>
                    <a:pt x="760986" y="575483"/>
                  </a:lnTo>
                  <a:lnTo>
                    <a:pt x="752509" y="573185"/>
                  </a:lnTo>
                  <a:close/>
                </a:path>
                <a:path w="2485390" h="1061084" extrusionOk="0">
                  <a:moveTo>
                    <a:pt x="536735" y="573185"/>
                  </a:moveTo>
                  <a:lnTo>
                    <a:pt x="532881" y="573952"/>
                  </a:lnTo>
                  <a:lnTo>
                    <a:pt x="529799" y="577016"/>
                  </a:lnTo>
                  <a:lnTo>
                    <a:pt x="524068" y="579985"/>
                  </a:lnTo>
                  <a:lnTo>
                    <a:pt x="520937" y="584679"/>
                  </a:lnTo>
                  <a:lnTo>
                    <a:pt x="520754" y="589995"/>
                  </a:lnTo>
                  <a:lnTo>
                    <a:pt x="520696" y="591672"/>
                  </a:lnTo>
                  <a:lnTo>
                    <a:pt x="523634" y="601539"/>
                  </a:lnTo>
                  <a:lnTo>
                    <a:pt x="529221" y="608099"/>
                  </a:lnTo>
                  <a:lnTo>
                    <a:pt x="535964" y="610350"/>
                  </a:lnTo>
                  <a:lnTo>
                    <a:pt x="542707" y="609728"/>
                  </a:lnTo>
                  <a:lnTo>
                    <a:pt x="548294" y="607668"/>
                  </a:lnTo>
                  <a:lnTo>
                    <a:pt x="554459" y="602544"/>
                  </a:lnTo>
                  <a:lnTo>
                    <a:pt x="558312" y="596557"/>
                  </a:lnTo>
                  <a:lnTo>
                    <a:pt x="558599" y="591672"/>
                  </a:lnTo>
                  <a:lnTo>
                    <a:pt x="558698" y="589995"/>
                  </a:lnTo>
                  <a:lnTo>
                    <a:pt x="554459" y="583147"/>
                  </a:lnTo>
                  <a:lnTo>
                    <a:pt x="549836" y="578549"/>
                  </a:lnTo>
                  <a:lnTo>
                    <a:pt x="545212" y="575483"/>
                  </a:lnTo>
                  <a:lnTo>
                    <a:pt x="536735" y="573185"/>
                  </a:lnTo>
                  <a:close/>
                </a:path>
                <a:path w="2485390" h="1061084" extrusionOk="0">
                  <a:moveTo>
                    <a:pt x="1889943" y="570119"/>
                  </a:moveTo>
                  <a:lnTo>
                    <a:pt x="1886089" y="570886"/>
                  </a:lnTo>
                  <a:lnTo>
                    <a:pt x="1883006" y="573952"/>
                  </a:lnTo>
                  <a:lnTo>
                    <a:pt x="1878575" y="578214"/>
                  </a:lnTo>
                  <a:lnTo>
                    <a:pt x="1875300" y="582763"/>
                  </a:lnTo>
                  <a:lnTo>
                    <a:pt x="1874337" y="589038"/>
                  </a:lnTo>
                  <a:lnTo>
                    <a:pt x="1876841" y="598473"/>
                  </a:lnTo>
                  <a:lnTo>
                    <a:pt x="1882428" y="605034"/>
                  </a:lnTo>
                  <a:lnTo>
                    <a:pt x="1889171" y="607285"/>
                  </a:lnTo>
                  <a:lnTo>
                    <a:pt x="1895914" y="606662"/>
                  </a:lnTo>
                  <a:lnTo>
                    <a:pt x="1911904" y="586930"/>
                  </a:lnTo>
                  <a:lnTo>
                    <a:pt x="1907665" y="580081"/>
                  </a:lnTo>
                  <a:lnTo>
                    <a:pt x="1903043" y="575483"/>
                  </a:lnTo>
                  <a:lnTo>
                    <a:pt x="1898418" y="572419"/>
                  </a:lnTo>
                  <a:lnTo>
                    <a:pt x="1889943" y="570119"/>
                  </a:lnTo>
                  <a:close/>
                </a:path>
                <a:path w="2485390" h="1061084" extrusionOk="0">
                  <a:moveTo>
                    <a:pt x="1526209" y="570119"/>
                  </a:moveTo>
                  <a:lnTo>
                    <a:pt x="1522356" y="570886"/>
                  </a:lnTo>
                  <a:lnTo>
                    <a:pt x="1519274" y="573952"/>
                  </a:lnTo>
                  <a:lnTo>
                    <a:pt x="1513542" y="576921"/>
                  </a:lnTo>
                  <a:lnTo>
                    <a:pt x="1510411" y="581614"/>
                  </a:lnTo>
                  <a:lnTo>
                    <a:pt x="1510229" y="586930"/>
                  </a:lnTo>
                  <a:lnTo>
                    <a:pt x="1510171" y="588607"/>
                  </a:lnTo>
                  <a:lnTo>
                    <a:pt x="1513109" y="598473"/>
                  </a:lnTo>
                  <a:lnTo>
                    <a:pt x="1518696" y="605034"/>
                  </a:lnTo>
                  <a:lnTo>
                    <a:pt x="1525439" y="607285"/>
                  </a:lnTo>
                  <a:lnTo>
                    <a:pt x="1532182" y="606662"/>
                  </a:lnTo>
                  <a:lnTo>
                    <a:pt x="1537769" y="604603"/>
                  </a:lnTo>
                  <a:lnTo>
                    <a:pt x="1543934" y="599479"/>
                  </a:lnTo>
                  <a:lnTo>
                    <a:pt x="1547787" y="593492"/>
                  </a:lnTo>
                  <a:lnTo>
                    <a:pt x="1548074" y="588607"/>
                  </a:lnTo>
                  <a:lnTo>
                    <a:pt x="1548172" y="586930"/>
                  </a:lnTo>
                  <a:lnTo>
                    <a:pt x="1543934" y="580081"/>
                  </a:lnTo>
                  <a:lnTo>
                    <a:pt x="1539311" y="575483"/>
                  </a:lnTo>
                  <a:lnTo>
                    <a:pt x="1534687" y="572419"/>
                  </a:lnTo>
                  <a:lnTo>
                    <a:pt x="1526209" y="570119"/>
                  </a:lnTo>
                  <a:close/>
                </a:path>
                <a:path w="2485390" h="1061084" extrusionOk="0">
                  <a:moveTo>
                    <a:pt x="2395467" y="560924"/>
                  </a:moveTo>
                  <a:lnTo>
                    <a:pt x="2391613" y="561691"/>
                  </a:lnTo>
                  <a:lnTo>
                    <a:pt x="2388532" y="564756"/>
                  </a:lnTo>
                  <a:lnTo>
                    <a:pt x="2382800" y="567726"/>
                  </a:lnTo>
                  <a:lnTo>
                    <a:pt x="2379669" y="572419"/>
                  </a:lnTo>
                  <a:lnTo>
                    <a:pt x="2379486" y="577735"/>
                  </a:lnTo>
                  <a:lnTo>
                    <a:pt x="2379428" y="579412"/>
                  </a:lnTo>
                  <a:lnTo>
                    <a:pt x="2382366" y="589278"/>
                  </a:lnTo>
                  <a:lnTo>
                    <a:pt x="2387953" y="595839"/>
                  </a:lnTo>
                  <a:lnTo>
                    <a:pt x="2394696" y="598090"/>
                  </a:lnTo>
                  <a:lnTo>
                    <a:pt x="2401439" y="597468"/>
                  </a:lnTo>
                  <a:lnTo>
                    <a:pt x="2407027" y="595409"/>
                  </a:lnTo>
                  <a:lnTo>
                    <a:pt x="2413191" y="590284"/>
                  </a:lnTo>
                  <a:lnTo>
                    <a:pt x="2417044" y="584296"/>
                  </a:lnTo>
                  <a:lnTo>
                    <a:pt x="2417331" y="579412"/>
                  </a:lnTo>
                  <a:lnTo>
                    <a:pt x="2417430" y="577735"/>
                  </a:lnTo>
                  <a:lnTo>
                    <a:pt x="2413191" y="570886"/>
                  </a:lnTo>
                  <a:lnTo>
                    <a:pt x="2408567" y="566289"/>
                  </a:lnTo>
                  <a:lnTo>
                    <a:pt x="2403943" y="563223"/>
                  </a:lnTo>
                  <a:lnTo>
                    <a:pt x="2395467" y="560924"/>
                  </a:lnTo>
                  <a:close/>
                </a:path>
                <a:path w="2485390" h="1061084" extrusionOk="0">
                  <a:moveTo>
                    <a:pt x="1640261" y="554794"/>
                  </a:moveTo>
                  <a:lnTo>
                    <a:pt x="1636407" y="555561"/>
                  </a:lnTo>
                  <a:lnTo>
                    <a:pt x="1633325" y="558626"/>
                  </a:lnTo>
                  <a:lnTo>
                    <a:pt x="1626293" y="561595"/>
                  </a:lnTo>
                  <a:lnTo>
                    <a:pt x="1623307" y="566289"/>
                  </a:lnTo>
                  <a:lnTo>
                    <a:pt x="1623673" y="571605"/>
                  </a:lnTo>
                  <a:lnTo>
                    <a:pt x="1623788" y="573282"/>
                  </a:lnTo>
                  <a:lnTo>
                    <a:pt x="1627160" y="583148"/>
                  </a:lnTo>
                  <a:lnTo>
                    <a:pt x="1632747" y="589709"/>
                  </a:lnTo>
                  <a:lnTo>
                    <a:pt x="1639490" y="591960"/>
                  </a:lnTo>
                  <a:lnTo>
                    <a:pt x="1646233" y="591337"/>
                  </a:lnTo>
                  <a:lnTo>
                    <a:pt x="1662223" y="571605"/>
                  </a:lnTo>
                  <a:lnTo>
                    <a:pt x="1657985" y="564756"/>
                  </a:lnTo>
                  <a:lnTo>
                    <a:pt x="1653362" y="560158"/>
                  </a:lnTo>
                  <a:lnTo>
                    <a:pt x="1648738" y="557094"/>
                  </a:lnTo>
                  <a:lnTo>
                    <a:pt x="1640261" y="554794"/>
                  </a:lnTo>
                  <a:close/>
                </a:path>
                <a:path w="2485390" h="1061084" extrusionOk="0">
                  <a:moveTo>
                    <a:pt x="2124209" y="548662"/>
                  </a:moveTo>
                  <a:lnTo>
                    <a:pt x="2120356" y="549429"/>
                  </a:lnTo>
                  <a:lnTo>
                    <a:pt x="2117274" y="552495"/>
                  </a:lnTo>
                  <a:lnTo>
                    <a:pt x="2110242" y="557188"/>
                  </a:lnTo>
                  <a:lnTo>
                    <a:pt x="2107256" y="562456"/>
                  </a:lnTo>
                  <a:lnTo>
                    <a:pt x="2107738" y="568874"/>
                  </a:lnTo>
                  <a:lnTo>
                    <a:pt x="2111109" y="577016"/>
                  </a:lnTo>
                  <a:lnTo>
                    <a:pt x="2116696" y="583578"/>
                  </a:lnTo>
                  <a:lnTo>
                    <a:pt x="2123439" y="585828"/>
                  </a:lnTo>
                  <a:lnTo>
                    <a:pt x="2130182" y="585206"/>
                  </a:lnTo>
                  <a:lnTo>
                    <a:pt x="2135769" y="583147"/>
                  </a:lnTo>
                  <a:lnTo>
                    <a:pt x="2141934" y="578022"/>
                  </a:lnTo>
                  <a:lnTo>
                    <a:pt x="2145787" y="572035"/>
                  </a:lnTo>
                  <a:lnTo>
                    <a:pt x="2146173" y="565473"/>
                  </a:lnTo>
                  <a:lnTo>
                    <a:pt x="2141935" y="558624"/>
                  </a:lnTo>
                  <a:lnTo>
                    <a:pt x="2137311" y="554027"/>
                  </a:lnTo>
                  <a:lnTo>
                    <a:pt x="2132686" y="550962"/>
                  </a:lnTo>
                  <a:lnTo>
                    <a:pt x="2124209" y="548662"/>
                  </a:lnTo>
                  <a:close/>
                </a:path>
                <a:path w="2485390" h="1061084" extrusionOk="0">
                  <a:moveTo>
                    <a:pt x="1766643" y="542532"/>
                  </a:moveTo>
                  <a:lnTo>
                    <a:pt x="1762789" y="543299"/>
                  </a:lnTo>
                  <a:lnTo>
                    <a:pt x="1759707" y="546365"/>
                  </a:lnTo>
                  <a:lnTo>
                    <a:pt x="1753975" y="551058"/>
                  </a:lnTo>
                  <a:lnTo>
                    <a:pt x="1750845" y="556326"/>
                  </a:lnTo>
                  <a:lnTo>
                    <a:pt x="1750604" y="562744"/>
                  </a:lnTo>
                  <a:lnTo>
                    <a:pt x="1753542" y="570886"/>
                  </a:lnTo>
                  <a:lnTo>
                    <a:pt x="1759129" y="577447"/>
                  </a:lnTo>
                  <a:lnTo>
                    <a:pt x="1765872" y="579698"/>
                  </a:lnTo>
                  <a:lnTo>
                    <a:pt x="1772615" y="579076"/>
                  </a:lnTo>
                  <a:lnTo>
                    <a:pt x="1778203" y="577016"/>
                  </a:lnTo>
                  <a:lnTo>
                    <a:pt x="1784367" y="571892"/>
                  </a:lnTo>
                  <a:lnTo>
                    <a:pt x="1788220" y="565905"/>
                  </a:lnTo>
                  <a:lnTo>
                    <a:pt x="1788606" y="559344"/>
                  </a:lnTo>
                  <a:lnTo>
                    <a:pt x="1784367" y="552495"/>
                  </a:lnTo>
                  <a:lnTo>
                    <a:pt x="1779743" y="547897"/>
                  </a:lnTo>
                  <a:lnTo>
                    <a:pt x="1775121" y="544832"/>
                  </a:lnTo>
                  <a:lnTo>
                    <a:pt x="1766643" y="542532"/>
                  </a:lnTo>
                  <a:close/>
                </a:path>
                <a:path w="2485390" h="1061084" extrusionOk="0">
                  <a:moveTo>
                    <a:pt x="629211" y="533337"/>
                  </a:moveTo>
                  <a:lnTo>
                    <a:pt x="625357" y="534104"/>
                  </a:lnTo>
                  <a:lnTo>
                    <a:pt x="622274" y="537169"/>
                  </a:lnTo>
                  <a:lnTo>
                    <a:pt x="617843" y="541431"/>
                  </a:lnTo>
                  <a:lnTo>
                    <a:pt x="614568" y="545982"/>
                  </a:lnTo>
                  <a:lnTo>
                    <a:pt x="613605" y="552256"/>
                  </a:lnTo>
                  <a:lnTo>
                    <a:pt x="616110" y="561691"/>
                  </a:lnTo>
                  <a:lnTo>
                    <a:pt x="621696" y="568253"/>
                  </a:lnTo>
                  <a:lnTo>
                    <a:pt x="628439" y="570503"/>
                  </a:lnTo>
                  <a:lnTo>
                    <a:pt x="635182" y="569881"/>
                  </a:lnTo>
                  <a:lnTo>
                    <a:pt x="640769" y="567822"/>
                  </a:lnTo>
                  <a:lnTo>
                    <a:pt x="646934" y="562697"/>
                  </a:lnTo>
                  <a:lnTo>
                    <a:pt x="650787" y="556710"/>
                  </a:lnTo>
                  <a:lnTo>
                    <a:pt x="651049" y="552256"/>
                  </a:lnTo>
                  <a:lnTo>
                    <a:pt x="651173" y="550148"/>
                  </a:lnTo>
                  <a:lnTo>
                    <a:pt x="646934" y="543299"/>
                  </a:lnTo>
                  <a:lnTo>
                    <a:pt x="642310" y="538702"/>
                  </a:lnTo>
                  <a:lnTo>
                    <a:pt x="637687" y="535637"/>
                  </a:lnTo>
                  <a:lnTo>
                    <a:pt x="629211" y="533337"/>
                  </a:lnTo>
                  <a:close/>
                </a:path>
                <a:path w="2485390" h="1061084" extrusionOk="0">
                  <a:moveTo>
                    <a:pt x="968282" y="527207"/>
                  </a:moveTo>
                  <a:lnTo>
                    <a:pt x="964429" y="527974"/>
                  </a:lnTo>
                  <a:lnTo>
                    <a:pt x="961346" y="531039"/>
                  </a:lnTo>
                  <a:lnTo>
                    <a:pt x="955615" y="534008"/>
                  </a:lnTo>
                  <a:lnTo>
                    <a:pt x="952484" y="538702"/>
                  </a:lnTo>
                  <a:lnTo>
                    <a:pt x="952301" y="544018"/>
                  </a:lnTo>
                  <a:lnTo>
                    <a:pt x="952243" y="545695"/>
                  </a:lnTo>
                  <a:lnTo>
                    <a:pt x="955181" y="555561"/>
                  </a:lnTo>
                  <a:lnTo>
                    <a:pt x="960768" y="562122"/>
                  </a:lnTo>
                  <a:lnTo>
                    <a:pt x="967512" y="564373"/>
                  </a:lnTo>
                  <a:lnTo>
                    <a:pt x="974255" y="563750"/>
                  </a:lnTo>
                  <a:lnTo>
                    <a:pt x="979841" y="561691"/>
                  </a:lnTo>
                  <a:lnTo>
                    <a:pt x="986006" y="556567"/>
                  </a:lnTo>
                  <a:lnTo>
                    <a:pt x="989859" y="550580"/>
                  </a:lnTo>
                  <a:lnTo>
                    <a:pt x="990146" y="545695"/>
                  </a:lnTo>
                  <a:lnTo>
                    <a:pt x="990244" y="544018"/>
                  </a:lnTo>
                  <a:lnTo>
                    <a:pt x="986006" y="537169"/>
                  </a:lnTo>
                  <a:lnTo>
                    <a:pt x="981382" y="532571"/>
                  </a:lnTo>
                  <a:lnTo>
                    <a:pt x="976759" y="529507"/>
                  </a:lnTo>
                  <a:lnTo>
                    <a:pt x="968282" y="527207"/>
                  </a:lnTo>
                  <a:close/>
                </a:path>
                <a:path w="2485390" h="1061084" extrusionOk="0">
                  <a:moveTo>
                    <a:pt x="1190219" y="511882"/>
                  </a:moveTo>
                  <a:lnTo>
                    <a:pt x="1186366" y="512649"/>
                  </a:lnTo>
                  <a:lnTo>
                    <a:pt x="1183284" y="515713"/>
                  </a:lnTo>
                  <a:lnTo>
                    <a:pt x="1177552" y="520407"/>
                  </a:lnTo>
                  <a:lnTo>
                    <a:pt x="1174421" y="525675"/>
                  </a:lnTo>
                  <a:lnTo>
                    <a:pt x="1174292" y="529123"/>
                  </a:lnTo>
                  <a:lnTo>
                    <a:pt x="1174180" y="532093"/>
                  </a:lnTo>
                  <a:lnTo>
                    <a:pt x="1177118" y="540235"/>
                  </a:lnTo>
                  <a:lnTo>
                    <a:pt x="1182706" y="546796"/>
                  </a:lnTo>
                  <a:lnTo>
                    <a:pt x="1189449" y="549047"/>
                  </a:lnTo>
                  <a:lnTo>
                    <a:pt x="1196192" y="548425"/>
                  </a:lnTo>
                  <a:lnTo>
                    <a:pt x="1201779" y="546365"/>
                  </a:lnTo>
                  <a:lnTo>
                    <a:pt x="1206643" y="542534"/>
                  </a:lnTo>
                  <a:lnTo>
                    <a:pt x="1210641" y="536403"/>
                  </a:lnTo>
                  <a:lnTo>
                    <a:pt x="1211748" y="529123"/>
                  </a:lnTo>
                  <a:lnTo>
                    <a:pt x="1207944" y="521844"/>
                  </a:lnTo>
                  <a:lnTo>
                    <a:pt x="1203321" y="517246"/>
                  </a:lnTo>
                  <a:lnTo>
                    <a:pt x="1198697" y="514181"/>
                  </a:lnTo>
                  <a:lnTo>
                    <a:pt x="1190219" y="511882"/>
                  </a:lnTo>
                  <a:close/>
                </a:path>
                <a:path w="2485390" h="1061084" extrusionOk="0">
                  <a:moveTo>
                    <a:pt x="1415241" y="508816"/>
                  </a:moveTo>
                  <a:lnTo>
                    <a:pt x="1411387" y="509583"/>
                  </a:lnTo>
                  <a:lnTo>
                    <a:pt x="1408305" y="512649"/>
                  </a:lnTo>
                  <a:lnTo>
                    <a:pt x="1402573" y="515618"/>
                  </a:lnTo>
                  <a:lnTo>
                    <a:pt x="1399443" y="520311"/>
                  </a:lnTo>
                  <a:lnTo>
                    <a:pt x="1399245" y="526058"/>
                  </a:lnTo>
                  <a:lnTo>
                    <a:pt x="1399202" y="527304"/>
                  </a:lnTo>
                  <a:lnTo>
                    <a:pt x="1402141" y="537170"/>
                  </a:lnTo>
                  <a:lnTo>
                    <a:pt x="1407727" y="543731"/>
                  </a:lnTo>
                  <a:lnTo>
                    <a:pt x="1414470" y="545982"/>
                  </a:lnTo>
                  <a:lnTo>
                    <a:pt x="1421213" y="545360"/>
                  </a:lnTo>
                  <a:lnTo>
                    <a:pt x="1426800" y="543300"/>
                  </a:lnTo>
                  <a:lnTo>
                    <a:pt x="1431665" y="539469"/>
                  </a:lnTo>
                  <a:lnTo>
                    <a:pt x="1435662" y="533338"/>
                  </a:lnTo>
                  <a:lnTo>
                    <a:pt x="1436770" y="526058"/>
                  </a:lnTo>
                  <a:lnTo>
                    <a:pt x="1432965" y="518778"/>
                  </a:lnTo>
                  <a:lnTo>
                    <a:pt x="1428342" y="514181"/>
                  </a:lnTo>
                  <a:lnTo>
                    <a:pt x="1423718" y="511116"/>
                  </a:lnTo>
                  <a:lnTo>
                    <a:pt x="1415241" y="508816"/>
                  </a:lnTo>
                  <a:close/>
                </a:path>
                <a:path w="2485390" h="1061084" extrusionOk="0">
                  <a:moveTo>
                    <a:pt x="2222849" y="496556"/>
                  </a:moveTo>
                  <a:lnTo>
                    <a:pt x="2218996" y="497321"/>
                  </a:lnTo>
                  <a:lnTo>
                    <a:pt x="2215913" y="500387"/>
                  </a:lnTo>
                  <a:lnTo>
                    <a:pt x="2210615" y="503356"/>
                  </a:lnTo>
                  <a:lnTo>
                    <a:pt x="2208207" y="508050"/>
                  </a:lnTo>
                  <a:lnTo>
                    <a:pt x="2208111" y="515042"/>
                  </a:lnTo>
                  <a:lnTo>
                    <a:pt x="2209749" y="524908"/>
                  </a:lnTo>
                  <a:lnTo>
                    <a:pt x="2215335" y="531470"/>
                  </a:lnTo>
                  <a:lnTo>
                    <a:pt x="2222078" y="533721"/>
                  </a:lnTo>
                  <a:lnTo>
                    <a:pt x="2228820" y="533098"/>
                  </a:lnTo>
                  <a:lnTo>
                    <a:pt x="2234407" y="531039"/>
                  </a:lnTo>
                  <a:lnTo>
                    <a:pt x="2239272" y="527207"/>
                  </a:lnTo>
                  <a:lnTo>
                    <a:pt x="2243270" y="521077"/>
                  </a:lnTo>
                  <a:lnTo>
                    <a:pt x="2244378" y="513797"/>
                  </a:lnTo>
                  <a:lnTo>
                    <a:pt x="2240573" y="506517"/>
                  </a:lnTo>
                  <a:lnTo>
                    <a:pt x="2235950" y="501920"/>
                  </a:lnTo>
                  <a:lnTo>
                    <a:pt x="2231325" y="498854"/>
                  </a:lnTo>
                  <a:lnTo>
                    <a:pt x="2222849" y="496556"/>
                  </a:lnTo>
                  <a:close/>
                </a:path>
                <a:path w="2485390" h="1061084" extrusionOk="0">
                  <a:moveTo>
                    <a:pt x="1936178" y="484295"/>
                  </a:moveTo>
                  <a:lnTo>
                    <a:pt x="1932325" y="485062"/>
                  </a:lnTo>
                  <a:lnTo>
                    <a:pt x="1929243" y="488127"/>
                  </a:lnTo>
                  <a:lnTo>
                    <a:pt x="1923512" y="491527"/>
                  </a:lnTo>
                  <a:lnTo>
                    <a:pt x="1920381" y="496939"/>
                  </a:lnTo>
                  <a:lnTo>
                    <a:pt x="1920226" y="501536"/>
                  </a:lnTo>
                  <a:lnTo>
                    <a:pt x="1920140" y="504075"/>
                  </a:lnTo>
                  <a:lnTo>
                    <a:pt x="1923078" y="512649"/>
                  </a:lnTo>
                  <a:lnTo>
                    <a:pt x="1928665" y="519210"/>
                  </a:lnTo>
                  <a:lnTo>
                    <a:pt x="1935407" y="521460"/>
                  </a:lnTo>
                  <a:lnTo>
                    <a:pt x="1942150" y="520838"/>
                  </a:lnTo>
                  <a:lnTo>
                    <a:pt x="1947738" y="518778"/>
                  </a:lnTo>
                  <a:lnTo>
                    <a:pt x="1952602" y="514947"/>
                  </a:lnTo>
                  <a:lnTo>
                    <a:pt x="1956600" y="508816"/>
                  </a:lnTo>
                  <a:lnTo>
                    <a:pt x="1957707" y="501536"/>
                  </a:lnTo>
                  <a:lnTo>
                    <a:pt x="1953902" y="494257"/>
                  </a:lnTo>
                  <a:lnTo>
                    <a:pt x="1949279" y="489659"/>
                  </a:lnTo>
                  <a:lnTo>
                    <a:pt x="1944655" y="486594"/>
                  </a:lnTo>
                  <a:lnTo>
                    <a:pt x="1936178" y="484295"/>
                  </a:lnTo>
                  <a:close/>
                </a:path>
                <a:path w="2485390" h="1061084" extrusionOk="0">
                  <a:moveTo>
                    <a:pt x="811076" y="484295"/>
                  </a:moveTo>
                  <a:lnTo>
                    <a:pt x="807222" y="485062"/>
                  </a:lnTo>
                  <a:lnTo>
                    <a:pt x="804139" y="488127"/>
                  </a:lnTo>
                  <a:lnTo>
                    <a:pt x="797108" y="492820"/>
                  </a:lnTo>
                  <a:lnTo>
                    <a:pt x="794122" y="498088"/>
                  </a:lnTo>
                  <a:lnTo>
                    <a:pt x="794604" y="504506"/>
                  </a:lnTo>
                  <a:lnTo>
                    <a:pt x="797975" y="512649"/>
                  </a:lnTo>
                  <a:lnTo>
                    <a:pt x="803562" y="519210"/>
                  </a:lnTo>
                  <a:lnTo>
                    <a:pt x="810305" y="521460"/>
                  </a:lnTo>
                  <a:lnTo>
                    <a:pt x="817048" y="520838"/>
                  </a:lnTo>
                  <a:lnTo>
                    <a:pt x="822636" y="518778"/>
                  </a:lnTo>
                  <a:lnTo>
                    <a:pt x="827500" y="514947"/>
                  </a:lnTo>
                  <a:lnTo>
                    <a:pt x="831497" y="508816"/>
                  </a:lnTo>
                  <a:lnTo>
                    <a:pt x="832605" y="501536"/>
                  </a:lnTo>
                  <a:lnTo>
                    <a:pt x="828800" y="494257"/>
                  </a:lnTo>
                  <a:lnTo>
                    <a:pt x="824176" y="489659"/>
                  </a:lnTo>
                  <a:lnTo>
                    <a:pt x="819553" y="486594"/>
                  </a:lnTo>
                  <a:lnTo>
                    <a:pt x="811076" y="484295"/>
                  </a:lnTo>
                  <a:close/>
                </a:path>
                <a:path w="2485390" h="1061084" extrusionOk="0">
                  <a:moveTo>
                    <a:pt x="1569364" y="475099"/>
                  </a:moveTo>
                  <a:lnTo>
                    <a:pt x="1565511" y="475866"/>
                  </a:lnTo>
                  <a:lnTo>
                    <a:pt x="1562429" y="478932"/>
                  </a:lnTo>
                  <a:lnTo>
                    <a:pt x="1556697" y="483625"/>
                  </a:lnTo>
                  <a:lnTo>
                    <a:pt x="1553566" y="488893"/>
                  </a:lnTo>
                  <a:lnTo>
                    <a:pt x="1553437" y="492342"/>
                  </a:lnTo>
                  <a:lnTo>
                    <a:pt x="1553326" y="495311"/>
                  </a:lnTo>
                  <a:lnTo>
                    <a:pt x="1556264" y="503453"/>
                  </a:lnTo>
                  <a:lnTo>
                    <a:pt x="1561851" y="510014"/>
                  </a:lnTo>
                  <a:lnTo>
                    <a:pt x="1568594" y="512265"/>
                  </a:lnTo>
                  <a:lnTo>
                    <a:pt x="1575337" y="511643"/>
                  </a:lnTo>
                  <a:lnTo>
                    <a:pt x="1580924" y="509583"/>
                  </a:lnTo>
                  <a:lnTo>
                    <a:pt x="1585788" y="505752"/>
                  </a:lnTo>
                  <a:lnTo>
                    <a:pt x="1589786" y="499621"/>
                  </a:lnTo>
                  <a:lnTo>
                    <a:pt x="1590893" y="492342"/>
                  </a:lnTo>
                  <a:lnTo>
                    <a:pt x="1587088" y="485062"/>
                  </a:lnTo>
                  <a:lnTo>
                    <a:pt x="1582465" y="480463"/>
                  </a:lnTo>
                  <a:lnTo>
                    <a:pt x="1577841" y="477399"/>
                  </a:lnTo>
                  <a:lnTo>
                    <a:pt x="1569364" y="475099"/>
                  </a:lnTo>
                  <a:close/>
                </a:path>
                <a:path w="2485390" h="1061084" extrusionOk="0">
                  <a:moveTo>
                    <a:pt x="2336900" y="468969"/>
                  </a:moveTo>
                  <a:lnTo>
                    <a:pt x="2321296" y="489181"/>
                  </a:lnTo>
                  <a:lnTo>
                    <a:pt x="2323800" y="497323"/>
                  </a:lnTo>
                  <a:lnTo>
                    <a:pt x="2329387" y="503884"/>
                  </a:lnTo>
                  <a:lnTo>
                    <a:pt x="2336129" y="506135"/>
                  </a:lnTo>
                  <a:lnTo>
                    <a:pt x="2342872" y="505513"/>
                  </a:lnTo>
                  <a:lnTo>
                    <a:pt x="2348458" y="503453"/>
                  </a:lnTo>
                  <a:lnTo>
                    <a:pt x="2354624" y="498328"/>
                  </a:lnTo>
                  <a:lnTo>
                    <a:pt x="2358477" y="492342"/>
                  </a:lnTo>
                  <a:lnTo>
                    <a:pt x="2358863" y="485780"/>
                  </a:lnTo>
                  <a:lnTo>
                    <a:pt x="2354624" y="478932"/>
                  </a:lnTo>
                  <a:lnTo>
                    <a:pt x="2350000" y="474333"/>
                  </a:lnTo>
                  <a:lnTo>
                    <a:pt x="2345376" y="471269"/>
                  </a:lnTo>
                  <a:lnTo>
                    <a:pt x="2336900" y="468969"/>
                  </a:lnTo>
                  <a:close/>
                </a:path>
                <a:path w="2485390" h="1061084" extrusionOk="0">
                  <a:moveTo>
                    <a:pt x="1088498" y="465904"/>
                  </a:moveTo>
                  <a:lnTo>
                    <a:pt x="1084644" y="466671"/>
                  </a:lnTo>
                  <a:lnTo>
                    <a:pt x="1081562" y="469736"/>
                  </a:lnTo>
                  <a:lnTo>
                    <a:pt x="1075831" y="472705"/>
                  </a:lnTo>
                  <a:lnTo>
                    <a:pt x="1072701" y="477399"/>
                  </a:lnTo>
                  <a:lnTo>
                    <a:pt x="1072517" y="482715"/>
                  </a:lnTo>
                  <a:lnTo>
                    <a:pt x="1072460" y="484392"/>
                  </a:lnTo>
                  <a:lnTo>
                    <a:pt x="1075398" y="494258"/>
                  </a:lnTo>
                  <a:lnTo>
                    <a:pt x="1080984" y="500819"/>
                  </a:lnTo>
                  <a:lnTo>
                    <a:pt x="1087727" y="503070"/>
                  </a:lnTo>
                  <a:lnTo>
                    <a:pt x="1094470" y="502448"/>
                  </a:lnTo>
                  <a:lnTo>
                    <a:pt x="1100057" y="500388"/>
                  </a:lnTo>
                  <a:lnTo>
                    <a:pt x="1106222" y="495264"/>
                  </a:lnTo>
                  <a:lnTo>
                    <a:pt x="1110076" y="489277"/>
                  </a:lnTo>
                  <a:lnTo>
                    <a:pt x="1110362" y="484392"/>
                  </a:lnTo>
                  <a:lnTo>
                    <a:pt x="1110461" y="482715"/>
                  </a:lnTo>
                  <a:lnTo>
                    <a:pt x="1106222" y="475866"/>
                  </a:lnTo>
                  <a:lnTo>
                    <a:pt x="1101599" y="471269"/>
                  </a:lnTo>
                  <a:lnTo>
                    <a:pt x="1096975" y="468204"/>
                  </a:lnTo>
                  <a:lnTo>
                    <a:pt x="1088498" y="465904"/>
                  </a:lnTo>
                  <a:close/>
                </a:path>
                <a:path w="2485390" h="1061084" extrusionOk="0">
                  <a:moveTo>
                    <a:pt x="2056395" y="459774"/>
                  </a:moveTo>
                  <a:lnTo>
                    <a:pt x="2052542" y="460541"/>
                  </a:lnTo>
                  <a:lnTo>
                    <a:pt x="2049460" y="463605"/>
                  </a:lnTo>
                  <a:lnTo>
                    <a:pt x="2042428" y="468299"/>
                  </a:lnTo>
                  <a:lnTo>
                    <a:pt x="2039442" y="473567"/>
                  </a:lnTo>
                  <a:lnTo>
                    <a:pt x="2039924" y="479985"/>
                  </a:lnTo>
                  <a:lnTo>
                    <a:pt x="2043295" y="488128"/>
                  </a:lnTo>
                  <a:lnTo>
                    <a:pt x="2048882" y="494689"/>
                  </a:lnTo>
                  <a:lnTo>
                    <a:pt x="2055624" y="496940"/>
                  </a:lnTo>
                  <a:lnTo>
                    <a:pt x="2062367" y="496317"/>
                  </a:lnTo>
                  <a:lnTo>
                    <a:pt x="2067955" y="494258"/>
                  </a:lnTo>
                  <a:lnTo>
                    <a:pt x="2072820" y="490426"/>
                  </a:lnTo>
                  <a:lnTo>
                    <a:pt x="2076817" y="484296"/>
                  </a:lnTo>
                  <a:lnTo>
                    <a:pt x="2077925" y="477016"/>
                  </a:lnTo>
                  <a:lnTo>
                    <a:pt x="2074120" y="469736"/>
                  </a:lnTo>
                  <a:lnTo>
                    <a:pt x="2069496" y="465138"/>
                  </a:lnTo>
                  <a:lnTo>
                    <a:pt x="2064872" y="462074"/>
                  </a:lnTo>
                  <a:lnTo>
                    <a:pt x="2056395" y="459774"/>
                  </a:lnTo>
                  <a:close/>
                </a:path>
                <a:path w="2485390" h="1061084" extrusionOk="0">
                  <a:moveTo>
                    <a:pt x="1295024" y="456709"/>
                  </a:moveTo>
                  <a:lnTo>
                    <a:pt x="1291171" y="457475"/>
                  </a:lnTo>
                  <a:lnTo>
                    <a:pt x="1288088" y="460541"/>
                  </a:lnTo>
                  <a:lnTo>
                    <a:pt x="1281056" y="465234"/>
                  </a:lnTo>
                  <a:lnTo>
                    <a:pt x="1278070" y="470503"/>
                  </a:lnTo>
                  <a:lnTo>
                    <a:pt x="1278551" y="476920"/>
                  </a:lnTo>
                  <a:lnTo>
                    <a:pt x="1281922" y="485062"/>
                  </a:lnTo>
                  <a:lnTo>
                    <a:pt x="1287510" y="491623"/>
                  </a:lnTo>
                  <a:lnTo>
                    <a:pt x="1294253" y="493875"/>
                  </a:lnTo>
                  <a:lnTo>
                    <a:pt x="1300996" y="493252"/>
                  </a:lnTo>
                  <a:lnTo>
                    <a:pt x="1306583" y="491192"/>
                  </a:lnTo>
                  <a:lnTo>
                    <a:pt x="1312748" y="486068"/>
                  </a:lnTo>
                  <a:lnTo>
                    <a:pt x="1316601" y="480081"/>
                  </a:lnTo>
                  <a:lnTo>
                    <a:pt x="1316986" y="473520"/>
                  </a:lnTo>
                  <a:lnTo>
                    <a:pt x="1312748" y="466671"/>
                  </a:lnTo>
                  <a:lnTo>
                    <a:pt x="1308124" y="462074"/>
                  </a:lnTo>
                  <a:lnTo>
                    <a:pt x="1303501" y="459008"/>
                  </a:lnTo>
                  <a:lnTo>
                    <a:pt x="1295024" y="456709"/>
                  </a:lnTo>
                  <a:close/>
                </a:path>
                <a:path w="2485390" h="1061084" extrusionOk="0">
                  <a:moveTo>
                    <a:pt x="684693" y="453643"/>
                  </a:moveTo>
                  <a:lnTo>
                    <a:pt x="680840" y="454411"/>
                  </a:lnTo>
                  <a:lnTo>
                    <a:pt x="677758" y="457475"/>
                  </a:lnTo>
                  <a:lnTo>
                    <a:pt x="672027" y="462169"/>
                  </a:lnTo>
                  <a:lnTo>
                    <a:pt x="668896" y="467437"/>
                  </a:lnTo>
                  <a:lnTo>
                    <a:pt x="668655" y="473855"/>
                  </a:lnTo>
                  <a:lnTo>
                    <a:pt x="671593" y="481998"/>
                  </a:lnTo>
                  <a:lnTo>
                    <a:pt x="677180" y="488559"/>
                  </a:lnTo>
                  <a:lnTo>
                    <a:pt x="683923" y="490810"/>
                  </a:lnTo>
                  <a:lnTo>
                    <a:pt x="690666" y="490187"/>
                  </a:lnTo>
                  <a:lnTo>
                    <a:pt x="696253" y="488128"/>
                  </a:lnTo>
                  <a:lnTo>
                    <a:pt x="702418" y="483003"/>
                  </a:lnTo>
                  <a:lnTo>
                    <a:pt x="706271" y="477016"/>
                  </a:lnTo>
                  <a:lnTo>
                    <a:pt x="706656" y="470455"/>
                  </a:lnTo>
                  <a:lnTo>
                    <a:pt x="702418" y="463605"/>
                  </a:lnTo>
                  <a:lnTo>
                    <a:pt x="697795" y="459008"/>
                  </a:lnTo>
                  <a:lnTo>
                    <a:pt x="693171" y="455943"/>
                  </a:lnTo>
                  <a:lnTo>
                    <a:pt x="684693" y="453643"/>
                  </a:lnTo>
                  <a:close/>
                </a:path>
                <a:path w="2485390" h="1061084" extrusionOk="0">
                  <a:moveTo>
                    <a:pt x="1837540" y="450578"/>
                  </a:moveTo>
                  <a:lnTo>
                    <a:pt x="1833687" y="451345"/>
                  </a:lnTo>
                  <a:lnTo>
                    <a:pt x="1830603" y="454409"/>
                  </a:lnTo>
                  <a:lnTo>
                    <a:pt x="1824872" y="457379"/>
                  </a:lnTo>
                  <a:lnTo>
                    <a:pt x="1821741" y="462073"/>
                  </a:lnTo>
                  <a:lnTo>
                    <a:pt x="1821544" y="467819"/>
                  </a:lnTo>
                  <a:lnTo>
                    <a:pt x="1821501" y="469065"/>
                  </a:lnTo>
                  <a:lnTo>
                    <a:pt x="1824438" y="478932"/>
                  </a:lnTo>
                  <a:lnTo>
                    <a:pt x="1830025" y="485492"/>
                  </a:lnTo>
                  <a:lnTo>
                    <a:pt x="1836768" y="487743"/>
                  </a:lnTo>
                  <a:lnTo>
                    <a:pt x="1843512" y="487121"/>
                  </a:lnTo>
                  <a:lnTo>
                    <a:pt x="1849099" y="485062"/>
                  </a:lnTo>
                  <a:lnTo>
                    <a:pt x="1853964" y="481230"/>
                  </a:lnTo>
                  <a:lnTo>
                    <a:pt x="1857961" y="475099"/>
                  </a:lnTo>
                  <a:lnTo>
                    <a:pt x="1859069" y="467819"/>
                  </a:lnTo>
                  <a:lnTo>
                    <a:pt x="1855264" y="460540"/>
                  </a:lnTo>
                  <a:lnTo>
                    <a:pt x="1850640" y="455942"/>
                  </a:lnTo>
                  <a:lnTo>
                    <a:pt x="1846017" y="452876"/>
                  </a:lnTo>
                  <a:lnTo>
                    <a:pt x="1837540" y="450578"/>
                  </a:lnTo>
                  <a:close/>
                </a:path>
                <a:path w="2485390" h="1061084" extrusionOk="0">
                  <a:moveTo>
                    <a:pt x="1720405" y="447512"/>
                  </a:moveTo>
                  <a:lnTo>
                    <a:pt x="1716552" y="448279"/>
                  </a:lnTo>
                  <a:lnTo>
                    <a:pt x="1713470" y="451345"/>
                  </a:lnTo>
                  <a:lnTo>
                    <a:pt x="1707739" y="454745"/>
                  </a:lnTo>
                  <a:lnTo>
                    <a:pt x="1704608" y="460157"/>
                  </a:lnTo>
                  <a:lnTo>
                    <a:pt x="1704467" y="464324"/>
                  </a:lnTo>
                  <a:lnTo>
                    <a:pt x="1704367" y="467293"/>
                  </a:lnTo>
                  <a:lnTo>
                    <a:pt x="1707305" y="475866"/>
                  </a:lnTo>
                  <a:lnTo>
                    <a:pt x="1712892" y="482427"/>
                  </a:lnTo>
                  <a:lnTo>
                    <a:pt x="1719634" y="484678"/>
                  </a:lnTo>
                  <a:lnTo>
                    <a:pt x="1726377" y="484056"/>
                  </a:lnTo>
                  <a:lnTo>
                    <a:pt x="1731965" y="481996"/>
                  </a:lnTo>
                  <a:lnTo>
                    <a:pt x="1738130" y="476872"/>
                  </a:lnTo>
                  <a:lnTo>
                    <a:pt x="1741983" y="470885"/>
                  </a:lnTo>
                  <a:lnTo>
                    <a:pt x="1742369" y="464324"/>
                  </a:lnTo>
                  <a:lnTo>
                    <a:pt x="1738131" y="457475"/>
                  </a:lnTo>
                  <a:lnTo>
                    <a:pt x="1733506" y="452876"/>
                  </a:lnTo>
                  <a:lnTo>
                    <a:pt x="1728882" y="449812"/>
                  </a:lnTo>
                  <a:lnTo>
                    <a:pt x="1720405" y="447512"/>
                  </a:lnTo>
                  <a:close/>
                </a:path>
                <a:path w="2485390" h="1061084" extrusionOk="0">
                  <a:moveTo>
                    <a:pt x="897385" y="438317"/>
                  </a:moveTo>
                  <a:lnTo>
                    <a:pt x="893532" y="439084"/>
                  </a:lnTo>
                  <a:lnTo>
                    <a:pt x="890450" y="442149"/>
                  </a:lnTo>
                  <a:lnTo>
                    <a:pt x="884718" y="445118"/>
                  </a:lnTo>
                  <a:lnTo>
                    <a:pt x="881587" y="449812"/>
                  </a:lnTo>
                  <a:lnTo>
                    <a:pt x="881389" y="455559"/>
                  </a:lnTo>
                  <a:lnTo>
                    <a:pt x="881346" y="456805"/>
                  </a:lnTo>
                  <a:lnTo>
                    <a:pt x="884284" y="466671"/>
                  </a:lnTo>
                  <a:lnTo>
                    <a:pt x="889872" y="473232"/>
                  </a:lnTo>
                  <a:lnTo>
                    <a:pt x="896615" y="475483"/>
                  </a:lnTo>
                  <a:lnTo>
                    <a:pt x="903358" y="474861"/>
                  </a:lnTo>
                  <a:lnTo>
                    <a:pt x="908945" y="472801"/>
                  </a:lnTo>
                  <a:lnTo>
                    <a:pt x="913809" y="468970"/>
                  </a:lnTo>
                  <a:lnTo>
                    <a:pt x="917807" y="462839"/>
                  </a:lnTo>
                  <a:lnTo>
                    <a:pt x="918914" y="455559"/>
                  </a:lnTo>
                  <a:lnTo>
                    <a:pt x="915110" y="448279"/>
                  </a:lnTo>
                  <a:lnTo>
                    <a:pt x="910485" y="443682"/>
                  </a:lnTo>
                  <a:lnTo>
                    <a:pt x="905863" y="440617"/>
                  </a:lnTo>
                  <a:lnTo>
                    <a:pt x="897385" y="438317"/>
                  </a:lnTo>
                  <a:close/>
                </a:path>
                <a:path w="2485390" h="1061084" extrusionOk="0">
                  <a:moveTo>
                    <a:pt x="2185859" y="410731"/>
                  </a:moveTo>
                  <a:lnTo>
                    <a:pt x="2170254" y="430943"/>
                  </a:lnTo>
                  <a:lnTo>
                    <a:pt x="2172759" y="439085"/>
                  </a:lnTo>
                  <a:lnTo>
                    <a:pt x="2178345" y="445646"/>
                  </a:lnTo>
                  <a:lnTo>
                    <a:pt x="2185088" y="447897"/>
                  </a:lnTo>
                  <a:lnTo>
                    <a:pt x="2191830" y="447275"/>
                  </a:lnTo>
                  <a:lnTo>
                    <a:pt x="2197417" y="445216"/>
                  </a:lnTo>
                  <a:lnTo>
                    <a:pt x="2203583" y="440091"/>
                  </a:lnTo>
                  <a:lnTo>
                    <a:pt x="2207436" y="434104"/>
                  </a:lnTo>
                  <a:lnTo>
                    <a:pt x="2207822" y="427542"/>
                  </a:lnTo>
                  <a:lnTo>
                    <a:pt x="2203583" y="420693"/>
                  </a:lnTo>
                  <a:lnTo>
                    <a:pt x="2198959" y="416096"/>
                  </a:lnTo>
                  <a:lnTo>
                    <a:pt x="2194335" y="413030"/>
                  </a:lnTo>
                  <a:lnTo>
                    <a:pt x="2185859" y="410731"/>
                  </a:lnTo>
                  <a:close/>
                </a:path>
                <a:path w="2485390" h="1061084" extrusionOk="0">
                  <a:moveTo>
                    <a:pt x="1501550" y="410731"/>
                  </a:moveTo>
                  <a:lnTo>
                    <a:pt x="1497695" y="411499"/>
                  </a:lnTo>
                  <a:lnTo>
                    <a:pt x="1494613" y="414563"/>
                  </a:lnTo>
                  <a:lnTo>
                    <a:pt x="1488882" y="417964"/>
                  </a:lnTo>
                  <a:lnTo>
                    <a:pt x="1485752" y="423376"/>
                  </a:lnTo>
                  <a:lnTo>
                    <a:pt x="1485611" y="427542"/>
                  </a:lnTo>
                  <a:lnTo>
                    <a:pt x="1485511" y="430512"/>
                  </a:lnTo>
                  <a:lnTo>
                    <a:pt x="1488449" y="439085"/>
                  </a:lnTo>
                  <a:lnTo>
                    <a:pt x="1494035" y="445646"/>
                  </a:lnTo>
                  <a:lnTo>
                    <a:pt x="1500778" y="447897"/>
                  </a:lnTo>
                  <a:lnTo>
                    <a:pt x="1507522" y="447275"/>
                  </a:lnTo>
                  <a:lnTo>
                    <a:pt x="1513109" y="445216"/>
                  </a:lnTo>
                  <a:lnTo>
                    <a:pt x="1519274" y="440091"/>
                  </a:lnTo>
                  <a:lnTo>
                    <a:pt x="1523127" y="434104"/>
                  </a:lnTo>
                  <a:lnTo>
                    <a:pt x="1523512" y="427542"/>
                  </a:lnTo>
                  <a:lnTo>
                    <a:pt x="1519274" y="420693"/>
                  </a:lnTo>
                  <a:lnTo>
                    <a:pt x="1514650" y="416096"/>
                  </a:lnTo>
                  <a:lnTo>
                    <a:pt x="1510026" y="413030"/>
                  </a:lnTo>
                  <a:lnTo>
                    <a:pt x="1501550" y="410731"/>
                  </a:lnTo>
                  <a:close/>
                </a:path>
                <a:path w="2485390" h="1061084" extrusionOk="0">
                  <a:moveTo>
                    <a:pt x="1381333" y="407666"/>
                  </a:moveTo>
                  <a:lnTo>
                    <a:pt x="1377480" y="408433"/>
                  </a:lnTo>
                  <a:lnTo>
                    <a:pt x="1374397" y="411499"/>
                  </a:lnTo>
                  <a:lnTo>
                    <a:pt x="1368666" y="414899"/>
                  </a:lnTo>
                  <a:lnTo>
                    <a:pt x="1365535" y="420311"/>
                  </a:lnTo>
                  <a:lnTo>
                    <a:pt x="1365395" y="424477"/>
                  </a:lnTo>
                  <a:lnTo>
                    <a:pt x="1365295" y="427447"/>
                  </a:lnTo>
                  <a:lnTo>
                    <a:pt x="1368233" y="436020"/>
                  </a:lnTo>
                  <a:lnTo>
                    <a:pt x="1373820" y="442581"/>
                  </a:lnTo>
                  <a:lnTo>
                    <a:pt x="1380563" y="444832"/>
                  </a:lnTo>
                  <a:lnTo>
                    <a:pt x="1387306" y="444210"/>
                  </a:lnTo>
                  <a:lnTo>
                    <a:pt x="1392892" y="442150"/>
                  </a:lnTo>
                  <a:lnTo>
                    <a:pt x="1399058" y="437025"/>
                  </a:lnTo>
                  <a:lnTo>
                    <a:pt x="1402911" y="431039"/>
                  </a:lnTo>
                  <a:lnTo>
                    <a:pt x="1403296" y="424477"/>
                  </a:lnTo>
                  <a:lnTo>
                    <a:pt x="1399057" y="417629"/>
                  </a:lnTo>
                  <a:lnTo>
                    <a:pt x="1394434" y="413030"/>
                  </a:lnTo>
                  <a:lnTo>
                    <a:pt x="1389810" y="409966"/>
                  </a:lnTo>
                  <a:lnTo>
                    <a:pt x="1381333" y="407666"/>
                  </a:lnTo>
                  <a:close/>
                </a:path>
                <a:path w="2485390" h="1061084" extrusionOk="0">
                  <a:moveTo>
                    <a:pt x="999107" y="407666"/>
                  </a:moveTo>
                  <a:lnTo>
                    <a:pt x="983502" y="427878"/>
                  </a:lnTo>
                  <a:lnTo>
                    <a:pt x="986006" y="436020"/>
                  </a:lnTo>
                  <a:lnTo>
                    <a:pt x="991593" y="442581"/>
                  </a:lnTo>
                  <a:lnTo>
                    <a:pt x="998336" y="444832"/>
                  </a:lnTo>
                  <a:lnTo>
                    <a:pt x="1005079" y="444210"/>
                  </a:lnTo>
                  <a:lnTo>
                    <a:pt x="1010666" y="442150"/>
                  </a:lnTo>
                  <a:lnTo>
                    <a:pt x="1016830" y="437025"/>
                  </a:lnTo>
                  <a:lnTo>
                    <a:pt x="1020684" y="431039"/>
                  </a:lnTo>
                  <a:lnTo>
                    <a:pt x="1021069" y="424477"/>
                  </a:lnTo>
                  <a:lnTo>
                    <a:pt x="1016830" y="417629"/>
                  </a:lnTo>
                  <a:lnTo>
                    <a:pt x="1012206" y="413030"/>
                  </a:lnTo>
                  <a:lnTo>
                    <a:pt x="1007583" y="409966"/>
                  </a:lnTo>
                  <a:lnTo>
                    <a:pt x="999107" y="407666"/>
                  </a:lnTo>
                  <a:close/>
                </a:path>
                <a:path w="2485390" h="1061084" extrusionOk="0">
                  <a:moveTo>
                    <a:pt x="1195613" y="397704"/>
                  </a:moveTo>
                  <a:lnTo>
                    <a:pt x="1177263" y="418681"/>
                  </a:lnTo>
                  <a:lnTo>
                    <a:pt x="1180202" y="426824"/>
                  </a:lnTo>
                  <a:lnTo>
                    <a:pt x="1185788" y="433385"/>
                  </a:lnTo>
                  <a:lnTo>
                    <a:pt x="1192531" y="435636"/>
                  </a:lnTo>
                  <a:lnTo>
                    <a:pt x="1199274" y="435013"/>
                  </a:lnTo>
                  <a:lnTo>
                    <a:pt x="1204861" y="432954"/>
                  </a:lnTo>
                  <a:lnTo>
                    <a:pt x="1211026" y="427829"/>
                  </a:lnTo>
                  <a:lnTo>
                    <a:pt x="1214879" y="421842"/>
                  </a:lnTo>
                  <a:lnTo>
                    <a:pt x="1215265" y="415281"/>
                  </a:lnTo>
                  <a:lnTo>
                    <a:pt x="1211026" y="408431"/>
                  </a:lnTo>
                  <a:lnTo>
                    <a:pt x="1207944" y="402301"/>
                  </a:lnTo>
                  <a:lnTo>
                    <a:pt x="1204090" y="399237"/>
                  </a:lnTo>
                  <a:lnTo>
                    <a:pt x="1195613" y="397704"/>
                  </a:lnTo>
                  <a:close/>
                </a:path>
                <a:path w="2485390" h="1061084" extrusionOk="0">
                  <a:moveTo>
                    <a:pt x="1640261" y="392339"/>
                  </a:moveTo>
                  <a:lnTo>
                    <a:pt x="1636407" y="393106"/>
                  </a:lnTo>
                  <a:lnTo>
                    <a:pt x="1633325" y="396172"/>
                  </a:lnTo>
                  <a:lnTo>
                    <a:pt x="1627594" y="399141"/>
                  </a:lnTo>
                  <a:lnTo>
                    <a:pt x="1624463" y="403835"/>
                  </a:lnTo>
                  <a:lnTo>
                    <a:pt x="1624280" y="409150"/>
                  </a:lnTo>
                  <a:lnTo>
                    <a:pt x="1624222" y="410827"/>
                  </a:lnTo>
                  <a:lnTo>
                    <a:pt x="1627160" y="420693"/>
                  </a:lnTo>
                  <a:lnTo>
                    <a:pt x="1632747" y="427255"/>
                  </a:lnTo>
                  <a:lnTo>
                    <a:pt x="1639490" y="429505"/>
                  </a:lnTo>
                  <a:lnTo>
                    <a:pt x="1646233" y="428883"/>
                  </a:lnTo>
                  <a:lnTo>
                    <a:pt x="1651820" y="426824"/>
                  </a:lnTo>
                  <a:lnTo>
                    <a:pt x="1657985" y="421699"/>
                  </a:lnTo>
                  <a:lnTo>
                    <a:pt x="1661838" y="415712"/>
                  </a:lnTo>
                  <a:lnTo>
                    <a:pt x="1662125" y="410827"/>
                  </a:lnTo>
                  <a:lnTo>
                    <a:pt x="1662223" y="409150"/>
                  </a:lnTo>
                  <a:lnTo>
                    <a:pt x="1657985" y="402301"/>
                  </a:lnTo>
                  <a:lnTo>
                    <a:pt x="1653362" y="397704"/>
                  </a:lnTo>
                  <a:lnTo>
                    <a:pt x="1648738" y="394639"/>
                  </a:lnTo>
                  <a:lnTo>
                    <a:pt x="1640261" y="392339"/>
                  </a:lnTo>
                  <a:close/>
                </a:path>
                <a:path w="2485390" h="1061084" extrusionOk="0">
                  <a:moveTo>
                    <a:pt x="1985499" y="383145"/>
                  </a:moveTo>
                  <a:lnTo>
                    <a:pt x="1981644" y="383912"/>
                  </a:lnTo>
                  <a:lnTo>
                    <a:pt x="1978562" y="386976"/>
                  </a:lnTo>
                  <a:lnTo>
                    <a:pt x="1972831" y="391670"/>
                  </a:lnTo>
                  <a:lnTo>
                    <a:pt x="1969700" y="396938"/>
                  </a:lnTo>
                  <a:lnTo>
                    <a:pt x="1969571" y="400386"/>
                  </a:lnTo>
                  <a:lnTo>
                    <a:pt x="1969459" y="403356"/>
                  </a:lnTo>
                  <a:lnTo>
                    <a:pt x="1972397" y="411499"/>
                  </a:lnTo>
                  <a:lnTo>
                    <a:pt x="1977984" y="418060"/>
                  </a:lnTo>
                  <a:lnTo>
                    <a:pt x="1984727" y="420311"/>
                  </a:lnTo>
                  <a:lnTo>
                    <a:pt x="1991471" y="419688"/>
                  </a:lnTo>
                  <a:lnTo>
                    <a:pt x="1997058" y="417629"/>
                  </a:lnTo>
                  <a:lnTo>
                    <a:pt x="2001922" y="413797"/>
                  </a:lnTo>
                  <a:lnTo>
                    <a:pt x="2005920" y="407666"/>
                  </a:lnTo>
                  <a:lnTo>
                    <a:pt x="2007027" y="400386"/>
                  </a:lnTo>
                  <a:lnTo>
                    <a:pt x="2003223" y="393106"/>
                  </a:lnTo>
                  <a:lnTo>
                    <a:pt x="1998599" y="388509"/>
                  </a:lnTo>
                  <a:lnTo>
                    <a:pt x="1993976" y="385443"/>
                  </a:lnTo>
                  <a:lnTo>
                    <a:pt x="1985499" y="383145"/>
                  </a:lnTo>
                  <a:close/>
                </a:path>
                <a:path w="2485390" h="1061084" extrusionOk="0">
                  <a:moveTo>
                    <a:pt x="777169" y="383145"/>
                  </a:moveTo>
                  <a:lnTo>
                    <a:pt x="773314" y="383912"/>
                  </a:lnTo>
                  <a:lnTo>
                    <a:pt x="770232" y="386976"/>
                  </a:lnTo>
                  <a:lnTo>
                    <a:pt x="763200" y="390377"/>
                  </a:lnTo>
                  <a:lnTo>
                    <a:pt x="760214" y="395789"/>
                  </a:lnTo>
                  <a:lnTo>
                    <a:pt x="760696" y="402925"/>
                  </a:lnTo>
                  <a:lnTo>
                    <a:pt x="764067" y="411499"/>
                  </a:lnTo>
                  <a:lnTo>
                    <a:pt x="769654" y="418060"/>
                  </a:lnTo>
                  <a:lnTo>
                    <a:pt x="776397" y="420311"/>
                  </a:lnTo>
                  <a:lnTo>
                    <a:pt x="783140" y="419688"/>
                  </a:lnTo>
                  <a:lnTo>
                    <a:pt x="788728" y="417629"/>
                  </a:lnTo>
                  <a:lnTo>
                    <a:pt x="794893" y="412504"/>
                  </a:lnTo>
                  <a:lnTo>
                    <a:pt x="798745" y="406517"/>
                  </a:lnTo>
                  <a:lnTo>
                    <a:pt x="799131" y="399955"/>
                  </a:lnTo>
                  <a:lnTo>
                    <a:pt x="794893" y="393106"/>
                  </a:lnTo>
                  <a:lnTo>
                    <a:pt x="790269" y="388509"/>
                  </a:lnTo>
                  <a:lnTo>
                    <a:pt x="785646" y="385443"/>
                  </a:lnTo>
                  <a:lnTo>
                    <a:pt x="777169" y="383145"/>
                  </a:lnTo>
                  <a:close/>
                </a:path>
                <a:path w="2485390" h="1061084" extrusionOk="0">
                  <a:moveTo>
                    <a:pt x="2269086" y="355559"/>
                  </a:moveTo>
                  <a:lnTo>
                    <a:pt x="2265234" y="356326"/>
                  </a:lnTo>
                  <a:lnTo>
                    <a:pt x="2262150" y="359390"/>
                  </a:lnTo>
                  <a:lnTo>
                    <a:pt x="2256419" y="364084"/>
                  </a:lnTo>
                  <a:lnTo>
                    <a:pt x="2253288" y="369352"/>
                  </a:lnTo>
                  <a:lnTo>
                    <a:pt x="2253047" y="375770"/>
                  </a:lnTo>
                  <a:lnTo>
                    <a:pt x="2255986" y="383913"/>
                  </a:lnTo>
                  <a:lnTo>
                    <a:pt x="2261573" y="390474"/>
                  </a:lnTo>
                  <a:lnTo>
                    <a:pt x="2268316" y="392724"/>
                  </a:lnTo>
                  <a:lnTo>
                    <a:pt x="2275058" y="392102"/>
                  </a:lnTo>
                  <a:lnTo>
                    <a:pt x="2280645" y="390042"/>
                  </a:lnTo>
                  <a:lnTo>
                    <a:pt x="2286811" y="384918"/>
                  </a:lnTo>
                  <a:lnTo>
                    <a:pt x="2290664" y="378931"/>
                  </a:lnTo>
                  <a:lnTo>
                    <a:pt x="2291049" y="372369"/>
                  </a:lnTo>
                  <a:lnTo>
                    <a:pt x="2286810" y="365521"/>
                  </a:lnTo>
                  <a:lnTo>
                    <a:pt x="2282187" y="360923"/>
                  </a:lnTo>
                  <a:lnTo>
                    <a:pt x="2277563" y="357858"/>
                  </a:lnTo>
                  <a:lnTo>
                    <a:pt x="2269086" y="355559"/>
                  </a:lnTo>
                  <a:close/>
                </a:path>
                <a:path w="2485390" h="1061084" extrusionOk="0">
                  <a:moveTo>
                    <a:pt x="2108797" y="355559"/>
                  </a:moveTo>
                  <a:lnTo>
                    <a:pt x="2104943" y="356326"/>
                  </a:lnTo>
                  <a:lnTo>
                    <a:pt x="2101861" y="359390"/>
                  </a:lnTo>
                  <a:lnTo>
                    <a:pt x="2096129" y="364084"/>
                  </a:lnTo>
                  <a:lnTo>
                    <a:pt x="2092998" y="369352"/>
                  </a:lnTo>
                  <a:lnTo>
                    <a:pt x="2092869" y="372800"/>
                  </a:lnTo>
                  <a:lnTo>
                    <a:pt x="2092757" y="375770"/>
                  </a:lnTo>
                  <a:lnTo>
                    <a:pt x="2095695" y="383913"/>
                  </a:lnTo>
                  <a:lnTo>
                    <a:pt x="2101283" y="390474"/>
                  </a:lnTo>
                  <a:lnTo>
                    <a:pt x="2108026" y="392724"/>
                  </a:lnTo>
                  <a:lnTo>
                    <a:pt x="2114769" y="392102"/>
                  </a:lnTo>
                  <a:lnTo>
                    <a:pt x="2120356" y="390042"/>
                  </a:lnTo>
                  <a:lnTo>
                    <a:pt x="2125220" y="386211"/>
                  </a:lnTo>
                  <a:lnTo>
                    <a:pt x="2129218" y="380080"/>
                  </a:lnTo>
                  <a:lnTo>
                    <a:pt x="2130326" y="372800"/>
                  </a:lnTo>
                  <a:lnTo>
                    <a:pt x="2126521" y="365521"/>
                  </a:lnTo>
                  <a:lnTo>
                    <a:pt x="2121898" y="360923"/>
                  </a:lnTo>
                  <a:lnTo>
                    <a:pt x="2117274" y="357858"/>
                  </a:lnTo>
                  <a:lnTo>
                    <a:pt x="2108797" y="355559"/>
                  </a:lnTo>
                  <a:close/>
                </a:path>
                <a:path w="2485390" h="1061084" extrusionOk="0">
                  <a:moveTo>
                    <a:pt x="1091580" y="340232"/>
                  </a:moveTo>
                  <a:lnTo>
                    <a:pt x="1087727" y="340998"/>
                  </a:lnTo>
                  <a:lnTo>
                    <a:pt x="1084644" y="344064"/>
                  </a:lnTo>
                  <a:lnTo>
                    <a:pt x="1078913" y="348758"/>
                  </a:lnTo>
                  <a:lnTo>
                    <a:pt x="1075783" y="354026"/>
                  </a:lnTo>
                  <a:lnTo>
                    <a:pt x="1075653" y="357474"/>
                  </a:lnTo>
                  <a:lnTo>
                    <a:pt x="1075542" y="360443"/>
                  </a:lnTo>
                  <a:lnTo>
                    <a:pt x="1078480" y="368585"/>
                  </a:lnTo>
                  <a:lnTo>
                    <a:pt x="1084067" y="375147"/>
                  </a:lnTo>
                  <a:lnTo>
                    <a:pt x="1090810" y="377398"/>
                  </a:lnTo>
                  <a:lnTo>
                    <a:pt x="1097553" y="376775"/>
                  </a:lnTo>
                  <a:lnTo>
                    <a:pt x="1103139" y="374716"/>
                  </a:lnTo>
                  <a:lnTo>
                    <a:pt x="1108004" y="370884"/>
                  </a:lnTo>
                  <a:lnTo>
                    <a:pt x="1112002" y="364754"/>
                  </a:lnTo>
                  <a:lnTo>
                    <a:pt x="1113110" y="357474"/>
                  </a:lnTo>
                  <a:lnTo>
                    <a:pt x="1109305" y="350194"/>
                  </a:lnTo>
                  <a:lnTo>
                    <a:pt x="1104681" y="345597"/>
                  </a:lnTo>
                  <a:lnTo>
                    <a:pt x="1100057" y="342531"/>
                  </a:lnTo>
                  <a:lnTo>
                    <a:pt x="1091580" y="340232"/>
                  </a:lnTo>
                  <a:close/>
                </a:path>
                <a:path w="2485390" h="1061084" extrusionOk="0">
                  <a:moveTo>
                    <a:pt x="1809798" y="334102"/>
                  </a:moveTo>
                  <a:lnTo>
                    <a:pt x="1805945" y="334869"/>
                  </a:lnTo>
                  <a:lnTo>
                    <a:pt x="1802861" y="337934"/>
                  </a:lnTo>
                  <a:lnTo>
                    <a:pt x="1797130" y="342627"/>
                  </a:lnTo>
                  <a:lnTo>
                    <a:pt x="1794000" y="347896"/>
                  </a:lnTo>
                  <a:lnTo>
                    <a:pt x="1793870" y="351344"/>
                  </a:lnTo>
                  <a:lnTo>
                    <a:pt x="1793759" y="354313"/>
                  </a:lnTo>
                  <a:lnTo>
                    <a:pt x="1796697" y="362455"/>
                  </a:lnTo>
                  <a:lnTo>
                    <a:pt x="1802283" y="369016"/>
                  </a:lnTo>
                  <a:lnTo>
                    <a:pt x="1809027" y="371267"/>
                  </a:lnTo>
                  <a:lnTo>
                    <a:pt x="1815770" y="370645"/>
                  </a:lnTo>
                  <a:lnTo>
                    <a:pt x="1821357" y="368585"/>
                  </a:lnTo>
                  <a:lnTo>
                    <a:pt x="1826222" y="364754"/>
                  </a:lnTo>
                  <a:lnTo>
                    <a:pt x="1830219" y="358624"/>
                  </a:lnTo>
                  <a:lnTo>
                    <a:pt x="1831327" y="351344"/>
                  </a:lnTo>
                  <a:lnTo>
                    <a:pt x="1827522" y="344064"/>
                  </a:lnTo>
                  <a:lnTo>
                    <a:pt x="1822898" y="339467"/>
                  </a:lnTo>
                  <a:lnTo>
                    <a:pt x="1818274" y="336401"/>
                  </a:lnTo>
                  <a:lnTo>
                    <a:pt x="1809798" y="334102"/>
                  </a:lnTo>
                  <a:close/>
                </a:path>
                <a:path w="2485390" h="1061084" extrusionOk="0">
                  <a:moveTo>
                    <a:pt x="1902270" y="331036"/>
                  </a:moveTo>
                  <a:lnTo>
                    <a:pt x="1898417" y="331804"/>
                  </a:lnTo>
                  <a:lnTo>
                    <a:pt x="1895335" y="334869"/>
                  </a:lnTo>
                  <a:lnTo>
                    <a:pt x="1889604" y="338269"/>
                  </a:lnTo>
                  <a:lnTo>
                    <a:pt x="1886473" y="343681"/>
                  </a:lnTo>
                  <a:lnTo>
                    <a:pt x="1886333" y="347847"/>
                  </a:lnTo>
                  <a:lnTo>
                    <a:pt x="1886233" y="350817"/>
                  </a:lnTo>
                  <a:lnTo>
                    <a:pt x="1889170" y="359390"/>
                  </a:lnTo>
                  <a:lnTo>
                    <a:pt x="1894757" y="365952"/>
                  </a:lnTo>
                  <a:lnTo>
                    <a:pt x="1901500" y="368203"/>
                  </a:lnTo>
                  <a:lnTo>
                    <a:pt x="1908243" y="367580"/>
                  </a:lnTo>
                  <a:lnTo>
                    <a:pt x="1913830" y="365521"/>
                  </a:lnTo>
                  <a:lnTo>
                    <a:pt x="1919995" y="360396"/>
                  </a:lnTo>
                  <a:lnTo>
                    <a:pt x="1923848" y="354409"/>
                  </a:lnTo>
                  <a:lnTo>
                    <a:pt x="1924234" y="347847"/>
                  </a:lnTo>
                  <a:lnTo>
                    <a:pt x="1919996" y="340998"/>
                  </a:lnTo>
                  <a:lnTo>
                    <a:pt x="1915372" y="336401"/>
                  </a:lnTo>
                  <a:lnTo>
                    <a:pt x="1910748" y="333336"/>
                  </a:lnTo>
                  <a:lnTo>
                    <a:pt x="1902270" y="331036"/>
                  </a:lnTo>
                  <a:close/>
                </a:path>
                <a:path w="2485390" h="1061084" extrusionOk="0">
                  <a:moveTo>
                    <a:pt x="1279611" y="327972"/>
                  </a:moveTo>
                  <a:lnTo>
                    <a:pt x="1275758" y="328739"/>
                  </a:lnTo>
                  <a:lnTo>
                    <a:pt x="1272676" y="331804"/>
                  </a:lnTo>
                  <a:lnTo>
                    <a:pt x="1266944" y="334773"/>
                  </a:lnTo>
                  <a:lnTo>
                    <a:pt x="1263814" y="339467"/>
                  </a:lnTo>
                  <a:lnTo>
                    <a:pt x="1263616" y="345213"/>
                  </a:lnTo>
                  <a:lnTo>
                    <a:pt x="1263573" y="346459"/>
                  </a:lnTo>
                  <a:lnTo>
                    <a:pt x="1266511" y="356326"/>
                  </a:lnTo>
                  <a:lnTo>
                    <a:pt x="1272098" y="362887"/>
                  </a:lnTo>
                  <a:lnTo>
                    <a:pt x="1278841" y="365137"/>
                  </a:lnTo>
                  <a:lnTo>
                    <a:pt x="1285584" y="364515"/>
                  </a:lnTo>
                  <a:lnTo>
                    <a:pt x="1291171" y="362455"/>
                  </a:lnTo>
                  <a:lnTo>
                    <a:pt x="1296036" y="358624"/>
                  </a:lnTo>
                  <a:lnTo>
                    <a:pt x="1300033" y="352493"/>
                  </a:lnTo>
                  <a:lnTo>
                    <a:pt x="1301141" y="345213"/>
                  </a:lnTo>
                  <a:lnTo>
                    <a:pt x="1297336" y="337934"/>
                  </a:lnTo>
                  <a:lnTo>
                    <a:pt x="1292712" y="333336"/>
                  </a:lnTo>
                  <a:lnTo>
                    <a:pt x="1288088" y="330271"/>
                  </a:lnTo>
                  <a:lnTo>
                    <a:pt x="1279611" y="327972"/>
                  </a:lnTo>
                  <a:close/>
                </a:path>
                <a:path w="2485390" h="1061084" extrusionOk="0">
                  <a:moveTo>
                    <a:pt x="872725" y="321842"/>
                  </a:moveTo>
                  <a:lnTo>
                    <a:pt x="868871" y="322609"/>
                  </a:lnTo>
                  <a:lnTo>
                    <a:pt x="865789" y="325673"/>
                  </a:lnTo>
                  <a:lnTo>
                    <a:pt x="860058" y="329074"/>
                  </a:lnTo>
                  <a:lnTo>
                    <a:pt x="856928" y="334486"/>
                  </a:lnTo>
                  <a:lnTo>
                    <a:pt x="856772" y="339083"/>
                  </a:lnTo>
                  <a:lnTo>
                    <a:pt x="856687" y="341622"/>
                  </a:lnTo>
                  <a:lnTo>
                    <a:pt x="859625" y="350196"/>
                  </a:lnTo>
                  <a:lnTo>
                    <a:pt x="865211" y="356756"/>
                  </a:lnTo>
                  <a:lnTo>
                    <a:pt x="871954" y="359007"/>
                  </a:lnTo>
                  <a:lnTo>
                    <a:pt x="878697" y="358385"/>
                  </a:lnTo>
                  <a:lnTo>
                    <a:pt x="884284" y="356326"/>
                  </a:lnTo>
                  <a:lnTo>
                    <a:pt x="889149" y="352494"/>
                  </a:lnTo>
                  <a:lnTo>
                    <a:pt x="893147" y="346363"/>
                  </a:lnTo>
                  <a:lnTo>
                    <a:pt x="894255" y="339083"/>
                  </a:lnTo>
                  <a:lnTo>
                    <a:pt x="890450" y="331804"/>
                  </a:lnTo>
                  <a:lnTo>
                    <a:pt x="885826" y="327206"/>
                  </a:lnTo>
                  <a:lnTo>
                    <a:pt x="881202" y="324140"/>
                  </a:lnTo>
                  <a:lnTo>
                    <a:pt x="872725" y="321842"/>
                  </a:lnTo>
                  <a:close/>
                </a:path>
                <a:path w="2485390" h="1061084" extrusionOk="0">
                  <a:moveTo>
                    <a:pt x="1476890" y="318776"/>
                  </a:moveTo>
                  <a:lnTo>
                    <a:pt x="1473037" y="319543"/>
                  </a:lnTo>
                  <a:lnTo>
                    <a:pt x="1469954" y="322609"/>
                  </a:lnTo>
                  <a:lnTo>
                    <a:pt x="1464222" y="325578"/>
                  </a:lnTo>
                  <a:lnTo>
                    <a:pt x="1461092" y="330271"/>
                  </a:lnTo>
                  <a:lnTo>
                    <a:pt x="1460909" y="335587"/>
                  </a:lnTo>
                  <a:lnTo>
                    <a:pt x="1460851" y="337264"/>
                  </a:lnTo>
                  <a:lnTo>
                    <a:pt x="1463789" y="347130"/>
                  </a:lnTo>
                  <a:lnTo>
                    <a:pt x="1469376" y="353691"/>
                  </a:lnTo>
                  <a:lnTo>
                    <a:pt x="1476119" y="355942"/>
                  </a:lnTo>
                  <a:lnTo>
                    <a:pt x="1482863" y="355320"/>
                  </a:lnTo>
                  <a:lnTo>
                    <a:pt x="1488450" y="353260"/>
                  </a:lnTo>
                  <a:lnTo>
                    <a:pt x="1494614" y="348136"/>
                  </a:lnTo>
                  <a:lnTo>
                    <a:pt x="1498467" y="342149"/>
                  </a:lnTo>
                  <a:lnTo>
                    <a:pt x="1498754" y="337264"/>
                  </a:lnTo>
                  <a:lnTo>
                    <a:pt x="1498853" y="335587"/>
                  </a:lnTo>
                  <a:lnTo>
                    <a:pt x="1494614" y="328739"/>
                  </a:lnTo>
                  <a:lnTo>
                    <a:pt x="1489990" y="324140"/>
                  </a:lnTo>
                  <a:lnTo>
                    <a:pt x="1485367" y="321076"/>
                  </a:lnTo>
                  <a:lnTo>
                    <a:pt x="1476890" y="318776"/>
                  </a:lnTo>
                  <a:close/>
                </a:path>
                <a:path w="2485390" h="1061084" extrusionOk="0">
                  <a:moveTo>
                    <a:pt x="1723487" y="312647"/>
                  </a:moveTo>
                  <a:lnTo>
                    <a:pt x="1719634" y="313413"/>
                  </a:lnTo>
                  <a:lnTo>
                    <a:pt x="1716552" y="316478"/>
                  </a:lnTo>
                  <a:lnTo>
                    <a:pt x="1710821" y="319447"/>
                  </a:lnTo>
                  <a:lnTo>
                    <a:pt x="1707690" y="324141"/>
                  </a:lnTo>
                  <a:lnTo>
                    <a:pt x="1707492" y="329888"/>
                  </a:lnTo>
                  <a:lnTo>
                    <a:pt x="1707450" y="331133"/>
                  </a:lnTo>
                  <a:lnTo>
                    <a:pt x="1710387" y="341000"/>
                  </a:lnTo>
                  <a:lnTo>
                    <a:pt x="1715974" y="347561"/>
                  </a:lnTo>
                  <a:lnTo>
                    <a:pt x="1722717" y="349812"/>
                  </a:lnTo>
                  <a:lnTo>
                    <a:pt x="1729460" y="349190"/>
                  </a:lnTo>
                  <a:lnTo>
                    <a:pt x="1735047" y="347130"/>
                  </a:lnTo>
                  <a:lnTo>
                    <a:pt x="1739912" y="343299"/>
                  </a:lnTo>
                  <a:lnTo>
                    <a:pt x="1743910" y="337168"/>
                  </a:lnTo>
                  <a:lnTo>
                    <a:pt x="1745017" y="329888"/>
                  </a:lnTo>
                  <a:lnTo>
                    <a:pt x="1741213" y="322609"/>
                  </a:lnTo>
                  <a:lnTo>
                    <a:pt x="1736589" y="318010"/>
                  </a:lnTo>
                  <a:lnTo>
                    <a:pt x="1731965" y="314946"/>
                  </a:lnTo>
                  <a:lnTo>
                    <a:pt x="1723487" y="312647"/>
                  </a:lnTo>
                  <a:close/>
                </a:path>
                <a:path w="2485390" h="1061084" extrusionOk="0">
                  <a:moveTo>
                    <a:pt x="1596336" y="299620"/>
                  </a:moveTo>
                  <a:lnTo>
                    <a:pt x="1591712" y="301152"/>
                  </a:lnTo>
                  <a:lnTo>
                    <a:pt x="1587088" y="304218"/>
                  </a:lnTo>
                  <a:lnTo>
                    <a:pt x="1583139" y="307618"/>
                  </a:lnTo>
                  <a:lnTo>
                    <a:pt x="1580924" y="313030"/>
                  </a:lnTo>
                  <a:lnTo>
                    <a:pt x="1581020" y="320166"/>
                  </a:lnTo>
                  <a:lnTo>
                    <a:pt x="1584006" y="328739"/>
                  </a:lnTo>
                  <a:lnTo>
                    <a:pt x="1589593" y="335300"/>
                  </a:lnTo>
                  <a:lnTo>
                    <a:pt x="1596336" y="337552"/>
                  </a:lnTo>
                  <a:lnTo>
                    <a:pt x="1603079" y="336929"/>
                  </a:lnTo>
                  <a:lnTo>
                    <a:pt x="1608667" y="334869"/>
                  </a:lnTo>
                  <a:lnTo>
                    <a:pt x="1614831" y="329745"/>
                  </a:lnTo>
                  <a:lnTo>
                    <a:pt x="1618684" y="323758"/>
                  </a:lnTo>
                  <a:lnTo>
                    <a:pt x="1619069" y="317197"/>
                  </a:lnTo>
                  <a:lnTo>
                    <a:pt x="1614831" y="310348"/>
                  </a:lnTo>
                  <a:lnTo>
                    <a:pt x="1610207" y="304218"/>
                  </a:lnTo>
                  <a:lnTo>
                    <a:pt x="1605583" y="301152"/>
                  </a:lnTo>
                  <a:lnTo>
                    <a:pt x="1596336" y="299620"/>
                  </a:lnTo>
                  <a:close/>
                </a:path>
                <a:path w="2485390" h="1061084" extrusionOk="0">
                  <a:moveTo>
                    <a:pt x="965200" y="297319"/>
                  </a:moveTo>
                  <a:lnTo>
                    <a:pt x="961346" y="298086"/>
                  </a:lnTo>
                  <a:lnTo>
                    <a:pt x="958263" y="301152"/>
                  </a:lnTo>
                  <a:lnTo>
                    <a:pt x="952532" y="305845"/>
                  </a:lnTo>
                  <a:lnTo>
                    <a:pt x="949401" y="311113"/>
                  </a:lnTo>
                  <a:lnTo>
                    <a:pt x="949160" y="317531"/>
                  </a:lnTo>
                  <a:lnTo>
                    <a:pt x="952098" y="325673"/>
                  </a:lnTo>
                  <a:lnTo>
                    <a:pt x="957685" y="332235"/>
                  </a:lnTo>
                  <a:lnTo>
                    <a:pt x="964429" y="334486"/>
                  </a:lnTo>
                  <a:lnTo>
                    <a:pt x="971172" y="333863"/>
                  </a:lnTo>
                  <a:lnTo>
                    <a:pt x="976759" y="331804"/>
                  </a:lnTo>
                  <a:lnTo>
                    <a:pt x="982924" y="326679"/>
                  </a:lnTo>
                  <a:lnTo>
                    <a:pt x="986777" y="320692"/>
                  </a:lnTo>
                  <a:lnTo>
                    <a:pt x="987162" y="314131"/>
                  </a:lnTo>
                  <a:lnTo>
                    <a:pt x="982924" y="307282"/>
                  </a:lnTo>
                  <a:lnTo>
                    <a:pt x="978300" y="302684"/>
                  </a:lnTo>
                  <a:lnTo>
                    <a:pt x="973677" y="299619"/>
                  </a:lnTo>
                  <a:lnTo>
                    <a:pt x="965200" y="297319"/>
                  </a:lnTo>
                  <a:close/>
                </a:path>
                <a:path w="2485390" h="1061084" extrusionOk="0">
                  <a:moveTo>
                    <a:pt x="1381333" y="285060"/>
                  </a:moveTo>
                  <a:lnTo>
                    <a:pt x="1377480" y="285826"/>
                  </a:lnTo>
                  <a:lnTo>
                    <a:pt x="1374397" y="288891"/>
                  </a:lnTo>
                  <a:lnTo>
                    <a:pt x="1368666" y="293585"/>
                  </a:lnTo>
                  <a:lnTo>
                    <a:pt x="1365535" y="298853"/>
                  </a:lnTo>
                  <a:lnTo>
                    <a:pt x="1365295" y="305271"/>
                  </a:lnTo>
                  <a:lnTo>
                    <a:pt x="1368233" y="313413"/>
                  </a:lnTo>
                  <a:lnTo>
                    <a:pt x="1373820" y="319974"/>
                  </a:lnTo>
                  <a:lnTo>
                    <a:pt x="1380563" y="322225"/>
                  </a:lnTo>
                  <a:lnTo>
                    <a:pt x="1387306" y="321603"/>
                  </a:lnTo>
                  <a:lnTo>
                    <a:pt x="1392892" y="319543"/>
                  </a:lnTo>
                  <a:lnTo>
                    <a:pt x="1399058" y="314418"/>
                  </a:lnTo>
                  <a:lnTo>
                    <a:pt x="1402911" y="308432"/>
                  </a:lnTo>
                  <a:lnTo>
                    <a:pt x="1403296" y="301870"/>
                  </a:lnTo>
                  <a:lnTo>
                    <a:pt x="1399057" y="295022"/>
                  </a:lnTo>
                  <a:lnTo>
                    <a:pt x="1394434" y="290424"/>
                  </a:lnTo>
                  <a:lnTo>
                    <a:pt x="1389810" y="287359"/>
                  </a:lnTo>
                  <a:lnTo>
                    <a:pt x="1381333" y="285060"/>
                  </a:lnTo>
                  <a:close/>
                </a:path>
                <a:path w="2485390" h="1061084" extrusionOk="0">
                  <a:moveTo>
                    <a:pt x="2003992" y="269734"/>
                  </a:moveTo>
                  <a:lnTo>
                    <a:pt x="2000139" y="270501"/>
                  </a:lnTo>
                  <a:lnTo>
                    <a:pt x="1997057" y="273565"/>
                  </a:lnTo>
                  <a:lnTo>
                    <a:pt x="1991326" y="276535"/>
                  </a:lnTo>
                  <a:lnTo>
                    <a:pt x="1988195" y="281229"/>
                  </a:lnTo>
                  <a:lnTo>
                    <a:pt x="1988012" y="286545"/>
                  </a:lnTo>
                  <a:lnTo>
                    <a:pt x="1987954" y="288221"/>
                  </a:lnTo>
                  <a:lnTo>
                    <a:pt x="1990892" y="298088"/>
                  </a:lnTo>
                  <a:lnTo>
                    <a:pt x="1996479" y="304649"/>
                  </a:lnTo>
                  <a:lnTo>
                    <a:pt x="2003222" y="306900"/>
                  </a:lnTo>
                  <a:lnTo>
                    <a:pt x="2009965" y="306277"/>
                  </a:lnTo>
                  <a:lnTo>
                    <a:pt x="2025955" y="286545"/>
                  </a:lnTo>
                  <a:lnTo>
                    <a:pt x="2021716" y="279695"/>
                  </a:lnTo>
                  <a:lnTo>
                    <a:pt x="2017094" y="275098"/>
                  </a:lnTo>
                  <a:lnTo>
                    <a:pt x="2012470" y="272033"/>
                  </a:lnTo>
                  <a:lnTo>
                    <a:pt x="2003992" y="269734"/>
                  </a:lnTo>
                  <a:close/>
                </a:path>
                <a:path w="2485390" h="1061084" extrusionOk="0">
                  <a:moveTo>
                    <a:pt x="1186366" y="268968"/>
                  </a:moveTo>
                  <a:lnTo>
                    <a:pt x="1181742" y="270501"/>
                  </a:lnTo>
                  <a:lnTo>
                    <a:pt x="1177118" y="273565"/>
                  </a:lnTo>
                  <a:lnTo>
                    <a:pt x="1173169" y="276966"/>
                  </a:lnTo>
                  <a:lnTo>
                    <a:pt x="1170954" y="282378"/>
                  </a:lnTo>
                  <a:lnTo>
                    <a:pt x="1171050" y="289514"/>
                  </a:lnTo>
                  <a:lnTo>
                    <a:pt x="1174036" y="298088"/>
                  </a:lnTo>
                  <a:lnTo>
                    <a:pt x="1179623" y="304649"/>
                  </a:lnTo>
                  <a:lnTo>
                    <a:pt x="1186366" y="306900"/>
                  </a:lnTo>
                  <a:lnTo>
                    <a:pt x="1193109" y="306277"/>
                  </a:lnTo>
                  <a:lnTo>
                    <a:pt x="1198695" y="304218"/>
                  </a:lnTo>
                  <a:lnTo>
                    <a:pt x="1204861" y="299093"/>
                  </a:lnTo>
                  <a:lnTo>
                    <a:pt x="1208714" y="293106"/>
                  </a:lnTo>
                  <a:lnTo>
                    <a:pt x="1209099" y="286545"/>
                  </a:lnTo>
                  <a:lnTo>
                    <a:pt x="1204861" y="279695"/>
                  </a:lnTo>
                  <a:lnTo>
                    <a:pt x="1200237" y="273565"/>
                  </a:lnTo>
                  <a:lnTo>
                    <a:pt x="1195613" y="270501"/>
                  </a:lnTo>
                  <a:lnTo>
                    <a:pt x="1186366" y="268968"/>
                  </a:lnTo>
                  <a:close/>
                </a:path>
                <a:path w="2485390" h="1061084" extrusionOk="0">
                  <a:moveTo>
                    <a:pt x="2195106" y="248277"/>
                  </a:moveTo>
                  <a:lnTo>
                    <a:pt x="2191253" y="249044"/>
                  </a:lnTo>
                  <a:lnTo>
                    <a:pt x="2188170" y="252108"/>
                  </a:lnTo>
                  <a:lnTo>
                    <a:pt x="2182439" y="255078"/>
                  </a:lnTo>
                  <a:lnTo>
                    <a:pt x="2179309" y="259772"/>
                  </a:lnTo>
                  <a:lnTo>
                    <a:pt x="2179126" y="265088"/>
                  </a:lnTo>
                  <a:lnTo>
                    <a:pt x="2179068" y="266765"/>
                  </a:lnTo>
                  <a:lnTo>
                    <a:pt x="2182006" y="276631"/>
                  </a:lnTo>
                  <a:lnTo>
                    <a:pt x="2187592" y="283192"/>
                  </a:lnTo>
                  <a:lnTo>
                    <a:pt x="2194335" y="285443"/>
                  </a:lnTo>
                  <a:lnTo>
                    <a:pt x="2201078" y="284820"/>
                  </a:lnTo>
                  <a:lnTo>
                    <a:pt x="2206665" y="282761"/>
                  </a:lnTo>
                  <a:lnTo>
                    <a:pt x="2212831" y="277637"/>
                  </a:lnTo>
                  <a:lnTo>
                    <a:pt x="2216684" y="271650"/>
                  </a:lnTo>
                  <a:lnTo>
                    <a:pt x="2216971" y="266765"/>
                  </a:lnTo>
                  <a:lnTo>
                    <a:pt x="2217069" y="265088"/>
                  </a:lnTo>
                  <a:lnTo>
                    <a:pt x="2212831" y="258239"/>
                  </a:lnTo>
                  <a:lnTo>
                    <a:pt x="2208207" y="253641"/>
                  </a:lnTo>
                  <a:lnTo>
                    <a:pt x="2203583" y="250577"/>
                  </a:lnTo>
                  <a:lnTo>
                    <a:pt x="2195106" y="248277"/>
                  </a:lnTo>
                  <a:close/>
                </a:path>
                <a:path w="2485390" h="1061084" extrusionOk="0">
                  <a:moveTo>
                    <a:pt x="2099550" y="242147"/>
                  </a:moveTo>
                  <a:lnTo>
                    <a:pt x="2095696" y="242914"/>
                  </a:lnTo>
                  <a:lnTo>
                    <a:pt x="2092613" y="245979"/>
                  </a:lnTo>
                  <a:lnTo>
                    <a:pt x="2086882" y="248948"/>
                  </a:lnTo>
                  <a:lnTo>
                    <a:pt x="2083751" y="253642"/>
                  </a:lnTo>
                  <a:lnTo>
                    <a:pt x="2083568" y="258958"/>
                  </a:lnTo>
                  <a:lnTo>
                    <a:pt x="2083511" y="260634"/>
                  </a:lnTo>
                  <a:lnTo>
                    <a:pt x="2086448" y="270501"/>
                  </a:lnTo>
                  <a:lnTo>
                    <a:pt x="2092035" y="277062"/>
                  </a:lnTo>
                  <a:lnTo>
                    <a:pt x="2098779" y="279313"/>
                  </a:lnTo>
                  <a:lnTo>
                    <a:pt x="2105522" y="278690"/>
                  </a:lnTo>
                  <a:lnTo>
                    <a:pt x="2111109" y="276631"/>
                  </a:lnTo>
                  <a:lnTo>
                    <a:pt x="2117274" y="271506"/>
                  </a:lnTo>
                  <a:lnTo>
                    <a:pt x="2121127" y="265519"/>
                  </a:lnTo>
                  <a:lnTo>
                    <a:pt x="2121413" y="260634"/>
                  </a:lnTo>
                  <a:lnTo>
                    <a:pt x="2121512" y="258958"/>
                  </a:lnTo>
                  <a:lnTo>
                    <a:pt x="2117274" y="252108"/>
                  </a:lnTo>
                  <a:lnTo>
                    <a:pt x="2112650" y="247511"/>
                  </a:lnTo>
                  <a:lnTo>
                    <a:pt x="2108027" y="244447"/>
                  </a:lnTo>
                  <a:lnTo>
                    <a:pt x="2099550" y="242147"/>
                  </a:lnTo>
                  <a:close/>
                </a:path>
                <a:path w="2485390" h="1061084" extrusionOk="0">
                  <a:moveTo>
                    <a:pt x="1523127" y="223757"/>
                  </a:moveTo>
                  <a:lnTo>
                    <a:pt x="1519274" y="224523"/>
                  </a:lnTo>
                  <a:lnTo>
                    <a:pt x="1516192" y="227589"/>
                  </a:lnTo>
                  <a:lnTo>
                    <a:pt x="1510460" y="230558"/>
                  </a:lnTo>
                  <a:lnTo>
                    <a:pt x="1507329" y="235251"/>
                  </a:lnTo>
                  <a:lnTo>
                    <a:pt x="1507146" y="240567"/>
                  </a:lnTo>
                  <a:lnTo>
                    <a:pt x="1507088" y="242243"/>
                  </a:lnTo>
                  <a:lnTo>
                    <a:pt x="1510026" y="252110"/>
                  </a:lnTo>
                  <a:lnTo>
                    <a:pt x="1515613" y="258671"/>
                  </a:lnTo>
                  <a:lnTo>
                    <a:pt x="1522357" y="260922"/>
                  </a:lnTo>
                  <a:lnTo>
                    <a:pt x="1529100" y="260300"/>
                  </a:lnTo>
                  <a:lnTo>
                    <a:pt x="1534687" y="258240"/>
                  </a:lnTo>
                  <a:lnTo>
                    <a:pt x="1540851" y="253115"/>
                  </a:lnTo>
                  <a:lnTo>
                    <a:pt x="1544704" y="247129"/>
                  </a:lnTo>
                  <a:lnTo>
                    <a:pt x="1544991" y="242243"/>
                  </a:lnTo>
                  <a:lnTo>
                    <a:pt x="1545089" y="240567"/>
                  </a:lnTo>
                  <a:lnTo>
                    <a:pt x="1540851" y="233719"/>
                  </a:lnTo>
                  <a:lnTo>
                    <a:pt x="1536228" y="229120"/>
                  </a:lnTo>
                  <a:lnTo>
                    <a:pt x="1531604" y="226056"/>
                  </a:lnTo>
                  <a:lnTo>
                    <a:pt x="1523127" y="223757"/>
                  </a:lnTo>
                  <a:close/>
                </a:path>
                <a:path w="2485390" h="1061084" extrusionOk="0">
                  <a:moveTo>
                    <a:pt x="1017601" y="223757"/>
                  </a:moveTo>
                  <a:lnTo>
                    <a:pt x="1013748" y="224523"/>
                  </a:lnTo>
                  <a:lnTo>
                    <a:pt x="1010666" y="227589"/>
                  </a:lnTo>
                  <a:lnTo>
                    <a:pt x="1004934" y="232282"/>
                  </a:lnTo>
                  <a:lnTo>
                    <a:pt x="1001804" y="237550"/>
                  </a:lnTo>
                  <a:lnTo>
                    <a:pt x="1001674" y="240998"/>
                  </a:lnTo>
                  <a:lnTo>
                    <a:pt x="1001563" y="243968"/>
                  </a:lnTo>
                  <a:lnTo>
                    <a:pt x="1004501" y="252110"/>
                  </a:lnTo>
                  <a:lnTo>
                    <a:pt x="1010088" y="258671"/>
                  </a:lnTo>
                  <a:lnTo>
                    <a:pt x="1016831" y="260922"/>
                  </a:lnTo>
                  <a:lnTo>
                    <a:pt x="1023574" y="260300"/>
                  </a:lnTo>
                  <a:lnTo>
                    <a:pt x="1029161" y="258240"/>
                  </a:lnTo>
                  <a:lnTo>
                    <a:pt x="1034025" y="254409"/>
                  </a:lnTo>
                  <a:lnTo>
                    <a:pt x="1038023" y="248278"/>
                  </a:lnTo>
                  <a:lnTo>
                    <a:pt x="1039130" y="240998"/>
                  </a:lnTo>
                  <a:lnTo>
                    <a:pt x="1035325" y="233719"/>
                  </a:lnTo>
                  <a:lnTo>
                    <a:pt x="1030702" y="229120"/>
                  </a:lnTo>
                  <a:lnTo>
                    <a:pt x="1026078" y="226056"/>
                  </a:lnTo>
                  <a:lnTo>
                    <a:pt x="1017601" y="223757"/>
                  </a:lnTo>
                  <a:close/>
                </a:path>
                <a:path w="2485390" h="1061084" extrusionOk="0">
                  <a:moveTo>
                    <a:pt x="1313519" y="211496"/>
                  </a:moveTo>
                  <a:lnTo>
                    <a:pt x="1309666" y="212262"/>
                  </a:lnTo>
                  <a:lnTo>
                    <a:pt x="1306583" y="215328"/>
                  </a:lnTo>
                  <a:lnTo>
                    <a:pt x="1299552" y="218728"/>
                  </a:lnTo>
                  <a:lnTo>
                    <a:pt x="1296566" y="224140"/>
                  </a:lnTo>
                  <a:lnTo>
                    <a:pt x="1297047" y="231276"/>
                  </a:lnTo>
                  <a:lnTo>
                    <a:pt x="1300419" y="239849"/>
                  </a:lnTo>
                  <a:lnTo>
                    <a:pt x="1306005" y="246411"/>
                  </a:lnTo>
                  <a:lnTo>
                    <a:pt x="1312748" y="248662"/>
                  </a:lnTo>
                  <a:lnTo>
                    <a:pt x="1319491" y="248039"/>
                  </a:lnTo>
                  <a:lnTo>
                    <a:pt x="1325078" y="245979"/>
                  </a:lnTo>
                  <a:lnTo>
                    <a:pt x="1329943" y="242148"/>
                  </a:lnTo>
                  <a:lnTo>
                    <a:pt x="1333941" y="236018"/>
                  </a:lnTo>
                  <a:lnTo>
                    <a:pt x="1335049" y="228738"/>
                  </a:lnTo>
                  <a:lnTo>
                    <a:pt x="1331244" y="221458"/>
                  </a:lnTo>
                  <a:lnTo>
                    <a:pt x="1326620" y="216861"/>
                  </a:lnTo>
                  <a:lnTo>
                    <a:pt x="1321995" y="213795"/>
                  </a:lnTo>
                  <a:lnTo>
                    <a:pt x="1313519" y="211496"/>
                  </a:lnTo>
                  <a:close/>
                </a:path>
                <a:path w="2485390" h="1061084" extrusionOk="0">
                  <a:moveTo>
                    <a:pt x="1904583" y="208431"/>
                  </a:moveTo>
                  <a:lnTo>
                    <a:pt x="1899960" y="209198"/>
                  </a:lnTo>
                  <a:lnTo>
                    <a:pt x="1895336" y="212262"/>
                  </a:lnTo>
                  <a:lnTo>
                    <a:pt x="1891387" y="217004"/>
                  </a:lnTo>
                  <a:lnTo>
                    <a:pt x="1889172" y="222607"/>
                  </a:lnTo>
                  <a:lnTo>
                    <a:pt x="1889268" y="229935"/>
                  </a:lnTo>
                  <a:lnTo>
                    <a:pt x="1892254" y="239849"/>
                  </a:lnTo>
                  <a:lnTo>
                    <a:pt x="1897841" y="246411"/>
                  </a:lnTo>
                  <a:lnTo>
                    <a:pt x="1904583" y="248662"/>
                  </a:lnTo>
                  <a:lnTo>
                    <a:pt x="1911326" y="248039"/>
                  </a:lnTo>
                  <a:lnTo>
                    <a:pt x="1916913" y="245979"/>
                  </a:lnTo>
                  <a:lnTo>
                    <a:pt x="1923079" y="240855"/>
                  </a:lnTo>
                  <a:lnTo>
                    <a:pt x="1926932" y="234868"/>
                  </a:lnTo>
                  <a:lnTo>
                    <a:pt x="1927221" y="229935"/>
                  </a:lnTo>
                  <a:lnTo>
                    <a:pt x="1927317" y="228307"/>
                  </a:lnTo>
                  <a:lnTo>
                    <a:pt x="1923078" y="221458"/>
                  </a:lnTo>
                  <a:lnTo>
                    <a:pt x="1918455" y="215328"/>
                  </a:lnTo>
                  <a:lnTo>
                    <a:pt x="1913831" y="211496"/>
                  </a:lnTo>
                  <a:lnTo>
                    <a:pt x="1904583" y="208431"/>
                  </a:lnTo>
                  <a:close/>
                </a:path>
                <a:path w="2485390" h="1061084" extrusionOk="0">
                  <a:moveTo>
                    <a:pt x="1677251" y="208431"/>
                  </a:moveTo>
                  <a:lnTo>
                    <a:pt x="1673397" y="209198"/>
                  </a:lnTo>
                  <a:lnTo>
                    <a:pt x="1670315" y="212262"/>
                  </a:lnTo>
                  <a:lnTo>
                    <a:pt x="1662801" y="216956"/>
                  </a:lnTo>
                  <a:lnTo>
                    <a:pt x="1658756" y="222224"/>
                  </a:lnTo>
                  <a:lnTo>
                    <a:pt x="1658178" y="228642"/>
                  </a:lnTo>
                  <a:lnTo>
                    <a:pt x="1661068" y="236785"/>
                  </a:lnTo>
                  <a:lnTo>
                    <a:pt x="1666703" y="245070"/>
                  </a:lnTo>
                  <a:lnTo>
                    <a:pt x="1673783" y="247896"/>
                  </a:lnTo>
                  <a:lnTo>
                    <a:pt x="1681441" y="246698"/>
                  </a:lnTo>
                  <a:lnTo>
                    <a:pt x="1688810" y="242915"/>
                  </a:lnTo>
                  <a:lnTo>
                    <a:pt x="1694975" y="237790"/>
                  </a:lnTo>
                  <a:lnTo>
                    <a:pt x="1698828" y="231803"/>
                  </a:lnTo>
                  <a:lnTo>
                    <a:pt x="1699214" y="225242"/>
                  </a:lnTo>
                  <a:lnTo>
                    <a:pt x="1694975" y="218393"/>
                  </a:lnTo>
                  <a:lnTo>
                    <a:pt x="1690352" y="213795"/>
                  </a:lnTo>
                  <a:lnTo>
                    <a:pt x="1685728" y="210731"/>
                  </a:lnTo>
                  <a:lnTo>
                    <a:pt x="1677251" y="208431"/>
                  </a:lnTo>
                  <a:close/>
                </a:path>
                <a:path w="2485390" h="1061084" extrusionOk="0">
                  <a:moveTo>
                    <a:pt x="1791302" y="202300"/>
                  </a:moveTo>
                  <a:lnTo>
                    <a:pt x="1787450" y="203067"/>
                  </a:lnTo>
                  <a:lnTo>
                    <a:pt x="1784366" y="206133"/>
                  </a:lnTo>
                  <a:lnTo>
                    <a:pt x="1778635" y="210826"/>
                  </a:lnTo>
                  <a:lnTo>
                    <a:pt x="1775505" y="216094"/>
                  </a:lnTo>
                  <a:lnTo>
                    <a:pt x="1775264" y="222512"/>
                  </a:lnTo>
                  <a:lnTo>
                    <a:pt x="1778202" y="230654"/>
                  </a:lnTo>
                  <a:lnTo>
                    <a:pt x="1783788" y="237647"/>
                  </a:lnTo>
                  <a:lnTo>
                    <a:pt x="1790531" y="240616"/>
                  </a:lnTo>
                  <a:lnTo>
                    <a:pt x="1797274" y="240137"/>
                  </a:lnTo>
                  <a:lnTo>
                    <a:pt x="1802861" y="236785"/>
                  </a:lnTo>
                  <a:lnTo>
                    <a:pt x="1809026" y="231660"/>
                  </a:lnTo>
                  <a:lnTo>
                    <a:pt x="1812880" y="225673"/>
                  </a:lnTo>
                  <a:lnTo>
                    <a:pt x="1813265" y="219111"/>
                  </a:lnTo>
                  <a:lnTo>
                    <a:pt x="1809027" y="212262"/>
                  </a:lnTo>
                  <a:lnTo>
                    <a:pt x="1804403" y="207665"/>
                  </a:lnTo>
                  <a:lnTo>
                    <a:pt x="1799779" y="204600"/>
                  </a:lnTo>
                  <a:lnTo>
                    <a:pt x="1791302" y="202300"/>
                  </a:lnTo>
                  <a:close/>
                </a:path>
                <a:path w="2485390" h="1061084" extrusionOk="0">
                  <a:moveTo>
                    <a:pt x="1100828" y="199235"/>
                  </a:moveTo>
                  <a:lnTo>
                    <a:pt x="1096975" y="200002"/>
                  </a:lnTo>
                  <a:lnTo>
                    <a:pt x="1093893" y="203066"/>
                  </a:lnTo>
                  <a:lnTo>
                    <a:pt x="1088161" y="206467"/>
                  </a:lnTo>
                  <a:lnTo>
                    <a:pt x="1085031" y="211879"/>
                  </a:lnTo>
                  <a:lnTo>
                    <a:pt x="1084890" y="216046"/>
                  </a:lnTo>
                  <a:lnTo>
                    <a:pt x="1084790" y="219015"/>
                  </a:lnTo>
                  <a:lnTo>
                    <a:pt x="1087728" y="227589"/>
                  </a:lnTo>
                  <a:lnTo>
                    <a:pt x="1093315" y="234150"/>
                  </a:lnTo>
                  <a:lnTo>
                    <a:pt x="1100057" y="236401"/>
                  </a:lnTo>
                  <a:lnTo>
                    <a:pt x="1106800" y="235778"/>
                  </a:lnTo>
                  <a:lnTo>
                    <a:pt x="1112388" y="233719"/>
                  </a:lnTo>
                  <a:lnTo>
                    <a:pt x="1118553" y="228594"/>
                  </a:lnTo>
                  <a:lnTo>
                    <a:pt x="1122406" y="222607"/>
                  </a:lnTo>
                  <a:lnTo>
                    <a:pt x="1122792" y="216046"/>
                  </a:lnTo>
                  <a:lnTo>
                    <a:pt x="1118553" y="209196"/>
                  </a:lnTo>
                  <a:lnTo>
                    <a:pt x="1113929" y="204599"/>
                  </a:lnTo>
                  <a:lnTo>
                    <a:pt x="1109305" y="201535"/>
                  </a:lnTo>
                  <a:lnTo>
                    <a:pt x="1100828" y="199235"/>
                  </a:lnTo>
                  <a:close/>
                </a:path>
                <a:path w="2485390" h="1061084" extrusionOk="0">
                  <a:moveTo>
                    <a:pt x="1412158" y="162454"/>
                  </a:moveTo>
                  <a:lnTo>
                    <a:pt x="1408305" y="163220"/>
                  </a:lnTo>
                  <a:lnTo>
                    <a:pt x="1405223" y="166286"/>
                  </a:lnTo>
                  <a:lnTo>
                    <a:pt x="1399491" y="170979"/>
                  </a:lnTo>
                  <a:lnTo>
                    <a:pt x="1396360" y="176247"/>
                  </a:lnTo>
                  <a:lnTo>
                    <a:pt x="1396119" y="182665"/>
                  </a:lnTo>
                  <a:lnTo>
                    <a:pt x="1399057" y="190807"/>
                  </a:lnTo>
                  <a:lnTo>
                    <a:pt x="1404645" y="197368"/>
                  </a:lnTo>
                  <a:lnTo>
                    <a:pt x="1411388" y="199619"/>
                  </a:lnTo>
                  <a:lnTo>
                    <a:pt x="1418131" y="198997"/>
                  </a:lnTo>
                  <a:lnTo>
                    <a:pt x="1423718" y="196937"/>
                  </a:lnTo>
                  <a:lnTo>
                    <a:pt x="1429882" y="191813"/>
                  </a:lnTo>
                  <a:lnTo>
                    <a:pt x="1433735" y="185826"/>
                  </a:lnTo>
                  <a:lnTo>
                    <a:pt x="1434121" y="179264"/>
                  </a:lnTo>
                  <a:lnTo>
                    <a:pt x="1429882" y="172416"/>
                  </a:lnTo>
                  <a:lnTo>
                    <a:pt x="1425260" y="167817"/>
                  </a:lnTo>
                  <a:lnTo>
                    <a:pt x="1420636" y="164753"/>
                  </a:lnTo>
                  <a:lnTo>
                    <a:pt x="1412158" y="162454"/>
                  </a:lnTo>
                  <a:close/>
                </a:path>
                <a:path w="2485390" h="1061084" extrusionOk="0">
                  <a:moveTo>
                    <a:pt x="1991663" y="140996"/>
                  </a:moveTo>
                  <a:lnTo>
                    <a:pt x="1987810" y="141763"/>
                  </a:lnTo>
                  <a:lnTo>
                    <a:pt x="1984726" y="144829"/>
                  </a:lnTo>
                  <a:lnTo>
                    <a:pt x="1978995" y="149570"/>
                  </a:lnTo>
                  <a:lnTo>
                    <a:pt x="1975865" y="155174"/>
                  </a:lnTo>
                  <a:lnTo>
                    <a:pt x="1975624" y="162502"/>
                  </a:lnTo>
                  <a:lnTo>
                    <a:pt x="1978562" y="172416"/>
                  </a:lnTo>
                  <a:lnTo>
                    <a:pt x="1984149" y="178929"/>
                  </a:lnTo>
                  <a:lnTo>
                    <a:pt x="1990892" y="180844"/>
                  </a:lnTo>
                  <a:lnTo>
                    <a:pt x="1997636" y="179312"/>
                  </a:lnTo>
                  <a:lnTo>
                    <a:pt x="2003223" y="175480"/>
                  </a:lnTo>
                  <a:lnTo>
                    <a:pt x="2009387" y="170356"/>
                  </a:lnTo>
                  <a:lnTo>
                    <a:pt x="2013240" y="164369"/>
                  </a:lnTo>
                  <a:lnTo>
                    <a:pt x="2013625" y="157808"/>
                  </a:lnTo>
                  <a:lnTo>
                    <a:pt x="2009387" y="150959"/>
                  </a:lnTo>
                  <a:lnTo>
                    <a:pt x="2004763" y="146361"/>
                  </a:lnTo>
                  <a:lnTo>
                    <a:pt x="2000140" y="143296"/>
                  </a:lnTo>
                  <a:lnTo>
                    <a:pt x="1991663" y="140996"/>
                  </a:lnTo>
                  <a:close/>
                </a:path>
                <a:path w="2485390" h="1061084" extrusionOk="0">
                  <a:moveTo>
                    <a:pt x="1248787" y="131801"/>
                  </a:moveTo>
                  <a:lnTo>
                    <a:pt x="1244932" y="132568"/>
                  </a:lnTo>
                  <a:lnTo>
                    <a:pt x="1241850" y="135633"/>
                  </a:lnTo>
                  <a:lnTo>
                    <a:pt x="1236119" y="138603"/>
                  </a:lnTo>
                  <a:lnTo>
                    <a:pt x="1232988" y="143296"/>
                  </a:lnTo>
                  <a:lnTo>
                    <a:pt x="1232805" y="148612"/>
                  </a:lnTo>
                  <a:lnTo>
                    <a:pt x="1232748" y="150289"/>
                  </a:lnTo>
                  <a:lnTo>
                    <a:pt x="1235685" y="160155"/>
                  </a:lnTo>
                  <a:lnTo>
                    <a:pt x="1241272" y="166717"/>
                  </a:lnTo>
                  <a:lnTo>
                    <a:pt x="1248015" y="168967"/>
                  </a:lnTo>
                  <a:lnTo>
                    <a:pt x="1254759" y="168345"/>
                  </a:lnTo>
                  <a:lnTo>
                    <a:pt x="1260346" y="166286"/>
                  </a:lnTo>
                  <a:lnTo>
                    <a:pt x="1266511" y="161161"/>
                  </a:lnTo>
                  <a:lnTo>
                    <a:pt x="1270364" y="155174"/>
                  </a:lnTo>
                  <a:lnTo>
                    <a:pt x="1270651" y="150289"/>
                  </a:lnTo>
                  <a:lnTo>
                    <a:pt x="1270749" y="148612"/>
                  </a:lnTo>
                  <a:lnTo>
                    <a:pt x="1266511" y="141763"/>
                  </a:lnTo>
                  <a:lnTo>
                    <a:pt x="1261887" y="137166"/>
                  </a:lnTo>
                  <a:lnTo>
                    <a:pt x="1257264" y="134101"/>
                  </a:lnTo>
                  <a:lnTo>
                    <a:pt x="1248787" y="131801"/>
                  </a:lnTo>
                  <a:close/>
                </a:path>
                <a:path w="2485390" h="1061084" extrusionOk="0">
                  <a:moveTo>
                    <a:pt x="1162478" y="131801"/>
                  </a:moveTo>
                  <a:lnTo>
                    <a:pt x="1158624" y="132568"/>
                  </a:lnTo>
                  <a:lnTo>
                    <a:pt x="1155542" y="135633"/>
                  </a:lnTo>
                  <a:lnTo>
                    <a:pt x="1149810" y="140326"/>
                  </a:lnTo>
                  <a:lnTo>
                    <a:pt x="1146680" y="145595"/>
                  </a:lnTo>
                  <a:lnTo>
                    <a:pt x="1146439" y="152013"/>
                  </a:lnTo>
                  <a:lnTo>
                    <a:pt x="1149378" y="160155"/>
                  </a:lnTo>
                  <a:lnTo>
                    <a:pt x="1154964" y="166717"/>
                  </a:lnTo>
                  <a:lnTo>
                    <a:pt x="1161707" y="168967"/>
                  </a:lnTo>
                  <a:lnTo>
                    <a:pt x="1168450" y="168345"/>
                  </a:lnTo>
                  <a:lnTo>
                    <a:pt x="1174037" y="166286"/>
                  </a:lnTo>
                  <a:lnTo>
                    <a:pt x="1180202" y="161161"/>
                  </a:lnTo>
                  <a:lnTo>
                    <a:pt x="1184055" y="155174"/>
                  </a:lnTo>
                  <a:lnTo>
                    <a:pt x="1184440" y="148612"/>
                  </a:lnTo>
                  <a:lnTo>
                    <a:pt x="1180202" y="141763"/>
                  </a:lnTo>
                  <a:lnTo>
                    <a:pt x="1175579" y="137166"/>
                  </a:lnTo>
                  <a:lnTo>
                    <a:pt x="1170955" y="134101"/>
                  </a:lnTo>
                  <a:lnTo>
                    <a:pt x="1162478" y="131801"/>
                  </a:lnTo>
                  <a:close/>
                </a:path>
                <a:path w="2485390" h="1061084" extrusionOk="0">
                  <a:moveTo>
                    <a:pt x="2090303" y="128737"/>
                  </a:moveTo>
                  <a:lnTo>
                    <a:pt x="2086448" y="129503"/>
                  </a:lnTo>
                  <a:lnTo>
                    <a:pt x="2083366" y="132568"/>
                  </a:lnTo>
                  <a:lnTo>
                    <a:pt x="2077635" y="135537"/>
                  </a:lnTo>
                  <a:lnTo>
                    <a:pt x="2074504" y="140231"/>
                  </a:lnTo>
                  <a:lnTo>
                    <a:pt x="2074321" y="145547"/>
                  </a:lnTo>
                  <a:lnTo>
                    <a:pt x="2074264" y="147223"/>
                  </a:lnTo>
                  <a:lnTo>
                    <a:pt x="2077201" y="157090"/>
                  </a:lnTo>
                  <a:lnTo>
                    <a:pt x="2082788" y="163651"/>
                  </a:lnTo>
                  <a:lnTo>
                    <a:pt x="2089531" y="165902"/>
                  </a:lnTo>
                  <a:lnTo>
                    <a:pt x="2096274" y="165280"/>
                  </a:lnTo>
                  <a:lnTo>
                    <a:pt x="2101862" y="163220"/>
                  </a:lnTo>
                  <a:lnTo>
                    <a:pt x="2108027" y="158095"/>
                  </a:lnTo>
                  <a:lnTo>
                    <a:pt x="2111880" y="152109"/>
                  </a:lnTo>
                  <a:lnTo>
                    <a:pt x="2112167" y="147223"/>
                  </a:lnTo>
                  <a:lnTo>
                    <a:pt x="2112265" y="145547"/>
                  </a:lnTo>
                  <a:lnTo>
                    <a:pt x="2108027" y="138699"/>
                  </a:lnTo>
                  <a:lnTo>
                    <a:pt x="2103403" y="134101"/>
                  </a:lnTo>
                  <a:lnTo>
                    <a:pt x="2098779" y="131036"/>
                  </a:lnTo>
                  <a:lnTo>
                    <a:pt x="2090303" y="128737"/>
                  </a:lnTo>
                  <a:close/>
                </a:path>
                <a:path w="2485390" h="1061084" extrusionOk="0">
                  <a:moveTo>
                    <a:pt x="1513880" y="121841"/>
                  </a:moveTo>
                  <a:lnTo>
                    <a:pt x="1510026" y="123372"/>
                  </a:lnTo>
                  <a:lnTo>
                    <a:pt x="1506944" y="126438"/>
                  </a:lnTo>
                  <a:lnTo>
                    <a:pt x="1501212" y="131132"/>
                  </a:lnTo>
                  <a:lnTo>
                    <a:pt x="1498082" y="136400"/>
                  </a:lnTo>
                  <a:lnTo>
                    <a:pt x="1497841" y="142818"/>
                  </a:lnTo>
                  <a:lnTo>
                    <a:pt x="1500779" y="150959"/>
                  </a:lnTo>
                  <a:lnTo>
                    <a:pt x="1506366" y="157521"/>
                  </a:lnTo>
                  <a:lnTo>
                    <a:pt x="1513109" y="159772"/>
                  </a:lnTo>
                  <a:lnTo>
                    <a:pt x="1519853" y="159149"/>
                  </a:lnTo>
                  <a:lnTo>
                    <a:pt x="1525440" y="157090"/>
                  </a:lnTo>
                  <a:lnTo>
                    <a:pt x="1531604" y="151965"/>
                  </a:lnTo>
                  <a:lnTo>
                    <a:pt x="1535457" y="145978"/>
                  </a:lnTo>
                  <a:lnTo>
                    <a:pt x="1535843" y="139417"/>
                  </a:lnTo>
                  <a:lnTo>
                    <a:pt x="1531604" y="132568"/>
                  </a:lnTo>
                  <a:lnTo>
                    <a:pt x="1526980" y="126438"/>
                  </a:lnTo>
                  <a:lnTo>
                    <a:pt x="1522358" y="123372"/>
                  </a:lnTo>
                  <a:lnTo>
                    <a:pt x="1513880" y="121841"/>
                  </a:lnTo>
                  <a:close/>
                </a:path>
                <a:path w="2485390" h="1061084" extrusionOk="0">
                  <a:moveTo>
                    <a:pt x="1618684" y="113410"/>
                  </a:moveTo>
                  <a:lnTo>
                    <a:pt x="1614830" y="114178"/>
                  </a:lnTo>
                  <a:lnTo>
                    <a:pt x="1611748" y="117243"/>
                  </a:lnTo>
                  <a:lnTo>
                    <a:pt x="1606450" y="121936"/>
                  </a:lnTo>
                  <a:lnTo>
                    <a:pt x="1604042" y="127204"/>
                  </a:lnTo>
                  <a:lnTo>
                    <a:pt x="1603946" y="133622"/>
                  </a:lnTo>
                  <a:lnTo>
                    <a:pt x="1605583" y="141765"/>
                  </a:lnTo>
                  <a:lnTo>
                    <a:pt x="1611170" y="148326"/>
                  </a:lnTo>
                  <a:lnTo>
                    <a:pt x="1617913" y="150577"/>
                  </a:lnTo>
                  <a:lnTo>
                    <a:pt x="1624656" y="149954"/>
                  </a:lnTo>
                  <a:lnTo>
                    <a:pt x="1630243" y="147895"/>
                  </a:lnTo>
                  <a:lnTo>
                    <a:pt x="1636408" y="142770"/>
                  </a:lnTo>
                  <a:lnTo>
                    <a:pt x="1640261" y="136783"/>
                  </a:lnTo>
                  <a:lnTo>
                    <a:pt x="1640647" y="130222"/>
                  </a:lnTo>
                  <a:lnTo>
                    <a:pt x="1636409" y="123372"/>
                  </a:lnTo>
                  <a:lnTo>
                    <a:pt x="1631785" y="118775"/>
                  </a:lnTo>
                  <a:lnTo>
                    <a:pt x="1627160" y="115710"/>
                  </a:lnTo>
                  <a:lnTo>
                    <a:pt x="1618684" y="113410"/>
                  </a:lnTo>
                  <a:close/>
                </a:path>
                <a:path w="2485390" h="1061084" extrusionOk="0">
                  <a:moveTo>
                    <a:pt x="1859117" y="110346"/>
                  </a:moveTo>
                  <a:lnTo>
                    <a:pt x="1855264" y="111113"/>
                  </a:lnTo>
                  <a:lnTo>
                    <a:pt x="1852182" y="114178"/>
                  </a:lnTo>
                  <a:lnTo>
                    <a:pt x="1846450" y="118871"/>
                  </a:lnTo>
                  <a:lnTo>
                    <a:pt x="1843319" y="124139"/>
                  </a:lnTo>
                  <a:lnTo>
                    <a:pt x="1843078" y="130557"/>
                  </a:lnTo>
                  <a:lnTo>
                    <a:pt x="1846017" y="138700"/>
                  </a:lnTo>
                  <a:lnTo>
                    <a:pt x="1851604" y="145261"/>
                  </a:lnTo>
                  <a:lnTo>
                    <a:pt x="1858346" y="147511"/>
                  </a:lnTo>
                  <a:lnTo>
                    <a:pt x="1865089" y="146889"/>
                  </a:lnTo>
                  <a:lnTo>
                    <a:pt x="1870677" y="144829"/>
                  </a:lnTo>
                  <a:lnTo>
                    <a:pt x="1876841" y="139705"/>
                  </a:lnTo>
                  <a:lnTo>
                    <a:pt x="1880695" y="133718"/>
                  </a:lnTo>
                  <a:lnTo>
                    <a:pt x="1881080" y="127156"/>
                  </a:lnTo>
                  <a:lnTo>
                    <a:pt x="1876841" y="120308"/>
                  </a:lnTo>
                  <a:lnTo>
                    <a:pt x="1872218" y="115710"/>
                  </a:lnTo>
                  <a:lnTo>
                    <a:pt x="1867594" y="112645"/>
                  </a:lnTo>
                  <a:lnTo>
                    <a:pt x="1859117" y="110346"/>
                  </a:lnTo>
                  <a:close/>
                </a:path>
                <a:path w="2485390" h="1061084" extrusionOk="0">
                  <a:moveTo>
                    <a:pt x="1728881" y="107280"/>
                  </a:moveTo>
                  <a:lnTo>
                    <a:pt x="1724258" y="108047"/>
                  </a:lnTo>
                  <a:lnTo>
                    <a:pt x="1719634" y="111113"/>
                  </a:lnTo>
                  <a:lnTo>
                    <a:pt x="1715685" y="114513"/>
                  </a:lnTo>
                  <a:lnTo>
                    <a:pt x="1713470" y="119925"/>
                  </a:lnTo>
                  <a:lnTo>
                    <a:pt x="1713566" y="127061"/>
                  </a:lnTo>
                  <a:lnTo>
                    <a:pt x="1716552" y="135634"/>
                  </a:lnTo>
                  <a:lnTo>
                    <a:pt x="1722139" y="142195"/>
                  </a:lnTo>
                  <a:lnTo>
                    <a:pt x="1728882" y="144446"/>
                  </a:lnTo>
                  <a:lnTo>
                    <a:pt x="1735625" y="143824"/>
                  </a:lnTo>
                  <a:lnTo>
                    <a:pt x="1741212" y="141765"/>
                  </a:lnTo>
                  <a:lnTo>
                    <a:pt x="1747377" y="136640"/>
                  </a:lnTo>
                  <a:lnTo>
                    <a:pt x="1751230" y="130653"/>
                  </a:lnTo>
                  <a:lnTo>
                    <a:pt x="1751616" y="124092"/>
                  </a:lnTo>
                  <a:lnTo>
                    <a:pt x="1747377" y="117243"/>
                  </a:lnTo>
                  <a:lnTo>
                    <a:pt x="1742753" y="112645"/>
                  </a:lnTo>
                  <a:lnTo>
                    <a:pt x="1738129" y="109580"/>
                  </a:lnTo>
                  <a:lnTo>
                    <a:pt x="1728881" y="107280"/>
                  </a:lnTo>
                  <a:close/>
                </a:path>
                <a:path w="2485390" h="1061084" extrusionOk="0">
                  <a:moveTo>
                    <a:pt x="1315830" y="60538"/>
                  </a:moveTo>
                  <a:lnTo>
                    <a:pt x="1311207" y="62069"/>
                  </a:lnTo>
                  <a:lnTo>
                    <a:pt x="1306583" y="65135"/>
                  </a:lnTo>
                  <a:lnTo>
                    <a:pt x="1302634" y="69829"/>
                  </a:lnTo>
                  <a:lnTo>
                    <a:pt x="1300419" y="75097"/>
                  </a:lnTo>
                  <a:lnTo>
                    <a:pt x="1300515" y="81515"/>
                  </a:lnTo>
                  <a:lnTo>
                    <a:pt x="1303501" y="89656"/>
                  </a:lnTo>
                  <a:lnTo>
                    <a:pt x="1309088" y="96218"/>
                  </a:lnTo>
                  <a:lnTo>
                    <a:pt x="1315830" y="98469"/>
                  </a:lnTo>
                  <a:lnTo>
                    <a:pt x="1322573" y="97846"/>
                  </a:lnTo>
                  <a:lnTo>
                    <a:pt x="1328161" y="95787"/>
                  </a:lnTo>
                  <a:lnTo>
                    <a:pt x="1334326" y="90662"/>
                  </a:lnTo>
                  <a:lnTo>
                    <a:pt x="1338179" y="84675"/>
                  </a:lnTo>
                  <a:lnTo>
                    <a:pt x="1338565" y="78114"/>
                  </a:lnTo>
                  <a:lnTo>
                    <a:pt x="1334326" y="71266"/>
                  </a:lnTo>
                  <a:lnTo>
                    <a:pt x="1329702" y="65135"/>
                  </a:lnTo>
                  <a:lnTo>
                    <a:pt x="1325077" y="62069"/>
                  </a:lnTo>
                  <a:lnTo>
                    <a:pt x="1315830" y="60538"/>
                  </a:lnTo>
                  <a:close/>
                </a:path>
                <a:path w="2485390" h="1061084" extrusionOk="0">
                  <a:moveTo>
                    <a:pt x="1954673" y="49042"/>
                  </a:moveTo>
                  <a:lnTo>
                    <a:pt x="1950820" y="49809"/>
                  </a:lnTo>
                  <a:lnTo>
                    <a:pt x="1947738" y="52873"/>
                  </a:lnTo>
                  <a:lnTo>
                    <a:pt x="1942006" y="55843"/>
                  </a:lnTo>
                  <a:lnTo>
                    <a:pt x="1938875" y="60537"/>
                  </a:lnTo>
                  <a:lnTo>
                    <a:pt x="1938677" y="66284"/>
                  </a:lnTo>
                  <a:lnTo>
                    <a:pt x="1938634" y="67530"/>
                  </a:lnTo>
                  <a:lnTo>
                    <a:pt x="1941572" y="77396"/>
                  </a:lnTo>
                  <a:lnTo>
                    <a:pt x="1947159" y="83957"/>
                  </a:lnTo>
                  <a:lnTo>
                    <a:pt x="1953903" y="86208"/>
                  </a:lnTo>
                  <a:lnTo>
                    <a:pt x="1960646" y="85585"/>
                  </a:lnTo>
                  <a:lnTo>
                    <a:pt x="1966233" y="83526"/>
                  </a:lnTo>
                  <a:lnTo>
                    <a:pt x="1971097" y="79694"/>
                  </a:lnTo>
                  <a:lnTo>
                    <a:pt x="1975094" y="73564"/>
                  </a:lnTo>
                  <a:lnTo>
                    <a:pt x="1976202" y="66284"/>
                  </a:lnTo>
                  <a:lnTo>
                    <a:pt x="1972397" y="59004"/>
                  </a:lnTo>
                  <a:lnTo>
                    <a:pt x="1967773" y="54406"/>
                  </a:lnTo>
                  <a:lnTo>
                    <a:pt x="1963150" y="51342"/>
                  </a:lnTo>
                  <a:lnTo>
                    <a:pt x="1954673" y="49042"/>
                  </a:lnTo>
                  <a:close/>
                </a:path>
                <a:path w="2485390" h="1061084" extrusionOk="0">
                  <a:moveTo>
                    <a:pt x="1418323" y="42912"/>
                  </a:moveTo>
                  <a:lnTo>
                    <a:pt x="1414470" y="43679"/>
                  </a:lnTo>
                  <a:lnTo>
                    <a:pt x="1411387" y="46743"/>
                  </a:lnTo>
                  <a:lnTo>
                    <a:pt x="1405656" y="49713"/>
                  </a:lnTo>
                  <a:lnTo>
                    <a:pt x="1402525" y="54407"/>
                  </a:lnTo>
                  <a:lnTo>
                    <a:pt x="1402342" y="59723"/>
                  </a:lnTo>
                  <a:lnTo>
                    <a:pt x="1402285" y="61399"/>
                  </a:lnTo>
                  <a:lnTo>
                    <a:pt x="1405223" y="71266"/>
                  </a:lnTo>
                  <a:lnTo>
                    <a:pt x="1410810" y="77827"/>
                  </a:lnTo>
                  <a:lnTo>
                    <a:pt x="1417553" y="80078"/>
                  </a:lnTo>
                  <a:lnTo>
                    <a:pt x="1424296" y="79455"/>
                  </a:lnTo>
                  <a:lnTo>
                    <a:pt x="1440286" y="59723"/>
                  </a:lnTo>
                  <a:lnTo>
                    <a:pt x="1436047" y="52873"/>
                  </a:lnTo>
                  <a:lnTo>
                    <a:pt x="1431424" y="48276"/>
                  </a:lnTo>
                  <a:lnTo>
                    <a:pt x="1426800" y="45211"/>
                  </a:lnTo>
                  <a:lnTo>
                    <a:pt x="1418323" y="42912"/>
                  </a:lnTo>
                  <a:close/>
                </a:path>
                <a:path w="2485390" h="1061084" extrusionOk="0">
                  <a:moveTo>
                    <a:pt x="1828292" y="15326"/>
                  </a:moveTo>
                  <a:lnTo>
                    <a:pt x="1824438" y="16093"/>
                  </a:lnTo>
                  <a:lnTo>
                    <a:pt x="1821356" y="19157"/>
                  </a:lnTo>
                  <a:lnTo>
                    <a:pt x="1815625" y="23851"/>
                  </a:lnTo>
                  <a:lnTo>
                    <a:pt x="1812495" y="29119"/>
                  </a:lnTo>
                  <a:lnTo>
                    <a:pt x="1812365" y="32567"/>
                  </a:lnTo>
                  <a:lnTo>
                    <a:pt x="1812254" y="35537"/>
                  </a:lnTo>
                  <a:lnTo>
                    <a:pt x="1815192" y="43680"/>
                  </a:lnTo>
                  <a:lnTo>
                    <a:pt x="1820778" y="50241"/>
                  </a:lnTo>
                  <a:lnTo>
                    <a:pt x="1827521" y="52491"/>
                  </a:lnTo>
                  <a:lnTo>
                    <a:pt x="1834264" y="51869"/>
                  </a:lnTo>
                  <a:lnTo>
                    <a:pt x="1839851" y="49810"/>
                  </a:lnTo>
                  <a:lnTo>
                    <a:pt x="1844716" y="45978"/>
                  </a:lnTo>
                  <a:lnTo>
                    <a:pt x="1848714" y="39847"/>
                  </a:lnTo>
                  <a:lnTo>
                    <a:pt x="1849822" y="32567"/>
                  </a:lnTo>
                  <a:lnTo>
                    <a:pt x="1846017" y="25288"/>
                  </a:lnTo>
                  <a:lnTo>
                    <a:pt x="1841393" y="20690"/>
                  </a:lnTo>
                  <a:lnTo>
                    <a:pt x="1836769" y="17625"/>
                  </a:lnTo>
                  <a:lnTo>
                    <a:pt x="1828292" y="15326"/>
                  </a:lnTo>
                  <a:close/>
                </a:path>
                <a:path w="2485390" h="1061084" extrusionOk="0">
                  <a:moveTo>
                    <a:pt x="1516963" y="9196"/>
                  </a:moveTo>
                  <a:lnTo>
                    <a:pt x="1513109" y="9963"/>
                  </a:lnTo>
                  <a:lnTo>
                    <a:pt x="1510026" y="13027"/>
                  </a:lnTo>
                  <a:lnTo>
                    <a:pt x="1502994" y="17769"/>
                  </a:lnTo>
                  <a:lnTo>
                    <a:pt x="1500008" y="23372"/>
                  </a:lnTo>
                  <a:lnTo>
                    <a:pt x="1500490" y="30700"/>
                  </a:lnTo>
                  <a:lnTo>
                    <a:pt x="1503861" y="40614"/>
                  </a:lnTo>
                  <a:lnTo>
                    <a:pt x="1509448" y="47176"/>
                  </a:lnTo>
                  <a:lnTo>
                    <a:pt x="1516191" y="49427"/>
                  </a:lnTo>
                  <a:lnTo>
                    <a:pt x="1522935" y="48804"/>
                  </a:lnTo>
                  <a:lnTo>
                    <a:pt x="1528522" y="46744"/>
                  </a:lnTo>
                  <a:lnTo>
                    <a:pt x="1533386" y="42434"/>
                  </a:lnTo>
                  <a:lnTo>
                    <a:pt x="1537384" y="35250"/>
                  </a:lnTo>
                  <a:lnTo>
                    <a:pt x="1538491" y="26917"/>
                  </a:lnTo>
                  <a:lnTo>
                    <a:pt x="1534687" y="19157"/>
                  </a:lnTo>
                  <a:lnTo>
                    <a:pt x="1530063" y="14560"/>
                  </a:lnTo>
                  <a:lnTo>
                    <a:pt x="1525440" y="11494"/>
                  </a:lnTo>
                  <a:lnTo>
                    <a:pt x="1516963" y="9196"/>
                  </a:lnTo>
                  <a:close/>
                </a:path>
                <a:path w="2485390" h="1061084" extrusionOk="0">
                  <a:moveTo>
                    <a:pt x="1720405" y="3065"/>
                  </a:moveTo>
                  <a:lnTo>
                    <a:pt x="1716552" y="3832"/>
                  </a:lnTo>
                  <a:lnTo>
                    <a:pt x="1713470" y="6897"/>
                  </a:lnTo>
                  <a:lnTo>
                    <a:pt x="1707739" y="9867"/>
                  </a:lnTo>
                  <a:lnTo>
                    <a:pt x="1704608" y="14560"/>
                  </a:lnTo>
                  <a:lnTo>
                    <a:pt x="1704425" y="19876"/>
                  </a:lnTo>
                  <a:lnTo>
                    <a:pt x="1704367" y="21553"/>
                  </a:lnTo>
                  <a:lnTo>
                    <a:pt x="1707305" y="31419"/>
                  </a:lnTo>
                  <a:lnTo>
                    <a:pt x="1712892" y="37981"/>
                  </a:lnTo>
                  <a:lnTo>
                    <a:pt x="1719634" y="40231"/>
                  </a:lnTo>
                  <a:lnTo>
                    <a:pt x="1726377" y="39609"/>
                  </a:lnTo>
                  <a:lnTo>
                    <a:pt x="1731965" y="37550"/>
                  </a:lnTo>
                  <a:lnTo>
                    <a:pt x="1738130" y="32425"/>
                  </a:lnTo>
                  <a:lnTo>
                    <a:pt x="1741983" y="26438"/>
                  </a:lnTo>
                  <a:lnTo>
                    <a:pt x="1742270" y="21553"/>
                  </a:lnTo>
                  <a:lnTo>
                    <a:pt x="1742369" y="19876"/>
                  </a:lnTo>
                  <a:lnTo>
                    <a:pt x="1738131" y="13027"/>
                  </a:lnTo>
                  <a:lnTo>
                    <a:pt x="1733506" y="8430"/>
                  </a:lnTo>
                  <a:lnTo>
                    <a:pt x="1728882" y="5365"/>
                  </a:lnTo>
                  <a:lnTo>
                    <a:pt x="1720405" y="3065"/>
                  </a:lnTo>
                  <a:close/>
                </a:path>
                <a:path w="2485390" h="1061084" extrusionOk="0">
                  <a:moveTo>
                    <a:pt x="1618684" y="0"/>
                  </a:moveTo>
                  <a:lnTo>
                    <a:pt x="1614830" y="767"/>
                  </a:lnTo>
                  <a:lnTo>
                    <a:pt x="1611748" y="3831"/>
                  </a:lnTo>
                  <a:lnTo>
                    <a:pt x="1606450" y="6801"/>
                  </a:lnTo>
                  <a:lnTo>
                    <a:pt x="1604042" y="11494"/>
                  </a:lnTo>
                  <a:lnTo>
                    <a:pt x="1603946" y="18487"/>
                  </a:lnTo>
                  <a:lnTo>
                    <a:pt x="1605583" y="28354"/>
                  </a:lnTo>
                  <a:lnTo>
                    <a:pt x="1611170" y="34914"/>
                  </a:lnTo>
                  <a:lnTo>
                    <a:pt x="1617913" y="37165"/>
                  </a:lnTo>
                  <a:lnTo>
                    <a:pt x="1624656" y="36542"/>
                  </a:lnTo>
                  <a:lnTo>
                    <a:pt x="1640647" y="16810"/>
                  </a:lnTo>
                  <a:lnTo>
                    <a:pt x="1636409" y="9961"/>
                  </a:lnTo>
                  <a:lnTo>
                    <a:pt x="1631785" y="5364"/>
                  </a:lnTo>
                  <a:lnTo>
                    <a:pt x="1627160" y="2298"/>
                  </a:lnTo>
                  <a:lnTo>
                    <a:pt x="1618684" y="0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7"/>
          <p:cNvSpPr/>
          <p:nvPr/>
        </p:nvSpPr>
        <p:spPr>
          <a:xfrm>
            <a:off x="7875304" y="172674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8003150" y="1709408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7910172" y="161117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8038017" y="1599615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8020583" y="149560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4748890" y="149560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875782" y="147248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1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6759558" y="1426259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4992960" y="1420481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109184" y="139736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59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59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6654957" y="1368474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544544" y="1339581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59"/>
                </a:lnTo>
                <a:lnTo>
                  <a:pt x="0" y="26910"/>
                </a:lnTo>
                <a:lnTo>
                  <a:pt x="7804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59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765369" y="1310688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2"/>
                </a:lnTo>
                <a:lnTo>
                  <a:pt x="27061" y="34672"/>
                </a:lnTo>
                <a:lnTo>
                  <a:pt x="34866" y="26910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6445755" y="1293354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341154" y="127601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2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596846" y="124134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08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08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724690" y="1218232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445755" y="1183561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312098" y="1148890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573601" y="1143111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08"/>
                </a:lnTo>
                <a:lnTo>
                  <a:pt x="7804" y="34671"/>
                </a:lnTo>
                <a:lnTo>
                  <a:pt x="27062" y="34671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416699" y="1073769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521300" y="1044875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9362967" y="836848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9473378" y="807956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10"/>
                </a:lnTo>
                <a:lnTo>
                  <a:pt x="7804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240931" y="80217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9130518" y="727057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374589" y="709721"/>
            <a:ext cx="34925" cy="34925"/>
          </a:xfrm>
          <a:custGeom>
            <a:avLst/>
            <a:gdLst/>
            <a:ahLst/>
            <a:cxnLst/>
            <a:rect l="l" t="t" r="r" b="b"/>
            <a:pathLst>
              <a:path w="34925" h="34925" extrusionOk="0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1"/>
                </a:lnTo>
                <a:lnTo>
                  <a:pt x="27062" y="34671"/>
                </a:lnTo>
                <a:lnTo>
                  <a:pt x="34866" y="26908"/>
                </a:lnTo>
                <a:lnTo>
                  <a:pt x="34866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7"/>
          <p:cNvGrpSpPr/>
          <p:nvPr/>
        </p:nvGrpSpPr>
        <p:grpSpPr>
          <a:xfrm>
            <a:off x="3476244" y="0"/>
            <a:ext cx="6177281" cy="1778750"/>
            <a:chOff x="3476244" y="0"/>
            <a:chExt cx="6177281" cy="1778750"/>
          </a:xfrm>
        </p:grpSpPr>
        <p:sp>
          <p:nvSpPr>
            <p:cNvPr id="117" name="Google Shape;117;p7"/>
            <p:cNvSpPr/>
            <p:nvPr/>
          </p:nvSpPr>
          <p:spPr>
            <a:xfrm>
              <a:off x="8700490" y="478580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 extrusionOk="0">
                  <a:moveTo>
                    <a:pt x="27063" y="0"/>
                  </a:moveTo>
                  <a:lnTo>
                    <a:pt x="17434" y="0"/>
                  </a:lnTo>
                  <a:lnTo>
                    <a:pt x="7805" y="0"/>
                  </a:lnTo>
                  <a:lnTo>
                    <a:pt x="0" y="7760"/>
                  </a:lnTo>
                  <a:lnTo>
                    <a:pt x="0" y="26910"/>
                  </a:lnTo>
                  <a:lnTo>
                    <a:pt x="7805" y="34671"/>
                  </a:lnTo>
                  <a:lnTo>
                    <a:pt x="27063" y="34671"/>
                  </a:lnTo>
                  <a:lnTo>
                    <a:pt x="34869" y="26910"/>
                  </a:lnTo>
                  <a:lnTo>
                    <a:pt x="34869" y="7760"/>
                  </a:lnTo>
                  <a:lnTo>
                    <a:pt x="27063" y="0"/>
                  </a:lnTo>
                  <a:close/>
                </a:path>
              </a:pathLst>
            </a:custGeom>
            <a:solidFill>
              <a:srgbClr val="FFFFFF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8" name="Google Shape;118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76244" y="0"/>
              <a:ext cx="6177281" cy="1778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7"/>
          <p:cNvSpPr/>
          <p:nvPr/>
        </p:nvSpPr>
        <p:spPr>
          <a:xfrm>
            <a:off x="1523" y="2390522"/>
            <a:ext cx="610870" cy="1421765"/>
          </a:xfrm>
          <a:custGeom>
            <a:avLst/>
            <a:gdLst/>
            <a:ahLst/>
            <a:cxnLst/>
            <a:rect l="l" t="t" r="r" b="b"/>
            <a:pathLst>
              <a:path w="610870" h="1421764" extrusionOk="0">
                <a:moveTo>
                  <a:pt x="0" y="0"/>
                </a:moveTo>
                <a:lnTo>
                  <a:pt x="0" y="1421483"/>
                </a:lnTo>
                <a:lnTo>
                  <a:pt x="7729" y="1419560"/>
                </a:lnTo>
                <a:lnTo>
                  <a:pt x="57593" y="1399618"/>
                </a:lnTo>
                <a:lnTo>
                  <a:pt x="105458" y="1374878"/>
                </a:lnTo>
                <a:lnTo>
                  <a:pt x="150677" y="1345798"/>
                </a:lnTo>
                <a:lnTo>
                  <a:pt x="192603" y="1312838"/>
                </a:lnTo>
                <a:lnTo>
                  <a:pt x="230589" y="1276457"/>
                </a:lnTo>
                <a:lnTo>
                  <a:pt x="262524" y="1240281"/>
                </a:lnTo>
                <a:lnTo>
                  <a:pt x="291655" y="1202145"/>
                </a:lnTo>
                <a:lnTo>
                  <a:pt x="318022" y="1162211"/>
                </a:lnTo>
                <a:lnTo>
                  <a:pt x="341667" y="1120641"/>
                </a:lnTo>
                <a:lnTo>
                  <a:pt x="362631" y="1077596"/>
                </a:lnTo>
                <a:lnTo>
                  <a:pt x="380953" y="1033238"/>
                </a:lnTo>
                <a:lnTo>
                  <a:pt x="399778" y="978381"/>
                </a:lnTo>
                <a:lnTo>
                  <a:pt x="407127" y="950771"/>
                </a:lnTo>
                <a:lnTo>
                  <a:pt x="415403" y="921970"/>
                </a:lnTo>
                <a:lnTo>
                  <a:pt x="426292" y="894469"/>
                </a:lnTo>
                <a:lnTo>
                  <a:pt x="439793" y="868266"/>
                </a:lnTo>
                <a:lnTo>
                  <a:pt x="455909" y="843363"/>
                </a:lnTo>
                <a:lnTo>
                  <a:pt x="457069" y="843363"/>
                </a:lnTo>
                <a:lnTo>
                  <a:pt x="457069" y="842209"/>
                </a:lnTo>
                <a:lnTo>
                  <a:pt x="520906" y="759312"/>
                </a:lnTo>
                <a:lnTo>
                  <a:pt x="552162" y="715457"/>
                </a:lnTo>
                <a:lnTo>
                  <a:pt x="579451" y="669870"/>
                </a:lnTo>
                <a:lnTo>
                  <a:pt x="599835" y="622743"/>
                </a:lnTo>
                <a:lnTo>
                  <a:pt x="610380" y="574269"/>
                </a:lnTo>
                <a:lnTo>
                  <a:pt x="610261" y="523747"/>
                </a:lnTo>
                <a:lnTo>
                  <a:pt x="601303" y="473450"/>
                </a:lnTo>
                <a:lnTo>
                  <a:pt x="584537" y="424564"/>
                </a:lnTo>
                <a:lnTo>
                  <a:pt x="560997" y="378276"/>
                </a:lnTo>
                <a:lnTo>
                  <a:pt x="531713" y="335774"/>
                </a:lnTo>
                <a:lnTo>
                  <a:pt x="497719" y="298244"/>
                </a:lnTo>
                <a:lnTo>
                  <a:pt x="460156" y="267441"/>
                </a:lnTo>
                <a:lnTo>
                  <a:pt x="419817" y="242381"/>
                </a:lnTo>
                <a:lnTo>
                  <a:pt x="377221" y="221876"/>
                </a:lnTo>
                <a:lnTo>
                  <a:pt x="332882" y="204739"/>
                </a:lnTo>
                <a:lnTo>
                  <a:pt x="287317" y="189784"/>
                </a:lnTo>
                <a:lnTo>
                  <a:pt x="241042" y="175823"/>
                </a:lnTo>
                <a:lnTo>
                  <a:pt x="210890" y="139235"/>
                </a:lnTo>
                <a:lnTo>
                  <a:pt x="177938" y="104821"/>
                </a:lnTo>
                <a:lnTo>
                  <a:pt x="142211" y="73354"/>
                </a:lnTo>
                <a:lnTo>
                  <a:pt x="103733" y="45605"/>
                </a:lnTo>
                <a:lnTo>
                  <a:pt x="62525" y="2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948399" y="0"/>
            <a:ext cx="1242695" cy="2621280"/>
          </a:xfrm>
          <a:custGeom>
            <a:avLst/>
            <a:gdLst/>
            <a:ahLst/>
            <a:cxnLst/>
            <a:rect l="l" t="t" r="r" b="b"/>
            <a:pathLst>
              <a:path w="1242695" h="2621280" extrusionOk="0">
                <a:moveTo>
                  <a:pt x="1242076" y="0"/>
                </a:moveTo>
                <a:lnTo>
                  <a:pt x="48063" y="0"/>
                </a:lnTo>
                <a:lnTo>
                  <a:pt x="44704" y="16333"/>
                </a:lnTo>
                <a:lnTo>
                  <a:pt x="44321" y="70170"/>
                </a:lnTo>
                <a:lnTo>
                  <a:pt x="53843" y="119366"/>
                </a:lnTo>
                <a:lnTo>
                  <a:pt x="70132" y="166062"/>
                </a:lnTo>
                <a:lnTo>
                  <a:pt x="110468" y="260517"/>
                </a:lnTo>
                <a:lnTo>
                  <a:pt x="128242" y="312559"/>
                </a:lnTo>
                <a:lnTo>
                  <a:pt x="137477" y="361279"/>
                </a:lnTo>
                <a:lnTo>
                  <a:pt x="140912" y="413820"/>
                </a:lnTo>
                <a:lnTo>
                  <a:pt x="139875" y="468584"/>
                </a:lnTo>
                <a:lnTo>
                  <a:pt x="135694" y="523973"/>
                </a:lnTo>
                <a:lnTo>
                  <a:pt x="129696" y="578390"/>
                </a:lnTo>
                <a:lnTo>
                  <a:pt x="123210" y="630236"/>
                </a:lnTo>
                <a:lnTo>
                  <a:pt x="115361" y="683024"/>
                </a:lnTo>
                <a:lnTo>
                  <a:pt x="106909" y="736173"/>
                </a:lnTo>
                <a:lnTo>
                  <a:pt x="97853" y="789443"/>
                </a:lnTo>
                <a:lnTo>
                  <a:pt x="88194" y="842592"/>
                </a:lnTo>
                <a:lnTo>
                  <a:pt x="77931" y="895381"/>
                </a:lnTo>
                <a:lnTo>
                  <a:pt x="68892" y="940439"/>
                </a:lnTo>
                <a:lnTo>
                  <a:pt x="60115" y="985988"/>
                </a:lnTo>
                <a:lnTo>
                  <a:pt x="51668" y="1031981"/>
                </a:lnTo>
                <a:lnTo>
                  <a:pt x="43619" y="1078371"/>
                </a:lnTo>
                <a:lnTo>
                  <a:pt x="36037" y="1125112"/>
                </a:lnTo>
                <a:lnTo>
                  <a:pt x="28989" y="1172156"/>
                </a:lnTo>
                <a:lnTo>
                  <a:pt x="22543" y="1219457"/>
                </a:lnTo>
                <a:lnTo>
                  <a:pt x="16767" y="1266968"/>
                </a:lnTo>
                <a:lnTo>
                  <a:pt x="11730" y="1314642"/>
                </a:lnTo>
                <a:lnTo>
                  <a:pt x="7499" y="1362433"/>
                </a:lnTo>
                <a:lnTo>
                  <a:pt x="4142" y="1410294"/>
                </a:lnTo>
                <a:lnTo>
                  <a:pt x="1728" y="1458178"/>
                </a:lnTo>
                <a:lnTo>
                  <a:pt x="325" y="1506037"/>
                </a:lnTo>
                <a:lnTo>
                  <a:pt x="0" y="1553827"/>
                </a:lnTo>
                <a:lnTo>
                  <a:pt x="821" y="1601498"/>
                </a:lnTo>
                <a:lnTo>
                  <a:pt x="2857" y="1649006"/>
                </a:lnTo>
                <a:lnTo>
                  <a:pt x="6176" y="1696303"/>
                </a:lnTo>
                <a:lnTo>
                  <a:pt x="10845" y="1743342"/>
                </a:lnTo>
                <a:lnTo>
                  <a:pt x="16933" y="1790077"/>
                </a:lnTo>
                <a:lnTo>
                  <a:pt x="24508" y="1836461"/>
                </a:lnTo>
                <a:lnTo>
                  <a:pt x="33638" y="1882446"/>
                </a:lnTo>
                <a:lnTo>
                  <a:pt x="44390" y="1927987"/>
                </a:lnTo>
                <a:lnTo>
                  <a:pt x="56834" y="1973036"/>
                </a:lnTo>
                <a:lnTo>
                  <a:pt x="71036" y="2017547"/>
                </a:lnTo>
                <a:lnTo>
                  <a:pt x="87065" y="2061473"/>
                </a:lnTo>
                <a:lnTo>
                  <a:pt x="104990" y="2104767"/>
                </a:lnTo>
                <a:lnTo>
                  <a:pt x="124877" y="2147382"/>
                </a:lnTo>
                <a:lnTo>
                  <a:pt x="146795" y="2189272"/>
                </a:lnTo>
                <a:lnTo>
                  <a:pt x="170812" y="2230389"/>
                </a:lnTo>
                <a:lnTo>
                  <a:pt x="196997" y="2270688"/>
                </a:lnTo>
                <a:lnTo>
                  <a:pt x="225416" y="2310121"/>
                </a:lnTo>
                <a:lnTo>
                  <a:pt x="256139" y="2348641"/>
                </a:lnTo>
                <a:lnTo>
                  <a:pt x="289233" y="2386203"/>
                </a:lnTo>
                <a:lnTo>
                  <a:pt x="325586" y="2422731"/>
                </a:lnTo>
                <a:lnTo>
                  <a:pt x="363355" y="2455917"/>
                </a:lnTo>
                <a:lnTo>
                  <a:pt x="402439" y="2485831"/>
                </a:lnTo>
                <a:lnTo>
                  <a:pt x="442738" y="2512546"/>
                </a:lnTo>
                <a:lnTo>
                  <a:pt x="484150" y="2536134"/>
                </a:lnTo>
                <a:lnTo>
                  <a:pt x="526573" y="2556666"/>
                </a:lnTo>
                <a:lnTo>
                  <a:pt x="569906" y="2574215"/>
                </a:lnTo>
                <a:lnTo>
                  <a:pt x="614048" y="2588853"/>
                </a:lnTo>
                <a:lnTo>
                  <a:pt x="658898" y="2600650"/>
                </a:lnTo>
                <a:lnTo>
                  <a:pt x="704354" y="2609680"/>
                </a:lnTo>
                <a:lnTo>
                  <a:pt x="750314" y="2616014"/>
                </a:lnTo>
                <a:lnTo>
                  <a:pt x="796678" y="2619724"/>
                </a:lnTo>
                <a:lnTo>
                  <a:pt x="843345" y="2620882"/>
                </a:lnTo>
                <a:lnTo>
                  <a:pt x="890212" y="2619560"/>
                </a:lnTo>
                <a:lnTo>
                  <a:pt x="937178" y="2615830"/>
                </a:lnTo>
                <a:lnTo>
                  <a:pt x="984143" y="2609763"/>
                </a:lnTo>
                <a:lnTo>
                  <a:pt x="1031004" y="2601432"/>
                </a:lnTo>
                <a:lnTo>
                  <a:pt x="1077661" y="2590908"/>
                </a:lnTo>
                <a:lnTo>
                  <a:pt x="1124013" y="2578264"/>
                </a:lnTo>
                <a:lnTo>
                  <a:pt x="1169957" y="2563571"/>
                </a:lnTo>
                <a:lnTo>
                  <a:pt x="1242076" y="2531982"/>
                </a:lnTo>
                <a:lnTo>
                  <a:pt x="1242076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3" y="0"/>
            <a:ext cx="1577675" cy="980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4652645" cy="141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700" rIns="0" bIns="0" anchor="t" anchorCtr="0">
            <a:spAutoFit/>
          </a:bodyPr>
          <a:lstStyle/>
          <a:p>
            <a:pPr marL="12700" marR="5080" lvl="0" indent="0" algn="l" rtl="0">
              <a:lnSpc>
                <a:spcPct val="10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HTML (HyperText Markup Language)</a:t>
            </a:r>
            <a:endParaRPr sz="4800"/>
          </a:p>
        </p:txBody>
      </p:sp>
      <p:sp>
        <p:nvSpPr>
          <p:cNvPr id="123" name="Google Shape;123;p7"/>
          <p:cNvSpPr txBox="1"/>
          <p:nvPr/>
        </p:nvSpPr>
        <p:spPr>
          <a:xfrm>
            <a:off x="979407" y="4504436"/>
            <a:ext cx="4630420" cy="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E7E6E6"/>
                </a:solidFill>
                <a:latin typeface="Calibri"/>
                <a:ea typeface="Calibri"/>
                <a:cs typeface="Calibri"/>
                <a:sym typeface="Calibri"/>
              </a:rPr>
              <a:t>Estructura básica de una página web.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E7E6E6"/>
                </a:solidFill>
                <a:latin typeface="Calibri"/>
                <a:ea typeface="Calibri"/>
                <a:cs typeface="Calibri"/>
                <a:sym typeface="Calibri"/>
              </a:rPr>
              <a:t>Etiquetas para organizar y mostrar contenido.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8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129" name="Google Shape;129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88952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8"/>
            <p:cNvSpPr/>
            <p:nvPr/>
          </p:nvSpPr>
          <p:spPr>
            <a:xfrm>
              <a:off x="0" y="0"/>
              <a:ext cx="12189460" cy="6858000"/>
            </a:xfrm>
            <a:custGeom>
              <a:avLst/>
              <a:gdLst/>
              <a:ahLst/>
              <a:cxnLst/>
              <a:rect l="l" t="t" r="r" b="b"/>
              <a:pathLst>
                <a:path w="12189460" h="6858000" extrusionOk="0">
                  <a:moveTo>
                    <a:pt x="121889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88952" y="685800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4472C4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538541" y="729174"/>
              <a:ext cx="11099800" cy="5400040"/>
            </a:xfrm>
            <a:custGeom>
              <a:avLst/>
              <a:gdLst/>
              <a:ahLst/>
              <a:cxnLst/>
              <a:rect l="l" t="t" r="r" b="b"/>
              <a:pathLst>
                <a:path w="11099800" h="5400040" extrusionOk="0">
                  <a:moveTo>
                    <a:pt x="11099351" y="0"/>
                  </a:moveTo>
                  <a:lnTo>
                    <a:pt x="0" y="0"/>
                  </a:lnTo>
                  <a:lnTo>
                    <a:pt x="0" y="5399650"/>
                  </a:lnTo>
                  <a:lnTo>
                    <a:pt x="11099351" y="5399650"/>
                  </a:lnTo>
                  <a:lnTo>
                    <a:pt x="110993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6675741" y="1304035"/>
            <a:ext cx="3705225" cy="141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2700" rIns="0" bIns="0" anchor="t" anchorCtr="0">
            <a:spAutoFit/>
          </a:bodyPr>
          <a:lstStyle/>
          <a:p>
            <a:pPr marL="12700" marR="5080" lvl="0" indent="0" algn="l" rtl="0">
              <a:lnSpc>
                <a:spcPct val="10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</a:rPr>
              <a:t>CSS (Cascading Style Sheets)</a:t>
            </a:r>
            <a:endParaRPr sz="4800"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327" y="1810511"/>
            <a:ext cx="5471160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6790041" y="2992627"/>
            <a:ext cx="3893820" cy="76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73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Diseño y estilo de la página web.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Controla la presentación y el formato.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/>
        </p:nvSpPr>
        <p:spPr>
          <a:xfrm>
            <a:off x="840725" y="1098803"/>
            <a:ext cx="167386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65140" y="871146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 h="120000" extrusionOk="0">
                <a:moveTo>
                  <a:pt x="0" y="0"/>
                </a:moveTo>
                <a:lnTo>
                  <a:pt x="736939" y="0"/>
                </a:lnTo>
              </a:path>
            </a:pathLst>
          </a:custGeom>
          <a:noFill/>
          <a:ln w="571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6018638" y="842771"/>
            <a:ext cx="5043170" cy="84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Programación del lado del cliente.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Interactividad y dinamismo en la página web.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94304"/>
            <a:ext cx="12188952" cy="366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0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48" name="Google Shape;148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10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0"/>
            <p:cNvSpPr/>
            <p:nvPr/>
          </p:nvSpPr>
          <p:spPr>
            <a:xfrm>
              <a:off x="0" y="0"/>
              <a:ext cx="4446905" cy="6858000"/>
            </a:xfrm>
            <a:custGeom>
              <a:avLst/>
              <a:gdLst/>
              <a:ahLst/>
              <a:cxnLst/>
              <a:rect l="l" t="t" r="r" b="b"/>
              <a:pathLst>
                <a:path w="4446905" h="6858000" extrusionOk="0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10"/>
          <p:cNvSpPr txBox="1">
            <a:spLocks noGrp="1"/>
          </p:cNvSpPr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Angular</a:t>
            </a:r>
            <a:endParaRPr sz="2800"/>
          </a:p>
        </p:txBody>
      </p:sp>
      <p:grpSp>
        <p:nvGrpSpPr>
          <p:cNvPr id="153" name="Google Shape;153;p10"/>
          <p:cNvGrpSpPr/>
          <p:nvPr/>
        </p:nvGrpSpPr>
        <p:grpSpPr>
          <a:xfrm>
            <a:off x="0" y="1426546"/>
            <a:ext cx="3779172" cy="1035349"/>
            <a:chOff x="0" y="1426546"/>
            <a:chExt cx="3779172" cy="1035349"/>
          </a:xfrm>
        </p:grpSpPr>
        <p:sp>
          <p:nvSpPr>
            <p:cNvPr id="154" name="Google Shape;154;p10"/>
            <p:cNvSpPr/>
            <p:nvPr/>
          </p:nvSpPr>
          <p:spPr>
            <a:xfrm>
              <a:off x="0" y="1426546"/>
              <a:ext cx="128270" cy="654050"/>
            </a:xfrm>
            <a:custGeom>
              <a:avLst/>
              <a:gdLst/>
              <a:ahLst/>
              <a:cxnLst/>
              <a:rect l="l" t="t" r="r" b="b"/>
              <a:pathLst>
                <a:path w="128270" h="654050" extrusionOk="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395893" y="2443480"/>
              <a:ext cx="3383279" cy="18415"/>
            </a:xfrm>
            <a:custGeom>
              <a:avLst/>
              <a:gdLst/>
              <a:ahLst/>
              <a:cxnLst/>
              <a:rect l="l" t="t" r="r" b="b"/>
              <a:pathLst>
                <a:path w="3383279" h="18414" extrusionOk="0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10"/>
          <p:cNvSpPr txBox="1"/>
          <p:nvPr/>
        </p:nvSpPr>
        <p:spPr>
          <a:xfrm>
            <a:off x="564119" y="2840735"/>
            <a:ext cx="3144600" cy="3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12700" marR="5080" lvl="0" indent="0" algn="l" rtl="0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Angular es un framework de JavaScript de tipo open source, es decir de código abierto, desarrollado por Google. Se utiliza en la creación y programación de aplicaciones web de una sola página. Como se explica en el sitio web de Angular, “los componentes son los bloques de construcción que componen una aplicación.</a:t>
            </a:r>
            <a:br>
              <a:rPr lang="en-US" sz="17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7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le saca mayor provecho si se hace uso de Typescript para el desarrollo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072" y="1150750"/>
            <a:ext cx="5358550" cy="45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g2d9291ce7ef_0_0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63" name="Google Shape;163;g2d9291ce7ef_0_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g2d9291ce7ef_0_0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g2d9291ce7ef_0_0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g2d9291ce7ef_0_0"/>
            <p:cNvSpPr/>
            <p:nvPr/>
          </p:nvSpPr>
          <p:spPr>
            <a:xfrm>
              <a:off x="0" y="0"/>
              <a:ext cx="4446905" cy="6858000"/>
            </a:xfrm>
            <a:custGeom>
              <a:avLst/>
              <a:gdLst/>
              <a:ahLst/>
              <a:cxnLst/>
              <a:rect l="l" t="t" r="r" b="b"/>
              <a:pathLst>
                <a:path w="4446905" h="6858000" extrusionOk="0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g2d9291ce7ef_0_0"/>
          <p:cNvSpPr txBox="1">
            <a:spLocks noGrp="1"/>
          </p:cNvSpPr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Vue JS</a:t>
            </a:r>
            <a:endParaRPr sz="2800"/>
          </a:p>
        </p:txBody>
      </p:sp>
      <p:grpSp>
        <p:nvGrpSpPr>
          <p:cNvPr id="168" name="Google Shape;168;g2d9291ce7ef_0_0"/>
          <p:cNvGrpSpPr/>
          <p:nvPr/>
        </p:nvGrpSpPr>
        <p:grpSpPr>
          <a:xfrm>
            <a:off x="0" y="1426546"/>
            <a:ext cx="3779172" cy="1035348"/>
            <a:chOff x="0" y="1426546"/>
            <a:chExt cx="3779172" cy="1035348"/>
          </a:xfrm>
        </p:grpSpPr>
        <p:sp>
          <p:nvSpPr>
            <p:cNvPr id="169" name="Google Shape;169;g2d9291ce7ef_0_0"/>
            <p:cNvSpPr/>
            <p:nvPr/>
          </p:nvSpPr>
          <p:spPr>
            <a:xfrm>
              <a:off x="0" y="1426546"/>
              <a:ext cx="128270" cy="654050"/>
            </a:xfrm>
            <a:custGeom>
              <a:avLst/>
              <a:gdLst/>
              <a:ahLst/>
              <a:cxnLst/>
              <a:rect l="l" t="t" r="r" b="b"/>
              <a:pathLst>
                <a:path w="128270" h="654050" extrusionOk="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g2d9291ce7ef_0_0"/>
            <p:cNvSpPr/>
            <p:nvPr/>
          </p:nvSpPr>
          <p:spPr>
            <a:xfrm>
              <a:off x="395893" y="2443480"/>
              <a:ext cx="3383279" cy="18414"/>
            </a:xfrm>
            <a:custGeom>
              <a:avLst/>
              <a:gdLst/>
              <a:ahLst/>
              <a:cxnLst/>
              <a:rect l="l" t="t" r="r" b="b"/>
              <a:pathLst>
                <a:path w="3383279" h="18414" extrusionOk="0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g2d9291ce7ef_0_0"/>
          <p:cNvSpPr txBox="1"/>
          <p:nvPr/>
        </p:nvSpPr>
        <p:spPr>
          <a:xfrm>
            <a:off x="564119" y="2840735"/>
            <a:ext cx="3144600" cy="16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12700" marR="5080" lvl="0" indent="0" algn="l" rtl="0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ha convertido en una opción popular para el desarrollo frontend debido a su enfoque declarativo, su capacidad para construir componentes reutilizables y su eficiente manejo del estado y la actualización del DOM.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2d9291ce7ef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1184" y="1011936"/>
            <a:ext cx="6922008" cy="493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g2d9291ce7ef_0_16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78" name="Google Shape;178;g2d9291ce7ef_0_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g2d9291ce7ef_0_16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g2d9291ce7ef_0_16"/>
            <p:cNvSpPr/>
            <p:nvPr/>
          </p:nvSpPr>
          <p:spPr>
            <a:xfrm>
              <a:off x="0" y="0"/>
              <a:ext cx="4455795" cy="6858000"/>
            </a:xfrm>
            <a:custGeom>
              <a:avLst/>
              <a:gdLst/>
              <a:ahLst/>
              <a:cxnLst/>
              <a:rect l="l" t="t" r="r" b="b"/>
              <a:pathLst>
                <a:path w="4455795" h="6858000" extrusionOk="0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g2d9291ce7ef_0_16"/>
            <p:cNvSpPr/>
            <p:nvPr/>
          </p:nvSpPr>
          <p:spPr>
            <a:xfrm>
              <a:off x="0" y="0"/>
              <a:ext cx="4446905" cy="6858000"/>
            </a:xfrm>
            <a:custGeom>
              <a:avLst/>
              <a:gdLst/>
              <a:ahLst/>
              <a:cxnLst/>
              <a:rect l="l" t="t" r="r" b="b"/>
              <a:pathLst>
                <a:path w="4446905" h="6858000" extrusionOk="0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g2d9291ce7ef_0_16"/>
          <p:cNvSpPr txBox="1">
            <a:spLocks noGrp="1"/>
          </p:cNvSpPr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React JS</a:t>
            </a:r>
            <a:endParaRPr sz="2800"/>
          </a:p>
        </p:txBody>
      </p:sp>
      <p:grpSp>
        <p:nvGrpSpPr>
          <p:cNvPr id="183" name="Google Shape;183;g2d9291ce7ef_0_16"/>
          <p:cNvGrpSpPr/>
          <p:nvPr/>
        </p:nvGrpSpPr>
        <p:grpSpPr>
          <a:xfrm>
            <a:off x="0" y="1426546"/>
            <a:ext cx="3779172" cy="1035348"/>
            <a:chOff x="0" y="1426546"/>
            <a:chExt cx="3779172" cy="1035348"/>
          </a:xfrm>
        </p:grpSpPr>
        <p:sp>
          <p:nvSpPr>
            <p:cNvPr id="184" name="Google Shape;184;g2d9291ce7ef_0_16"/>
            <p:cNvSpPr/>
            <p:nvPr/>
          </p:nvSpPr>
          <p:spPr>
            <a:xfrm>
              <a:off x="0" y="1426546"/>
              <a:ext cx="128270" cy="654050"/>
            </a:xfrm>
            <a:custGeom>
              <a:avLst/>
              <a:gdLst/>
              <a:ahLst/>
              <a:cxnLst/>
              <a:rect l="l" t="t" r="r" b="b"/>
              <a:pathLst>
                <a:path w="128270" h="654050" extrusionOk="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g2d9291ce7ef_0_16"/>
            <p:cNvSpPr/>
            <p:nvPr/>
          </p:nvSpPr>
          <p:spPr>
            <a:xfrm>
              <a:off x="395893" y="2443480"/>
              <a:ext cx="3383279" cy="18414"/>
            </a:xfrm>
            <a:custGeom>
              <a:avLst/>
              <a:gdLst/>
              <a:ahLst/>
              <a:cxnLst/>
              <a:rect l="l" t="t" r="r" b="b"/>
              <a:pathLst>
                <a:path w="3383279" h="18414" extrusionOk="0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" name="Google Shape;186;g2d9291ce7ef_0_16"/>
          <p:cNvSpPr txBox="1"/>
          <p:nvPr/>
        </p:nvSpPr>
        <p:spPr>
          <a:xfrm>
            <a:off x="564119" y="2840735"/>
            <a:ext cx="3144600" cy="16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12700" marR="5080" lvl="0" indent="0" algn="l" rtl="0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ha convertido en una opción popular para el desarrollo frontend debido a su enfoque declarativo, su capacidad para construir componentes reutilizables y su eficiente manejo del estado y la actualización del DOM.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g2d9291ce7ef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4275" y="971550"/>
            <a:ext cx="769620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11"/>
          <p:cNvGrpSpPr/>
          <p:nvPr/>
        </p:nvGrpSpPr>
        <p:grpSpPr>
          <a:xfrm>
            <a:off x="0" y="0"/>
            <a:ext cx="12188952" cy="1578864"/>
            <a:chOff x="0" y="0"/>
            <a:chExt cx="12188952" cy="1578864"/>
          </a:xfrm>
        </p:grpSpPr>
        <p:pic>
          <p:nvPicPr>
            <p:cNvPr id="193" name="Google Shape;193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88952" cy="1578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25968" y="0"/>
              <a:ext cx="4062983" cy="1578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12188952" cy="15788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11"/>
          <p:cNvSpPr txBox="1">
            <a:spLocks noGrp="1"/>
          </p:cNvSpPr>
          <p:nvPr>
            <p:ph type="title"/>
          </p:nvPr>
        </p:nvSpPr>
        <p:spPr>
          <a:xfrm>
            <a:off x="1450322" y="411987"/>
            <a:ext cx="727837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Principales Características de React</a:t>
            </a:r>
            <a:endParaRPr sz="4000"/>
          </a:p>
        </p:txBody>
      </p:sp>
      <p:grpSp>
        <p:nvGrpSpPr>
          <p:cNvPr id="197" name="Google Shape;197;p11"/>
          <p:cNvGrpSpPr/>
          <p:nvPr/>
        </p:nvGrpSpPr>
        <p:grpSpPr>
          <a:xfrm>
            <a:off x="647257" y="2558068"/>
            <a:ext cx="2540000" cy="1524000"/>
            <a:chOff x="647257" y="2558068"/>
            <a:chExt cx="2540000" cy="1524000"/>
          </a:xfrm>
        </p:grpSpPr>
        <p:sp>
          <p:nvSpPr>
            <p:cNvPr id="198" name="Google Shape;198;p11"/>
            <p:cNvSpPr/>
            <p:nvPr/>
          </p:nvSpPr>
          <p:spPr>
            <a:xfrm>
              <a:off x="647257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647257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1"/>
          <p:cNvSpPr txBox="1"/>
          <p:nvPr/>
        </p:nvSpPr>
        <p:spPr>
          <a:xfrm>
            <a:off x="647257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3189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" name="Google Shape;201;p11"/>
          <p:cNvGrpSpPr/>
          <p:nvPr/>
        </p:nvGrpSpPr>
        <p:grpSpPr>
          <a:xfrm>
            <a:off x="3441109" y="2558068"/>
            <a:ext cx="2540000" cy="1524000"/>
            <a:chOff x="3441109" y="2558068"/>
            <a:chExt cx="2540000" cy="1524000"/>
          </a:xfrm>
        </p:grpSpPr>
        <p:sp>
          <p:nvSpPr>
            <p:cNvPr id="202" name="Google Shape;202;p11"/>
            <p:cNvSpPr/>
            <p:nvPr/>
          </p:nvSpPr>
          <p:spPr>
            <a:xfrm>
              <a:off x="3441109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3441109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11"/>
          <p:cNvSpPr txBox="1"/>
          <p:nvPr/>
        </p:nvSpPr>
        <p:spPr>
          <a:xfrm>
            <a:off x="3441109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1"/>
          <p:cNvGrpSpPr/>
          <p:nvPr/>
        </p:nvGrpSpPr>
        <p:grpSpPr>
          <a:xfrm>
            <a:off x="6234963" y="2558068"/>
            <a:ext cx="2540000" cy="1524000"/>
            <a:chOff x="6234963" y="2558068"/>
            <a:chExt cx="2540000" cy="1524000"/>
          </a:xfrm>
        </p:grpSpPr>
        <p:sp>
          <p:nvSpPr>
            <p:cNvPr id="206" name="Google Shape;206;p11"/>
            <p:cNvSpPr/>
            <p:nvPr/>
          </p:nvSpPr>
          <p:spPr>
            <a:xfrm>
              <a:off x="6234963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6234963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8" name="Google Shape;208;p11"/>
          <p:cNvSpPr txBox="1"/>
          <p:nvPr/>
        </p:nvSpPr>
        <p:spPr>
          <a:xfrm>
            <a:off x="6234963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98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DOM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11"/>
          <p:cNvGrpSpPr/>
          <p:nvPr/>
        </p:nvGrpSpPr>
        <p:grpSpPr>
          <a:xfrm>
            <a:off x="9028816" y="2558068"/>
            <a:ext cx="2540000" cy="1524000"/>
            <a:chOff x="9028816" y="2558068"/>
            <a:chExt cx="2540000" cy="1524000"/>
          </a:xfrm>
        </p:grpSpPr>
        <p:sp>
          <p:nvSpPr>
            <p:cNvPr id="210" name="Google Shape;210;p11"/>
            <p:cNvSpPr/>
            <p:nvPr/>
          </p:nvSpPr>
          <p:spPr>
            <a:xfrm>
              <a:off x="9028816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9028816" y="2558068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11"/>
          <p:cNvSpPr txBox="1"/>
          <p:nvPr/>
        </p:nvSpPr>
        <p:spPr>
          <a:xfrm>
            <a:off x="9028816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9725" rIns="0" bIns="0" anchor="t" anchorCtr="0">
            <a:spAutoFit/>
          </a:bodyPr>
          <a:lstStyle/>
          <a:p>
            <a:pPr marL="235584" marR="227329" lvl="0" indent="317500" algn="l" rtl="0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y Propiedades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11"/>
          <p:cNvGrpSpPr/>
          <p:nvPr/>
        </p:nvGrpSpPr>
        <p:grpSpPr>
          <a:xfrm>
            <a:off x="2044184" y="4335974"/>
            <a:ext cx="2540000" cy="1524000"/>
            <a:chOff x="2044184" y="4335974"/>
            <a:chExt cx="2540000" cy="1524000"/>
          </a:xfrm>
        </p:grpSpPr>
        <p:sp>
          <p:nvSpPr>
            <p:cNvPr id="214" name="Google Shape;214;p11"/>
            <p:cNvSpPr/>
            <p:nvPr/>
          </p:nvSpPr>
          <p:spPr>
            <a:xfrm>
              <a:off x="2044184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2044184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11"/>
          <p:cNvSpPr txBox="1"/>
          <p:nvPr/>
        </p:nvSpPr>
        <p:spPr>
          <a:xfrm>
            <a:off x="2044184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47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Router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11"/>
          <p:cNvGrpSpPr/>
          <p:nvPr/>
        </p:nvGrpSpPr>
        <p:grpSpPr>
          <a:xfrm>
            <a:off x="4838037" y="4335974"/>
            <a:ext cx="2540000" cy="1524000"/>
            <a:chOff x="4838037" y="4335974"/>
            <a:chExt cx="2540000" cy="1524000"/>
          </a:xfrm>
        </p:grpSpPr>
        <p:sp>
          <p:nvSpPr>
            <p:cNvPr id="218" name="Google Shape;218;p11"/>
            <p:cNvSpPr/>
            <p:nvPr/>
          </p:nvSpPr>
          <p:spPr>
            <a:xfrm>
              <a:off x="4838037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4838037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11"/>
          <p:cNvSpPr txBox="1"/>
          <p:nvPr/>
        </p:nvSpPr>
        <p:spPr>
          <a:xfrm>
            <a:off x="4838037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2250" rIns="0" bIns="0" anchor="t" anchorCtr="0">
            <a:spAutoFit/>
          </a:bodyPr>
          <a:lstStyle/>
          <a:p>
            <a:pPr marL="695960" marR="371475" lvl="0" indent="-317500" algn="l" rtl="0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Estado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11"/>
          <p:cNvGrpSpPr/>
          <p:nvPr/>
        </p:nvGrpSpPr>
        <p:grpSpPr>
          <a:xfrm>
            <a:off x="7631889" y="4335974"/>
            <a:ext cx="2540000" cy="1524000"/>
            <a:chOff x="7631889" y="4335974"/>
            <a:chExt cx="2540000" cy="1524000"/>
          </a:xfrm>
        </p:grpSpPr>
        <p:sp>
          <p:nvSpPr>
            <p:cNvPr id="222" name="Google Shape;222;p11"/>
            <p:cNvSpPr/>
            <p:nvPr/>
          </p:nvSpPr>
          <p:spPr>
            <a:xfrm>
              <a:off x="7631889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7631889" y="4335974"/>
              <a:ext cx="2540000" cy="1524000"/>
            </a:xfrm>
            <a:custGeom>
              <a:avLst/>
              <a:gdLst/>
              <a:ahLst/>
              <a:cxnLst/>
              <a:rect l="l" t="t" r="r" b="b"/>
              <a:pathLst>
                <a:path w="2540000" h="1524000" extrusionOk="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4" name="Google Shape;224;p11"/>
          <p:cNvSpPr txBox="1"/>
          <p:nvPr/>
        </p:nvSpPr>
        <p:spPr>
          <a:xfrm>
            <a:off x="7631889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38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2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Hooks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2"/>
          <p:cNvGrpSpPr/>
          <p:nvPr/>
        </p:nvGrpSpPr>
        <p:grpSpPr>
          <a:xfrm>
            <a:off x="641773" y="623275"/>
            <a:ext cx="11226787" cy="5912992"/>
            <a:chOff x="641773" y="623275"/>
            <a:chExt cx="11226787" cy="5912992"/>
          </a:xfrm>
        </p:grpSpPr>
        <p:sp>
          <p:nvSpPr>
            <p:cNvPr id="230" name="Google Shape;230;p12"/>
            <p:cNvSpPr/>
            <p:nvPr/>
          </p:nvSpPr>
          <p:spPr>
            <a:xfrm>
              <a:off x="8576720" y="3335867"/>
              <a:ext cx="3291840" cy="3200400"/>
            </a:xfrm>
            <a:custGeom>
              <a:avLst/>
              <a:gdLst/>
              <a:ahLst/>
              <a:cxnLst/>
              <a:rect l="l" t="t" r="r" b="b"/>
              <a:pathLst>
                <a:path w="3291840" h="3200400" extrusionOk="0">
                  <a:moveTo>
                    <a:pt x="3291839" y="0"/>
                  </a:moveTo>
                  <a:lnTo>
                    <a:pt x="0" y="3200400"/>
                  </a:lnTo>
                  <a:lnTo>
                    <a:pt x="3291839" y="3200400"/>
                  </a:lnTo>
                  <a:lnTo>
                    <a:pt x="329183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41773" y="623275"/>
              <a:ext cx="10905490" cy="5608320"/>
            </a:xfrm>
            <a:custGeom>
              <a:avLst/>
              <a:gdLst/>
              <a:ahLst/>
              <a:cxnLst/>
              <a:rect l="l" t="t" r="r" b="b"/>
              <a:pathLst>
                <a:path w="10905490" h="5608320" extrusionOk="0">
                  <a:moveTo>
                    <a:pt x="0" y="0"/>
                  </a:moveTo>
                  <a:lnTo>
                    <a:pt x="10905053" y="0"/>
                  </a:lnTo>
                  <a:lnTo>
                    <a:pt x="10905053" y="5607882"/>
                  </a:lnTo>
                  <a:lnTo>
                    <a:pt x="0" y="56078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4040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p12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2375" rIns="0" bIns="0" anchor="t" anchorCtr="0">
            <a:spAutoFit/>
          </a:bodyPr>
          <a:lstStyle/>
          <a:p>
            <a:pPr marL="51117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>
                <a:solidFill>
                  <a:srgbClr val="000000"/>
                </a:solidFill>
              </a:rPr>
              <a:t>React con vite</a:t>
            </a:r>
            <a:endParaRPr sz="1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3"/>
          <p:cNvGrpSpPr/>
          <p:nvPr/>
        </p:nvGrpSpPr>
        <p:grpSpPr>
          <a:xfrm>
            <a:off x="0" y="5260847"/>
            <a:ext cx="12191996" cy="1597152"/>
            <a:chOff x="0" y="5260847"/>
            <a:chExt cx="12191996" cy="1597152"/>
          </a:xfrm>
        </p:grpSpPr>
        <p:pic>
          <p:nvPicPr>
            <p:cNvPr id="238" name="Google Shape;238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5266401"/>
              <a:ext cx="12191996" cy="1591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13775" y="5263895"/>
              <a:ext cx="4075176" cy="1594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5260847"/>
              <a:ext cx="12179808" cy="15971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13"/>
          <p:cNvSpPr txBox="1"/>
          <p:nvPr/>
        </p:nvSpPr>
        <p:spPr>
          <a:xfrm>
            <a:off x="1450323" y="5651500"/>
            <a:ext cx="7172959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Crear un Proyecto con Vite y React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38527" y="1490472"/>
            <a:ext cx="8314944" cy="103936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/>
          <p:cNvSpPr txBox="1"/>
          <p:nvPr/>
        </p:nvSpPr>
        <p:spPr>
          <a:xfrm>
            <a:off x="2133281" y="4119372"/>
            <a:ext cx="7972425" cy="61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1900" rIns="0" bIns="0" anchor="t" anchorCtr="0">
            <a:spAutoFit/>
          </a:bodyPr>
          <a:lstStyle/>
          <a:p>
            <a:pPr marL="12700" marR="5080" lvl="0" indent="0" algn="l" rtl="0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Primero, asegúrate de tener Node.js instalado en tu máquina. Luego, crea un nuevo proyecto con Vite usando la plantilla de React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>
            <a:spLocks noGrp="1"/>
          </p:cNvSpPr>
          <p:nvPr>
            <p:ph type="title"/>
          </p:nvPr>
        </p:nvSpPr>
        <p:spPr>
          <a:xfrm>
            <a:off x="709660" y="577596"/>
            <a:ext cx="3629025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12700" marR="508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00000"/>
                </a:solidFill>
              </a:rPr>
              <a:t>Estructura del Proyecto</a:t>
            </a:r>
            <a:endParaRPr sz="5000"/>
          </a:p>
        </p:txBody>
      </p:sp>
      <p:grpSp>
        <p:nvGrpSpPr>
          <p:cNvPr id="249" name="Google Shape;249;p14"/>
          <p:cNvGrpSpPr/>
          <p:nvPr/>
        </p:nvGrpSpPr>
        <p:grpSpPr>
          <a:xfrm>
            <a:off x="643074" y="2357213"/>
            <a:ext cx="3255848" cy="46990"/>
            <a:chOff x="643074" y="2357213"/>
            <a:chExt cx="3255848" cy="46990"/>
          </a:xfrm>
        </p:grpSpPr>
        <p:sp>
          <p:nvSpPr>
            <p:cNvPr id="250" name="Google Shape;250;p14"/>
            <p:cNvSpPr/>
            <p:nvPr/>
          </p:nvSpPr>
          <p:spPr>
            <a:xfrm>
              <a:off x="643277" y="2362058"/>
              <a:ext cx="3255645" cy="40005"/>
            </a:xfrm>
            <a:custGeom>
              <a:avLst/>
              <a:gdLst/>
              <a:ahLst/>
              <a:cxnLst/>
              <a:rect l="l" t="t" r="r" b="b"/>
              <a:pathLst>
                <a:path w="3255645" h="40005" extrusionOk="0">
                  <a:moveTo>
                    <a:pt x="951866" y="30"/>
                  </a:moveTo>
                  <a:lnTo>
                    <a:pt x="910619" y="0"/>
                  </a:lnTo>
                  <a:lnTo>
                    <a:pt x="870711" y="739"/>
                  </a:lnTo>
                  <a:lnTo>
                    <a:pt x="830062" y="2101"/>
                  </a:lnTo>
                  <a:lnTo>
                    <a:pt x="682876" y="8439"/>
                  </a:lnTo>
                  <a:lnTo>
                    <a:pt x="558241" y="12980"/>
                  </a:lnTo>
                  <a:lnTo>
                    <a:pt x="409533" y="18934"/>
                  </a:lnTo>
                  <a:lnTo>
                    <a:pt x="365934" y="20356"/>
                  </a:lnTo>
                  <a:lnTo>
                    <a:pt x="322978" y="21308"/>
                  </a:lnTo>
                  <a:lnTo>
                    <a:pt x="279258" y="21676"/>
                  </a:lnTo>
                  <a:lnTo>
                    <a:pt x="233369" y="21348"/>
                  </a:lnTo>
                  <a:lnTo>
                    <a:pt x="183904" y="20210"/>
                  </a:lnTo>
                  <a:lnTo>
                    <a:pt x="129459" y="18150"/>
                  </a:lnTo>
                  <a:lnTo>
                    <a:pt x="68626" y="15054"/>
                  </a:lnTo>
                  <a:lnTo>
                    <a:pt x="0" y="10809"/>
                  </a:lnTo>
                  <a:lnTo>
                    <a:pt x="370" y="17709"/>
                  </a:lnTo>
                  <a:lnTo>
                    <a:pt x="843" y="20386"/>
                  </a:lnTo>
                  <a:lnTo>
                    <a:pt x="0" y="29097"/>
                  </a:lnTo>
                  <a:lnTo>
                    <a:pt x="45460" y="28822"/>
                  </a:lnTo>
                  <a:lnTo>
                    <a:pt x="90443" y="28915"/>
                  </a:lnTo>
                  <a:lnTo>
                    <a:pt x="135402" y="29289"/>
                  </a:lnTo>
                  <a:lnTo>
                    <a:pt x="375730" y="32287"/>
                  </a:lnTo>
                  <a:lnTo>
                    <a:pt x="430081" y="32497"/>
                  </a:lnTo>
                  <a:lnTo>
                    <a:pt x="487586" y="32370"/>
                  </a:lnTo>
                  <a:lnTo>
                    <a:pt x="548700" y="31820"/>
                  </a:lnTo>
                  <a:lnTo>
                    <a:pt x="613876" y="30759"/>
                  </a:lnTo>
                  <a:lnTo>
                    <a:pt x="752459" y="27588"/>
                  </a:lnTo>
                  <a:lnTo>
                    <a:pt x="815429" y="26933"/>
                  </a:lnTo>
                  <a:lnTo>
                    <a:pt x="873238" y="26967"/>
                  </a:lnTo>
                  <a:lnTo>
                    <a:pt x="926647" y="27526"/>
                  </a:lnTo>
                  <a:lnTo>
                    <a:pt x="976415" y="28447"/>
                  </a:lnTo>
                  <a:lnTo>
                    <a:pt x="1111462" y="31731"/>
                  </a:lnTo>
                  <a:lnTo>
                    <a:pt x="1154258" y="32453"/>
                  </a:lnTo>
                  <a:lnTo>
                    <a:pt x="1197209" y="32715"/>
                  </a:lnTo>
                  <a:lnTo>
                    <a:pt x="1241075" y="32352"/>
                  </a:lnTo>
                  <a:lnTo>
                    <a:pt x="1286615" y="31201"/>
                  </a:lnTo>
                  <a:lnTo>
                    <a:pt x="1389089" y="26494"/>
                  </a:lnTo>
                  <a:lnTo>
                    <a:pt x="1437000" y="24822"/>
                  </a:lnTo>
                  <a:lnTo>
                    <a:pt x="1480239" y="23943"/>
                  </a:lnTo>
                  <a:lnTo>
                    <a:pt x="1520723" y="23722"/>
                  </a:lnTo>
                  <a:lnTo>
                    <a:pt x="1560368" y="24022"/>
                  </a:lnTo>
                  <a:lnTo>
                    <a:pt x="1748892" y="27692"/>
                  </a:lnTo>
                  <a:lnTo>
                    <a:pt x="1813093" y="28545"/>
                  </a:lnTo>
                  <a:lnTo>
                    <a:pt x="1887955" y="29097"/>
                  </a:lnTo>
                  <a:lnTo>
                    <a:pt x="1950944" y="28996"/>
                  </a:lnTo>
                  <a:lnTo>
                    <a:pt x="2012781" y="28241"/>
                  </a:lnTo>
                  <a:lnTo>
                    <a:pt x="2073299" y="27001"/>
                  </a:lnTo>
                  <a:lnTo>
                    <a:pt x="2132329" y="25442"/>
                  </a:lnTo>
                  <a:lnTo>
                    <a:pt x="2298826" y="20523"/>
                  </a:lnTo>
                  <a:lnTo>
                    <a:pt x="2350237" y="19361"/>
                  </a:lnTo>
                  <a:lnTo>
                    <a:pt x="2399325" y="18716"/>
                  </a:lnTo>
                  <a:lnTo>
                    <a:pt x="2445924" y="18755"/>
                  </a:lnTo>
                  <a:lnTo>
                    <a:pt x="2489865" y="19645"/>
                  </a:lnTo>
                  <a:lnTo>
                    <a:pt x="2530982" y="21554"/>
                  </a:lnTo>
                  <a:lnTo>
                    <a:pt x="2569108" y="24649"/>
                  </a:lnTo>
                  <a:lnTo>
                    <a:pt x="2604076" y="29097"/>
                  </a:lnTo>
                  <a:lnTo>
                    <a:pt x="2643425" y="33825"/>
                  </a:lnTo>
                  <a:lnTo>
                    <a:pt x="2688891" y="36990"/>
                  </a:lnTo>
                  <a:lnTo>
                    <a:pt x="2739294" y="38804"/>
                  </a:lnTo>
                  <a:lnTo>
                    <a:pt x="2793453" y="39478"/>
                  </a:lnTo>
                  <a:lnTo>
                    <a:pt x="2850187" y="39224"/>
                  </a:lnTo>
                  <a:lnTo>
                    <a:pt x="2908316" y="38253"/>
                  </a:lnTo>
                  <a:lnTo>
                    <a:pt x="2966659" y="36774"/>
                  </a:lnTo>
                  <a:lnTo>
                    <a:pt x="3178559" y="30022"/>
                  </a:lnTo>
                  <a:lnTo>
                    <a:pt x="3220262" y="29179"/>
                  </a:lnTo>
                  <a:lnTo>
                    <a:pt x="3255094" y="29097"/>
                  </a:lnTo>
                  <a:lnTo>
                    <a:pt x="3255478" y="20281"/>
                  </a:lnTo>
                  <a:lnTo>
                    <a:pt x="3254830" y="15303"/>
                  </a:lnTo>
                  <a:lnTo>
                    <a:pt x="3255094" y="10809"/>
                  </a:lnTo>
                  <a:lnTo>
                    <a:pt x="3201407" y="15844"/>
                  </a:lnTo>
                  <a:lnTo>
                    <a:pt x="3146543" y="18965"/>
                  </a:lnTo>
                  <a:lnTo>
                    <a:pt x="3090899" y="20449"/>
                  </a:lnTo>
                  <a:lnTo>
                    <a:pt x="3034871" y="20571"/>
                  </a:lnTo>
                  <a:lnTo>
                    <a:pt x="2978854" y="19607"/>
                  </a:lnTo>
                  <a:lnTo>
                    <a:pt x="2923245" y="17831"/>
                  </a:lnTo>
                  <a:lnTo>
                    <a:pt x="2868439" y="15520"/>
                  </a:lnTo>
                  <a:lnTo>
                    <a:pt x="2712801" y="8128"/>
                  </a:lnTo>
                  <a:lnTo>
                    <a:pt x="2665167" y="6430"/>
                  </a:lnTo>
                  <a:lnTo>
                    <a:pt x="2620317" y="5573"/>
                  </a:lnTo>
                  <a:lnTo>
                    <a:pt x="2578645" y="5834"/>
                  </a:lnTo>
                  <a:lnTo>
                    <a:pt x="2540548" y="7487"/>
                  </a:lnTo>
                  <a:lnTo>
                    <a:pt x="2463375" y="15084"/>
                  </a:lnTo>
                  <a:lnTo>
                    <a:pt x="2415010" y="17504"/>
                  </a:lnTo>
                  <a:lnTo>
                    <a:pt x="2362460" y="18393"/>
                  </a:lnTo>
                  <a:lnTo>
                    <a:pt x="2306856" y="18073"/>
                  </a:lnTo>
                  <a:lnTo>
                    <a:pt x="2249331" y="16869"/>
                  </a:lnTo>
                  <a:lnTo>
                    <a:pt x="2191017" y="15103"/>
                  </a:lnTo>
                  <a:lnTo>
                    <a:pt x="2076549" y="11178"/>
                  </a:lnTo>
                  <a:lnTo>
                    <a:pt x="2022659" y="9666"/>
                  </a:lnTo>
                  <a:lnTo>
                    <a:pt x="1972509" y="8885"/>
                  </a:lnTo>
                  <a:lnTo>
                    <a:pt x="1927230" y="9158"/>
                  </a:lnTo>
                  <a:lnTo>
                    <a:pt x="1887955" y="10809"/>
                  </a:lnTo>
                  <a:lnTo>
                    <a:pt x="1854786" y="12895"/>
                  </a:lnTo>
                  <a:lnTo>
                    <a:pt x="1817107" y="14916"/>
                  </a:lnTo>
                  <a:lnTo>
                    <a:pt x="1775353" y="16806"/>
                  </a:lnTo>
                  <a:lnTo>
                    <a:pt x="1729961" y="18503"/>
                  </a:lnTo>
                  <a:lnTo>
                    <a:pt x="1681367" y="19942"/>
                  </a:lnTo>
                  <a:lnTo>
                    <a:pt x="1630006" y="21061"/>
                  </a:lnTo>
                  <a:lnTo>
                    <a:pt x="1576315" y="21795"/>
                  </a:lnTo>
                  <a:lnTo>
                    <a:pt x="1520728" y="22081"/>
                  </a:lnTo>
                  <a:lnTo>
                    <a:pt x="1463683" y="21854"/>
                  </a:lnTo>
                  <a:lnTo>
                    <a:pt x="1405615" y="21052"/>
                  </a:lnTo>
                  <a:lnTo>
                    <a:pt x="1346961" y="19610"/>
                  </a:lnTo>
                  <a:lnTo>
                    <a:pt x="1288155" y="17465"/>
                  </a:lnTo>
                  <a:lnTo>
                    <a:pt x="1229634" y="14552"/>
                  </a:lnTo>
                  <a:lnTo>
                    <a:pt x="1104435" y="6220"/>
                  </a:lnTo>
                  <a:lnTo>
                    <a:pt x="1046694" y="2992"/>
                  </a:lnTo>
                  <a:lnTo>
                    <a:pt x="996531" y="978"/>
                  </a:lnTo>
                  <a:lnTo>
                    <a:pt x="951866" y="3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643074" y="2357213"/>
              <a:ext cx="3255645" cy="46990"/>
            </a:xfrm>
            <a:custGeom>
              <a:avLst/>
              <a:gdLst/>
              <a:ahLst/>
              <a:cxnLst/>
              <a:rect l="l" t="t" r="r" b="b"/>
              <a:pathLst>
                <a:path w="3255645" h="46989" extrusionOk="0">
                  <a:moveTo>
                    <a:pt x="203" y="15654"/>
                  </a:moveTo>
                  <a:lnTo>
                    <a:pt x="59843" y="10632"/>
                  </a:lnTo>
                  <a:lnTo>
                    <a:pt x="118554" y="6610"/>
                  </a:lnTo>
                  <a:lnTo>
                    <a:pt x="176173" y="3562"/>
                  </a:lnTo>
                  <a:lnTo>
                    <a:pt x="232536" y="1461"/>
                  </a:lnTo>
                  <a:lnTo>
                    <a:pt x="287481" y="282"/>
                  </a:lnTo>
                  <a:lnTo>
                    <a:pt x="340844" y="0"/>
                  </a:lnTo>
                  <a:lnTo>
                    <a:pt x="392463" y="586"/>
                  </a:lnTo>
                  <a:lnTo>
                    <a:pt x="442173" y="2017"/>
                  </a:lnTo>
                  <a:lnTo>
                    <a:pt x="489812" y="4265"/>
                  </a:lnTo>
                  <a:lnTo>
                    <a:pt x="535217" y="7304"/>
                  </a:lnTo>
                  <a:lnTo>
                    <a:pt x="578224" y="11110"/>
                  </a:lnTo>
                  <a:lnTo>
                    <a:pt x="618671" y="15654"/>
                  </a:lnTo>
                  <a:lnTo>
                    <a:pt x="655567" y="19546"/>
                  </a:lnTo>
                  <a:lnTo>
                    <a:pt x="694144" y="22261"/>
                  </a:lnTo>
                  <a:lnTo>
                    <a:pt x="734543" y="23943"/>
                  </a:lnTo>
                  <a:lnTo>
                    <a:pt x="776904" y="24736"/>
                  </a:lnTo>
                  <a:lnTo>
                    <a:pt x="821368" y="24784"/>
                  </a:lnTo>
                  <a:lnTo>
                    <a:pt x="868076" y="24232"/>
                  </a:lnTo>
                  <a:lnTo>
                    <a:pt x="917168" y="23224"/>
                  </a:lnTo>
                  <a:lnTo>
                    <a:pt x="968787" y="21902"/>
                  </a:lnTo>
                  <a:lnTo>
                    <a:pt x="1023071" y="20413"/>
                  </a:lnTo>
                  <a:lnTo>
                    <a:pt x="1080163" y="18899"/>
                  </a:lnTo>
                  <a:lnTo>
                    <a:pt x="1140203" y="17506"/>
                  </a:lnTo>
                  <a:lnTo>
                    <a:pt x="1203331" y="16376"/>
                  </a:lnTo>
                  <a:lnTo>
                    <a:pt x="1269690" y="15654"/>
                  </a:lnTo>
                  <a:lnTo>
                    <a:pt x="1335563" y="15428"/>
                  </a:lnTo>
                  <a:lnTo>
                    <a:pt x="1397463" y="15621"/>
                  </a:lnTo>
                  <a:lnTo>
                    <a:pt x="1455870" y="16128"/>
                  </a:lnTo>
                  <a:lnTo>
                    <a:pt x="1511263" y="16846"/>
                  </a:lnTo>
                  <a:lnTo>
                    <a:pt x="1564120" y="17671"/>
                  </a:lnTo>
                  <a:lnTo>
                    <a:pt x="1614922" y="18498"/>
                  </a:lnTo>
                  <a:lnTo>
                    <a:pt x="1664149" y="19225"/>
                  </a:lnTo>
                  <a:lnTo>
                    <a:pt x="1712278" y="19747"/>
                  </a:lnTo>
                  <a:lnTo>
                    <a:pt x="1759791" y="19961"/>
                  </a:lnTo>
                  <a:lnTo>
                    <a:pt x="1807166" y="19762"/>
                  </a:lnTo>
                  <a:lnTo>
                    <a:pt x="1854883" y="19048"/>
                  </a:lnTo>
                  <a:lnTo>
                    <a:pt x="1903421" y="17713"/>
                  </a:lnTo>
                  <a:lnTo>
                    <a:pt x="1953260" y="15654"/>
                  </a:lnTo>
                  <a:lnTo>
                    <a:pt x="2004935" y="13792"/>
                  </a:lnTo>
                  <a:lnTo>
                    <a:pt x="2058371" y="12981"/>
                  </a:lnTo>
                  <a:lnTo>
                    <a:pt x="2113128" y="13019"/>
                  </a:lnTo>
                  <a:lnTo>
                    <a:pt x="2168768" y="13704"/>
                  </a:lnTo>
                  <a:lnTo>
                    <a:pt x="2224852" y="14834"/>
                  </a:lnTo>
                  <a:lnTo>
                    <a:pt x="2280940" y="16207"/>
                  </a:lnTo>
                  <a:lnTo>
                    <a:pt x="2336595" y="17621"/>
                  </a:lnTo>
                  <a:lnTo>
                    <a:pt x="2391377" y="18874"/>
                  </a:lnTo>
                  <a:lnTo>
                    <a:pt x="2444847" y="19764"/>
                  </a:lnTo>
                  <a:lnTo>
                    <a:pt x="2496566" y="20089"/>
                  </a:lnTo>
                  <a:lnTo>
                    <a:pt x="2546095" y="19647"/>
                  </a:lnTo>
                  <a:lnTo>
                    <a:pt x="2592996" y="18236"/>
                  </a:lnTo>
                  <a:lnTo>
                    <a:pt x="2636830" y="15654"/>
                  </a:lnTo>
                  <a:lnTo>
                    <a:pt x="2684817" y="12813"/>
                  </a:lnTo>
                  <a:lnTo>
                    <a:pt x="2736781" y="11162"/>
                  </a:lnTo>
                  <a:lnTo>
                    <a:pt x="2791723" y="10500"/>
                  </a:lnTo>
                  <a:lnTo>
                    <a:pt x="2848642" y="10624"/>
                  </a:lnTo>
                  <a:lnTo>
                    <a:pt x="2906540" y="11332"/>
                  </a:lnTo>
                  <a:lnTo>
                    <a:pt x="2964418" y="12422"/>
                  </a:lnTo>
                  <a:lnTo>
                    <a:pt x="3021276" y="13692"/>
                  </a:lnTo>
                  <a:lnTo>
                    <a:pt x="3076115" y="14939"/>
                  </a:lnTo>
                  <a:lnTo>
                    <a:pt x="3127936" y="15961"/>
                  </a:lnTo>
                  <a:lnTo>
                    <a:pt x="3175740" y="16555"/>
                  </a:lnTo>
                  <a:lnTo>
                    <a:pt x="3218527" y="16521"/>
                  </a:lnTo>
                  <a:lnTo>
                    <a:pt x="3255298" y="15654"/>
                  </a:lnTo>
                  <a:lnTo>
                    <a:pt x="3254589" y="23811"/>
                  </a:lnTo>
                  <a:lnTo>
                    <a:pt x="3254885" y="27779"/>
                  </a:lnTo>
                  <a:lnTo>
                    <a:pt x="3255298" y="33942"/>
                  </a:lnTo>
                  <a:lnTo>
                    <a:pt x="3216196" y="34696"/>
                  </a:lnTo>
                  <a:lnTo>
                    <a:pt x="3170981" y="34919"/>
                  </a:lnTo>
                  <a:lnTo>
                    <a:pt x="3120716" y="34716"/>
                  </a:lnTo>
                  <a:lnTo>
                    <a:pt x="3066468" y="34190"/>
                  </a:lnTo>
                  <a:lnTo>
                    <a:pt x="3009300" y="33445"/>
                  </a:lnTo>
                  <a:lnTo>
                    <a:pt x="2950279" y="32583"/>
                  </a:lnTo>
                  <a:lnTo>
                    <a:pt x="2890469" y="31710"/>
                  </a:lnTo>
                  <a:lnTo>
                    <a:pt x="2830935" y="30927"/>
                  </a:lnTo>
                  <a:lnTo>
                    <a:pt x="2772742" y="30339"/>
                  </a:lnTo>
                  <a:lnTo>
                    <a:pt x="2716956" y="30049"/>
                  </a:lnTo>
                  <a:lnTo>
                    <a:pt x="2664641" y="30161"/>
                  </a:lnTo>
                  <a:lnTo>
                    <a:pt x="2616863" y="30778"/>
                  </a:lnTo>
                  <a:lnTo>
                    <a:pt x="2574687" y="32004"/>
                  </a:lnTo>
                  <a:lnTo>
                    <a:pt x="2539177" y="33942"/>
                  </a:lnTo>
                  <a:lnTo>
                    <a:pt x="2505770" y="35563"/>
                  </a:lnTo>
                  <a:lnTo>
                    <a:pt x="2429728" y="35307"/>
                  </a:lnTo>
                  <a:lnTo>
                    <a:pt x="2387282" y="33929"/>
                  </a:lnTo>
                  <a:lnTo>
                    <a:pt x="2342012" y="32052"/>
                  </a:lnTo>
                  <a:lnTo>
                    <a:pt x="2294012" y="29926"/>
                  </a:lnTo>
                  <a:lnTo>
                    <a:pt x="2243376" y="27801"/>
                  </a:lnTo>
                  <a:lnTo>
                    <a:pt x="2190199" y="25926"/>
                  </a:lnTo>
                  <a:lnTo>
                    <a:pt x="2134575" y="24551"/>
                  </a:lnTo>
                  <a:lnTo>
                    <a:pt x="2076599" y="23928"/>
                  </a:lnTo>
                  <a:lnTo>
                    <a:pt x="2016364" y="24305"/>
                  </a:lnTo>
                  <a:lnTo>
                    <a:pt x="1953966" y="25933"/>
                  </a:lnTo>
                  <a:lnTo>
                    <a:pt x="1889498" y="29062"/>
                  </a:lnTo>
                  <a:lnTo>
                    <a:pt x="1823056" y="33942"/>
                  </a:lnTo>
                  <a:lnTo>
                    <a:pt x="1755073" y="39334"/>
                  </a:lnTo>
                  <a:lnTo>
                    <a:pt x="1695335" y="43072"/>
                  </a:lnTo>
                  <a:lnTo>
                    <a:pt x="1642407" y="45362"/>
                  </a:lnTo>
                  <a:lnTo>
                    <a:pt x="1594854" y="46409"/>
                  </a:lnTo>
                  <a:lnTo>
                    <a:pt x="1551242" y="46421"/>
                  </a:lnTo>
                  <a:lnTo>
                    <a:pt x="1510136" y="45602"/>
                  </a:lnTo>
                  <a:lnTo>
                    <a:pt x="1470101" y="44160"/>
                  </a:lnTo>
                  <a:lnTo>
                    <a:pt x="1429702" y="42300"/>
                  </a:lnTo>
                  <a:lnTo>
                    <a:pt x="1387505" y="40228"/>
                  </a:lnTo>
                  <a:lnTo>
                    <a:pt x="1342074" y="38150"/>
                  </a:lnTo>
                  <a:lnTo>
                    <a:pt x="1291976" y="36272"/>
                  </a:lnTo>
                  <a:lnTo>
                    <a:pt x="1235775" y="34801"/>
                  </a:lnTo>
                  <a:lnTo>
                    <a:pt x="1172037" y="33942"/>
                  </a:lnTo>
                  <a:lnTo>
                    <a:pt x="1133470" y="33797"/>
                  </a:lnTo>
                  <a:lnTo>
                    <a:pt x="1094548" y="33887"/>
                  </a:lnTo>
                  <a:lnTo>
                    <a:pt x="1055162" y="34181"/>
                  </a:lnTo>
                  <a:lnTo>
                    <a:pt x="1015202" y="34646"/>
                  </a:lnTo>
                  <a:lnTo>
                    <a:pt x="974556" y="35252"/>
                  </a:lnTo>
                  <a:lnTo>
                    <a:pt x="933115" y="35966"/>
                  </a:lnTo>
                  <a:lnTo>
                    <a:pt x="890769" y="36757"/>
                  </a:lnTo>
                  <a:lnTo>
                    <a:pt x="847408" y="37593"/>
                  </a:lnTo>
                  <a:lnTo>
                    <a:pt x="802921" y="38442"/>
                  </a:lnTo>
                  <a:lnTo>
                    <a:pt x="757198" y="39272"/>
                  </a:lnTo>
                  <a:lnTo>
                    <a:pt x="710128" y="40053"/>
                  </a:lnTo>
                  <a:lnTo>
                    <a:pt x="661603" y="40751"/>
                  </a:lnTo>
                  <a:lnTo>
                    <a:pt x="611512" y="41335"/>
                  </a:lnTo>
                  <a:lnTo>
                    <a:pt x="559743" y="41774"/>
                  </a:lnTo>
                  <a:lnTo>
                    <a:pt x="506188" y="42036"/>
                  </a:lnTo>
                  <a:lnTo>
                    <a:pt x="450736" y="42089"/>
                  </a:lnTo>
                  <a:lnTo>
                    <a:pt x="393277" y="41901"/>
                  </a:lnTo>
                  <a:lnTo>
                    <a:pt x="333701" y="41441"/>
                  </a:lnTo>
                  <a:lnTo>
                    <a:pt x="271897" y="40676"/>
                  </a:lnTo>
                  <a:lnTo>
                    <a:pt x="207755" y="39576"/>
                  </a:lnTo>
                  <a:lnTo>
                    <a:pt x="141166" y="38108"/>
                  </a:lnTo>
                  <a:lnTo>
                    <a:pt x="72018" y="36241"/>
                  </a:lnTo>
                  <a:lnTo>
                    <a:pt x="203" y="33942"/>
                  </a:lnTo>
                  <a:lnTo>
                    <a:pt x="157" y="28137"/>
                  </a:lnTo>
                  <a:lnTo>
                    <a:pt x="0" y="22145"/>
                  </a:lnTo>
                  <a:lnTo>
                    <a:pt x="203" y="15654"/>
                  </a:lnTo>
                  <a:close/>
                </a:path>
              </a:pathLst>
            </a:cu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5832" y="640080"/>
            <a:ext cx="5105400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0" y="1918173"/>
            <a:ext cx="12192000" cy="4940300"/>
          </a:xfrm>
          <a:custGeom>
            <a:avLst/>
            <a:gdLst/>
            <a:ahLst/>
            <a:cxnLst/>
            <a:rect l="l" t="t" r="r" b="b"/>
            <a:pathLst>
              <a:path w="12192000" h="4940300" extrusionOk="0">
                <a:moveTo>
                  <a:pt x="7025905" y="0"/>
                </a:moveTo>
                <a:lnTo>
                  <a:pt x="7020591" y="1650"/>
                </a:lnTo>
                <a:lnTo>
                  <a:pt x="7015933" y="9653"/>
                </a:lnTo>
                <a:lnTo>
                  <a:pt x="7011486" y="12950"/>
                </a:lnTo>
                <a:lnTo>
                  <a:pt x="7005801" y="15053"/>
                </a:lnTo>
                <a:lnTo>
                  <a:pt x="6998582" y="15675"/>
                </a:lnTo>
                <a:lnTo>
                  <a:pt x="6989536" y="14528"/>
                </a:lnTo>
                <a:lnTo>
                  <a:pt x="6986370" y="12659"/>
                </a:lnTo>
                <a:lnTo>
                  <a:pt x="6819399" y="30742"/>
                </a:lnTo>
                <a:lnTo>
                  <a:pt x="6807437" y="36119"/>
                </a:lnTo>
                <a:lnTo>
                  <a:pt x="6787365" y="42990"/>
                </a:lnTo>
                <a:lnTo>
                  <a:pt x="6767701" y="50461"/>
                </a:lnTo>
                <a:lnTo>
                  <a:pt x="6723057" y="67819"/>
                </a:lnTo>
                <a:lnTo>
                  <a:pt x="6683554" y="79342"/>
                </a:lnTo>
                <a:lnTo>
                  <a:pt x="6638849" y="91603"/>
                </a:lnTo>
                <a:lnTo>
                  <a:pt x="6589332" y="104001"/>
                </a:lnTo>
                <a:lnTo>
                  <a:pt x="6535395" y="115935"/>
                </a:lnTo>
                <a:lnTo>
                  <a:pt x="6477430" y="126804"/>
                </a:lnTo>
                <a:lnTo>
                  <a:pt x="6415830" y="136006"/>
                </a:lnTo>
                <a:lnTo>
                  <a:pt x="6350131" y="141204"/>
                </a:lnTo>
                <a:lnTo>
                  <a:pt x="6302314" y="140051"/>
                </a:lnTo>
                <a:lnTo>
                  <a:pt x="6264185" y="135965"/>
                </a:lnTo>
                <a:lnTo>
                  <a:pt x="6227547" y="132361"/>
                </a:lnTo>
                <a:lnTo>
                  <a:pt x="6184206" y="132657"/>
                </a:lnTo>
                <a:lnTo>
                  <a:pt x="6129262" y="131055"/>
                </a:lnTo>
                <a:lnTo>
                  <a:pt x="6084503" y="131072"/>
                </a:lnTo>
                <a:lnTo>
                  <a:pt x="6044035" y="137413"/>
                </a:lnTo>
                <a:lnTo>
                  <a:pt x="6001964" y="154786"/>
                </a:lnTo>
                <a:lnTo>
                  <a:pt x="5991415" y="155190"/>
                </a:lnTo>
                <a:lnTo>
                  <a:pt x="5977178" y="158787"/>
                </a:lnTo>
                <a:lnTo>
                  <a:pt x="5962989" y="161940"/>
                </a:lnTo>
                <a:lnTo>
                  <a:pt x="5952585" y="161011"/>
                </a:lnTo>
                <a:lnTo>
                  <a:pt x="5882194" y="173194"/>
                </a:lnTo>
                <a:lnTo>
                  <a:pt x="5862476" y="172446"/>
                </a:lnTo>
                <a:lnTo>
                  <a:pt x="5856168" y="158719"/>
                </a:lnTo>
                <a:lnTo>
                  <a:pt x="5825952" y="147906"/>
                </a:lnTo>
                <a:lnTo>
                  <a:pt x="5817413" y="146889"/>
                </a:lnTo>
                <a:lnTo>
                  <a:pt x="5808573" y="146862"/>
                </a:lnTo>
                <a:lnTo>
                  <a:pt x="5799401" y="147957"/>
                </a:lnTo>
                <a:lnTo>
                  <a:pt x="5789866" y="150304"/>
                </a:lnTo>
                <a:lnTo>
                  <a:pt x="5755773" y="168742"/>
                </a:lnTo>
                <a:lnTo>
                  <a:pt x="5715673" y="174184"/>
                </a:lnTo>
                <a:lnTo>
                  <a:pt x="5670057" y="174305"/>
                </a:lnTo>
                <a:lnTo>
                  <a:pt x="5619414" y="176781"/>
                </a:lnTo>
                <a:lnTo>
                  <a:pt x="5597416" y="185653"/>
                </a:lnTo>
                <a:lnTo>
                  <a:pt x="5566894" y="191315"/>
                </a:lnTo>
                <a:lnTo>
                  <a:pt x="5536990" y="191520"/>
                </a:lnTo>
                <a:lnTo>
                  <a:pt x="5516841" y="184017"/>
                </a:lnTo>
                <a:lnTo>
                  <a:pt x="5505882" y="184279"/>
                </a:lnTo>
                <a:lnTo>
                  <a:pt x="5495290" y="184990"/>
                </a:lnTo>
                <a:lnTo>
                  <a:pt x="5485500" y="182523"/>
                </a:lnTo>
                <a:lnTo>
                  <a:pt x="5476947" y="173249"/>
                </a:lnTo>
                <a:lnTo>
                  <a:pt x="5461681" y="167218"/>
                </a:lnTo>
                <a:lnTo>
                  <a:pt x="5443177" y="173005"/>
                </a:lnTo>
                <a:lnTo>
                  <a:pt x="5427786" y="177427"/>
                </a:lnTo>
                <a:lnTo>
                  <a:pt x="5421859" y="167298"/>
                </a:lnTo>
                <a:lnTo>
                  <a:pt x="5398620" y="178102"/>
                </a:lnTo>
                <a:lnTo>
                  <a:pt x="5373672" y="171132"/>
                </a:lnTo>
                <a:lnTo>
                  <a:pt x="5348333" y="157003"/>
                </a:lnTo>
                <a:lnTo>
                  <a:pt x="5323921" y="146331"/>
                </a:lnTo>
                <a:lnTo>
                  <a:pt x="5303311" y="159697"/>
                </a:lnTo>
                <a:lnTo>
                  <a:pt x="5274602" y="160685"/>
                </a:lnTo>
                <a:lnTo>
                  <a:pt x="5237971" y="157027"/>
                </a:lnTo>
                <a:lnTo>
                  <a:pt x="5193590" y="156458"/>
                </a:lnTo>
                <a:lnTo>
                  <a:pt x="5175982" y="168782"/>
                </a:lnTo>
                <a:lnTo>
                  <a:pt x="5156994" y="166460"/>
                </a:lnTo>
                <a:lnTo>
                  <a:pt x="5133566" y="166727"/>
                </a:lnTo>
                <a:lnTo>
                  <a:pt x="5102641" y="186815"/>
                </a:lnTo>
                <a:lnTo>
                  <a:pt x="5100107" y="183212"/>
                </a:lnTo>
                <a:lnTo>
                  <a:pt x="5097076" y="179978"/>
                </a:lnTo>
                <a:lnTo>
                  <a:pt x="5093642" y="177214"/>
                </a:lnTo>
                <a:lnTo>
                  <a:pt x="5077330" y="168709"/>
                </a:lnTo>
                <a:lnTo>
                  <a:pt x="5059720" y="167129"/>
                </a:lnTo>
                <a:lnTo>
                  <a:pt x="5042894" y="172259"/>
                </a:lnTo>
                <a:lnTo>
                  <a:pt x="5028933" y="183887"/>
                </a:lnTo>
                <a:lnTo>
                  <a:pt x="4983009" y="216773"/>
                </a:lnTo>
                <a:lnTo>
                  <a:pt x="4937696" y="239089"/>
                </a:lnTo>
                <a:lnTo>
                  <a:pt x="4893194" y="254257"/>
                </a:lnTo>
                <a:lnTo>
                  <a:pt x="4807426" y="276835"/>
                </a:lnTo>
                <a:lnTo>
                  <a:pt x="4758636" y="284421"/>
                </a:lnTo>
                <a:lnTo>
                  <a:pt x="4712189" y="285286"/>
                </a:lnTo>
                <a:lnTo>
                  <a:pt x="4635060" y="280682"/>
                </a:lnTo>
                <a:lnTo>
                  <a:pt x="4611906" y="276226"/>
                </a:lnTo>
                <a:lnTo>
                  <a:pt x="4595837" y="263013"/>
                </a:lnTo>
                <a:lnTo>
                  <a:pt x="4580223" y="255762"/>
                </a:lnTo>
                <a:lnTo>
                  <a:pt x="4558431" y="269194"/>
                </a:lnTo>
                <a:lnTo>
                  <a:pt x="4527304" y="268862"/>
                </a:lnTo>
                <a:lnTo>
                  <a:pt x="4454175" y="270573"/>
                </a:lnTo>
                <a:lnTo>
                  <a:pt x="4423807" y="270366"/>
                </a:lnTo>
                <a:lnTo>
                  <a:pt x="4401969" y="278920"/>
                </a:lnTo>
                <a:lnTo>
                  <a:pt x="4388473" y="291021"/>
                </a:lnTo>
                <a:lnTo>
                  <a:pt x="4375511" y="290255"/>
                </a:lnTo>
                <a:lnTo>
                  <a:pt x="4355274" y="260205"/>
                </a:lnTo>
                <a:lnTo>
                  <a:pt x="4330685" y="267636"/>
                </a:lnTo>
                <a:lnTo>
                  <a:pt x="4309671" y="262345"/>
                </a:lnTo>
                <a:lnTo>
                  <a:pt x="4285397" y="251151"/>
                </a:lnTo>
                <a:lnTo>
                  <a:pt x="4251024" y="240874"/>
                </a:lnTo>
                <a:lnTo>
                  <a:pt x="4235494" y="251113"/>
                </a:lnTo>
                <a:lnTo>
                  <a:pt x="4220569" y="253066"/>
                </a:lnTo>
                <a:lnTo>
                  <a:pt x="4206011" y="248442"/>
                </a:lnTo>
                <a:lnTo>
                  <a:pt x="4191581" y="238951"/>
                </a:lnTo>
                <a:lnTo>
                  <a:pt x="4152436" y="241360"/>
                </a:lnTo>
                <a:lnTo>
                  <a:pt x="4112955" y="236662"/>
                </a:lnTo>
                <a:lnTo>
                  <a:pt x="4072011" y="229291"/>
                </a:lnTo>
                <a:lnTo>
                  <a:pt x="4028475" y="223678"/>
                </a:lnTo>
                <a:lnTo>
                  <a:pt x="3990644" y="216862"/>
                </a:lnTo>
                <a:lnTo>
                  <a:pt x="3966201" y="209274"/>
                </a:lnTo>
                <a:lnTo>
                  <a:pt x="3946465" y="201479"/>
                </a:lnTo>
                <a:lnTo>
                  <a:pt x="3922755" y="194044"/>
                </a:lnTo>
                <a:lnTo>
                  <a:pt x="3799747" y="167154"/>
                </a:lnTo>
                <a:lnTo>
                  <a:pt x="3761342" y="177474"/>
                </a:lnTo>
                <a:lnTo>
                  <a:pt x="3749706" y="179833"/>
                </a:lnTo>
                <a:lnTo>
                  <a:pt x="3709483" y="186927"/>
                </a:lnTo>
                <a:lnTo>
                  <a:pt x="3636217" y="220047"/>
                </a:lnTo>
                <a:lnTo>
                  <a:pt x="3629977" y="218664"/>
                </a:lnTo>
                <a:lnTo>
                  <a:pt x="3625663" y="218038"/>
                </a:lnTo>
                <a:lnTo>
                  <a:pt x="3622780" y="218042"/>
                </a:lnTo>
                <a:lnTo>
                  <a:pt x="3620766" y="218511"/>
                </a:lnTo>
                <a:lnTo>
                  <a:pt x="3620527" y="218787"/>
                </a:lnTo>
                <a:lnTo>
                  <a:pt x="3611919" y="218094"/>
                </a:lnTo>
                <a:lnTo>
                  <a:pt x="3599818" y="219281"/>
                </a:lnTo>
                <a:lnTo>
                  <a:pt x="3573035" y="227437"/>
                </a:lnTo>
                <a:lnTo>
                  <a:pt x="3561557" y="228095"/>
                </a:lnTo>
                <a:lnTo>
                  <a:pt x="3544355" y="229752"/>
                </a:lnTo>
                <a:lnTo>
                  <a:pt x="3511345" y="229523"/>
                </a:lnTo>
                <a:lnTo>
                  <a:pt x="3498000" y="231941"/>
                </a:lnTo>
                <a:lnTo>
                  <a:pt x="3387567" y="227103"/>
                </a:lnTo>
                <a:lnTo>
                  <a:pt x="3383502" y="224760"/>
                </a:lnTo>
                <a:lnTo>
                  <a:pt x="3377582" y="223667"/>
                </a:lnTo>
                <a:lnTo>
                  <a:pt x="3367506" y="225416"/>
                </a:lnTo>
                <a:lnTo>
                  <a:pt x="3365153" y="226416"/>
                </a:lnTo>
                <a:lnTo>
                  <a:pt x="3355082" y="224755"/>
                </a:lnTo>
                <a:lnTo>
                  <a:pt x="3335644" y="223384"/>
                </a:lnTo>
                <a:lnTo>
                  <a:pt x="3285018" y="220535"/>
                </a:lnTo>
                <a:lnTo>
                  <a:pt x="3252327" y="217971"/>
                </a:lnTo>
                <a:lnTo>
                  <a:pt x="3227629" y="214781"/>
                </a:lnTo>
                <a:lnTo>
                  <a:pt x="3201376" y="212530"/>
                </a:lnTo>
                <a:lnTo>
                  <a:pt x="3164019" y="212779"/>
                </a:lnTo>
                <a:lnTo>
                  <a:pt x="3134736" y="211708"/>
                </a:lnTo>
                <a:lnTo>
                  <a:pt x="3103676" y="209527"/>
                </a:lnTo>
                <a:lnTo>
                  <a:pt x="3081523" y="217649"/>
                </a:lnTo>
                <a:lnTo>
                  <a:pt x="3043193" y="227997"/>
                </a:lnTo>
                <a:lnTo>
                  <a:pt x="3000568" y="238217"/>
                </a:lnTo>
                <a:lnTo>
                  <a:pt x="2965530" y="245958"/>
                </a:lnTo>
                <a:lnTo>
                  <a:pt x="2924630" y="247421"/>
                </a:lnTo>
                <a:lnTo>
                  <a:pt x="2881089" y="245122"/>
                </a:lnTo>
                <a:lnTo>
                  <a:pt x="2835623" y="244345"/>
                </a:lnTo>
                <a:lnTo>
                  <a:pt x="2788946" y="250375"/>
                </a:lnTo>
                <a:lnTo>
                  <a:pt x="2759948" y="264245"/>
                </a:lnTo>
                <a:lnTo>
                  <a:pt x="2734144" y="272725"/>
                </a:lnTo>
                <a:lnTo>
                  <a:pt x="2708409" y="283782"/>
                </a:lnTo>
                <a:lnTo>
                  <a:pt x="2679617" y="305382"/>
                </a:lnTo>
                <a:lnTo>
                  <a:pt x="2653931" y="309221"/>
                </a:lnTo>
                <a:lnTo>
                  <a:pt x="2622873" y="309969"/>
                </a:lnTo>
                <a:lnTo>
                  <a:pt x="2596978" y="316916"/>
                </a:lnTo>
                <a:lnTo>
                  <a:pt x="2586781" y="339352"/>
                </a:lnTo>
                <a:lnTo>
                  <a:pt x="2564970" y="330711"/>
                </a:lnTo>
                <a:lnTo>
                  <a:pt x="2538865" y="338917"/>
                </a:lnTo>
                <a:lnTo>
                  <a:pt x="2510062" y="352310"/>
                </a:lnTo>
                <a:lnTo>
                  <a:pt x="2480155" y="359227"/>
                </a:lnTo>
                <a:lnTo>
                  <a:pt x="2463459" y="367777"/>
                </a:lnTo>
                <a:lnTo>
                  <a:pt x="2432123" y="366125"/>
                </a:lnTo>
                <a:lnTo>
                  <a:pt x="2399007" y="358749"/>
                </a:lnTo>
                <a:lnTo>
                  <a:pt x="2376970" y="350128"/>
                </a:lnTo>
                <a:lnTo>
                  <a:pt x="2310265" y="348120"/>
                </a:lnTo>
                <a:lnTo>
                  <a:pt x="2259244" y="349731"/>
                </a:lnTo>
                <a:lnTo>
                  <a:pt x="2216855" y="354117"/>
                </a:lnTo>
                <a:lnTo>
                  <a:pt x="2129762" y="367832"/>
                </a:lnTo>
                <a:lnTo>
                  <a:pt x="2095546" y="366242"/>
                </a:lnTo>
                <a:lnTo>
                  <a:pt x="2043176" y="364441"/>
                </a:lnTo>
                <a:lnTo>
                  <a:pt x="1980106" y="363691"/>
                </a:lnTo>
                <a:lnTo>
                  <a:pt x="1913793" y="365255"/>
                </a:lnTo>
                <a:lnTo>
                  <a:pt x="1875076" y="392802"/>
                </a:lnTo>
                <a:lnTo>
                  <a:pt x="1817393" y="407702"/>
                </a:lnTo>
                <a:lnTo>
                  <a:pt x="1758825" y="414366"/>
                </a:lnTo>
                <a:lnTo>
                  <a:pt x="1717454" y="417203"/>
                </a:lnTo>
                <a:lnTo>
                  <a:pt x="1703989" y="431184"/>
                </a:lnTo>
                <a:lnTo>
                  <a:pt x="1682183" y="435611"/>
                </a:lnTo>
                <a:lnTo>
                  <a:pt x="1662513" y="442873"/>
                </a:lnTo>
                <a:lnTo>
                  <a:pt x="1655456" y="465359"/>
                </a:lnTo>
                <a:lnTo>
                  <a:pt x="1648014" y="475897"/>
                </a:lnTo>
                <a:lnTo>
                  <a:pt x="1638831" y="479341"/>
                </a:lnTo>
                <a:lnTo>
                  <a:pt x="1629725" y="475969"/>
                </a:lnTo>
                <a:lnTo>
                  <a:pt x="1622516" y="466058"/>
                </a:lnTo>
                <a:lnTo>
                  <a:pt x="1607906" y="470958"/>
                </a:lnTo>
                <a:lnTo>
                  <a:pt x="1594807" y="476389"/>
                </a:lnTo>
                <a:lnTo>
                  <a:pt x="1581953" y="475772"/>
                </a:lnTo>
                <a:lnTo>
                  <a:pt x="1568079" y="462531"/>
                </a:lnTo>
                <a:lnTo>
                  <a:pt x="1546123" y="474132"/>
                </a:lnTo>
                <a:lnTo>
                  <a:pt x="1524403" y="492966"/>
                </a:lnTo>
                <a:lnTo>
                  <a:pt x="1504087" y="502776"/>
                </a:lnTo>
                <a:lnTo>
                  <a:pt x="1486347" y="487310"/>
                </a:lnTo>
                <a:lnTo>
                  <a:pt x="1460336" y="515712"/>
                </a:lnTo>
                <a:lnTo>
                  <a:pt x="1419478" y="525427"/>
                </a:lnTo>
                <a:lnTo>
                  <a:pt x="1371171" y="524304"/>
                </a:lnTo>
                <a:lnTo>
                  <a:pt x="1322817" y="520194"/>
                </a:lnTo>
                <a:lnTo>
                  <a:pt x="1281816" y="520946"/>
                </a:lnTo>
                <a:lnTo>
                  <a:pt x="1222242" y="539430"/>
                </a:lnTo>
                <a:lnTo>
                  <a:pt x="1128999" y="569882"/>
                </a:lnTo>
                <a:lnTo>
                  <a:pt x="1087344" y="581923"/>
                </a:lnTo>
                <a:lnTo>
                  <a:pt x="1043675" y="591887"/>
                </a:lnTo>
                <a:lnTo>
                  <a:pt x="988027" y="586822"/>
                </a:lnTo>
                <a:lnTo>
                  <a:pt x="934130" y="585865"/>
                </a:lnTo>
                <a:lnTo>
                  <a:pt x="882004" y="587431"/>
                </a:lnTo>
                <a:lnTo>
                  <a:pt x="831669" y="589937"/>
                </a:lnTo>
                <a:lnTo>
                  <a:pt x="783146" y="591799"/>
                </a:lnTo>
                <a:lnTo>
                  <a:pt x="748025" y="585190"/>
                </a:lnTo>
                <a:lnTo>
                  <a:pt x="704316" y="560509"/>
                </a:lnTo>
                <a:lnTo>
                  <a:pt x="661261" y="540487"/>
                </a:lnTo>
                <a:lnTo>
                  <a:pt x="628105" y="547853"/>
                </a:lnTo>
                <a:lnTo>
                  <a:pt x="587909" y="545057"/>
                </a:lnTo>
                <a:lnTo>
                  <a:pt x="547829" y="546104"/>
                </a:lnTo>
                <a:lnTo>
                  <a:pt x="502683" y="546744"/>
                </a:lnTo>
                <a:lnTo>
                  <a:pt x="447291" y="542725"/>
                </a:lnTo>
                <a:lnTo>
                  <a:pt x="395671" y="541391"/>
                </a:lnTo>
                <a:lnTo>
                  <a:pt x="343908" y="539284"/>
                </a:lnTo>
                <a:lnTo>
                  <a:pt x="295605" y="536828"/>
                </a:lnTo>
                <a:lnTo>
                  <a:pt x="254366" y="534449"/>
                </a:lnTo>
                <a:lnTo>
                  <a:pt x="236615" y="524030"/>
                </a:lnTo>
                <a:lnTo>
                  <a:pt x="207453" y="521162"/>
                </a:lnTo>
                <a:lnTo>
                  <a:pt x="176966" y="522607"/>
                </a:lnTo>
                <a:lnTo>
                  <a:pt x="155244" y="525129"/>
                </a:lnTo>
                <a:lnTo>
                  <a:pt x="143741" y="509757"/>
                </a:lnTo>
                <a:lnTo>
                  <a:pt x="129056" y="509363"/>
                </a:lnTo>
                <a:lnTo>
                  <a:pt x="113662" y="511760"/>
                </a:lnTo>
                <a:lnTo>
                  <a:pt x="100028" y="504757"/>
                </a:lnTo>
                <a:lnTo>
                  <a:pt x="78533" y="510213"/>
                </a:lnTo>
                <a:lnTo>
                  <a:pt x="55460" y="512917"/>
                </a:lnTo>
                <a:lnTo>
                  <a:pt x="31509" y="513498"/>
                </a:lnTo>
                <a:lnTo>
                  <a:pt x="7380" y="512580"/>
                </a:lnTo>
                <a:lnTo>
                  <a:pt x="0" y="512043"/>
                </a:lnTo>
                <a:lnTo>
                  <a:pt x="0" y="4939827"/>
                </a:lnTo>
                <a:lnTo>
                  <a:pt x="12192000" y="4939827"/>
                </a:lnTo>
                <a:lnTo>
                  <a:pt x="12192000" y="996726"/>
                </a:lnTo>
                <a:lnTo>
                  <a:pt x="12180763" y="996228"/>
                </a:lnTo>
                <a:lnTo>
                  <a:pt x="12171539" y="995427"/>
                </a:lnTo>
                <a:lnTo>
                  <a:pt x="12117001" y="1006979"/>
                </a:lnTo>
                <a:lnTo>
                  <a:pt x="12093743" y="1007238"/>
                </a:lnTo>
                <a:lnTo>
                  <a:pt x="12080439" y="1000551"/>
                </a:lnTo>
                <a:lnTo>
                  <a:pt x="12055765" y="991268"/>
                </a:lnTo>
                <a:lnTo>
                  <a:pt x="12028639" y="988279"/>
                </a:lnTo>
                <a:lnTo>
                  <a:pt x="12010429" y="982349"/>
                </a:lnTo>
                <a:lnTo>
                  <a:pt x="11993375" y="974245"/>
                </a:lnTo>
                <a:lnTo>
                  <a:pt x="11969719" y="964737"/>
                </a:lnTo>
                <a:lnTo>
                  <a:pt x="11819426" y="911633"/>
                </a:lnTo>
                <a:lnTo>
                  <a:pt x="11785841" y="904103"/>
                </a:lnTo>
                <a:lnTo>
                  <a:pt x="11753995" y="900012"/>
                </a:lnTo>
                <a:lnTo>
                  <a:pt x="11722808" y="890800"/>
                </a:lnTo>
                <a:lnTo>
                  <a:pt x="11691199" y="867902"/>
                </a:lnTo>
                <a:lnTo>
                  <a:pt x="11621734" y="789584"/>
                </a:lnTo>
                <a:lnTo>
                  <a:pt x="11588529" y="782658"/>
                </a:lnTo>
                <a:lnTo>
                  <a:pt x="11559563" y="767914"/>
                </a:lnTo>
                <a:lnTo>
                  <a:pt x="11531276" y="750361"/>
                </a:lnTo>
                <a:lnTo>
                  <a:pt x="11500105" y="735013"/>
                </a:lnTo>
                <a:lnTo>
                  <a:pt x="11468651" y="723722"/>
                </a:lnTo>
                <a:lnTo>
                  <a:pt x="11440963" y="717317"/>
                </a:lnTo>
                <a:lnTo>
                  <a:pt x="11414563" y="713058"/>
                </a:lnTo>
                <a:lnTo>
                  <a:pt x="11386972" y="708209"/>
                </a:lnTo>
                <a:lnTo>
                  <a:pt x="11368841" y="709878"/>
                </a:lnTo>
                <a:lnTo>
                  <a:pt x="11343040" y="706665"/>
                </a:lnTo>
                <a:lnTo>
                  <a:pt x="11317440" y="700216"/>
                </a:lnTo>
                <a:lnTo>
                  <a:pt x="11299915" y="692177"/>
                </a:lnTo>
                <a:lnTo>
                  <a:pt x="11277873" y="693366"/>
                </a:lnTo>
                <a:lnTo>
                  <a:pt x="11268768" y="693564"/>
                </a:lnTo>
                <a:lnTo>
                  <a:pt x="11262539" y="691079"/>
                </a:lnTo>
                <a:lnTo>
                  <a:pt x="11249129" y="684218"/>
                </a:lnTo>
                <a:lnTo>
                  <a:pt x="11224231" y="697667"/>
                </a:lnTo>
                <a:lnTo>
                  <a:pt x="11197893" y="697270"/>
                </a:lnTo>
                <a:lnTo>
                  <a:pt x="11172088" y="690553"/>
                </a:lnTo>
                <a:lnTo>
                  <a:pt x="11148788" y="685041"/>
                </a:lnTo>
                <a:lnTo>
                  <a:pt x="11132375" y="682231"/>
                </a:lnTo>
                <a:lnTo>
                  <a:pt x="11112233" y="679539"/>
                </a:lnTo>
                <a:lnTo>
                  <a:pt x="11092249" y="677262"/>
                </a:lnTo>
                <a:lnTo>
                  <a:pt x="11076307" y="675698"/>
                </a:lnTo>
                <a:lnTo>
                  <a:pt x="11053114" y="669044"/>
                </a:lnTo>
                <a:lnTo>
                  <a:pt x="11030180" y="655212"/>
                </a:lnTo>
                <a:lnTo>
                  <a:pt x="11012826" y="644188"/>
                </a:lnTo>
                <a:lnTo>
                  <a:pt x="11006376" y="645957"/>
                </a:lnTo>
                <a:lnTo>
                  <a:pt x="10991303" y="642500"/>
                </a:lnTo>
                <a:lnTo>
                  <a:pt x="10964467" y="621055"/>
                </a:lnTo>
                <a:lnTo>
                  <a:pt x="10944980" y="615041"/>
                </a:lnTo>
                <a:lnTo>
                  <a:pt x="10912399" y="595107"/>
                </a:lnTo>
                <a:lnTo>
                  <a:pt x="10901975" y="586706"/>
                </a:lnTo>
                <a:lnTo>
                  <a:pt x="10895517" y="582428"/>
                </a:lnTo>
                <a:lnTo>
                  <a:pt x="10874833" y="574866"/>
                </a:lnTo>
                <a:lnTo>
                  <a:pt x="10833290" y="562226"/>
                </a:lnTo>
                <a:lnTo>
                  <a:pt x="10781184" y="548397"/>
                </a:lnTo>
                <a:lnTo>
                  <a:pt x="10674097" y="521656"/>
                </a:lnTo>
                <a:lnTo>
                  <a:pt x="10658438" y="514960"/>
                </a:lnTo>
                <a:lnTo>
                  <a:pt x="10648745" y="504619"/>
                </a:lnTo>
                <a:lnTo>
                  <a:pt x="10636938" y="494281"/>
                </a:lnTo>
                <a:lnTo>
                  <a:pt x="10614940" y="487592"/>
                </a:lnTo>
                <a:lnTo>
                  <a:pt x="10597181" y="486528"/>
                </a:lnTo>
                <a:lnTo>
                  <a:pt x="10579457" y="483396"/>
                </a:lnTo>
                <a:lnTo>
                  <a:pt x="10560966" y="481865"/>
                </a:lnTo>
                <a:lnTo>
                  <a:pt x="10540907" y="485607"/>
                </a:lnTo>
                <a:lnTo>
                  <a:pt x="10530684" y="487768"/>
                </a:lnTo>
                <a:lnTo>
                  <a:pt x="10515579" y="487944"/>
                </a:lnTo>
                <a:lnTo>
                  <a:pt x="10497454" y="485992"/>
                </a:lnTo>
                <a:lnTo>
                  <a:pt x="10478169" y="481774"/>
                </a:lnTo>
                <a:lnTo>
                  <a:pt x="10468455" y="485255"/>
                </a:lnTo>
                <a:lnTo>
                  <a:pt x="10455167" y="484705"/>
                </a:lnTo>
                <a:lnTo>
                  <a:pt x="10441507" y="482553"/>
                </a:lnTo>
                <a:lnTo>
                  <a:pt x="10430680" y="481225"/>
                </a:lnTo>
                <a:lnTo>
                  <a:pt x="10415005" y="483651"/>
                </a:lnTo>
                <a:lnTo>
                  <a:pt x="10392563" y="481710"/>
                </a:lnTo>
                <a:lnTo>
                  <a:pt x="10370052" y="477064"/>
                </a:lnTo>
                <a:lnTo>
                  <a:pt x="10354175" y="471377"/>
                </a:lnTo>
                <a:lnTo>
                  <a:pt x="10218232" y="459820"/>
                </a:lnTo>
                <a:lnTo>
                  <a:pt x="10173455" y="457749"/>
                </a:lnTo>
                <a:lnTo>
                  <a:pt x="10164523" y="458789"/>
                </a:lnTo>
                <a:lnTo>
                  <a:pt x="10139034" y="459139"/>
                </a:lnTo>
                <a:lnTo>
                  <a:pt x="10130090" y="459520"/>
                </a:lnTo>
                <a:lnTo>
                  <a:pt x="10103681" y="453434"/>
                </a:lnTo>
                <a:lnTo>
                  <a:pt x="10083881" y="449677"/>
                </a:lnTo>
                <a:lnTo>
                  <a:pt x="10067187" y="446907"/>
                </a:lnTo>
                <a:lnTo>
                  <a:pt x="10050092" y="443783"/>
                </a:lnTo>
                <a:lnTo>
                  <a:pt x="10020708" y="444100"/>
                </a:lnTo>
                <a:lnTo>
                  <a:pt x="9993378" y="444127"/>
                </a:lnTo>
                <a:lnTo>
                  <a:pt x="9966066" y="442296"/>
                </a:lnTo>
                <a:lnTo>
                  <a:pt x="9936740" y="437043"/>
                </a:lnTo>
                <a:lnTo>
                  <a:pt x="9816082" y="416572"/>
                </a:lnTo>
                <a:lnTo>
                  <a:pt x="9773176" y="420767"/>
                </a:lnTo>
                <a:lnTo>
                  <a:pt x="9729918" y="419386"/>
                </a:lnTo>
                <a:lnTo>
                  <a:pt x="9693432" y="413737"/>
                </a:lnTo>
                <a:lnTo>
                  <a:pt x="9670844" y="405128"/>
                </a:lnTo>
                <a:lnTo>
                  <a:pt x="9577476" y="384081"/>
                </a:lnTo>
                <a:lnTo>
                  <a:pt x="9525363" y="373213"/>
                </a:lnTo>
                <a:lnTo>
                  <a:pt x="9474095" y="364248"/>
                </a:lnTo>
                <a:lnTo>
                  <a:pt x="9427020" y="358783"/>
                </a:lnTo>
                <a:lnTo>
                  <a:pt x="9404828" y="339037"/>
                </a:lnTo>
                <a:lnTo>
                  <a:pt x="9371483" y="329634"/>
                </a:lnTo>
                <a:lnTo>
                  <a:pt x="9283637" y="299924"/>
                </a:lnTo>
                <a:lnTo>
                  <a:pt x="9232361" y="275894"/>
                </a:lnTo>
                <a:lnTo>
                  <a:pt x="9229163" y="278077"/>
                </a:lnTo>
                <a:lnTo>
                  <a:pt x="9225159" y="279201"/>
                </a:lnTo>
                <a:lnTo>
                  <a:pt x="9219335" y="278133"/>
                </a:lnTo>
                <a:lnTo>
                  <a:pt x="9218704" y="287452"/>
                </a:lnTo>
                <a:lnTo>
                  <a:pt x="9214526" y="288163"/>
                </a:lnTo>
                <a:lnTo>
                  <a:pt x="9206816" y="284217"/>
                </a:lnTo>
                <a:lnTo>
                  <a:pt x="9195589" y="279568"/>
                </a:lnTo>
                <a:lnTo>
                  <a:pt x="9187520" y="291549"/>
                </a:lnTo>
                <a:lnTo>
                  <a:pt x="9170104" y="289849"/>
                </a:lnTo>
                <a:lnTo>
                  <a:pt x="9150184" y="285158"/>
                </a:lnTo>
                <a:lnTo>
                  <a:pt x="9134605" y="288168"/>
                </a:lnTo>
                <a:lnTo>
                  <a:pt x="9086159" y="284887"/>
                </a:lnTo>
                <a:lnTo>
                  <a:pt x="9085870" y="285132"/>
                </a:lnTo>
                <a:lnTo>
                  <a:pt x="9083794" y="285362"/>
                </a:lnTo>
                <a:lnTo>
                  <a:pt x="9080948" y="285029"/>
                </a:lnTo>
                <a:lnTo>
                  <a:pt x="9076813" y="283909"/>
                </a:lnTo>
                <a:lnTo>
                  <a:pt x="9070919" y="281810"/>
                </a:lnTo>
                <a:lnTo>
                  <a:pt x="9054706" y="278538"/>
                </a:lnTo>
                <a:lnTo>
                  <a:pt x="9048314" y="279264"/>
                </a:lnTo>
                <a:lnTo>
                  <a:pt x="9043296" y="281547"/>
                </a:lnTo>
                <a:lnTo>
                  <a:pt x="9039052" y="277553"/>
                </a:lnTo>
                <a:lnTo>
                  <a:pt x="9032878" y="272251"/>
                </a:lnTo>
                <a:lnTo>
                  <a:pt x="9025130" y="266524"/>
                </a:lnTo>
                <a:lnTo>
                  <a:pt x="9016164" y="261258"/>
                </a:lnTo>
                <a:lnTo>
                  <a:pt x="9004604" y="258041"/>
                </a:lnTo>
                <a:lnTo>
                  <a:pt x="8972993" y="263283"/>
                </a:lnTo>
                <a:lnTo>
                  <a:pt x="8968581" y="262728"/>
                </a:lnTo>
                <a:lnTo>
                  <a:pt x="8884467" y="265848"/>
                </a:lnTo>
                <a:lnTo>
                  <a:pt x="8864495" y="266386"/>
                </a:lnTo>
                <a:lnTo>
                  <a:pt x="8846208" y="266341"/>
                </a:lnTo>
                <a:lnTo>
                  <a:pt x="8830588" y="265483"/>
                </a:lnTo>
                <a:lnTo>
                  <a:pt x="8815385" y="261271"/>
                </a:lnTo>
                <a:lnTo>
                  <a:pt x="8810996" y="262262"/>
                </a:lnTo>
                <a:lnTo>
                  <a:pt x="8805141" y="264344"/>
                </a:lnTo>
                <a:lnTo>
                  <a:pt x="8785542" y="263406"/>
                </a:lnTo>
                <a:lnTo>
                  <a:pt x="8758591" y="254439"/>
                </a:lnTo>
                <a:lnTo>
                  <a:pt x="8731694" y="253718"/>
                </a:lnTo>
                <a:lnTo>
                  <a:pt x="8703498" y="255695"/>
                </a:lnTo>
                <a:lnTo>
                  <a:pt x="8672649" y="254821"/>
                </a:lnTo>
                <a:lnTo>
                  <a:pt x="8622021" y="261028"/>
                </a:lnTo>
                <a:lnTo>
                  <a:pt x="8613244" y="259849"/>
                </a:lnTo>
                <a:lnTo>
                  <a:pt x="8597240" y="259012"/>
                </a:lnTo>
                <a:lnTo>
                  <a:pt x="8573547" y="258241"/>
                </a:lnTo>
                <a:lnTo>
                  <a:pt x="8573170" y="258425"/>
                </a:lnTo>
                <a:lnTo>
                  <a:pt x="8565756" y="255316"/>
                </a:lnTo>
                <a:lnTo>
                  <a:pt x="8441467" y="241157"/>
                </a:lnTo>
                <a:lnTo>
                  <a:pt x="8436259" y="239096"/>
                </a:lnTo>
                <a:lnTo>
                  <a:pt x="8431924" y="239458"/>
                </a:lnTo>
                <a:lnTo>
                  <a:pt x="8427948" y="240981"/>
                </a:lnTo>
                <a:lnTo>
                  <a:pt x="8426505" y="241842"/>
                </a:lnTo>
                <a:lnTo>
                  <a:pt x="8406758" y="232517"/>
                </a:lnTo>
                <a:lnTo>
                  <a:pt x="8381608" y="240618"/>
                </a:lnTo>
                <a:lnTo>
                  <a:pt x="8355835" y="245690"/>
                </a:lnTo>
                <a:lnTo>
                  <a:pt x="8330572" y="249535"/>
                </a:lnTo>
                <a:lnTo>
                  <a:pt x="8305767" y="252986"/>
                </a:lnTo>
                <a:lnTo>
                  <a:pt x="8281370" y="256875"/>
                </a:lnTo>
                <a:lnTo>
                  <a:pt x="8201726" y="250742"/>
                </a:lnTo>
                <a:lnTo>
                  <a:pt x="8160095" y="245260"/>
                </a:lnTo>
                <a:lnTo>
                  <a:pt x="8105892" y="232813"/>
                </a:lnTo>
                <a:lnTo>
                  <a:pt x="8092969" y="217796"/>
                </a:lnTo>
                <a:lnTo>
                  <a:pt x="8079775" y="208740"/>
                </a:lnTo>
                <a:lnTo>
                  <a:pt x="8058680" y="219431"/>
                </a:lnTo>
                <a:lnTo>
                  <a:pt x="8036290" y="208349"/>
                </a:lnTo>
                <a:lnTo>
                  <a:pt x="8011831" y="194501"/>
                </a:lnTo>
                <a:lnTo>
                  <a:pt x="7984272" y="180806"/>
                </a:lnTo>
                <a:lnTo>
                  <a:pt x="7952583" y="170181"/>
                </a:lnTo>
                <a:lnTo>
                  <a:pt x="7822159" y="158168"/>
                </a:lnTo>
                <a:lnTo>
                  <a:pt x="7785900" y="154492"/>
                </a:lnTo>
                <a:lnTo>
                  <a:pt x="7770790" y="162772"/>
                </a:lnTo>
                <a:lnTo>
                  <a:pt x="7757168" y="162917"/>
                </a:lnTo>
                <a:lnTo>
                  <a:pt x="7744624" y="156590"/>
                </a:lnTo>
                <a:lnTo>
                  <a:pt x="7732749" y="145456"/>
                </a:lnTo>
                <a:lnTo>
                  <a:pt x="7693427" y="135548"/>
                </a:lnTo>
                <a:lnTo>
                  <a:pt x="7583198" y="106759"/>
                </a:lnTo>
                <a:lnTo>
                  <a:pt x="7529639" y="93108"/>
                </a:lnTo>
                <a:lnTo>
                  <a:pt x="7488682" y="83440"/>
                </a:lnTo>
                <a:lnTo>
                  <a:pt x="7472676" y="86873"/>
                </a:lnTo>
                <a:lnTo>
                  <a:pt x="7449525" y="84952"/>
                </a:lnTo>
                <a:lnTo>
                  <a:pt x="7427554" y="80766"/>
                </a:lnTo>
                <a:lnTo>
                  <a:pt x="7415090" y="77402"/>
                </a:lnTo>
                <a:lnTo>
                  <a:pt x="7402026" y="60308"/>
                </a:lnTo>
                <a:lnTo>
                  <a:pt x="7376077" y="63849"/>
                </a:lnTo>
                <a:lnTo>
                  <a:pt x="7374735" y="65326"/>
                </a:lnTo>
                <a:lnTo>
                  <a:pt x="7281548" y="39654"/>
                </a:lnTo>
                <a:lnTo>
                  <a:pt x="7263922" y="35029"/>
                </a:lnTo>
                <a:lnTo>
                  <a:pt x="7259791" y="29556"/>
                </a:lnTo>
                <a:lnTo>
                  <a:pt x="7255521" y="27155"/>
                </a:lnTo>
                <a:lnTo>
                  <a:pt x="7249903" y="25456"/>
                </a:lnTo>
                <a:lnTo>
                  <a:pt x="7242615" y="24630"/>
                </a:lnTo>
                <a:lnTo>
                  <a:pt x="7233338" y="24846"/>
                </a:lnTo>
                <a:lnTo>
                  <a:pt x="7158790" y="12462"/>
                </a:lnTo>
                <a:lnTo>
                  <a:pt x="7117578" y="11450"/>
                </a:lnTo>
                <a:lnTo>
                  <a:pt x="7100309" y="11732"/>
                </a:lnTo>
                <a:lnTo>
                  <a:pt x="7079504" y="12971"/>
                </a:lnTo>
                <a:lnTo>
                  <a:pt x="7065170" y="10749"/>
                </a:lnTo>
                <a:lnTo>
                  <a:pt x="7052702" y="8271"/>
                </a:lnTo>
                <a:lnTo>
                  <a:pt x="7041904" y="5602"/>
                </a:lnTo>
                <a:lnTo>
                  <a:pt x="7032579" y="2807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450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4450851" y="5223764"/>
            <a:ext cx="332740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Desarrollo Local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15"/>
          <p:cNvGrpSpPr/>
          <p:nvPr/>
        </p:nvGrpSpPr>
        <p:grpSpPr>
          <a:xfrm>
            <a:off x="1874520" y="606551"/>
            <a:ext cx="8458200" cy="4495800"/>
            <a:chOff x="1874520" y="606551"/>
            <a:chExt cx="8458200" cy="4495800"/>
          </a:xfrm>
        </p:grpSpPr>
        <p:pic>
          <p:nvPicPr>
            <p:cNvPr id="260" name="Google Shape;260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74520" y="606551"/>
              <a:ext cx="845820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15"/>
            <p:cNvSpPr/>
            <p:nvPr/>
          </p:nvSpPr>
          <p:spPr>
            <a:xfrm>
              <a:off x="1917950" y="647758"/>
              <a:ext cx="8355330" cy="4392930"/>
            </a:xfrm>
            <a:custGeom>
              <a:avLst/>
              <a:gdLst/>
              <a:ahLst/>
              <a:cxnLst/>
              <a:rect l="l" t="t" r="r" b="b"/>
              <a:pathLst>
                <a:path w="8355330" h="4392930" extrusionOk="0">
                  <a:moveTo>
                    <a:pt x="8355105" y="0"/>
                  </a:moveTo>
                  <a:lnTo>
                    <a:pt x="0" y="0"/>
                  </a:lnTo>
                  <a:lnTo>
                    <a:pt x="0" y="4392651"/>
                  </a:lnTo>
                  <a:lnTo>
                    <a:pt x="8355105" y="4392651"/>
                  </a:lnTo>
                  <a:lnTo>
                    <a:pt x="83551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2" name="Google Shape;262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78736" y="920495"/>
              <a:ext cx="8034527" cy="38435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6"/>
          <p:cNvGrpSpPr/>
          <p:nvPr/>
        </p:nvGrpSpPr>
        <p:grpSpPr>
          <a:xfrm>
            <a:off x="0" y="0"/>
            <a:ext cx="4041648" cy="6858000"/>
            <a:chOff x="0" y="0"/>
            <a:chExt cx="4041648" cy="6858000"/>
          </a:xfrm>
        </p:grpSpPr>
        <p:pic>
          <p:nvPicPr>
            <p:cNvPr id="268" name="Google Shape;268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1"/>
              <a:ext cx="4040742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2499360"/>
              <a:ext cx="4041648" cy="435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57199" y="0"/>
              <a:ext cx="3584448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0" y="768095"/>
              <a:ext cx="3709416" cy="4809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" name="Google Shape;272;p16"/>
          <p:cNvSpPr txBox="1"/>
          <p:nvPr/>
        </p:nvSpPr>
        <p:spPr>
          <a:xfrm>
            <a:off x="738780" y="2737611"/>
            <a:ext cx="2711450" cy="147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7300" rIns="0" bIns="0" anchor="t" anchorCtr="0">
            <a:spAutoFit/>
          </a:bodyPr>
          <a:lstStyle/>
          <a:p>
            <a:pPr marL="12700" marR="5080" lvl="0" indent="0" algn="l" rtl="0">
              <a:lnSpc>
                <a:spcPct val="8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Crear Componentes de React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1896" y="582168"/>
            <a:ext cx="7226808" cy="569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638175" y="0"/>
            <a:ext cx="3248025" cy="3357245"/>
          </a:xfrm>
          <a:custGeom>
            <a:avLst/>
            <a:gdLst/>
            <a:ahLst/>
            <a:cxnLst/>
            <a:rect l="l" t="t" r="r" b="b"/>
            <a:pathLst>
              <a:path w="3248025" h="3357245" extrusionOk="0">
                <a:moveTo>
                  <a:pt x="3248025" y="0"/>
                </a:moveTo>
                <a:lnTo>
                  <a:pt x="0" y="0"/>
                </a:lnTo>
                <a:lnTo>
                  <a:pt x="0" y="3175619"/>
                </a:lnTo>
                <a:lnTo>
                  <a:pt x="55997" y="3195556"/>
                </a:lnTo>
                <a:lnTo>
                  <a:pt x="110709" y="3214197"/>
                </a:lnTo>
                <a:lnTo>
                  <a:pt x="164164" y="3231565"/>
                </a:lnTo>
                <a:lnTo>
                  <a:pt x="216393" y="3247688"/>
                </a:lnTo>
                <a:lnTo>
                  <a:pt x="267427" y="3262589"/>
                </a:lnTo>
                <a:lnTo>
                  <a:pt x="317297" y="3276295"/>
                </a:lnTo>
                <a:lnTo>
                  <a:pt x="366034" y="3288829"/>
                </a:lnTo>
                <a:lnTo>
                  <a:pt x="413667" y="3300218"/>
                </a:lnTo>
                <a:lnTo>
                  <a:pt x="460229" y="3310487"/>
                </a:lnTo>
                <a:lnTo>
                  <a:pt x="505748" y="3319660"/>
                </a:lnTo>
                <a:lnTo>
                  <a:pt x="550256" y="3327763"/>
                </a:lnTo>
                <a:lnTo>
                  <a:pt x="593784" y="3334821"/>
                </a:lnTo>
                <a:lnTo>
                  <a:pt x="636362" y="3340860"/>
                </a:lnTo>
                <a:lnTo>
                  <a:pt x="678021" y="3345903"/>
                </a:lnTo>
                <a:lnTo>
                  <a:pt x="718792" y="3349978"/>
                </a:lnTo>
                <a:lnTo>
                  <a:pt x="758704" y="3353108"/>
                </a:lnTo>
                <a:lnTo>
                  <a:pt x="797789" y="3355319"/>
                </a:lnTo>
                <a:lnTo>
                  <a:pt x="836078" y="3356636"/>
                </a:lnTo>
                <a:lnTo>
                  <a:pt x="873600" y="3357084"/>
                </a:lnTo>
                <a:lnTo>
                  <a:pt x="910388" y="3356689"/>
                </a:lnTo>
                <a:lnTo>
                  <a:pt x="981879" y="3353469"/>
                </a:lnTo>
                <a:lnTo>
                  <a:pt x="1050796" y="3347176"/>
                </a:lnTo>
                <a:lnTo>
                  <a:pt x="1117385" y="3338013"/>
                </a:lnTo>
                <a:lnTo>
                  <a:pt x="1181891" y="3326180"/>
                </a:lnTo>
                <a:lnTo>
                  <a:pt x="1244558" y="3311878"/>
                </a:lnTo>
                <a:lnTo>
                  <a:pt x="1305631" y="3295311"/>
                </a:lnTo>
                <a:lnTo>
                  <a:pt x="1365357" y="3276677"/>
                </a:lnTo>
                <a:lnTo>
                  <a:pt x="1423980" y="3256180"/>
                </a:lnTo>
                <a:lnTo>
                  <a:pt x="1481745" y="3234020"/>
                </a:lnTo>
                <a:lnTo>
                  <a:pt x="1538897" y="3210399"/>
                </a:lnTo>
                <a:lnTo>
                  <a:pt x="1624012" y="3172668"/>
                </a:lnTo>
                <a:lnTo>
                  <a:pt x="1680704" y="3146274"/>
                </a:lnTo>
                <a:lnTo>
                  <a:pt x="1912377" y="3035150"/>
                </a:lnTo>
                <a:lnTo>
                  <a:pt x="1972746" y="3006988"/>
                </a:lnTo>
                <a:lnTo>
                  <a:pt x="2034585" y="2979076"/>
                </a:lnTo>
                <a:lnTo>
                  <a:pt x="2098141" y="2951616"/>
                </a:lnTo>
                <a:lnTo>
                  <a:pt x="2163658" y="2924809"/>
                </a:lnTo>
                <a:lnTo>
                  <a:pt x="2231380" y="2898857"/>
                </a:lnTo>
                <a:lnTo>
                  <a:pt x="2301554" y="2873961"/>
                </a:lnTo>
                <a:lnTo>
                  <a:pt x="2374424" y="2850321"/>
                </a:lnTo>
                <a:lnTo>
                  <a:pt x="2411946" y="2839036"/>
                </a:lnTo>
                <a:lnTo>
                  <a:pt x="2450235" y="2828141"/>
                </a:lnTo>
                <a:lnTo>
                  <a:pt x="2489320" y="2817660"/>
                </a:lnTo>
                <a:lnTo>
                  <a:pt x="2529232" y="2807620"/>
                </a:lnTo>
                <a:lnTo>
                  <a:pt x="2570003" y="2798045"/>
                </a:lnTo>
                <a:lnTo>
                  <a:pt x="2611662" y="2788961"/>
                </a:lnTo>
                <a:lnTo>
                  <a:pt x="2654240" y="2780392"/>
                </a:lnTo>
                <a:lnTo>
                  <a:pt x="2697768" y="2772364"/>
                </a:lnTo>
                <a:lnTo>
                  <a:pt x="2742276" y="2764902"/>
                </a:lnTo>
                <a:lnTo>
                  <a:pt x="2787795" y="2758032"/>
                </a:lnTo>
                <a:lnTo>
                  <a:pt x="2834357" y="2751777"/>
                </a:lnTo>
                <a:lnTo>
                  <a:pt x="2881990" y="2746165"/>
                </a:lnTo>
                <a:lnTo>
                  <a:pt x="2930727" y="2741218"/>
                </a:lnTo>
                <a:lnTo>
                  <a:pt x="2980597" y="2736964"/>
                </a:lnTo>
                <a:lnTo>
                  <a:pt x="3031631" y="2733427"/>
                </a:lnTo>
                <a:lnTo>
                  <a:pt x="3083860" y="2730632"/>
                </a:lnTo>
                <a:lnTo>
                  <a:pt x="3137315" y="2728605"/>
                </a:lnTo>
                <a:lnTo>
                  <a:pt x="3192027" y="2727370"/>
                </a:lnTo>
                <a:lnTo>
                  <a:pt x="3248025" y="2726952"/>
                </a:lnTo>
                <a:lnTo>
                  <a:pt x="324802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title"/>
          </p:nvPr>
        </p:nvSpPr>
        <p:spPr>
          <a:xfrm>
            <a:off x="916939" y="623315"/>
            <a:ext cx="2551430" cy="138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2850" rIns="0" bIns="0" anchor="t" anchorCtr="0">
            <a:spAutoFit/>
          </a:bodyPr>
          <a:lstStyle/>
          <a:p>
            <a:pPr marL="12700" marR="5080" lvl="0" indent="0" algn="l" rtl="0">
              <a:lnSpc>
                <a:spcPct val="8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Uso de Componentes en App.jsx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240" y="655319"/>
            <a:ext cx="7351775" cy="555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4013200"/>
                </a:lnTo>
                <a:lnTo>
                  <a:pt x="5621153" y="4013200"/>
                </a:lnTo>
                <a:lnTo>
                  <a:pt x="5563967" y="4000500"/>
                </a:lnTo>
                <a:lnTo>
                  <a:pt x="5115554" y="4000500"/>
                </a:lnTo>
                <a:lnTo>
                  <a:pt x="5050485" y="3987800"/>
                </a:lnTo>
                <a:lnTo>
                  <a:pt x="4807233" y="3987800"/>
                </a:lnTo>
                <a:lnTo>
                  <a:pt x="4753119" y="3975100"/>
                </a:lnTo>
                <a:lnTo>
                  <a:pt x="4578121" y="3975100"/>
                </a:lnTo>
                <a:lnTo>
                  <a:pt x="4547180" y="3962400"/>
                </a:lnTo>
                <a:lnTo>
                  <a:pt x="4504086" y="3962400"/>
                </a:lnTo>
                <a:lnTo>
                  <a:pt x="4404105" y="3937000"/>
                </a:lnTo>
                <a:lnTo>
                  <a:pt x="4355459" y="3937000"/>
                </a:lnTo>
                <a:lnTo>
                  <a:pt x="4159383" y="3886200"/>
                </a:lnTo>
                <a:lnTo>
                  <a:pt x="4107750" y="3886200"/>
                </a:lnTo>
                <a:lnTo>
                  <a:pt x="4053739" y="3873500"/>
                </a:lnTo>
                <a:lnTo>
                  <a:pt x="4007651" y="3860800"/>
                </a:lnTo>
                <a:lnTo>
                  <a:pt x="3976689" y="3835400"/>
                </a:lnTo>
                <a:lnTo>
                  <a:pt x="3968059" y="3784600"/>
                </a:lnTo>
                <a:lnTo>
                  <a:pt x="3965537" y="3771900"/>
                </a:lnTo>
                <a:lnTo>
                  <a:pt x="3955803" y="3759200"/>
                </a:lnTo>
                <a:lnTo>
                  <a:pt x="3851701" y="3759200"/>
                </a:lnTo>
                <a:lnTo>
                  <a:pt x="3825901" y="3746500"/>
                </a:lnTo>
                <a:lnTo>
                  <a:pt x="3756523" y="3695700"/>
                </a:lnTo>
                <a:lnTo>
                  <a:pt x="3709255" y="3683000"/>
                </a:lnTo>
                <a:lnTo>
                  <a:pt x="3656066" y="3670300"/>
                </a:lnTo>
                <a:lnTo>
                  <a:pt x="3593589" y="3657600"/>
                </a:lnTo>
                <a:lnTo>
                  <a:pt x="3607564" y="3644900"/>
                </a:lnTo>
                <a:lnTo>
                  <a:pt x="3625448" y="3632200"/>
                </a:lnTo>
                <a:lnTo>
                  <a:pt x="4000846" y="3632200"/>
                </a:lnTo>
                <a:lnTo>
                  <a:pt x="3956782" y="3606800"/>
                </a:lnTo>
                <a:lnTo>
                  <a:pt x="3909387" y="3594100"/>
                </a:lnTo>
                <a:lnTo>
                  <a:pt x="3861118" y="3594100"/>
                </a:lnTo>
                <a:lnTo>
                  <a:pt x="3814429" y="3581400"/>
                </a:lnTo>
                <a:lnTo>
                  <a:pt x="3762113" y="3568700"/>
                </a:lnTo>
                <a:lnTo>
                  <a:pt x="3716260" y="3556000"/>
                </a:lnTo>
                <a:lnTo>
                  <a:pt x="3674613" y="3530600"/>
                </a:lnTo>
                <a:lnTo>
                  <a:pt x="3594905" y="3479800"/>
                </a:lnTo>
                <a:lnTo>
                  <a:pt x="3762071" y="3479800"/>
                </a:lnTo>
                <a:lnTo>
                  <a:pt x="3766125" y="3467100"/>
                </a:lnTo>
                <a:lnTo>
                  <a:pt x="3765439" y="3467100"/>
                </a:lnTo>
                <a:lnTo>
                  <a:pt x="3706810" y="3454400"/>
                </a:lnTo>
                <a:lnTo>
                  <a:pt x="3663315" y="3416300"/>
                </a:lnTo>
                <a:lnTo>
                  <a:pt x="3633162" y="3378200"/>
                </a:lnTo>
                <a:lnTo>
                  <a:pt x="3614558" y="3340100"/>
                </a:lnTo>
                <a:lnTo>
                  <a:pt x="3603680" y="3314700"/>
                </a:lnTo>
                <a:lnTo>
                  <a:pt x="3586300" y="3302000"/>
                </a:lnTo>
                <a:lnTo>
                  <a:pt x="3564628" y="3289300"/>
                </a:lnTo>
                <a:lnTo>
                  <a:pt x="3540875" y="3289300"/>
                </a:lnTo>
                <a:lnTo>
                  <a:pt x="3492270" y="3263900"/>
                </a:lnTo>
                <a:lnTo>
                  <a:pt x="3395040" y="3238500"/>
                </a:lnTo>
                <a:lnTo>
                  <a:pt x="3347442" y="3213100"/>
                </a:lnTo>
                <a:lnTo>
                  <a:pt x="3301207" y="3187700"/>
                </a:lnTo>
                <a:lnTo>
                  <a:pt x="3256846" y="3175000"/>
                </a:lnTo>
                <a:lnTo>
                  <a:pt x="3214875" y="3136900"/>
                </a:lnTo>
                <a:lnTo>
                  <a:pt x="3432601" y="3136900"/>
                </a:lnTo>
                <a:lnTo>
                  <a:pt x="3386956" y="3111500"/>
                </a:lnTo>
                <a:lnTo>
                  <a:pt x="3292808" y="3086100"/>
                </a:lnTo>
                <a:lnTo>
                  <a:pt x="3245481" y="3060700"/>
                </a:lnTo>
                <a:lnTo>
                  <a:pt x="3198769" y="3048000"/>
                </a:lnTo>
                <a:lnTo>
                  <a:pt x="3125391" y="3022600"/>
                </a:lnTo>
                <a:lnTo>
                  <a:pt x="3086897" y="3009900"/>
                </a:lnTo>
                <a:lnTo>
                  <a:pt x="3045255" y="2997200"/>
                </a:lnTo>
                <a:lnTo>
                  <a:pt x="3011721" y="2997200"/>
                </a:lnTo>
                <a:lnTo>
                  <a:pt x="3002033" y="2984500"/>
                </a:lnTo>
                <a:lnTo>
                  <a:pt x="3005038" y="2971800"/>
                </a:lnTo>
                <a:lnTo>
                  <a:pt x="3017138" y="2959100"/>
                </a:lnTo>
                <a:lnTo>
                  <a:pt x="3033254" y="2946400"/>
                </a:lnTo>
                <a:lnTo>
                  <a:pt x="3275449" y="2946400"/>
                </a:lnTo>
                <a:lnTo>
                  <a:pt x="3235458" y="2921000"/>
                </a:lnTo>
                <a:lnTo>
                  <a:pt x="3190042" y="2908300"/>
                </a:lnTo>
                <a:lnTo>
                  <a:pt x="3142307" y="2895600"/>
                </a:lnTo>
                <a:lnTo>
                  <a:pt x="3095362" y="2895600"/>
                </a:lnTo>
                <a:lnTo>
                  <a:pt x="3052312" y="2882900"/>
                </a:lnTo>
                <a:lnTo>
                  <a:pt x="3016266" y="2857500"/>
                </a:lnTo>
                <a:lnTo>
                  <a:pt x="3068076" y="2844800"/>
                </a:lnTo>
                <a:lnTo>
                  <a:pt x="3238695" y="2844800"/>
                </a:lnTo>
                <a:lnTo>
                  <a:pt x="3257317" y="2832100"/>
                </a:lnTo>
                <a:lnTo>
                  <a:pt x="3263014" y="2819400"/>
                </a:lnTo>
                <a:lnTo>
                  <a:pt x="3257040" y="2794000"/>
                </a:lnTo>
                <a:lnTo>
                  <a:pt x="3248915" y="2755900"/>
                </a:lnTo>
                <a:lnTo>
                  <a:pt x="3259963" y="2730500"/>
                </a:lnTo>
                <a:lnTo>
                  <a:pt x="3290232" y="2705100"/>
                </a:lnTo>
                <a:lnTo>
                  <a:pt x="3382665" y="2705100"/>
                </a:lnTo>
                <a:lnTo>
                  <a:pt x="3404089" y="2692400"/>
                </a:lnTo>
                <a:lnTo>
                  <a:pt x="3407806" y="2679700"/>
                </a:lnTo>
                <a:lnTo>
                  <a:pt x="3397576" y="2654300"/>
                </a:lnTo>
                <a:lnTo>
                  <a:pt x="3384487" y="2628900"/>
                </a:lnTo>
                <a:lnTo>
                  <a:pt x="3387312" y="2590800"/>
                </a:lnTo>
                <a:lnTo>
                  <a:pt x="3399509" y="2552700"/>
                </a:lnTo>
                <a:lnTo>
                  <a:pt x="3414532" y="2527300"/>
                </a:lnTo>
                <a:lnTo>
                  <a:pt x="3427412" y="2476500"/>
                </a:lnTo>
                <a:lnTo>
                  <a:pt x="3422268" y="2438400"/>
                </a:lnTo>
                <a:lnTo>
                  <a:pt x="3397836" y="2413000"/>
                </a:lnTo>
                <a:lnTo>
                  <a:pt x="3352853" y="2387600"/>
                </a:lnTo>
                <a:lnTo>
                  <a:pt x="3320789" y="2374900"/>
                </a:lnTo>
                <a:lnTo>
                  <a:pt x="3286537" y="2349500"/>
                </a:lnTo>
                <a:lnTo>
                  <a:pt x="3248943" y="2336800"/>
                </a:lnTo>
                <a:lnTo>
                  <a:pt x="3206851" y="2324100"/>
                </a:lnTo>
                <a:lnTo>
                  <a:pt x="3248375" y="2311400"/>
                </a:lnTo>
                <a:lnTo>
                  <a:pt x="3264199" y="2298700"/>
                </a:lnTo>
                <a:lnTo>
                  <a:pt x="3262453" y="2286000"/>
                </a:lnTo>
                <a:lnTo>
                  <a:pt x="3251268" y="2286000"/>
                </a:lnTo>
                <a:lnTo>
                  <a:pt x="3238775" y="2273300"/>
                </a:lnTo>
                <a:lnTo>
                  <a:pt x="3233103" y="2260600"/>
                </a:lnTo>
                <a:lnTo>
                  <a:pt x="3242382" y="2235200"/>
                </a:lnTo>
                <a:lnTo>
                  <a:pt x="3496385" y="2235200"/>
                </a:lnTo>
                <a:lnTo>
                  <a:pt x="3446218" y="2222500"/>
                </a:lnTo>
                <a:lnTo>
                  <a:pt x="3395922" y="2197100"/>
                </a:lnTo>
                <a:lnTo>
                  <a:pt x="3345963" y="2184400"/>
                </a:lnTo>
                <a:lnTo>
                  <a:pt x="3296806" y="2159000"/>
                </a:lnTo>
                <a:lnTo>
                  <a:pt x="3248916" y="2133600"/>
                </a:lnTo>
                <a:lnTo>
                  <a:pt x="3202756" y="2120900"/>
                </a:lnTo>
                <a:lnTo>
                  <a:pt x="3158793" y="2095500"/>
                </a:lnTo>
                <a:lnTo>
                  <a:pt x="3117490" y="2070100"/>
                </a:lnTo>
                <a:lnTo>
                  <a:pt x="3079313" y="2044700"/>
                </a:lnTo>
                <a:lnTo>
                  <a:pt x="3098616" y="2032000"/>
                </a:lnTo>
                <a:lnTo>
                  <a:pt x="3136843" y="2032000"/>
                </a:lnTo>
                <a:lnTo>
                  <a:pt x="3154218" y="2019300"/>
                </a:lnTo>
                <a:lnTo>
                  <a:pt x="3152877" y="2019300"/>
                </a:lnTo>
                <a:lnTo>
                  <a:pt x="3154390" y="2006600"/>
                </a:lnTo>
                <a:lnTo>
                  <a:pt x="3150228" y="2006600"/>
                </a:lnTo>
                <a:lnTo>
                  <a:pt x="3099646" y="1981200"/>
                </a:lnTo>
                <a:lnTo>
                  <a:pt x="3082444" y="1968500"/>
                </a:lnTo>
                <a:lnTo>
                  <a:pt x="3098803" y="1943100"/>
                </a:lnTo>
                <a:lnTo>
                  <a:pt x="3148906" y="1917700"/>
                </a:lnTo>
                <a:lnTo>
                  <a:pt x="3166119" y="1905000"/>
                </a:lnTo>
                <a:lnTo>
                  <a:pt x="3172210" y="1892300"/>
                </a:lnTo>
                <a:lnTo>
                  <a:pt x="3169050" y="1879600"/>
                </a:lnTo>
                <a:lnTo>
                  <a:pt x="3158510" y="1866900"/>
                </a:lnTo>
                <a:lnTo>
                  <a:pt x="3148732" y="1866900"/>
                </a:lnTo>
                <a:lnTo>
                  <a:pt x="3140108" y="1854200"/>
                </a:lnTo>
                <a:lnTo>
                  <a:pt x="3134881" y="1841500"/>
                </a:lnTo>
                <a:lnTo>
                  <a:pt x="3135293" y="1828800"/>
                </a:lnTo>
                <a:lnTo>
                  <a:pt x="3697389" y="1828800"/>
                </a:lnTo>
                <a:lnTo>
                  <a:pt x="3661576" y="1803400"/>
                </a:lnTo>
                <a:lnTo>
                  <a:pt x="3629204" y="1778000"/>
                </a:lnTo>
                <a:lnTo>
                  <a:pt x="3602118" y="1739900"/>
                </a:lnTo>
                <a:lnTo>
                  <a:pt x="3572921" y="1739900"/>
                </a:lnTo>
                <a:lnTo>
                  <a:pt x="3572295" y="1727200"/>
                </a:lnTo>
                <a:lnTo>
                  <a:pt x="3570610" y="1714500"/>
                </a:lnTo>
                <a:lnTo>
                  <a:pt x="3543289" y="1714500"/>
                </a:lnTo>
                <a:lnTo>
                  <a:pt x="3533327" y="1701800"/>
                </a:lnTo>
                <a:lnTo>
                  <a:pt x="3520623" y="1689100"/>
                </a:lnTo>
                <a:lnTo>
                  <a:pt x="3510380" y="1689100"/>
                </a:lnTo>
                <a:lnTo>
                  <a:pt x="3507803" y="1676400"/>
                </a:lnTo>
                <a:lnTo>
                  <a:pt x="3511190" y="1663700"/>
                </a:lnTo>
                <a:lnTo>
                  <a:pt x="3509292" y="1663700"/>
                </a:lnTo>
                <a:lnTo>
                  <a:pt x="3504071" y="1651000"/>
                </a:lnTo>
                <a:lnTo>
                  <a:pt x="3488243" y="1651000"/>
                </a:lnTo>
                <a:lnTo>
                  <a:pt x="3478944" y="1638300"/>
                </a:lnTo>
                <a:lnTo>
                  <a:pt x="3469526" y="1638300"/>
                </a:lnTo>
                <a:lnTo>
                  <a:pt x="3459923" y="1625600"/>
                </a:lnTo>
                <a:lnTo>
                  <a:pt x="3450417" y="1625600"/>
                </a:lnTo>
                <a:lnTo>
                  <a:pt x="3440825" y="1612900"/>
                </a:lnTo>
                <a:lnTo>
                  <a:pt x="3421490" y="1600200"/>
                </a:lnTo>
                <a:lnTo>
                  <a:pt x="3329832" y="1600200"/>
                </a:lnTo>
                <a:lnTo>
                  <a:pt x="3312042" y="1587500"/>
                </a:lnTo>
                <a:lnTo>
                  <a:pt x="3294707" y="1587500"/>
                </a:lnTo>
                <a:lnTo>
                  <a:pt x="3279316" y="1574800"/>
                </a:lnTo>
                <a:lnTo>
                  <a:pt x="3267359" y="1562100"/>
                </a:lnTo>
                <a:lnTo>
                  <a:pt x="3341300" y="1562100"/>
                </a:lnTo>
                <a:lnTo>
                  <a:pt x="3323650" y="1549400"/>
                </a:lnTo>
                <a:lnTo>
                  <a:pt x="3306279" y="1549400"/>
                </a:lnTo>
                <a:lnTo>
                  <a:pt x="3289211" y="1536700"/>
                </a:lnTo>
                <a:lnTo>
                  <a:pt x="3272473" y="1524000"/>
                </a:lnTo>
                <a:lnTo>
                  <a:pt x="3259488" y="1511300"/>
                </a:lnTo>
                <a:lnTo>
                  <a:pt x="3248238" y="1498600"/>
                </a:lnTo>
                <a:lnTo>
                  <a:pt x="3239241" y="1498600"/>
                </a:lnTo>
                <a:lnTo>
                  <a:pt x="3233019" y="1485900"/>
                </a:lnTo>
                <a:lnTo>
                  <a:pt x="3231377" y="1473200"/>
                </a:lnTo>
                <a:lnTo>
                  <a:pt x="3230053" y="1473200"/>
                </a:lnTo>
                <a:lnTo>
                  <a:pt x="3236182" y="1460500"/>
                </a:lnTo>
                <a:lnTo>
                  <a:pt x="3273384" y="1460500"/>
                </a:lnTo>
                <a:lnTo>
                  <a:pt x="3248493" y="1447800"/>
                </a:lnTo>
                <a:lnTo>
                  <a:pt x="3201583" y="1422400"/>
                </a:lnTo>
                <a:lnTo>
                  <a:pt x="3172323" y="1397000"/>
                </a:lnTo>
                <a:lnTo>
                  <a:pt x="3159283" y="1358939"/>
                </a:lnTo>
                <a:lnTo>
                  <a:pt x="3166203" y="1346200"/>
                </a:lnTo>
                <a:lnTo>
                  <a:pt x="3301230" y="1346200"/>
                </a:lnTo>
                <a:lnTo>
                  <a:pt x="3266322" y="1308100"/>
                </a:lnTo>
                <a:lnTo>
                  <a:pt x="3234648" y="1282700"/>
                </a:lnTo>
                <a:lnTo>
                  <a:pt x="3206607" y="1244600"/>
                </a:lnTo>
                <a:lnTo>
                  <a:pt x="3203372" y="1231900"/>
                </a:lnTo>
                <a:lnTo>
                  <a:pt x="3176770" y="1231900"/>
                </a:lnTo>
                <a:lnTo>
                  <a:pt x="3178169" y="1219200"/>
                </a:lnTo>
                <a:lnTo>
                  <a:pt x="3179460" y="1193800"/>
                </a:lnTo>
                <a:lnTo>
                  <a:pt x="3171356" y="1181100"/>
                </a:lnTo>
                <a:lnTo>
                  <a:pt x="3155605" y="1168400"/>
                </a:lnTo>
                <a:lnTo>
                  <a:pt x="3133954" y="1155700"/>
                </a:lnTo>
                <a:lnTo>
                  <a:pt x="3123002" y="1155700"/>
                </a:lnTo>
                <a:lnTo>
                  <a:pt x="3129913" y="1143000"/>
                </a:lnTo>
                <a:lnTo>
                  <a:pt x="3135003" y="1143000"/>
                </a:lnTo>
                <a:lnTo>
                  <a:pt x="3136572" y="1130300"/>
                </a:lnTo>
                <a:lnTo>
                  <a:pt x="3135257" y="1117600"/>
                </a:lnTo>
                <a:lnTo>
                  <a:pt x="3131690" y="1117600"/>
                </a:lnTo>
                <a:lnTo>
                  <a:pt x="3128294" y="1104900"/>
                </a:lnTo>
                <a:lnTo>
                  <a:pt x="3120198" y="1104900"/>
                </a:lnTo>
                <a:lnTo>
                  <a:pt x="3117621" y="1092200"/>
                </a:lnTo>
                <a:lnTo>
                  <a:pt x="3119117" y="1092200"/>
                </a:lnTo>
                <a:lnTo>
                  <a:pt x="3124578" y="1079500"/>
                </a:lnTo>
                <a:lnTo>
                  <a:pt x="3457127" y="1079500"/>
                </a:lnTo>
                <a:lnTo>
                  <a:pt x="3455703" y="1066800"/>
                </a:lnTo>
                <a:lnTo>
                  <a:pt x="3463467" y="1066800"/>
                </a:lnTo>
                <a:lnTo>
                  <a:pt x="3470898" y="1054100"/>
                </a:lnTo>
                <a:lnTo>
                  <a:pt x="3489975" y="1054100"/>
                </a:lnTo>
                <a:lnTo>
                  <a:pt x="3464501" y="1041400"/>
                </a:lnTo>
                <a:lnTo>
                  <a:pt x="3440225" y="1028700"/>
                </a:lnTo>
                <a:lnTo>
                  <a:pt x="3417989" y="1016000"/>
                </a:lnTo>
                <a:lnTo>
                  <a:pt x="3398640" y="990600"/>
                </a:lnTo>
                <a:lnTo>
                  <a:pt x="3392636" y="990600"/>
                </a:lnTo>
                <a:lnTo>
                  <a:pt x="3388336" y="977900"/>
                </a:lnTo>
                <a:lnTo>
                  <a:pt x="3385956" y="965200"/>
                </a:lnTo>
                <a:lnTo>
                  <a:pt x="3385712" y="952500"/>
                </a:lnTo>
                <a:lnTo>
                  <a:pt x="3532991" y="952500"/>
                </a:lnTo>
                <a:lnTo>
                  <a:pt x="3494611" y="914400"/>
                </a:lnTo>
                <a:lnTo>
                  <a:pt x="3459882" y="876300"/>
                </a:lnTo>
                <a:lnTo>
                  <a:pt x="3426984" y="825500"/>
                </a:lnTo>
                <a:lnTo>
                  <a:pt x="3404756" y="825500"/>
                </a:lnTo>
                <a:lnTo>
                  <a:pt x="3406203" y="812800"/>
                </a:lnTo>
                <a:lnTo>
                  <a:pt x="3406538" y="800100"/>
                </a:lnTo>
                <a:lnTo>
                  <a:pt x="3401613" y="787400"/>
                </a:lnTo>
                <a:lnTo>
                  <a:pt x="3391474" y="774700"/>
                </a:lnTo>
                <a:lnTo>
                  <a:pt x="3376166" y="762000"/>
                </a:lnTo>
                <a:lnTo>
                  <a:pt x="3364188" y="762000"/>
                </a:lnTo>
                <a:lnTo>
                  <a:pt x="3356059" y="749300"/>
                </a:lnTo>
                <a:lnTo>
                  <a:pt x="3354602" y="749300"/>
                </a:lnTo>
                <a:lnTo>
                  <a:pt x="3362637" y="736600"/>
                </a:lnTo>
                <a:lnTo>
                  <a:pt x="3367062" y="723900"/>
                </a:lnTo>
                <a:lnTo>
                  <a:pt x="3363008" y="723900"/>
                </a:lnTo>
                <a:lnTo>
                  <a:pt x="3360162" y="711200"/>
                </a:lnTo>
                <a:lnTo>
                  <a:pt x="3354406" y="698500"/>
                </a:lnTo>
                <a:lnTo>
                  <a:pt x="3344391" y="698500"/>
                </a:lnTo>
                <a:lnTo>
                  <a:pt x="3340060" y="685800"/>
                </a:lnTo>
                <a:lnTo>
                  <a:pt x="7793636" y="685800"/>
                </a:lnTo>
                <a:lnTo>
                  <a:pt x="7842522" y="660400"/>
                </a:lnTo>
                <a:lnTo>
                  <a:pt x="7908258" y="647700"/>
                </a:lnTo>
                <a:lnTo>
                  <a:pt x="7974953" y="622300"/>
                </a:lnTo>
                <a:lnTo>
                  <a:pt x="8026713" y="596900"/>
                </a:lnTo>
                <a:lnTo>
                  <a:pt x="8106674" y="596900"/>
                </a:lnTo>
                <a:lnTo>
                  <a:pt x="8111019" y="584200"/>
                </a:lnTo>
                <a:lnTo>
                  <a:pt x="8118211" y="571500"/>
                </a:lnTo>
                <a:lnTo>
                  <a:pt x="8140216" y="571500"/>
                </a:lnTo>
                <a:lnTo>
                  <a:pt x="8151958" y="558800"/>
                </a:lnTo>
                <a:lnTo>
                  <a:pt x="8175616" y="558800"/>
                </a:lnTo>
                <a:lnTo>
                  <a:pt x="8184668" y="546100"/>
                </a:lnTo>
                <a:lnTo>
                  <a:pt x="8265058" y="546100"/>
                </a:lnTo>
                <a:lnTo>
                  <a:pt x="8300499" y="520700"/>
                </a:lnTo>
                <a:lnTo>
                  <a:pt x="8337006" y="495300"/>
                </a:lnTo>
                <a:lnTo>
                  <a:pt x="8398930" y="457200"/>
                </a:lnTo>
                <a:lnTo>
                  <a:pt x="8424115" y="444500"/>
                </a:lnTo>
                <a:lnTo>
                  <a:pt x="8448169" y="419100"/>
                </a:lnTo>
                <a:lnTo>
                  <a:pt x="8470193" y="406400"/>
                </a:lnTo>
                <a:lnTo>
                  <a:pt x="8475270" y="393700"/>
                </a:lnTo>
                <a:lnTo>
                  <a:pt x="12192000" y="393700"/>
                </a:lnTo>
                <a:lnTo>
                  <a:pt x="12192000" y="0"/>
                </a:lnTo>
                <a:close/>
              </a:path>
              <a:path w="12192000" h="6858000" extrusionOk="0">
                <a:moveTo>
                  <a:pt x="12192000" y="1968500"/>
                </a:moveTo>
                <a:lnTo>
                  <a:pt x="9180902" y="1968500"/>
                </a:lnTo>
                <a:lnTo>
                  <a:pt x="9181189" y="1981200"/>
                </a:lnTo>
                <a:lnTo>
                  <a:pt x="9181592" y="1993900"/>
                </a:lnTo>
                <a:lnTo>
                  <a:pt x="9185123" y="2006600"/>
                </a:lnTo>
                <a:lnTo>
                  <a:pt x="9189264" y="2019300"/>
                </a:lnTo>
                <a:lnTo>
                  <a:pt x="9190672" y="2032000"/>
                </a:lnTo>
                <a:lnTo>
                  <a:pt x="9189109" y="2044700"/>
                </a:lnTo>
                <a:lnTo>
                  <a:pt x="9184333" y="2057400"/>
                </a:lnTo>
                <a:lnTo>
                  <a:pt x="9182277" y="2057400"/>
                </a:lnTo>
                <a:lnTo>
                  <a:pt x="9182228" y="2070100"/>
                </a:lnTo>
                <a:lnTo>
                  <a:pt x="9181520" y="2108200"/>
                </a:lnTo>
                <a:lnTo>
                  <a:pt x="9180057" y="2146300"/>
                </a:lnTo>
                <a:lnTo>
                  <a:pt x="9177697" y="2171700"/>
                </a:lnTo>
                <a:lnTo>
                  <a:pt x="9174303" y="2171700"/>
                </a:lnTo>
                <a:lnTo>
                  <a:pt x="9153244" y="2209800"/>
                </a:lnTo>
                <a:lnTo>
                  <a:pt x="9141435" y="2235200"/>
                </a:lnTo>
                <a:lnTo>
                  <a:pt x="9132003" y="2260600"/>
                </a:lnTo>
                <a:lnTo>
                  <a:pt x="9118078" y="2298700"/>
                </a:lnTo>
                <a:lnTo>
                  <a:pt x="9092787" y="2311400"/>
                </a:lnTo>
                <a:lnTo>
                  <a:pt x="9049259" y="2336800"/>
                </a:lnTo>
                <a:lnTo>
                  <a:pt x="9016685" y="2349500"/>
                </a:lnTo>
                <a:lnTo>
                  <a:pt x="8990588" y="2362200"/>
                </a:lnTo>
                <a:lnTo>
                  <a:pt x="8967150" y="2387600"/>
                </a:lnTo>
                <a:lnTo>
                  <a:pt x="8942551" y="2400300"/>
                </a:lnTo>
                <a:lnTo>
                  <a:pt x="8898465" y="2438400"/>
                </a:lnTo>
                <a:lnTo>
                  <a:pt x="8858482" y="2463800"/>
                </a:lnTo>
                <a:lnTo>
                  <a:pt x="8822650" y="2501900"/>
                </a:lnTo>
                <a:lnTo>
                  <a:pt x="8791018" y="2527300"/>
                </a:lnTo>
                <a:lnTo>
                  <a:pt x="8763633" y="2565400"/>
                </a:lnTo>
                <a:lnTo>
                  <a:pt x="8740544" y="2603500"/>
                </a:lnTo>
                <a:lnTo>
                  <a:pt x="8721798" y="2641600"/>
                </a:lnTo>
                <a:lnTo>
                  <a:pt x="8707443" y="2692400"/>
                </a:lnTo>
                <a:lnTo>
                  <a:pt x="8695576" y="2717800"/>
                </a:lnTo>
                <a:lnTo>
                  <a:pt x="8676443" y="2730500"/>
                </a:lnTo>
                <a:lnTo>
                  <a:pt x="8654321" y="2755900"/>
                </a:lnTo>
                <a:lnTo>
                  <a:pt x="8633487" y="2781300"/>
                </a:lnTo>
                <a:lnTo>
                  <a:pt x="8695447" y="2781300"/>
                </a:lnTo>
                <a:lnTo>
                  <a:pt x="8693825" y="2806700"/>
                </a:lnTo>
                <a:lnTo>
                  <a:pt x="8650888" y="2857500"/>
                </a:lnTo>
                <a:lnTo>
                  <a:pt x="8620145" y="2882900"/>
                </a:lnTo>
                <a:lnTo>
                  <a:pt x="8587378" y="2908300"/>
                </a:lnTo>
                <a:lnTo>
                  <a:pt x="8549365" y="2921000"/>
                </a:lnTo>
                <a:lnTo>
                  <a:pt x="8513119" y="2946400"/>
                </a:lnTo>
                <a:lnTo>
                  <a:pt x="8482531" y="2984500"/>
                </a:lnTo>
                <a:lnTo>
                  <a:pt x="8461494" y="3009900"/>
                </a:lnTo>
                <a:lnTo>
                  <a:pt x="8460305" y="3009900"/>
                </a:lnTo>
                <a:lnTo>
                  <a:pt x="8457208" y="3022600"/>
                </a:lnTo>
                <a:lnTo>
                  <a:pt x="8452221" y="3022600"/>
                </a:lnTo>
                <a:lnTo>
                  <a:pt x="8445362" y="3035300"/>
                </a:lnTo>
                <a:lnTo>
                  <a:pt x="8436650" y="3035300"/>
                </a:lnTo>
                <a:lnTo>
                  <a:pt x="8426102" y="3048000"/>
                </a:lnTo>
                <a:lnTo>
                  <a:pt x="8413737" y="3060700"/>
                </a:lnTo>
                <a:lnTo>
                  <a:pt x="8399574" y="3060700"/>
                </a:lnTo>
                <a:lnTo>
                  <a:pt x="8383629" y="3073400"/>
                </a:lnTo>
                <a:lnTo>
                  <a:pt x="8365922" y="3086100"/>
                </a:lnTo>
                <a:lnTo>
                  <a:pt x="8346470" y="3111500"/>
                </a:lnTo>
                <a:lnTo>
                  <a:pt x="8325293" y="3124200"/>
                </a:lnTo>
                <a:lnTo>
                  <a:pt x="8302407" y="3136900"/>
                </a:lnTo>
                <a:lnTo>
                  <a:pt x="8277831" y="3162300"/>
                </a:lnTo>
                <a:lnTo>
                  <a:pt x="8251583" y="3175000"/>
                </a:lnTo>
                <a:lnTo>
                  <a:pt x="8223682" y="3200400"/>
                </a:lnTo>
                <a:lnTo>
                  <a:pt x="8194145" y="3213100"/>
                </a:lnTo>
                <a:lnTo>
                  <a:pt x="8162991" y="3238500"/>
                </a:lnTo>
                <a:lnTo>
                  <a:pt x="8130238" y="3251200"/>
                </a:lnTo>
                <a:lnTo>
                  <a:pt x="8095904" y="3276600"/>
                </a:lnTo>
                <a:lnTo>
                  <a:pt x="8060008" y="3302000"/>
                </a:lnTo>
                <a:lnTo>
                  <a:pt x="8022567" y="3327400"/>
                </a:lnTo>
                <a:lnTo>
                  <a:pt x="7983599" y="3352800"/>
                </a:lnTo>
                <a:lnTo>
                  <a:pt x="7943124" y="3365500"/>
                </a:lnTo>
                <a:lnTo>
                  <a:pt x="7901158" y="3390900"/>
                </a:lnTo>
                <a:lnTo>
                  <a:pt x="7857720" y="3416300"/>
                </a:lnTo>
                <a:lnTo>
                  <a:pt x="7812829" y="3441700"/>
                </a:lnTo>
                <a:lnTo>
                  <a:pt x="7766502" y="3467100"/>
                </a:lnTo>
                <a:lnTo>
                  <a:pt x="7718758" y="3492500"/>
                </a:lnTo>
                <a:lnTo>
                  <a:pt x="7669615" y="3517900"/>
                </a:lnTo>
                <a:lnTo>
                  <a:pt x="7619091" y="3543300"/>
                </a:lnTo>
                <a:lnTo>
                  <a:pt x="7567204" y="3568700"/>
                </a:lnTo>
                <a:lnTo>
                  <a:pt x="7513973" y="3594100"/>
                </a:lnTo>
                <a:lnTo>
                  <a:pt x="7459415" y="3619500"/>
                </a:lnTo>
                <a:lnTo>
                  <a:pt x="7403548" y="3644900"/>
                </a:lnTo>
                <a:lnTo>
                  <a:pt x="7346392" y="3670300"/>
                </a:lnTo>
                <a:lnTo>
                  <a:pt x="7287964" y="3683000"/>
                </a:lnTo>
                <a:lnTo>
                  <a:pt x="7228282" y="3708400"/>
                </a:lnTo>
                <a:lnTo>
                  <a:pt x="7105229" y="3759200"/>
                </a:lnTo>
                <a:lnTo>
                  <a:pt x="7041895" y="3771900"/>
                </a:lnTo>
                <a:lnTo>
                  <a:pt x="6911702" y="3822700"/>
                </a:lnTo>
                <a:lnTo>
                  <a:pt x="6844879" y="3835400"/>
                </a:lnTo>
                <a:lnTo>
                  <a:pt x="6776929" y="3860800"/>
                </a:lnTo>
                <a:lnTo>
                  <a:pt x="6707872" y="3873500"/>
                </a:lnTo>
                <a:lnTo>
                  <a:pt x="6637724" y="3898900"/>
                </a:lnTo>
                <a:lnTo>
                  <a:pt x="6117690" y="3987800"/>
                </a:lnTo>
                <a:lnTo>
                  <a:pt x="6039475" y="3987800"/>
                </a:lnTo>
                <a:lnTo>
                  <a:pt x="5960334" y="4000500"/>
                </a:lnTo>
                <a:lnTo>
                  <a:pt x="5849536" y="4000500"/>
                </a:lnTo>
                <a:lnTo>
                  <a:pt x="5813161" y="4013200"/>
                </a:lnTo>
                <a:lnTo>
                  <a:pt x="12192000" y="4013200"/>
                </a:lnTo>
                <a:lnTo>
                  <a:pt x="12192000" y="1968500"/>
                </a:lnTo>
                <a:close/>
              </a:path>
              <a:path w="12192000" h="6858000" extrusionOk="0">
                <a:moveTo>
                  <a:pt x="3940068" y="3746500"/>
                </a:moveTo>
                <a:lnTo>
                  <a:pt x="3919545" y="3759200"/>
                </a:lnTo>
                <a:lnTo>
                  <a:pt x="3955803" y="3759200"/>
                </a:lnTo>
                <a:lnTo>
                  <a:pt x="3940068" y="3746500"/>
                </a:lnTo>
                <a:close/>
              </a:path>
              <a:path w="12192000" h="6858000" extrusionOk="0">
                <a:moveTo>
                  <a:pt x="4000846" y="3632200"/>
                </a:moveTo>
                <a:lnTo>
                  <a:pt x="3720738" y="3632200"/>
                </a:lnTo>
                <a:lnTo>
                  <a:pt x="3828868" y="3657600"/>
                </a:lnTo>
                <a:lnTo>
                  <a:pt x="3918799" y="3670300"/>
                </a:lnTo>
                <a:lnTo>
                  <a:pt x="3995512" y="3670300"/>
                </a:lnTo>
                <a:lnTo>
                  <a:pt x="4039125" y="3657600"/>
                </a:lnTo>
                <a:lnTo>
                  <a:pt x="4000846" y="3632200"/>
                </a:lnTo>
                <a:close/>
              </a:path>
              <a:path w="12192000" h="6858000" extrusionOk="0">
                <a:moveTo>
                  <a:pt x="3762071" y="3479800"/>
                </a:moveTo>
                <a:lnTo>
                  <a:pt x="3682590" y="3479800"/>
                </a:lnTo>
                <a:lnTo>
                  <a:pt x="3720902" y="3492500"/>
                </a:lnTo>
                <a:lnTo>
                  <a:pt x="3759506" y="3492500"/>
                </a:lnTo>
                <a:lnTo>
                  <a:pt x="3762071" y="3479800"/>
                </a:lnTo>
                <a:close/>
              </a:path>
              <a:path w="12192000" h="6858000" extrusionOk="0">
                <a:moveTo>
                  <a:pt x="3432601" y="3136900"/>
                </a:moveTo>
                <a:lnTo>
                  <a:pt x="3214875" y="3136900"/>
                </a:lnTo>
                <a:lnTo>
                  <a:pt x="3265705" y="3149600"/>
                </a:lnTo>
                <a:lnTo>
                  <a:pt x="3314784" y="3149600"/>
                </a:lnTo>
                <a:lnTo>
                  <a:pt x="3463769" y="3187700"/>
                </a:lnTo>
                <a:lnTo>
                  <a:pt x="3518098" y="3187700"/>
                </a:lnTo>
                <a:lnTo>
                  <a:pt x="3476511" y="3162300"/>
                </a:lnTo>
                <a:lnTo>
                  <a:pt x="3432601" y="3136900"/>
                </a:lnTo>
                <a:close/>
              </a:path>
              <a:path w="12192000" h="6858000" extrusionOk="0">
                <a:moveTo>
                  <a:pt x="3165698" y="2946400"/>
                </a:moveTo>
                <a:lnTo>
                  <a:pt x="3071008" y="2946400"/>
                </a:lnTo>
                <a:lnTo>
                  <a:pt x="3117311" y="2959100"/>
                </a:lnTo>
                <a:lnTo>
                  <a:pt x="3165698" y="2946400"/>
                </a:lnTo>
                <a:close/>
              </a:path>
              <a:path w="12192000" h="6858000" extrusionOk="0">
                <a:moveTo>
                  <a:pt x="3496385" y="2235200"/>
                </a:moveTo>
                <a:lnTo>
                  <a:pt x="3321383" y="2235200"/>
                </a:lnTo>
                <a:lnTo>
                  <a:pt x="3361253" y="2247900"/>
                </a:lnTo>
                <a:lnTo>
                  <a:pt x="3402671" y="2260600"/>
                </a:lnTo>
                <a:lnTo>
                  <a:pt x="3545960" y="2260600"/>
                </a:lnTo>
                <a:lnTo>
                  <a:pt x="3496385" y="2235200"/>
                </a:lnTo>
                <a:close/>
              </a:path>
              <a:path w="12192000" h="6858000" extrusionOk="0">
                <a:moveTo>
                  <a:pt x="9164184" y="2044700"/>
                </a:moveTo>
                <a:lnTo>
                  <a:pt x="9138742" y="2044700"/>
                </a:lnTo>
                <a:lnTo>
                  <a:pt x="9140393" y="2057400"/>
                </a:lnTo>
                <a:lnTo>
                  <a:pt x="9138231" y="2070100"/>
                </a:lnTo>
                <a:lnTo>
                  <a:pt x="9137048" y="2082800"/>
                </a:lnTo>
                <a:lnTo>
                  <a:pt x="9142446" y="2082800"/>
                </a:lnTo>
                <a:lnTo>
                  <a:pt x="9151493" y="2095500"/>
                </a:lnTo>
                <a:lnTo>
                  <a:pt x="9161256" y="2108200"/>
                </a:lnTo>
                <a:lnTo>
                  <a:pt x="9164443" y="2108200"/>
                </a:lnTo>
                <a:lnTo>
                  <a:pt x="9167192" y="2095500"/>
                </a:lnTo>
                <a:lnTo>
                  <a:pt x="9169554" y="2082800"/>
                </a:lnTo>
                <a:lnTo>
                  <a:pt x="9171579" y="2057400"/>
                </a:lnTo>
                <a:lnTo>
                  <a:pt x="9172531" y="2057400"/>
                </a:lnTo>
                <a:lnTo>
                  <a:pt x="9164184" y="2044700"/>
                </a:lnTo>
                <a:close/>
              </a:path>
              <a:path w="12192000" h="6858000" extrusionOk="0">
                <a:moveTo>
                  <a:pt x="9177605" y="1981200"/>
                </a:moveTo>
                <a:lnTo>
                  <a:pt x="9177333" y="1981200"/>
                </a:lnTo>
                <a:lnTo>
                  <a:pt x="9176552" y="1993900"/>
                </a:lnTo>
                <a:lnTo>
                  <a:pt x="9174821" y="2019300"/>
                </a:lnTo>
                <a:lnTo>
                  <a:pt x="9173841" y="2032000"/>
                </a:lnTo>
                <a:lnTo>
                  <a:pt x="9172531" y="2057400"/>
                </a:lnTo>
                <a:lnTo>
                  <a:pt x="9182277" y="2057400"/>
                </a:lnTo>
                <a:lnTo>
                  <a:pt x="9182171" y="2019300"/>
                </a:lnTo>
                <a:lnTo>
                  <a:pt x="9182059" y="2006600"/>
                </a:lnTo>
                <a:lnTo>
                  <a:pt x="9181922" y="2006600"/>
                </a:lnTo>
                <a:lnTo>
                  <a:pt x="9181592" y="1993900"/>
                </a:lnTo>
                <a:lnTo>
                  <a:pt x="9177605" y="1981200"/>
                </a:lnTo>
                <a:close/>
              </a:path>
              <a:path w="12192000" h="6858000" extrusionOk="0">
                <a:moveTo>
                  <a:pt x="12192000" y="469900"/>
                </a:moveTo>
                <a:lnTo>
                  <a:pt x="8665161" y="469900"/>
                </a:lnTo>
                <a:lnTo>
                  <a:pt x="8661198" y="482600"/>
                </a:lnTo>
                <a:lnTo>
                  <a:pt x="8654151" y="508000"/>
                </a:lnTo>
                <a:lnTo>
                  <a:pt x="8652314" y="520700"/>
                </a:lnTo>
                <a:lnTo>
                  <a:pt x="8656530" y="533400"/>
                </a:lnTo>
                <a:lnTo>
                  <a:pt x="8667642" y="558800"/>
                </a:lnTo>
                <a:lnTo>
                  <a:pt x="8675669" y="558800"/>
                </a:lnTo>
                <a:lnTo>
                  <a:pt x="8674422" y="571500"/>
                </a:lnTo>
                <a:lnTo>
                  <a:pt x="8673223" y="596900"/>
                </a:lnTo>
                <a:lnTo>
                  <a:pt x="8676984" y="609600"/>
                </a:lnTo>
                <a:lnTo>
                  <a:pt x="8684097" y="622300"/>
                </a:lnTo>
                <a:lnTo>
                  <a:pt x="8692953" y="647700"/>
                </a:lnTo>
                <a:lnTo>
                  <a:pt x="8709427" y="673100"/>
                </a:lnTo>
                <a:lnTo>
                  <a:pt x="8727672" y="698500"/>
                </a:lnTo>
                <a:lnTo>
                  <a:pt x="8747382" y="723900"/>
                </a:lnTo>
                <a:lnTo>
                  <a:pt x="8768255" y="749300"/>
                </a:lnTo>
                <a:lnTo>
                  <a:pt x="8782529" y="774700"/>
                </a:lnTo>
                <a:lnTo>
                  <a:pt x="8797660" y="787400"/>
                </a:lnTo>
                <a:lnTo>
                  <a:pt x="8817271" y="812800"/>
                </a:lnTo>
                <a:lnTo>
                  <a:pt x="8851578" y="825500"/>
                </a:lnTo>
                <a:lnTo>
                  <a:pt x="8856719" y="825500"/>
                </a:lnTo>
                <a:lnTo>
                  <a:pt x="8855229" y="838200"/>
                </a:lnTo>
                <a:lnTo>
                  <a:pt x="8849921" y="850900"/>
                </a:lnTo>
                <a:lnTo>
                  <a:pt x="8852235" y="876300"/>
                </a:lnTo>
                <a:lnTo>
                  <a:pt x="8861241" y="889000"/>
                </a:lnTo>
                <a:lnTo>
                  <a:pt x="8876012" y="901700"/>
                </a:lnTo>
                <a:lnTo>
                  <a:pt x="8880085" y="914400"/>
                </a:lnTo>
                <a:lnTo>
                  <a:pt x="8876764" y="914400"/>
                </a:lnTo>
                <a:lnTo>
                  <a:pt x="8869963" y="927100"/>
                </a:lnTo>
                <a:lnTo>
                  <a:pt x="8852790" y="927100"/>
                </a:lnTo>
                <a:lnTo>
                  <a:pt x="8845638" y="939800"/>
                </a:lnTo>
                <a:lnTo>
                  <a:pt x="8839356" y="939800"/>
                </a:lnTo>
                <a:lnTo>
                  <a:pt x="8830899" y="952500"/>
                </a:lnTo>
                <a:lnTo>
                  <a:pt x="8824452" y="965200"/>
                </a:lnTo>
                <a:lnTo>
                  <a:pt x="8819473" y="977900"/>
                </a:lnTo>
                <a:lnTo>
                  <a:pt x="8815417" y="990600"/>
                </a:lnTo>
                <a:lnTo>
                  <a:pt x="8808984" y="1016000"/>
                </a:lnTo>
                <a:lnTo>
                  <a:pt x="8800170" y="1028700"/>
                </a:lnTo>
                <a:lnTo>
                  <a:pt x="8787119" y="1041400"/>
                </a:lnTo>
                <a:lnTo>
                  <a:pt x="8767977" y="1066800"/>
                </a:lnTo>
                <a:lnTo>
                  <a:pt x="8755474" y="1066800"/>
                </a:lnTo>
                <a:lnTo>
                  <a:pt x="8749728" y="1079500"/>
                </a:lnTo>
                <a:lnTo>
                  <a:pt x="8744051" y="1079500"/>
                </a:lnTo>
                <a:lnTo>
                  <a:pt x="8746479" y="1092200"/>
                </a:lnTo>
                <a:lnTo>
                  <a:pt x="8763627" y="1092200"/>
                </a:lnTo>
                <a:lnTo>
                  <a:pt x="8804151" y="1104900"/>
                </a:lnTo>
                <a:lnTo>
                  <a:pt x="8824181" y="1117600"/>
                </a:lnTo>
                <a:lnTo>
                  <a:pt x="8831003" y="1143000"/>
                </a:lnTo>
                <a:lnTo>
                  <a:pt x="8831901" y="1168400"/>
                </a:lnTo>
                <a:lnTo>
                  <a:pt x="8825306" y="1206500"/>
                </a:lnTo>
                <a:lnTo>
                  <a:pt x="8806350" y="1231900"/>
                </a:lnTo>
                <a:lnTo>
                  <a:pt x="8777956" y="1257300"/>
                </a:lnTo>
                <a:lnTo>
                  <a:pt x="8743049" y="1270000"/>
                </a:lnTo>
                <a:lnTo>
                  <a:pt x="8729289" y="1282700"/>
                </a:lnTo>
                <a:lnTo>
                  <a:pt x="8715156" y="1282700"/>
                </a:lnTo>
                <a:lnTo>
                  <a:pt x="8703193" y="1295400"/>
                </a:lnTo>
                <a:lnTo>
                  <a:pt x="8695944" y="1308100"/>
                </a:lnTo>
                <a:lnTo>
                  <a:pt x="8829672" y="1308100"/>
                </a:lnTo>
                <a:lnTo>
                  <a:pt x="8837238" y="1320800"/>
                </a:lnTo>
                <a:lnTo>
                  <a:pt x="8825547" y="1333500"/>
                </a:lnTo>
                <a:lnTo>
                  <a:pt x="8822235" y="1346200"/>
                </a:lnTo>
                <a:lnTo>
                  <a:pt x="8825035" y="1346200"/>
                </a:lnTo>
                <a:lnTo>
                  <a:pt x="8832005" y="1358939"/>
                </a:lnTo>
                <a:lnTo>
                  <a:pt x="8887440" y="1358939"/>
                </a:lnTo>
                <a:lnTo>
                  <a:pt x="8909369" y="1384300"/>
                </a:lnTo>
                <a:lnTo>
                  <a:pt x="8917787" y="1409700"/>
                </a:lnTo>
                <a:lnTo>
                  <a:pt x="8923444" y="1435100"/>
                </a:lnTo>
                <a:lnTo>
                  <a:pt x="8937122" y="1460500"/>
                </a:lnTo>
                <a:lnTo>
                  <a:pt x="8941349" y="1473200"/>
                </a:lnTo>
                <a:lnTo>
                  <a:pt x="8939843" y="1473200"/>
                </a:lnTo>
                <a:lnTo>
                  <a:pt x="8933822" y="1485900"/>
                </a:lnTo>
                <a:lnTo>
                  <a:pt x="8924504" y="1498600"/>
                </a:lnTo>
                <a:lnTo>
                  <a:pt x="8879748" y="1524000"/>
                </a:lnTo>
                <a:lnTo>
                  <a:pt x="8849069" y="1562100"/>
                </a:lnTo>
                <a:lnTo>
                  <a:pt x="8827006" y="1587500"/>
                </a:lnTo>
                <a:lnTo>
                  <a:pt x="8808102" y="1638300"/>
                </a:lnTo>
                <a:lnTo>
                  <a:pt x="8786896" y="1676400"/>
                </a:lnTo>
                <a:lnTo>
                  <a:pt x="8825246" y="1676400"/>
                </a:lnTo>
                <a:lnTo>
                  <a:pt x="8865518" y="1689100"/>
                </a:lnTo>
                <a:lnTo>
                  <a:pt x="8906444" y="1689100"/>
                </a:lnTo>
                <a:lnTo>
                  <a:pt x="8946755" y="1701800"/>
                </a:lnTo>
                <a:lnTo>
                  <a:pt x="8977915" y="1701800"/>
                </a:lnTo>
                <a:lnTo>
                  <a:pt x="8989915" y="1714500"/>
                </a:lnTo>
                <a:lnTo>
                  <a:pt x="8983864" y="1739900"/>
                </a:lnTo>
                <a:lnTo>
                  <a:pt x="8960872" y="1765300"/>
                </a:lnTo>
                <a:lnTo>
                  <a:pt x="9027602" y="1765300"/>
                </a:lnTo>
                <a:lnTo>
                  <a:pt x="9058755" y="1778000"/>
                </a:lnTo>
                <a:lnTo>
                  <a:pt x="9062350" y="1803400"/>
                </a:lnTo>
                <a:lnTo>
                  <a:pt x="9046405" y="1841500"/>
                </a:lnTo>
                <a:lnTo>
                  <a:pt x="9082533" y="1854200"/>
                </a:lnTo>
                <a:lnTo>
                  <a:pt x="9116393" y="1879600"/>
                </a:lnTo>
                <a:lnTo>
                  <a:pt x="9146061" y="1917700"/>
                </a:lnTo>
                <a:lnTo>
                  <a:pt x="9169613" y="1968500"/>
                </a:lnTo>
                <a:lnTo>
                  <a:pt x="9177605" y="1981200"/>
                </a:lnTo>
                <a:lnTo>
                  <a:pt x="9178804" y="1968500"/>
                </a:lnTo>
                <a:lnTo>
                  <a:pt x="12192000" y="1968500"/>
                </a:lnTo>
                <a:lnTo>
                  <a:pt x="12192000" y="469900"/>
                </a:lnTo>
                <a:close/>
              </a:path>
              <a:path w="12192000" h="6858000" extrusionOk="0">
                <a:moveTo>
                  <a:pt x="3697389" y="1828800"/>
                </a:moveTo>
                <a:lnTo>
                  <a:pt x="3168606" y="1828800"/>
                </a:lnTo>
                <a:lnTo>
                  <a:pt x="3218773" y="1841500"/>
                </a:lnTo>
                <a:lnTo>
                  <a:pt x="3341746" y="1866900"/>
                </a:lnTo>
                <a:lnTo>
                  <a:pt x="3577621" y="1866900"/>
                </a:lnTo>
                <a:lnTo>
                  <a:pt x="3641840" y="1854200"/>
                </a:lnTo>
                <a:lnTo>
                  <a:pt x="3734798" y="1854200"/>
                </a:lnTo>
                <a:lnTo>
                  <a:pt x="3697389" y="1828800"/>
                </a:lnTo>
                <a:close/>
              </a:path>
              <a:path w="12192000" h="6858000" extrusionOk="0">
                <a:moveTo>
                  <a:pt x="3700945" y="1588887"/>
                </a:moveTo>
                <a:lnTo>
                  <a:pt x="3707437" y="1600200"/>
                </a:lnTo>
                <a:lnTo>
                  <a:pt x="3738822" y="1600200"/>
                </a:lnTo>
                <a:lnTo>
                  <a:pt x="3700945" y="1588887"/>
                </a:lnTo>
                <a:close/>
              </a:path>
              <a:path w="12192000" h="6858000" extrusionOk="0">
                <a:moveTo>
                  <a:pt x="3700148" y="1587500"/>
                </a:moveTo>
                <a:lnTo>
                  <a:pt x="3696299" y="1587500"/>
                </a:lnTo>
                <a:lnTo>
                  <a:pt x="3700945" y="1588887"/>
                </a:lnTo>
                <a:lnTo>
                  <a:pt x="3700148" y="1587500"/>
                </a:lnTo>
                <a:close/>
              </a:path>
              <a:path w="12192000" h="6858000" extrusionOk="0">
                <a:moveTo>
                  <a:pt x="3273384" y="1460500"/>
                </a:moveTo>
                <a:lnTo>
                  <a:pt x="3253694" y="1460500"/>
                </a:lnTo>
                <a:lnTo>
                  <a:pt x="3286031" y="1485900"/>
                </a:lnTo>
                <a:lnTo>
                  <a:pt x="3302155" y="1485900"/>
                </a:lnTo>
                <a:lnTo>
                  <a:pt x="3318130" y="1498600"/>
                </a:lnTo>
                <a:lnTo>
                  <a:pt x="3339150" y="1498600"/>
                </a:lnTo>
                <a:lnTo>
                  <a:pt x="3401776" y="1536700"/>
                </a:lnTo>
                <a:lnTo>
                  <a:pt x="3371669" y="1511300"/>
                </a:lnTo>
                <a:lnTo>
                  <a:pt x="3340198" y="1498600"/>
                </a:lnTo>
                <a:lnTo>
                  <a:pt x="3307417" y="1473200"/>
                </a:lnTo>
                <a:lnTo>
                  <a:pt x="3273384" y="1460500"/>
                </a:lnTo>
                <a:close/>
              </a:path>
              <a:path w="12192000" h="6858000" extrusionOk="0">
                <a:moveTo>
                  <a:pt x="3301230" y="1346200"/>
                </a:moveTo>
                <a:lnTo>
                  <a:pt x="3177348" y="1346200"/>
                </a:lnTo>
                <a:lnTo>
                  <a:pt x="3180268" y="1358939"/>
                </a:lnTo>
                <a:lnTo>
                  <a:pt x="3193003" y="1358939"/>
                </a:lnTo>
                <a:lnTo>
                  <a:pt x="3228236" y="1384300"/>
                </a:lnTo>
                <a:lnTo>
                  <a:pt x="3262007" y="1397000"/>
                </a:lnTo>
                <a:lnTo>
                  <a:pt x="3294886" y="1409700"/>
                </a:lnTo>
                <a:lnTo>
                  <a:pt x="3327497" y="1435100"/>
                </a:lnTo>
                <a:lnTo>
                  <a:pt x="3374324" y="1460500"/>
                </a:lnTo>
                <a:lnTo>
                  <a:pt x="3422008" y="1473200"/>
                </a:lnTo>
                <a:lnTo>
                  <a:pt x="3471765" y="1498600"/>
                </a:lnTo>
                <a:lnTo>
                  <a:pt x="3524808" y="1524000"/>
                </a:lnTo>
                <a:lnTo>
                  <a:pt x="3545700" y="1524000"/>
                </a:lnTo>
                <a:lnTo>
                  <a:pt x="3566202" y="1536700"/>
                </a:lnTo>
                <a:lnTo>
                  <a:pt x="3603118" y="1536700"/>
                </a:lnTo>
                <a:lnTo>
                  <a:pt x="3555546" y="1511300"/>
                </a:lnTo>
                <a:lnTo>
                  <a:pt x="3509213" y="1485900"/>
                </a:lnTo>
                <a:lnTo>
                  <a:pt x="3464269" y="1460500"/>
                </a:lnTo>
                <a:lnTo>
                  <a:pt x="3420861" y="1435100"/>
                </a:lnTo>
                <a:lnTo>
                  <a:pt x="3379139" y="1409700"/>
                </a:lnTo>
                <a:lnTo>
                  <a:pt x="3338970" y="1371600"/>
                </a:lnTo>
                <a:lnTo>
                  <a:pt x="3301230" y="1346200"/>
                </a:lnTo>
                <a:close/>
              </a:path>
              <a:path w="12192000" h="6858000" extrusionOk="0">
                <a:moveTo>
                  <a:pt x="4157960" y="1473200"/>
                </a:moveTo>
                <a:lnTo>
                  <a:pt x="4130504" y="1473200"/>
                </a:lnTo>
                <a:lnTo>
                  <a:pt x="4176320" y="1498600"/>
                </a:lnTo>
                <a:lnTo>
                  <a:pt x="4222427" y="1511300"/>
                </a:lnTo>
                <a:lnTo>
                  <a:pt x="4222925" y="1511300"/>
                </a:lnTo>
                <a:lnTo>
                  <a:pt x="4223141" y="1498600"/>
                </a:lnTo>
                <a:lnTo>
                  <a:pt x="4157960" y="1473200"/>
                </a:lnTo>
                <a:close/>
              </a:path>
              <a:path w="12192000" h="6858000" extrusionOk="0">
                <a:moveTo>
                  <a:pt x="4115765" y="1469083"/>
                </a:moveTo>
                <a:lnTo>
                  <a:pt x="4125994" y="1473200"/>
                </a:lnTo>
                <a:lnTo>
                  <a:pt x="4130504" y="1473200"/>
                </a:lnTo>
                <a:lnTo>
                  <a:pt x="4115765" y="1469083"/>
                </a:lnTo>
                <a:close/>
              </a:path>
              <a:path w="12192000" h="6858000" extrusionOk="0">
                <a:moveTo>
                  <a:pt x="3459472" y="1079500"/>
                </a:moveTo>
                <a:lnTo>
                  <a:pt x="3135843" y="1079500"/>
                </a:lnTo>
                <a:lnTo>
                  <a:pt x="3153589" y="1092200"/>
                </a:lnTo>
                <a:lnTo>
                  <a:pt x="3320669" y="1092200"/>
                </a:lnTo>
                <a:lnTo>
                  <a:pt x="3347344" y="1104900"/>
                </a:lnTo>
                <a:lnTo>
                  <a:pt x="3372443" y="1117600"/>
                </a:lnTo>
                <a:lnTo>
                  <a:pt x="3420649" y="1143000"/>
                </a:lnTo>
                <a:lnTo>
                  <a:pt x="3456067" y="1168400"/>
                </a:lnTo>
                <a:lnTo>
                  <a:pt x="3490921" y="1193800"/>
                </a:lnTo>
                <a:lnTo>
                  <a:pt x="3526670" y="1219200"/>
                </a:lnTo>
                <a:lnTo>
                  <a:pt x="3564773" y="1231900"/>
                </a:lnTo>
                <a:lnTo>
                  <a:pt x="3612013" y="1257300"/>
                </a:lnTo>
                <a:lnTo>
                  <a:pt x="3659174" y="1270000"/>
                </a:lnTo>
                <a:lnTo>
                  <a:pt x="3753472" y="1320800"/>
                </a:lnTo>
                <a:lnTo>
                  <a:pt x="3800713" y="1333500"/>
                </a:lnTo>
                <a:lnTo>
                  <a:pt x="3895648" y="1384300"/>
                </a:lnTo>
                <a:lnTo>
                  <a:pt x="3943447" y="1397000"/>
                </a:lnTo>
                <a:lnTo>
                  <a:pt x="3991537" y="1422400"/>
                </a:lnTo>
                <a:lnTo>
                  <a:pt x="4039972" y="1435100"/>
                </a:lnTo>
                <a:lnTo>
                  <a:pt x="4085035" y="1460500"/>
                </a:lnTo>
                <a:lnTo>
                  <a:pt x="4115765" y="1469083"/>
                </a:lnTo>
                <a:lnTo>
                  <a:pt x="4094439" y="1460500"/>
                </a:lnTo>
                <a:lnTo>
                  <a:pt x="4043854" y="1435100"/>
                </a:lnTo>
                <a:lnTo>
                  <a:pt x="3994743" y="1409700"/>
                </a:lnTo>
                <a:lnTo>
                  <a:pt x="3947257" y="1384300"/>
                </a:lnTo>
                <a:lnTo>
                  <a:pt x="3901615" y="1358939"/>
                </a:lnTo>
                <a:lnTo>
                  <a:pt x="3857755" y="1333500"/>
                </a:lnTo>
                <a:lnTo>
                  <a:pt x="3816038" y="1308100"/>
                </a:lnTo>
                <a:lnTo>
                  <a:pt x="3758188" y="1308100"/>
                </a:lnTo>
                <a:lnTo>
                  <a:pt x="3752366" y="1295400"/>
                </a:lnTo>
                <a:lnTo>
                  <a:pt x="3753142" y="1282700"/>
                </a:lnTo>
                <a:lnTo>
                  <a:pt x="3754440" y="1282700"/>
                </a:lnTo>
                <a:lnTo>
                  <a:pt x="3754470" y="1270000"/>
                </a:lnTo>
                <a:lnTo>
                  <a:pt x="3748465" y="1270000"/>
                </a:lnTo>
                <a:lnTo>
                  <a:pt x="3728083" y="1257300"/>
                </a:lnTo>
                <a:lnTo>
                  <a:pt x="3707128" y="1244600"/>
                </a:lnTo>
                <a:lnTo>
                  <a:pt x="3685510" y="1219200"/>
                </a:lnTo>
                <a:lnTo>
                  <a:pt x="3663137" y="1206500"/>
                </a:lnTo>
                <a:lnTo>
                  <a:pt x="3620441" y="1193800"/>
                </a:lnTo>
                <a:lnTo>
                  <a:pt x="3534932" y="1143000"/>
                </a:lnTo>
                <a:lnTo>
                  <a:pt x="3494210" y="1117600"/>
                </a:lnTo>
                <a:lnTo>
                  <a:pt x="3483284" y="1104900"/>
                </a:lnTo>
                <a:lnTo>
                  <a:pt x="3473791" y="1104900"/>
                </a:lnTo>
                <a:lnTo>
                  <a:pt x="3465823" y="1092200"/>
                </a:lnTo>
                <a:lnTo>
                  <a:pt x="3459472" y="1079500"/>
                </a:lnTo>
                <a:close/>
              </a:path>
              <a:path w="12192000" h="6858000" extrusionOk="0">
                <a:moveTo>
                  <a:pt x="3918454" y="1181100"/>
                </a:moveTo>
                <a:lnTo>
                  <a:pt x="3963067" y="1206500"/>
                </a:lnTo>
                <a:lnTo>
                  <a:pt x="4011116" y="1231900"/>
                </a:lnTo>
                <a:lnTo>
                  <a:pt x="4062027" y="1257300"/>
                </a:lnTo>
                <a:lnTo>
                  <a:pt x="4115225" y="1270000"/>
                </a:lnTo>
                <a:lnTo>
                  <a:pt x="4170135" y="1295400"/>
                </a:lnTo>
                <a:lnTo>
                  <a:pt x="4171403" y="1282700"/>
                </a:lnTo>
                <a:lnTo>
                  <a:pt x="4173607" y="1282700"/>
                </a:lnTo>
                <a:lnTo>
                  <a:pt x="4122578" y="1270000"/>
                </a:lnTo>
                <a:lnTo>
                  <a:pt x="3969482" y="1206500"/>
                </a:lnTo>
                <a:lnTo>
                  <a:pt x="3918454" y="1181100"/>
                </a:lnTo>
                <a:close/>
              </a:path>
              <a:path w="12192000" h="6858000" extrusionOk="0">
                <a:moveTo>
                  <a:pt x="3302816" y="1117600"/>
                </a:moveTo>
                <a:lnTo>
                  <a:pt x="3250732" y="1117600"/>
                </a:lnTo>
                <a:lnTo>
                  <a:pt x="3269843" y="1143000"/>
                </a:lnTo>
                <a:lnTo>
                  <a:pt x="3286242" y="1155700"/>
                </a:lnTo>
                <a:lnTo>
                  <a:pt x="3304744" y="1168400"/>
                </a:lnTo>
                <a:lnTo>
                  <a:pt x="3326221" y="1181100"/>
                </a:lnTo>
                <a:lnTo>
                  <a:pt x="3365117" y="1181100"/>
                </a:lnTo>
                <a:lnTo>
                  <a:pt x="3355301" y="1168400"/>
                </a:lnTo>
                <a:lnTo>
                  <a:pt x="3322365" y="1168400"/>
                </a:lnTo>
                <a:lnTo>
                  <a:pt x="3326003" y="1155700"/>
                </a:lnTo>
                <a:lnTo>
                  <a:pt x="3330676" y="1155700"/>
                </a:lnTo>
                <a:lnTo>
                  <a:pt x="3330054" y="1143000"/>
                </a:lnTo>
                <a:lnTo>
                  <a:pt x="3325088" y="1143000"/>
                </a:lnTo>
                <a:lnTo>
                  <a:pt x="3314009" y="1130300"/>
                </a:lnTo>
                <a:lnTo>
                  <a:pt x="3302816" y="1117600"/>
                </a:lnTo>
                <a:close/>
              </a:path>
              <a:path w="12192000" h="6858000" extrusionOk="0">
                <a:moveTo>
                  <a:pt x="5344118" y="1155700"/>
                </a:moveTo>
                <a:lnTo>
                  <a:pt x="4894558" y="1155700"/>
                </a:lnTo>
                <a:lnTo>
                  <a:pt x="4954506" y="1168400"/>
                </a:lnTo>
                <a:lnTo>
                  <a:pt x="5300653" y="1168400"/>
                </a:lnTo>
                <a:lnTo>
                  <a:pt x="5344118" y="1155700"/>
                </a:lnTo>
                <a:close/>
              </a:path>
              <a:path w="12192000" h="6858000" extrusionOk="0">
                <a:moveTo>
                  <a:pt x="5492193" y="1143000"/>
                </a:moveTo>
                <a:lnTo>
                  <a:pt x="4767683" y="1143000"/>
                </a:lnTo>
                <a:lnTo>
                  <a:pt x="4831824" y="1155700"/>
                </a:lnTo>
                <a:lnTo>
                  <a:pt x="5440186" y="1155700"/>
                </a:lnTo>
                <a:lnTo>
                  <a:pt x="5492193" y="1143000"/>
                </a:lnTo>
                <a:close/>
              </a:path>
              <a:path w="12192000" h="6858000" extrusionOk="0">
                <a:moveTo>
                  <a:pt x="5902533" y="1104900"/>
                </a:moveTo>
                <a:lnTo>
                  <a:pt x="4474112" y="1104900"/>
                </a:lnTo>
                <a:lnTo>
                  <a:pt x="4524614" y="1117600"/>
                </a:lnTo>
                <a:lnTo>
                  <a:pt x="4580600" y="1130300"/>
                </a:lnTo>
                <a:lnTo>
                  <a:pt x="4640693" y="1130300"/>
                </a:lnTo>
                <a:lnTo>
                  <a:pt x="4703513" y="1143000"/>
                </a:lnTo>
                <a:lnTo>
                  <a:pt x="5546450" y="1143000"/>
                </a:lnTo>
                <a:lnTo>
                  <a:pt x="5719737" y="1130300"/>
                </a:lnTo>
                <a:lnTo>
                  <a:pt x="5780011" y="1117600"/>
                </a:lnTo>
                <a:lnTo>
                  <a:pt x="5841042" y="1117600"/>
                </a:lnTo>
                <a:lnTo>
                  <a:pt x="5902533" y="1104900"/>
                </a:lnTo>
                <a:close/>
              </a:path>
              <a:path w="12192000" h="6858000" extrusionOk="0">
                <a:moveTo>
                  <a:pt x="3253880" y="1092200"/>
                </a:moveTo>
                <a:lnTo>
                  <a:pt x="3167695" y="1092200"/>
                </a:lnTo>
                <a:lnTo>
                  <a:pt x="3178376" y="1104900"/>
                </a:lnTo>
                <a:lnTo>
                  <a:pt x="3185848" y="1117600"/>
                </a:lnTo>
                <a:lnTo>
                  <a:pt x="3190342" y="1130300"/>
                </a:lnTo>
                <a:lnTo>
                  <a:pt x="3202280" y="1130300"/>
                </a:lnTo>
                <a:lnTo>
                  <a:pt x="3211498" y="1117600"/>
                </a:lnTo>
                <a:lnTo>
                  <a:pt x="3263506" y="1117600"/>
                </a:lnTo>
                <a:lnTo>
                  <a:pt x="3256969" y="1104900"/>
                </a:lnTo>
                <a:lnTo>
                  <a:pt x="3251648" y="1104900"/>
                </a:lnTo>
                <a:lnTo>
                  <a:pt x="3253880" y="1092200"/>
                </a:lnTo>
                <a:close/>
              </a:path>
              <a:path w="12192000" h="6858000" extrusionOk="0">
                <a:moveTo>
                  <a:pt x="3625178" y="1117600"/>
                </a:moveTo>
                <a:lnTo>
                  <a:pt x="3605659" y="1117600"/>
                </a:lnTo>
                <a:lnTo>
                  <a:pt x="3623898" y="1130300"/>
                </a:lnTo>
                <a:lnTo>
                  <a:pt x="3625178" y="1117600"/>
                </a:lnTo>
                <a:close/>
              </a:path>
              <a:path w="12192000" h="6858000" extrusionOk="0">
                <a:moveTo>
                  <a:pt x="3532991" y="952500"/>
                </a:moveTo>
                <a:lnTo>
                  <a:pt x="3404753" y="952500"/>
                </a:lnTo>
                <a:lnTo>
                  <a:pt x="3414718" y="965200"/>
                </a:lnTo>
                <a:lnTo>
                  <a:pt x="3421640" y="965200"/>
                </a:lnTo>
                <a:lnTo>
                  <a:pt x="3452328" y="977900"/>
                </a:lnTo>
                <a:lnTo>
                  <a:pt x="3482214" y="990600"/>
                </a:lnTo>
                <a:lnTo>
                  <a:pt x="3540174" y="1016000"/>
                </a:lnTo>
                <a:lnTo>
                  <a:pt x="3634745" y="1066800"/>
                </a:lnTo>
                <a:lnTo>
                  <a:pt x="3684270" y="1092200"/>
                </a:lnTo>
                <a:lnTo>
                  <a:pt x="3736667" y="1117600"/>
                </a:lnTo>
                <a:lnTo>
                  <a:pt x="3757270" y="1117600"/>
                </a:lnTo>
                <a:lnTo>
                  <a:pt x="3778504" y="1130300"/>
                </a:lnTo>
                <a:lnTo>
                  <a:pt x="3818653" y="1130300"/>
                </a:lnTo>
                <a:lnTo>
                  <a:pt x="3777007" y="1104900"/>
                </a:lnTo>
                <a:lnTo>
                  <a:pt x="3736067" y="1079500"/>
                </a:lnTo>
                <a:lnTo>
                  <a:pt x="3696000" y="1066800"/>
                </a:lnTo>
                <a:lnTo>
                  <a:pt x="3656972" y="1041400"/>
                </a:lnTo>
                <a:lnTo>
                  <a:pt x="3619149" y="1016000"/>
                </a:lnTo>
                <a:lnTo>
                  <a:pt x="3574633" y="977900"/>
                </a:lnTo>
                <a:lnTo>
                  <a:pt x="3532991" y="952500"/>
                </a:lnTo>
                <a:close/>
              </a:path>
              <a:path w="12192000" h="6858000" extrusionOk="0">
                <a:moveTo>
                  <a:pt x="3489975" y="1054100"/>
                </a:moveTo>
                <a:lnTo>
                  <a:pt x="3470898" y="1054100"/>
                </a:lnTo>
                <a:lnTo>
                  <a:pt x="3476867" y="1066800"/>
                </a:lnTo>
                <a:lnTo>
                  <a:pt x="3482417" y="1066800"/>
                </a:lnTo>
                <a:lnTo>
                  <a:pt x="3499885" y="1079500"/>
                </a:lnTo>
                <a:lnTo>
                  <a:pt x="3517420" y="1079500"/>
                </a:lnTo>
                <a:lnTo>
                  <a:pt x="3534959" y="1092200"/>
                </a:lnTo>
                <a:lnTo>
                  <a:pt x="3570083" y="1104900"/>
                </a:lnTo>
                <a:lnTo>
                  <a:pt x="3587773" y="1117600"/>
                </a:lnTo>
                <a:lnTo>
                  <a:pt x="3617272" y="1117600"/>
                </a:lnTo>
                <a:lnTo>
                  <a:pt x="3586895" y="1104900"/>
                </a:lnTo>
                <a:lnTo>
                  <a:pt x="3555414" y="1079500"/>
                </a:lnTo>
                <a:lnTo>
                  <a:pt x="3489975" y="1054100"/>
                </a:lnTo>
                <a:close/>
              </a:path>
              <a:path w="12192000" h="6858000" extrusionOk="0">
                <a:moveTo>
                  <a:pt x="7758219" y="698500"/>
                </a:moveTo>
                <a:lnTo>
                  <a:pt x="3569553" y="698500"/>
                </a:lnTo>
                <a:lnTo>
                  <a:pt x="3615847" y="723900"/>
                </a:lnTo>
                <a:lnTo>
                  <a:pt x="3660401" y="749300"/>
                </a:lnTo>
                <a:lnTo>
                  <a:pt x="3704116" y="787400"/>
                </a:lnTo>
                <a:lnTo>
                  <a:pt x="3747894" y="812800"/>
                </a:lnTo>
                <a:lnTo>
                  <a:pt x="3793561" y="838200"/>
                </a:lnTo>
                <a:lnTo>
                  <a:pt x="3841538" y="850900"/>
                </a:lnTo>
                <a:lnTo>
                  <a:pt x="3939439" y="901700"/>
                </a:lnTo>
                <a:lnTo>
                  <a:pt x="3984082" y="914400"/>
                </a:lnTo>
                <a:lnTo>
                  <a:pt x="4028808" y="939800"/>
                </a:lnTo>
                <a:lnTo>
                  <a:pt x="4073664" y="952500"/>
                </a:lnTo>
                <a:lnTo>
                  <a:pt x="4118695" y="977900"/>
                </a:lnTo>
                <a:lnTo>
                  <a:pt x="4163945" y="990600"/>
                </a:lnTo>
                <a:lnTo>
                  <a:pt x="4209461" y="1016000"/>
                </a:lnTo>
                <a:lnTo>
                  <a:pt x="4255286" y="1028700"/>
                </a:lnTo>
                <a:lnTo>
                  <a:pt x="4301467" y="1054100"/>
                </a:lnTo>
                <a:lnTo>
                  <a:pt x="4348048" y="1066800"/>
                </a:lnTo>
                <a:lnTo>
                  <a:pt x="4395075" y="1092200"/>
                </a:lnTo>
                <a:lnTo>
                  <a:pt x="4430472" y="1104900"/>
                </a:lnTo>
                <a:lnTo>
                  <a:pt x="6007741" y="1104900"/>
                </a:lnTo>
                <a:lnTo>
                  <a:pt x="6090280" y="1092200"/>
                </a:lnTo>
                <a:lnTo>
                  <a:pt x="6171445" y="1092200"/>
                </a:lnTo>
                <a:lnTo>
                  <a:pt x="6329473" y="1066800"/>
                </a:lnTo>
                <a:lnTo>
                  <a:pt x="6406244" y="1066800"/>
                </a:lnTo>
                <a:lnTo>
                  <a:pt x="6697318" y="1016000"/>
                </a:lnTo>
                <a:lnTo>
                  <a:pt x="6897540" y="977900"/>
                </a:lnTo>
                <a:lnTo>
                  <a:pt x="6960594" y="965200"/>
                </a:lnTo>
                <a:lnTo>
                  <a:pt x="7021729" y="939800"/>
                </a:lnTo>
                <a:lnTo>
                  <a:pt x="7138059" y="914400"/>
                </a:lnTo>
                <a:lnTo>
                  <a:pt x="7246168" y="889000"/>
                </a:lnTo>
                <a:lnTo>
                  <a:pt x="7297026" y="876300"/>
                </a:lnTo>
                <a:lnTo>
                  <a:pt x="7345691" y="850900"/>
                </a:lnTo>
                <a:lnTo>
                  <a:pt x="7392120" y="838200"/>
                </a:lnTo>
                <a:lnTo>
                  <a:pt x="7436266" y="825500"/>
                </a:lnTo>
                <a:lnTo>
                  <a:pt x="7478083" y="812800"/>
                </a:lnTo>
                <a:lnTo>
                  <a:pt x="7517528" y="800100"/>
                </a:lnTo>
                <a:lnTo>
                  <a:pt x="7554553" y="787400"/>
                </a:lnTo>
                <a:lnTo>
                  <a:pt x="7621165" y="762000"/>
                </a:lnTo>
                <a:lnTo>
                  <a:pt x="7677556" y="736600"/>
                </a:lnTo>
                <a:lnTo>
                  <a:pt x="7701804" y="723900"/>
                </a:lnTo>
                <a:lnTo>
                  <a:pt x="7723362" y="723900"/>
                </a:lnTo>
                <a:lnTo>
                  <a:pt x="7742182" y="711200"/>
                </a:lnTo>
                <a:lnTo>
                  <a:pt x="7758219" y="698500"/>
                </a:lnTo>
                <a:close/>
              </a:path>
              <a:path w="12192000" h="6858000" extrusionOk="0">
                <a:moveTo>
                  <a:pt x="3538634" y="723900"/>
                </a:moveTo>
                <a:lnTo>
                  <a:pt x="3480024" y="723900"/>
                </a:lnTo>
                <a:lnTo>
                  <a:pt x="3486072" y="736600"/>
                </a:lnTo>
                <a:lnTo>
                  <a:pt x="3492358" y="736600"/>
                </a:lnTo>
                <a:lnTo>
                  <a:pt x="3499308" y="749300"/>
                </a:lnTo>
                <a:lnTo>
                  <a:pt x="3519425" y="762000"/>
                </a:lnTo>
                <a:lnTo>
                  <a:pt x="3541926" y="774700"/>
                </a:lnTo>
                <a:lnTo>
                  <a:pt x="3550031" y="774700"/>
                </a:lnTo>
                <a:lnTo>
                  <a:pt x="3548222" y="762000"/>
                </a:lnTo>
                <a:lnTo>
                  <a:pt x="3551504" y="762000"/>
                </a:lnTo>
                <a:lnTo>
                  <a:pt x="3556087" y="749300"/>
                </a:lnTo>
                <a:lnTo>
                  <a:pt x="3553257" y="749300"/>
                </a:lnTo>
                <a:lnTo>
                  <a:pt x="3548913" y="736600"/>
                </a:lnTo>
                <a:lnTo>
                  <a:pt x="3538634" y="723900"/>
                </a:lnTo>
                <a:close/>
              </a:path>
              <a:path w="12192000" h="6858000" extrusionOk="0">
                <a:moveTo>
                  <a:pt x="3484139" y="685800"/>
                </a:moveTo>
                <a:lnTo>
                  <a:pt x="3380508" y="685800"/>
                </a:lnTo>
                <a:lnTo>
                  <a:pt x="3394844" y="698500"/>
                </a:lnTo>
                <a:lnTo>
                  <a:pt x="3405699" y="711200"/>
                </a:lnTo>
                <a:lnTo>
                  <a:pt x="3413254" y="723900"/>
                </a:lnTo>
                <a:lnTo>
                  <a:pt x="3437247" y="723900"/>
                </a:lnTo>
                <a:lnTo>
                  <a:pt x="3447366" y="711200"/>
                </a:lnTo>
                <a:lnTo>
                  <a:pt x="3479425" y="711200"/>
                </a:lnTo>
                <a:lnTo>
                  <a:pt x="3475230" y="698500"/>
                </a:lnTo>
                <a:lnTo>
                  <a:pt x="3479298" y="698500"/>
                </a:lnTo>
                <a:lnTo>
                  <a:pt x="3484139" y="685800"/>
                </a:lnTo>
                <a:close/>
              </a:path>
              <a:path w="12192000" h="6858000" extrusionOk="0">
                <a:moveTo>
                  <a:pt x="3513787" y="711200"/>
                </a:moveTo>
                <a:lnTo>
                  <a:pt x="3465510" y="711200"/>
                </a:lnTo>
                <a:lnTo>
                  <a:pt x="3473787" y="723900"/>
                </a:lnTo>
                <a:lnTo>
                  <a:pt x="3527522" y="723900"/>
                </a:lnTo>
                <a:lnTo>
                  <a:pt x="3513787" y="711200"/>
                </a:lnTo>
                <a:close/>
              </a:path>
              <a:path w="12192000" h="6858000" extrusionOk="0">
                <a:moveTo>
                  <a:pt x="7789183" y="685800"/>
                </a:moveTo>
                <a:lnTo>
                  <a:pt x="3541467" y="685800"/>
                </a:lnTo>
                <a:lnTo>
                  <a:pt x="3555862" y="698500"/>
                </a:lnTo>
                <a:lnTo>
                  <a:pt x="7781766" y="698500"/>
                </a:lnTo>
                <a:lnTo>
                  <a:pt x="7789183" y="685800"/>
                </a:lnTo>
                <a:close/>
              </a:path>
              <a:path w="12192000" h="6858000" extrusionOk="0">
                <a:moveTo>
                  <a:pt x="8104845" y="596900"/>
                </a:moveTo>
                <a:lnTo>
                  <a:pt x="8064756" y="596900"/>
                </a:lnTo>
                <a:lnTo>
                  <a:pt x="8078160" y="609600"/>
                </a:lnTo>
                <a:lnTo>
                  <a:pt x="8104732" y="609600"/>
                </a:lnTo>
                <a:lnTo>
                  <a:pt x="8104845" y="596900"/>
                </a:lnTo>
                <a:close/>
              </a:path>
              <a:path w="12192000" h="6858000" extrusionOk="0">
                <a:moveTo>
                  <a:pt x="8265058" y="546100"/>
                </a:moveTo>
                <a:lnTo>
                  <a:pt x="8191914" y="546100"/>
                </a:lnTo>
                <a:lnTo>
                  <a:pt x="8197098" y="558800"/>
                </a:lnTo>
                <a:lnTo>
                  <a:pt x="8199967" y="558800"/>
                </a:lnTo>
                <a:lnTo>
                  <a:pt x="8204318" y="571500"/>
                </a:lnTo>
                <a:lnTo>
                  <a:pt x="8231752" y="571500"/>
                </a:lnTo>
                <a:lnTo>
                  <a:pt x="8265058" y="546100"/>
                </a:lnTo>
                <a:close/>
              </a:path>
              <a:path w="12192000" h="6858000" extrusionOk="0">
                <a:moveTo>
                  <a:pt x="12192000" y="393700"/>
                </a:moveTo>
                <a:lnTo>
                  <a:pt x="8497775" y="393700"/>
                </a:lnTo>
                <a:lnTo>
                  <a:pt x="8500436" y="406400"/>
                </a:lnTo>
                <a:lnTo>
                  <a:pt x="8498220" y="406400"/>
                </a:lnTo>
                <a:lnTo>
                  <a:pt x="8495293" y="419100"/>
                </a:lnTo>
                <a:lnTo>
                  <a:pt x="8491308" y="419100"/>
                </a:lnTo>
                <a:lnTo>
                  <a:pt x="8486486" y="431800"/>
                </a:lnTo>
                <a:lnTo>
                  <a:pt x="8481049" y="431800"/>
                </a:lnTo>
                <a:lnTo>
                  <a:pt x="8464058" y="457200"/>
                </a:lnTo>
                <a:lnTo>
                  <a:pt x="8464800" y="469900"/>
                </a:lnTo>
                <a:lnTo>
                  <a:pt x="8481489" y="482600"/>
                </a:lnTo>
                <a:lnTo>
                  <a:pt x="8578951" y="482600"/>
                </a:lnTo>
                <a:lnTo>
                  <a:pt x="8612332" y="469900"/>
                </a:lnTo>
                <a:lnTo>
                  <a:pt x="12192000" y="469900"/>
                </a:lnTo>
                <a:lnTo>
                  <a:pt x="12192000" y="393700"/>
                </a:lnTo>
                <a:close/>
              </a:path>
            </a:pathLst>
          </a:custGeom>
          <a:solidFill>
            <a:srgbClr val="44546A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title"/>
          </p:nvPr>
        </p:nvSpPr>
        <p:spPr>
          <a:xfrm>
            <a:off x="3536950" y="4250435"/>
            <a:ext cx="511873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Compilar y Construir</a:t>
            </a: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6447" y="1969007"/>
            <a:ext cx="3221736" cy="96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/>
          <p:nvPr/>
        </p:nvSpPr>
        <p:spPr>
          <a:xfrm>
            <a:off x="916925" y="2107692"/>
            <a:ext cx="2689225" cy="250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12700" marR="5080" lvl="0" indent="0" algn="l" rtl="0">
              <a:lnSpc>
                <a:spcPct val="8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Ventajas de crear el proyecto con Vite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p19"/>
          <p:cNvGrpSpPr/>
          <p:nvPr/>
        </p:nvGrpSpPr>
        <p:grpSpPr>
          <a:xfrm>
            <a:off x="5207640" y="644141"/>
            <a:ext cx="6292215" cy="0"/>
            <a:chOff x="5207640" y="644141"/>
            <a:chExt cx="6292215" cy="0"/>
          </a:xfrm>
        </p:grpSpPr>
        <p:sp>
          <p:nvSpPr>
            <p:cNvPr id="294" name="Google Shape;294;p19"/>
            <p:cNvSpPr/>
            <p:nvPr/>
          </p:nvSpPr>
          <p:spPr>
            <a:xfrm>
              <a:off x="5207640" y="644141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5207640" y="644141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19"/>
          <p:cNvSpPr txBox="1">
            <a:spLocks noGrp="1"/>
          </p:cNvSpPr>
          <p:nvPr>
            <p:ph type="title"/>
          </p:nvPr>
        </p:nvSpPr>
        <p:spPr>
          <a:xfrm>
            <a:off x="5294000" y="665988"/>
            <a:ext cx="252095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Arranque Rápido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19"/>
          <p:cNvGrpSpPr/>
          <p:nvPr/>
        </p:nvGrpSpPr>
        <p:grpSpPr>
          <a:xfrm>
            <a:off x="5207640" y="1197079"/>
            <a:ext cx="6292215" cy="0"/>
            <a:chOff x="5207640" y="1197079"/>
            <a:chExt cx="6292215" cy="0"/>
          </a:xfrm>
        </p:grpSpPr>
        <p:sp>
          <p:nvSpPr>
            <p:cNvPr id="298" name="Google Shape;298;p19"/>
            <p:cNvSpPr/>
            <p:nvPr/>
          </p:nvSpPr>
          <p:spPr>
            <a:xfrm>
              <a:off x="5207640" y="1197079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8B1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5207640" y="1197079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58B1D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5207640" y="1750018"/>
            <a:ext cx="6292215" cy="0"/>
            <a:chOff x="5207640" y="1750018"/>
            <a:chExt cx="6292215" cy="0"/>
          </a:xfrm>
        </p:grpSpPr>
        <p:sp>
          <p:nvSpPr>
            <p:cNvPr id="301" name="Google Shape;301;p19"/>
            <p:cNvSpPr/>
            <p:nvPr/>
          </p:nvSpPr>
          <p:spPr>
            <a:xfrm>
              <a:off x="5207640" y="1750018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5C7C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207640" y="1750018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55C7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5207640" y="2302955"/>
            <a:ext cx="6292215" cy="0"/>
            <a:chOff x="5207640" y="2302955"/>
            <a:chExt cx="6292215" cy="0"/>
          </a:xfrm>
        </p:grpSpPr>
        <p:sp>
          <p:nvSpPr>
            <p:cNvPr id="304" name="Google Shape;304;p19"/>
            <p:cNvSpPr/>
            <p:nvPr/>
          </p:nvSpPr>
          <p:spPr>
            <a:xfrm>
              <a:off x="5207640" y="2302955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2CAB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5207640" y="2302955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52CA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19"/>
          <p:cNvGrpSpPr/>
          <p:nvPr/>
        </p:nvGrpSpPr>
        <p:grpSpPr>
          <a:xfrm>
            <a:off x="5207640" y="2855894"/>
            <a:ext cx="6292215" cy="0"/>
            <a:chOff x="5207640" y="2855894"/>
            <a:chExt cx="6292215" cy="0"/>
          </a:xfrm>
        </p:grpSpPr>
        <p:sp>
          <p:nvSpPr>
            <p:cNvPr id="307" name="Google Shape;307;p19"/>
            <p:cNvSpPr/>
            <p:nvPr/>
          </p:nvSpPr>
          <p:spPr>
            <a:xfrm>
              <a:off x="5207640" y="2855894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FC79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5207640" y="2855894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4FC79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19"/>
          <p:cNvGrpSpPr/>
          <p:nvPr/>
        </p:nvGrpSpPr>
        <p:grpSpPr>
          <a:xfrm>
            <a:off x="5207640" y="3408832"/>
            <a:ext cx="6292215" cy="0"/>
            <a:chOff x="5207640" y="3408832"/>
            <a:chExt cx="6292215" cy="0"/>
          </a:xfrm>
        </p:grpSpPr>
        <p:sp>
          <p:nvSpPr>
            <p:cNvPr id="310" name="Google Shape;310;p19"/>
            <p:cNvSpPr/>
            <p:nvPr/>
          </p:nvSpPr>
          <p:spPr>
            <a:xfrm>
              <a:off x="5207640" y="3408832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CC37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5207640" y="3408832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4CC3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19"/>
          <p:cNvGrpSpPr/>
          <p:nvPr/>
        </p:nvGrpSpPr>
        <p:grpSpPr>
          <a:xfrm>
            <a:off x="5207640" y="3961771"/>
            <a:ext cx="6292215" cy="0"/>
            <a:chOff x="5207640" y="3961771"/>
            <a:chExt cx="6292215" cy="0"/>
          </a:xfrm>
        </p:grpSpPr>
        <p:sp>
          <p:nvSpPr>
            <p:cNvPr id="313" name="Google Shape;313;p19"/>
            <p:cNvSpPr/>
            <p:nvPr/>
          </p:nvSpPr>
          <p:spPr>
            <a:xfrm>
              <a:off x="5207640" y="3961771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9BF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5207640" y="3961771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49BF6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9"/>
          <p:cNvSpPr txBox="1"/>
          <p:nvPr/>
        </p:nvSpPr>
        <p:spPr>
          <a:xfrm>
            <a:off x="5294000" y="3985260"/>
            <a:ext cx="213614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Plugin System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19"/>
          <p:cNvGrpSpPr/>
          <p:nvPr/>
        </p:nvGrpSpPr>
        <p:grpSpPr>
          <a:xfrm>
            <a:off x="5207640" y="4514710"/>
            <a:ext cx="6292215" cy="0"/>
            <a:chOff x="5207640" y="4514710"/>
            <a:chExt cx="6292215" cy="0"/>
          </a:xfrm>
        </p:grpSpPr>
        <p:sp>
          <p:nvSpPr>
            <p:cNvPr id="317" name="Google Shape;317;p19"/>
            <p:cNvSpPr/>
            <p:nvPr/>
          </p:nvSpPr>
          <p:spPr>
            <a:xfrm>
              <a:off x="5207640" y="4514710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7BA4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5207640" y="4514710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47BA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19"/>
          <p:cNvGrpSpPr/>
          <p:nvPr/>
        </p:nvGrpSpPr>
        <p:grpSpPr>
          <a:xfrm>
            <a:off x="5207640" y="5067648"/>
            <a:ext cx="6292215" cy="0"/>
            <a:chOff x="5207640" y="5067648"/>
            <a:chExt cx="6292215" cy="0"/>
          </a:xfrm>
        </p:grpSpPr>
        <p:sp>
          <p:nvSpPr>
            <p:cNvPr id="320" name="Google Shape;320;p19"/>
            <p:cNvSpPr/>
            <p:nvPr/>
          </p:nvSpPr>
          <p:spPr>
            <a:xfrm>
              <a:off x="5207640" y="5067648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CB44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5207640" y="5067648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5CB44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19"/>
          <p:cNvGrpSpPr/>
          <p:nvPr/>
        </p:nvGrpSpPr>
        <p:grpSpPr>
          <a:xfrm>
            <a:off x="5207640" y="5620586"/>
            <a:ext cx="6292215" cy="0"/>
            <a:chOff x="5207640" y="5620586"/>
            <a:chExt cx="6292215" cy="0"/>
          </a:xfrm>
        </p:grpSpPr>
        <p:sp>
          <p:nvSpPr>
            <p:cNvPr id="323" name="Google Shape;323;p19"/>
            <p:cNvSpPr/>
            <p:nvPr/>
          </p:nvSpPr>
          <p:spPr>
            <a:xfrm>
              <a:off x="5207640" y="5620586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5207640" y="5620586"/>
              <a:ext cx="6292215" cy="0"/>
            </a:xfrm>
            <a:custGeom>
              <a:avLst/>
              <a:gdLst/>
              <a:ahLst/>
              <a:cxnLst/>
              <a:rect l="l" t="t" r="r" b="b"/>
              <a:pathLst>
                <a:path w="6292215" h="120000" extrusionOk="0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w="25400" cap="flat" cmpd="sng">
              <a:solidFill>
                <a:srgbClr val="70AD4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19"/>
          <p:cNvSpPr txBox="1"/>
          <p:nvPr/>
        </p:nvSpPr>
        <p:spPr>
          <a:xfrm>
            <a:off x="5294000" y="1065275"/>
            <a:ext cx="4608195" cy="499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Desarrollo en Tiempo Real Soporte Nativo para TypeScript Optimización para Producción Configuración Simple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Multiples Entradas (Multipage)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365"/>
              </a:spcBef>
              <a:spcAft>
                <a:spcPts val="0"/>
              </a:spcAft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marL="12700" marR="291465" lvl="0" indent="0" algn="l" rtl="0">
              <a:lnSpc>
                <a:spcPct val="13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Esquema de Rutas Integrado Soporte para Vue y React Ecosistema Creciente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1266794" y="224028"/>
            <a:ext cx="6562725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0000"/>
                </a:solidFill>
              </a:rPr>
              <a:t>Documentación</a:t>
            </a:r>
            <a:endParaRPr sz="8000"/>
          </a:p>
        </p:txBody>
      </p:sp>
      <p:pic>
        <p:nvPicPr>
          <p:cNvPr id="331" name="Google Shape;33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5951" y="837004"/>
            <a:ext cx="112425" cy="11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13368" y="554151"/>
            <a:ext cx="171514" cy="17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94199" y="1472473"/>
            <a:ext cx="157544" cy="15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0921" y="3597693"/>
            <a:ext cx="25401" cy="326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20"/>
          <p:cNvGrpSpPr/>
          <p:nvPr/>
        </p:nvGrpSpPr>
        <p:grpSpPr>
          <a:xfrm>
            <a:off x="1190803" y="2500529"/>
            <a:ext cx="2174875" cy="3044825"/>
            <a:chOff x="1190803" y="2500529"/>
            <a:chExt cx="2174875" cy="3044825"/>
          </a:xfrm>
        </p:grpSpPr>
        <p:sp>
          <p:nvSpPr>
            <p:cNvPr id="336" name="Google Shape;336;p20"/>
            <p:cNvSpPr/>
            <p:nvPr/>
          </p:nvSpPr>
          <p:spPr>
            <a:xfrm>
              <a:off x="119080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8D7CD">
                <a:alpha val="9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119080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8D7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1821426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1821426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20"/>
          <p:cNvSpPr txBox="1"/>
          <p:nvPr/>
        </p:nvSpPr>
        <p:spPr>
          <a:xfrm>
            <a:off x="1203503" y="2837688"/>
            <a:ext cx="2149475" cy="130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lvl="0" indent="0" algn="l" rtl="0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https://react.dev/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1" name="Google Shape;341;p20"/>
          <p:cNvGrpSpPr/>
          <p:nvPr/>
        </p:nvGrpSpPr>
        <p:grpSpPr>
          <a:xfrm>
            <a:off x="1190803" y="5544846"/>
            <a:ext cx="2174875" cy="635"/>
            <a:chOff x="1190803" y="5544846"/>
            <a:chExt cx="2174875" cy="635"/>
          </a:xfrm>
        </p:grpSpPr>
        <p:sp>
          <p:nvSpPr>
            <p:cNvPr id="342" name="Google Shape;342;p20"/>
            <p:cNvSpPr/>
            <p:nvPr/>
          </p:nvSpPr>
          <p:spPr>
            <a:xfrm>
              <a:off x="119080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07A4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119080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E07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20"/>
          <p:cNvGrpSpPr/>
          <p:nvPr/>
        </p:nvGrpSpPr>
        <p:grpSpPr>
          <a:xfrm>
            <a:off x="3582823" y="2500529"/>
            <a:ext cx="2174875" cy="3044825"/>
            <a:chOff x="3582823" y="2500529"/>
            <a:chExt cx="2174875" cy="3044825"/>
          </a:xfrm>
        </p:grpSpPr>
        <p:sp>
          <p:nvSpPr>
            <p:cNvPr id="345" name="Google Shape;345;p20"/>
            <p:cNvSpPr/>
            <p:nvPr/>
          </p:nvSpPr>
          <p:spPr>
            <a:xfrm>
              <a:off x="358282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1D8D3">
                <a:alpha val="9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358282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1D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4213445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D57B5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4213445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D57B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20"/>
          <p:cNvSpPr txBox="1"/>
          <p:nvPr/>
        </p:nvSpPr>
        <p:spPr>
          <a:xfrm>
            <a:off x="3595523" y="2837688"/>
            <a:ext cx="2149475" cy="130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lvl="0" indent="0" algn="l" rtl="0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https://vitejs.dev/guide/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20"/>
          <p:cNvGrpSpPr/>
          <p:nvPr/>
        </p:nvGrpSpPr>
        <p:grpSpPr>
          <a:xfrm>
            <a:off x="3582823" y="5544846"/>
            <a:ext cx="2174875" cy="635"/>
            <a:chOff x="3582823" y="5544846"/>
            <a:chExt cx="2174875" cy="635"/>
          </a:xfrm>
        </p:grpSpPr>
        <p:sp>
          <p:nvSpPr>
            <p:cNvPr id="351" name="Google Shape;351;p20"/>
            <p:cNvSpPr/>
            <p:nvPr/>
          </p:nvSpPr>
          <p:spPr>
            <a:xfrm>
              <a:off x="358282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CA7E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358282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CA7E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20"/>
          <p:cNvGrpSpPr/>
          <p:nvPr/>
        </p:nvGrpSpPr>
        <p:grpSpPr>
          <a:xfrm>
            <a:off x="5974843" y="2500529"/>
            <a:ext cx="2174875" cy="3044825"/>
            <a:chOff x="5974843" y="2500529"/>
            <a:chExt cx="2174875" cy="3044825"/>
          </a:xfrm>
        </p:grpSpPr>
        <p:sp>
          <p:nvSpPr>
            <p:cNvPr id="354" name="Google Shape;354;p20"/>
            <p:cNvSpPr/>
            <p:nvPr/>
          </p:nvSpPr>
          <p:spPr>
            <a:xfrm>
              <a:off x="597484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9DBDA">
                <a:alpha val="9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597484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E9DB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6605467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BF84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6605467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BF84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" name="Google Shape;358;p20"/>
          <p:cNvSpPr txBox="1"/>
          <p:nvPr/>
        </p:nvSpPr>
        <p:spPr>
          <a:xfrm>
            <a:off x="5987543" y="2837688"/>
            <a:ext cx="2149475" cy="144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marR="454659" lvl="0" indent="0" algn="l" rtl="0">
              <a:lnSpc>
                <a:spcPct val="100000"/>
              </a:lnSpc>
              <a:spcBef>
                <a:spcPts val="334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https://mui.com/material-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ui/getting-started/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20"/>
          <p:cNvGrpSpPr/>
          <p:nvPr/>
        </p:nvGrpSpPr>
        <p:grpSpPr>
          <a:xfrm>
            <a:off x="5974843" y="5544846"/>
            <a:ext cx="2174875" cy="635"/>
            <a:chOff x="5974843" y="5544846"/>
            <a:chExt cx="2174875" cy="635"/>
          </a:xfrm>
        </p:grpSpPr>
        <p:sp>
          <p:nvSpPr>
            <p:cNvPr id="360" name="Google Shape;360;p20"/>
            <p:cNvSpPr/>
            <p:nvPr/>
          </p:nvSpPr>
          <p:spPr>
            <a:xfrm>
              <a:off x="597484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B68D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597484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B68D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20"/>
          <p:cNvGrpSpPr/>
          <p:nvPr/>
        </p:nvGrpSpPr>
        <p:grpSpPr>
          <a:xfrm>
            <a:off x="8366864" y="2500529"/>
            <a:ext cx="2174875" cy="3044825"/>
            <a:chOff x="8366864" y="2500529"/>
            <a:chExt cx="2174875" cy="3044825"/>
          </a:xfrm>
        </p:grpSpPr>
        <p:sp>
          <p:nvSpPr>
            <p:cNvPr id="363" name="Google Shape;363;p20"/>
            <p:cNvSpPr/>
            <p:nvPr/>
          </p:nvSpPr>
          <p:spPr>
            <a:xfrm>
              <a:off x="8366864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1E1E1">
                <a:alpha val="90196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8366864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8997486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6" y="35886"/>
                  </a:lnTo>
                  <a:lnTo>
                    <a:pt x="238987" y="55116"/>
                  </a:lnTo>
                  <a:lnTo>
                    <a:pt x="201336" y="77989"/>
                  </a:lnTo>
                  <a:lnTo>
                    <a:pt x="166181" y="104278"/>
                  </a:lnTo>
                  <a:lnTo>
                    <a:pt x="133752" y="133751"/>
                  </a:lnTo>
                  <a:lnTo>
                    <a:pt x="104278" y="166180"/>
                  </a:lnTo>
                  <a:lnTo>
                    <a:pt x="77990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90" y="711979"/>
                  </a:lnTo>
                  <a:lnTo>
                    <a:pt x="104278" y="747134"/>
                  </a:lnTo>
                  <a:lnTo>
                    <a:pt x="133752" y="779563"/>
                  </a:lnTo>
                  <a:lnTo>
                    <a:pt x="166181" y="809037"/>
                  </a:lnTo>
                  <a:lnTo>
                    <a:pt x="201336" y="835325"/>
                  </a:lnTo>
                  <a:lnTo>
                    <a:pt x="238987" y="858199"/>
                  </a:lnTo>
                  <a:lnTo>
                    <a:pt x="278906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4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5" y="809037"/>
                  </a:lnTo>
                  <a:lnTo>
                    <a:pt x="779564" y="779563"/>
                  </a:lnTo>
                  <a:lnTo>
                    <a:pt x="809037" y="747134"/>
                  </a:lnTo>
                  <a:lnTo>
                    <a:pt x="835326" y="711979"/>
                  </a:lnTo>
                  <a:lnTo>
                    <a:pt x="858200" y="674328"/>
                  </a:lnTo>
                  <a:lnTo>
                    <a:pt x="877430" y="634409"/>
                  </a:lnTo>
                  <a:lnTo>
                    <a:pt x="892786" y="592453"/>
                  </a:lnTo>
                  <a:lnTo>
                    <a:pt x="904038" y="548690"/>
                  </a:lnTo>
                  <a:lnTo>
                    <a:pt x="910959" y="503348"/>
                  </a:lnTo>
                  <a:lnTo>
                    <a:pt x="913316" y="456657"/>
                  </a:lnTo>
                  <a:lnTo>
                    <a:pt x="910959" y="409967"/>
                  </a:lnTo>
                  <a:lnTo>
                    <a:pt x="904038" y="364625"/>
                  </a:lnTo>
                  <a:lnTo>
                    <a:pt x="892786" y="320861"/>
                  </a:lnTo>
                  <a:lnTo>
                    <a:pt x="877430" y="278905"/>
                  </a:lnTo>
                  <a:lnTo>
                    <a:pt x="858200" y="238987"/>
                  </a:lnTo>
                  <a:lnTo>
                    <a:pt x="835326" y="201335"/>
                  </a:lnTo>
                  <a:lnTo>
                    <a:pt x="809037" y="166180"/>
                  </a:lnTo>
                  <a:lnTo>
                    <a:pt x="779564" y="133751"/>
                  </a:lnTo>
                  <a:lnTo>
                    <a:pt x="747135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4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AD98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8997486" y="2804969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AD98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" name="Google Shape;367;p20"/>
          <p:cNvSpPr txBox="1"/>
          <p:nvPr/>
        </p:nvSpPr>
        <p:spPr>
          <a:xfrm>
            <a:off x="8379564" y="2837688"/>
            <a:ext cx="2149475" cy="159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marR="158750" lvl="0" indent="0" algn="l" rtl="0">
              <a:lnSpc>
                <a:spcPct val="87300"/>
              </a:lnSpc>
              <a:spcBef>
                <a:spcPts val="3285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https://react-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bootstrap.netlify.app/docs/get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ting-started/introduction/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20"/>
          <p:cNvGrpSpPr/>
          <p:nvPr/>
        </p:nvGrpSpPr>
        <p:grpSpPr>
          <a:xfrm>
            <a:off x="8366864" y="5544846"/>
            <a:ext cx="2174875" cy="635"/>
            <a:chOff x="8366864" y="5544846"/>
            <a:chExt cx="2174875" cy="635"/>
          </a:xfrm>
        </p:grpSpPr>
        <p:sp>
          <p:nvSpPr>
            <p:cNvPr id="369" name="Google Shape;369;p20"/>
            <p:cNvSpPr/>
            <p:nvPr/>
          </p:nvSpPr>
          <p:spPr>
            <a:xfrm>
              <a:off x="8366864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8366864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1371600" y="1371601"/>
            <a:ext cx="335470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33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7201093" y="1951227"/>
            <a:ext cx="3996054" cy="318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5080" lvl="0" indent="-381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 responsable de la funcionalidad interna y la gestión de datos de una aplicación, proporcionando la infraestructura necesaria para que el frontend pueda operar y ofrecer una experiencia completa al usuario.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2815929" y="148929"/>
            <a:ext cx="6560184" cy="6560184"/>
          </a:xfrm>
          <a:custGeom>
            <a:avLst/>
            <a:gdLst/>
            <a:ahLst/>
            <a:cxnLst/>
            <a:rect l="l" t="t" r="r" b="b"/>
            <a:pathLst>
              <a:path w="6560184" h="6560184" extrusionOk="0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2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8425" rIns="0" bIns="0" anchor="t" anchorCtr="0">
            <a:spAutoFit/>
          </a:bodyPr>
          <a:lstStyle/>
          <a:p>
            <a:pPr marL="40576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Node.js</a:t>
            </a:r>
            <a:endParaRPr sz="6000"/>
          </a:p>
        </p:txBody>
      </p:sp>
      <p:grpSp>
        <p:nvGrpSpPr>
          <p:cNvPr id="385" name="Google Shape;385;p22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386" name="Google Shape;386;p22"/>
            <p:cNvSpPr/>
            <p:nvPr/>
          </p:nvSpPr>
          <p:spPr>
            <a:xfrm>
              <a:off x="2431063" y="295442"/>
              <a:ext cx="2025014" cy="3252470"/>
            </a:xfrm>
            <a:custGeom>
              <a:avLst/>
              <a:gdLst/>
              <a:ahLst/>
              <a:cxnLst/>
              <a:rect l="l" t="t" r="r" b="b"/>
              <a:pathLst>
                <a:path w="2025014" h="3252470" extrusionOk="0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w="2025014" h="3252470" extrusionOk="0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w="2025014" h="3252470" extrusionOk="0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w="2025014" h="3252470" extrusionOk="0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w="2025014" h="3252470" extrusionOk="0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0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8200994" y="5310972"/>
              <a:ext cx="706120" cy="687070"/>
            </a:xfrm>
            <a:custGeom>
              <a:avLst/>
              <a:gdLst/>
              <a:ahLst/>
              <a:cxnLst/>
              <a:rect l="l" t="t" r="r" b="b"/>
              <a:pathLst>
                <a:path w="706120" h="687070" extrusionOk="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3"/>
          <p:cNvSpPr txBox="1">
            <a:spLocks noGrp="1"/>
          </p:cNvSpPr>
          <p:nvPr>
            <p:ph type="title"/>
          </p:nvPr>
        </p:nvSpPr>
        <p:spPr>
          <a:xfrm>
            <a:off x="916925" y="611124"/>
            <a:ext cx="3340735" cy="69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393" name="Google Shape;393;p23"/>
          <p:cNvSpPr txBox="1">
            <a:spLocks noGrp="1"/>
          </p:cNvSpPr>
          <p:nvPr>
            <p:ph type="body" idx="1"/>
          </p:nvPr>
        </p:nvSpPr>
        <p:spPr>
          <a:xfrm>
            <a:off x="1031225" y="1838451"/>
            <a:ext cx="4918800" cy="4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Motor V8 de Google Chrome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JavaScript del Lado del Servidor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Manejo Asíncrono y Eventos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Módulos y manejadores de paquetes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Framework Express para API REST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Streaming de Datos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Comunidad Activa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9291ce7ef_0_3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d9291ce7ef_0_30"/>
          <p:cNvSpPr/>
          <p:nvPr/>
        </p:nvSpPr>
        <p:spPr>
          <a:xfrm>
            <a:off x="2815929" y="148929"/>
            <a:ext cx="6560184" cy="6560184"/>
          </a:xfrm>
          <a:custGeom>
            <a:avLst/>
            <a:gdLst/>
            <a:ahLst/>
            <a:cxnLst/>
            <a:rect l="l" t="t" r="r" b="b"/>
            <a:pathLst>
              <a:path w="6560184" h="6560184" extrusionOk="0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2d9291ce7ef_0_30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8425" rIns="0" bIns="0" anchor="t" anchorCtr="0">
            <a:spAutoFit/>
          </a:bodyPr>
          <a:lstStyle/>
          <a:p>
            <a:pPr marL="40576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Python</a:t>
            </a:r>
            <a:endParaRPr sz="6000"/>
          </a:p>
        </p:txBody>
      </p:sp>
      <p:grpSp>
        <p:nvGrpSpPr>
          <p:cNvPr id="401" name="Google Shape;401;g2d9291ce7ef_0_30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02" name="Google Shape;402;g2d9291ce7ef_0_30"/>
            <p:cNvSpPr/>
            <p:nvPr/>
          </p:nvSpPr>
          <p:spPr>
            <a:xfrm>
              <a:off x="2431063" y="295442"/>
              <a:ext cx="2025014" cy="3252470"/>
            </a:xfrm>
            <a:custGeom>
              <a:avLst/>
              <a:gdLst/>
              <a:ahLst/>
              <a:cxnLst/>
              <a:rect l="l" t="t" r="r" b="b"/>
              <a:pathLst>
                <a:path w="2025014" h="3252470" extrusionOk="0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w="2025014" h="3252470" extrusionOk="0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w="2025014" h="3252470" extrusionOk="0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w="2025014" h="3252470" extrusionOk="0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w="2025014" h="3252470" extrusionOk="0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g2d9291ce7ef_0_30"/>
            <p:cNvSpPr/>
            <p:nvPr/>
          </p:nvSpPr>
          <p:spPr>
            <a:xfrm>
              <a:off x="8200994" y="5310972"/>
              <a:ext cx="706120" cy="687070"/>
            </a:xfrm>
            <a:custGeom>
              <a:avLst/>
              <a:gdLst/>
              <a:ahLst/>
              <a:cxnLst/>
              <a:rect l="l" t="t" r="r" b="b"/>
              <a:pathLst>
                <a:path w="706120" h="687070" extrusionOk="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d9291ce7ef_0_39"/>
          <p:cNvSpPr txBox="1">
            <a:spLocks noGrp="1"/>
          </p:cNvSpPr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09" name="Google Shape;409;g2d9291ce7ef_0_39"/>
          <p:cNvSpPr txBox="1">
            <a:spLocks noGrp="1"/>
          </p:cNvSpPr>
          <p:nvPr>
            <p:ph type="body" idx="1"/>
          </p:nvPr>
        </p:nvSpPr>
        <p:spPr>
          <a:xfrm>
            <a:off x="969600" y="1485076"/>
            <a:ext cx="4918800" cy="45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Es un lenguaje interpretado</a:t>
            </a:r>
            <a:endParaRPr/>
          </a:p>
          <a:p>
            <a:pPr marL="354965" lvl="0" indent="-3295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2600"/>
              <a:t>Orientado a objetos, pero flexible a otro tipos de programación</a:t>
            </a:r>
            <a:endParaRPr sz="2600"/>
          </a:p>
          <a:p>
            <a:pPr marL="354965" lvl="0" indent="-3295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2600"/>
              <a:t>Lenguaje por excelencia para desarrollos de IA y análisis de datos</a:t>
            </a:r>
            <a:endParaRPr sz="2600"/>
          </a:p>
          <a:p>
            <a:pPr marL="354965" lvl="0" indent="-329565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2600"/>
              <a:t>Gran variedad de librerías</a:t>
            </a:r>
            <a:endParaRPr sz="2600"/>
          </a:p>
          <a:p>
            <a:pPr marL="354965" lvl="0" indent="-329565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2600"/>
              <a:t>No recomendado para velocidad de transacción y optimización</a:t>
            </a:r>
            <a:endParaRPr sz="2600"/>
          </a:p>
          <a:p>
            <a:pPr marL="354965" lvl="0" indent="-329565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2600"/>
              <a:t>Comunidad Activa</a:t>
            </a:r>
            <a:endParaRPr sz="2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9291ce7ef_0_4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2d9291ce7ef_0_44"/>
          <p:cNvSpPr/>
          <p:nvPr/>
        </p:nvSpPr>
        <p:spPr>
          <a:xfrm>
            <a:off x="2815929" y="148929"/>
            <a:ext cx="6560184" cy="6560184"/>
          </a:xfrm>
          <a:custGeom>
            <a:avLst/>
            <a:gdLst/>
            <a:ahLst/>
            <a:cxnLst/>
            <a:rect l="l" t="t" r="r" b="b"/>
            <a:pathLst>
              <a:path w="6560184" h="6560184" extrusionOk="0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2d9291ce7ef_0_44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8425" rIns="0" bIns="0" anchor="t" anchorCtr="0">
            <a:spAutoFit/>
          </a:bodyPr>
          <a:lstStyle/>
          <a:p>
            <a:pPr marL="40576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Java</a:t>
            </a:r>
            <a:endParaRPr sz="6000"/>
          </a:p>
        </p:txBody>
      </p:sp>
      <p:grpSp>
        <p:nvGrpSpPr>
          <p:cNvPr id="417" name="Google Shape;417;g2d9291ce7ef_0_44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18" name="Google Shape;418;g2d9291ce7ef_0_44"/>
            <p:cNvSpPr/>
            <p:nvPr/>
          </p:nvSpPr>
          <p:spPr>
            <a:xfrm>
              <a:off x="2431063" y="295442"/>
              <a:ext cx="2025014" cy="3252470"/>
            </a:xfrm>
            <a:custGeom>
              <a:avLst/>
              <a:gdLst/>
              <a:ahLst/>
              <a:cxnLst/>
              <a:rect l="l" t="t" r="r" b="b"/>
              <a:pathLst>
                <a:path w="2025014" h="3252470" extrusionOk="0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w="2025014" h="3252470" extrusionOk="0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w="2025014" h="3252470" extrusionOk="0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w="2025014" h="3252470" extrusionOk="0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w="2025014" h="3252470" extrusionOk="0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g2d9291ce7ef_0_44"/>
            <p:cNvSpPr/>
            <p:nvPr/>
          </p:nvSpPr>
          <p:spPr>
            <a:xfrm>
              <a:off x="8200994" y="5310972"/>
              <a:ext cx="706120" cy="687070"/>
            </a:xfrm>
            <a:custGeom>
              <a:avLst/>
              <a:gdLst/>
              <a:ahLst/>
              <a:cxnLst/>
              <a:rect l="l" t="t" r="r" b="b"/>
              <a:pathLst>
                <a:path w="706120" h="687070" extrusionOk="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d9291ce7ef_0_53"/>
          <p:cNvSpPr txBox="1">
            <a:spLocks noGrp="1"/>
          </p:cNvSpPr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25" name="Google Shape;425;g2d9291ce7ef_0_53"/>
          <p:cNvSpPr txBox="1">
            <a:spLocks noGrp="1"/>
          </p:cNvSpPr>
          <p:nvPr>
            <p:ph type="body" idx="1"/>
          </p:nvPr>
        </p:nvSpPr>
        <p:spPr>
          <a:xfrm>
            <a:off x="969600" y="1485076"/>
            <a:ext cx="4918800" cy="4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Lenguaje compilado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Al igual que python, multiplataforma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Orientado a objetos completamente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Complejidad intermedia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Seguridad elevada y cantidad decente de librerías</a:t>
            </a:r>
            <a:endParaRPr/>
          </a:p>
          <a:p>
            <a:pPr marL="354965" lvl="0" indent="-342265" algn="l" rtl="0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Una de las comunidades más antiguas y activas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d9291ce7ef_0_58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d9291ce7ef_0_58"/>
          <p:cNvSpPr txBox="1"/>
          <p:nvPr/>
        </p:nvSpPr>
        <p:spPr>
          <a:xfrm>
            <a:off x="1371600" y="1371601"/>
            <a:ext cx="3354600" cy="32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33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2d9291ce7ef_0_58"/>
          <p:cNvSpPr txBox="1"/>
          <p:nvPr/>
        </p:nvSpPr>
        <p:spPr>
          <a:xfrm>
            <a:off x="7134818" y="1095502"/>
            <a:ext cx="39960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5080" lvl="0" indent="-381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Las bases de datos son conjuntos organizados de información o datos que se almacenan y gestionan en sistemas informáticos. Estas permiten guardar, recuperar y manipular datos de manera eficiente. Se utilizan en una amplia variedad de aplicaciones, desde sitios web y aplicaciones móviles hasta sistemas empresariales complejos.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9291ce7ef_0_71"/>
          <p:cNvSpPr txBox="1">
            <a:spLocks noGrp="1"/>
          </p:cNvSpPr>
          <p:nvPr>
            <p:ph type="title"/>
          </p:nvPr>
        </p:nvSpPr>
        <p:spPr>
          <a:xfrm>
            <a:off x="1266794" y="224028"/>
            <a:ext cx="65628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0000"/>
                </a:solidFill>
              </a:rPr>
              <a:t>Documentación</a:t>
            </a:r>
            <a:endParaRPr sz="8000"/>
          </a:p>
        </p:txBody>
      </p:sp>
      <p:pic>
        <p:nvPicPr>
          <p:cNvPr id="438" name="Google Shape;438;g2d9291ce7ef_0_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5951" y="837004"/>
            <a:ext cx="112425" cy="11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2d9291ce7ef_0_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13368" y="554151"/>
            <a:ext cx="171514" cy="17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2d9291ce7ef_0_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94199" y="1472473"/>
            <a:ext cx="157544" cy="15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2d9291ce7ef_0_7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0921" y="3597693"/>
            <a:ext cx="25401" cy="326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g2d9291ce7ef_0_71"/>
          <p:cNvGrpSpPr/>
          <p:nvPr/>
        </p:nvGrpSpPr>
        <p:grpSpPr>
          <a:xfrm>
            <a:off x="1190825" y="1965794"/>
            <a:ext cx="2174875" cy="4649143"/>
            <a:chOff x="1190803" y="2500529"/>
            <a:chExt cx="2174875" cy="3044825"/>
          </a:xfrm>
        </p:grpSpPr>
        <p:sp>
          <p:nvSpPr>
            <p:cNvPr id="443" name="Google Shape;443;g2d9291ce7ef_0_71"/>
            <p:cNvSpPr/>
            <p:nvPr/>
          </p:nvSpPr>
          <p:spPr>
            <a:xfrm>
              <a:off x="119080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8D7CD">
                <a:alpha val="902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g2d9291ce7ef_0_71"/>
            <p:cNvSpPr/>
            <p:nvPr/>
          </p:nvSpPr>
          <p:spPr>
            <a:xfrm>
              <a:off x="119080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8D7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g2d9291ce7ef_0_71"/>
            <p:cNvSpPr/>
            <p:nvPr/>
          </p:nvSpPr>
          <p:spPr>
            <a:xfrm>
              <a:off x="1821428" y="2804961"/>
              <a:ext cx="765277" cy="564249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6" name="Google Shape;446;g2d9291ce7ef_0_71"/>
          <p:cNvSpPr txBox="1"/>
          <p:nvPr/>
        </p:nvSpPr>
        <p:spPr>
          <a:xfrm>
            <a:off x="1203500" y="2445300"/>
            <a:ext cx="2149500" cy="24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lvl="0" indent="0" algn="l" rtl="0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Bases de datos relacionales:</a:t>
            </a:r>
            <a:r>
              <a:rPr lang="en-US" sz="1100">
                <a:solidFill>
                  <a:schemeClr val="dk1"/>
                </a:solidFill>
              </a:rPr>
              <a:t> Organizan los datos en tablas con filas y columnas. Utilizan el lenguaje SQL (Structured Query Language) para gestionar los datos. Ejemplos: MySQL, PostgreSQL, Oracle, SQL Server.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g2d9291ce7ef_0_71"/>
          <p:cNvGrpSpPr/>
          <p:nvPr/>
        </p:nvGrpSpPr>
        <p:grpSpPr>
          <a:xfrm>
            <a:off x="1190803" y="6614946"/>
            <a:ext cx="2174875" cy="635"/>
            <a:chOff x="1190803" y="5544846"/>
            <a:chExt cx="2174875" cy="635"/>
          </a:xfrm>
        </p:grpSpPr>
        <p:sp>
          <p:nvSpPr>
            <p:cNvPr id="448" name="Google Shape;448;g2d9291ce7ef_0_71"/>
            <p:cNvSpPr/>
            <p:nvPr/>
          </p:nvSpPr>
          <p:spPr>
            <a:xfrm>
              <a:off x="119080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07A4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g2d9291ce7ef_0_71"/>
            <p:cNvSpPr/>
            <p:nvPr/>
          </p:nvSpPr>
          <p:spPr>
            <a:xfrm>
              <a:off x="119080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E07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g2d9291ce7ef_0_71"/>
          <p:cNvGrpSpPr/>
          <p:nvPr/>
        </p:nvGrpSpPr>
        <p:grpSpPr>
          <a:xfrm>
            <a:off x="3626616" y="1965754"/>
            <a:ext cx="2131160" cy="4649143"/>
            <a:chOff x="3582823" y="2500529"/>
            <a:chExt cx="2174875" cy="3044825"/>
          </a:xfrm>
        </p:grpSpPr>
        <p:sp>
          <p:nvSpPr>
            <p:cNvPr id="451" name="Google Shape;451;g2d9291ce7ef_0_71"/>
            <p:cNvSpPr/>
            <p:nvPr/>
          </p:nvSpPr>
          <p:spPr>
            <a:xfrm>
              <a:off x="358282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1D8D3">
                <a:alpha val="902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g2d9291ce7ef_0_71"/>
            <p:cNvSpPr/>
            <p:nvPr/>
          </p:nvSpPr>
          <p:spPr>
            <a:xfrm>
              <a:off x="358282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F1D8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g2d9291ce7ef_0_71"/>
            <p:cNvSpPr/>
            <p:nvPr/>
          </p:nvSpPr>
          <p:spPr>
            <a:xfrm>
              <a:off x="4197478" y="2814595"/>
              <a:ext cx="913764" cy="566534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D57B5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g2d9291ce7ef_0_71"/>
            <p:cNvSpPr/>
            <p:nvPr/>
          </p:nvSpPr>
          <p:spPr>
            <a:xfrm>
              <a:off x="4184518" y="2814595"/>
              <a:ext cx="913764" cy="566534"/>
            </a:xfrm>
            <a:custGeom>
              <a:avLst/>
              <a:gdLst/>
              <a:ahLst/>
              <a:cxnLst/>
              <a:rect l="l" t="t" r="r" b="b"/>
              <a:pathLst>
                <a:path w="913764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D57B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g2d9291ce7ef_0_71"/>
          <p:cNvSpPr txBox="1"/>
          <p:nvPr/>
        </p:nvSpPr>
        <p:spPr>
          <a:xfrm>
            <a:off x="3589175" y="2445300"/>
            <a:ext cx="2149500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lvl="0" indent="0" algn="l" rtl="0">
              <a:spcBef>
                <a:spcPts val="3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Bases de datos NoSQL:</a:t>
            </a:r>
            <a:r>
              <a:rPr lang="en-US" sz="1100">
                <a:solidFill>
                  <a:schemeClr val="dk1"/>
                </a:solidFill>
              </a:rPr>
              <a:t> Se diseñaron para manejar grandes volúmenes de datos no estructurados. Incluyen varios tipos:</a:t>
            </a:r>
            <a:endParaRPr sz="11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>
                <a:solidFill>
                  <a:schemeClr val="dk1"/>
                </a:solidFill>
              </a:rPr>
              <a:t>Documentales:</a:t>
            </a:r>
            <a:r>
              <a:rPr lang="en-US" sz="1000">
                <a:solidFill>
                  <a:schemeClr val="dk1"/>
                </a:solidFill>
              </a:rPr>
              <a:t> JSON o BSON (Ej: MongoDB).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>
                <a:solidFill>
                  <a:schemeClr val="dk1"/>
                </a:solidFill>
              </a:rPr>
              <a:t>Clave-Valor:</a:t>
            </a:r>
            <a:r>
              <a:rPr lang="en-US" sz="1000">
                <a:solidFill>
                  <a:schemeClr val="dk1"/>
                </a:solidFill>
              </a:rPr>
              <a:t> Datos como pares de clave y valor (Ej: Redis).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>
                <a:solidFill>
                  <a:schemeClr val="dk1"/>
                </a:solidFill>
              </a:rPr>
              <a:t>Columnar:</a:t>
            </a:r>
            <a:r>
              <a:rPr lang="en-US" sz="1000">
                <a:solidFill>
                  <a:schemeClr val="dk1"/>
                </a:solidFill>
              </a:rPr>
              <a:t> Optimizadas para grandes volúmenes de datos distribuidos (Ej: Cassandra).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 b="1">
                <a:solidFill>
                  <a:schemeClr val="dk1"/>
                </a:solidFill>
              </a:rPr>
              <a:t>Grafos:</a:t>
            </a:r>
            <a:r>
              <a:rPr lang="en-US" sz="1000">
                <a:solidFill>
                  <a:schemeClr val="dk1"/>
                </a:solidFill>
              </a:rPr>
              <a:t> Especializadas en relaciones complejas entre datos (Ej: Neo4j).</a:t>
            </a:r>
            <a:endParaRPr sz="1000">
              <a:solidFill>
                <a:schemeClr val="dk1"/>
              </a:solidFill>
            </a:endParaRPr>
          </a:p>
          <a:p>
            <a:pPr marL="156210" lvl="0" indent="0" algn="l" rtl="0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endParaRPr sz="1100" u="sng">
              <a:solidFill>
                <a:srgbClr val="0563C1"/>
              </a:solidFill>
            </a:endParaRPr>
          </a:p>
        </p:txBody>
      </p:sp>
      <p:grpSp>
        <p:nvGrpSpPr>
          <p:cNvPr id="456" name="Google Shape;456;g2d9291ce7ef_0_71"/>
          <p:cNvGrpSpPr/>
          <p:nvPr/>
        </p:nvGrpSpPr>
        <p:grpSpPr>
          <a:xfrm>
            <a:off x="3626598" y="6614946"/>
            <a:ext cx="2174875" cy="635"/>
            <a:chOff x="3582823" y="5544846"/>
            <a:chExt cx="2174875" cy="635"/>
          </a:xfrm>
        </p:grpSpPr>
        <p:sp>
          <p:nvSpPr>
            <p:cNvPr id="457" name="Google Shape;457;g2d9291ce7ef_0_71"/>
            <p:cNvSpPr/>
            <p:nvPr/>
          </p:nvSpPr>
          <p:spPr>
            <a:xfrm>
              <a:off x="358282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CA7E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g2d9291ce7ef_0_71"/>
            <p:cNvSpPr/>
            <p:nvPr/>
          </p:nvSpPr>
          <p:spPr>
            <a:xfrm>
              <a:off x="358282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CA7E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g2d9291ce7ef_0_71"/>
          <p:cNvGrpSpPr/>
          <p:nvPr/>
        </p:nvGrpSpPr>
        <p:grpSpPr>
          <a:xfrm>
            <a:off x="5962300" y="1965741"/>
            <a:ext cx="2002625" cy="4649143"/>
            <a:chOff x="5974843" y="2500529"/>
            <a:chExt cx="2174875" cy="3044825"/>
          </a:xfrm>
        </p:grpSpPr>
        <p:sp>
          <p:nvSpPr>
            <p:cNvPr id="460" name="Google Shape;460;g2d9291ce7ef_0_71"/>
            <p:cNvSpPr/>
            <p:nvPr/>
          </p:nvSpPr>
          <p:spPr>
            <a:xfrm>
              <a:off x="5974843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9DBDA">
                <a:alpha val="902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g2d9291ce7ef_0_71"/>
            <p:cNvSpPr/>
            <p:nvPr/>
          </p:nvSpPr>
          <p:spPr>
            <a:xfrm>
              <a:off x="6605466" y="2804971"/>
              <a:ext cx="1007426" cy="635066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BF847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g2d9291ce7ef_0_71"/>
            <p:cNvSpPr/>
            <p:nvPr/>
          </p:nvSpPr>
          <p:spPr>
            <a:xfrm>
              <a:off x="6605466" y="2804972"/>
              <a:ext cx="1007426" cy="635066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BF84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g2d9291ce7ef_0_71"/>
          <p:cNvSpPr txBox="1"/>
          <p:nvPr/>
        </p:nvSpPr>
        <p:spPr>
          <a:xfrm>
            <a:off x="5962143" y="2500513"/>
            <a:ext cx="2149500" cy="25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marR="454658" lvl="0" indent="0" algn="l" rtl="0">
              <a:lnSpc>
                <a:spcPct val="100000"/>
              </a:lnSpc>
              <a:spcBef>
                <a:spcPts val="334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Bases de datos en la nube auto administradas:</a:t>
            </a:r>
            <a:r>
              <a:rPr lang="en-US" sz="1100">
                <a:solidFill>
                  <a:schemeClr val="dk1"/>
                </a:solidFill>
              </a:rPr>
              <a:t> Almacenadas y gestionadas en plataformas en la nube (Ej: Amazon RDS, Google Cloud Spanner).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g2d9291ce7ef_0_71"/>
          <p:cNvGrpSpPr/>
          <p:nvPr/>
        </p:nvGrpSpPr>
        <p:grpSpPr>
          <a:xfrm>
            <a:off x="5962168" y="6614946"/>
            <a:ext cx="2174875" cy="635"/>
            <a:chOff x="5974843" y="5544846"/>
            <a:chExt cx="2174875" cy="635"/>
          </a:xfrm>
        </p:grpSpPr>
        <p:sp>
          <p:nvSpPr>
            <p:cNvPr id="465" name="Google Shape;465;g2d9291ce7ef_0_71"/>
            <p:cNvSpPr/>
            <p:nvPr/>
          </p:nvSpPr>
          <p:spPr>
            <a:xfrm>
              <a:off x="5974843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B68D8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g2d9291ce7ef_0_71"/>
            <p:cNvSpPr/>
            <p:nvPr/>
          </p:nvSpPr>
          <p:spPr>
            <a:xfrm>
              <a:off x="5974843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B68D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g2d9291ce7ef_0_71"/>
          <p:cNvGrpSpPr/>
          <p:nvPr/>
        </p:nvGrpSpPr>
        <p:grpSpPr>
          <a:xfrm>
            <a:off x="8366875" y="1965940"/>
            <a:ext cx="2174875" cy="4649143"/>
            <a:chOff x="8366864" y="2500529"/>
            <a:chExt cx="2174875" cy="3044825"/>
          </a:xfrm>
        </p:grpSpPr>
        <p:sp>
          <p:nvSpPr>
            <p:cNvPr id="468" name="Google Shape;468;g2d9291ce7ef_0_71"/>
            <p:cNvSpPr/>
            <p:nvPr/>
          </p:nvSpPr>
          <p:spPr>
            <a:xfrm>
              <a:off x="8366864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1E1E1">
                <a:alpha val="9020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g2d9291ce7ef_0_71"/>
            <p:cNvSpPr/>
            <p:nvPr/>
          </p:nvSpPr>
          <p:spPr>
            <a:xfrm>
              <a:off x="8366864" y="2500529"/>
              <a:ext cx="2174875" cy="3044825"/>
            </a:xfrm>
            <a:custGeom>
              <a:avLst/>
              <a:gdLst/>
              <a:ahLst/>
              <a:cxnLst/>
              <a:rect l="l" t="t" r="r" b="b"/>
              <a:pathLst>
                <a:path w="2174875" h="3044825" extrusionOk="0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flat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g2d9291ce7ef_0_71"/>
            <p:cNvSpPr/>
            <p:nvPr/>
          </p:nvSpPr>
          <p:spPr>
            <a:xfrm>
              <a:off x="8997489" y="2804974"/>
              <a:ext cx="1055399" cy="635066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6" y="35886"/>
                  </a:lnTo>
                  <a:lnTo>
                    <a:pt x="238987" y="55116"/>
                  </a:lnTo>
                  <a:lnTo>
                    <a:pt x="201336" y="77989"/>
                  </a:lnTo>
                  <a:lnTo>
                    <a:pt x="166181" y="104278"/>
                  </a:lnTo>
                  <a:lnTo>
                    <a:pt x="133752" y="133751"/>
                  </a:lnTo>
                  <a:lnTo>
                    <a:pt x="104278" y="166180"/>
                  </a:lnTo>
                  <a:lnTo>
                    <a:pt x="77990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90" y="711979"/>
                  </a:lnTo>
                  <a:lnTo>
                    <a:pt x="104278" y="747134"/>
                  </a:lnTo>
                  <a:lnTo>
                    <a:pt x="133752" y="779563"/>
                  </a:lnTo>
                  <a:lnTo>
                    <a:pt x="166181" y="809037"/>
                  </a:lnTo>
                  <a:lnTo>
                    <a:pt x="201336" y="835325"/>
                  </a:lnTo>
                  <a:lnTo>
                    <a:pt x="238987" y="858199"/>
                  </a:lnTo>
                  <a:lnTo>
                    <a:pt x="278906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4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5" y="809037"/>
                  </a:lnTo>
                  <a:lnTo>
                    <a:pt x="779564" y="779563"/>
                  </a:lnTo>
                  <a:lnTo>
                    <a:pt x="809037" y="747134"/>
                  </a:lnTo>
                  <a:lnTo>
                    <a:pt x="835326" y="711979"/>
                  </a:lnTo>
                  <a:lnTo>
                    <a:pt x="858200" y="674328"/>
                  </a:lnTo>
                  <a:lnTo>
                    <a:pt x="877430" y="634409"/>
                  </a:lnTo>
                  <a:lnTo>
                    <a:pt x="892786" y="592453"/>
                  </a:lnTo>
                  <a:lnTo>
                    <a:pt x="904038" y="548690"/>
                  </a:lnTo>
                  <a:lnTo>
                    <a:pt x="910959" y="503348"/>
                  </a:lnTo>
                  <a:lnTo>
                    <a:pt x="913316" y="456657"/>
                  </a:lnTo>
                  <a:lnTo>
                    <a:pt x="910959" y="409967"/>
                  </a:lnTo>
                  <a:lnTo>
                    <a:pt x="904038" y="364625"/>
                  </a:lnTo>
                  <a:lnTo>
                    <a:pt x="892786" y="320861"/>
                  </a:lnTo>
                  <a:lnTo>
                    <a:pt x="877430" y="278905"/>
                  </a:lnTo>
                  <a:lnTo>
                    <a:pt x="858200" y="238987"/>
                  </a:lnTo>
                  <a:lnTo>
                    <a:pt x="835326" y="201335"/>
                  </a:lnTo>
                  <a:lnTo>
                    <a:pt x="809037" y="166180"/>
                  </a:lnTo>
                  <a:lnTo>
                    <a:pt x="779564" y="133751"/>
                  </a:lnTo>
                  <a:lnTo>
                    <a:pt x="747135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4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AD989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g2d9291ce7ef_0_71"/>
            <p:cNvSpPr/>
            <p:nvPr/>
          </p:nvSpPr>
          <p:spPr>
            <a:xfrm>
              <a:off x="8997489" y="2804974"/>
              <a:ext cx="1055399" cy="635066"/>
            </a:xfrm>
            <a:custGeom>
              <a:avLst/>
              <a:gdLst/>
              <a:ahLst/>
              <a:cxnLst/>
              <a:rect l="l" t="t" r="r" b="b"/>
              <a:pathLst>
                <a:path w="913765" h="913764" extrusionOk="0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w="25400" cap="flat" cmpd="sng">
              <a:solidFill>
                <a:srgbClr val="AD98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g2d9291ce7ef_0_71"/>
          <p:cNvSpPr txBox="1"/>
          <p:nvPr/>
        </p:nvSpPr>
        <p:spPr>
          <a:xfrm>
            <a:off x="8445839" y="2570663"/>
            <a:ext cx="2149500" cy="18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marL="156210" marR="158750" lvl="0" indent="0" algn="l" rtl="0">
              <a:lnSpc>
                <a:spcPct val="87300"/>
              </a:lnSpc>
              <a:spcBef>
                <a:spcPts val="3285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Bases de datos orientadas a objetos:</a:t>
            </a:r>
            <a:r>
              <a:rPr lang="en-US" sz="1100">
                <a:solidFill>
                  <a:schemeClr val="dk1"/>
                </a:solidFill>
              </a:rPr>
              <a:t> Almacenan datos en forma de objetos, como en la programación orientada a objetos (Ej: db4o).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g2d9291ce7ef_0_71"/>
          <p:cNvGrpSpPr/>
          <p:nvPr/>
        </p:nvGrpSpPr>
        <p:grpSpPr>
          <a:xfrm>
            <a:off x="8366864" y="6614946"/>
            <a:ext cx="2174875" cy="635"/>
            <a:chOff x="8366864" y="5544846"/>
            <a:chExt cx="2174875" cy="635"/>
          </a:xfrm>
        </p:grpSpPr>
        <p:sp>
          <p:nvSpPr>
            <p:cNvPr id="474" name="Google Shape;474;g2d9291ce7ef_0_71"/>
            <p:cNvSpPr/>
            <p:nvPr/>
          </p:nvSpPr>
          <p:spPr>
            <a:xfrm>
              <a:off x="8366864" y="5544919"/>
              <a:ext cx="2174875" cy="0"/>
            </a:xfrm>
            <a:custGeom>
              <a:avLst/>
              <a:gdLst/>
              <a:ahLst/>
              <a:cxnLst/>
              <a:rect l="l" t="t" r="r" b="b"/>
              <a:pathLst>
                <a:path w="2174875" h="120000" extrusionOk="0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g2d9291ce7ef_0_71"/>
            <p:cNvSpPr/>
            <p:nvPr/>
          </p:nvSpPr>
          <p:spPr>
            <a:xfrm>
              <a:off x="8366864" y="5544846"/>
              <a:ext cx="2174875" cy="635"/>
            </a:xfrm>
            <a:custGeom>
              <a:avLst/>
              <a:gdLst/>
              <a:ahLst/>
              <a:cxnLst/>
              <a:rect l="l" t="t" r="r" b="b"/>
              <a:pathLst>
                <a:path w="2174875" h="635" extrusionOk="0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w="25400" cap="flat" cmpd="sng">
              <a:solidFill>
                <a:srgbClr val="A5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d9291ce7ef_0_12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2d9291ce7ef_0_120"/>
          <p:cNvSpPr/>
          <p:nvPr/>
        </p:nvSpPr>
        <p:spPr>
          <a:xfrm>
            <a:off x="2815929" y="148929"/>
            <a:ext cx="6560184" cy="6560184"/>
          </a:xfrm>
          <a:custGeom>
            <a:avLst/>
            <a:gdLst/>
            <a:ahLst/>
            <a:cxnLst/>
            <a:rect l="l" t="t" r="r" b="b"/>
            <a:pathLst>
              <a:path w="6560184" h="6560184" extrusionOk="0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d9291ce7ef_0_120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8425" rIns="0" bIns="0" anchor="t" anchorCtr="0">
            <a:spAutoFit/>
          </a:bodyPr>
          <a:lstStyle/>
          <a:p>
            <a:pPr marL="40576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Redis</a:t>
            </a:r>
            <a:endParaRPr sz="6000"/>
          </a:p>
        </p:txBody>
      </p:sp>
      <p:grpSp>
        <p:nvGrpSpPr>
          <p:cNvPr id="483" name="Google Shape;483;g2d9291ce7ef_0_120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84" name="Google Shape;484;g2d9291ce7ef_0_120"/>
            <p:cNvSpPr/>
            <p:nvPr/>
          </p:nvSpPr>
          <p:spPr>
            <a:xfrm>
              <a:off x="2431063" y="295442"/>
              <a:ext cx="2025014" cy="3252470"/>
            </a:xfrm>
            <a:custGeom>
              <a:avLst/>
              <a:gdLst/>
              <a:ahLst/>
              <a:cxnLst/>
              <a:rect l="l" t="t" r="r" b="b"/>
              <a:pathLst>
                <a:path w="2025014" h="3252470" extrusionOk="0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w="2025014" h="3252470" extrusionOk="0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w="2025014" h="3252470" extrusionOk="0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w="2025014" h="3252470" extrusionOk="0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w="2025014" h="3252470" extrusionOk="0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g2d9291ce7ef_0_120"/>
            <p:cNvSpPr/>
            <p:nvPr/>
          </p:nvSpPr>
          <p:spPr>
            <a:xfrm>
              <a:off x="8200994" y="5310972"/>
              <a:ext cx="706120" cy="687070"/>
            </a:xfrm>
            <a:custGeom>
              <a:avLst/>
              <a:gdLst/>
              <a:ahLst/>
              <a:cxnLst/>
              <a:rect l="l" t="t" r="r" b="b"/>
              <a:pathLst>
                <a:path w="706120" h="687070" extrusionOk="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9291ce7ef_0_129"/>
          <p:cNvSpPr txBox="1">
            <a:spLocks noGrp="1"/>
          </p:cNvSpPr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91" name="Google Shape;491;g2d9291ce7ef_0_129"/>
          <p:cNvSpPr txBox="1">
            <a:spLocks noGrp="1"/>
          </p:cNvSpPr>
          <p:nvPr>
            <p:ph type="body" idx="1"/>
          </p:nvPr>
        </p:nvSpPr>
        <p:spPr>
          <a:xfrm>
            <a:off x="969600" y="1485076"/>
            <a:ext cx="4918800" cy="4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Almacenamiento en memoria: Redis guarda todos los datos en la memoria RAM, lo que permite un acceso extremadamente rápido. También puede persistir datos en disco para respaldos y recuperación.</a:t>
            </a:r>
            <a:endParaRPr sz="1600"/>
          </a:p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Estructuras de datos avanzadas: A diferencia de otros almacenes clave-valor, Redis admite estructuras de datos complejas, como: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Strings: Cadenas de texto o datos binarios.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Lists: Listas enlazadas de elementos ordenados.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Sets: Conjuntos desordenados de elementos únicos.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Sorted Sets: Conjuntos ordenados por un valor de puntuación.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Hashes: Colecciones de pares clave-valor similares a objetos JSON.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Streams: Para manejar flujos de datos en tiempo real.</a:t>
            </a:r>
            <a:endParaRPr sz="1600"/>
          </a:p>
          <a:p>
            <a:pPr marL="126998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492" name="Google Shape;492;g2d9291ce7ef_0_129"/>
          <p:cNvSpPr txBox="1">
            <a:spLocks noGrp="1"/>
          </p:cNvSpPr>
          <p:nvPr>
            <p:ph type="body" idx="1"/>
          </p:nvPr>
        </p:nvSpPr>
        <p:spPr>
          <a:xfrm>
            <a:off x="6257225" y="1485076"/>
            <a:ext cx="4918800" cy="2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Persistencia opcional: Aunque es una base de datos en memoria, Redis ofrece opciones de persistencia en disco mediante el mecanismo RDB (Redis Database Backup) o AOF (Append Only File).</a:t>
            </a:r>
            <a:endParaRPr sz="1600"/>
          </a:p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Réplica y alta disponibilidad: Soporta replicación maestro-esclavo y alta disponibilidad mediante Redis Sentinel.</a:t>
            </a:r>
            <a:endParaRPr sz="1600"/>
          </a:p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Escalabilidad: Se puede usar en un entorno distribuido con Redis Cluster, lo que permite dividir datos entre múltiples nodos.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d9291ce7ef_0_137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g2d9291ce7ef_0_137"/>
          <p:cNvSpPr txBox="1"/>
          <p:nvPr/>
        </p:nvSpPr>
        <p:spPr>
          <a:xfrm>
            <a:off x="300375" y="589725"/>
            <a:ext cx="4759800" cy="32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33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Autenticacion y Autorizacion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2d9291ce7ef_0_137"/>
          <p:cNvSpPr txBox="1"/>
          <p:nvPr/>
        </p:nvSpPr>
        <p:spPr>
          <a:xfrm>
            <a:off x="6823101" y="2643020"/>
            <a:ext cx="43545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5080" lvl="0" indent="-381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Que son?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d933db9377_0_0"/>
          <p:cNvSpPr txBox="1">
            <a:spLocks noGrp="1"/>
          </p:cNvSpPr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Autenticación</a:t>
            </a:r>
            <a:endParaRPr sz="4400"/>
          </a:p>
        </p:txBody>
      </p:sp>
      <p:sp>
        <p:nvSpPr>
          <p:cNvPr id="505" name="Google Shape;505;g2d933db9377_0_0"/>
          <p:cNvSpPr txBox="1">
            <a:spLocks noGrp="1"/>
          </p:cNvSpPr>
          <p:nvPr>
            <p:ph type="body" idx="1"/>
          </p:nvPr>
        </p:nvSpPr>
        <p:spPr>
          <a:xfrm>
            <a:off x="969600" y="1485076"/>
            <a:ext cx="4918800" cy="3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Es el proceso de verificar la identidad de un usuario o sistema. Se trata de confirmar que alguien es quien dice ser.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Ejemplos comunes: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Ingresar un nombre de usuario y contraseña.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Utilizar huellas dactilares, reconocimiento facial o autenticación de dos factores (2FA).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Iniciar sesión con una cuenta de Google o Facebook en otras aplicaciones.</a:t>
            </a:r>
            <a:endParaRPr sz="1800"/>
          </a:p>
          <a:p>
            <a:pPr marL="126998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506" name="Google Shape;506;g2d933db9377_0_0"/>
          <p:cNvSpPr txBox="1">
            <a:spLocks noGrp="1"/>
          </p:cNvSpPr>
          <p:nvPr>
            <p:ph type="body" idx="1"/>
          </p:nvPr>
        </p:nvSpPr>
        <p:spPr>
          <a:xfrm>
            <a:off x="6257225" y="1485076"/>
            <a:ext cx="4918800" cy="3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700"/>
              <a:t>Es el proceso de determinar los permisos que tiene un usuario autenticado. Una vez que se verifica su identidad, se define qué acciones puede realizar o qué recursos puede acceder.</a:t>
            </a:r>
            <a:endParaRPr sz="1700"/>
          </a:p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700"/>
              <a:t>Ejemplos comunes:</a:t>
            </a:r>
            <a:endParaRPr sz="1700"/>
          </a:p>
          <a:p>
            <a:pPr marL="354965" lvl="0" indent="-227966" algn="l" rtl="0">
              <a:spcBef>
                <a:spcPts val="645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36550" algn="l" rtl="0">
              <a:spcBef>
                <a:spcPts val="645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Acceder a diferentes secciones de una aplicación según el rol (ej. administrador, usuario normal, invitado).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Permitir o denegar la modificación de datos.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Controlar el acceso a archivos o funcionalidades en una plataforma.</a:t>
            </a:r>
            <a:endParaRPr sz="1700"/>
          </a:p>
        </p:txBody>
      </p:sp>
      <p:sp>
        <p:nvSpPr>
          <p:cNvPr id="507" name="Google Shape;507;g2d933db9377_0_0"/>
          <p:cNvSpPr txBox="1">
            <a:spLocks noGrp="1"/>
          </p:cNvSpPr>
          <p:nvPr>
            <p:ph type="title"/>
          </p:nvPr>
        </p:nvSpPr>
        <p:spPr>
          <a:xfrm>
            <a:off x="6257225" y="6633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Autorización</a:t>
            </a:r>
            <a:endParaRPr sz="4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d933db9377_0_30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2d933db9377_0_30"/>
          <p:cNvSpPr txBox="1"/>
          <p:nvPr/>
        </p:nvSpPr>
        <p:spPr>
          <a:xfrm>
            <a:off x="300375" y="589725"/>
            <a:ext cx="4759800" cy="24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33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 sz="5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2d933db9377_0_30"/>
          <p:cNvSpPr txBox="1"/>
          <p:nvPr/>
        </p:nvSpPr>
        <p:spPr>
          <a:xfrm>
            <a:off x="6823101" y="589720"/>
            <a:ext cx="4354500" cy="58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OAuth 2.0 es un protocolo de autorización que permite a las aplicaciones acceder a recursos de usuario en otro servicio sin necesidad de exponer sus credenciales (como la contraseña). Es ampliamente utilizado por plataformas como Google, Facebook y GitHub para permitir el inicio de sesión con una cuenta externa o para conceder permisos a aplicaciones de terceros.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d933db9377_0_37"/>
          <p:cNvSpPr txBox="1">
            <a:spLocks noGrp="1"/>
          </p:cNvSpPr>
          <p:nvPr>
            <p:ph type="title"/>
          </p:nvPr>
        </p:nvSpPr>
        <p:spPr>
          <a:xfrm>
            <a:off x="916925" y="611125"/>
            <a:ext cx="6063600" cy="6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Como funciona Oauth?</a:t>
            </a:r>
            <a:endParaRPr sz="4400"/>
          </a:p>
        </p:txBody>
      </p:sp>
      <p:sp>
        <p:nvSpPr>
          <p:cNvPr id="520" name="Google Shape;520;g2d933db9377_0_37"/>
          <p:cNvSpPr txBox="1">
            <a:spLocks noGrp="1"/>
          </p:cNvSpPr>
          <p:nvPr>
            <p:ph type="body" idx="1"/>
          </p:nvPr>
        </p:nvSpPr>
        <p:spPr>
          <a:xfrm>
            <a:off x="969600" y="1485076"/>
            <a:ext cx="49188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4600" rIns="0" bIns="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Resource Owner (Propietario del Recurso): El usuario que concede acceso a sus datos.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Client (Cliente): La aplicación que quiere acceder a los datos.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Resource Server (Servidor de Recursos): La API que protege los datos (ej. API de Google).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Authorization Server (Servidor de Autorización): Verifica la identidad del usuario y emite tokens de acceso.</a:t>
            </a:r>
            <a:endParaRPr sz="1800"/>
          </a:p>
          <a:p>
            <a:pPr marL="126998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/>
          </a:p>
        </p:txBody>
      </p:sp>
      <p:pic>
        <p:nvPicPr>
          <p:cNvPr id="521" name="Google Shape;521;g2d933db9377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25" y="1030450"/>
            <a:ext cx="5998799" cy="3920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d933db9377_0_15"/>
          <p:cNvSpPr/>
          <p:nvPr/>
        </p:nvSpPr>
        <p:spPr>
          <a:xfrm>
            <a:off x="1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 extrusionOk="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g2d933db9377_0_15"/>
          <p:cNvSpPr txBox="1"/>
          <p:nvPr/>
        </p:nvSpPr>
        <p:spPr>
          <a:xfrm>
            <a:off x="300375" y="589725"/>
            <a:ext cx="4759800" cy="24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7715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339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2d933db9377_0_15"/>
          <p:cNvSpPr txBox="1"/>
          <p:nvPr/>
        </p:nvSpPr>
        <p:spPr>
          <a:xfrm>
            <a:off x="6823101" y="589720"/>
            <a:ext cx="4354500" cy="58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775" rIns="0" bIns="0" anchor="t" anchorCtr="0">
            <a:spAutoFit/>
          </a:bodyPr>
          <a:lstStyle/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Método popular de autenticación en aplicaciones web y móviles. Se utiliza para verificar la identidad del usuario y, en algunos casos, también para la autorización.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 un token en formato JSON que se utiliza para transmitir información de forma segura y compacta entre dos partes (por ejemplo, un cliente y un servidor). Se firma digitalmente para garantizar su integridad y autenticidad.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-381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3" name="Google Shape;533;g2d933db9377_0_45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2700" lvl="0" indent="0" algn="ctr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Cómo funciona JWT?</a:t>
            </a:r>
          </a:p>
        </p:txBody>
      </p:sp>
      <p:pic>
        <p:nvPicPr>
          <p:cNvPr id="534" name="Google Shape;534;g2d933db9377_0_4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77316" y="1444481"/>
            <a:ext cx="6780700" cy="39667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 txBox="1">
            <a:spLocks noGrp="1"/>
          </p:cNvSpPr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4475" rIns="0" bIns="0" anchor="t" anchorCtr="0">
            <a:spAutoFit/>
          </a:bodyPr>
          <a:lstStyle/>
          <a:p>
            <a:pPr marL="3067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¿Dudas?</a:t>
            </a:r>
            <a:endParaRPr/>
          </a:p>
        </p:txBody>
      </p:sp>
      <p:grpSp>
        <p:nvGrpSpPr>
          <p:cNvPr id="541" name="Google Shape;541;p24"/>
          <p:cNvGrpSpPr/>
          <p:nvPr/>
        </p:nvGrpSpPr>
        <p:grpSpPr>
          <a:xfrm>
            <a:off x="126205" y="115192"/>
            <a:ext cx="11939905" cy="6628130"/>
            <a:chOff x="126205" y="115192"/>
            <a:chExt cx="11939905" cy="6628130"/>
          </a:xfrm>
        </p:grpSpPr>
        <p:sp>
          <p:nvSpPr>
            <p:cNvPr id="542" name="Google Shape;542;p24"/>
            <p:cNvSpPr/>
            <p:nvPr/>
          </p:nvSpPr>
          <p:spPr>
            <a:xfrm>
              <a:off x="126205" y="115192"/>
              <a:ext cx="11939905" cy="6628130"/>
            </a:xfrm>
            <a:custGeom>
              <a:avLst/>
              <a:gdLst/>
              <a:ahLst/>
              <a:cxnLst/>
              <a:rect l="l" t="t" r="r" b="b"/>
              <a:pathLst>
                <a:path w="11939905" h="6628130" extrusionOk="0">
                  <a:moveTo>
                    <a:pt x="0" y="0"/>
                  </a:moveTo>
                  <a:lnTo>
                    <a:pt x="11939588" y="0"/>
                  </a:lnTo>
                  <a:lnTo>
                    <a:pt x="11939588" y="6627614"/>
                  </a:lnTo>
                  <a:lnTo>
                    <a:pt x="0" y="66276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2399232" y="1883638"/>
              <a:ext cx="6936105" cy="0"/>
            </a:xfrm>
            <a:custGeom>
              <a:avLst/>
              <a:gdLst/>
              <a:ahLst/>
              <a:cxnLst/>
              <a:rect l="l" t="t" r="r" b="b"/>
              <a:pathLst>
                <a:path w="6936105" h="120000" extrusionOk="0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2399232" y="5066755"/>
              <a:ext cx="6936105" cy="0"/>
            </a:xfrm>
            <a:custGeom>
              <a:avLst/>
              <a:gdLst/>
              <a:ahLst/>
              <a:cxnLst/>
              <a:rect l="l" t="t" r="r" b="b"/>
              <a:pathLst>
                <a:path w="6936105" h="120000" extrusionOk="0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958530" y="2259403"/>
            <a:ext cx="5772552" cy="195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04000"/>
              </a:lnSpc>
              <a:buSzPts val="6099"/>
            </a:pPr>
            <a:r>
              <a:rPr lang="es-GT" sz="4066" dirty="0">
                <a:solidFill>
                  <a:srgbClr val="131416"/>
                </a:solidFill>
              </a:rPr>
              <a:t>¡GRACIAS POR SU  ATENCIÓN!</a:t>
            </a:r>
            <a:endParaRPr lang="es-GT" sz="933" dirty="0"/>
          </a:p>
          <a:p>
            <a:pPr algn="just">
              <a:lnSpc>
                <a:spcPct val="104000"/>
              </a:lnSpc>
              <a:buSzPts val="6099"/>
            </a:pPr>
            <a:endParaRPr lang="es-GT" sz="4066" dirty="0">
              <a:solidFill>
                <a:srgbClr val="131416"/>
              </a:solidFill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3609810" y="3972069"/>
            <a:ext cx="4469994" cy="75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5000"/>
            </a:pPr>
            <a:r>
              <a:rPr lang="es-GT" sz="3334" dirty="0">
                <a:solidFill>
                  <a:srgbClr val="131416"/>
                </a:solidFill>
              </a:rPr>
              <a:t>DUDAS</a:t>
            </a:r>
            <a:endParaRPr lang="es-GT" sz="933" dirty="0"/>
          </a:p>
        </p:txBody>
      </p:sp>
      <p:sp>
        <p:nvSpPr>
          <p:cNvPr id="178" name="Google Shape;178;p8"/>
          <p:cNvSpPr/>
          <p:nvPr/>
        </p:nvSpPr>
        <p:spPr>
          <a:xfrm>
            <a:off x="9309167" y="685800"/>
            <a:ext cx="1838179" cy="251398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lang="es-GT" sz="9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1355</Words>
  <Application>Microsoft Office PowerPoint</Application>
  <PresentationFormat>Panorámica</PresentationFormat>
  <Paragraphs>167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3" baseType="lpstr">
      <vt:lpstr>Arial</vt:lpstr>
      <vt:lpstr>Calibri</vt:lpstr>
      <vt:lpstr>Times New Roman</vt:lpstr>
      <vt:lpstr>Office Theme</vt:lpstr>
      <vt:lpstr>Presentación de PowerPoint</vt:lpstr>
      <vt:lpstr>Software Avanzado</vt:lpstr>
      <vt:lpstr>Presentación de PowerPoint</vt:lpstr>
      <vt:lpstr>Presentación de PowerPoint</vt:lpstr>
      <vt:lpstr>HTML (HyperText Markup Language)</vt:lpstr>
      <vt:lpstr>CSS (Cascading Style Sheets)</vt:lpstr>
      <vt:lpstr>Presentación de PowerPoint</vt:lpstr>
      <vt:lpstr>Angular</vt:lpstr>
      <vt:lpstr>Vue JS</vt:lpstr>
      <vt:lpstr>React JS</vt:lpstr>
      <vt:lpstr>Principales Características de React</vt:lpstr>
      <vt:lpstr>React con vite</vt:lpstr>
      <vt:lpstr>Presentación de PowerPoint</vt:lpstr>
      <vt:lpstr>Estructura del Proyecto</vt:lpstr>
      <vt:lpstr>Presentación de PowerPoint</vt:lpstr>
      <vt:lpstr>Presentación de PowerPoint</vt:lpstr>
      <vt:lpstr>Uso de Componentes en App.jsx</vt:lpstr>
      <vt:lpstr>Compilar y Construir</vt:lpstr>
      <vt:lpstr>Arranque Rápido</vt:lpstr>
      <vt:lpstr>Documentación</vt:lpstr>
      <vt:lpstr>Presentación de PowerPoint</vt:lpstr>
      <vt:lpstr>Node.js</vt:lpstr>
      <vt:lpstr>Características</vt:lpstr>
      <vt:lpstr>Python</vt:lpstr>
      <vt:lpstr>Características</vt:lpstr>
      <vt:lpstr>Java</vt:lpstr>
      <vt:lpstr>Características</vt:lpstr>
      <vt:lpstr>Presentación de PowerPoint</vt:lpstr>
      <vt:lpstr>Documentación</vt:lpstr>
      <vt:lpstr>Redis</vt:lpstr>
      <vt:lpstr>Características</vt:lpstr>
      <vt:lpstr>Presentación de PowerPoint</vt:lpstr>
      <vt:lpstr>Autenticación</vt:lpstr>
      <vt:lpstr>Presentación de PowerPoint</vt:lpstr>
      <vt:lpstr>Como funciona Oauth?</vt:lpstr>
      <vt:lpstr>Presentación de PowerPoint</vt:lpstr>
      <vt:lpstr>Cómo funciona JWT?</vt:lpstr>
      <vt:lpstr>¿Dudas?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Pozuelos</dc:creator>
  <cp:lastModifiedBy>Kevin Pozuelos</cp:lastModifiedBy>
  <cp:revision>5</cp:revision>
  <dcterms:created xsi:type="dcterms:W3CDTF">2025-02-14T04:46:25Z</dcterms:created>
  <dcterms:modified xsi:type="dcterms:W3CDTF">2026-05-09T05:02:55Z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2025-02-14T00:00:00Z</vt:filetime>
  </property>
  <property fmtid="{D5CDD505-2E9C-101B-9397-08002B2CF9AE}" pid="5" name="Producer">
    <vt:lpwstr>macOS Versión 14.3 (Compilación 23D56) Quartz PDFContext</vt:lpwstr>
  </property>
</Properties>
</file>